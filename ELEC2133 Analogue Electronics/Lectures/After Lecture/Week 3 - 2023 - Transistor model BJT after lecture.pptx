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76" r:id="rId3"/>
    <p:sldId id="267" r:id="rId4"/>
    <p:sldId id="292" r:id="rId5"/>
    <p:sldId id="449" r:id="rId6"/>
    <p:sldId id="417" r:id="rId7"/>
    <p:sldId id="419" r:id="rId8"/>
    <p:sldId id="420" r:id="rId9"/>
    <p:sldId id="421" r:id="rId10"/>
    <p:sldId id="423" r:id="rId11"/>
    <p:sldId id="422" r:id="rId12"/>
    <p:sldId id="424" r:id="rId13"/>
    <p:sldId id="379" r:id="rId14"/>
    <p:sldId id="425" r:id="rId15"/>
    <p:sldId id="426" r:id="rId16"/>
    <p:sldId id="427" r:id="rId17"/>
    <p:sldId id="429" r:id="rId18"/>
    <p:sldId id="431" r:id="rId19"/>
    <p:sldId id="450" r:id="rId20"/>
    <p:sldId id="428" r:id="rId21"/>
    <p:sldId id="430" r:id="rId22"/>
    <p:sldId id="432" r:id="rId23"/>
    <p:sldId id="433" r:id="rId24"/>
    <p:sldId id="434" r:id="rId25"/>
    <p:sldId id="435" r:id="rId26"/>
    <p:sldId id="436" r:id="rId27"/>
    <p:sldId id="437" r:id="rId28"/>
    <p:sldId id="452" r:id="rId29"/>
    <p:sldId id="451" r:id="rId30"/>
    <p:sldId id="453" r:id="rId31"/>
    <p:sldId id="438" r:id="rId32"/>
    <p:sldId id="454" r:id="rId33"/>
    <p:sldId id="439" r:id="rId34"/>
    <p:sldId id="455" r:id="rId35"/>
    <p:sldId id="440" r:id="rId36"/>
    <p:sldId id="456" r:id="rId37"/>
    <p:sldId id="441" r:id="rId38"/>
    <p:sldId id="442" r:id="rId39"/>
    <p:sldId id="443" r:id="rId40"/>
    <p:sldId id="444" r:id="rId41"/>
    <p:sldId id="445" r:id="rId42"/>
    <p:sldId id="446" r:id="rId43"/>
    <p:sldId id="448" r:id="rId44"/>
    <p:sldId id="447"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2121"/>
    <a:srgbClr val="FFFFFF"/>
    <a:srgbClr val="9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7B37C7-923F-4858-84B7-9653DBF059D8}" v="216" dt="2023-06-20T07:01:20.217"/>
    <p1510:client id="{97C2611C-583D-4F36-B993-A1D7AFC2F934}" v="131" dt="2023-06-20T03:52:39.5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512"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7.796"/>
    </inkml:context>
    <inkml:brush xml:id="br0">
      <inkml:brushProperty name="width" value="0.05" units="cm"/>
      <inkml:brushProperty name="height" value="0.05" units="cm"/>
    </inkml:brush>
  </inkml:definitions>
  <inkml:trace contextRef="#ctx0" brushRef="#br0">341 98 680 0 0,'0'0'740'0'0,"0"-1"-570"0"0,7-62 3779 0 0,-4 38-2866 0 0,-1 16-349 0 0,-2 17 893 0 0,-12 14-793 0 0,5 14-345 0 0,-3 40-1 0 0,6-35-426 0 0,2-12-3 0 0,2 57 0 0 0,2-54-27 0 0,-4 44 0 0 0,-6 10-39 0 0,3-23 66 0 0,-21 104 0 0 0,20-144-67 0 0,4-11 18 0 0,-1 1 0 0 0,-1 0 0 0 0,-10 21 0 0 0,13-28-5 0 0,-1-1 0 0 0,2 1 1 0 0,-1-1-1 0 0,0 1 0 0 0,1 0 0 0 0,0-1 1 0 0,1 1-1 0 0,0 6 0 0 0,0 9 4 0 0,0-9 28 0 0,-2 13 192 0 0,1-24-224 0 0,-1 0 0 0 0,1-1 0 0 0,0 1 0 0 0,-1 0 0 0 0,1-1 0 0 0,0 1 0 0 0,-1 0-1 0 0,1-1 1 0 0,-1 1 0 0 0,1-1 0 0 0,-1 1 0 0 0,1-1 0 0 0,-1 1 0 0 0,1-1 0 0 0,-1 1-1 0 0,0-1 1 0 0,1 0 0 0 0,-1 1 0 0 0,0-1 0 0 0,1 0 0 0 0,-1 1 0 0 0,0-1 0 0 0,1 0-1 0 0,-1 0 1 0 0,0 0 0 0 0,0 0 0 0 0,1 0 0 0 0,-1 0 0 0 0,0 0 0 0 0,-1 0-1 0 0,-10 2 18 0 0,0 0 0 0 0,0 1-1 0 0,0 0 1 0 0,0 1-1 0 0,0 0 1 0 0,0 1-1 0 0,-17 9 1 0 0,28-13-16 0 0,1-1 0 0 0,-1 0 0 0 0,0 1 1 0 0,0-1-1 0 0,1 0 0 0 0,-1 1 0 0 0,0-1 1 0 0,0 1-1 0 0,1-1 0 0 0,-1 1 0 0 0,1 0 1 0 0,-1-1-1 0 0,0 1 0 0 0,1 0 0 0 0,-1-1 1 0 0,1 1-1 0 0,0 0 0 0 0,-1-1 0 0 0,1 1 1 0 0,-1 0-1 0 0,1 0 0 0 0,0 0 0 0 0,0-1 1 0 0,-1 1-1 0 0,1 1 0 0 0,0-1 5 0 0,1 1-1 0 0,-1-1 0 0 0,0 0 1 0 0,1 0-1 0 0,-1 0 0 0 0,1 0 1 0 0,0 0-1 0 0,-1 0 0 0 0,1 0 1 0 0,0 0-1 0 0,-1 0 0 0 0,1 0 1 0 0,0 0-1 0 0,0 0 0 0 0,2 1 1 0 0,5 4 40 0 0,1 0-1 0 0,1-1 1 0 0,12 6 0 0 0,-15-7-50 0 0,19 7 54 0 0,-1-2 1 0 0,29 8 0 0 0,14 5 26 0 0,-62-20-53 0 0,-1 0 0 0 0,1 1 0 0 0,-1 0 1 0 0,0 0-1 0 0,8 5 0 0 0,-13-7-26 0 0,1-1 1 0 0,0 1 0 0 0,-1-1 0 0 0,1 1-1 0 0,-1-1 1 0 0,1 1 0 0 0,0 0 0 0 0,-1 0-1 0 0,1-1 1 0 0,-1 1 0 0 0,0 0 0 0 0,1 0-1 0 0,-1-1 1 0 0,0 1 0 0 0,1 0 0 0 0,-1 0-1 0 0,0 0 1 0 0,0-1 0 0 0,0 1 0 0 0,1 0-1 0 0,-1 0 1 0 0,0 0 0 0 0,0 0-1 0 0,0 0 1 0 0,-1-1 0 0 0,1 1 0 0 0,0 0-1 0 0,0 0 1 0 0,0 0 0 0 0,-1 0 0 0 0,1-1-1 0 0,0 1 1 0 0,-1 0 0 0 0,1 0 0 0 0,-1 0-1 0 0,1-1 1 0 0,-1 1 0 0 0,1 0 0 0 0,-1-1-1 0 0,1 1 1 0 0,-1-1 0 0 0,0 1 0 0 0,1 0-1 0 0,-1-1 1 0 0,0 1 0 0 0,1-1-1 0 0,-1 0 1 0 0,0 1 0 0 0,0-1 0 0 0,-1 1-1 0 0,-27 17 32 0 0,0-2-1 0 0,-51 21 1 0 0,-70 16-28 0 0,149-53-10 0 0,0 0 0 0 0,0 1 0 0 0,-1-1 0 0 0,1 0 0 0 0,0 1 0 0 0,0-1 0 0 0,0 1 0 0 0,0-1 0 0 0,0 1 0 0 0,0-1 0 0 0,0 1 0 0 0,0 0 0 0 0,0 0 0 0 0,0-1 0 0 0,0 1 0 0 0,0 0 0 0 0,0 0 0 0 0,1 0 0 0 0,-1 0 0 0 0,0 0 0 0 0,1 0 0 0 0,-1 0 0 0 0,0 0 0 0 0,0 2 0 0 0,2-1 1 0 0,-1-1 0 0 0,1 0 1 0 0,-1 0-1 0 0,1 0 0 0 0,0 0 0 0 0,-1 0 0 0 0,1 0 0 0 0,0 0 0 0 0,0 0 0 0 0,0 0 0 0 0,0 0 0 0 0,-1 0 0 0 0,1-1 0 0 0,0 1 0 0 0,1 0 0 0 0,-1-1 0 0 0,0 1 0 0 0,0 0 0 0 0,0-1 0 0 0,0 0 0 0 0,0 1 0 0 0,1-1 0 0 0,-1 0 0 0 0,2 1 0 0 0,29 8 54 0 0,0-2 1 0 0,41 5-1 0 0,43 9-14 0 0,-112-20-22 0 0,1 0 0 0 0,-1 0 0 0 0,0 1 0 0 0,1 0 0 0 0,-1 0 0 0 0,0 0 0 0 0,0 0 0 0 0,0 1 0 0 0,4 3 0 0 0,-7-5-12 0 0,0 0 0 0 0,0 0-1 0 0,-1 0 1 0 0,1 1 0 0 0,0-1-1 0 0,-1 0 1 0 0,1 0 0 0 0,-1 1 0 0 0,1-1-1 0 0,-1 0 1 0 0,1 1 0 0 0,-1-1-1 0 0,0 0 1 0 0,0 1 0 0 0,1-1-1 0 0,-1 1 1 0 0,0-1 0 0 0,0 0-1 0 0,-1 1 1 0 0,1-1 0 0 0,0 1-1 0 0,0-1 1 0 0,-1 0 0 0 0,1 1-1 0 0,-1-1 1 0 0,1 0 0 0 0,-1 1-1 0 0,0-1 1 0 0,1 0 0 0 0,-1 0-1 0 0,0 0 1 0 0,0 0 0 0 0,0 0 0 0 0,-1 1-1 0 0,-2 3 2 0 0,-1-1 0 0 0,-1 0 0 0 0,1 0 1 0 0,-1-1-1 0 0,1 1 0 0 0,-1-1 0 0 0,0-1 0 0 0,0 1 0 0 0,-1-1 0 0 0,-11 3 0 0 0,6-1 45 0 0,-24 8-32 0 0,-57 29 0 0 0,81-35-32 0 0,3 0 9 0 0,-1-1 1 0 0,0-1-1 0 0,0 1 1 0 0,-20 4 0 0 0,-25 11 0 0 0,52-19-5 0 0,1 0 0 0 0,0 0 1 0 0,0 1-1 0 0,0-1 0 0 0,0 0 1 0 0,1 0-1 0 0,-1 1 1 0 0,0 0-1 0 0,1-1 0 0 0,-1 1 1 0 0,1 0-1 0 0,-1-1 1 0 0,1 1-1 0 0,-3 4 0 0 0,4-5 9 0 0,-1 0 0 0 0,0 0-1 0 0,0 1 1 0 0,1-1-1 0 0,-1 0 1 0 0,1 0-1 0 0,-1 0 1 0 0,1 1-1 0 0,0-1 1 0 0,-1 0 0 0 0,1 1-1 0 0,0-1 1 0 0,0 0-1 0 0,0 1 1 0 0,0-1-1 0 0,0 0 1 0 0,0 1 0 0 0,0-1-1 0 0,0 0 1 0 0,1 0-1 0 0,-1 1 1 0 0,0-1-1 0 0,1 0 1 0 0,-1 0 0 0 0,1 1-1 0 0,0-1 1 0 0,0 2-1 0 0,1-2-1 0 0,0 0 0 0 0,-1 0-1 0 0,1 0 1 0 0,0-1 0 0 0,0 1-1 0 0,0 0 1 0 0,-1-1 0 0 0,1 1 0 0 0,0-1-1 0 0,3 1 1 0 0,15 5 18 0 0,174 104 164 0 0,-192-109-173 0 0,0 1 0 0 0,0 0 0 0 0,0-1 0 0 0,0 1 0 0 0,0 0-1 0 0,0 0 1 0 0,-1 0 0 0 0,1 0 0 0 0,-1 1 0 0 0,1-1 0 0 0,-1 0 0 0 0,0 1 0 0 0,0-1 0 0 0,0 0 0 0 0,-1 1 0 0 0,1-1 0 0 0,0 1-1 0 0,-1 0 1 0 0,0-1 0 0 0,1 6 0 0 0,-2-5-9 0 0,-1 0 1 0 0,1-1-1 0 0,-1 1 0 0 0,0-1 0 0 0,1 1 0 0 0,-1-1 0 0 0,0 1 1 0 0,0-1-1 0 0,-1 0 0 0 0,1 0 0 0 0,0 0 0 0 0,-6 3 0 0 0,-38 19 25 0 0,19-10-40 0 0,-59 25 35 0 0,78-35 28 0 0,6-4-57 0 0,1 0-1 0 0,0 1 1 0 0,-1-1 0 0 0,1 1 0 0 0,0-1 0 0 0,-1 1-1 0 0,1-1 1 0 0,0 1 0 0 0,0 0 0 0 0,0 0-1 0 0,0 0 1 0 0,0-1 0 0 0,0 1 0 0 0,0 0-1 0 0,0 0 1 0 0,0 1 0 0 0,0-1 0 0 0,1 0 0 0 0,-1 0-1 0 0,0 0 1 0 0,0 3 0 0 0,25 1 7 0 0,-19-4 2 0 0,0 1 0 0 0,0-1 0 0 0,0 1 0 0 0,0 0 0 0 0,0 0 1 0 0,0 1-1 0 0,-1-1 0 0 0,1 1 0 0 0,-1 0 0 0 0,1 1 0 0 0,-1-1 0 0 0,0 1 0 0 0,-1-1 0 0 0,1 1 1 0 0,0 0-1 0 0,-1 1 0 0 0,0-1 0 0 0,0 1 0 0 0,-1-1 0 0 0,1 1 0 0 0,-1 0 0 0 0,0 0 0 0 0,2 5 1 0 0,0 0 1 0 0,-1 0 0 0 0,0 1 1 0 0,-1-1-1 0 0,0 0 1 0 0,1 13-1 0 0,-2-17 11 0 0,1 0 0 0 0,-1 0 0 0 0,1-1 0 0 0,0 1-1 0 0,1 0 1 0 0,4 7 0 0 0,8 23 36 0 0,-8-1-30 0 0,-1-1 0 0 0,-2 2 0 0 0,-2-1 0 0 0,-4 67 0 0 0,1-29-38 0 0,1-2 49 0 0,2 13-3 0 0,-5 0 0 0 0,-13 85 0 0 0,10-140-13 0 0,2 1 0 0 0,1-1 0 0 0,1 1 1 0 0,4 55-1 0 0,1-65-23 0 0,1 11 33 0 0,2 46 0 0 0,-6 83 24 0 0,1-158-42 0 0,-1 0 0 0 0,0 0-1 0 0,1 0 1 0 0,0-1 0 0 0,-1 1 0 0 0,1 0 0 0 0,0 0 0 0 0,0-1 0 0 0,2 4 0 0 0,5 13 117 0 0,-8-25-13 0 0,-1-13 5 0 0,0 20-114 0 0,1-1 1 0 0,-1 1-1 0 0,1-1 0 0 0,-1 1 0 0 0,1-1 0 0 0,-1 1 1 0 0,1 0-1 0 0,-1-1 0 0 0,0 1 0 0 0,1 0 0 0 0,-1 0 1 0 0,1 0-1 0 0,-1-1 0 0 0,0 1 0 0 0,1 0 0 0 0,-1 0 1 0 0,0 0-1 0 0,1 0 0 0 0,-1 0 0 0 0,0 0 0 0 0,1 0 1 0 0,-1 0-1 0 0,0 0 0 0 0,1 0 0 0 0,-1 1 0 0 0,1-1 1 0 0,-1 0-1 0 0,0 0 0 0 0,1 1 0 0 0,-1-1 0 0 0,1 0 1 0 0,-1 1-1 0 0,0-1 0 0 0,1 0 0 0 0,-1 1 1 0 0,0 0-1 0 0,-3 1 8 0 0,0 1 1 0 0,0-1 0 0 0,0 1-1 0 0,0 0 1 0 0,0 1 0 0 0,1-1-1 0 0,-1 1 1 0 0,1-1 0 0 0,0 1-1 0 0,0 0 1 0 0,0 0 0 0 0,1 0-1 0 0,-1 1 1 0 0,1-1 0 0 0,0 1-1 0 0,0-1 1 0 0,1 1 0 0 0,-1 0-1 0 0,1-1 1 0 0,0 1 0 0 0,0 0-1 0 0,1 0 1 0 0,-1 8 0 0 0,2-12 2 0 0,-1 1 1 0 0,1-1-1 0 0,-1 0 1 0 0,1 0-1 0 0,-1 0 1 0 0,1 0 0 0 0,0 1-1 0 0,0-1 1 0 0,-1 0-1 0 0,1 0 1 0 0,0 0-1 0 0,0 0 1 0 0,0-1-1 0 0,0 1 1 0 0,0 0-1 0 0,0 0 1 0 0,0-1 0 0 0,1 1-1 0 0,-1 0 1 0 0,0-1-1 0 0,0 1 1 0 0,0-1-1 0 0,1 1 1 0 0,-1-1-1 0 0,0 0 1 0 0,1 0-1 0 0,-1 0 1 0 0,0 1 0 0 0,1-1-1 0 0,-1 0 1 0 0,3-1-1 0 0,-3 1-4 0 0,1 1 0 0 0,-1-1 0 0 0,1 0 0 0 0,0 0 0 0 0,-1 0 0 0 0,1 0 0 0 0,-1-1 0 0 0,1 1 0 0 0,0 0 0 0 0,-1-1 0 0 0,1 1 0 0 0,-1-1 0 0 0,1 1 1 0 0,-1-1-1 0 0,0 0 0 0 0,1 1 0 0 0,-1-1 0 0 0,1 0 0 0 0,-1 0 0 0 0,0 0 0 0 0,0 0 0 0 0,0-1 0 0 0,0 1 0 0 0,0 0 0 0 0,0 0 0 0 0,2-2 0 0 0,-3 1-13 0 0,1 0 0 0 0,-1 0-1 0 0,1 0 1 0 0,-1 1 0 0 0,0-1 0 0 0,0 0 0 0 0,0 0 0 0 0,0 0 0 0 0,0 0-1 0 0,0 0 1 0 0,0 1 0 0 0,-1-1 0 0 0,1 0 0 0 0,0 0 0 0 0,-1 0-1 0 0,0 1 1 0 0,1-1 0 0 0,-3-3 0 0 0,2 4 8 0 0,-1 0-1 0 0,1-1 1 0 0,-1 1 0 0 0,0 0-1 0 0,1 0 1 0 0,-1 0 0 0 0,0 0 0 0 0,0 0-1 0 0,1 1 1 0 0,-1-1 0 0 0,0 1-1 0 0,0-1 1 0 0,0 1 0 0 0,0-1-1 0 0,0 1 1 0 0,0 0 0 0 0,0 0-1 0 0,-3 0 1 0 0,2 0-14 0 0,0 0 1 0 0,0 0-1 0 0,0 0 0 0 0,0 1 0 0 0,0-1 1 0 0,0 1-1 0 0,1 0 0 0 0,-1-1 0 0 0,0 1 1 0 0,0 1-1 0 0,1-1 0 0 0,-1 0 0 0 0,-4 3 1 0 0,6-2 10 0 0,-1-1 0 0 0,1 1 0 0 0,-1 0 1 0 0,1 0-1 0 0,0 0 0 0 0,0 0 0 0 0,0 0 0 0 0,0 0 1 0 0,0 0-1 0 0,0 0 0 0 0,0 0 0 0 0,1 0 1 0 0,-1 0-1 0 0,1 1 0 0 0,-1-1 0 0 0,1 0 1 0 0,0 0-1 0 0,0 5 0 0 0,0-6 14 0 0,0 1 0 0 0,0-1 0 0 0,0 1-1 0 0,1-1 1 0 0,-1 0 0 0 0,0 1 0 0 0,1-1 0 0 0,-1 1 0 0 0,1-1-1 0 0,-1 0 1 0 0,1 1 0 0 0,-1-1 0 0 0,1 0 0 0 0,0 0 0 0 0,0 1-1 0 0,0-1 1 0 0,0 0 0 0 0,1 2 0 0 0,1-1-8 0 0,0-1 0 0 0,-1 1 0 0 0,1 0 0 0 0,0-1-1 0 0,0 0 1 0 0,0 1 0 0 0,5 0 0 0 0,26 3 67 0 0,-33-5-67 0 0,1 0 0 0 0,-1 0-1 0 0,0 0 1 0 0,1 0 0 0 0,-1-1 0 0 0,0 1-1 0 0,1 0 1 0 0,-1 0 0 0 0,0-1 0 0 0,0 1-1 0 0,1-1 1 0 0,-1 1 0 0 0,0-1 0 0 0,0 0-1 0 0,0 1 1 0 0,1-1 0 0 0,-1 0 0 0 0,0 0-1 0 0,0 0 1 0 0,0 0 0 0 0,0 0 0 0 0,1-1 0 0 0,-2 1-5 0 0,0 1 0 0 0,0 0 0 0 0,0 0 1 0 0,1-1-1 0 0,-1 1 0 0 0,0 0 0 0 0,0 0 0 0 0,0-1 1 0 0,0 1-1 0 0,0 0 0 0 0,0-1 0 0 0,0 1 1 0 0,0 0-1 0 0,1-1 0 0 0,-1 1 0 0 0,0 0 1 0 0,0 0-1 0 0,0-1 0 0 0,-1 1 0 0 0,1 0 1 0 0,0-1-1 0 0,0 1 0 0 0,0 0 0 0 0,0-1 1 0 0,0 1-1 0 0,0 0 0 0 0,0 0 0 0 0,0-1 1 0 0,-1 1-1 0 0,1 0 0 0 0,0-1 0 0 0,0 1 0 0 0,0 0 1 0 0,-1 0-1 0 0,1-1 0 0 0,-12-2-57 0 0,2 0 10 0 0,9 3 49 0 0,1-1-1 0 0,0 1 1 0 0,0-1 0 0 0,0 1-1 0 0,0-1 1 0 0,1 1 0 0 0,-1-1-1 0 0,0 1 1 0 0,0-1 0 0 0,0 1-1 0 0,0-1 1 0 0,0 1 0 0 0,1-1-1 0 0,-1 1 1 0 0,0-1 0 0 0,0 1-1 0 0,1 0 1 0 0,-1-1 0 0 0,0 1-1 0 0,1-1 1 0 0,-1 1 0 0 0,0 0 0 0 0,1-1-1 0 0,-1 1 1 0 0,1 0 0 0 0,-1-1-1 0 0,1 1 1 0 0,31-48 67 0 0,-29 37-28 0 0,-5 8-32 0 0,-4 9 25 0 0,3 0-38 0 0,0 0 0 0 0,0 0 0 0 0,0 1-1 0 0,1-1 1 0 0,0 1 0 0 0,0-1 0 0 0,1 1 0 0 0,-2 11-1 0 0,1 58-35 0 0,2-55 35 0 0,35 447 19 0 0,-22-353-32 0 0,21 94 29 0 0,-18-121 8 0 0,-9-33-4 0 0,-6-37 2 0 0,1-1 0 0 0,1 0 0 0 0,5 18 0 0 0,-3-23-14 0 0,-4-9 20 0 0,0 0 0 0 0,0 0-1 0 0,0 0 1 0 0,0 0 0 0 0,0 0-1 0 0,0 0 1 0 0,-1 4 0 0 0,0-7-20 0 0,0 1 0 0 0,0 0 0 0 0,0 0 0 0 0,0 0 1 0 0,-1 0-1 0 0,1 0 0 0 0,0 0 0 0 0,-1-1 0 0 0,1 1 1 0 0,-1 0-1 0 0,1 0 0 0 0,-1-1 0 0 0,1 1 0 0 0,-1 0 1 0 0,1-1-1 0 0,-1 1 0 0 0,0 0 0 0 0,1-1 0 0 0,-1 1 0 0 0,0-1 1 0 0,1 1-1 0 0,-1-1 0 0 0,0 1 0 0 0,0-1 0 0 0,0 0 1 0 0,1 1-1 0 0,-1-1 0 0 0,0 0 0 0 0,0 1 0 0 0,-1-1 1 0 0,-31 10-14 0 0,1 2 0 0 0,0 1 1 0 0,1 2-1 0 0,-31 19 0 0 0,55-30 23 0 0,2-1-23 0 0,0-1 1 0 0,0 1-1 0 0,1 0 1 0 0,-1 1-1 0 0,1-1 1 0 0,0 1-1 0 0,0 0 1 0 0,0 0-1 0 0,-4 6 1 0 0,8-10 10 0 0,-1 1 0 0 0,1 0 0 0 0,0-1 0 0 0,-1 1 0 0 0,1 0 0 0 0,0 0 0 0 0,0 0 1 0 0,-1-1-1 0 0,1 1 0 0 0,0 0 0 0 0,0 0 0 0 0,0 0 0 0 0,0-1 0 0 0,0 1 0 0 0,0 0 0 0 0,0 0 0 0 0,0 0 0 0 0,0-1 0 0 0,1 1 1 0 0,-1 0-1 0 0,0 0 0 0 0,0 0 0 0 0,1-1 0 0 0,-1 1 0 0 0,1 0 0 0 0,0 0 0 0 0,0 2 2 0 0,1-1-1 0 0,1 1 1 0 0,-1-1-1 0 0,0 0 1 0 0,0 0 0 0 0,1 0-1 0 0,3 2 1 0 0,6 3 5 0 0,1 0 0 0 0,16 5 0 0 0,-28-11-7 0 0,122 53 136 0 0,-122-54-133 0 0,0 0 0 0 0,-1 1 0 0 0,1-1 1 0 0,0 0-1 0 0,0 1 0 0 0,-1-1 0 0 0,1 1 0 0 0,0-1 1 0 0,-1 1-1 0 0,1-1 0 0 0,0 1 0 0 0,-1 0 0 0 0,1-1 0 0 0,-1 1 1 0 0,1 0-1 0 0,-1-1 0 0 0,1 1 0 0 0,-1 0 0 0 0,0 0 0 0 0,1-1 1 0 0,-1 1-1 0 0,0 0 0 0 0,0 0 0 0 0,1-1 0 0 0,-1 1 0 0 0,0 0 1 0 0,0 0-1 0 0,0 0 0 0 0,0 0 0 0 0,0-1 0 0 0,0 1 1 0 0,0 0-1 0 0,0 0 0 0 0,-1 0 0 0 0,1 0 0 0 0,0-1 0 0 0,0 1 1 0 0,-1 0-1 0 0,1 0 0 0 0,0-1 0 0 0,-1 1 0 0 0,1 0 0 0 0,-1 0 1 0 0,1-1-1 0 0,-1 1 0 0 0,1 0 0 0 0,-1-1 0 0 0,1 1 1 0 0,-2 0-1 0 0,-2 3 7 0 0,-1 0 1 0 0,1 0-1 0 0,-1 0 0 0 0,0 0 1 0 0,-7 3-1 0 0,-199 105-222 0 0,210-112 211 0 0,0 0 0 0 0,1 0 0 0 0,-1 0 0 0 0,1 0 0 0 0,-1 1 0 0 0,0-1 0 0 0,1 0 0 0 0,-1 1 0 0 0,1-1 0 0 0,-1 0 0 0 0,1 1 0 0 0,-1-1 0 0 0,1 1 0 0 0,-1-1 0 0 0,1 0 0 0 0,-1 1 0 0 0,1-1 1 0 0,-1 1-1 0 0,1 0 0 0 0,0-1 0 0 0,-1 1 0 0 0,1-1 0 0 0,0 1 0 0 0,0-1 0 0 0,0 1 0 0 0,-1 0 0 0 0,1-1 0 0 0,0 1 0 0 0,0 0 0 0 0,0-1 0 0 0,0 1 0 0 0,0 0 0 0 0,0-1 0 0 0,0 1 0 0 0,0 0 0 0 0,0-1 0 0 0,0 1 0 0 0,0-1 0 0 0,1 1 0 0 0,-1 0 0 0 0,0-1 0 0 0,0 1 0 0 0,1 0 0 0 0,-1-1 0 0 0,0 1 0 0 0,1-1 0 0 0,-1 1 0 0 0,1-1 0 0 0,-1 1 0 0 0,0-1 0 0 0,1 1 0 0 0,-1-1 0 0 0,1 0 0 0 0,0 1 0 0 0,-1-1 0 0 0,2 1 0 0 0,4 3-6 0 0,0 0 1 0 0,0 0-1 0 0,13 5 1 0 0,-16-8-8 0 0,141 54 59 0 0,-91-37-15 0 0,57 28 1 0 0,-107-45-31 0 0,-1 1 1 0 0,0 0-1 0 0,0-1 1 0 0,0 1 0 0 0,0 0-1 0 0,0 0 1 0 0,-1 0-1 0 0,1 0 1 0 0,-1 0 0 0 0,1 1-1 0 0,-1-1 1 0 0,0 0-1 0 0,0 1 1 0 0,0-1 0 0 0,0 1-1 0 0,0-1 1 0 0,0 1-1 0 0,-1 0 1 0 0,1-1 0 0 0,-1 6-1 0 0,1-2 1 0 0,-1 0 0 0 0,0 0 0 0 0,0 0 0 0 0,-1 0 0 0 0,1 0 0 0 0,-2-1 0 0 0,1 1 0 0 0,-3 8 0 0 0,-3 1 7 0 0,-1-1 1 0 0,0-1-1 0 0,-1 0 0 0 0,-1 0 1 0 0,0 0-1 0 0,-1-1 0 0 0,0-1 1 0 0,-19 16-1 0 0,16-14-6 0 0,-15 16 4 0 0,12-12 0 0 0,-35 28 0 0 0,50-43-13 0 0,-1-1 1 0 0,1 1-1 0 0,0 0 1 0 0,-1-1 0 0 0,1 1-1 0 0,0 0 1 0 0,0 1-1 0 0,1-1 1 0 0,-1 0-1 0 0,0 0 1 0 0,1 1 0 0 0,-1-1-1 0 0,1 1 1 0 0,0-1-1 0 0,0 1 1 0 0,0 0-1 0 0,0-1 1 0 0,0 1 0 0 0,1 0-1 0 0,-1 0 1 0 0,1-1-1 0 0,0 1 1 0 0,0 0-1 0 0,0 0 1 0 0,0 0 0 0 0,0 0-1 0 0,0-1 1 0 0,1 1-1 0 0,-1 0 1 0 0,1 0-1 0 0,0-1 1 0 0,2 5 0 0 0,16 49 3 0 0,-2 0 0 0 0,-3 0 1 0 0,-2 2-1 0 0,7 95 0 0 0,23 280 47 0 0,-31-322-18 0 0,-5 192 0 0 0,-8-180 37 0 0,1-96-84 0 0,-8 43 0 0 0,5-43 55 0 0,-2 44 1 0 0,6-65-392 0 0,0 13-290 0 0,4-11-5275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8.385"/>
    </inkml:context>
    <inkml:brush xml:id="br0">
      <inkml:brushProperty name="width" value="0.05" units="cm"/>
      <inkml:brushProperty name="height" value="0.05" units="cm"/>
    </inkml:brush>
  </inkml:definitions>
  <inkml:trace contextRef="#ctx0" brushRef="#br0">1 27 5713 0 0,'0'0'695'0'0,"0"8"1097"0"0,3-7-1694 0 0,0 0-1 0 0,1-1 0 0 0,-1 1 0 0 0,1-1 0 0 0,-1 0 0 0 0,1 0 0 0 0,-1 0 1 0 0,6-1-1 0 0,3 0 61 0 0,39-2 739 0 0,69-11 0 0 0,7-2-155 0 0,-74 14-486 0 0,-1 1-1 0 0,0 3 0 0 0,0 2 1 0 0,0 3-1 0 0,77 19 1 0 0,-122-25-444 0 0,11 5-218 0 0,-18-6 225 0 0,1 0-1 0 0,-1 1 1 0 0,1-1-1 0 0,-1 0 1 0 0,0 0-1 0 0,0 1 1 0 0,1-1-1 0 0,-1 0 1 0 0,0 0-1 0 0,1 1 1 0 0,-1-1-1 0 0,0 0 1 0 0,0 1-1 0 0,0-1 1 0 0,1 0-1 0 0,-1 1 1 0 0,0-1-1 0 0,0 1 1 0 0,0-1-1 0 0,0 0 1 0 0,0 1-1 0 0,1 0 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8.781"/>
    </inkml:context>
    <inkml:brush xml:id="br0">
      <inkml:brushProperty name="width" value="0.05" units="cm"/>
      <inkml:brushProperty name="height" value="0.05" units="cm"/>
    </inkml:brush>
  </inkml:definitions>
  <inkml:trace contextRef="#ctx0" brushRef="#br0">7 1 6401 0 0,'-2'0'3634'0'0,"-3"5"-2817"0"0,7-4-778 0 0,0 1 1 0 0,0 0 0 0 0,1 0 0 0 0,-1-1-1 0 0,0 1 1 0 0,1-1 0 0 0,-1 0 0 0 0,1 0-1 0 0,4 2 1 0 0,-1-1-24 0 0,4 2-105 0 0,0-1 1 0 0,0 1-1 0 0,1-2 1 0 0,-1 0-1 0 0,1 0 0 0 0,-1-1 1 0 0,1 0-1 0 0,0 0 1 0 0,18-3-1 0 0,-10 0-587 0 0,0-2 0 0 0,0 0 0 0 0,0-1 0 0 0,27-11 0 0 0,-31 9-1178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9.997"/>
    </inkml:context>
    <inkml:brush xml:id="br0">
      <inkml:brushProperty name="width" value="0.05" units="cm"/>
      <inkml:brushProperty name="height" value="0.05" units="cm"/>
    </inkml:brush>
  </inkml:definitions>
  <inkml:trace contextRef="#ctx0" brushRef="#br0">33 1 584 0 0,'0'0'1043'0'0,"-33"0"2543"0"0,80 5 3000 0 0,96 27-6064 0 0,-77-18-289 0 0,110 10 0 0 0,69-11 245 0 0,-51-5-304 0 0,220 7 197 0 0,-297-15-90 0 0,-107 5 21 0 0,1-1-4469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0.804"/>
    </inkml:context>
    <inkml:brush xml:id="br0">
      <inkml:brushProperty name="width" value="0.05" units="cm"/>
      <inkml:brushProperty name="height" value="0.05" units="cm"/>
    </inkml:brush>
  </inkml:definitions>
  <inkml:trace contextRef="#ctx0" brushRef="#br0">0 46 3705 0 0,'0'-32'4721'0'0,"0"18"-3358"0"0,2 15-786 0 0,1 21-597 0 0,-1-5 103 0 0,35 324 726 0 0,5 322-602 0 0,-39-466-138 0 0,-4-117 138 0 0,1-71-175 0 0,1 0-1 0 0,-1 0 0 0 0,2 0 1 0 0,-1 0-1 0 0,1 0 1 0 0,1-1-1 0 0,0 1 0 0 0,3 8 1 0 0,-5-10 39 0 0,-1 2-969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1.347"/>
    </inkml:context>
    <inkml:brush xml:id="br0">
      <inkml:brushProperty name="width" value="0.05" units="cm"/>
      <inkml:brushProperty name="height" value="0.05" units="cm"/>
    </inkml:brush>
  </inkml:definitions>
  <inkml:trace contextRef="#ctx0" brushRef="#br0">0 1 3601 0 0,'0'0'4357'0'0,"22"8"-1106"0"0,24 14-2420 0 0,-28-12-710 0 0,5 4-41 0 0,6 10 31 0 0,2 0 0 0 0,0-3 0 0 0,60 31 0 0 0,-90-51-108 0 0,112 53 538 0 0,-31-16-78 0 0,-35-16-247 0 0,-21-11-90 0 0,33 21 0 0 0,-31-17-74 0 0,-21-12-23 0 0,-1 1 1 0 0,1 0 0 0 0,0 0-1 0 0,-1 0 1 0 0,9 8 0 0 0,-6-4-58 0 0,-5-4-304 0 0,-1-1 0 0 0,1 1-1 0 0,0 0 1 0 0,-1-1-1 0 0,5 8 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1.918"/>
    </inkml:context>
    <inkml:brush xml:id="br0">
      <inkml:brushProperty name="width" value="0.05" units="cm"/>
      <inkml:brushProperty name="height" value="0.05" units="cm"/>
    </inkml:brush>
  </inkml:definitions>
  <inkml:trace contextRef="#ctx0" brushRef="#br0">181 0 4473 0 0,'0'0'393'0'0,"-17"4"4192"0"0,15 1-4474 0 0,1 1 0 0 0,0-1 0 0 0,0 1 0 0 0,0-1 0 0 0,0 1-1 0 0,1-1 1 0 0,0 1 0 0 0,0 0 0 0 0,1-1 0 0 0,0 1-1 0 0,0-1 1 0 0,0 1 0 0 0,0-1 0 0 0,1 0 0 0 0,0 1 0 0 0,4 6-1 0 0,4 11-97 0 0,1 0-1 0 0,20 27 0 0 0,-23-36 82 0 0,-5-9-48 0 0,0 1 0 0 0,1-1 0 0 0,0 0 0 0 0,0 0 0 0 0,5 4 1 0 0,7 6 99 0 0,-8-9-78 0 0,-1 0 0 0 0,0 0 1 0 0,-1 1-1 0 0,1 0 0 0 0,-1 0 0 0 0,5 9 1 0 0,-10-15-63 0 0,0 1 1 0 0,-1-1-1 0 0,1 1 1 0 0,0-1-1 0 0,-1 1 0 0 0,1 0 1 0 0,-1-1-1 0 0,1 1 1 0 0,-1 0-1 0 0,0 0 1 0 0,1-1-1 0 0,-1 1 1 0 0,0 0-1 0 0,0 0 1 0 0,0 0-1 0 0,-1-1 1 0 0,1 1-1 0 0,0 0 1 0 0,-1-1-1 0 0,1 1 1 0 0,-1 0-1 0 0,0-1 1 0 0,1 1-1 0 0,-1 0 1 0 0,0-1-1 0 0,0 1 0 0 0,0-1 1 0 0,0 1-1 0 0,0-1 1 0 0,0 0-1 0 0,0 0 1 0 0,-1 1-1 0 0,1-1 1 0 0,-1 0-1 0 0,1 0 1 0 0,-2 1-1 0 0,-6 3-7 0 0,-1-1 0 0 0,1 0 0 0 0,-1 0 0 0 0,0-1 1 0 0,-12 3-1 0 0,-4 1 77 0 0,-147 37-33 0 0,168-42-500 0 0,0 1 0 0 0,0-1 0 0 0,-1 1 0 0 0,2 0 0 0 0,-1 0 0 0 0,-9 8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3.139"/>
    </inkml:context>
    <inkml:brush xml:id="br0">
      <inkml:brushProperty name="width" value="0.05" units="cm"/>
      <inkml:brushProperty name="height" value="0.05" units="cm"/>
    </inkml:brush>
  </inkml:definitions>
  <inkml:trace contextRef="#ctx0" brushRef="#br0">31 69 920 0 0,'0'0'2966'0'0,"-2"-29"1050"0"0,-4 20-3347 0 0,5 8-597 0 0,0-1-1 0 0,0 1 0 0 0,1 0 0 0 0,-1 0 0 0 0,0-1 0 0 0,0 1 0 0 0,1-1 1 0 0,-1 1-1 0 0,1 0 0 0 0,-1-1 0 0 0,1 1 0 0 0,0-1 0 0 0,-1-1 0 0 0,-1-7 497 0 0,-2 14 847 0 0,3-2-1313 0 0,0 0-1 0 0,0 0 1 0 0,0 1 0 0 0,0-1 0 0 0,0 0 0 0 0,1 0 0 0 0,0 1 0 0 0,-1 2 0 0 0,1 11-113 0 0,0 35 73 0 0,8 68 0 0 0,10-4 281 0 0,17 154 40 0 0,-34-119-107 0 0,-2-78-134 0 0,1-69-98 0 0,0-1-1 0 0,1 0 0 0 0,-1 0 0 0 0,1 1 1 0 0,0-1-1 0 0,-1 0 0 0 0,1 0 1 0 0,2 3-1 0 0,2 8-1051 0 0,-4-3-2485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6.127"/>
    </inkml:context>
    <inkml:brush xml:id="br0">
      <inkml:brushProperty name="width" value="0.05" units="cm"/>
      <inkml:brushProperty name="height" value="0.05" units="cm"/>
    </inkml:brush>
  </inkml:definitions>
  <inkml:trace contextRef="#ctx0" brushRef="#br0">205 32 240 0 0,'0'0'3801'0'0,"-16"-17"-794"0"0,-3 11 129 0 0,17 5-3010 0 0,0 0 0 0 0,0 0-1 0 0,-1 0 1 0 0,1 0 0 0 0,0 1 0 0 0,-1-1 0 0 0,1 1 0 0 0,-5-1 0 0 0,20 0 352 0 0,-1 0 0 0 0,0 2 0 0 0,19 1 0 0 0,13 12-212 0 0,83 37 0 0 0,-49-17-1 0 0,-74-33-193 0 0,0 1 0 0 0,-1 0 0 0 0,1 0 0 0 0,0 1 0 0 0,-1-1 0 0 0,0 1 0 0 0,1-1 0 0 0,-1 1 0 0 0,0 0 0 0 0,3 4 0 0 0,-6-6-51 0 0,1 0-1 0 0,-1-1 1 0 0,1 1-1 0 0,-1 0 1 0 0,1 0 0 0 0,-1 0-1 0 0,0-1 1 0 0,1 1-1 0 0,-1 0 1 0 0,0 0-1 0 0,0 0 1 0 0,0 0 0 0 0,0 0-1 0 0,0 0 1 0 0,0 0-1 0 0,0 0 1 0 0,0-1 0 0 0,0 1-1 0 0,0 0 1 0 0,0 1-1 0 0,-1-1-19 0 0,0 1 0 0 0,0-1 0 0 0,1 0 0 0 0,-1 0 0 0 0,0 0 0 0 0,0 0 0 0 0,0 0 0 0 0,0 0 0 0 0,0 0 0 0 0,-1 0 0 0 0,1-1 0 0 0,0 1 0 0 0,0 0 0 0 0,0-1-1 0 0,-1 1 1 0 0,1-1 0 0 0,-2 2 0 0 0,-25 9 56 0 0,-33 20 0 0 0,36-17 6 0 0,-47 19 0 0 0,-47 18-30 0 0,74-31-8 0 0,-69 40 197 0 0,112-59-231 0 0,1 0-1 0 0,-1-1 0 0 0,1 1 0 0 0,-1 0 1 0 0,1 1-1 0 0,-1-1 0 0 0,1 0 0 0 0,0 0 1 0 0,0 0-1 0 0,0 1 0 0 0,0-1 0 0 0,0 1 1 0 0,0-1-1 0 0,-2 4 0 0 0,3-4 10 0 0,0-1 0 0 0,0 1 0 0 0,0 0 0 0 0,-1 0 0 0 0,1 0 0 0 0,0 0-1 0 0,0-1 1 0 0,0 1 0 0 0,1 0 0 0 0,-1 0 0 0 0,0 0 0 0 0,0-1 0 0 0,0 1 0 0 0,0 0 0 0 0,1 0 0 0 0,-1 0 0 0 0,0-1-1 0 0,1 1 1 0 0,-1 0 0 0 0,1-1 0 0 0,-1 1 0 0 0,1 0 0 0 0,-1-1 0 0 0,1 1 0 0 0,-1 0 0 0 0,1-1 0 0 0,0 1 0 0 0,-1-1-1 0 0,1 1 1 0 0,0-1 0 0 0,0 0 0 0 0,-1 1 0 0 0,2 0 0 0 0,17 8 9 0 0,0-1-1 0 0,1 0 1 0 0,0-2 0 0 0,25 6-1 0 0,87 11 21 0 0,-83-16-33 0 0,-23-3 95 0 0,44 13 1 0 0,-69-17-88 0 0,0 0-1 0 0,0 1 1 0 0,-1-1 0 0 0,1 0 0 0 0,0 0 0 0 0,0 1 0 0 0,0-1 0 0 0,-1 1-1 0 0,1-1 1 0 0,0 1 0 0 0,-1-1 0 0 0,1 1 0 0 0,-1-1 0 0 0,1 1-1 0 0,0-1 1 0 0,-1 1 0 0 0,1 0 0 0 0,0 1 0 0 0,-1-2-5 0 0,0 1 0 0 0,0-1-1 0 0,0 1 1 0 0,0-1 0 0 0,0 1 0 0 0,0-1 0 0 0,0 0 0 0 0,0 1 0 0 0,0-1-1 0 0,-1 1 1 0 0,1-1 0 0 0,0 1 0 0 0,0-1 0 0 0,0 1 0 0 0,-1-1 0 0 0,1 1-1 0 0,0-1 1 0 0,-1 0 0 0 0,1 1 0 0 0,0-1 0 0 0,0 0 0 0 0,-2 1 0 0 0,-27 18-70 0 0,24-16 96 0 0,-170 73 28 0 0,48-23 26 0 0,104-46-53 0 0,19-6-45 0 0,0 0-1 0 0,1 0 1 0 0,-1 0 0 0 0,0 0 0 0 0,1 0 0 0 0,0 1 0 0 0,-1 0 0 0 0,1-1 0 0 0,0 1 0 0 0,0 0 0 0 0,-5 5 0 0 0,7-6 19 0 0,1-1-1 0 0,0 1 1 0 0,-1 0 0 0 0,1 0-1 0 0,0 0 1 0 0,-1 0-1 0 0,1 0 1 0 0,0-1-1 0 0,0 1 1 0 0,0 0-1 0 0,0 0 1 0 0,0 0-1 0 0,0 0 1 0 0,0 0-1 0 0,0 0 1 0 0,0 0 0 0 0,0-1-1 0 0,1 1 1 0 0,-1 0-1 0 0,0 0 1 0 0,1 0-1 0 0,-1 0 1 0 0,0-1-1 0 0,1 1 1 0 0,-1 0-1 0 0,1 0 1 0 0,-1-1-1 0 0,1 1 1 0 0,0 0 0 0 0,-1-1-1 0 0,1 1 1 0 0,0 0-1 0 0,-1-1 1 0 0,1 1-1 0 0,0-1 1 0 0,0 1-1 0 0,34 18 6 0 0,-29-17-3 0 0,171 74 39 0 0,-175-75-39 0 0,0 0 1 0 0,-1 0-1 0 0,1 0 0 0 0,-1 0 1 0 0,1 0-1 0 0,-1 1 0 0 0,1-1 1 0 0,-1 1-1 0 0,0-1 0 0 0,1 1 1 0 0,-1-1-1 0 0,0 1 0 0 0,0 0 0 0 0,0-1 1 0 0,0 1-1 0 0,-1 0 0 0 0,1 0 1 0 0,0 0-1 0 0,0 2 0 0 0,6 13 0 0 0,-3-8 5 0 0,-1-1 1 0 0,1 1-1 0 0,-2 0 1 0 0,1 0-1 0 0,-1 0 1 0 0,0 0-1 0 0,0 13 0 0 0,-1 3 15 0 0,-5 34 0 0 0,1-16 12 0 0,2-18-41 0 0,1 0-1 0 0,1 0 1 0 0,1 0-1 0 0,1-1 1 0 0,11 42-1 0 0,56 149 50 0 0,5 15-5 0 0,-51-107 97 0 0,-12-96-66 0 0,-6-15-156 0 0,-4-3 23 0 0,1-1-2370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6.778"/>
    </inkml:context>
    <inkml:brush xml:id="br0">
      <inkml:brushProperty name="width" value="0.05" units="cm"/>
      <inkml:brushProperty name="height" value="0.05" units="cm"/>
    </inkml:brush>
  </inkml:definitions>
  <inkml:trace contextRef="#ctx0" brushRef="#br0">15 50 3617 0 0,'0'0'928'0'0,"-15"-3"2090"0"0,15 2-2947 0 0,0 1-1 0 0,1-1 1 0 0,-1 1-1 0 0,0 0 1 0 0,0-1-1 0 0,1 1 1 0 0,-1-1 0 0 0,0 1-1 0 0,0 0 1 0 0,1-1-1 0 0,-1 1 1 0 0,1 0 0 0 0,-1 0-1 0 0,0-1 1 0 0,1 1-1 0 0,-1 0 1 0 0,1 0-1 0 0,-1-1 1 0 0,0 1 0 0 0,1 0-1 0 0,-1 0 1 0 0,1 0-1 0 0,-1 0 1 0 0,1 0 0 0 0,-1 0-1 0 0,1 0 1 0 0,17-3 45 0 0,-12 2 86 0 0,355-30 2964 0 0,2 27-2680 0 0,-302 4-696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7.158"/>
    </inkml:context>
    <inkml:brush xml:id="br0">
      <inkml:brushProperty name="width" value="0.05" units="cm"/>
      <inkml:brushProperty name="height" value="0.05" units="cm"/>
    </inkml:brush>
  </inkml:definitions>
  <inkml:trace contextRef="#ctx0" brushRef="#br0">1 41 9210 0 0,'1'1'178'0'0,"0"1"0"0"0,1-1 0 0 0,-1 0 0 0 0,0 0 0 0 0,1 0 0 0 0,-1 0 0 0 0,1 0 0 0 0,-1 0 0 0 0,1 0 0 0 0,2 0 0 0 0,12 4-382 0 0,0-2 1 0 0,0 0 0 0 0,1-1-1 0 0,0-1 1 0 0,-1 0-1 0 0,1-2 1 0 0,0 0 0 0 0,-1 0-1 0 0,1-2 1 0 0,-1 0 0 0 0,0 0-1 0 0,0-2 1 0 0,25-10-1 0 0,-39 15 97 0 0,0 0-1 0 0,-1-1 1 0 0,1 0-1 0 0,0 1 0 0 0,0-1 1 0 0,-1 0-1 0 0,1 0 1 0 0,0 1-1 0 0,-1-1 1 0 0,1-1-1 0 0,-1 1 0 0 0,1 0 1 0 0,-1 0-1 0 0,0 0 1 0 0,1-1-1 0 0,-1 1 0 0 0,0-1 1 0 0,0 1-1 0 0,0-1 1 0 0,0 1-1 0 0,0-1 0 0 0,0 0 1 0 0,0 0-1 0 0,-1 1 1 0 0,1-1-1 0 0,-1 0 0 0 0,1-2 1 0 0,6 4-2342 0 0,-5 0 1310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7.637"/>
    </inkml:context>
    <inkml:brush xml:id="br0">
      <inkml:brushProperty name="width" value="0.05" units="cm"/>
      <inkml:brushProperty name="height" value="0.05" units="cm"/>
    </inkml:brush>
  </inkml:definitions>
  <inkml:trace contextRef="#ctx0" brushRef="#br0">1 1 88 0 0,'0'0'64'0'0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8.540"/>
    </inkml:context>
    <inkml:brush xml:id="br0">
      <inkml:brushProperty name="width" value="0.05" units="cm"/>
      <inkml:brushProperty name="height" value="0.05" units="cm"/>
    </inkml:brush>
  </inkml:definitions>
  <inkml:trace contextRef="#ctx0" brushRef="#br0">150 214 688 0 0,'0'0'1336'0'0,"-31"-2"1792"0"0,4-3-1337 0 0,23 5-1665 0 0,1 1-1 0 0,-1 0 1 0 0,0 0 0 0 0,0 0 0 0 0,1 1-1 0 0,-1-1 1 0 0,1 1 0 0 0,-1 0 0 0 0,1 0 0 0 0,0 0-1 0 0,-6 5 1 0 0,-12 6 853 0 0,12-10-785 0 0,-4 1 1190 0 0,13-3-682 0 0,9 0-268 0 0,10-2-309 0 0,-1-1-1 0 0,1 0 0 0 0,0-2 0 0 0,-1 0 0 0 0,0-1 1 0 0,25-10-1 0 0,102-54 287 0 0,-139 66-407 0 0,79-48 161 0 0,-56 32-154 0 0,56-26 1 0 0,-79 43 18 0 0,0 0 1 0 0,0 0-1 0 0,1 1 1 0 0,6-1-1 0 0,-9 2-28 0 0,0 0-1 0 0,0-1 1 0 0,0 0-1 0 0,0 1 1 0 0,-1-1-1 0 0,1-1 1 0 0,0 1-1 0 0,-1 0 1 0 0,1-1-1 0 0,-1 0 1 0 0,1 0-1 0 0,-1 0 0 0 0,4-3 1 0 0,-2 3-25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40.921"/>
    </inkml:context>
    <inkml:brush xml:id="br0">
      <inkml:brushProperty name="width" value="0.05" units="cm"/>
      <inkml:brushProperty name="height" value="0.05" units="cm"/>
    </inkml:brush>
  </inkml:definitions>
  <inkml:trace contextRef="#ctx0" brushRef="#br0">198 618 552 0 0,'0'0'3810'0'0,"-10"-32"-838"0"0,3 15-2572 0 0,1-1 0 0 0,1 1 0 0 0,1-1 1 0 0,-2-20-1 0 0,5 29-317 0 0,-4-35 203 0 0,1-2-1 0 0,3 1 1 0 0,7-73 0 0 0,-1 26 139 0 0,-4 83-372 0 0,-1 1 0 0 0,1-1 1 0 0,1 0-1 0 0,0 1 0 0 0,0-1 0 0 0,1 1 0 0 0,0-1 0 0 0,0 1 0 0 0,1 0 0 0 0,0 0 0 0 0,1 1 0 0 0,-1-1 0 0 0,8-8 0 0 0,-11 16-46 0 0,-1 0-1 0 0,1 0 0 0 0,-1 0 1 0 0,1 0-1 0 0,-1 0 0 0 0,1 0 1 0 0,0 0-1 0 0,-1 0 0 0 0,1 1 1 0 0,-1-1-1 0 0,1 0 0 0 0,-1 0 1 0 0,1 0-1 0 0,-1 0 1 0 0,1 1-1 0 0,-1-1 0 0 0,1 0 1 0 0,-1 1-1 0 0,0-1 0 0 0,1 0 1 0 0,-1 1-1 0 0,1-1 0 0 0,-1 1 1 0 0,0-1-1 0 0,1 0 1 0 0,-1 1-1 0 0,0-1 0 0 0,1 1 1 0 0,-1-1-1 0 0,0 1 0 0 0,0-1 1 0 0,0 1-1 0 0,1 0 0 0 0,12 23-46 0 0,-11-21 71 0 0,5 11-28 0 0,-1-1 1 0 0,-1 1-1 0 0,0 0 0 0 0,-1 1 0 0 0,5 27 1 0 0,2 77 6 0 0,-10-95-5 0 0,0 9 22 0 0,-1 0 0 0 0,-2 0 0 0 0,-1-1 1 0 0,-2 1-1 0 0,-1-1 0 0 0,-13 41 0 0 0,11-47 81 0 0,-1 0-1 0 0,-16 29 1 0 0,24-54-99 0 0,0 1-1 0 0,-1-1 1 0 0,1 1-1 0 0,-1-1 1 0 0,1 0 0 0 0,-1 1-1 0 0,1-1 1 0 0,-1 0 0 0 0,0 0-1 0 0,0 0 1 0 0,1 0-1 0 0,-1-1 1 0 0,0 1 0 0 0,0 0-1 0 0,-3 0 1 0 0,-36 8 92 0 0,23-6-45 0 0,7-1-51 0 0,6-1 9 0 0,0 0 1 0 0,0 0-1 0 0,0 1 0 0 0,0 0 1 0 0,0-1-1 0 0,0 2 1 0 0,0-1-1 0 0,-8 6 0 0 0,-2 1-87 0 0,13-8 87 0 0,0 0 0 0 0,0 0 0 0 0,0 1 0 0 0,0-1 1 0 0,0 0-1 0 0,0 1 0 0 0,0-1 0 0 0,0 1 0 0 0,-1 2 0 0 0,3-3-6 0 0,-1-1 0 0 0,1 1 0 0 0,0 0 0 0 0,0 0-1 0 0,-1 0 1 0 0,1 0 0 0 0,0 0 0 0 0,0-1 0 0 0,0 1 0 0 0,0 0-1 0 0,0 0 1 0 0,1 0 0 0 0,-1 0 0 0 0,0 0 0 0 0,0-1 0 0 0,1 1-1 0 0,-1 0 1 0 0,0 0 0 0 0,1 0 0 0 0,-1 0 0 0 0,0-1 0 0 0,1 1-1 0 0,0 0 1 0 0,-1-1 0 0 0,1 1 0 0 0,-1 0 0 0 0,1-1 0 0 0,0 1-1 0 0,-1-1 1 0 0,2 2 0 0 0,11 7 22 0 0,0 0 0 0 0,0 0 0 0 0,1-1 1 0 0,0-1-1 0 0,0 0 0 0 0,22 6 0 0 0,-10-5 57 0 0,-20-7-74 0 0,1 1 0 0 0,-1 0 1 0 0,1 1-1 0 0,8 3 0 0 0,65 41 106 0 0,-78-45-99 0 0,1 0 1 0 0,-1 0-1 0 0,1 1 0 0 0,-1-1 1 0 0,0 0-1 0 0,0 1 0 0 0,0-1 0 0 0,0 1 1 0 0,-1 0-1 0 0,1 0 0 0 0,-1 0 1 0 0,0 0-1 0 0,0 0 0 0 0,2 5 1 0 0,-3-6-11 0 0,1 0 1 0 0,-1-1-1 0 0,0 1 1 0 0,0 0-1 0 0,0 0 1 0 0,0-1 0 0 0,0 1-1 0 0,0 0 1 0 0,0 0-1 0 0,-1-1 1 0 0,1 1-1 0 0,-1 0 1 0 0,1 0-1 0 0,-1-1 1 0 0,1 1 0 0 0,-1-1-1 0 0,0 1 1 0 0,0 0-1 0 0,0-1 1 0 0,0 0-1 0 0,0 1 1 0 0,0-1 0 0 0,-1 1-1 0 0,1-1 1 0 0,0 0-1 0 0,-1 0 1 0 0,1 0-1 0 0,0 0 1 0 0,-3 1-1 0 0,-166 89 49 0 0,74-32-11 0 0,92-55-63 0 0,1 0-1 0 0,-1 0 1 0 0,1 1-1 0 0,0-1 1 0 0,0 1 0 0 0,1 0-1 0 0,-1-1 1 0 0,1 1 0 0 0,0 0-1 0 0,-1 6 1 0 0,2-9 18 0 0,1-1 1 0 0,0 1-1 0 0,0-1 0 0 0,0 0 1 0 0,0 1-1 0 0,0-1 1 0 0,0 1-1 0 0,0-1 1 0 0,0 1-1 0 0,1-1 0 0 0,-1 0 1 0 0,0 1-1 0 0,1-1 1 0 0,0 1-1 0 0,-1-1 1 0 0,1 0-1 0 0,0 0 1 0 0,-1 1-1 0 0,1-1 0 0 0,0 0 1 0 0,0 0-1 0 0,0 0 1 0 0,0 0-1 0 0,0 0 1 0 0,0 0-1 0 0,0 0 0 0 0,1 0 1 0 0,1 1-1 0 0,4 1 4 0 0,-1-1-1 0 0,1 1 0 0 0,0-1 0 0 0,13 2 1 0 0,0 0-12 0 0,130 23 190 0 0,-8-1-86 0 0,-138-25-87 0 0,-1 0 0 0 0,1 1 0 0 0,-1-1 0 0 0,1 1-1 0 0,-1 0 1 0 0,0 0 0 0 0,0 0 0 0 0,0 0-1 0 0,0 1 1 0 0,0 0 0 0 0,0-1 0 0 0,-1 1-1 0 0,0 0 1 0 0,1 0 0 0 0,-1 0 0 0 0,0 0 0 0 0,0 1-1 0 0,0-1 1 0 0,-1 0 0 0 0,1 1 0 0 0,-1 0-1 0 0,0-1 1 0 0,0 1 0 0 0,0 0 0 0 0,-1-1-1 0 0,1 1 1 0 0,-1 0 0 0 0,0 0 0 0 0,0-1 0 0 0,0 1-1 0 0,0 0 1 0 0,-1 0 0 0 0,0-1 0 0 0,1 1-1 0 0,-1 0 1 0 0,-1-1 0 0 0,1 1 0 0 0,0-1-1 0 0,-4 7 1 0 0,-2-1-3 0 0,0-1 0 0 0,-1 1-1 0 0,0-1 1 0 0,0-1 0 0 0,0 0-1 0 0,-1 0 1 0 0,0 0-1 0 0,-1-1 1 0 0,-11 6 0 0 0,-27 18 19 0 0,-58 44 45 0 0,98-68-78 0 0,1 1 0 0 0,0 0 0 0 0,-9 9 0 0 0,-20 21 40 0 0,32-34-60 0 0,0 0 0 0 0,0 0 0 0 0,0 1 0 0 0,1-1 0 0 0,0 1-1 0 0,0 0 1 0 0,-5 7 0 0 0,8-10 25 0 0,-1 0 0 0 0,1-1-1 0 0,-1 1 1 0 0,1 0-1 0 0,0 0 1 0 0,-1 0 0 0 0,1 1-1 0 0,0-1 1 0 0,0 0-1 0 0,0 0 1 0 0,-1 0 0 0 0,1 0-1 0 0,0 0 1 0 0,0 0-1 0 0,1 0 1 0 0,-1 0 0 0 0,0 0-1 0 0,0 0 1 0 0,0 0-1 0 0,1 0 1 0 0,-1 0 0 0 0,1 0-1 0 0,-1 0 1 0 0,0 0-1 0 0,1 0 1 0 0,0 0 0 0 0,-1 0-1 0 0,1 0 1 0 0,0 0-1 0 0,-1-1 1 0 0,1 1 0 0 0,0 0-1 0 0,0-1 1 0 0,0 1-1 0 0,-1 0 1 0 0,1-1 0 0 0,0 1-1 0 0,0-1 1 0 0,0 1-1 0 0,0-1 1 0 0,2 1 0 0 0,118 44 80 0 0,-104-13 5 0 0,-11-22-87 0 0,0 1 1 0 0,-1 0-1 0 0,0 0 1 0 0,-1 0-1 0 0,0 0 1 0 0,-1 1-1 0 0,0 0 1 0 0,1 19-1 0 0,0 13-28 0 0,-3 46 0 0 0,1 3 111 0 0,0-61-100 0 0,25 215 67 0 0,-8-60-63 0 0,-8-58 81 0 0,-2 117-1207 0 0,-9-199-2554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41.783"/>
    </inkml:context>
    <inkml:brush xml:id="br0">
      <inkml:brushProperty name="width" value="0.05" units="cm"/>
      <inkml:brushProperty name="height" value="0.05" units="cm"/>
    </inkml:brush>
  </inkml:definitions>
  <inkml:trace contextRef="#ctx0" brushRef="#br0">61 298 2080 0 0,'0'0'1754'0'0,"-19"22"2868"0"0,15-17-4038 0 0,0 0-1 0 0,0 0 1 0 0,0-1-1 0 0,-1 1 0 0 0,1-1 1 0 0,-8 5-1 0 0,12-9-569 0 0,0 0-1 0 0,0 0 1 0 0,-1 0 0 0 0,1 0-1 0 0,0 0 1 0 0,0 0 0 0 0,0 0-1 0 0,0 0 1 0 0,0 0 0 0 0,-1 0-1 0 0,1 0 1 0 0,0 0 0 0 0,0 0-1 0 0,0 0 1 0 0,0 0 0 0 0,0 0-1 0 0,0-1 1 0 0,-1 1 0 0 0,1 0-1 0 0,0 0 1 0 0,0 0 0 0 0,0 0-1 0 0,0 0 1 0 0,0 0 0 0 0,0 0-1 0 0,0 0 1 0 0,0 0 0 0 0,0-1-1 0 0,-1 1 1 0 0,1 0 0 0 0,0 0-1 0 0,0 0 1 0 0,0 0 0 0 0,0 0-1 0 0,0 0 1 0 0,0 0 0 0 0,0-1-1 0 0,0 1 1 0 0,0 0 0 0 0,0 0-1 0 0,0 0 1 0 0,0 0 0 0 0,0 0-1 0 0,0-1 1 0 0,0 1 0 0 0,0 0-1 0 0,0 0 1 0 0,0 0 0 0 0,0-14 151 0 0,4-10-160 0 0,8-21 75 0 0,25-63 0 0 0,-17 53-5 0 0,-13 34-59 0 0,-2 7-5 0 0,0-1 0 0 0,1 1 0 0 0,12-22 0 0 0,-18 35-12 0 0,1 1 0 0 0,-1-1 1 0 0,0 1-1 0 0,0 0 0 0 0,1-1 0 0 0,-1 1 1 0 0,1-1-1 0 0,-1 1 0 0 0,0 0 0 0 0,1-1 0 0 0,-1 1 1 0 0,1 0-1 0 0,-1 0 0 0 0,1-1 0 0 0,-1 1 1 0 0,1 0-1 0 0,-1 0 0 0 0,1 0 0 0 0,-1-1 0 0 0,1 1 1 0 0,-1 0-1 0 0,1 0 0 0 0,-1 0 0 0 0,1 0 1 0 0,-1 0-1 0 0,1 0 0 0 0,-1 0 0 0 0,1 0 0 0 0,0 0 1 0 0,-1 1-1 0 0,1-1 0 0 0,-1 0 0 0 0,1 0 1 0 0,-1 0-1 0 0,1 0 0 0 0,-1 1 0 0 0,0-1 1 0 0,1 0-1 0 0,-1 1 0 0 0,1-1 0 0 0,-1 0 0 0 0,1 1 1 0 0,-1-1-1 0 0,0 0 0 0 0,1 1 0 0 0,-1-1 1 0 0,0 1-1 0 0,0-1 0 0 0,1 1 0 0 0,-1 0 0 0 0,19 30-69 0 0,-14-21 61 0 0,85 127 171 0 0,-41-57-68 0 0,20 29-55 0 0,-65-103-416 0 0,1 0 0 0 0,-1-1 0 0 0,1 0 0 0 0,1 0 0 0 0,-1 0 0 0 0,1-1 0 0 0,0 0 0 0 0,0 0 1 0 0,0 0-1 0 0,0-1 0 0 0,1 0 0 0 0,-1 0 0 0 0,9 2 0 0 0,8 1-2884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44.537"/>
    </inkml:context>
    <inkml:brush xml:id="br0">
      <inkml:brushProperty name="width" value="0.05" units="cm"/>
      <inkml:brushProperty name="height" value="0.05" units="cm"/>
    </inkml:brush>
  </inkml:definitions>
  <inkml:trace contextRef="#ctx0" brushRef="#br0">1 229 1952 0 0,'0'0'6759'0'0,"15"0"-5683"0"0,27 3-661 0 0,0-2-1 0 0,70-6 1 0 0,86-22 87 0 0,-160 21-403 0 0,143-25 137 0 0,192-25-92 0 0,-26 38 748 0 0,-337 18-891 0 0,0-1 0 0 0,0 0 0 0 0,19-4 0 0 0,-26 4 21 0 0,0 0 1 0 0,1 0-1 0 0,-1-1 0 0 0,0 1 0 0 0,0-1 0 0 0,0 0 1 0 0,2-2-1 0 0,-4 4 7 0 0,0-1 0 0 0,0 1-1 0 0,-1-1 1 0 0,1 1 0 0 0,0-1 0 0 0,-1 0 0 0 0,1 0 0 0 0,0 1 0 0 0,-1-1-1 0 0,1 0 1 0 0,-1 0 0 0 0,1 1 0 0 0,-1-1 0 0 0,1 0 0 0 0,-1 0 0 0 0,0 0-1 0 0,1 0 1 0 0,-1 0 0 0 0,0 0 0 0 0,0 0 0 0 0,0 0 0 0 0,0 0 0 0 0,0 1-1 0 0,0-1 1 0 0,0 0 0 0 0,0 0 0 0 0,0 0 0 0 0,0 0 0 0 0,0 0-1 0 0,-1-2 1 0 0,0 3-6 0 0,0-1 0 0 0,0 1 0 0 0,0 0 0 0 0,1-1-1 0 0,-1 1 1 0 0,0 0 0 0 0,0-1 0 0 0,0 1 0 0 0,0 0-1 0 0,0 0 1 0 0,0 0 0 0 0,0 0 0 0 0,0 0 0 0 0,0 0 0 0 0,0 0-1 0 0,0 0 1 0 0,0 0 0 0 0,0 0 0 0 0,-1 1 0 0 0,-20 5 31 0 0,20-5-54 0 0,0 0 0 0 0,0 0 0 0 0,0 0 0 0 0,1 0 0 0 0,-1 0 0 0 0,0 1-1 0 0,1-1 1 0 0,-1 1 0 0 0,1-1 0 0 0,-1 1 0 0 0,1 0 0 0 0,0-1 0 0 0,0 1 0 0 0,0 0 0 0 0,0 0 0 0 0,0 0 0 0 0,0 0-1 0 0,-1 3 1 0 0,1 1 6 0 0,0 0 0 0 0,1 0 0 0 0,0 0 0 0 0,-1 0 0 0 0,2 6-1 0 0,0 9 98 0 0,0-20-96 0 0,-1 0 0 0 0,1 0 0 0 0,0 0 0 0 0,0 0 0 0 0,0 0 0 0 0,-1 1 0 0 0,1-2 0 0 0,0 1 0 0 0,0 0 0 0 0,1 0 0 0 0,-1 0 0 0 0,0 0 1 0 0,0-1-1 0 0,0 1 0 0 0,2 0 0 0 0,19 10 23 0 0,-18-9 0 0 0,0 0 1 0 0,0-1 0 0 0,1 0-1 0 0,-1 0 1 0 0,0 0-1 0 0,0-1 1 0 0,1 1 0 0 0,-1-1-1 0 0,1 0 1 0 0,-1 0-1 0 0,0-1 1 0 0,1 1 0 0 0,-1-1-1 0 0,0 0 1 0 0,0 0-1 0 0,7-3 1 0 0,-10 3-23 0 0,1 0 0 0 0,-1 0 0 0 0,1 0 0 0 0,-1-1 0 0 0,1 1 0 0 0,-1-1 0 0 0,0 1 0 0 0,0-1 0 0 0,1 0 0 0 0,-1 1 0 0 0,0-1 0 0 0,-1 0 0 0 0,1 1 0 0 0,0-1 0 0 0,0 0 0 0 0,-1 0 0 0 0,1 0 0 0 0,-1 0 0 0 0,0 0 1 0 0,1 0-1 0 0,-1 0 0 0 0,0 0 0 0 0,0 0 0 0 0,-1-2 0 0 0,1-4 16 0 0,0 0 1 0 0,-1 1 0 0 0,0-1-1 0 0,-4-14 1 0 0,4 20-28 0 0,-1 0-1 0 0,1-1 1 0 0,0 1 0 0 0,-1 0-1 0 0,0 0 1 0 0,1 0 0 0 0,-1 0 0 0 0,0 0-1 0 0,0 0 1 0 0,0 1 0 0 0,0-1-1 0 0,0 1 1 0 0,0-1 0 0 0,-1 1-1 0 0,1 0 1 0 0,0 0 0 0 0,-1 0-1 0 0,1 0 1 0 0,-1 0 0 0 0,1 0 0 0 0,-6 0-1 0 0,-4-1-80 0 0,0 0-1 0 0,-1 1 1 0 0,-13 1-1 0 0,25 0 80 0 0,0 1 0 0 0,0-1 0 0 0,0 1-1 0 0,0 0 1 0 0,0-1 0 0 0,0 1 0 0 0,0 0-1 0 0,0 0 1 0 0,1 0 0 0 0,-1 0 0 0 0,0 0-1 0 0,1 0 1 0 0,-1 0 0 0 0,1 0 0 0 0,-1 0-1 0 0,1 0 1 0 0,-1 1 0 0 0,-7 21-11 0 0,6-16 12 0 0,1 0 0 0 0,0 0 0 0 0,1 1 0 0 0,-1-1 0 0 0,2 0 0 0 0,-1 1 0 0 0,1-1 1 0 0,0 0-1 0 0,0 0 0 0 0,3 9 0 0 0,-2-15 9 0 0,-1 1 0 0 0,1-1 1 0 0,-1 0-1 0 0,1 0 0 0 0,0 1 1 0 0,0-1-1 0 0,-1 0 0 0 0,1 0 0 0 0,0-1 1 0 0,0 1-1 0 0,0 0 0 0 0,0-1 1 0 0,3 1-1 0 0,13 6 65 0 0,-13-3-49 0 0,0-1 1 0 0,0-1-1 0 0,0 1 0 0 0,0-1 1 0 0,1 1-1 0 0,-1-2 0 0 0,1 1 1 0 0,0 0-1 0 0,-1-1 0 0 0,1 0 1 0 0,0-1-1 0 0,0 1 0 0 0,0-1 1 0 0,0 0-1 0 0,0-1 0 0 0,-1 1 1 0 0,1-1-1 0 0,9-3 0 0 0,-13 3-16 0 0,0 0-1 0 0,-1 0 0 0 0,1 0 1 0 0,0-1-1 0 0,0 1 1 0 0,-1-1-1 0 0,1 1 0 0 0,-1-1 1 0 0,1 0-1 0 0,-1 0 1 0 0,0 1-1 0 0,1-1 0 0 0,-1 0 1 0 0,0 0-1 0 0,0 0 0 0 0,-1 0 1 0 0,1 0-1 0 0,0-1 1 0 0,0-2-1 0 0,1-2-5 0 0,0-1 1 0 0,-1 0-1 0 0,0 1 0 0 0,0-10 0 0 0,-1 12-19 0 0,-1 0-1 0 0,1 0 0 0 0,-1 0 1 0 0,0 0-1 0 0,0 0 0 0 0,-1 0 0 0 0,-1-5 1 0 0,2 8 10 0 0,0 0-1 0 0,1 0 1 0 0,-1 1 0 0 0,0-1 0 0 0,0 1-1 0 0,0-1 1 0 0,0 1 0 0 0,-1-1 0 0 0,1 1-1 0 0,0 0 1 0 0,-1-1 0 0 0,1 1 0 0 0,0 0-1 0 0,-1 0 1 0 0,0 0 0 0 0,1 0 0 0 0,-1 0 0 0 0,1 0-1 0 0,-1 1 1 0 0,0-1 0 0 0,-3 0 0 0 0,-5-1-4 0 0,1 0 0 0 0,0-1 0 0 0,-10-4 0 0 0,13 5 9 0 0,1 0-1 0 0,-1 0 1 0 0,0 0 0 0 0,0 1-1 0 0,0-1 1 0 0,1 2-1 0 0,-1-1 1 0 0,0 0 0 0 0,0 1-1 0 0,0 0 1 0 0,-8 2 0 0 0,9-1-2 0 0,0 1 0 0 0,0 0 0 0 0,0 0 1 0 0,0 0-1 0 0,0 1 0 0 0,1-1 1 0 0,-1 1-1 0 0,1 1 0 0 0,0-1 0 0 0,0 0 1 0 0,0 1-1 0 0,0 0 0 0 0,0 0 1 0 0,1 0-1 0 0,0 0 0 0 0,0 1 0 0 0,0-1 1 0 0,0 1-1 0 0,1 0 0 0 0,0 0 1 0 0,0 0-1 0 0,0 0 0 0 0,1 0 0 0 0,-1 0 1 0 0,1 0-1 0 0,0 1 0 0 0,1-1 1 0 0,-1 7-1 0 0,2-10 9 0 0,-1-1 1 0 0,1 0-1 0 0,-1 1 0 0 0,1-1 1 0 0,-1 0-1 0 0,1 1 0 0 0,0-1 1 0 0,0 0-1 0 0,0 0 0 0 0,0 1 1 0 0,-1-1-1 0 0,2 0 0 0 0,-1 0 1 0 0,0 0-1 0 0,0 0 0 0 0,0-1 1 0 0,0 1-1 0 0,1 0 0 0 0,1 1 1 0 0,26 12 47 0 0,-16-10-31 0 0,-1 0 0 0 0,1-1 1 0 0,0-1-1 0 0,-1 0 0 0 0,1 0 0 0 0,0-1 0 0 0,0-1 0 0 0,0 0 0 0 0,25-4 0 0 0,-22 1 23 0 0,0 0 0 0 0,0-1 0 0 0,0-1 0 0 0,0-1 0 0 0,-1 0 0 0 0,0-1 0 0 0,18-12 0 0 0,-30 17-42 0 0,-1 1-1 0 0,0-1 1 0 0,0 0-1 0 0,0 0 1 0 0,0-1-1 0 0,0 1 1 0 0,0 0 0 0 0,-1-1-1 0 0,1 1 1 0 0,-1-1-1 0 0,0 1 1 0 0,1-1-1 0 0,-1 0 1 0 0,0 0 0 0 0,-1 1-1 0 0,1-1 1 0 0,0 0-1 0 0,-1 0 1 0 0,0 0-1 0 0,0 0 1 0 0,1 0 0 0 0,-2 0-1 0 0,1 1 1 0 0,0-1-1 0 0,0 0 1 0 0,-1 0-1 0 0,0 0 1 0 0,0 0 0 0 0,0 1-1 0 0,-2-6 1 0 0,2 7-18 0 0,0 0 1 0 0,0 0 0 0 0,-1 0 0 0 0,1 1 0 0 0,0-1-1 0 0,-1 0 1 0 0,1 0 0 0 0,-1 1 0 0 0,1-1 0 0 0,-1 1 0 0 0,1-1-1 0 0,-1 1 1 0 0,1 0 0 0 0,-1-1 0 0 0,1 1 0 0 0,-4 0-1 0 0,-8-2-76 0 0,-15-9-129 0 0,18 6 63 0 0,-1 1-1 0 0,0 0 1 0 0,0 1-1 0 0,-17-4 0 0 0,13 6-564 0 0,1-1-1 0 0,-30 3 1 0 0,22 1-769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1.529"/>
    </inkml:context>
    <inkml:brush xml:id="br0">
      <inkml:brushProperty name="width" value="0.05" units="cm"/>
      <inkml:brushProperty name="height" value="0.05" units="cm"/>
    </inkml:brush>
  </inkml:definitions>
  <inkml:trace contextRef="#ctx0" brushRef="#br0">0 9 264 0 0,'0'0'176'0'0,"0"-2"-104"0"0,0 0 8 0 0,0 0-88 0 0,0 1-32 0 0,0-1-64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2.406"/>
    </inkml:context>
    <inkml:brush xml:id="br0">
      <inkml:brushProperty name="width" value="0.05" units="cm"/>
      <inkml:brushProperty name="height" value="0.05" units="cm"/>
    </inkml:brush>
  </inkml:definitions>
  <inkml:trace contextRef="#ctx0" brushRef="#br0">68 214 488 0 0,'0'0'2665'0'0,"-9"15"-1158"0"0,-41 78 1237 0 0,42-84-2073 0 0,10-21-459 0 0,8-14-191 0 0,56-94 38 0 0,-59 108-45 0 0,0 1 0 0 0,1 0-1 0 0,0 0 1 0 0,0 1 0 0 0,18-16-1 0 0,-14 14 14 0 0,0-1 0 0 0,14-19 0 0 0,-12 9 150 0 0,-3 12 21 0 0,-21 21-40 0 0,9-8-139 0 0,0 0-1 0 0,0 0 0 0 0,0 0 0 0 0,1 0 0 0 0,-1 0 1 0 0,0 1-1 0 0,1-1 0 0 0,-1 0 0 0 0,1 1 1 0 0,0 3-1 0 0,-1 29 24 0 0,1-29-45 0 0,0 3-2 0 0,0 1 1 0 0,1-1-1 0 0,0 1 0 0 0,2 10 0 0 0,-2-17 12 0 0,0-1 0 0 0,0 1 1 0 0,0 0-1 0 0,0-1 0 0 0,0 1 0 0 0,1-1 1 0 0,-1 1-1 0 0,1-1 0 0 0,0 0 0 0 0,-1 0 1 0 0,1 0-1 0 0,0 0 0 0 0,0 0 0 0 0,0 0 1 0 0,1 0-1 0 0,-1-1 0 0 0,0 1 0 0 0,5 1 1 0 0,20 10-12 0 0,0-2 0 0 0,0-1 1 0 0,41 9-1 0 0,-56-16 20 0 0,-1 1 0 0 0,1 1 0 0 0,-1 0 0 0 0,0 1 0 0 0,0 0 0 0 0,12 8 0 0 0,-12-7-10 0 0,0 0 0 0 0,0-1 0 0 0,0 0 0 0 0,1-1 0 0 0,16 6 0 0 0,-6-11-324 0 0,-9-4-2633 0 0,-10 1 1287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4.329"/>
    </inkml:context>
    <inkml:brush xml:id="br0">
      <inkml:brushProperty name="width" value="0.05" units="cm"/>
      <inkml:brushProperty name="height" value="0.05" units="cm"/>
    </inkml:brush>
  </inkml:definitions>
  <inkml:trace contextRef="#ctx0" brushRef="#br0">29 261 192 0 0,'0'0'3736'0'0,"-18"13"-1296"0"0,17-12-2320 0 0,0 1 0 0 0,0-1 0 0 0,0 1 0 0 0,0-1 0 0 0,0 1 0 0 0,0 0 1 0 0,1-1-1 0 0,-1 1 0 0 0,0 0 0 0 0,1-1 0 0 0,-1 3 0 0 0,1-4-74 0 0,0 1 0 0 0,0-1 0 0 0,0 1 0 0 0,0-1 0 0 0,0 1 0 0 0,0-1 0 0 0,0 1 0 0 0,0-1 0 0 0,0 1 0 0 0,0-1 1 0 0,0 1-1 0 0,0-1 0 0 0,0 1 0 0 0,0-1 0 0 0,0 1 0 0 0,1-1 0 0 0,-1 0 0 0 0,0 1 0 0 0,0-1 0 0 0,0 1 0 0 0,1-1 0 0 0,-1 0 0 0 0,0 1 0 0 0,1-1 0 0 0,-1 1 0 0 0,0-1 0 0 0,1 0 0 0 0,-1 0 1 0 0,0 1-1 0 0,1-1 0 0 0,-1 0 0 0 0,1 0 0 0 0,-1 1 0 0 0,1-1 0 0 0,-1 0 0 0 0,0 0 0 0 0,1 0 0 0 0,-1 0 0 0 0,1 1 0 0 0,-1-1 0 0 0,1 0 0 0 0,-1 0 0 0 0,2 0 0 0 0,-1-1-17 0 0,1-1-1 0 0,-1 1 1 0 0,1 0-1 0 0,-1-1 1 0 0,1 1-1 0 0,-1-1 1 0 0,0 1-1 0 0,0-1 1 0 0,0 1-1 0 0,0-1 1 0 0,0 0-1 0 0,0 0 1 0 0,0 1-1 0 0,0-1 1 0 0,0-4-1 0 0,3-2 9 0 0,38-76 148 0 0,-33 63-137 0 0,40-83 183 0 0,-47 99-205 0 0,0-1 0 0 0,1 1 0 0 0,0 0 0 0 0,0 1 0 0 0,0-1 1 0 0,0 0-1 0 0,1 1 0 0 0,0 0 0 0 0,0 0 0 0 0,0 0 0 0 0,0 0 1 0 0,6-3-1 0 0,-6 6-6 0 0,1 1 1 0 0,-1-1 0 0 0,0 1-1 0 0,1 0 1 0 0,-1 1 0 0 0,0-1-1 0 0,0 1 1 0 0,1 0 0 0 0,7 2-1 0 0,-4-1 28 0 0,17 4-21 0 0,0 2 0 0 0,-1 0 0 0 0,1 1 0 0 0,-2 1 0 0 0,0 2 0 0 0,0 0 0 0 0,39 29 0 0 0,-48-29 3 0 0,0 0 0 0 0,20 22-1 0 0,0 0 7 0 0,20 5-11 0 0,-19-15-796 0 0,-26-18-331 0 0,1-2-287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5.838"/>
    </inkml:context>
    <inkml:brush xml:id="br0">
      <inkml:brushProperty name="width" value="0.05" units="cm"/>
      <inkml:brushProperty name="height" value="0.05" units="cm"/>
    </inkml:brush>
  </inkml:definitions>
  <inkml:trace contextRef="#ctx0" brushRef="#br0">149 1 4633 0 0,'0'0'3170'0'0,"0"14"-2521"0"0,-7 27-446 0 0,-43 253 713 0 0,10-71-634 0 0,-1 4 125 0 0,37-213-504 0 0,-1 13 181 0 0,3-10-2847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6.553"/>
    </inkml:context>
    <inkml:brush xml:id="br0">
      <inkml:brushProperty name="width" value="0.05" units="cm"/>
      <inkml:brushProperty name="height" value="0.05" units="cm"/>
    </inkml:brush>
  </inkml:definitions>
  <inkml:trace contextRef="#ctx0" brushRef="#br0">60 87 5497 0 0,'-5'-5'2266'0'0,"2"3"-1996"0"0,1 0 0 0 0,0 0 1 0 0,-1-1-1 0 0,1 1 0 0 0,0-1 0 0 0,-2-4 1 0 0,4 6-250 0 0,-1 1 1 0 0,1-1 0 0 0,0 0 0 0 0,0 1-1 0 0,0-1 1 0 0,0 0 0 0 0,0 1 0 0 0,0-1-1 0 0,0 0 1 0 0,0 1 0 0 0,0-1 0 0 0,0 0 0 0 0,0 1-1 0 0,0-1 1 0 0,0 0 0 0 0,0 1 0 0 0,1-1-1 0 0,-1 0 1 0 0,0 1 0 0 0,0-1 0 0 0,1 0-1 0 0,-1 1 1 0 0,1-1 0 0 0,-1 1 0 0 0,0-1 0 0 0,1 1-1 0 0,-1-1 1 0 0,1 1 0 0 0,-1-1 0 0 0,1 1-1 0 0,0-1 1 0 0,-1 1 0 0 0,1 0 0 0 0,-1-1 0 0 0,1 1-1 0 0,0 0 1 0 0,-1 0 0 0 0,2-1 0 0 0,11-6 17 0 0,1 1 0 0 0,0 0 1 0 0,1 1-1 0 0,-1 1 0 0 0,1 0 1 0 0,17-2-1 0 0,-24 6-37 0 0,1-1 1 0 0,0 1-1 0 0,-1 0 1 0 0,1 1-1 0 0,0 0 0 0 0,-1 1 1 0 0,1-1-1 0 0,-1 2 1 0 0,0-1-1 0 0,1 1 0 0 0,-1 0 1 0 0,11 7-1 0 0,-15-8 31 0 0,-1 1 0 0 0,1 0 0 0 0,0 0-1 0 0,-1 0 1 0 0,0 0 0 0 0,0 1-1 0 0,0-1 1 0 0,0 1 0 0 0,0-1 0 0 0,-1 1-1 0 0,0 0 1 0 0,0 0 0 0 0,0 1 0 0 0,0-1-1 0 0,0 0 1 0 0,-1 1 0 0 0,0-1 0 0 0,0 0-1 0 0,0 1 1 0 0,-1-1 0 0 0,1 1-1 0 0,-1 0 1 0 0,0-1 0 0 0,0 1 0 0 0,-1-1-1 0 0,1 1 1 0 0,-1-1 0 0 0,0 1 0 0 0,0-1-1 0 0,-1 1 1 0 0,1-1 0 0 0,-4 7 0 0 0,0-3-7 0 0,-1-1 0 0 0,0 1 0 0 0,0-1 0 0 0,0 0 0 0 0,-1-1 0 0 0,1 0 0 0 0,-2 0 0 0 0,1 0 0 0 0,-1-1 0 0 0,-12 7 0 0 0,-128 89 80 0 0,119-80-57 0 0,-11 4 40 0 0,39-24-81 0 0,0 0 0 0 0,-1 0 0 0 0,1 0 0 0 0,0-1-1 0 0,-1 1 1 0 0,1 0 0 0 0,0 1 0 0 0,0-1 0 0 0,0 0-1 0 0,0 0 1 0 0,0 0 0 0 0,0 1 0 0 0,0-1 0 0 0,0 0-1 0 0,0 1 1 0 0,1-1 0 0 0,-1 1 0 0 0,1-1 0 0 0,-1 1 0 0 0,1-1-1 0 0,-1 1 1 0 0,1 0 0 0 0,0-1 0 0 0,0 1 0 0 0,0-1-1 0 0,0 1 1 0 0,0 0 0 0 0,0-1 0 0 0,0 1 0 0 0,0-1-1 0 0,1 1 1 0 0,-1-1 0 0 0,1 1 0 0 0,-1-1 0 0 0,1 1 0 0 0,0-1-1 0 0,-1 1 1 0 0,1-1 0 0 0,0 1 0 0 0,0-1 0 0 0,1 2-1 0 0,13 18-6 0 0,-6-7-3 0 0,0 0 0 0 0,1-2-1 0 0,1 1 1 0 0,16 15 0 0 0,-12-15 29 0 0,20 25 1 0 0,-24-24 0 0 0,1-2 1 0 0,22 20-1 0 0,-20-21 19 0 0,-7-5-23 0 0,1 0 0 0 0,0 0 0 0 0,0 0 0 0 0,0-1 0 0 0,1-1 0 0 0,-1 1 0 0 0,13 3-1 0 0,24 0-88 0 0,-13-8-4154 0 0,-28 0 1923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7.156"/>
    </inkml:context>
    <inkml:brush xml:id="br0">
      <inkml:brushProperty name="width" value="0.05" units="cm"/>
      <inkml:brushProperty name="height" value="0.05" units="cm"/>
    </inkml:brush>
  </inkml:definitions>
  <inkml:trace contextRef="#ctx0" brushRef="#br0">1 19 3377 0 0,'0'0'1680'0'0,"5"-11"59"0"0,-5 10-1664 0 0,1 0 0 0 0,-1 1-1 0 0,1-1 1 0 0,-1 1 0 0 0,1-1-1 0 0,-1 1 1 0 0,1 0 0 0 0,0-1-1 0 0,-1 1 1 0 0,1-1 0 0 0,-1 1 0 0 0,1 0-1 0 0,0 0 1 0 0,-1-1 0 0 0,1 1-1 0 0,0 0 1 0 0,-1 0 0 0 0,1 0 0 0 0,0 0-1 0 0,-1 0 1 0 0,1 0 0 0 0,0 0-1 0 0,0 0 1 0 0,-1 0 0 0 0,1 0-1 0 0,0 0 1 0 0,-1 0 0 0 0,1 0 0 0 0,0 1-1 0 0,-1-1 1 0 0,1 0 0 0 0,0 0-1 0 0,-1 1 1 0 0,1-1 0 0 0,-1 0 0 0 0,1 1-1 0 0,0-1 1 0 0,-1 1 0 0 0,1-1-1 0 0,-1 1 1 0 0,1-1 0 0 0,-1 1-1 0 0,0-1 1 0 0,1 1 0 0 0,-1 0 0 0 0,1-1-1 0 0,-1 1 1 0 0,0-1 0 0 0,0 1-1 0 0,1 0 1 0 0,-1-1 0 0 0,0 1 0 0 0,0 0-1 0 0,0-1 1 0 0,0 1 0 0 0,0 1-1 0 0,6 65 279 0 0,-8 131-1 0 0,-2-63-40 0 0,4-91-1787 0 0,2-62-4667 0 0,3-1 3888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7.951"/>
    </inkml:context>
    <inkml:brush xml:id="br0">
      <inkml:brushProperty name="width" value="0.05" units="cm"/>
      <inkml:brushProperty name="height" value="0.05" units="cm"/>
    </inkml:brush>
  </inkml:definitions>
  <inkml:trace contextRef="#ctx0" brushRef="#br0">39 16 7146 0 0,'-1'0'31'0'0,"0"0"1"0"0,-1 0 0 0 0,1 0-1 0 0,0 0 1 0 0,0 0 0 0 0,-1 1-1 0 0,1-1 1 0 0,0 0 0 0 0,0 1-1 0 0,0-1 1 0 0,-1 1 0 0 0,1-1 0 0 0,0 1-1 0 0,0 0 1 0 0,0-1 0 0 0,0 1-1 0 0,0 0 1 0 0,-1 1 0 0 0,-10 7 1031 0 0,8-9 272 0 0,7-4-964 0 0,9-6-362 0 0,-5 7 36 0 0,0 0 0 0 0,0 0 0 0 0,0 1 0 0 0,0-1-1 0 0,1 2 1 0 0,-1-1 0 0 0,1 1 0 0 0,-1 0 0 0 0,1 1 0 0 0,-1 0 0 0 0,1 0-1 0 0,0 1 1 0 0,-1 0 0 0 0,1 0 0 0 0,12 4 0 0 0,-19-4-15 0 0,1 0 0 0 0,0 0 1 0 0,0 1-1 0 0,-1-1 0 0 0,1 0 1 0 0,-1 1-1 0 0,1 0 0 0 0,-1-1 1 0 0,1 1-1 0 0,-1 0 0 0 0,0 0 1 0 0,0 0-1 0 0,0-1 0 0 0,0 1 1 0 0,0 0-1 0 0,0 4 0 0 0,1-1 8 0 0,0 0 0 0 0,-1 0 0 0 0,1 1 0 0 0,-1-1 0 0 0,0 9 0 0 0,-2-5-4 0 0,0 1 1 0 0,-1-1 0 0 0,0 1-1 0 0,-1-1 1 0 0,0 0-1 0 0,0 0 1 0 0,-1-1 0 0 0,0 1-1 0 0,-7 10 1 0 0,1 1 15 0 0,8-17-46 0 0,0-1 1 0 0,0 1-1 0 0,0-1 1 0 0,0 1-1 0 0,0-1 1 0 0,0 0-1 0 0,-1 0 1 0 0,1 0 0 0 0,-1 0-1 0 0,1 0 1 0 0,-1-1-1 0 0,-3 3 1 0 0,3-3 0 0 0,-1 1 0 0 0,1 0 0 0 0,0 0 0 0 0,0 0 0 0 0,0 1 0 0 0,0-1 0 0 0,1 1 0 0 0,-5 5 0 0 0,-11 13 11 0 0,14-18-26 0 0,1 1 0 0 0,-1 0 0 0 0,1 0 0 0 0,0 0 0 0 0,-3 5 0 0 0,6-8 15 0 0,0 0 1 0 0,0-1-1 0 0,0 1 1 0 0,0 0-1 0 0,0 0 1 0 0,1-1-1 0 0,-1 1 1 0 0,0 0 0 0 0,0 0-1 0 0,0-1 1 0 0,1 1-1 0 0,-1 0 1 0 0,0-1-1 0 0,1 1 1 0 0,-1 0-1 0 0,1-1 1 0 0,-1 1 0 0 0,1-1-1 0 0,-1 1 1 0 0,1 0-1 0 0,-1-1 1 0 0,1 0-1 0 0,0 1 1 0 0,-1-1-1 0 0,1 1 1 0 0,-1-1-1 0 0,2 1 1 0 0,20 12-38 0 0,-20-12 23 0 0,24 12 50 0 0,48 18 0 0 0,-73-31-29 0 0,1 1-1 0 0,-1-1 1 0 0,0 0 0 0 0,0 1 0 0 0,0-1 0 0 0,0 1 0 0 0,0-1 0 0 0,1 1 0 0 0,-1 0-1 0 0,0 0 1 0 0,0-1 0 0 0,-1 1 0 0 0,1 0 0 0 0,0 0 0 0 0,0 0 0 0 0,0 0 0 0 0,0 0-1 0 0,-1 0 1 0 0,2 1 0 0 0,-2-1-7 0 0,0 0 1 0 0,0 0-1 0 0,0-1 1 0 0,0 1-1 0 0,0 0 0 0 0,0 0 1 0 0,0 0-1 0 0,0-1 0 0 0,-1 1 1 0 0,1 0-1 0 0,0 0 1 0 0,0-1-1 0 0,-1 1 0 0 0,1 0 1 0 0,-1 0-1 0 0,1-1 0 0 0,0 1 1 0 0,-1 0-1 0 0,1-1 1 0 0,-1 1-1 0 0,0 0 0 0 0,-3 3 12 0 0,-1 0 0 0 0,1 0 0 0 0,-1-1 0 0 0,0 0 0 0 0,0 0 0 0 0,-7 3 0 0 0,-19 7 8 0 0,25-12-59 0 0,-1 2 1 0 0,1-1-1 0 0,0 1 0 0 0,0 0 1 0 0,0 0-1 0 0,1 0 0 0 0,-1 1 0 0 0,-6 6 1 0 0,11-10 25 0 0,1 0 1 0 0,0 0-1 0 0,0 0 0 0 0,0 0 1 0 0,0 0-1 0 0,0 0 1 0 0,0 0-1 0 0,0 0 1 0 0,0 0-1 0 0,-1 0 0 0 0,1 0 1 0 0,0 0-1 0 0,0 0 1 0 0,0 0-1 0 0,0 0 1 0 0,0 0-1 0 0,0 1 1 0 0,0-1-1 0 0,0 0 0 0 0,0 0 1 0 0,0 0-1 0 0,0 0 1 0 0,0 0-1 0 0,-1 0 1 0 0,1 0-1 0 0,0 0 0 0 0,0 0 1 0 0,0 1-1 0 0,0-1 1 0 0,0 0-1 0 0,0 0 1 0 0,0 0-1 0 0,0 0 0 0 0,0 0 1 0 0,0 0-1 0 0,0 0 1 0 0,0 1-1 0 0,0-1 1 0 0,0 0-1 0 0,0 0 0 0 0,0 0 1 0 0,0 0-1 0 0,0 0 1 0 0,0 0-1 0 0,1 0 1 0 0,-1 0-1 0 0,0 1 0 0 0,0-1 1 0 0,0 0-1 0 0,0 0 1 0 0,0 0-1 0 0,0 0 1 0 0,0 0-1 0 0,0 0 0 0 0,0 0 1 0 0,0 0-1 0 0,0 0 1 0 0,1 0-1 0 0,-1 0 1 0 0,0 0-1 0 0,0 1 1 0 0,10-2-1078 0 0,10-5-462 0 0,18-14-3161 0 0,-28 13 2691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8.379"/>
    </inkml:context>
    <inkml:brush xml:id="br0">
      <inkml:brushProperty name="width" value="0.05" units="cm"/>
      <inkml:brushProperty name="height" value="0.05" units="cm"/>
    </inkml:brush>
  </inkml:definitions>
  <inkml:trace contextRef="#ctx0" brushRef="#br0">18 73 7178 0 0,'0'0'541'0'0,"6"-22"321"0"0,1-19 2326 0 0,-6 31-1554 0 0,-2 31-1539 0 0,-15 207 69 0 0,4-76-72 0 0,10-86 578 0 0,2-38-3343 0 0,0-13-1192 0 0,0-12 1476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9.952"/>
    </inkml:context>
    <inkml:brush xml:id="br0">
      <inkml:brushProperty name="width" value="0.05" units="cm"/>
      <inkml:brushProperty name="height" value="0.05" units="cm"/>
    </inkml:brush>
  </inkml:definitions>
  <inkml:trace contextRef="#ctx0" brushRef="#br0">139 308 848 0 0,'0'0'394'0'0,"-18"-18"3984"0"0,18 18-4377 0 0,-8-19 425 0 0,0-1 0 0 0,-6-26 1 0 0,10 7 2957 0 0,-3 21-2160 0 0,2 12-686 0 0,3 10-4 0 0,0 68-451 0 0,-3-1 0 0 0,-4 0 0 0 0,-17 72 0 0 0,20-116-367 0 0,0 1-1 0 0,-1 39 1 0 0,6-74 276 0 0,-10-213 32 0 0,12 193-39 0 0,1 0 1 0 0,2 0 0 0 0,0 0-1 0 0,2 1 1 0 0,1 0 0 0 0,12-32 0 0 0,-11 38 54 0 0,1 0 0 0 0,1 0 0 0 0,1 1 1 0 0,20-27-1 0 0,-27 42-3 0 0,-1 1 1 0 0,1 0-1 0 0,1 0 0 0 0,-1 1 1 0 0,0-1-1 0 0,1 1 0 0 0,-1 0 1 0 0,7-2-1 0 0,15-8 147 0 0,-21 9-180 0 0,0 1 0 0 0,0 0 0 0 0,1 0 0 0 0,-1 0 0 0 0,1 0 0 0 0,-1 1 0 0 0,1 0 0 0 0,0 0 1 0 0,-1 1-1 0 0,1-1 0 0 0,0 1 0 0 0,-1 1 0 0 0,1-1 0 0 0,0 1 0 0 0,0 0 0 0 0,-1 0 0 0 0,1 0 0 0 0,-1 1 0 0 0,1 0 0 0 0,-1 0 0 0 0,0 0 0 0 0,0 1 0 0 0,0 0 0 0 0,5 3 0 0 0,-7-3-5 0 0,-1 1 0 0 0,1-1-1 0 0,-1 0 1 0 0,0 1 0 0 0,0-1 0 0 0,0 1-1 0 0,0 0 1 0 0,-1-1 0 0 0,2 7-1 0 0,7 15 22 0 0,-7-19-4 0 0,0 0 1 0 0,0 1-1 0 0,-1-1 0 0 0,0 0 1 0 0,-1 1-1 0 0,1-1 0 0 0,-1 1 0 0 0,0-1 1 0 0,-1 1-1 0 0,0-1 0 0 0,0 1 1 0 0,0 0-1 0 0,-1-1 0 0 0,0 1 1 0 0,0-1-1 0 0,-1 1 0 0 0,1-1 0 0 0,-1 0 1 0 0,-1 1-1 0 0,1-1 0 0 0,-1 0 1 0 0,0-1-1 0 0,-1 1 0 0 0,1 0 1 0 0,-1-1-1 0 0,-6 7 0 0 0,5-8 11 0 0,0 0 0 0 0,0-1 0 0 0,-1 1 1 0 0,1-1-1 0 0,-1 0 0 0 0,-7 2 0 0 0,-9 6 25 0 0,17-8-43 0 0,0-1 1 0 0,-1 0-1 0 0,1 0 1 0 0,0 0-1 0 0,-7 0 1 0 0,-11 4-70 0 0,22-5 55 0 0,-1-1 0 0 0,1 1 1 0 0,0-1-1 0 0,0 1 0 0 0,0 0 0 0 0,-1-1 0 0 0,1 1 1 0 0,0 0-1 0 0,0 0 0 0 0,0 0 0 0 0,0 0 0 0 0,0 0 1 0 0,0 0-1 0 0,1 0 0 0 0,-1 0 0 0 0,0 0 1 0 0,0 0-1 0 0,1 1 0 0 0,-1-1 0 0 0,1 0 0 0 0,-1 0 1 0 0,1 1-1 0 0,-1-1 0 0 0,1 0 0 0 0,0 1 0 0 0,0-1 1 0 0,0 0-1 0 0,0 1 0 0 0,0-1 0 0 0,0 1 1 0 0,0-1-1 0 0,0 0 0 0 0,0 1 0 0 0,0-1 0 0 0,1 0 1 0 0,-1 1-1 0 0,1-1 0 0 0,-1 0 0 0 0,1 0 0 0 0,-1 1 1 0 0,2 1-1 0 0,1 1 5 0 0,-1 1 1 0 0,1-1 0 0 0,-1 1-1 0 0,1-1 1 0 0,0 0-1 0 0,1 0 1 0 0,-1 0-1 0 0,1-1 1 0 0,0 1 0 0 0,4 2-1 0 0,126 92 160 0 0,-128-93-126 0 0,-1 0-1 0 0,0 1 0 0 0,0 0 0 0 0,5 9 1 0 0,1 1-34 0 0,-2 0-950 0 0,-7-5-7207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0.886"/>
    </inkml:context>
    <inkml:brush xml:id="br0">
      <inkml:brushProperty name="width" value="0.05" units="cm"/>
      <inkml:brushProperty name="height" value="0.05" units="cm"/>
    </inkml:brush>
  </inkml:definitions>
  <inkml:trace contextRef="#ctx0" brushRef="#br0">62 17 8418 0 0,'0'0'889'0'0,"6"22"722"0"0,-17 116-793 0 0,0 1-685 0 0,11 29-186 0 0,-7-177-539 0 0,-1-29 567 0 0,2 0 1 0 0,-1-63-1 0 0,3 45 17 0 0,4 55 11 0 0,-2-24 2 0 0,2-44 0 0 0,1 61 5 0 0,-1 1-1 0 0,2 0 1 0 0,-1 0 0 0 0,1 1-1 0 0,0-1 1 0 0,0 0-1 0 0,1 1 1 0 0,0-1 0 0 0,0 1-1 0 0,0-1 1 0 0,6-5-1 0 0,-7 9 14 0 0,1 0 0 0 0,0 1 0 0 0,0-1 0 0 0,1 1-1 0 0,-1 0 1 0 0,0 0 0 0 0,1 0 0 0 0,0 0 0 0 0,-1 1-1 0 0,1-1 1 0 0,0 1 0 0 0,0 0 0 0 0,5 0 0 0 0,-4-1 34 0 0,0 1 0 0 0,1-1 0 0 0,-1 0 0 0 0,0 0 0 0 0,6-3 0 0 0,-8 3-27 0 0,0 0-1 0 0,0 0 1 0 0,0 0 0 0 0,0 0 0 0 0,1 1 0 0 0,-1-1-1 0 0,1 1 1 0 0,-1 0 0 0 0,1 0 0 0 0,-1 0 0 0 0,1 1-1 0 0,0-1 1 0 0,-1 1 0 0 0,1 0 0 0 0,0 0-1 0 0,-1 0 1 0 0,5 1 0 0 0,-7 0-30 0 0,1 0-1 0 0,-1 0 1 0 0,1 1-1 0 0,-1-1 1 0 0,0 0-1 0 0,0 1 1 0 0,0-1-1 0 0,1 1 1 0 0,-1-1-1 0 0,-1 1 1 0 0,1-1 0 0 0,0 1-1 0 0,0 0 1 0 0,0 2-1 0 0,1 0 3 0 0,0 1 7 0 0,0 1 0 0 0,0-1 1 0 0,0 0-1 0 0,-1 0 0 0 0,0 1 0 0 0,0-1 1 0 0,0 0-1 0 0,-1 1 0 0 0,0-1 0 0 0,0 1 1 0 0,0-1-1 0 0,0 1 0 0 0,-1-1 1 0 0,0 0-1 0 0,0 1 0 0 0,-4 8 0 0 0,-2 4 72 0 0,-2 0-1 0 0,0 0 1 0 0,-14 20-1 0 0,15-24-10 0 0,4-9-52 0 0,0 0 0 0 0,0 0 0 0 0,0 0-1 0 0,0 0 1 0 0,-1-1 0 0 0,0 0 0 0 0,0 0 0 0 0,0 0 0 0 0,0-1-1 0 0,-10 5 1 0 0,-14 14 81 0 0,21-15-64 0 0,5-6-41 0 0,-14 16-143 0 0,17-16 146 0 0,0-1 1 0 0,-1 1-1 0 0,1-1 1 0 0,0 1-1 0 0,0-1 1 0 0,0 0-1 0 0,0 1 1 0 0,0-1-1 0 0,0 1 1 0 0,-1-1-1 0 0,1 1 1 0 0,0-1-1 0 0,0 1 1 0 0,1-1-1 0 0,-1 1 1 0 0,0-1-1 0 0,0 0 1 0 0,0 1-1 0 0,0-1 1 0 0,0 1-1 0 0,0-1 1 0 0,1 1-1 0 0,-1-1 1 0 0,0 0-1 0 0,0 1 1 0 0,1-1-1 0 0,-1 1 1 0 0,0-1-1 0 0,0 0 1 0 0,1 1-1 0 0,-1-1 1 0 0,0 0-1 0 0,1 1 1 0 0,-1-1-1 0 0,1 0 1 0 0,-1 0-1 0 0,0 1 1 0 0,1-1-1 0 0,-1 0 1 0 0,1 0-1 0 0,-1 0 1 0 0,1 0-1 0 0,-1 0 1 0 0,0 0-1 0 0,1 1 1 0 0,-1-1-1 0 0,2 0 1 0 0,144 41 76 0 0,-145-41-67 0 0,0 0-1 0 0,0 0 0 0 0,0 0 0 0 0,-1 1 0 0 0,1-1 0 0 0,0 0 1 0 0,0 1-1 0 0,0-1 0 0 0,0 1 0 0 0,0-1 0 0 0,-1 1 0 0 0,1-1 1 0 0,0 1-1 0 0,-1 0 0 0 0,1-1 0 0 0,0 1 0 0 0,-1 0 0 0 0,1 0 1 0 0,-1-1-1 0 0,1 1 0 0 0,-1 0 0 0 0,1 0 0 0 0,-1 0 0 0 0,0 0 1 0 0,1 0-1 0 0,-1-1 0 0 0,0 1 0 0 0,0 0 0 0 0,1 0 0 0 0,-1 0 1 0 0,0 0-1 0 0,0 0 0 0 0,0 0 0 0 0,0 0 0 0 0,0 0 0 0 0,-1 0 1 0 0,1 0-1 0 0,0 0 0 0 0,0 0 0 0 0,-1-1 0 0 0,1 3 0 0 0,-2 0 4 0 0,1-1-1 0 0,0 1 1 0 0,-1 0-1 0 0,1-1 1 0 0,-1 1 0 0 0,0-1-1 0 0,1 1 1 0 0,-1-1-1 0 0,-1 0 1 0 0,1 1-1 0 0,0-1 1 0 0,-3 1-1 0 0,-15 8 75 0 0,0-1-1 0 0,0-1 1 0 0,-39 11 0 0 0,35-12-24 0 0,19-6-73 0 0,0 0-1 0 0,1 0 1 0 0,-1 1-1 0 0,0-1 1 0 0,-4 6-1 0 0,-10 8-3236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1.490"/>
    </inkml:context>
    <inkml:brush xml:id="br0">
      <inkml:brushProperty name="width" value="0.05" units="cm"/>
      <inkml:brushProperty name="height" value="0.05" units="cm"/>
    </inkml:brush>
  </inkml:definitions>
  <inkml:trace contextRef="#ctx0" brushRef="#br0">2 18 6113 0 0,'0'0'1019'0'0,"-1"-8"3670"0"0,4 6-4615 0 0,1 1 0 0 0,0-1 0 0 0,0 1 0 0 0,0 0 0 0 0,0 0 0 0 0,0 1 0 0 0,1-1 0 0 0,-1 1-1 0 0,0 0 1 0 0,0 0 0 0 0,0 0 0 0 0,6 2 0 0 0,5-2 48 0 0,-11 0-88 0 0,1 1-1 0 0,-1-1 1 0 0,1 1-1 0 0,-1-1 1 0 0,1 1-1 0 0,-1 1 1 0 0,8 2-1 0 0,-10-3-20 0 0,0 0 0 0 0,0 0 0 0 0,-1 0 1 0 0,1 0-1 0 0,0 0 0 0 0,-1 1 0 0 0,1-1 0 0 0,-1 0 0 0 0,1 1 0 0 0,-1-1 0 0 0,0 1 0 0 0,1 0 0 0 0,-1-1 0 0 0,0 1 0 0 0,0 0 0 0 0,0 0 0 0 0,0 0 0 0 0,-1 0 0 0 0,2 2 1 0 0,13 33 143 0 0,-13-33-149 0 0,1 0 1 0 0,-1 1-1 0 0,0-1 0 0 0,-1 1 0 0 0,1 0 1 0 0,-1 0-1 0 0,0-1 0 0 0,0 1 0 0 0,1 8 1 0 0,-3-4-4 0 0,0 0 1 0 0,0 0 0 0 0,0 0-1 0 0,-1 0 1 0 0,-1 0 0 0 0,1 0-1 0 0,-2-1 1 0 0,-5 12 0 0 0,-3 3 46 0 0,-25 34-1 0 0,23-34-39 0 0,12-18 9 0 0,-1 0 0 0 0,1-1 0 0 0,-1 1 0 0 0,0-1 0 0 0,-1 0 0 0 0,-6 7 0 0 0,-7 2 66 0 0,14-11-60 0 0,0 0 0 0 0,0 0 1 0 0,0 1-1 0 0,0-1 0 0 0,0 1 1 0 0,1-1-1 0 0,-1 1 0 0 0,1 0 1 0 0,-3 5-1 0 0,5-8-20 0 0,1 0 0 0 0,-1 1 0 0 0,0-1 0 0 0,1 0 0 0 0,-1 0 0 0 0,1 0 0 0 0,-1 1 0 0 0,0-1 0 0 0,1 0 0 0 0,-1 0 0 0 0,1 0 0 0 0,-1 0 0 0 0,0 1 0 0 0,1-1 0 0 0,-1 0 0 0 0,1 0 0 0 0,-1 0 0 0 0,1 0 0 0 0,-1 0 0 0 0,0 0 0 0 0,1 0 0 0 0,-1 0 0 0 0,1-1 0 0 0,-1 1 0 0 0,1 0 0 0 0,-1 0 0 0 0,0 0 0 0 0,1 0 0 0 0,-1-1 0 0 0,1 1 0 0 0,-1 0 0 0 0,19-5 18 0 0,3 0 53 0 0,0 0 0 0 0,44-4 1 0 0,-17 8-2891 0 0,-47 1 1651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4.778"/>
    </inkml:context>
    <inkml:brush xml:id="br0">
      <inkml:brushProperty name="width" value="0.05" units="cm"/>
      <inkml:brushProperty name="height" value="0.05" units="cm"/>
    </inkml:brush>
  </inkml:definitions>
  <inkml:trace contextRef="#ctx0" brushRef="#br0">54 110 1680 0 0,'0'0'299'0'0,"0"-22"1533"0"0,0-39 902 0 0,0 37-759 0 0,0 21-1327 0 0,0 10-414 0 0,-35 516 150 0 0,35-520-377 0 0,-1 13-108 0 0,1-13 11 0 0,0 0-1 0 0,0 0 1 0 0,-1 0 0 0 0,1 0-1 0 0,0-1 1 0 0,-1 1 0 0 0,0 0-1 0 0,1 0 1 0 0,-1 0 0 0 0,-1-1-1 0 0,1 1 1 0 0,0-1 0 0 0,0 1-1 0 0,-1-1 1 0 0,0 1 0 0 0,-3 4-1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5.477"/>
    </inkml:context>
    <inkml:brush xml:id="br0">
      <inkml:brushProperty name="width" value="0.05" units="cm"/>
      <inkml:brushProperty name="height" value="0.05" units="cm"/>
    </inkml:brush>
  </inkml:definitions>
  <inkml:trace contextRef="#ctx0" brushRef="#br0">0 182 3985 0 0,'1'-5'3011'0'0,"0"-18"-2216"0"0,-1 19-760 0 0,1 1-1 0 0,0-1 1 0 0,1 1-1 0 0,-1 0 1 0 0,0-1-1 0 0,1 1 1 0 0,0 0-1 0 0,0 0 1 0 0,0 0 0 0 0,0 0-1 0 0,0 0 1 0 0,1 0-1 0 0,-1 1 1 0 0,1-1-1 0 0,-1 1 1 0 0,1 0-1 0 0,6-4 1 0 0,4-1 164 0 0,-1 1 1 0 0,1 0-1 0 0,19-5 0 0 0,-3 0 205 0 0,-1 1-28 0 0,-15 6-174 0 0,0-1 1 0 0,16-8-1 0 0,-22 9-171 0 0,0 1-1 0 0,0 0 1 0 0,1 0 0 0 0,-1 0-1 0 0,1 1 1 0 0,0 1 0 0 0,-1-1-1 0 0,1 1 1 0 0,0 0 0 0 0,0 1-1 0 0,0 0 1 0 0,0 0 0 0 0,0 1-1 0 0,-1 0 1 0 0,1 0 0 0 0,0 1-1 0 0,0 0 1 0 0,-1 0 0 0 0,1 1-1 0 0,-1 0 1 0 0,0 0 0 0 0,0 1-1 0 0,12 7 1 0 0,-18-9-17 0 0,1 1-1 0 0,0-1 1 0 0,-1 0-1 0 0,0 0 1 0 0,1 1 0 0 0,-1-1-1 0 0,0 1 1 0 0,0-1-1 0 0,0 1 1 0 0,-1-1 0 0 0,2 6-1 0 0,8 19 152 0 0,-7-22-140 0 0,0-1 1 0 0,0 1-1 0 0,-1 0 0 0 0,0 0 0 0 0,1 0 1 0 0,-2 0-1 0 0,1 0 0 0 0,-1 0 0 0 0,1 0 0 0 0,-1 1 1 0 0,-1-1-1 0 0,1 0 0 0 0,-1 1 0 0 0,0-1 1 0 0,0 1-1 0 0,-1-1 0 0 0,1 0 0 0 0,-1 1 0 0 0,-1-1 1 0 0,1 0-1 0 0,-1 0 0 0 0,1 0 0 0 0,-1 0 1 0 0,-1 0-1 0 0,1 0 0 0 0,-1 0 0 0 0,0-1 1 0 0,0 1-1 0 0,0-1 0 0 0,-1 0 0 0 0,1 0 0 0 0,-1 0 1 0 0,0-1-1 0 0,0 1 0 0 0,-8 4 0 0 0,-160 83 394 0 0,116-58-11 0 0,54-32-413 0 0,1 0 0 0 0,-1-1-1 0 0,1 1 1 0 0,-1 0 0 0 0,1 0-1 0 0,0 1 1 0 0,-1-1 0 0 0,1 0-1 0 0,0 0 1 0 0,0 1 0 0 0,0-1 0 0 0,0 0-1 0 0,0 1 1 0 0,0-1 0 0 0,1 1-1 0 0,-1 0 1 0 0,0-1 0 0 0,1 1-1 0 0,-1-1 1 0 0,1 1 0 0 0,-1 0-1 0 0,1-1 1 0 0,0 1 0 0 0,0 0 0 0 0,0 0-1 0 0,0-1 1 0 0,0 1 0 0 0,0 0-1 0 0,0-1 1 0 0,0 1 0 0 0,1 0-1 0 0,-1-1 1 0 0,1 1 0 0 0,-1 0 0 0 0,1-1-1 0 0,0 1 1 0 0,0-1 0 0 0,1 3-1 0 0,1 1 17 0 0,0 0 0 0 0,0 0-1 0 0,1 0 1 0 0,-1-1 0 0 0,1 1-1 0 0,0-1 1 0 0,0 0 0 0 0,1 0-1 0 0,-1 0 1 0 0,8 4 0 0 0,31 14 89 0 0,22 14 93 0 0,-36-22-115 0 0,-26-14-65 0 0,0 1 1 0 0,0 1-1 0 0,0-1 1 0 0,0 0-1 0 0,0 1 1 0 0,0-1-1 0 0,-1 1 1 0 0,1 0-1 0 0,-1 0 1 0 0,1 0-1 0 0,-1 0 1 0 0,0 1-1 0 0,3 2 1 0 0,-4-4-154 0 0,0 1 0 0 0,0 0 0 0 0,1-1 0 0 0,-1 1 0 0 0,0-1 0 0 0,1 1 0 0 0,0-1 0 0 0,-1 0 0 0 0,1 1 1 0 0,0-1-1 0 0,-1 0 0 0 0,1 0 0 0 0,0 0 0 0 0,0-1 0 0 0,0 1 0 0 0,0 0 0 0 0,4 0 0 0 0,0 0-1132 0 0,-1-1 1 0 0,1 0-1 0 0,0-1 1 0 0,11-1-1 0 0,-7 1 535 0 0,3-1-1212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5.921"/>
    </inkml:context>
    <inkml:brush xml:id="br0">
      <inkml:brushProperty name="width" value="0.05" units="cm"/>
      <inkml:brushProperty name="height" value="0.05" units="cm"/>
    </inkml:brush>
  </inkml:definitions>
  <inkml:trace contextRef="#ctx0" brushRef="#br0">256 125 5841 0 0,'0'0'947'0'0,"0"-5"1781"0"0,0-18-2119 0 0,-1 18-472 0 0,0 0-1 0 0,0-1 1 0 0,0 1 0 0 0,-1 0-1 0 0,1 0 1 0 0,-2 1 0 0 0,1-1 0 0 0,0 0-1 0 0,-1 1 1 0 0,0-1 0 0 0,0 1 0 0 0,0 0-1 0 0,0 0 1 0 0,-1 0 0 0 0,0 0-1 0 0,-6-5 1 0 0,7 7-115 0 0,0 1 0 0 0,0-1 0 0 0,0 0 0 0 0,-1 1 0 0 0,1 0 0 0 0,0 0 0 0 0,-1 0 0 0 0,1 0 0 0 0,-1 0 0 0 0,1 1 0 0 0,-1 0 0 0 0,1-1 0 0 0,-1 1 0 0 0,0 1 0 0 0,1-1 0 0 0,-1 0 0 0 0,1 1 0 0 0,-1 0 0 0 0,1 0 0 0 0,-1 0 0 0 0,1 0 0 0 0,0 0 0 0 0,0 1 0 0 0,-1-1 0 0 0,-3 4 0 0 0,3-2-27 0 0,-1 0 0 0 0,1 1 0 0 0,-1 0 0 0 0,1 0 0 0 0,0 0 0 0 0,1 1 0 0 0,-1-1 0 0 0,1 1 0 0 0,0 0 0 0 0,0 0 0 0 0,-3 7 0 0 0,0 1 7 0 0,1 1 0 0 0,0-1 0 0 0,-3 22 0 0 0,7-31 1 0 0,-2 12 12 0 0,0-1 0 0 0,-1 0 0 0 0,-1 0 1 0 0,-10 22-1 0 0,13-32 24 0 0,0 0-1 0 0,0 0 1 0 0,0-1-1 0 0,1 2 1 0 0,0-1-1 0 0,0 0 1 0 0,0 0-1 0 0,0 0 1 0 0,1 0-1 0 0,0 1 1 0 0,0-1-1 0 0,0 0 1 0 0,1 0-1 0 0,-1 0 1 0 0,1 1-1 0 0,3 7 1 0 0,27 2 153 0 0,-23-11-199 0 0,0 0-1 0 0,0 0 1 0 0,1-1 0 0 0,-1 0-1 0 0,1-1 1 0 0,-1 0-1 0 0,1 0 1 0 0,0-1 0 0 0,0 0-1 0 0,0 0 1 0 0,0-1 0 0 0,-1 0-1 0 0,1-1 1 0 0,13-2 0 0 0,-14 1-698 0 0,1 0 1 0 0,-1 0-1 0 0,0-1 1 0 0,0 0-1 0 0,9-5 1 0 0,-5 2-1652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7.464"/>
    </inkml:context>
    <inkml:brush xml:id="br0">
      <inkml:brushProperty name="width" value="0.05" units="cm"/>
      <inkml:brushProperty name="height" value="0.05" units="cm"/>
    </inkml:brush>
  </inkml:definitions>
  <inkml:trace contextRef="#ctx0" brushRef="#br0">172 312 416 0 0,'0'0'195'0'0,"1"-31"4723"0"0,-2 21-4452 0 0,-1 0-1 0 0,0 0 1 0 0,-1 0-1 0 0,0 1 1 0 0,-1-1 0 0 0,0 1-1 0 0,-5-10 1 0 0,-3-7 57 0 0,7 15-346 0 0,-6-15 740 0 0,1 0-1 0 0,-10-39 1 0 0,20 63-687 0 0,-6-18 947 0 0,6 19-1168 0 0,0 1 0 0 0,0-1 0 0 0,0 0 0 0 0,-1 1 0 0 0,1-1-1 0 0,0 0 1 0 0,-1 1 0 0 0,1-1 0 0 0,-1 1 0 0 0,1-1 0 0 0,0 0 0 0 0,-1 1 0 0 0,1-1 0 0 0,-1 1 0 0 0,0 0 0 0 0,1-1-1 0 0,-1 1 1 0 0,1-1 0 0 0,-1 1 0 0 0,0 0 0 0 0,1-1 0 0 0,-1 1 0 0 0,0 0 0 0 0,-1-1 0 0 0,-1 22 15 0 0,4 184-11 0 0,-1 7 208 0 0,-6-111 22 0 0,-1-84 88 0 0,7-16-334 0 0,-1-1-1 0 0,1 0 0 0 0,0 1 0 0 0,0-1 0 0 0,0 0 1 0 0,-1 0-1 0 0,1 1 0 0 0,0-1 0 0 0,0 0 1 0 0,-1 0-1 0 0,1 0 0 0 0,0 1 0 0 0,-1-1 0 0 0,1 0 1 0 0,0 0-1 0 0,-1 0 0 0 0,1 0 0 0 0,0 0 1 0 0,-1 0-1 0 0,1 0 0 0 0,0 1 0 0 0,-1-1 0 0 0,1 0 1 0 0,0 0-1 0 0,-1 0 0 0 0,1 0 0 0 0,0-1 1 0 0,-1 1-1 0 0,1 0 0 0 0,0 0 0 0 0,-1 0 0 0 0,1 0 1 0 0,0 0-1 0 0,-1 0 0 0 0,1 0 0 0 0,0-1 1 0 0,-1 1-1 0 0,1 0 0 0 0,0 0 0 0 0,0 0 0 0 0,-1-1 1 0 0,1 1-1 0 0,0 0 0 0 0,0 0 0 0 0,-1-1 1 0 0,1 1-1 0 0,0 0 0 0 0,0-1 0 0 0,0 1 0 0 0,0 0 1 0 0,-1 0-1 0 0,1-1 0 0 0,0 1 0 0 0,0 0 1 0 0,0-1-1 0 0,0 1 0 0 0,0-1 0 0 0,-7-15-16 0 0,0-1 0 0 0,2 0 1 0 0,0 0-1 0 0,1-1 0 0 0,0 1 0 0 0,1-1 0 0 0,2 0 0 0 0,0 0 0 0 0,0 0 1 0 0,5-34-1 0 0,-1 30-2 0 0,0 0 0 0 0,2 1 0 0 0,1-1 0 0 0,0 1 1 0 0,2 1-1 0 0,0-1 0 0 0,1 1 0 0 0,20-31 0 0 0,-20 38-14 0 0,-7 7 34 0 0,1 1 1 0 0,0 0-1 0 0,1 0 0 0 0,-1 1 1 0 0,1-1-1 0 0,0 1 0 0 0,0 0 0 0 0,0 0 1 0 0,1 0-1 0 0,-1 0 0 0 0,1 1 0 0 0,0-1 1 0 0,0 1-1 0 0,0 1 0 0 0,7-4 0 0 0,19-8 9 0 0,-27 12 4 0 0,-1-1 0 0 0,1 1 0 0 0,0 1 0 0 0,-1-1 0 0 0,1 1 0 0 0,0-1 0 0 0,0 1-1 0 0,0 0 1 0 0,0 1 0 0 0,9-2 0 0 0,-8 3 12 0 0,0-1-1 0 0,0 1 0 0 0,0-1 1 0 0,0 1-1 0 0,0 1 1 0 0,0-1-1 0 0,7 4 0 0 0,-10-4-20 0 0,0-1 0 0 0,0 1 0 0 0,0 0-1 0 0,0 1 1 0 0,0-1 0 0 0,-1 0 0 0 0,1 0-1 0 0,0 1 1 0 0,-1-1 0 0 0,1 1 0 0 0,-1 0-1 0 0,0-1 1 0 0,1 1 0 0 0,-1 0 0 0 0,0 0-1 0 0,0 0 1 0 0,0 0 0 0 0,0 0 0 0 0,0 0-1 0 0,0 3 1 0 0,10 24 64 0 0,-9-25-68 0 0,-1 0 1 0 0,1 0-1 0 0,0 0 1 0 0,-1 0-1 0 0,0 1 0 0 0,1 7 1 0 0,-2-7-2 0 0,1-1 0 0 0,-1 0 0 0 0,-1 0 1 0 0,1 0-1 0 0,-1 0 0 0 0,1 0 0 0 0,-1 0 0 0 0,0 0 1 0 0,-1 0-1 0 0,1 0 0 0 0,-1 0 0 0 0,1-1 0 0 0,-5 7 0 0 0,1-4 1 0 0,0 0-1 0 0,0-1 1 0 0,0 0-1 0 0,-1 0 1 0 0,0 0-1 0 0,-11 6 0 0 0,-14 8 10 0 0,-2-2-1 0 0,0-2 0 0 0,0-1 0 0 0,-41 11 0 0 0,71-24-18 0 0,0 1-1 0 0,1-1 0 0 0,-1 1 1 0 0,0 0-1 0 0,1 0 1 0 0,0 0-1 0 0,-1 0 1 0 0,1 0-1 0 0,0 1 1 0 0,0-1-1 0 0,-2 3 0 0 0,4-4 17 0 0,-1 0 0 0 0,1 0 0 0 0,-1-1-1 0 0,0 1 1 0 0,1 0 0 0 0,0 0 0 0 0,-1 0-1 0 0,1-1 1 0 0,-1 1 0 0 0,1 0 0 0 0,0 0-1 0 0,0 0 1 0 0,-1 0 0 0 0,1 0 0 0 0,0 0-1 0 0,0 0 1 0 0,0 0 0 0 0,0 0-1 0 0,0 0 1 0 0,0 0 0 0 0,0-1 0 0 0,0 1-1 0 0,1 0 1 0 0,-1 0 0 0 0,0 0 0 0 0,1 0-1 0 0,-1 0 1 0 0,0 0 0 0 0,1 0 0 0 0,-1-1-1 0 0,1 1 1 0 0,-1 0 0 0 0,1 0 0 0 0,0-1-1 0 0,-1 1 1 0 0,1 0 0 0 0,0-1 0 0 0,-1 1-1 0 0,1 0 1 0 0,1 0 0 0 0,8 3 10 0 0,0 0 0 0 0,1-1 0 0 0,12 3 0 0 0,11 4 11 0 0,8 4-23 0 0,0 0-6 0 0,54 26 1 0 0,-95-40 3 0 0,17 9-28 0 0,0 0 0 0 0,-1 1 1 0 0,0 1-1 0 0,30 24 0 0 0,-38-24-877 0 0,1 1-1848 0 0,1-3-4168 0 0,-9-9 5658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7.957"/>
    </inkml:context>
    <inkml:brush xml:id="br0">
      <inkml:brushProperty name="width" value="0.05" units="cm"/>
      <inkml:brushProperty name="height" value="0.05" units="cm"/>
    </inkml:brush>
  </inkml:definitions>
  <inkml:trace contextRef="#ctx0" brushRef="#br0">127 4 4505 0 0,'0'0'1286'0'0,"-5"-1"2169"0"0,-15-1-1243 0 0,19 2-2132 0 0,-1 0-1 0 0,1 0 1 0 0,0 1 0 0 0,0-1-1 0 0,0 1 1 0 0,0-1-1 0 0,-1 1 1 0 0,1-1-1 0 0,0 1 1 0 0,0 0-1 0 0,0-1 1 0 0,0 1-1 0 0,0 0 1 0 0,1 0-1 0 0,-1 0 1 0 0,0 0-1 0 0,0 0 1 0 0,0 0-1 0 0,1 0 1 0 0,-1 0-1 0 0,0 2 1 0 0,-14 30-202 0 0,9-18 288 0 0,5-12-149 0 0,-42 105 215 0 0,39-97-173 0 0,1 0 0 0 0,1 0-1 0 0,0 0 1 0 0,0 0 0 0 0,1 0-1 0 0,0 0 1 0 0,1 1 0 0 0,2 15 0 0 0,-2-26-39 0 0,1 1 0 0 0,-1-1 1 0 0,0 1-1 0 0,1-1 0 0 0,-1 1 0 0 0,1-1 1 0 0,0 1-1 0 0,0-1 0 0 0,-1 1 1 0 0,1-1-1 0 0,0 0 0 0 0,0 1 1 0 0,0-1-1 0 0,0 0 0 0 0,0 0 1 0 0,1 0-1 0 0,-1 0 0 0 0,3 2 0 0 0,27 7 252 0 0,-27-9-250 0 0,1 0 0 0 0,-1 0 1 0 0,1 1-1 0 0,-1 0 0 0 0,0-1 1 0 0,8 5-1 0 0,-6-2-1 0 0,1 0 1 0 0,0-1-1 0 0,0 0 0 0 0,0 0 0 0 0,1-1 0 0 0,-1 0 0 0 0,1 0 1 0 0,-1-1-1 0 0,11 1 0 0 0,0-1-37 0 0,0-1 0 0 0,34-3 0 0 0,-49 3-133 0 0,0-1 0 0 0,-1 0 0 0 0,1 1 0 0 0,0-1-1 0 0,-1 0 1 0 0,1 0 0 0 0,0 0 0 0 0,-1 0 0 0 0,0-1 0 0 0,5-3 0 0 0,-6 5-328 0 0,0-1 1 0 0,0 0 0 0 0,0 0-1 0 0,0-1 1 0 0,0 1 0 0 0,0 0-1 0 0,-1 0 1 0 0,1 0 0 0 0,0 0-1 0 0,-1-1 1 0 0,1 1 0 0 0,-1 0-1 0 0,1-1 1 0 0,-1 1 0 0 0,1-3-1 0 0,0-5-1787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8.338"/>
    </inkml:context>
    <inkml:brush xml:id="br0">
      <inkml:brushProperty name="width" value="0.05" units="cm"/>
      <inkml:brushProperty name="height" value="0.05" units="cm"/>
    </inkml:brush>
  </inkml:definitions>
  <inkml:trace contextRef="#ctx0" brushRef="#br0">1 31 4393 0 0,'0'0'532'0'0,"20"0"2349"0"0,183-12 433 0 0,-129 6-3208 0 0,-67 6-330 0 0,16-2 582 0 0,-22 2-480 0 0,-1 0 1 0 0,1 0-1 0 0,0 0 1 0 0,-1 0 0 0 0,1-1-1 0 0,-1 1 1 0 0,1 0-1 0 0,-1 0 1 0 0,1 0 0 0 0,-1-1-1 0 0,1 1 1 0 0,-1 0-1 0 0,1 0 1 0 0,-1-1 0 0 0,1 1-1 0 0,-1 0 1 0 0,1-1-1 0 0,-1 1 1 0 0,0-1 0 0 0,1 1-1 0 0,-1 0 1 0 0,0-1-1 0 0,1 1 1 0 0,-1-1 0 0 0,0 1-1 0 0,0-1 1 0 0,1 1-1 0 0,-1-1 1 0 0,0 0 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8.672"/>
    </inkml:context>
    <inkml:brush xml:id="br0">
      <inkml:brushProperty name="width" value="0.05" units="cm"/>
      <inkml:brushProperty name="height" value="0.05" units="cm"/>
    </inkml:brush>
  </inkml:definitions>
  <inkml:trace contextRef="#ctx0" brushRef="#br0">1 96 8594 0 0,'0'0'1337'0'0,"10"0"-536"0"0,42-1-566 0 0,-1-1 1 0 0,1-3-1 0 0,-1-2 1 0 0,0-2-1 0 0,0-3 0 0 0,66-23 1 0 0,-89 26-90 0 0,11-4-2977 0 0,-35 11 1090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11.054"/>
    </inkml:context>
    <inkml:brush xml:id="br0">
      <inkml:brushProperty name="width" value="0.05" units="cm"/>
      <inkml:brushProperty name="height" value="0.05" units="cm"/>
    </inkml:brush>
  </inkml:definitions>
  <inkml:trace contextRef="#ctx0" brushRef="#br0">33 528 376 0 0,'0'0'3186'0'0,"-2"-30"239"0"0,1 24-3170 0 0,-1 1 0 0 0,1-1 0 0 0,0 0 0 0 0,0 0 0 0 0,0-11 0 0 0,-1-2-7 0 0,0 1-99 0 0,-4-46 1465 0 0,-1 20-983 0 0,2 26-202 0 0,4 16-190 0 0,1 6 14 0 0,11 70-141 0 0,3 23 4 0 0,17 124 37 0 0,-27-196-110 0 0,-2-9 4 0 0,0-1-1 0 0,1 1 1 0 0,1-1-1 0 0,0 0 1 0 0,2 0-1 0 0,-1 0 1 0 0,10 16-1 0 0,-14-29-22 0 0,-1-1-1 0 0,1 0 1 0 0,0 0-1 0 0,-1 0 1 0 0,1-1-1 0 0,0 1 1 0 0,0 0-1 0 0,0 0 1 0 0,0 0-1 0 0,0-1 1 0 0,0 1 0 0 0,0 0-1 0 0,0-1 1 0 0,0 1-1 0 0,0 0 1 0 0,0-1-1 0 0,0 0 1 0 0,1 1-1 0 0,-1-1-11 0 0,0 0-1 0 0,0 0 1 0 0,0 0-1 0 0,-1 0 1 0 0,1-1-1 0 0,0 1 1 0 0,0 0-1 0 0,-1 0 1 0 0,1-1-1 0 0,0 1 1 0 0,0 0-1 0 0,-1-1 1 0 0,1 1-1 0 0,0-1 1 0 0,-1 1-1 0 0,1-1 1 0 0,0 1-1 0 0,-1-1 1 0 0,1 0-1 0 0,0 0 1 0 0,3-5 11 0 0,-1 1 1 0 0,0-1-1 0 0,1 0 1 0 0,-2-1-1 0 0,3-6 1 0 0,0 2-3 0 0,47-111 35 0 0,26-54 20 0 0,9-22-130 0 0,-4 9 4 0 0,-76 176 43 0 0,0 0-1 0 0,0 0 1 0 0,2 1 0 0 0,-1 0-1 0 0,14-13 1 0 0,-15 15-418 0 0,5-4 135 0 0,-11 14 159 0 0,-1 0 1 0 0,1 0-1 0 0,-1-1 0 0 0,1 1 0 0 0,-1 0 0 0 0,1 0 0 0 0,0 0 1 0 0,-1 0-1 0 0,1 0 0 0 0,-1 0 0 0 0,1 0 0 0 0,-1 0 1 0 0,1 0-1 0 0,-1 0 0 0 0,1 0 0 0 0,0 0 0 0 0,-1 1 0 0 0,1-1 1 0 0,-1 0-1 0 0,1 0 0 0 0,-1 1 0 0 0,1-1 0 0 0,-1 0 0 0 0,1 1 1 0 0,-1-1-1 0 0,0 0 0 0 0,1 1 0 0 0,-1-1 0 0 0,1 0 1 0 0,-1 1-1 0 0,1 0 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11.688"/>
    </inkml:context>
    <inkml:brush xml:id="br0">
      <inkml:brushProperty name="width" value="0.05" units="cm"/>
      <inkml:brushProperty name="height" value="0.05" units="cm"/>
    </inkml:brush>
  </inkml:definitions>
  <inkml:trace contextRef="#ctx0" brushRef="#br0">242 65 4249 0 0,'-5'-33'4909'0'0,"5"31"-4779"0"0,1 1 0 0 0,-1 0 0 0 0,0 0 0 0 0,-1-1 0 0 0,1 1 0 0 0,0 0 1 0 0,0 0-1 0 0,0-1 0 0 0,-1 1 0 0 0,1 0 0 0 0,-1 0 0 0 0,1 0 0 0 0,-1 0 0 0 0,1 0 0 0 0,-1 0 0 0 0,0 0 0 0 0,1 0 0 0 0,-1 0 1 0 0,0 0-1 0 0,0 0 0 0 0,0 0 0 0 0,-1-1 0 0 0,0 1-76 0 0,1 0-1 0 0,-1 1 1 0 0,0-1 0 0 0,1 1 0 0 0,-1 0-1 0 0,0-1 1 0 0,0 1 0 0 0,1 0 0 0 0,-1 0-1 0 0,0 0 1 0 0,0 0 0 0 0,1 0 0 0 0,-1 1-1 0 0,-2-1 1 0 0,-7 4-120 0 0,0-1-1 0 0,1 1 1 0 0,-1 1-1 0 0,-9 5 1 0 0,12-6 303 0 0,3 1-237 0 0,-1-1-1 0 0,1 1 0 0 0,0 0 1 0 0,1 0-1 0 0,-1 0 0 0 0,1 0 1 0 0,0 1-1 0 0,0 0 0 0 0,-4 10 1 0 0,-3 2-2 0 0,5-8 11 0 0,1 0 0 0 0,0 1-1 0 0,0 0 1 0 0,1 0-1 0 0,1 0 1 0 0,-1 0 0 0 0,2 1-1 0 0,-3 19 1 0 0,4-27-3 0 0,0 1-1 0 0,0 0 1 0 0,-1-1 0 0 0,1 1 0 0 0,-6 8 0 0 0,5-9 24 0 0,0 0 0 0 0,0 0 0 0 0,1 0 0 0 0,-1 0 0 0 0,1 0 0 0 0,0 0 1 0 0,0 1-1 0 0,0-1 0 0 0,0 6 0 0 0,1-7-16 0 0,1-1-1 0 0,-1 1 1 0 0,1 0 0 0 0,-1-1 0 0 0,1 1-1 0 0,0-1 1 0 0,0 1 0 0 0,0-1 0 0 0,0 1-1 0 0,0-1 1 0 0,1 1 0 0 0,-1-1 0 0 0,1 0-1 0 0,-1 0 1 0 0,1 0 0 0 0,0 0 0 0 0,0 0-1 0 0,0 0 1 0 0,0 0 0 0 0,0-1 0 0 0,0 1-1 0 0,1-1 1 0 0,4 3 0 0 0,1 0 5 0 0,1 0 1 0 0,0-1-1 0 0,0 0 1 0 0,1-1-1 0 0,14 3 1 0 0,-19-4-8 0 0,-1 0 0 0 0,1 1 1 0 0,-1-1-1 0 0,0 1 0 0 0,8 4 1 0 0,-9-3-31 0 0,1-1-1 0 0,0-1 1 0 0,0 1 0 0 0,-1 0 0 0 0,1-1-1 0 0,0 0 1 0 0,0 0 0 0 0,0 0 0 0 0,8 1 0 0 0,-7-2-442 0 0,-1 0 1 0 0,1 0 0 0 0,0-1-1 0 0,0 1 1 0 0,-1-1 0 0 0,1 0-1 0 0,0 0 1 0 0,-1-1 0 0 0,1 0-1 0 0,-1 1 1 0 0,1-1 0 0 0,-1-1-1 0 0,7-3 1 0 0,-1 0-1347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12.070"/>
    </inkml:context>
    <inkml:brush xml:id="br0">
      <inkml:brushProperty name="width" value="0.05" units="cm"/>
      <inkml:brushProperty name="height" value="0.05" units="cm"/>
    </inkml:brush>
  </inkml:definitions>
  <inkml:trace contextRef="#ctx0" brushRef="#br0">282 35 4937 0 0,'-1'-8'4775'0'0,"-1"-8"-3347"0"0,0 15-1323 0 0,-1-1 1 0 0,1 1-1 0 0,-1 0 1 0 0,1 0-1 0 0,-1 0 1 0 0,1 0 0 0 0,-1 0-1 0 0,1 1 1 0 0,-1-1-1 0 0,0 1 1 0 0,1 0-1 0 0,-1-1 1 0 0,0 1-1 0 0,-3 1 1 0 0,-40 4 473 0 0,36-3-544 0 0,0 1 1 0 0,1 0 0 0 0,-1 0-1 0 0,1 1 1 0 0,0 0 0 0 0,-10 6-1 0 0,15-6-28 0 0,-1-1-1 0 0,1 1 1 0 0,-1 0-1 0 0,1 0 0 0 0,0 0 1 0 0,0 0-1 0 0,1 1 1 0 0,0 0-1 0 0,-1 0 0 0 0,2 0 1 0 0,-6 10-1 0 0,-11 35-31 0 0,9-23 50 0 0,-16 32 1 0 0,24-57-10 0 0,1 1 0 0 0,0 0 0 0 0,0 0 1 0 0,0 0-1 0 0,0 0 0 0 0,0 0 0 0 0,1 0 1 0 0,-1 0-1 0 0,1 0 0 0 0,0 0 0 0 0,0 0 1 0 0,0 0-1 0 0,0 1 0 0 0,0-1 0 0 0,1 0 1 0 0,-1 0-1 0 0,1 0 0 0 0,0 0 0 0 0,0 0 1 0 0,2 3-1 0 0,-2-6-4 0 0,0 1 0 0 0,0 0-1 0 0,0 0 1 0 0,0-1 0 0 0,0 1 0 0 0,0-1 0 0 0,0 1-1 0 0,0-1 1 0 0,1 1 0 0 0,-1-1 0 0 0,0 0 0 0 0,0 0-1 0 0,0 0 1 0 0,1 1 0 0 0,-1-1 0 0 0,2-1 0 0 0,12 4 58 0 0,6 6-36 0 0,-12-4-29 0 0,0-1 1 0 0,1-1-1 0 0,-1 1 1 0 0,1-2 0 0 0,0 1-1 0 0,-1-1 1 0 0,12 0-1 0 0,14-2-480 0 0,-1-2 1 0 0,0-2-1 0 0,-1-1 0 0 0,1-1 0 0 0,-1-2 0 0 0,0-1 0 0 0,35-16 0 0 0,-3 0-1884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2.189"/>
    </inkml:context>
    <inkml:brush xml:id="br0">
      <inkml:brushProperty name="width" value="0.05" units="cm"/>
      <inkml:brushProperty name="height" value="0.05" units="cm"/>
    </inkml:brush>
  </inkml:definitions>
  <inkml:trace contextRef="#ctx0" brushRef="#br0">1 435 576 0 0,'0'0'3904'0'0,"0"-32"-1548"0"0,0-271-6 0 0,4 307-2329 0 0,-3-3-14 0 0,0-1-1 0 0,-1 1 1 0 0,1 0-1 0 0,0 0 1 0 0,0 0 0 0 0,0 0-1 0 0,-1 0 1 0 0,1 0-1 0 0,0 0 1 0 0,-1 0-1 0 0,1 0 1 0 0,0 2 0 0 0,27 151 281 0 0,-15-96-166 0 0,-2 1 0 0 0,4 106 0 0 0,-13 771 211 0 0,-12-764-227 0 0,7-131 349 0 0,3-37 213 0 0,3-27-552 0 0,5-41-126 0 0,-1 12 30 0 0,1-64-1 0 0,-2-102-57 0 0,36-226-1 0 0,-36 390 59 0 0,-1-1 0 0 0,-4-1-1 0 0,-1 1 1 0 0,-11-69 0 0 0,7 70-12 0 0,3-99 1 0 0,3 68-33 0 0,-2 24 12 0 0,-5 48 16 0 0,-2-3 8 0 0,7-6 17 0 0,1-10-132 0 0,-2 22 109 0 0,1 10-1 0 0,0 0 0 0 0,0 0 0 0 0,0 0 0 0 0,0 0-1 0 0,0 0 1 0 0,0 0 0 0 0,0 1 0 0 0,0-1 0 0 0,0 0 0 0 0,0 0 0 0 0,0 0 0 0 0,0 0 0 0 0,0 0 0 0 0,0 0 0 0 0,0 0 0 0 0,0 0 0 0 0,0 0 0 0 0,0 0 0 0 0,0 0 0 0 0,0 0 0 0 0,0 0 0 0 0,0-1 0 0 0,-25 268-17 0 0,17-140 53 0 0,-27 364-95 0 0,34-383 63 0 0,14 142-1 0 0,-9-205 36 0 0,14 262 18 0 0,-18-304-409 0 0,0 18 560 0 0,2-13-5332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4.001"/>
    </inkml:context>
    <inkml:brush xml:id="br0">
      <inkml:brushProperty name="width" value="0.05" units="cm"/>
      <inkml:brushProperty name="height" value="0.05" units="cm"/>
    </inkml:brush>
  </inkml:definitions>
  <inkml:trace contextRef="#ctx0" brushRef="#br0">6 937 568 0 0,'-5'0'8623'0'0,"31"-16"-7856"0"0,-5 4-705 0 0,1 0 25 0 0,-1 0 0 0 0,0-2 0 0 0,34-29 0 0 0,-3 0 30 0 0,-37 32-77 0 0,0 0 1 0 0,-1-2 0 0 0,15-16 0 0 0,-1-4 31 0 0,69-79 29 0 0,-61 74-35 0 0,1 2 0 0 0,74-56-1 0 0,-24 32-46 0 0,179-94 0 0 0,-226 134 5 0 0,-2-3 0 0 0,40-30 0 0 0,-70 48-16 0 0,6-5 35 0 0,26-24 0 0 0,13-5 260 0 0,-46 33-106 0 0,-1 0-4659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5.366"/>
    </inkml:context>
    <inkml:brush xml:id="br0">
      <inkml:brushProperty name="width" value="0.05" units="cm"/>
      <inkml:brushProperty name="height" value="0.05" units="cm"/>
    </inkml:brush>
  </inkml:definitions>
  <inkml:trace contextRef="#ctx0" brushRef="#br0">0 1 280 0 0,'0'0'9569'0'0,"27"0"-9145"0"0,-6 2-344 0 0,0 1 1 0 0,0 1-1 0 0,0 0 0 0 0,-1 2 1 0 0,34 14-1 0 0,-22-9-5 0 0,38 16 107 0 0,-1 3 0 0 0,69 40 0 0 0,-61-28-38 0 0,62 36-20 0 0,119 65-20 0 0,-160-103-29 0 0,-60-26-60 0 0,-2 1 0 0 0,38 23 0 0 0,-69-35-8 0 0,1 1 0 0 0,0-1 1 0 0,-1 0-1 0 0,1-1 0 0 0,0 1 0 0 0,0-1 1 0 0,0-1-1 0 0,11 3 0 0 0,-14-2 4 0 0,1 0-1 0 0,-1 1 1 0 0,0-1 0 0 0,0 1-1 0 0,0-1 1 0 0,0 1 0 0 0,4 5-1 0 0,-2-3-21 0 0,-1 1-133 0 0,8 4 312 0 0,-3-7-2820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6.668"/>
    </inkml:context>
    <inkml:brush xml:id="br0">
      <inkml:brushProperty name="width" value="0.05" units="cm"/>
      <inkml:brushProperty name="height" value="0.05" units="cm"/>
    </inkml:brush>
  </inkml:definitions>
  <inkml:trace contextRef="#ctx0" brushRef="#br0">31 532 512 0 0,'0'0'1873'0'0,"-13"-8"954"0"0,4-6-822 0 0,8 14-1970 0 0,0-1-1 0 0,1 1 1 0 0,-1-1 0 0 0,0 0-1 0 0,1 0 1 0 0,-1 1 0 0 0,1-1 0 0 0,-1 0-1 0 0,1 0 1 0 0,0 1 0 0 0,-1-1 0 0 0,1 0-1 0 0,0 0 1 0 0,-1 0 0 0 0,1 0-1 0 0,0 1 1 0 0,0-1 0 0 0,0 0 0 0 0,0 0-1 0 0,0 0 1 0 0,0 0 0 0 0,0 0-1 0 0,0 0 1 0 0,0 0 0 0 0,0 1 0 0 0,0-1-1 0 0,1 0 1 0 0,-1 0 0 0 0,0 0-1 0 0,1 0 1 0 0,-1 1 0 0 0,0-1 0 0 0,1 0-1 0 0,-1 0 1 0 0,1 0 0 0 0,-1 1 0 0 0,1-1-1 0 0,0 0 1 0 0,-1 1 0 0 0,1-1-1 0 0,0 1 1 0 0,0-2 0 0 0,3 1 39 0 0,0-1 0 0 0,0 1 0 0 0,0 0-1 0 0,1 0 1 0 0,-1 1 0 0 0,0-1 0 0 0,0 1 0 0 0,0 0 0 0 0,0 0 0 0 0,1 0 0 0 0,7 2-1 0 0,3-2-14 0 0,19 2 190 0 0,-1 2-1 0 0,0 1 1 0 0,50 14 0 0 0,-42-9 61 0 0,62 8 0 0 0,-31-17-149 0 0,-37-2 25 0 0,-33 1-171 0 0,0 0-1 0 0,0-1 1 0 0,0 1 0 0 0,0-1-1 0 0,0 1 1 0 0,0-1-1 0 0,0 0 1 0 0,0 1 0 0 0,0-1-1 0 0,0 0 1 0 0,-1 0 0 0 0,1 0-1 0 0,0-1 1 0 0,-1 1-1 0 0,1 0 1 0 0,0-1 0 0 0,-1 1-1 0 0,0-1 1 0 0,1 1 0 0 0,-1-1-1 0 0,0 0 1 0 0,0 1-1 0 0,1-3 1 0 0,0 0-5 0 0,0 0 0 0 0,0-1 0 0 0,-1 1-1 0 0,1 0 1 0 0,-1-1 0 0 0,0 1 0 0 0,0 0 0 0 0,-1-1 0 0 0,1-5 0 0 0,-3-23 23 0 0,-1 0 1 0 0,-11-48-1 0 0,3 19-49 0 0,8 42 31 0 0,0 0 0 0 0,-1 0 0 0 0,-1 1 1 0 0,-1 0-1 0 0,0 0 0 0 0,-2 1 0 0 0,0-1 1 0 0,-12-18-1 0 0,0 16 65 0 0,16 18-720 0 0,1 0 1 0 0,1 1-1 0 0,-1-1 1 0 0,0 0 0 0 0,1-1-1 0 0,-1 1 1 0 0,-1-4-1 0 0,2 4-1435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8.114"/>
    </inkml:context>
    <inkml:brush xml:id="br0">
      <inkml:brushProperty name="width" value="0.05" units="cm"/>
      <inkml:brushProperty name="height" value="0.05" units="cm"/>
    </inkml:brush>
  </inkml:definitions>
  <inkml:trace contextRef="#ctx0" brushRef="#br0">0 4 1360 0 0,'0'-3'7086'0'0,"14"291"-6133"0"0,-2-89-718 0 0,10 17-49 0 0,0-18-104 0 0,-14-73-5 0 0,-1-38 147 0 0,-7 160 1 0 0,-3-207-160 0 0,1 1 0 0 0,2 0 1 0 0,2-1-1 0 0,2 1 0 0 0,9 40 1 0 0,-5-22 122 0 0,-7-49-249 0 0,1 10-38 0 0,0-13-3816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0.659"/>
    </inkml:context>
    <inkml:brush xml:id="br0">
      <inkml:brushProperty name="width" value="0.05" units="cm"/>
      <inkml:brushProperty name="height" value="0.05" units="cm"/>
    </inkml:brush>
  </inkml:definitions>
  <inkml:trace contextRef="#ctx0" brushRef="#br0">178 1932 1528 0 0,'0'0'2079'0'0,"-5"-20"649"0"0,-2 11-2492 0 0,2 0 0 0 0,-1 0 0 0 0,1-1 0 0 0,1 1 0 0 0,-5-13 0 0 0,2-2-89 0 0,0-1 0 0 0,2 0 0 0 0,1-1 0 0 0,0 1-1 0 0,2-1 1 0 0,2-27 0 0 0,-5-40 361 0 0,-10-169 394 0 0,-9 17-497 0 0,13 155-266 0 0,-5-190 74 0 0,28 114-205 0 0,-9 104-8 0 0,-4 47 4 0 0,2 0 0 0 0,0 0-1 0 0,5-25 1 0 0,-1 20-20 0 0,4-13 40 0 0,-1 0 0 0 0,-2 0 0 0 0,3-66 0 0 0,-9 8 100 0 0,0 90-115 0 0,0 0 0 0 0,0 0 0 0 0,0 0 0 0 0,0 1-1 0 0,0-1 1 0 0,0 0 0 0 0,-1 0 0 0 0,1 0 0 0 0,0 1 0 0 0,-1-1 0 0 0,1 0-1 0 0,-1 0 1 0 0,1 1 0 0 0,-1-1 0 0 0,1 0 0 0 0,-1 1 0 0 0,1-1 0 0 0,-1 1 0 0 0,1-1-1 0 0,-1 1 1 0 0,0-1 0 0 0,1 1 0 0 0,-1-1 0 0 0,0 1 0 0 0,0 0 0 0 0,1-1 0 0 0,-1 1-1 0 0,0 0 1 0 0,0-1 0 0 0,0 1 0 0 0,1 0 0 0 0,-1 0 0 0 0,0 0 0 0 0,0 0-1 0 0,0 0 1 0 0,0 0 0 0 0,1 0 0 0 0,-1 0 0 0 0,0 0 0 0 0,0 0 0 0 0,0 1 0 0 0,1-1-1 0 0,-3 1 1 0 0,2-1-6 0 0,-1 0-1 0 0,0 1 0 0 0,0-1 1 0 0,0 1-1 0 0,0 0 0 0 0,1 0 1 0 0,-1-1-1 0 0,0 1 1 0 0,1 0-1 0 0,-1 1 0 0 0,1-1 1 0 0,-1 0-1 0 0,1 0 0 0 0,-1 1 1 0 0,1-1-1 0 0,0 0 0 0 0,0 1 1 0 0,-1-1-1 0 0,0 3 0 0 0,-21 46-10 0 0,21-45 16 0 0,0-1 0 0 0,0 1-1 0 0,0 0 1 0 0,1 0 0 0 0,-1-1-1 0 0,1 1 1 0 0,0 8 0 0 0,0-11 8 0 0,1 0 0 0 0,0 1 0 0 0,0-1 0 0 0,0 1 0 0 0,1-1 0 0 0,-1 0 0 0 0,0 1 0 0 0,1-1 1 0 0,0 0-1 0 0,-1 0 0 0 0,1 1 0 0 0,0-1 0 0 0,0 0 0 0 0,0 0 0 0 0,1 0 0 0 0,-1 0 0 0 0,2 3 0 0 0,-2-5-8 0 0,0 1-1 0 0,-1-1 0 0 0,1 0 0 0 0,-1 1 1 0 0,1-1-1 0 0,0 1 0 0 0,-1-1 1 0 0,1 0-1 0 0,0 0 0 0 0,-1 1 1 0 0,1-1-1 0 0,0 0 0 0 0,0 0 1 0 0,-1 0-1 0 0,1 0 0 0 0,0 0 1 0 0,0 0-1 0 0,-1 0 0 0 0,1 0 0 0 0,0 0 1 0 0,0 0-1 0 0,-1 0 0 0 0,1 0 1 0 0,0-1-1 0 0,-1 1 0 0 0,1 0 1 0 0,0 0-1 0 0,-1-1 0 0 0,1 1 1 0 0,0-1-1 0 0,-1 1 0 0 0,1 0 1 0 0,-1-1-1 0 0,1 1 0 0 0,-1-1 0 0 0,1 1 1 0 0,0-2-1 0 0,16-21 87 0 0,-7 5-39 0 0,-7 13-38 0 0,0-1 0 0 0,0 1 1 0 0,0-1-1 0 0,-1 0 0 0 0,0 0 1 0 0,2-6-1 0 0,-4 10-13 0 0,0 0-1 0 0,0 0 1 0 0,0 0-1 0 0,0 1 1 0 0,0-1-1 0 0,0 0 1 0 0,-1 0-1 0 0,1 1 1 0 0,0-1-1 0 0,-1 0 1 0 0,0 1-1 0 0,1-1 1 0 0,-1 0-1 0 0,0 1 1 0 0,0-1-1 0 0,0 1 1 0 0,0-1-1 0 0,0 1 1 0 0,0 0-1 0 0,0-1 1 0 0,0 1-1 0 0,-1 0 1 0 0,1 0-1 0 0,0 0 1 0 0,-1 0 0 0 0,-1-2-1 0 0,2 3-6 0 0,1 0 0 0 0,-1 0 0 0 0,1-1 0 0 0,-1 1 0 0 0,1 0 0 0 0,-1 0 0 0 0,1-1 0 0 0,-1 1 0 0 0,1 0 0 0 0,-1 0 0 0 0,1 0 0 0 0,-1 0 0 0 0,1 0-1 0 0,-1 0 1 0 0,1 0 0 0 0,-1 0 0 0 0,1 0 0 0 0,-1 0 0 0 0,1 0 0 0 0,-1 0 0 0 0,1 0 0 0 0,-1 0 0 0 0,1 0 0 0 0,-1 1 0 0 0,1-1 0 0 0,-1 0 0 0 0,1 0 0 0 0,-1 1 0 0 0,1-1 0 0 0,-1 1 0 0 0,-10 16 0 0 0,0 25 27 0 0,10-38-22 0 0,0 0 1 0 0,1 0 0 0 0,0 0 0 0 0,0 0-1 0 0,0 0 1 0 0,0 0 0 0 0,0 0 0 0 0,1 0-1 0 0,-1 0 1 0 0,1 0 0 0 0,0 0 0 0 0,1 0-1 0 0,-1 0 1 0 0,4 5 0 0 0,-3-6 10 0 0,0 0 1 0 0,0 0 0 0 0,1-1-1 0 0,-1 1 1 0 0,1-1-1 0 0,-1 0 1 0 0,1 0-1 0 0,0 0 1 0 0,0 0 0 0 0,0 0-1 0 0,0-1 1 0 0,1 1-1 0 0,-1-1 1 0 0,0 0 0 0 0,1 0-1 0 0,6 1 1 0 0,-5-1 3 0 0,1 0 0 0 0,0-1 1 0 0,0 0-1 0 0,-1 0 0 0 0,1 0 0 0 0,0-1 1 0 0,-1 0-1 0 0,1 0 0 0 0,-1 0 1 0 0,1-1-1 0 0,-1 0 0 0 0,1 0 0 0 0,-1 0 1 0 0,0-1-1 0 0,0 1 0 0 0,5-5 1 0 0,11-4 45 0 0,-20 9-55 0 0,1 1-1 0 0,-1-1 1 0 0,0 0 0 0 0,0 0-1 0 0,0 0 1 0 0,0 0-1 0 0,0 0 1 0 0,-1 0 0 0 0,1 0-1 0 0,0 0 1 0 0,-1-1 0 0 0,0 1-1 0 0,1 0 1 0 0,-1 0-1 0 0,0 0 1 0 0,0-3 0 0 0,4-21 42 0 0,0 17-38 0 0,0 3 4 0 0,-1-1 1 0 0,0 0-1 0 0,0 0 0 0 0,-1-1 1 0 0,0 1-1 0 0,0-1 1 0 0,-1 1-1 0 0,0-1 1 0 0,0-9-1 0 0,-1 15-19 0 0,0 1 0 0 0,0 0 0 0 0,0 0 0 0 0,0-1 0 0 0,0 1-1 0 0,-1 0 1 0 0,1 0 0 0 0,0-1 0 0 0,-1 1 0 0 0,1 0 0 0 0,-1 0 0 0 0,0 0-1 0 0,1 0 1 0 0,-1 0 0 0 0,0 0 0 0 0,1 0 0 0 0,-1 0 0 0 0,0 0 0 0 0,0 0-1 0 0,0 0 1 0 0,0 0 0 0 0,0 1 0 0 0,0-1 0 0 0,0 0 0 0 0,0 1 0 0 0,0-1-1 0 0,-1 1 1 0 0,1-1 0 0 0,0 1 0 0 0,0-1 0 0 0,0 1 0 0 0,-1 0 0 0 0,1 0-1 0 0,0-1 1 0 0,0 1 0 0 0,-2 0 0 0 0,-3 0-12 0 0,1 0 0 0 0,0 1 0 0 0,0-1 0 0 0,0 1 0 0 0,0 0 0 0 0,0 0 0 0 0,-9 4 0 0 0,13-4 15 0 0,0 0 0 0 0,0 0 0 0 0,0 1 0 0 0,0-1 0 0 0,0 1 0 0 0,1-1 0 0 0,-1 1 0 0 0,0-1 0 0 0,1 1 0 0 0,-1-1 0 0 0,1 1 0 0 0,-1 0 0 0 0,1-1 0 0 0,0 1 0 0 0,0 0 0 0 0,0-1 0 0 0,0 4 0 0 0,-4 14-27 0 0,-6 3 14 0 0,6-16 10 0 0,1 0-1 0 0,1 0 1 0 0,-1 1-1 0 0,1-1 1 0 0,0 1-1 0 0,0 0 1 0 0,1-1-1 0 0,0 1 1 0 0,0 8-1 0 0,1-12 13 0 0,0 0 0 0 0,0 0 0 0 0,1 0-1 0 0,-1-1 1 0 0,1 1 0 0 0,0 0-1 0 0,0 0 1 0 0,0 0 0 0 0,0-1 0 0 0,0 1-1 0 0,0 0 1 0 0,1-1 0 0 0,0 1-1 0 0,-1-1 1 0 0,1 0 0 0 0,0 1 0 0 0,0-1-1 0 0,0 0 1 0 0,0 0 0 0 0,0 0-1 0 0,1 0 1 0 0,-1-1 0 0 0,1 1-1 0 0,-1-1 1 0 0,5 2 0 0 0,-3-1 6 0 0,1 0 0 0 0,0-1 1 0 0,-1 1-1 0 0,1-1 0 0 0,0-1 0 0 0,0 1 0 0 0,0-1 1 0 0,0 1-1 0 0,0-1 0 0 0,0-1 0 0 0,0 1 1 0 0,0-1-1 0 0,-1 0 0 0 0,9-2 0 0 0,-11 2-5 0 0,-1 0 0 0 0,1 0-1 0 0,-1 0 1 0 0,1 0 0 0 0,-1 0-1 0 0,0-1 1 0 0,1 1 0 0 0,-1-1-1 0 0,0 1 1 0 0,0-1 0 0 0,0 1-1 0 0,0-1 1 0 0,0 1 0 0 0,1-4-1 0 0,8-26 98 0 0,-9 29-103 0 0,-1 0 0 0 0,1 0 0 0 0,-1 0 0 0 0,0 0 0 0 0,0 0 0 0 0,0 0 0 0 0,0 0 0 0 0,0 0 0 0 0,-1-1 0 0 0,1 1 0 0 0,0 0 0 0 0,-1 0 0 0 0,0 0 0 0 0,1 0 0 0 0,-1 0-1 0 0,0 0 1 0 0,0 0 0 0 0,0 1 0 0 0,0-1 0 0 0,-1 0 0 0 0,1 0 0 0 0,0 1 0 0 0,-1-1 0 0 0,-2-1 0 0 0,1 0-21 0 0,-2 0-1 0 0,1 1 1 0 0,0-1 0 0 0,0 1-1 0 0,-1 0 1 0 0,0 0 0 0 0,1 1-1 0 0,-1-1 1 0 0,-9 0 0 0 0,4 0-191 0 0,0 1 1 0 0,0 1-1 0 0,-11 0 1 0 0,-12 4-3728 0 0,25-2 759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2.666"/>
    </inkml:context>
    <inkml:brush xml:id="br0">
      <inkml:brushProperty name="width" value="0.05" units="cm"/>
      <inkml:brushProperty name="height" value="0.05" units="cm"/>
    </inkml:brush>
  </inkml:definitions>
  <inkml:trace contextRef="#ctx0" brushRef="#br0">60 16 2489 0 0,'0'0'1868'0'0,"-29"-3"1915"0"0,22-1-3099 0 0,5 3-585 0 0,1 0 0 0 0,-1 0 0 0 0,0 0 0 0 0,1 0-1 0 0,-1 0 1 0 0,0 1 0 0 0,0-1 0 0 0,0 1 0 0 0,1-1 0 0 0,-5 1 962 0 0,31 3-534 0 0,37 0-342 0 0,93 17 1 0 0,-40-4-110 0 0,-13-9 40 0 0,121-8 1 0 0,-78-2-26 0 0,142-5 78 0 0,31 6-42 0 0,-163 4-106 0 0,42-5 182 0 0,-56 1-108 0 0,-83-7-82 0 0,13 8 7 0 0,-51-11-2906 0 0,-12 7-263 0 0,-1 0-387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4.081"/>
    </inkml:context>
    <inkml:brush xml:id="br0">
      <inkml:brushProperty name="width" value="0.05" units="cm"/>
      <inkml:brushProperty name="height" value="0.05" units="cm"/>
    </inkml:brush>
  </inkml:definitions>
  <inkml:trace contextRef="#ctx0" brushRef="#br0">26 46 2681 0 0,'0'0'896'0'0,"0"-32"4003"0"0,0 31-4859 0 0,0 1 0 0 0,0-1 0 0 0,0 1 0 0 0,0 0-1 0 0,0-1 1 0 0,0 1 0 0 0,0-1 0 0 0,0 1 0 0 0,0-1-1 0 0,0 1 1 0 0,0-1 0 0 0,0 1 0 0 0,0-1-1 0 0,0 1 1 0 0,-1-1 0 0 0,1 1 0 0 0,0 0 0 0 0,0-1-1 0 0,-1 1 1 0 0,1-1 0 0 0,0 1 0 0 0,0 0-1 0 0,-1-1 1 0 0,1 1 0 0 0,0 0 0 0 0,-1-1 0 0 0,1 1-1 0 0,-1 0 1 0 0,1 0 0 0 0,0-1 0 0 0,-1 1 0 0 0,1 0-1 0 0,-1 0 1 0 0,1 0 0 0 0,-1 0 0 0 0,1-1-1 0 0,0 1 1 0 0,-2 0 0 0 0,2 0-31 0 0,-1 1 1 0 0,1-1-1 0 0,-1 0 1 0 0,0 1-1 0 0,1-1 0 0 0,-1 0 1 0 0,1 1-1 0 0,-1-1 1 0 0,0 1-1 0 0,1-1 0 0 0,-1 1 1 0 0,1-1-1 0 0,0 1 1 0 0,-1-1-1 0 0,1 1 1 0 0,-1 0-1 0 0,1-1 0 0 0,0 1 1 0 0,0-1-1 0 0,-1 1 1 0 0,1 0-1 0 0,0-1 0 0 0,0 1 1 0 0,0 0-1 0 0,-1-1 1 0 0,1 1-1 0 0,0 0 0 0 0,0 0 1 0 0,-1 9 14 0 0,0 2 27 0 0,-1 0-1 0 0,2 0 0 0 0,-1 1 1 0 0,4 22-1 0 0,-2-32-5 0 0,-1 1 0 0 0,1-1 0 0 0,0 1 0 0 0,1-1 0 0 0,-1 0 0 0 0,1 1 0 0 0,-1-1 0 0 0,1 0 0 0 0,0 0 0 0 0,0 0 1 0 0,0 0-1 0 0,1-1 0 0 0,-1 1 0 0 0,1 0 0 0 0,-1-1 0 0 0,1 0 0 0 0,0 0 0 0 0,0 0 0 0 0,0 0 0 0 0,0 0 0 0 0,5 2 0 0 0,-4-2 0 0 0,-1-1-1 0 0,0 1 1 0 0,1-1 0 0 0,-1 0-1 0 0,1 0 1 0 0,-1 0 0 0 0,1-1-1 0 0,0 1 1 0 0,-1-1 0 0 0,1 0 0 0 0,-1 0-1 0 0,1 0 1 0 0,0-1 0 0 0,-1 1-1 0 0,1-1 1 0 0,0 1 0 0 0,-1-1 0 0 0,6-3-1 0 0,-8 3-39 0 0,0-1-1 0 0,0 1 1 0 0,0-1-1 0 0,0 0 1 0 0,0 0-1 0 0,0 1 0 0 0,-1-1 1 0 0,1 0-1 0 0,0 0 1 0 0,0-3-1 0 0,6-13 47 0 0,-6 15-39 0 0,1 0 0 0 0,0 0 0 0 0,0 0 0 0 0,-1 0-1 0 0,0 0 1 0 0,1-1 0 0 0,-1 1 0 0 0,-1 0 0 0 0,1-1-1 0 0,0 1 1 0 0,0-7 0 0 0,-1 9-18 0 0,0-1 1 0 0,0 1-1 0 0,0 0 1 0 0,0-1-1 0 0,-1 1 1 0 0,1-1-1 0 0,0 1 0 0 0,-1-1 1 0 0,1 1-1 0 0,-1 0 1 0 0,1-1-1 0 0,-1 1 1 0 0,1 0-1 0 0,-1 0 1 0 0,0-1-1 0 0,0 1 0 0 0,0 0 1 0 0,0 0-1 0 0,0 0 1 0 0,0 0-1 0 0,0 0 1 0 0,0 0-1 0 0,0 0 0 0 0,0 0 1 0 0,0 1-1 0 0,-1-1 1 0 0,1 0-1 0 0,0 1 1 0 0,-3-2-1 0 0,0 1-1 0 0,0 0-1 0 0,0 1 1 0 0,0-1 0 0 0,0 0 0 0 0,0 1-1 0 0,0 0 1 0 0,0 0 0 0 0,0 1 0 0 0,-8 0-1 0 0,11 0 7 0 0,-1-1-1 0 0,0 1 1 0 0,1-1-1 0 0,-1 1 1 0 0,0 0-1 0 0,1-1 1 0 0,-1 1-1 0 0,1 0 1 0 0,-1 0-1 0 0,1 0 1 0 0,0 0-1 0 0,-1 0 1 0 0,1 1-1 0 0,0-1 1 0 0,0 0-1 0 0,0 1 0 0 0,0-1 1 0 0,0 1-1 0 0,0-1 1 0 0,0 1-1 0 0,0-1 1 0 0,1 1-1 0 0,-1 0 1 0 0,0 2-1 0 0,-11 26-66 0 0,10-26 60 0 0,0-1 1 0 0,0 1-1 0 0,1 0 1 0 0,-1 0-1 0 0,1-1 1 0 0,0 1-1 0 0,0 0 0 0 0,0 0 1 0 0,0 6-1 0 0,1-5 38 0 0,1 19 9 0 0,-1-23-37 0 0,0 0-1 0 0,1 0 0 0 0,-1 0 0 0 0,0-1 0 0 0,0 1 1 0 0,0 0-1 0 0,1 0 0 0 0,-1-1 0 0 0,0 1 0 0 0,1 0 0 0 0,-1 0 1 0 0,1-1-1 0 0,-1 1 0 0 0,1 0 0 0 0,-1-1 0 0 0,1 1 1 0 0,-1-1-1 0 0,1 1 0 0 0,0-1 0 0 0,-1 1 0 0 0,1-1 0 0 0,0 1 1 0 0,-1-1-1 0 0,2 1 0 0 0,28 13 175 0 0,-26-12-160 0 0,0 0-1 0 0,0 1 0 0 0,0-2 0 0 0,0 1 1 0 0,0 0-1 0 0,1-1 0 0 0,-1 0 0 0 0,6 1 0 0 0,-3-1 8 0 0,0-1-1 0 0,0 0 1 0 0,-1 0-1 0 0,1-1 1 0 0,0 0-1 0 0,-1 0 1 0 0,1-1-1 0 0,-1 0 0 0 0,1 0 1 0 0,-1 0-1 0 0,9-5 1 0 0,-12 4-5 0 0,0 0 0 0 0,-1 0-1 0 0,1-1 1 0 0,-1 1 0 0 0,0 0 0 0 0,0-1 0 0 0,0 0 0 0 0,-1 1 0 0 0,1-1 0 0 0,-1 0 0 0 0,2-6-1 0 0,-4-19 20 0 0,1 28-36 0 0,0 0 0 0 0,0 0 0 0 0,0 0 0 0 0,-1 0 0 0 0,1 0 0 0 0,0 0 0 0 0,-1 0-1 0 0,1 0 1 0 0,-1 0 0 0 0,1 0 0 0 0,-1 1 0 0 0,1-1 0 0 0,-1 0 0 0 0,1 0 0 0 0,-1 1 0 0 0,0-1 0 0 0,1 0 0 0 0,-1 1 0 0 0,0-1-1 0 0,0 0 1 0 0,0 1 0 0 0,0-1 0 0 0,1 1 0 0 0,-1 0 0 0 0,0-1 0 0 0,-1 1 0 0 0,-27-12-40 0 0,25 10 31 0 0,1 0 1 0 0,0 0 0 0 0,-1 1-1 0 0,1-1 1 0 0,-1 1 0 0 0,1 0 0 0 0,-1 0-1 0 0,0 0 1 0 0,-6 0 0 0 0,7 1 1 0 0,-1 0 0 0 0,1 0 0 0 0,-1 0 0 0 0,1 1 0 0 0,0-1 0 0 0,-1 1 0 0 0,1 0 0 0 0,0 0 0 0 0,-1 0 1 0 0,1 0-1 0 0,0 0 0 0 0,0 1 0 0 0,0-1 0 0 0,0 1 0 0 0,-5 4 0 0 0,5-3 7 0 0,1 0 0 0 0,-1 1-1 0 0,1-1 1 0 0,0 1 0 0 0,0-1 0 0 0,0 1 0 0 0,1 0 0 0 0,-1 0-1 0 0,1 0 1 0 0,0-1 0 0 0,0 1 0 0 0,-1 8 0 0 0,1-5-17 0 0,-1 1 0 0 0,0-1 0 0 0,-1 0 0 0 0,1 0 0 0 0,-8 12 0 0 0,9-15 19 0 0,-1 1 0 0 0,1-1 0 0 0,0 0 0 0 0,0 1 0 0 0,0-1 0 0 0,1 1 0 0 0,-1-1 0 0 0,1 1 0 0 0,1 5 1 0 0,-1-2 47 0 0,1-6-33 0 0,0 0 0 0 0,1-1-1 0 0,-1 1 1 0 0,1-1-1 0 0,0 1 1 0 0,-1-1 0 0 0,1 0-1 0 0,0 1 1 0 0,0-1-1 0 0,0 0 1 0 0,0 0 0 0 0,0 0-1 0 0,0-1 1 0 0,4 2-1 0 0,1 0-2 0 0,0-1-1 0 0,0 0 0 0 0,0-1 0 0 0,1 0 0 0 0,-1 0 0 0 0,0 0 0 0 0,0-1 0 0 0,0 0 0 0 0,0 0 1 0 0,0-1-1 0 0,0 0 0 0 0,11-5 0 0 0,-13 6-9 0 0,-1-1 1 0 0,1 0 0 0 0,-1-1-1 0 0,1 1 1 0 0,-1-1-1 0 0,0 0 1 0 0,0 0-1 0 0,0 0 1 0 0,-1 0 0 0 0,1-1-1 0 0,-1 0 1 0 0,0 0-1 0 0,0 1 1 0 0,0-2 0 0 0,0 1-1 0 0,-1 0 1 0 0,1-1-1 0 0,1-6 1 0 0,18-43 265 0 0,-22 53-267 0 0,1 0-1 0 0,-1 0 1 0 0,0 0 0 0 0,1 0 0 0 0,-1 0 0 0 0,0 0 0 0 0,0 0 0 0 0,0 0 0 0 0,0-1 0 0 0,1 1 0 0 0,-2 0-1 0 0,1 0 1 0 0,0 0 0 0 0,0 0 0 0 0,0 0 0 0 0,0 0 0 0 0,-1 0 0 0 0,1 0 0 0 0,0 0 0 0 0,-1 0 0 0 0,1 0 0 0 0,-1 0-1 0 0,1 0 1 0 0,-1 0 0 0 0,0-1 0 0 0,-1 1-5 0 0,1 0-1 0 0,-1-1 1 0 0,0 1 0 0 0,0 0-1 0 0,1 0 1 0 0,-1 0 0 0 0,0 1-1 0 0,0-1 1 0 0,0 0 0 0 0,0 1-1 0 0,0-1 1 0 0,-3 0 0 0 0,-2 1-93 0 0,0-1-1 0 0,0 1 1 0 0,-1 0 0 0 0,1 1 0 0 0,0 0 0 0 0,-13 3 0 0 0,11-1-558 0 0,1 0 1 0 0,0 1-1 0 0,-13 8 1 0 0,0 0-2342 0 0,8-6-810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5.337"/>
    </inkml:context>
    <inkml:brush xml:id="br0">
      <inkml:brushProperty name="width" value="0.05" units="cm"/>
      <inkml:brushProperty name="height" value="0.05" units="cm"/>
    </inkml:brush>
  </inkml:definitions>
  <inkml:trace contextRef="#ctx0" brushRef="#br0">206 118 3249 0 0,'-7'-8'487'0'0,"2"0"1"0"0,-1-1-1 0 0,1 1 0 0 0,0-1 1 0 0,1 0-1 0 0,0 0 1 0 0,-4-15-1 0 0,-7-9 1723 0 0,9 66-1473 0 0,4 45-682 0 0,9 88-1 0 0,0-28 16 0 0,0 292 1840 0 0,-11-429-1488 0 0,-1-10-329 0 0,2-27-80 0 0,1-1-1 0 0,1 0 1 0 0,3 0 0 0 0,9-63 0 0 0,-10 97-21 0 0,-1 0 0 0 0,1 0 1 0 0,0 0-1 0 0,0 1 0 0 0,0-1 1 0 0,0 0-1 0 0,0 1 0 0 0,0-1 1 0 0,1 1-1 0 0,-1-1 0 0 0,1 1 1 0 0,0 0-1 0 0,0 0 0 0 0,0 0 1 0 0,0 0-1 0 0,0 0 0 0 0,0 0 1 0 0,0 0-1 0 0,4-1 0 0 0,-2 1 11 0 0,0 1 0 0 0,-1-1 0 0 0,1 1-1 0 0,0 0 1 0 0,0 1 0 0 0,0-1 0 0 0,0 1-1 0 0,0-1 1 0 0,0 1 0 0 0,0 1 0 0 0,0-1-1 0 0,6 1 1 0 0,2 2 5 0 0,0 0 1 0 0,1 1-1 0 0,-2 1 0 0 0,1-1 0 0 0,0 2 0 0 0,-1 0 1 0 0,20 13-1 0 0,-18-10-30 0 0,-10-7 27 0 0,1 0 0 0 0,-1 1 0 0 0,1-1 1 0 0,-1 1-1 0 0,0 0 0 0 0,0 0 0 0 0,4 6 1 0 0,-1-1 23 0 0,-2-3-1 0 0,0 1-1 0 0,0-1 0 0 0,-1 1 0 0 0,0 0 0 0 0,0 0 0 0 0,-1 0 0 0 0,1 0 0 0 0,1 9 0 0 0,-2-8 2 0 0,0 0 1 0 0,0-1-1 0 0,1 1 0 0 0,4 8 0 0 0,-4-11-2 0 0,-1 1-1 0 0,0-1 1 0 0,0 1-1 0 0,0 0 1 0 0,0 0-1 0 0,-1 0 1 0 0,0 0-1 0 0,0 0 1 0 0,0 0-1 0 0,-1 0 1 0 0,1 7-1 0 0,-2-7-5 0 0,0-1-1 0 0,1 0 1 0 0,-2 0-1 0 0,1 1 1 0 0,0-1 0 0 0,-1 0-1 0 0,0 0 1 0 0,0 0-1 0 0,0 0 1 0 0,0-1-1 0 0,0 1 1 0 0,-1-1-1 0 0,0 1 1 0 0,0-1 0 0 0,0 0-1 0 0,0 0 1 0 0,0 0-1 0 0,-1 0 1 0 0,1-1-1 0 0,-1 1 1 0 0,-5 2 0 0 0,-4 2 53 0 0,0-2-1 0 0,-1 1 1 0 0,0-2 0 0 0,0 0 0 0 0,-20 4 0 0 0,8-5 16 0 0,20-2-63 0 0,0-1 1 0 0,1 1-1 0 0,-1 0 0 0 0,0 1 1 0 0,0-1-1 0 0,1 1 1 0 0,-1 0-1 0 0,-8 5 0 0 0,8-4 0 0 0,0 1-1 0 0,0-1 1 0 0,0 0-1 0 0,-1-1 0 0 0,1 0 1 0 0,-1 0-1 0 0,1 0 1 0 0,-12 1-1 0 0,-1-2 82 0 0,-33-1 0 0 0,13-1 143 0 0,36 0-232 0 0,0 1 1 0 0,0-1 0 0 0,0 0 0 0 0,0 0 0 0 0,0 0-1 0 0,0 0 1 0 0,1 0 0 0 0,-1 0 0 0 0,-3-3 0 0 0,4 3-60 0 0,1 0 0 0 0,0 0 1 0 0,-1 1-1 0 0,1-1 0 0 0,0 0 1 0 0,0-1-1 0 0,-1 1 0 0 0,1 0 0 0 0,0 0 1 0 0,0 0-1 0 0,0-1 0 0 0,0 1 1 0 0,1 0-1 0 0,-1-1 0 0 0,0 1 1 0 0,1-1-1 0 0,-1 1 0 0 0,0-3 1 0 0,1 3-227 0 0,0 0 0 0 0,1 0 0 0 0,-1 0 0 0 0,1 0 0 0 0,-1 0 0 0 0,1 0 0 0 0,-1 1 0 0 0,1-1 0 0 0,0 0 1 0 0,-1 0-1 0 0,1 1 0 0 0,0-1 0 0 0,-1 1 0 0 0,1-1 0 0 0,1 0 0 0 0,13-8-3190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7.926"/>
    </inkml:context>
    <inkml:brush xml:id="br0">
      <inkml:brushProperty name="width" value="0.05" units="cm"/>
      <inkml:brushProperty name="height" value="0.05" units="cm"/>
    </inkml:brush>
  </inkml:definitions>
  <inkml:trace contextRef="#ctx0" brushRef="#br0">477 94 2425 0 0,'0'0'892'0'0,"-5"-22"3229"0"0,-7 6-2640 0 0,10 14-1359 0 0,1 0-1 0 0,0 0 0 0 0,-1 0 1 0 0,0 0-1 0 0,1 0 0 0 0,-1 0 1 0 0,0 0-1 0 0,0 1 0 0 0,0-1 1 0 0,-4-2-1 0 0,-4-1-54 0 0,-1 0 0 0 0,1 0 0 0 0,-1 2 0 0 0,0-1 1 0 0,0 1-1 0 0,0 1 0 0 0,0 0 0 0 0,0 0 0 0 0,-1 1 0 0 0,1 1 0 0 0,-1 0 0 0 0,1 0 0 0 0,0 1 0 0 0,-15 4 0 0 0,5-1 5 0 0,0 2-1 0 0,1 0 1 0 0,0 2-1 0 0,0 0 1 0 0,1 1 0 0 0,-32 20-1 0 0,48-26-69 0 0,0 0 0 0 0,0 0 0 0 0,0 0 0 0 0,0 0 0 0 0,1 0 0 0 0,-1 0 0 0 0,1 1 0 0 0,0 0 0 0 0,0-1 0 0 0,0 1 0 0 0,0 0-1 0 0,1 0 1 0 0,0 0 0 0 0,-1 0 0 0 0,1 0 0 0 0,1 0 0 0 0,-1 0 0 0 0,0 4 0 0 0,1-1-8 0 0,-2-1 1 0 0,1 0-1 0 0,-1 0 0 0 0,0-1 1 0 0,0 1-1 0 0,-5 10 1 0 0,2-8 13 0 0,1 0 0 0 0,0 0 0 0 0,0 0 0 0 0,1 1 1 0 0,0-1-1 0 0,1 1 0 0 0,0 0 0 0 0,0 0 0 0 0,1 0 1 0 0,0 0-1 0 0,0 0 0 0 0,1 0 0 0 0,0 0 0 0 0,1 0 1 0 0,0-1-1 0 0,0 1 0 0 0,1 0 0 0 0,0 0 0 0 0,1 0 1 0 0,0-1-1 0 0,0 0 0 0 0,1 1 0 0 0,0-1 0 0 0,0 0 1 0 0,8 9-1 0 0,-8-14 17 0 0,0 1 0 0 0,0-1 0 0 0,1 0 1 0 0,0 0-1 0 0,-1-1 0 0 0,1 1 0 0 0,0-1 0 0 0,0 0 0 0 0,0 0 1 0 0,1-1-1 0 0,-1 0 0 0 0,0 0 0 0 0,8 1 0 0 0,-5-1 7 0 0,0 1-1 0 0,-1 0 0 0 0,1 0 0 0 0,0 1 1 0 0,8 4-1 0 0,-8-3-4 0 0,0-1 0 0 0,1 1-1 0 0,-1-1 1 0 0,1-1 0 0 0,-1 1 0 0 0,1-1-1 0 0,0-1 1 0 0,10 1 0 0 0,77-2 116 0 0,-45-2-68 0 0,7 2-4807 0 0,-45-2 2230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10.850"/>
    </inkml:context>
    <inkml:brush xml:id="br0">
      <inkml:brushProperty name="width" value="0.05" units="cm"/>
      <inkml:brushProperty name="height" value="0.05" units="cm"/>
    </inkml:brush>
  </inkml:definitions>
  <inkml:trace contextRef="#ctx0" brushRef="#br0">33 345 584 0 0,'0'0'8042'0'0,"-13"8"-6412"0"0,12-7-1578 0 0,1-1 0 0 0,0 1 1 0 0,0-1-1 0 0,-1 1 0 0 0,1-1 1 0 0,0 1-1 0 0,0-1 0 0 0,0 1 1 0 0,-1 0-1 0 0,1-1 1 0 0,0 1-1 0 0,0-1 0 0 0,0 1 1 0 0,0-1-1 0 0,0 1 0 0 0,0 0 1 0 0,0-1-1 0 0,1 1 1 0 0,-1-1-1 0 0,0 1 0 0 0,0-1 1 0 0,0 1-1 0 0,1-1 0 0 0,-1 1 1 0 0,0-1-1 0 0,0 1 1 0 0,1-1-1 0 0,-1 1 0 0 0,1 0 4 0 0,1 0-1 0 0,-1 0 1 0 0,0 0-1 0 0,0-1 1 0 0,0 1 0 0 0,1 0-1 0 0,-1-1 1 0 0,0 1-1 0 0,1-1 1 0 0,-1 0-1 0 0,3 1 1 0 0,44 1 192 0 0,-38-2-126 0 0,-2 0-89 0 0,1-1-1 0 0,0 0 1 0 0,0 0 0 0 0,-1-1 0 0 0,1 0 0 0 0,0 0-1 0 0,-1-1 1 0 0,0 0 0 0 0,0-1 0 0 0,0 0 0 0 0,0 0 0 0 0,0-1-1 0 0,-1 0 1 0 0,0 0 0 0 0,0 0 0 0 0,0-1 0 0 0,-1 0-1 0 0,0-1 1 0 0,0 1 0 0 0,0-1 0 0 0,-1 0 0 0 0,8-15 0 0 0,-2 1 10 0 0,-1-1-1 0 0,0-1 1 0 0,-2 1 0 0 0,7-33 0 0 0,-14 50-35 0 0,1 0 0 0 0,-1 1 0 0 0,1-1 0 0 0,0 1 1 0 0,0-1-1 0 0,3-3 0 0 0,-3 5 9 0 0,0-1 0 0 0,0 1-1 0 0,0 0 1 0 0,-1-1 0 0 0,1 1 0 0 0,-1-1 0 0 0,0 1 0 0 0,0-1 0 0 0,0 0 0 0 0,0-6 0 0 0,-1 8-11 0 0,-1 0 0 0 0,1 0 0 0 0,-1 0-1 0 0,1 0 1 0 0,-1 0 0 0 0,1 0 0 0 0,-1 0 0 0 0,0 0 0 0 0,0 0 0 0 0,0 0 0 0 0,0 0-1 0 0,0 1 1 0 0,-1-1 0 0 0,1 1 0 0 0,-1-1 0 0 0,1 1 0 0 0,-1-1 0 0 0,1 1-1 0 0,-1-1 1 0 0,0 1 0 0 0,1 0 0 0 0,-1 0 0 0 0,0 0 0 0 0,0 0 0 0 0,0 1-1 0 0,0-1 1 0 0,0 0 0 0 0,0 1 0 0 0,0-1 0 0 0,0 1 0 0 0,0 0 0 0 0,-3-1 0 0 0,-1 1-14 0 0,1-1 0 0 0,-1 1 0 0 0,0 0 0 0 0,0 0 1 0 0,0 0-1 0 0,0 1 0 0 0,1 0 0 0 0,-1 0 0 0 0,0 1 1 0 0,1-1-1 0 0,-7 4 0 0 0,-4 2 14 0 0,10-5-7 0 0,0 1 0 0 0,1 0 0 0 0,-1 0 0 0 0,0 0 0 0 0,1 1 1 0 0,0-1-1 0 0,0 1 0 0 0,0 1 0 0 0,0-1 0 0 0,-5 7 0 0 0,-13 25 15 0 0,-49 88-71 0 0,67-113 56 0 0,1 0 0 0 0,1 1 0 0 0,-3 12 0 0 0,4-14 5 0 0,0 0 0 0 0,-1-1 0 0 0,0 1 0 0 0,0-1 0 0 0,-8 14 0 0 0,8-18-6 0 0,0 0 0 0 0,1 0 0 0 0,0 0 0 0 0,0 1 0 0 0,0-1-1 0 0,1 1 1 0 0,-1-1 0 0 0,1 1 0 0 0,1-1 0 0 0,-1 1 0 0 0,1-1 0 0 0,0 1-1 0 0,0 0 1 0 0,0-1 0 0 0,1 1 0 0 0,0-1 0 0 0,0 1 0 0 0,1-1 0 0 0,-1 1-1 0 0,1-1 1 0 0,0 0 0 0 0,6 10 0 0 0,-5-12 15 0 0,0 0 0 0 0,1 0 0 0 0,-1-1 0 0 0,1 1 0 0 0,-1-1 0 0 0,1 0 0 0 0,0 0 0 0 0,0 0 1 0 0,0 0-1 0 0,0-1 0 0 0,0 1 0 0 0,0-1 0 0 0,1 0 0 0 0,5 0 0 0 0,-3 1 4 0 0,0 0 0 0 0,-1 0 0 0 0,1 0 0 0 0,10 6 0 0 0,-10-5-11 0 0,-1 0-1 0 0,1 0 0 0 0,0 0 0 0 0,-1 0 0 0 0,1-1 1 0 0,0-1-1 0 0,1 1 0 0 0,-1-1 0 0 0,0 0 1 0 0,0 0-1 0 0,0-1 0 0 0,1 0 0 0 0,-1-1 0 0 0,0 1 1 0 0,0-1-1 0 0,1-1 0 0 0,7-2 0 0 0,2-1-58 0 0,0-1 0 0 0,-1-1 0 0 0,0-1 0 0 0,0 0 0 0 0,28-21 0 0 0,-33 22-46 0 0,-4 2-287 0 0,0 0-1 0 0,0 0 0 0 0,0-1 1 0 0,-1 0-1 0 0,1 0 0 0 0,-1 0 0 0 0,5-9 1 0 0,-3 2-1476 0 0,-2-1-1051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12.157"/>
    </inkml:context>
    <inkml:brush xml:id="br0">
      <inkml:brushProperty name="width" value="0.05" units="cm"/>
      <inkml:brushProperty name="height" value="0.05" units="cm"/>
    </inkml:brush>
  </inkml:definitions>
  <inkml:trace contextRef="#ctx0" brushRef="#br0">54 32 2184 0 0,'0'0'414'0'0,"-24"-4"6003"0"0,19-1-4289 0 0,5 15-1638 0 0,5 16-396 0 0,-3-22-39 0 0,1-1 1 0 0,-1 1 0 0 0,1-1 0 0 0,0 0 0 0 0,-1 1 0 0 0,2-1 0 0 0,-1-1 0 0 0,0 1-1 0 0,0 0 1 0 0,1-1 0 0 0,-1 0 0 0 0,1 1 0 0 0,0-1 0 0 0,0-1 0 0 0,0 1-1 0 0,0-1 1 0 0,0 1 0 0 0,0-1 0 0 0,0 0 0 0 0,0-1 0 0 0,1 1 0 0 0,-1-1 0 0 0,0 1-1 0 0,0-1 1 0 0,1-1 0 0 0,-1 1 0 0 0,0-1 0 0 0,5 0 0 0 0,-8 0-42 0 0,1 0 1 0 0,-1 0-1 0 0,1 0 1 0 0,-1 0 0 0 0,0-1-1 0 0,0 1 1 0 0,1 0-1 0 0,-1-1 1 0 0,0 1-1 0 0,0 0 1 0 0,0-1-1 0 0,-1 1 1 0 0,1-1-1 0 0,0 0 1 0 0,0 1-1 0 0,-1-1 1 0 0,1 1-1 0 0,-1-1 1 0 0,0 0 0 0 0,1 0-1 0 0,-1 1 1 0 0,0-1-1 0 0,0-2 1 0 0,0 2-16 0 0,1 0 1 0 0,-1 0-1 0 0,0-1 1 0 0,0 1-1 0 0,-1 0 1 0 0,1 0-1 0 0,0 0 1 0 0,-1 0-1 0 0,1 0 1 0 0,-1 0-1 0 0,0 0 1 0 0,1 0-1 0 0,-1 0 1 0 0,0 0-1 0 0,0 0 1 0 0,0 0-1 0 0,-1 1 1 0 0,1-1-1 0 0,-3-2 1 0 0,-1 0-10 0 0,-1 0 1 0 0,0 1 0 0 0,0 0 0 0 0,0 0 0 0 0,0 1 0 0 0,-8-3 0 0 0,11 4 7 0 0,0 0 1 0 0,0 1 0 0 0,0-1-1 0 0,0 1 1 0 0,-1 0 0 0 0,1 0-1 0 0,0 0 1 0 0,0 0 0 0 0,0 1-1 0 0,0-1 1 0 0,0 1 0 0 0,0-1-1 0 0,0 1 1 0 0,0 0 0 0 0,0 1-1 0 0,-3 1 1 0 0,5-2 0 0 0,0 0-1 0 0,0 0 1 0 0,0 0 0 0 0,0 1 0 0 0,0-1-1 0 0,0 1 1 0 0,0-1 0 0 0,0 1 0 0 0,1-1-1 0 0,-1 1 1 0 0,1-1 0 0 0,-1 1 0 0 0,0 2-1 0 0,-5 13-65 0 0,2-12 69 0 0,2 0 0 0 0,-1 0 0 0 0,1 0 0 0 0,-1 0 0 0 0,1 1 0 0 0,1-1 0 0 0,-1 1 0 0 0,1-1 0 0 0,0 1 0 0 0,0 0 0 0 0,1-1 0 0 0,-1 1 0 0 0,1 0 0 0 0,1-1 0 0 0,-1 1 0 0 0,1 0 0 0 0,2 9 0 0 0,-2-14 10 0 0,0 1 0 0 0,0 0 0 0 0,0-1 0 0 0,0 1 1 0 0,0-1-1 0 0,1 1 0 0 0,-1-1 0 0 0,0 1 0 0 0,1-1 0 0 0,-1 0 1 0 0,1 0-1 0 0,0 0 0 0 0,-1 0 0 0 0,1 0 0 0 0,0 0 1 0 0,-1 0-1 0 0,4 0 0 0 0,-1 1 14 0 0,1 0 1 0 0,-1-1-1 0 0,1 0 0 0 0,0 1 1 0 0,-1-2-1 0 0,6 1 1 0 0,-8 0-13 0 0,1-1 1 0 0,-1 0-1 0 0,1 0 0 0 0,0-1 1 0 0,-1 1-1 0 0,0 0 1 0 0,1-1-1 0 0,-1 1 1 0 0,1-1-1 0 0,-1 0 0 0 0,0 0 1 0 0,1 0-1 0 0,-1 0 1 0 0,0 0-1 0 0,0-1 1 0 0,0 1-1 0 0,0-1 0 0 0,0 1 1 0 0,0-1-1 0 0,0 0 1 0 0,0 1-1 0 0,-1-1 1 0 0,1 0-1 0 0,-1 0 0 0 0,1 0 1 0 0,-1-1-1 0 0,2-2 1 0 0,0 0-5 0 0,-1 1 1 0 0,1-1 0 0 0,-1 0-1 0 0,0 1 1 0 0,0-1 0 0 0,-1 0-1 0 0,1-1 1 0 0,-1 1 0 0 0,0 0-1 0 0,0 0 1 0 0,-1 0 0 0 0,0-1-1 0 0,0 1 1 0 0,0 0 0 0 0,0 0-1 0 0,-1-1 1 0 0,0 1 0 0 0,0 0-1 0 0,0 0 1 0 0,-1 0 0 0 0,-3-7-1 0 0,3 10-14 0 0,-1 0 0 0 0,0 1 0 0 0,0-1-1 0 0,-1 1 1 0 0,1-1 0 0 0,-6-1-1 0 0,-6-2-41 0 0,13 3 33 0 0,0 1 0 0 0,0 0 0 0 0,-1 0-1 0 0,1 0 1 0 0,0 1 0 0 0,-1-1-1 0 0,1 1 1 0 0,0-1 0 0 0,-1 1 0 0 0,1 0-1 0 0,-4 0 1 0 0,5 0 10 0 0,0 0 0 0 0,0 0 1 0 0,1 0-1 0 0,-1 0 0 0 0,0 1 0 0 0,0-1 0 0 0,0 0 0 0 0,0 1 1 0 0,0-1-1 0 0,0 1 0 0 0,0-1 0 0 0,1 1 0 0 0,-1 0 1 0 0,0-1-1 0 0,0 1 0 0 0,1 0 0 0 0,-1-1 0 0 0,0 1 0 0 0,1 0 1 0 0,-1 0-1 0 0,1-1 0 0 0,-1 1 0 0 0,1 0 0 0 0,-1 0 0 0 0,1 0 1 0 0,0 0-1 0 0,-1 0 0 0 0,1 0 0 0 0,0 1 0 0 0,-1 0 1 0 0,-1 8-17 0 0,0 0 0 0 0,-1 0-1 0 0,-1 0 1 0 0,-7 16 0 0 0,7-18 15 0 0,0 0 1 0 0,1 0-1 0 0,0 0 0 0 0,-3 18 1 0 0,5-22 12 0 0,0 0 1 0 0,0 0-1 0 0,1 1 0 0 0,0-1 1 0 0,0 0-1 0 0,0 0 0 0 0,0 1 1 0 0,1-1-1 0 0,0 0 1 0 0,0 0-1 0 0,0 1 0 0 0,2 4 1 0 0,-1-6 12 0 0,-1-1 0 0 0,1 0 0 0 0,0 0 0 0 0,-1-1 0 0 0,1 1 0 0 0,0 0 0 0 0,0 0 0 0 0,1-1 0 0 0,-1 1 0 0 0,0-1 0 0 0,0 0 0 0 0,1 0 0 0 0,-1 0 0 0 0,1 0 0 0 0,-1 0 0 0 0,1 0 0 0 0,-1-1 0 0 0,1 1 0 0 0,-1-1 1 0 0,1 0-1 0 0,0 0 0 0 0,4 0 0 0 0,-4 0-14 0 0,1 0 0 0 0,-1 0 1 0 0,0 0-1 0 0,0-1 0 0 0,0 1 1 0 0,0-1-1 0 0,0 0 0 0 0,0 0 1 0 0,0 0-1 0 0,0 0 0 0 0,-1-1 1 0 0,1 1-1 0 0,0-1 0 0 0,-1 0 1 0 0,1 1-1 0 0,-1-1 0 0 0,1 0 1 0 0,-1-1-1 0 0,3-3 0 0 0,0-2 8 0 0,-1-1 0 0 0,0 0 1 0 0,5-16-1 0 0,9-21 71 0 0,-17 44-80 0 0,1-1 0 0 0,-1 1 1 0 0,0-1-1 0 0,0 1 0 0 0,0-1 0 0 0,0 1 0 0 0,0-1 0 0 0,0 1 0 0 0,-1-1 1 0 0,1 0-1 0 0,-1 0 0 0 0,0 1 0 0 0,0-1 0 0 0,0 0 0 0 0,0 1 0 0 0,-1-1 0 0 0,1 0 1 0 0,-1 1-1 0 0,-1-6 0 0 0,1 6-19 0 0,0 0 1 0 0,-1-1-1 0 0,0 1 0 0 0,1 0 1 0 0,-1 0-1 0 0,0 0 1 0 0,0 1-1 0 0,0-1 0 0 0,0 0 1 0 0,0 1-1 0 0,-1-1 1 0 0,1 1-1 0 0,0 0 0 0 0,-1-1 1 0 0,1 1-1 0 0,-1 0 1 0 0,1 1-1 0 0,-1-1 0 0 0,-3 0 1 0 0,2 0-40 0 0,-1 0 0 0 0,1 0 1 0 0,0 1-1 0 0,-1 0 0 0 0,1 0 1 0 0,-1 0-1 0 0,1 0 0 0 0,0 1 0 0 0,-1-1 1 0 0,1 1-1 0 0,-8 3 0 0 0,10-3-228 0 0,0 0-1 0 0,0 0 0 0 0,0 0 1 0 0,0 0-1 0 0,0 1 1 0 0,1-1-1 0 0,-1 0 0 0 0,0 1 1 0 0,-2 3-1 0 0,-3 4-1479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16.507"/>
    </inkml:context>
    <inkml:brush xml:id="br0">
      <inkml:brushProperty name="width" value="0.05" units="cm"/>
      <inkml:brushProperty name="height" value="0.05" units="cm"/>
      <inkml:brushProperty name="color" value="#FF0066"/>
    </inkml:brush>
  </inkml:definitions>
  <inkml:trace contextRef="#ctx0" brushRef="#br0">92 2 3497 0 0,'-2'0'0'0'0,"-1"0"960"0"0,-23-2 40 0 0,6 2 48 0 0,3 0 17 0 0,10 0-977 0 0,2 0-32 0 0,4 0-288 0 0,-3 0-48 0 0,1 0-89 0 0,1 0-319 0 0,0 2-776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20.334"/>
    </inkml:context>
    <inkml:brush xml:id="br0">
      <inkml:brushProperty name="width" value="0.05" units="cm"/>
      <inkml:brushProperty name="height" value="0.05" units="cm"/>
      <inkml:brushProperty name="color" value="#FF0066"/>
    </inkml:brush>
  </inkml:definitions>
  <inkml:trace contextRef="#ctx0" brushRef="#br0">125 137 2048 0 0,'0'0'-330'0'0,"-15"-5"1841"0"0,-50-56 3022 0 0,65 61-4519 0 0,0-1 1 0 0,-1 1 0 0 0,1-1-1 0 0,0 1 1 0 0,-1 0 0 0 0,1-1-1 0 0,-1 1 1 0 0,1 0 0 0 0,-1-1-1 0 0,1 1 1 0 0,-1 0 0 0 0,1 0-1 0 0,-1 0 1 0 0,1-1 0 0 0,-1 1-1 0 0,1 0 1 0 0,-1 0 0 0 0,1 0-1 0 0,-1 0 1 0 0,0 0 0 0 0,1 0-1 0 0,-1 0 1 0 0,1 0 0 0 0,-1 0-1 0 0,1 0 1 0 0,-1 0 0 0 0,1 0-1 0 0,-1 1 1 0 0,1-1 0 0 0,-1 0-1 0 0,1 0 1 0 0,-1 0 0 0 0,1 1-1 0 0,-1-1 1 0 0,1 0 0 0 0,-1 1-1 0 0,1-1 1 0 0,-1 0 0 0 0,1 1-1 0 0,0-1 1 0 0,-1 1 0 0 0,1-1-1 0 0,0 1 1 0 0,-1-1 0 0 0,1 0-1 0 0,0 1 1 0 0,0-1 0 0 0,-1 2-1 0 0,0 0 33 0 0,0 1 0 0 0,-1-1 0 0 0,1 1 0 0 0,1-1 0 0 0,-1 1-1 0 0,0 0 1 0 0,1-1 0 0 0,-1 5 0 0 0,1-2-41 0 0,2 26 170 0 0,-1-30-150 0 0,-1 1-1 0 0,1-1 0 0 0,0 1 1 0 0,-1-1-1 0 0,1 0 0 0 0,0 1 1 0 0,0-1-1 0 0,0 0 1 0 0,0 0-1 0 0,0 0 0 0 0,0 1 1 0 0,0-1-1 0 0,0 0 0 0 0,0 0 1 0 0,1 0-1 0 0,-1-1 0 0 0,3 3 1 0 0,-2-3-7 0 0,-1 1 1 0 0,1-1-1 0 0,0 1 1 0 0,0-1-1 0 0,-1 1 1 0 0,1-1-1 0 0,0 0 1 0 0,0 0-1 0 0,0 0 1 0 0,-1 0-1 0 0,1 0 1 0 0,0 0-1 0 0,0-1 1 0 0,0 1-1 0 0,-1-1 1 0 0,1 1-1 0 0,0-1 1 0 0,-1 1-1 0 0,1-1 1 0 0,0 0 0 0 0,-1 0-1 0 0,1 0 1 0 0,-1 0-1 0 0,1 0 1 0 0,-1 0-1 0 0,0 0 1 0 0,1-1-1 0 0,0-1 1 0 0,5-4 40 0 0,0-1 1 0 0,-1-1 0 0 0,9-14-1 0 0,-10 14-39 0 0,-2 3-1 0 0,0 1 0 0 0,-1 0 0 0 0,1-1 0 0 0,-2 0 0 0 0,1 0 0 0 0,1-9 1 0 0,-2 14-14 0 0,-1 0 0 0 0,0-1 0 0 0,1 1 1 0 0,-1-1-1 0 0,0 1 0 0 0,0 0 0 0 0,0-1 1 0 0,0 1-1 0 0,0-1 0 0 0,0 1 0 0 0,0 0 1 0 0,0-1-1 0 0,-1 1 0 0 0,1-1 0 0 0,-1 1 1 0 0,1 0-1 0 0,-1 0 0 0 0,1-1 0 0 0,-1 1 1 0 0,0 0-1 0 0,1 0 0 0 0,-1-1 0 0 0,0 1 0 0 0,0 0 1 0 0,0 0-1 0 0,0 0 0 0 0,0 0 0 0 0,0 0 1 0 0,0 1-1 0 0,-1-1 0 0 0,1 0 0 0 0,0 0 1 0 0,-2 0-1 0 0,1 1-1 0 0,1-1 0 0 0,-1 1 0 0 0,1 0 0 0 0,-1 0 0 0 0,1 0 0 0 0,-1 0 0 0 0,0 0 0 0 0,1 0 0 0 0,-1 0 0 0 0,1 0 0 0 0,-1 1 0 0 0,1-1 1 0 0,-1 1-1 0 0,1-1 0 0 0,-1 1 0 0 0,1 0 0 0 0,-1-1 0 0 0,1 1 0 0 0,0 0 0 0 0,-2 1 0 0 0,0 1-4 0 0,1-1 0 0 0,-1 1 0 0 0,1-1 0 0 0,0 1 0 0 0,0 0 0 0 0,0 0 0 0 0,0 0 0 0 0,-2 7 0 0 0,0 1 16 0 0,0 0 0 0 0,1 0 0 0 0,1 1 0 0 0,-2 17 0 0 0,3-26-18 0 0,0 5 21 0 0,0-1 0 0 0,1 1 0 0 0,-1 0 1 0 0,2-1-1 0 0,-1 1 0 0 0,1-1 0 0 0,2 10 0 0 0,-3-16-9 0 0,1 0 0 0 0,0 1 0 0 0,-1-1 0 0 0,1 0 0 0 0,0 0 0 0 0,0 0 0 0 0,0 0-1 0 0,0 0 1 0 0,-1 0 0 0 0,1 0 0 0 0,1 0 0 0 0,-1 0 0 0 0,0-1 0 0 0,0 1 0 0 0,0 0 0 0 0,0-1 0 0 0,1 1 0 0 0,-1-1 0 0 0,0 1 0 0 0,0-1-1 0 0,1 1 1 0 0,-1-1 0 0 0,0 0 0 0 0,1 0 0 0 0,-1 0 0 0 0,0 0 0 0 0,1 0 0 0 0,-1 0 0 0 0,0 0 0 0 0,1 0 0 0 0,-1 0 0 0 0,0 0 0 0 0,1-1 0 0 0,-1 1-1 0 0,0-1 1 0 0,2 0 0 0 0,1-1 3 0 0,-1 1-1 0 0,0-1 0 0 0,0 0 1 0 0,-1 0-1 0 0,1 0 1 0 0,0 0-1 0 0,-1 0 0 0 0,1-1 1 0 0,-1 1-1 0 0,0-1 1 0 0,1 0-1 0 0,-1 0 0 0 0,1-3 1 0 0,-1 1-4 0 0,0 0 1 0 0,0 0 0 0 0,-1 0-1 0 0,0-1 1 0 0,0 1-1 0 0,0-8 1 0 0,0 10-3 0 0,-1 1 1 0 0,0-1-1 0 0,0 1 0 0 0,0-1 1 0 0,0 0-1 0 0,-1 1 0 0 0,1-1 1 0 0,-1 1-1 0 0,1-1 0 0 0,-1 1 1 0 0,0 0-1 0 0,0-1 1 0 0,0 1-1 0 0,0 0 0 0 0,-3-4 1 0 0,3 4-7 0 0,0 1 1 0 0,0 0 0 0 0,0 0 0 0 0,0 0 0 0 0,-1 0 0 0 0,1 0 0 0 0,0 0 0 0 0,-1 0 0 0 0,1 0-1 0 0,0 1 1 0 0,-1-1 0 0 0,1 0 0 0 0,-1 1 0 0 0,1-1 0 0 0,-1 1 0 0 0,1 0 0 0 0,-1-1 0 0 0,0 1-1 0 0,1 0 1 0 0,-1 0 0 0 0,1 0 0 0 0,-1 0 0 0 0,1 0 0 0 0,-1 0 0 0 0,0 1 0 0 0,1-1 0 0 0,-1 1-1 0 0,1-1 1 0 0,-1 1 0 0 0,1-1 0 0 0,-1 1 0 0 0,1 0 0 0 0,-2 0 0 0 0,1 2-1 0 0,-1-1-1 0 0,1 0 1 0 0,-1 1 0 0 0,1-1 0 0 0,0 1 0 0 0,0-1 0 0 0,1 1-1 0 0,-1 0 1 0 0,0 0 0 0 0,1 0 0 0 0,0 0 0 0 0,0 0-1 0 0,0 0 1 0 0,0 1 0 0 0,-1 2 0 0 0,1 0-8 0 0,1 1-1 0 0,-1-1 1 0 0,1 0 0 0 0,0 1-1 0 0,1-1 1 0 0,-1 0 0 0 0,1 0-1 0 0,0 1 1 0 0,3 6 0 0 0,-3-11 5 0 0,1 0 0 0 0,-1 0 0 0 0,1 0 0 0 0,-1 0 0 0 0,1 0 0 0 0,0-1 0 0 0,0 1 0 0 0,-1-1 0 0 0,1 1 0 0 0,0-1 0 0 0,1 1-1 0 0,-1-1 1 0 0,0 0 0 0 0,0 0 0 0 0,0 0 0 0 0,3 0 0 0 0,1 1 12 0 0,0 0-1 0 0,-1 0 1 0 0,1-1-1 0 0,0 0 0 0 0,9 1 1 0 0,-11-2 5 0 0,-1 0 1 0 0,1 0-1 0 0,-1 0 1 0 0,0 0 0 0 0,1-1-1 0 0,-1 1 1 0 0,1-1-1 0 0,-1 0 1 0 0,0 0 0 0 0,0 0-1 0 0,5-3 1 0 0,-6 3-12 0 0,-1-1 1 0 0,1 0-1 0 0,0 0 1 0 0,-1 0 0 0 0,1 0-1 0 0,-1 0 1 0 0,0 0-1 0 0,1 0 1 0 0,-1 0-1 0 0,0-1 1 0 0,-1 1 0 0 0,1 0-1 0 0,0 0 1 0 0,-1-1-1 0 0,1 1 1 0 0,0-5-1 0 0,0 1 3 0 0,-1-1-1 0 0,1 1 0 0 0,-1 0 1 0 0,0 0-1 0 0,-1 0 0 0 0,1 0 1 0 0,-2-8-1 0 0,1 12-3 0 0,1 0 0 0 0,-1 0 0 0 0,0 0 0 0 0,0-1 0 0 0,0 1-1 0 0,0 0 1 0 0,0 0 0 0 0,0 1 0 0 0,0-1 0 0 0,0 0 0 0 0,-1 0 0 0 0,1 0 0 0 0,-1 1 0 0 0,1-1 0 0 0,-1 1 0 0 0,0 0 0 0 0,0-1 0 0 0,0 1 0 0 0,0 0 0 0 0,1 0 0 0 0,-2 0-1 0 0,-2-1 1 0 0,-1 0 0 0 0,-8-2 3 0 0,0-1 1 0 0,-15-6 0 0 0,25 9-9 0 0,0 0 0 0 0,0 0 0 0 0,0 1 0 0 0,0 0 0 0 0,0 0 0 0 0,-1 0 0 0 0,1 0 1 0 0,-8 0-1 0 0,10 1-3 0 0,1 0 0 0 0,-1 1 0 0 0,0-1 0 0 0,0 0 1 0 0,0 0-1 0 0,0 1 0 0 0,1-1 0 0 0,-1 1 0 0 0,0 0 0 0 0,0-1 1 0 0,1 1-1 0 0,-1 0 0 0 0,1 0 0 0 0,-1 0 0 0 0,1 0 1 0 0,-1 0-1 0 0,1 0 0 0 0,-1 1 0 0 0,1-1 0 0 0,0 0 1 0 0,-2 3-1 0 0,0 2-1 0 0,-1 0 0 0 0,1 1 0 0 0,1-1 1 0 0,-1 1-1 0 0,1 0 0 0 0,0 0 0 0 0,1 0 1 0 0,-1 0-1 0 0,1 0 0 0 0,1 0 0 0 0,-1 0 1 0 0,1 0-1 0 0,1 0 0 0 0,-1 1 0 0 0,1-1 0 0 0,3 12 1 0 0,-3-17-1 0 0,0 0 0 0 0,0 0 0 0 0,0 0 0 0 0,0 0 0 0 0,1 0 0 0 0,-1 0 0 0 0,0-1 1 0 0,1 1-1 0 0,-1 0 0 0 0,1-1 0 0 0,0 1 0 0 0,-1-1 0 0 0,1 0 0 0 0,0 0 0 0 0,0 1 0 0 0,0-1 1 0 0,0 0-1 0 0,0 0 0 0 0,0-1 0 0 0,0 1 0 0 0,1 0 0 0 0,1 0 0 0 0,5 1 26 0 0,0-1 0 0 0,-1 1 0 0 0,1-1 0 0 0,11-1 0 0 0,-18 0-17 0 0,0 0 0 0 0,0-1 1 0 0,0 1-1 0 0,0-1 0 0 0,0 0 0 0 0,0 1 1 0 0,0-1-1 0 0,0 0 0 0 0,-1 0 1 0 0,1 0-1 0 0,0-1 0 0 0,-1 1 0 0 0,1 0 1 0 0,0-1-1 0 0,-1 1 0 0 0,0-1 1 0 0,1 1-1 0 0,-1-1 0 0 0,0 0 0 0 0,0 1 1 0 0,0-1-1 0 0,0 0 0 0 0,0 0 1 0 0,0 0-1 0 0,0-3 0 0 0,9-11 2 0 0,-7 11 5 0 0,0 0 0 0 0,1-1 0 0 0,-2 1 1 0 0,1-1-1 0 0,-1 1 0 0 0,0-1 0 0 0,0 0 1 0 0,0 0-1 0 0,-1 0 0 0 0,0 0 0 0 0,0 0 0 0 0,-1 0 1 0 0,1 0-1 0 0,-1 0 0 0 0,-1 0 0 0 0,1 0 1 0 0,-3-9-1 0 0,2 13-14 0 0,0 0 0 0 0,0 0 1 0 0,-1 1-1 0 0,1-1 0 0 0,-1 0 1 0 0,1 0-1 0 0,-1 1 0 0 0,0-1 0 0 0,1 1 1 0 0,-1-1-1 0 0,0 1 0 0 0,0 0 1 0 0,0 0-1 0 0,0 0 0 0 0,0 0 0 0 0,-1 0 1 0 0,1 0-1 0 0,0 0 0 0 0,0 1 1 0 0,-1-1-1 0 0,-3 1 0 0 0,0-1-2 0 0,0 0-1 0 0,0 1 1 0 0,0-1-1 0 0,0 1 1 0 0,-1 1-1 0 0,1-1 1 0 0,-8 3-1 0 0,12-3 6 0 0,1 1 0 0 0,0-1 0 0 0,-1 1 0 0 0,1-1 1 0 0,0 1-1 0 0,0 0 0 0 0,-1 0 0 0 0,1-1 0 0 0,0 1 0 0 0,0 0 0 0 0,0 0 0 0 0,0 0 0 0 0,0 0 0 0 0,0 0 0 0 0,0 0 0 0 0,0 1 0 0 0,1-1 0 0 0,-2 2 0 0 0,-5 26-13 0 0,7-26 8 0 0,-1 1 0 0 0,0 0 1 0 0,0 0-1 0 0,0-1 1 0 0,0 1-1 0 0,0 0 1 0 0,-3 4-1 0 0,0-2-3 0 0,1 0 0 0 0,0 0 0 0 0,1 0 0 0 0,-1 0 0 0 0,1 0 0 0 0,0 0 0 0 0,1 1 0 0 0,-1-1 0 0 0,1 1 0 0 0,1-1 0 0 0,-1 1 0 0 0,1-1 0 0 0,0 1 0 0 0,1 0 0 0 0,1 11 0 0 0,0-15 17 0 0,0 1 1 0 0,0-1-1 0 0,0 1 0 0 0,0-1 1 0 0,1 0-1 0 0,-1 0 0 0 0,1 0 0 0 0,0 0 1 0 0,0-1-1 0 0,0 1 0 0 0,0-1 1 0 0,0 0-1 0 0,0 0 0 0 0,1 0 0 0 0,-1 0 1 0 0,1 0-1 0 0,-1-1 0 0 0,1 1 1 0 0,0-1-1 0 0,0 0 0 0 0,0 0 1 0 0,-1-1-1 0 0,1 1 0 0 0,0-1 0 0 0,0 0 1 0 0,0 0-1 0 0,0 0 0 0 0,0-1 1 0 0,0 1-1 0 0,0-1 0 0 0,7-2 0 0 0,-8 1 0 0 0,-1 0 0 0 0,0 0 0 0 0,1 0-1 0 0,-1 0 1 0 0,0 0 0 0 0,0-1-1 0 0,0 1 1 0 0,0-1 0 0 0,-1 1 0 0 0,1-1-1 0 0,-1 0 1 0 0,2-3 0 0 0,12-35-22 0 0,-13 33 33 0 0,-1 0 0 0 0,0 0 1 0 0,0 0-1 0 0,0 0 0 0 0,-2-14 0 0 0,1 18-13 0 0,-1 0-1 0 0,1 0 1 0 0,-1 0 0 0 0,0 0-1 0 0,0 0 1 0 0,0 1-1 0 0,0-1 1 0 0,-1 0 0 0 0,1 1-1 0 0,-1-1 1 0 0,0 1-1 0 0,0-1 1 0 0,-3-3 0 0 0,-1 3-14 0 0,0 1 1 0 0,1 0 0 0 0,-1 0 0 0 0,0 0 0 0 0,0 0 0 0 0,-1 1-1 0 0,-8-2 1 0 0,14 4 1 0 0,0 0 0 0 0,1 0-1 0 0,-1 0 1 0 0,0 0 0 0 0,0 0 0 0 0,0 0-1 0 0,0 0 1 0 0,0 0 0 0 0,1 0-1 0 0,-1 0 1 0 0,0 1 0 0 0,0-1 0 0 0,0 0-1 0 0,0 1 1 0 0,1-1 0 0 0,-1 1-1 0 0,0-1 1 0 0,1 0 0 0 0,-1 1 0 0 0,0 0-1 0 0,1-1 1 0 0,-1 1 0 0 0,0-1-1 0 0,1 1 1 0 0,-1 0 0 0 0,1-1 0 0 0,-1 1-1 0 0,1 0 1 0 0,-1 0 0 0 0,1-1-1 0 0,0 1 1 0 0,-1 0 0 0 0,1 0 0 0 0,0 0-1 0 0,0 0 1 0 0,-1 1 0 0 0,1 0-2 0 0,0 0 0 0 0,-1 0 0 0 0,1 0 1 0 0,0 0-1 0 0,0 0 0 0 0,0 0 0 0 0,0 0 1 0 0,0 0-1 0 0,0 0 0 0 0,1 0 0 0 0,-1 0 1 0 0,0 0-1 0 0,1 0 0 0 0,0 0 0 0 0,1 2 0 0 0,0-1-17 0 0,0-1-1 0 0,0 1 0 0 0,1-1 0 0 0,-1 0 0 0 0,0 0 0 0 0,1 0 0 0 0,0 0 0 0 0,-1-1 0 0 0,1 1 0 0 0,0-1 0 0 0,0 0 0 0 0,0 1 0 0 0,0-1 0 0 0,0-1 0 0 0,6 2 0 0 0,-4-1-249 0 0,-1 0 0 0 0,1-1 1 0 0,0 0-1 0 0,0 0 0 0 0,0 0 0 0 0,-1 0 1 0 0,1-1-1 0 0,0 0 0 0 0,9-2 0 0 0,7-7-1403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24.287"/>
    </inkml:context>
    <inkml:brush xml:id="br0">
      <inkml:brushProperty name="width" value="0.05" units="cm"/>
      <inkml:brushProperty name="height" value="0.05" units="cm"/>
      <inkml:brushProperty name="color" value="#FF0066"/>
    </inkml:brush>
  </inkml:definitions>
  <inkml:trace contextRef="#ctx0" brushRef="#br0">99 56 328 0 0,'0'0'1458'0'0,"-1"-2"-1410"0"0,-3-6 5669 0 0,2 8-5650 0 0,0 1 1 0 0,0-1-1 0 0,0 1 1 0 0,0-1-1 0 0,0 1 1 0 0,0 0-1 0 0,1-1 1 0 0,-1 1-1 0 0,0 0 1 0 0,1 0-1 0 0,-1 0 1 0 0,0 1-1 0 0,1-1 1 0 0,-1 0-1 0 0,1 1 1 0 0,0-1-1 0 0,-1 1 1 0 0,1-1-1 0 0,-2 3 1 0 0,-21 40 216 0 0,13-23-110 0 0,7-14-164 0 0,1 0 0 0 0,0 1 0 0 0,0 0 0 0 0,0 0 0 0 0,1 0 0 0 0,0 0 0 0 0,1 0 0 0 0,-1 0 0 0 0,2 0 0 0 0,-1 0 0 0 0,2 12 0 0 0,-1-15-4 0 0,0-1 0 0 0,1 0 0 0 0,0 0-1 0 0,0 0 1 0 0,0 0 0 0 0,0 0 0 0 0,1 0-1 0 0,-1 0 1 0 0,1 0 0 0 0,0 0 0 0 0,0 0-1 0 0,0-1 1 0 0,1 1 0 0 0,0-1 0 0 0,-1 0-1 0 0,1 0 1 0 0,0 0 0 0 0,0 0 0 0 0,1 0-1 0 0,-1-1 1 0 0,1 1 0 0 0,-1-1 0 0 0,7 3-1 0 0,-4-2 4 0 0,-1-1 0 0 0,1 1 0 0 0,0-1 0 0 0,0-1 0 0 0,0 1 0 0 0,1-1 0 0 0,-1 0-1 0 0,0 0 1 0 0,0-1 0 0 0,1 0 0 0 0,-1 0 0 0 0,0 0 0 0 0,1-1 0 0 0,-1 0 0 0 0,11-3-1 0 0,-10 2 6 0 0,-1-1-1 0 0,0 0 0 0 0,0 0 0 0 0,0-1 0 0 0,0 1 0 0 0,-1-1 0 0 0,1-1 0 0 0,-1 1 0 0 0,0-1 0 0 0,0 0 1 0 0,0 0-1 0 0,-1 0 0 0 0,0-1 0 0 0,0 1 0 0 0,0-1 0 0 0,3-8 0 0 0,1 1 27 0 0,-1 0-1 0 0,0 0 1 0 0,-1 0 0 0 0,6-19-1 0 0,-11 27-22 0 0,0 0 0 0 0,0 0 0 0 0,0 0-1 0 0,-1 0 1 0 0,1 0 0 0 0,-1 1 0 0 0,-1-1-1 0 0,1 0 1 0 0,-1 0 0 0 0,1 0 0 0 0,-1 0 0 0 0,-1 0-1 0 0,1 1 1 0 0,-1-1 0 0 0,0 1 0 0 0,0-1-1 0 0,-3-4 1 0 0,2 3 3 0 0,-1 1 0 0 0,1 0 0 0 0,-1 0 0 0 0,-1 0 0 0 0,1 0 0 0 0,-1 0-1 0 0,0 1 1 0 0,0 0 0 0 0,0 0 0 0 0,0 1 0 0 0,-12-7 0 0 0,16 10-18 0 0,-5-4 15 0 0,-1 1 1 0 0,1 1-1 0 0,-13-5 0 0 0,16 7-21 0 0,0 0 0 0 0,1-1 0 0 0,-1 1 0 0 0,1 0 0 0 0,-1 0 0 0 0,1 0 0 0 0,-1 1 0 0 0,0-1 0 0 0,1 1 0 0 0,-1-1 0 0 0,1 1 0 0 0,-1 0 0 0 0,1 0 0 0 0,-3 1 0 0 0,1 3-20 0 0,-1 1 0 0 0,1-1 0 0 0,1 1 0 0 0,-1 0 0 0 0,1 0 0 0 0,0 0 0 0 0,-3 7 0 0 0,6-12 13 0 0,-3 9-401 0 0,0-1-1 0 0,0 1 1 0 0,1 0 0 0 0,1 0-1 0 0,-1 0 1 0 0,2 0 0 0 0,-1 0-1 0 0,2 14 1 0 0,-1-1-2213 0 0,0-18 1529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24.854"/>
    </inkml:context>
    <inkml:brush xml:id="br0">
      <inkml:brushProperty name="width" value="0.05" units="cm"/>
      <inkml:brushProperty name="height" value="0.05" units="cm"/>
      <inkml:brushProperty name="color" value="#FF0066"/>
    </inkml:brush>
  </inkml:definitions>
  <inkml:trace contextRef="#ctx0" brushRef="#br0">1 14 1680 0 0,'0'0'1410'0'0,"5"-13"1168"0"0,-3 13-2281 0 0,1-1-1 0 0,-1 2 1 0 0,1-1 0 0 0,-1 0 0 0 0,1 0-1 0 0,-1 1 1 0 0,1-1 0 0 0,-1 1-1 0 0,1 0 1 0 0,-1 0 0 0 0,0 0 0 0 0,1 0-1 0 0,-1 0 1 0 0,3 2 0 0 0,-2 1-273 0 0,1 0 0 0 0,-1-1 0 0 0,0 1 1 0 0,0 1-1 0 0,-1-1 0 0 0,3 6 0 0 0,-3-7 101 0 0,3 6-49 0 0,0-1-1 0 0,0 0 1 0 0,1 0 0 0 0,0 0-1 0 0,0 0 1 0 0,1-1 0 0 0,0 0-1 0 0,12 9 1 0 0,-14-13-260 0 0,0 0 0 0 0,1 0 0 0 0,-1-1 0 0 0,1 1 0 0 0,-1-1 0 0 0,1 0 0 0 0,0-1 1 0 0,0 1-1 0 0,0-1 0 0 0,0 0 0 0 0,0-1 0 0 0,0 1 0 0 0,0-1 0 0 0,0 0 0 0 0,7-2 0 0 0,3-1-1102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1.579"/>
    </inkml:context>
    <inkml:brush xml:id="br0">
      <inkml:brushProperty name="width" value="0.05" units="cm"/>
      <inkml:brushProperty name="height" value="0.05" units="cm"/>
      <inkml:brushProperty name="color" value="#FF0066"/>
    </inkml:brush>
  </inkml:definitions>
  <inkml:trace contextRef="#ctx0" brushRef="#br0">1 17 32 0 0,'0'0'1958'0'0,"1"-17"3198"0"0,124 17-4174 0 0,-72 0-4920 0 0,-49 0 2829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2.097"/>
    </inkml:context>
    <inkml:brush xml:id="br0">
      <inkml:brushProperty name="width" value="0.05" units="cm"/>
      <inkml:brushProperty name="height" value="0.05" units="cm"/>
      <inkml:brushProperty name="color" value="#FF0066"/>
    </inkml:brush>
  </inkml:definitions>
  <inkml:trace contextRef="#ctx0" brushRef="#br0">0 4 440 0 0,'0'-4'7334'0'0,"0"4"-7300"0"0,9 11 205 0 0,19-6-166 0 0,55-2-1372 0 0,-68-3 74 0 0,1 0-1002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4.222"/>
    </inkml:context>
    <inkml:brush xml:id="br0">
      <inkml:brushProperty name="width" value="0.05" units="cm"/>
      <inkml:brushProperty name="height" value="0.05" units="cm"/>
      <inkml:brushProperty name="color" value="#FF0066"/>
    </inkml:brush>
  </inkml:definitions>
  <inkml:trace contextRef="#ctx0" brushRef="#br0">183 3 120 0 0,'0'0'345'0'0,"-22"22"2992"0"0,-16-17-863 0 0,30-3-2215 0 0,-20 2-47 0 0,21-3-30 0 0,0 0 0 0 0,0 0 0 0 0,0 1 0 0 0,-12 4 0 0 0,16-4-144 0 0,0-1 0 0 0,0 1 0 0 0,0 0 0 0 0,1 0 0 0 0,-1 0-1 0 0,1 0 1 0 0,-1 1 0 0 0,1-1 0 0 0,0 1 0 0 0,0-1 0 0 0,0 1 0 0 0,0 0 0 0 0,1 0 0 0 0,-2 3 0 0 0,2-6-34 0 0,1 1 0 0 0,-1 0 0 0 0,1 0 0 0 0,0 0 0 0 0,-1-1 0 0 0,1 1 0 0 0,0 0 0 0 0,0 0 0 0 0,-1 0 0 0 0,1 0 0 0 0,0-1 0 0 0,0 1-1 0 0,0 0 1 0 0,0 0 0 0 0,0 0 0 0 0,0 0 0 0 0,0 0 0 0 0,1-1 0 0 0,-1 1 0 0 0,0 0 0 0 0,0 0 0 0 0,1 0 0 0 0,-1 0 0 0 0,0-1 0 0 0,1 1 0 0 0,0 1 0 0 0,0-1 15 0 0,0 0 0 0 0,1 0 0 0 0,-1 0 0 0 0,1 0 0 0 0,-1 0 0 0 0,1 0 0 0 0,-1 0 0 0 0,1-1 0 0 0,-1 1 0 0 0,1-1 0 0 0,0 1 0 0 0,2 0 0 0 0,7 0 97 0 0,1 1 0 0 0,0-2-1 0 0,14 0 1 0 0,-17 0-89 0 0,-8 0-1 0 0,1-1 1 0 0,0 1-1 0 0,0-1 1 0 0,-1 1-1 0 0,1-1 1 0 0,0 1-1 0 0,-1-1 0 0 0,1 0 1 0 0,-1 0-1 0 0,1 0 1 0 0,-1 0-1 0 0,1 0 1 0 0,-1 0-1 0 0,0-1 1 0 0,1 1-1 0 0,-1 0 0 0 0,0-1 1 0 0,0 1-1 0 0,0-1 1 0 0,0 1-1 0 0,0-1 1 0 0,0 1-1 0 0,-1-1 1 0 0,1 0-1 0 0,0-2 0 0 0,0 1-4 0 0,0 1 0 0 0,0 0 0 0 0,-1 0 0 0 0,1-1 0 0 0,-1 1-1 0 0,1-1 1 0 0,-1 1 0 0 0,0-1 0 0 0,0 1 0 0 0,0 0 0 0 0,-1-1-1 0 0,1 1 1 0 0,0-1 0 0 0,-1 1 0 0 0,0 0 0 0 0,1-1 0 0 0,-1 1 0 0 0,0 0-1 0 0,-2-3 1 0 0,1 3-16 0 0,1 1 0 0 0,-1-1 0 0 0,0 1 0 0 0,0-1 0 0 0,1 1 0 0 0,-1 0-1 0 0,0 0 1 0 0,0 0 0 0 0,0 0 0 0 0,-1 0 0 0 0,1 1 0 0 0,0-1 0 0 0,0 0 0 0 0,-5 0-1 0 0,-32-1-68 0 0,38 2 49 0 0,0 0 14 0 0,1 0 0 0 0,0 0 1 0 0,0 0-1 0 0,-1 0 0 0 0,1 0 0 0 0,0 0 1 0 0,-1 0-1 0 0,1 0 0 0 0,0 0 1 0 0,-1 0-1 0 0,1 0 0 0 0,0 0 0 0 0,-1 0 1 0 0,1 0-1 0 0,0 1 0 0 0,-1-1 0 0 0,1 0 1 0 0,0 0-1 0 0,0 0 0 0 0,-1 0 1 0 0,1 1-1 0 0,0-1 0 0 0,0 0 0 0 0,-1 0 1 0 0,1 1-1 0 0,0-1 0 0 0,0 0 0 0 0,0 0 1 0 0,-1 1-1 0 0,1-1 0 0 0,0 0 1 0 0,0 0-1 0 0,0 1 0 0 0,0-1 0 0 0,0 0 1 0 0,0 1-1 0 0,-1-1 0 0 0,1 0 0 0 0,0 1 1 0 0,0-1-1 0 0,0 0 0 0 0,0 1 0 0 0,0-1 1 0 0,0 0-1 0 0,0 1 0 0 0,1-1 1 0 0,-1 0-1 0 0,0 1 0 0 0,0-1 0 0 0,0 0 1 0 0,0 1-1 0 0,0-1 0 0 0,0 0 0 0 0,1 0 1 0 0,-1 1-1 0 0,0-1 0 0 0,13 15-42 0 0,-7-12 54 0 0,0-1 1 0 0,0 1-1 0 0,0-1 0 0 0,0-1 0 0 0,1 1 1 0 0,-1-1-1 0 0,1 0 0 0 0,-1 0 0 0 0,1-1 1 0 0,8-1-1 0 0,-15 1-7 0 0,1 0-1 0 0,0 0 1 0 0,-1 0 0 0 0,1 0 0 0 0,-1 0 0 0 0,1 0-1 0 0,-1 0 1 0 0,1 0 0 0 0,-1 0 0 0 0,1-1-1 0 0,0 1 1 0 0,-1 0 0 0 0,1 0 0 0 0,-1-1-1 0 0,1 1 1 0 0,-1 0 0 0 0,0-1 0 0 0,1 1 0 0 0,-1-1-1 0 0,1 1 1 0 0,-1 0 0 0 0,0-1 0 0 0,1 1-1 0 0,-1-1 1 0 0,0 1 0 0 0,1-1 0 0 0,-1 1 0 0 0,0-1-1 0 0,0 1 1 0 0,1-1 0 0 0,-1 0 0 0 0,0 1-1 0 0,0-1 1 0 0,0 1 0 0 0,0-1 0 0 0,0 1 0 0 0,0-1-1 0 0,0 0 1 0 0,0 1 0 0 0,0-1 0 0 0,0 1-1 0 0,0-1 1 0 0,0 0 0 0 0,-1 1 0 0 0,1-1 0 0 0,0 1-1 0 0,0-1 1 0 0,-1 1 0 0 0,1-1 0 0 0,0 1-1 0 0,0-1 1 0 0,-1 0 0 0 0,-15-26 33 0 0,-5 14-60 0 0,20 13 20 0 0,1 0 0 0 0,-1 0-1 0 0,1-1 1 0 0,0 1 0 0 0,-1 0 0 0 0,1 0-1 0 0,-1 0 1 0 0,1 0 0 0 0,0-1 0 0 0,-1 1-1 0 0,1 0 1 0 0,-1 0 0 0 0,1 0-1 0 0,-1 0 1 0 0,1 0 0 0 0,0 0 0 0 0,-1 0-1 0 0,1 0 1 0 0,-1 0 0 0 0,1 1 0 0 0,-1-1-1 0 0,1 0 1 0 0,0 0 0 0 0,-1 0 0 0 0,1 0-1 0 0,-1 1 1 0 0,1-1 0 0 0,0 0 0 0 0,-1 0-1 0 0,1 1 1 0 0,0-1 0 0 0,-1 0-1 0 0,1 0 1 0 0,0 1 0 0 0,-1-1 0 0 0,1 0-1 0 0,0 1 1 0 0,0-1 0 0 0,-1 1 0 0 0,1-1-1 0 0,0 0 1 0 0,0 1 0 0 0,0-1 0 0 0,0 1-1 0 0,0-1 1 0 0,-1 1 0 0 0,1-1 0 0 0,0 0-1 0 0,0 1 1 0 0,0-1 0 0 0,0 1 0 0 0,0 0-1 0 0,1 1 2 0 0,-1 0 0 0 0,1 0 0 0 0,-1 0 0 0 0,1 0 0 0 0,-1 1 0 0 0,1-1 0 0 0,0-1 0 0 0,0 1 0 0 0,0 0-1 0 0,0 0 1 0 0,1 0 0 0 0,-1 0 0 0 0,0-1 0 0 0,1 1 0 0 0,-1-1 0 0 0,4 3 0 0 0,28 20 27 0 0,-28-21 2 0 0,18 10 141 0 0,-23-12-162 0 0,1-1 0 0 0,-1 0 0 0 0,0 0-1 0 0,1 1 1 0 0,-1-1 0 0 0,1 0 0 0 0,-1 0-1 0 0,1 1 1 0 0,0-1 0 0 0,-1 0 0 0 0,1 0-1 0 0,-1 0 1 0 0,1 0 0 0 0,-1 0 0 0 0,1 0-1 0 0,-1 0 1 0 0,1 0 0 0 0,-1 0 0 0 0,1 0-1 0 0,0 0 1 0 0,-1 0 0 0 0,1 0 0 0 0,-1-1-1 0 0,1 1 1 0 0,-1 0 0 0 0,1 0 0 0 0,-1-1 0 0 0,1 1-1 0 0,-1 0 1 0 0,1-1 0 0 0,-1 1 0 0 0,0 0-1 0 0,1-1 1 0 0,0-1-2 0 0,-1 1 1 0 0,1-1-1 0 0,-1 1 1 0 0,1-1-1 0 0,-1 0 0 0 0,0 1 1 0 0,0-1-1 0 0,0 0 1 0 0,0 1-1 0 0,0-1 0 0 0,0 1 1 0 0,-1-1-1 0 0,1 0 1 0 0,0 1-1 0 0,-1-1 0 0 0,1 1 1 0 0,-1-1-1 0 0,0 1 1 0 0,1-1-1 0 0,-1 1 1 0 0,0-1-1 0 0,0 1 0 0 0,0 0 1 0 0,0-1-1 0 0,0 1 1 0 0,0 0-1 0 0,0 0 0 0 0,-1 0 1 0 0,1 0-1 0 0,-2-1 1 0 0,-1-2-1 0 0,-1 1 1 0 0,0-1-1 0 0,0 1 1 0 0,-1 1 0 0 0,1-1-1 0 0,-10-3 1 0 0,-18 3-66 0 0,33 3 53 0 0,-1 0 0 0 0,0-1 0 0 0,1 1 1 0 0,-1 0-1 0 0,1 0 0 0 0,-1 0 1 0 0,0 0-1 0 0,1 0 0 0 0,-1 0 1 0 0,0 1-1 0 0,1-1 0 0 0,-1 0 1 0 0,1 0-1 0 0,-1 0 0 0 0,0 1 0 0 0,1-1 1 0 0,-1 0-1 0 0,1 0 0 0 0,-1 1 1 0 0,1-1-1 0 0,-1 0 0 0 0,1 1 1 0 0,-1-1-1 0 0,1 1 0 0 0,-1-1 1 0 0,1 1-1 0 0,-1-1 0 0 0,1 1 0 0 0,0-1 1 0 0,-1 1-1 0 0,1-1 0 0 0,0 1 1 0 0,0 0-1 0 0,-1-1 0 0 0,1 1 1 0 0,0-1-1 0 0,0 1 0 0 0,0 0 0 0 0,0-1 1 0 0,0 1-1 0 0,0 0 0 0 0,0-1 1 0 0,0 1-1 0 0,0-1 0 0 0,0 1 1 0 0,0 1-1 0 0,2-1-193 0 0,-1 1-1 0 0,1-1 1 0 0,0 0-1 0 0,0 0 1 0 0,-1 0 0 0 0,1 0-1 0 0,0 0 1 0 0,0 0-1 0 0,0 0 1 0 0,0 0 0 0 0,0-1-1 0 0,1 1 1 0 0,2 0-1 0 0,-2 0-48 0 0,25 4-1688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7.306"/>
    </inkml:context>
    <inkml:brush xml:id="br0">
      <inkml:brushProperty name="width" value="0.05" units="cm"/>
      <inkml:brushProperty name="height" value="0.05" units="cm"/>
      <inkml:brushProperty name="color" value="#FF0066"/>
    </inkml:brush>
  </inkml:definitions>
  <inkml:trace contextRef="#ctx0" brushRef="#br0">282 151 672 0 0,'0'0'3798'0'0,"-20"-18"-1112"0"0,-16-76-1107 0 0,35 91-1476 0 0,-1 0-1 0 0,1 0 0 0 0,-1 1 0 0 0,1-1 1 0 0,-1 0-1 0 0,0 1 0 0 0,0-1 1 0 0,0 1-1 0 0,-1-1 0 0 0,1 1 1 0 0,0 0-1 0 0,-1 0 0 0 0,-4-3 1 0 0,6 5-91 0 0,1 0 0 0 0,-1 0 1 0 0,1 0-1 0 0,0 0 0 0 0,-1 1 1 0 0,1-1-1 0 0,-1 0 1 0 0,1 0-1 0 0,-1 0 0 0 0,1 1 1 0 0,0-1-1 0 0,-1 0 0 0 0,1 0 1 0 0,0 1-1 0 0,-1-1 1 0 0,1 0-1 0 0,0 1 0 0 0,-1-1 1 0 0,1 0-1 0 0,0 1 0 0 0,0-1 1 0 0,-1 1-1 0 0,1-1 1 0 0,0 0-1 0 0,0 1 0 0 0,0-1 1 0 0,0 1-1 0 0,-1-1 0 0 0,1 1 1 0 0,0-1-1 0 0,0 1 1 0 0,0-1-1 0 0,0 0 0 0 0,0 1 1 0 0,0 0-1 0 0,-4 25-17 0 0,3-18 37 0 0,-9 55 65 0 0,-1 68 1 0 0,7-67-78 0 0,-14 69 1 0 0,-12 44 373 0 0,29-172-438 0 0,-6 19 335 0 0,7-24-286 0 0,0 0 1 0 0,0 1-1 0 0,-1-1 1 0 0,1 1-1 0 0,0-1 0 0 0,-1 0 1 0 0,1 1-1 0 0,0-1 1 0 0,-1 0-1 0 0,1 1 0 0 0,-1-1 1 0 0,1 0-1 0 0,0 0 1 0 0,-1 1-1 0 0,1-1 0 0 0,-1 0 1 0 0,1 0-1 0 0,-1 0 1 0 0,1 0-1 0 0,-1 0 0 0 0,1 0 1 0 0,-1 1-1 0 0,1-1 1 0 0,-1 0-1 0 0,1 0 0 0 0,-1-1 1 0 0,1 1-1 0 0,-1 0 1 0 0,1 0-1 0 0,-1 0 0 0 0,1 0 1 0 0,0 0-1 0 0,-1 0 1 0 0,1-1-1 0 0,-1 1 0 0 0,1 0 1 0 0,-1 0-1 0 0,1-1 1 0 0,0 1-1 0 0,-1 0 0 0 0,1 0 1 0 0,-1-1-1 0 0,-27-13 84 0 0,24 13-96 0 0,0-1 0 0 0,0 1 1 0 0,0-1-1 0 0,0 0 0 0 0,0 0 0 0 0,0-1 0 0 0,0 1 0 0 0,1-1 0 0 0,-1 0 1 0 0,1 0-1 0 0,-6-7 0 0 0,9 10 7 0 0,0-1 1 0 0,0 0 0 0 0,0 1-1 0 0,0-1 1 0 0,0 0 0 0 0,0 1-1 0 0,0-1 1 0 0,0 0 0 0 0,1 0-1 0 0,-1 1 1 0 0,0-1-1 0 0,0 1 1 0 0,1-1 0 0 0,-1 0-1 0 0,0 1 1 0 0,1-1 0 0 0,-1 1-1 0 0,0-1 1 0 0,1 0 0 0 0,-1 1-1 0 0,1-1 1 0 0,-1 1-1 0 0,1 0 1 0 0,-1-1 0 0 0,1 1-1 0 0,0-1 1 0 0,-1 1 0 0 0,1 0-1 0 0,0-1 1 0 0,-1 1-1 0 0,1 0 1 0 0,-1 0 0 0 0,2-1-1 0 0,26-10 22 0 0,-23 10-21 0 0,21-7-179 0 0,1 1 1 0 0,1 1-1 0 0,45-4 0 0 0,77 5-910 0 0,-164 0-3402 0 0,8 0 2788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7.715"/>
    </inkml:context>
    <inkml:brush xml:id="br0">
      <inkml:brushProperty name="width" value="0.05" units="cm"/>
      <inkml:brushProperty name="height" value="0.05" units="cm"/>
      <inkml:brushProperty name="color" value="#FF0066"/>
    </inkml:brush>
  </inkml:definitions>
  <inkml:trace contextRef="#ctx0" brushRef="#br0">11 73 5073 0 0,'-10'5'412'0'0,"10"-4"-361"0"0,0-1 0 0 0,0 1 0 0 0,0 0-1 0 0,0-1 1 0 0,0 1 0 0 0,0-1 0 0 0,0 1 0 0 0,0-1 0 0 0,0 1-1 0 0,1 0 1 0 0,-1-1 0 0 0,0 1 0 0 0,0-1 0 0 0,1 1 0 0 0,-1-1-1 0 0,0 1 1 0 0,1-1 0 0 0,-1 1 0 0 0,1-1 0 0 0,-1 1-1 0 0,0-1 1 0 0,1 0 0 0 0,-1 1 0 0 0,1-1 0 0 0,-1 0 0 0 0,1 1-1 0 0,0-1 1 0 0,-1 0 0 0 0,1 1 0 0 0,1-1 82 0 0,0 1 0 0 0,0-1 0 0 0,0 0 0 0 0,1 0 0 0 0,-1 0 0 0 0,0 0 0 0 0,0 0 0 0 0,0 0 0 0 0,2-1 0 0 0,40-14 962 0 0,-10 1-945 0 0,1 1-1 0 0,0 1 1 0 0,1 2-1 0 0,0 2 1 0 0,1 1 0 0 0,-1 2-1 0 0,72 0 1 0 0,-67 4-3946 0 0,-31-2 2169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8.361"/>
    </inkml:context>
    <inkml:brush xml:id="br0">
      <inkml:brushProperty name="width" value="0.05" units="cm"/>
      <inkml:brushProperty name="height" value="0.05" units="cm"/>
      <inkml:brushProperty name="color" value="#FF0066"/>
    </inkml:brush>
  </inkml:definitions>
  <inkml:trace contextRef="#ctx0" brushRef="#br0">470 105 2120 0 0,'0'0'1181'0'0,"-3"-5"2134"0"0,-5-10-2515 0 0,5 10-699 0 0,0-1 0 0 0,0 1 0 0 0,0 0 0 0 0,-1 0 0 0 0,1 0 0 0 0,-1 0 0 0 0,0 1 0 0 0,-1-1 0 0 0,1 1 0 0 0,-1 0 0 0 0,0 0 0 0 0,0 1 0 0 0,0-1 0 0 0,0 1 0 0 0,-1 1 0 0 0,1-1 0 0 0,-1 1 0 0 0,0-1 0 0 0,0 2 0 0 0,0-1 0 0 0,0 1 0 0 0,0-1 0 0 0,0 2 0 0 0,-9-1 0 0 0,7 1-51 0 0,0 0 1 0 0,0 0 0 0 0,0 1 0 0 0,0 0-1 0 0,0 1 1 0 0,1 0 0 0 0,-1 0-1 0 0,0 0 1 0 0,1 1 0 0 0,0 0-1 0 0,-1 1 1 0 0,1 0 0 0 0,0 0-1 0 0,1 0 1 0 0,-1 1 0 0 0,1 0-1 0 0,0 0 1 0 0,0 1 0 0 0,1-1-1 0 0,-8 11 1 0 0,-1 3-14 0 0,-66 99 265 0 0,70-100-235 0 0,1-1 0 0 0,1 1 0 0 0,1 0 0 0 0,0 1 0 0 0,-5 23 1 0 0,-1-8-7 0 0,11-31-56 0 0,0 0 0 0 0,0 0 0 0 0,1 0-1 0 0,0 0 1 0 0,-1 1 0 0 0,1-1 0 0 0,0 1 0 0 0,1-1-1 0 0,-1 1 1 0 0,1-1 0 0 0,-1 1 0 0 0,1-1 0 0 0,0 1 0 0 0,0 0-1 0 0,1 4 1 0 0,0-5 4 0 0,0 0 0 0 0,0 0 0 0 0,0 0 0 0 0,0-1 0 0 0,1 1-1 0 0,-1 0 1 0 0,1-1 0 0 0,-1 1 0 0 0,1-1 0 0 0,0 1 0 0 0,0-1 0 0 0,0 0 0 0 0,0 0 0 0 0,0 0-1 0 0,1 0 1 0 0,-1 0 0 0 0,1-1 0 0 0,3 3 0 0 0,1-1 7 0 0,1 0-1 0 0,-1 0 1 0 0,1 0 0 0 0,0-1-1 0 0,14 2 1 0 0,-18-3 0 0 0,1 0 0 0 0,-1 1 1 0 0,0 0-1 0 0,1 0 0 0 0,-1 0 1 0 0,6 4-1 0 0,-5-3-16 0 0,0 0 0 0 0,0-1 0 0 0,0 1 0 0 0,8 2 1 0 0,-7-4-81 0 0,0 1 0 0 0,0-1 1 0 0,0 0-1 0 0,0-1 0 0 0,0 1 1 0 0,1-1-1 0 0,-1 0 1 0 0,0-1-1 0 0,0 0 0 0 0,0 0 1 0 0,0 0-1 0 0,0 0 1 0 0,0-1-1 0 0,0 0 0 0 0,-1 0 1 0 0,9-5-1 0 0,-6 1-473 0 0,-1 1 0 0 0,0-2 0 0 0,0 1 0 0 0,0-1 0 0 0,-1 0 0 0 0,0 0 1 0 0,-1 0-1 0 0,0-1 0 0 0,5-8 0 0 0,0-3-1338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9.053"/>
    </inkml:context>
    <inkml:brush xml:id="br0">
      <inkml:brushProperty name="width" value="0.05" units="cm"/>
      <inkml:brushProperty name="height" value="0.05" units="cm"/>
      <inkml:brushProperty name="color" value="#FF0066"/>
    </inkml:brush>
  </inkml:definitions>
  <inkml:trace contextRef="#ctx0" brushRef="#br0">238 121 6905 0 0,'0'0'325'0'0,"-27"-17"991"0"0,18 17-1149 0 0,1 0 1 0 0,-1 0 0 0 0,1 0-1 0 0,-1 2 1 0 0,0-1 0 0 0,1 1-1 0 0,0 0 1 0 0,-1 0 0 0 0,1 1-1 0 0,0 0 1 0 0,0 1 0 0 0,1 0-1 0 0,-12 7 1 0 0,15-5-172 0 0,-1 0 0 0 0,1 0 1 0 0,0 0-1 0 0,1 1 0 0 0,-1-1 0 0 0,1 1 1 0 0,1 0-1 0 0,-4 13 0 0 0,4-15 13 0 0,-4 22-1 0 0,6-23 4 0 0,-1 0-1 0 0,0 0 1 0 0,0 0 0 0 0,0 0-1 0 0,0 0 1 0 0,-1 0-1 0 0,-3 7 1 0 0,1-5-1 0 0,0 1 0 0 0,1 0 0 0 0,0 0 0 0 0,0 0 0 0 0,0 0 0 0 0,1 0 0 0 0,0 0 0 0 0,1 1 0 0 0,0-1-1 0 0,0 0 1 0 0,0 1 0 0 0,1 0 0 0 0,0-1 0 0 0,2 13 0 0 0,0-7 26 0 0,1 0 0 0 0,0 0 0 0 0,1-1 0 0 0,0 1-1 0 0,1-1 1 0 0,1 0 0 0 0,9 15 0 0 0,-10-22-13 0 0,1-1 1 0 0,0 0-1 0 0,0 0 0 0 0,0 0 1 0 0,1-1-1 0 0,8 4 0 0 0,-10-6-13 0 0,-1 1 0 0 0,1-1-1 0 0,0 0 1 0 0,0 0-1 0 0,0-1 1 0 0,0 1-1 0 0,0-1 1 0 0,0 0-1 0 0,0-1 1 0 0,-1 1 0 0 0,1-1-1 0 0,8-2 1 0 0,-5 1 7 0 0,-1 0 1 0 0,1-1 0 0 0,-1 0-1 0 0,1-1 1 0 0,-1 0 0 0 0,12-8 0 0 0,-17 9 0 0 0,1 0 1 0 0,-1 0-1 0 0,1 0 1 0 0,-1-1 0 0 0,0 1-1 0 0,-1-1 1 0 0,1 1 0 0 0,0-1-1 0 0,-1 0 1 0 0,0 0 0 0 0,0 1-1 0 0,0-1 1 0 0,0 0-1 0 0,0-7 1 0 0,-1 5 14 0 0,1 1 0 0 0,1-1 0 0 0,-1 1-1 0 0,1-1 1 0 0,3-7 0 0 0,0 2 2 0 0,0 0 0 0 0,-1 0 1 0 0,0-1-1 0 0,-1 0 0 0 0,0 0 0 0 0,-1 0 0 0 0,0 0 1 0 0,0-19-1 0 0,-2-5 9 0 0,-7-58 0 0 0,5 77-2 0 0,-1 0 0 0 0,-1 0 0 0 0,-1 0 1 0 0,0 1-1 0 0,-15-32 0 0 0,17 45-37 0 0,0 0 1 0 0,0 1-1 0 0,0 0 1 0 0,0-1-1 0 0,0 1 1 0 0,-1 0 0 0 0,1 1-1 0 0,-8-4 1 0 0,7 3-14 0 0,-1 1-33 0 0,1 0 0 0 0,0-1 0 0 0,-1 2 0 0 0,1-1 1 0 0,-1 0-1 0 0,1 1 0 0 0,-1 0 0 0 0,1 0 0 0 0,-1 0 0 0 0,1 1 1 0 0,-1 0-1 0 0,1-1 0 0 0,0 2 0 0 0,-1-1 0 0 0,1 0 1 0 0,0 1-1 0 0,0 0 0 0 0,0 0 0 0 0,0 0 0 0 0,0 0 0 0 0,0 1 1 0 0,0-1-1 0 0,1 1 0 0 0,0 0 0 0 0,-1 0 0 0 0,1 1 0 0 0,0-1 1 0 0,0 0-1 0 0,-4 8 0 0 0,-1 4-397 0 0,3-6-528 0 0,0 0 1 0 0,1 0-1 0 0,-6 19 0 0 0,6-13-970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9.511"/>
    </inkml:context>
    <inkml:brush xml:id="br0">
      <inkml:brushProperty name="width" value="0.05" units="cm"/>
      <inkml:brushProperty name="height" value="0.05" units="cm"/>
      <inkml:brushProperty name="color" value="#FF0066"/>
    </inkml:brush>
  </inkml:definitions>
  <inkml:trace contextRef="#ctx0" brushRef="#br0">75 1 6649 0 0,'0'0'192'0'0,"-19"10"357"0"0,17-8-305 0 0,-1 0 1 0 0,1-1-1 0 0,-1 1 1 0 0,1-1-1 0 0,-1 1 1 0 0,0-1-1 0 0,0 0 1 0 0,0 0 0 0 0,1 0-1 0 0,-1-1 1 0 0,0 1-1 0 0,0-1 1 0 0,0 1-1 0 0,0-1 1 0 0,0 0-1 0 0,0 0 1 0 0,-5-1 0 0 0,8 1-245 0 0,-1 0 25 0 0,18 0-6 0 0,2 4 8 0 0,-1 1 0 0 0,1 0 1 0 0,-1 1-1 0 0,0 1 0 0 0,-1 0 0 0 0,0 2 1 0 0,27 16-1 0 0,-22-11 86 0 0,1-2 1 0 0,0-1-1 0 0,37 13 1 0 0,-56-23-202 0 0,-1 0 0 0 0,1-1 1 0 0,0 1-1 0 0,-1-1 0 0 0,1 0 0 0 0,0 0 0 0 0,-1 0 0 0 0,1-1 1 0 0,0 1-1 0 0,-1-1 0 0 0,1 0 0 0 0,0 0 0 0 0,-1 0 0 0 0,1 0 1 0 0,-1-1-1 0 0,0 0 0 0 0,1 1 0 0 0,-1-1 0 0 0,0 0 0 0 0,4-3 1 0 0,12-17-1999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571"/>
    </inkml:context>
    <inkml:brush xml:id="br0">
      <inkml:brushProperty name="width" value="0.05" units="cm"/>
      <inkml:brushProperty name="height" value="0.05" units="cm"/>
      <inkml:brushProperty name="color" value="#FF0066"/>
    </inkml:brush>
  </inkml:definitions>
  <inkml:trace contextRef="#ctx0" brushRef="#br0">33 0 5473 0 0,'-2'0'3457'0'0,"0"0"-3209"0"0,1 0-184 0 0,-1 0-56 0 0,0 0-16 0 0,1 2-56 0 0,1 0-168 0 0,-2-1-48 0 0,0 3-64 0 0,1 4-312 0 0,-5 8-329 0 0,3-3 1 0 0,0 1-144 0 0,-2-1-312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902"/>
    </inkml:context>
    <inkml:brush xml:id="br0">
      <inkml:brushProperty name="width" value="0.05" units="cm"/>
      <inkml:brushProperty name="height" value="0.05" units="cm"/>
      <inkml:brushProperty name="color" value="#FF0066"/>
    </inkml:brush>
  </inkml:definitions>
  <inkml:trace contextRef="#ctx0" brushRef="#br0">22 1 5521 0 0,'0'0'160'0'0,"-1"0"-232"0"0,-1 2-40 0 0,0-1 32 0 0,2 1-264 0 0,-1 1-112 0 0,-1 1-168 0 0,2 1-1433 0 0</inkml:trace>
  <inkml:trace contextRef="#ctx0" brushRef="#br0" timeOffset="1">2 519 4377 0 0,'0'0'344'0'0,"0"2"-440"0"0,0-1-72 0 0,0 3-104 0 0,0 1-192 0 0,-2 15-400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4.131"/>
    </inkml:context>
    <inkml:brush xml:id="br0">
      <inkml:brushProperty name="width" value="0.05" units="cm"/>
      <inkml:brushProperty name="height" value="0.05" units="cm"/>
      <inkml:brushProperty name="color" value="#FF0066"/>
    </inkml:brush>
  </inkml:definitions>
  <inkml:trace contextRef="#ctx0" brushRef="#br0">175 112 472 0 0,'0'0'578'0'0,"-5"-15"3166"0"0,-3 6-1951 0 0,6 6-1600 0 0,-1 0 1 0 0,1 0 0 0 0,-1 1-1 0 0,0-1 1 0 0,0 0 0 0 0,0 1 0 0 0,0 0-1 0 0,0 0 1 0 0,-1 0 0 0 0,1 0-1 0 0,-1 0 1 0 0,1 1 0 0 0,-1-1 0 0 0,1 1-1 0 0,-1 0 1 0 0,0 0 0 0 0,0 0-1 0 0,0 1 1 0 0,-5-1 0 0 0,7 1-186 0 0,0 0-1 0 0,0 0 1 0 0,0 0 0 0 0,0 0 0 0 0,0 0 0 0 0,0 0-1 0 0,0 1 1 0 0,0-1 0 0 0,0 1 0 0 0,0-1-1 0 0,0 1 1 0 0,0 0 0 0 0,0 0 0 0 0,1 0 0 0 0,-1 0-1 0 0,0 0 1 0 0,-2 2 0 0 0,2 0 13 0 0,1 0 0 0 0,-1 0 0 0 0,0 0 1 0 0,1 0-1 0 0,0 0 0 0 0,0 1 0 0 0,0-1 1 0 0,0 0-1 0 0,-1 6 0 0 0,0 4 17 0 0,0-6-34 0 0,1 1-1 0 0,-1 0 1 0 0,0-1 0 0 0,-1 1 0 0 0,0-1-1 0 0,-7 14 1 0 0,8-17 3 0 0,0 0 0 0 0,0 0 0 0 0,0 0 1 0 0,1 0-1 0 0,-1 1 0 0 0,1-1 0 0 0,0 5 0 0 0,0-7 2 0 0,1 0 0 0 0,0 0 0 0 0,-1 0 0 0 0,1 0 0 0 0,0 0 0 0 0,0 0 0 0 0,1 0 0 0 0,-1 0 0 0 0,0 0-1 0 0,1-1 1 0 0,-1 1 0 0 0,1 0 0 0 0,-1 0 0 0 0,1 0 0 0 0,0 0 0 0 0,0-1 0 0 0,0 1 0 0 0,2 2 0 0 0,26 12 87 0 0,-22-13-32 0 0,0 0 0 0 0,0 0 1 0 0,0 0-1 0 0,1-1 0 0 0,-1 0 1 0 0,1 0-1 0 0,0-1 0 0 0,-1 0 1 0 0,1-1-1 0 0,0 1 0 0 0,0-2 1 0 0,-1 1-1 0 0,1-1 0 0 0,0 0 1 0 0,0 0-1 0 0,-1-1 0 0 0,1 0 1 0 0,-1-1-1 0 0,0 1 0 0 0,9-6 1 0 0,-13 7-44 0 0,-1-1 0 0 0,0 1 0 0 0,0-1 0 0 0,0 0 0 0 0,-1 0 0 0 0,1 0 0 0 0,0 0 0 0 0,-1 0 0 0 0,1 0-1 0 0,-1 0 1 0 0,0 0 0 0 0,1 0 0 0 0,-1-1 0 0 0,0 1 0 0 0,1-5 0 0 0,8-39 196 0 0,-9 37-172 0 0,2-6 16 0 0,-2-1 0 0 0,1-22 0 0 0,-2 33-64 0 0,0 0-1 0 0,0 1 1 0 0,-1-1-1 0 0,0 0 1 0 0,0 1-1 0 0,0-1 1 0 0,0 1-1 0 0,-1-1 1 0 0,0 1-1 0 0,0 0 1 0 0,0 0-1 0 0,-5-8 1 0 0,2 8-15 0 0,0-1 1 0 0,-1 1 0 0 0,1 0 0 0 0,-1 0-1 0 0,0 1 1 0 0,0-1 0 0 0,-1 2 0 0 0,1-1 0 0 0,0 0-1 0 0,-10-1 1 0 0,9 3-81 0 0,-1-1 0 0 0,0 2-1 0 0,1-1 1 0 0,-1 1 0 0 0,-15 2-1 0 0,21-2 31 0 0,0 0 0 0 0,0 1 0 0 0,1-1 0 0 0,-1 1 0 0 0,0-1 0 0 0,0 1-1 0 0,0 0 1 0 0,0 0 0 0 0,1-1 0 0 0,-1 1 0 0 0,0 1 0 0 0,1-1-1 0 0,-1 0 1 0 0,1 0 0 0 0,-1 1 0 0 0,1-1 0 0 0,-1 1 0 0 0,1-1 0 0 0,0 1-1 0 0,0-1 1 0 0,0 1 0 0 0,0 0 0 0 0,0-1 0 0 0,0 1 0 0 0,0 0 0 0 0,1 0-1 0 0,-1 3 1 0 0,-1-1-257 0 0,1 0 0 0 0,0-1 0 0 0,-1 1 0 0 0,1 0 0 0 0,-5 6-1 0 0,4-7-44 0 0,1 0-1 0 0,-1 0 0 0 0,0 0 0 0 0,1 0 1 0 0,0 0-1 0 0,0 0 0 0 0,0 1 0 0 0,-1 4 0 0 0,2 2-1002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4.556"/>
    </inkml:context>
    <inkml:brush xml:id="br0">
      <inkml:brushProperty name="width" value="0.05" units="cm"/>
      <inkml:brushProperty name="height" value="0.05" units="cm"/>
      <inkml:brushProperty name="color" value="#FF0066"/>
    </inkml:brush>
  </inkml:definitions>
  <inkml:trace contextRef="#ctx0" brushRef="#br0">18 4 2729 0 0,'-17'-4'6445'0'0,"25"8"-3532"0"0,29 14-2877 0 0,106 52 454 0 0,-117-60-721 0 0,0 0 1 0 0,1-2-1 0 0,46 8 0 0 0,-64-15-2626 0 0,-1 0 225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6.211"/>
    </inkml:context>
    <inkml:brush xml:id="br0">
      <inkml:brushProperty name="width" value="0.05" units="cm"/>
      <inkml:brushProperty name="height" value="0.05" units="cm"/>
      <inkml:brushProperty name="color" value="#FF0066"/>
    </inkml:brush>
  </inkml:definitions>
  <inkml:trace contextRef="#ctx0" brushRef="#br0">58 5 2048 0 0,'0'0'-454'0'0,"-29"-3"554"0"0,22 2 101 0 0,-11 1 2746 0 0,14 3-1684 0 0,9 5-1140 0 0,-1-7-107 0 0,0 1-1 0 0,1-1 1 0 0,-1 0-1 0 0,0 0 1 0 0,0 0-1 0 0,1-1 1 0 0,-1 1-1 0 0,7-1 1 0 0,-4 0 16 0 0,141 5-2271 0 0,-138-5 1343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6.841"/>
    </inkml:context>
    <inkml:brush xml:id="br0">
      <inkml:brushProperty name="width" value="0.05" units="cm"/>
      <inkml:brushProperty name="height" value="0.05" units="cm"/>
      <inkml:brushProperty name="color" value="#FF0066"/>
    </inkml:brush>
  </inkml:definitions>
  <inkml:trace contextRef="#ctx0" brushRef="#br0">1 1 2401 0 0,'0'0'2360'0'0,"26"2"-473"0"0,228 12-3242 0 0,-226-14-520 0 0,-18 0 713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7.390"/>
    </inkml:context>
    <inkml:brush xml:id="br0">
      <inkml:brushProperty name="width" value="0.05" units="cm"/>
      <inkml:brushProperty name="height" value="0.05" units="cm"/>
      <inkml:brushProperty name="color" value="#FF0066"/>
    </inkml:brush>
  </inkml:definitions>
  <inkml:trace contextRef="#ctx0" brushRef="#br0">0 3 1944 0 0,'0'0'1581'0'0,"22"7"-1329"0"0,126-13 1474 0 0,-88 2-2593 0 0,-17 4-835 0 0,-36 0 1064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7.942"/>
    </inkml:context>
    <inkml:brush xml:id="br0">
      <inkml:brushProperty name="width" value="0.05" units="cm"/>
      <inkml:brushProperty name="height" value="0.05" units="cm"/>
      <inkml:brushProperty name="color" value="#FF0066"/>
    </inkml:brush>
  </inkml:definitions>
  <inkml:trace contextRef="#ctx0" brushRef="#br0">0 9 1920 0 0,'0'0'630'0'0,"23"4"-49"0"0,34-2 92 0 0,92-8 0 0 0,-124 5-698 0 0,54-5-1257 0 0,-61 5 577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5.547"/>
    </inkml:context>
    <inkml:brush xml:id="br0">
      <inkml:brushProperty name="width" value="0.05" units="cm"/>
      <inkml:brushProperty name="height" value="0.05" units="cm"/>
      <inkml:brushProperty name="color" value="#FF0066"/>
    </inkml:brush>
  </inkml:definitions>
  <inkml:trace contextRef="#ctx0" brushRef="#br0">0 1 344 0 0,'0'0'944'0'0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6.175"/>
    </inkml:context>
    <inkml:brush xml:id="br0">
      <inkml:brushProperty name="width" value="0.05" units="cm"/>
      <inkml:brushProperty name="height" value="0.05" units="cm"/>
      <inkml:brushProperty name="color" value="#FF0066"/>
    </inkml:brush>
  </inkml:definitions>
  <inkml:trace contextRef="#ctx0" brushRef="#br0">99 85 208 0 0,'0'0'2689'0'0,"-10"-15"-484"0"0,-2 14 18 0 0,11 1-2180 0 0,-1 0 0 0 0,1 0 0 0 0,-1-1 0 0 0,1 1 0 0 0,-1 0-1 0 0,1 0 1 0 0,-1 1 0 0 0,1-1 0 0 0,-1 0 0 0 0,1 0 0 0 0,-1 1-1 0 0,1-1 1 0 0,-1 1 0 0 0,1-1 0 0 0,-1 1 0 0 0,1 0 0 0 0,0-1 0 0 0,-1 1-1 0 0,1 0 1 0 0,0 0 0 0 0,0 0 0 0 0,0 0 0 0 0,0 0 0 0 0,-1 0 0 0 0,1 0-1 0 0,1 0 1 0 0,-1 1 0 0 0,0-1 0 0 0,0 0 0 0 0,0 1 0 0 0,0 1 0 0 0,-5 8-36 0 0,1 0 1 0 0,0 0 0 0 0,0 1 0 0 0,2-1 0 0 0,-1 1 0 0 0,-2 17 0 0 0,6-23 30 0 0,-1 0 1 0 0,1 0 0 0 0,0 0-1 0 0,0 0 1 0 0,0 0 0 0 0,1 0-1 0 0,0 0 1 0 0,0 0-1 0 0,1 0 1 0 0,0 0 0 0 0,0 0-1 0 0,0-1 1 0 0,1 1 0 0 0,5 8-1 0 0,-6-12-32 0 0,0 0-1 0 0,0-1 1 0 0,0 1-1 0 0,1-1 0 0 0,-1 1 1 0 0,1-1-1 0 0,-1 0 1 0 0,1 0-1 0 0,-1 0 1 0 0,1-1-1 0 0,0 1 0 0 0,3 0 1 0 0,23 10 74 0 0,-26-9-38 0 0,1 1 0 0 0,0-1 0 0 0,0 0 0 0 0,0 0 0 0 0,0 0 0 0 0,0 0 0 0 0,0-1 0 0 0,0 1 0 0 0,1-1 0 0 0,-1 0 0 0 0,0-1 0 0 0,1 1 0 0 0,-1-1 1 0 0,1 0-1 0 0,-1 0 0 0 0,1 0 0 0 0,-1 0 0 0 0,0-1 0 0 0,1 0 0 0 0,-1 0 0 0 0,0 0 0 0 0,1 0 0 0 0,-1-1 0 0 0,6-3 0 0 0,-7 2-22 0 0,-1-1 0 0 0,1 0 1 0 0,-1 0-1 0 0,0 0 0 0 0,-1 0 0 0 0,1 0 0 0 0,2-9 1 0 0,-2 5-8 0 0,7-24 35 0 0,-7 24-14 0 0,0 1 1 0 0,0-1-1 0 0,1 1 0 0 0,6-14 1 0 0,-5 14-9 0 0,-1 0 0 0 0,0 0 0 0 0,-1 0 0 0 0,0 0 0 0 0,0 0 0 0 0,0 0 0 0 0,-1-1 0 0 0,1-11 0 0 0,-2 15-13 0 0,0-1 0 0 0,0 1 1 0 0,0 0-1 0 0,-1-1 0 0 0,1 1 0 0 0,-1 0 0 0 0,0 0 1 0 0,0 0-1 0 0,-1-1 0 0 0,1 1 0 0 0,-1 1 0 0 0,0-1 1 0 0,0 0-1 0 0,0 0 0 0 0,-1 1 0 0 0,-3-6 0 0 0,4 8-6 0 0,0-1-1 0 0,0 1 0 0 0,0 0 0 0 0,0 0 0 0 0,0 0 0 0 0,-1 0 0 0 0,1 1 0 0 0,0-1 0 0 0,0 1 0 0 0,-4-1 0 0 0,3 0-7 0 0,0 1-1 0 0,1-1 0 0 0,-1 1 0 0 0,0-1 1 0 0,1 0-1 0 0,-1 0 0 0 0,-4-3 1 0 0,4 1-21 0 0,-1 1 1 0 0,0-1 0 0 0,-1 1 0 0 0,1 0-1 0 0,0 0 1 0 0,-8-2 0 0 0,10 4-37 0 0,0-1-1 0 0,0 1 1 0 0,0-1 0 0 0,0 1 0 0 0,0 0 0 0 0,0 0 0 0 0,0 0-1 0 0,0 0 1 0 0,0 0 0 0 0,0 1 0 0 0,0-1 0 0 0,0 0-1 0 0,0 1 1 0 0,0 0 0 0 0,0-1 0 0 0,1 1 0 0 0,-4 1 0 0 0,4-1-54 0 0,0 0 0 0 0,1 0 0 0 0,-1 0 0 0 0,0 0 0 0 0,0 0 0 0 0,1 0 0 0 0,-1 0 0 0 0,1 1 0 0 0,-1-1 0 0 0,1 0 0 0 0,-1 0 0 0 0,1 0 0 0 0,0 0 0 0 0,0 1 0 0 0,-1-1 0 0 0,1 3 0 0 0,0 23-1031 0 0,0-18 281 0 0,4 10-1457 0 0,-3-14 1352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6.647"/>
    </inkml:context>
    <inkml:brush xml:id="br0">
      <inkml:brushProperty name="width" value="0.05" units="cm"/>
      <inkml:brushProperty name="height" value="0.05" units="cm"/>
      <inkml:brushProperty name="color" value="#FF0066"/>
    </inkml:brush>
  </inkml:definitions>
  <inkml:trace contextRef="#ctx0" brushRef="#br0">142 18 3537 0 0,'0'0'384'0'0,"-27"0"1710"0"0,15 1-1578 0 0,-1-1 1 0 0,1-1-1 0 0,0 0 1 0 0,0-1-1 0 0,0 0 1 0 0,-21-8-1 0 0,33 10-514 0 0,-1 0 0 0 0,1 0 0 0 0,0 0-1 0 0,0 0 1 0 0,0-1 0 0 0,0 1 0 0 0,-1 0 0 0 0,1 0 0 0 0,0 0-1 0 0,0 0 1 0 0,0 0 0 0 0,-1-1 0 0 0,1 1 0 0 0,0 0 0 0 0,0 0-1 0 0,-1 0 1 0 0,1 0 0 0 0,0 0 0 0 0,0 0 0 0 0,-1 0-1 0 0,1 0 1 0 0,0 0 0 0 0,0 0 0 0 0,-1 0 0 0 0,1 0 0 0 0,0 0-1 0 0,0 0 1 0 0,-1 0 0 0 0,1 0 0 0 0,0 0 0 0 0,0 0 0 0 0,-1 1-1 0 0,1-1 1 0 0,0 0 0 0 0,0 0 0 0 0,-1 0 0 0 0,13 7 111 0 0,9 1 35 0 0,0 0 0 0 0,-1 2 1 0 0,30 19-1 0 0,-46-26-98 0 0,1 1 1 0 0,-1 0-1 0 0,0 0 1 0 0,-1 0-1 0 0,1 0 1 0 0,4 8-1 0 0,-5-8-28 0 0,-1 0-1 0 0,1 0 1 0 0,0 0-1 0 0,0-1 0 0 0,0 1 1 0 0,1-1-1 0 0,-1 0 1 0 0,1 0-1 0 0,0 0 1 0 0,7 4-1 0 0,24 12 73 0 0,-30-15-502 0 0,1 0 0 0 0,-1-1-1 0 0,1 0 1 0 0,0 0 0 0 0,9 2 0 0 0,-6-3-1253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05.550"/>
    </inkml:context>
    <inkml:brush xml:id="br0">
      <inkml:brushProperty name="width" value="0.05" units="cm"/>
      <inkml:brushProperty name="height" value="0.05" units="cm"/>
      <inkml:brushProperty name="color" value="#FF0066"/>
    </inkml:brush>
  </inkml:definitions>
  <inkml:trace contextRef="#ctx0" brushRef="#br0">300 34 328 0 0,'0'0'3265'0'0,"-3"-20"-89"0"0,1 18-3049 0 0,0 1 0 0 0,-1 0-1 0 0,1-1 1 0 0,0 1-1 0 0,0 0 1 0 0,-1 0-1 0 0,1 0 1 0 0,0 1-1 0 0,-1-1 1 0 0,1 0-1 0 0,-1 1 1 0 0,-3-1-1 0 0,-36 0 251 0 0,31 1 335 0 0,5 1-676 0 0,0 1 0 0 0,1-1-1 0 0,-1 1 1 0 0,0 0 0 0 0,1 0-1 0 0,-1 1 1 0 0,1 0 0 0 0,-1 0-1 0 0,1 0 1 0 0,0 0 0 0 0,1 1-1 0 0,-10 8 1 0 0,-25 16 178 0 0,32-22-198 0 0,1 0-1 0 0,-1 0 1 0 0,2 1 0 0 0,-1 0-1 0 0,1 0 1 0 0,0 0 0 0 0,-7 12-1 0 0,1 0 1 0 0,7-14-8 0 0,1 0 0 0 0,0 0 0 0 0,0 0 0 0 0,1 0-1 0 0,-1 1 1 0 0,1-1 0 0 0,0 1 0 0 0,1 0 0 0 0,-1-1 0 0 0,1 1 0 0 0,-1 11 0 0 0,2-15-3 0 0,0 0 0 0 0,1 0 0 0 0,-1-1 0 0 0,0 1 1 0 0,1 0-1 0 0,-1 0 0 0 0,1 0 0 0 0,-1-1 0 0 0,1 1 0 0 0,0 0 0 0 0,0 0 0 0 0,0-1 1 0 0,0 1-1 0 0,0-1 0 0 0,0 1 0 0 0,0-1 0 0 0,0 0 0 0 0,1 1 0 0 0,1 1 1 0 0,1-1-18 0 0,-1 1 0 0 0,1-1 1 0 0,0 0-1 0 0,0 0 0 0 0,1 0 1 0 0,-1-1-1 0 0,8 2 0 0 0,-4-1-253 0 0,1 0-1 0 0,0-1 1 0 0,-1-1-1 0 0,17 0 1 0 0,-12-1-1425 0 0,0-1 1 0 0,20-5-1 0 0,-20 4 237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06.180"/>
    </inkml:context>
    <inkml:brush xml:id="br0">
      <inkml:brushProperty name="width" value="0.05" units="cm"/>
      <inkml:brushProperty name="height" value="0.05" units="cm"/>
      <inkml:brushProperty name="color" value="#FF0066"/>
    </inkml:brush>
  </inkml:definitions>
  <inkml:trace contextRef="#ctx0" brushRef="#br0">113 106 4089 0 0,'0'0'985'0'0,"-13"10"564"0"0,9-6 605 0 0,6-10-1086 0 0,3-3-1022 0 0,-3 5 9 0 0,0 1 1 0 0,0 0-1 0 0,-1-1 0 0 0,0 1 1 0 0,1-1-1 0 0,-1 1 1 0 0,0-1-1 0 0,-1 0 0 0 0,1 1 1 0 0,-1-1-1 0 0,1-5 1 0 0,-2 6-35 0 0,1 1 1 0 0,0-1-1 0 0,0 1 0 0 0,-1 0 1 0 0,0-1-1 0 0,1 1 1 0 0,-1-1-1 0 0,0 1 1 0 0,0 0-1 0 0,0 0 1 0 0,0 0-1 0 0,-1-1 1 0 0,1 1-1 0 0,-1 0 1 0 0,1 0-1 0 0,-1 1 0 0 0,0-1 1 0 0,1 0-1 0 0,-1 0 1 0 0,0 1-1 0 0,0 0 1 0 0,0-1-1 0 0,-1 1 1 0 0,1 0-1 0 0,0 0 1 0 0,0 0-1 0 0,-1 0 1 0 0,1 0-1 0 0,0 0 0 0 0,-1 1 1 0 0,1-1-1 0 0,-1 1 1 0 0,1 0-1 0 0,-1 0 1 0 0,1 0-1 0 0,-1 0 1 0 0,1 0-1 0 0,-1 0 1 0 0,1 1-1 0 0,0-1 1 0 0,-1 1-1 0 0,-3 1 0 0 0,4-1-21 0 0,0 0-1 0 0,-1 0 1 0 0,1 1-1 0 0,0-1 1 0 0,0 1-1 0 0,0-1 0 0 0,0 1 1 0 0,0 0-1 0 0,0 0 1 0 0,1 0-1 0 0,-1 0 0 0 0,0 0 1 0 0,1 0-1 0 0,0 0 1 0 0,-1 0-1 0 0,1 1 0 0 0,0-1 1 0 0,0 1-1 0 0,1-1 1 0 0,-1 1-1 0 0,0 3 1 0 0,0-3-6 0 0,0 1 0 0 0,1 0 0 0 0,-1 0 0 0 0,1-1 0 0 0,0 1 0 0 0,0 0 0 0 0,1 0 0 0 0,-1-1 0 0 0,1 1 0 0 0,-1 0 0 0 0,1-1 0 0 0,0 1 0 0 0,1-1 0 0 0,2 6 0 0 0,-3-7 8 0 0,1 0 0 0 0,0 0 0 0 0,0 0 0 0 0,0 0 1 0 0,0 0-1 0 0,1-1 0 0 0,-1 1 0 0 0,0-1 0 0 0,1 0 0 0 0,-1 1 1 0 0,1-1-1 0 0,0 0 0 0 0,-1 0 0 0 0,1-1 0 0 0,0 1 0 0 0,4 0 0 0 0,-3 0 1 0 0,0 0 0 0 0,1 0 0 0 0,-1 1 0 0 0,0 0-1 0 0,6 2 1 0 0,-3 0-58 0 0,1 0-1 0 0,-1-1 0 0 0,1 0 1 0 0,0-1-1 0 0,0 1 1 0 0,0-1-1 0 0,0-1 0 0 0,1 0 1 0 0,-1 0-1 0 0,0-1 1 0 0,0 0-1 0 0,1 0 0 0 0,-1-1 1 0 0,0 0-1 0 0,1 0 1 0 0,-1-1-1 0 0,0 0 1 0 0,0 0-1 0 0,0-1 0 0 0,-1 0 1 0 0,11-6-1 0 0,37-11-2530 0 0,-21-3 319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15.298"/>
    </inkml:context>
    <inkml:brush xml:id="br0">
      <inkml:brushProperty name="width" value="0.05" units="cm"/>
      <inkml:brushProperty name="height" value="0.05" units="cm"/>
      <inkml:brushProperty name="color" value="#FF0066"/>
    </inkml:brush>
  </inkml:definitions>
  <inkml:trace contextRef="#ctx0" brushRef="#br0">13 53 6289 0 0,'-12'-4'1857'0'0,"19"-36"409"0"0,-1 31-5335 0 0</inkml:trace>
</inkml:ink>
</file>

<file path=ppt/ink/ink77.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18:50.041"/>
    </inkml:context>
    <inkml:brush xml:id="br0">
      <inkml:brushProperty name="width" value="0.05292" units="cm"/>
      <inkml:brushProperty name="height" value="0.05292" units="cm"/>
      <inkml:brushProperty name="color" value="#FF0000"/>
    </inkml:brush>
  </inkml:definitions>
  <inkml:trace contextRef="#ctx0" brushRef="#br0">21007 6184 256 0,'0'0'-58'0,"0"0"42"0,0 0 14 16,0-2 5-16,0 0 57 0,0 0-5 0,0 1-31 15,0-1 4-15,0 0-10 0,0 0-3 0,0 0-7 16,0-2 3-16,0 1-5 0,0-1-2 0,0 0 5 16,0-1-9-16,0-1 7 0,0-3-11 0,0 1 7 15,-2-1 2-15,1-4 1 0,-1 6 1 0,0-6 3 16,0 4-2-16,0-1 3 0,-2 1 4 0,1 0-3 15,-1 1 6-15,0-1-5 0,1 2 0 0,1 1 2 0,-4-3-3 16,2 3 3-16,-1-1 0 0,1 1 3 0,2 1 4 16,-5-1-1-16,-4-1 12 0,1-1-8 0,1 3 4 15,0-1-4-15,1 0 6 0,1-3-8 0,0 4-1 0,1-1 0 16,0 0 5-16,1 3-13 0,-1-3 7 0,3 1-9 16,1 1 0-16,0-2-2 0,0 4-4 0,0-1 3 15,0-1-1-15,2 2-4 0,-3-2 3 0,-1 1-3 16,0-1-3-16,2 2 2 0,0 0-4 0,1 0 3 15,-1 1 3-15,0-1 2 0,0 0 0 0,2 0 0 16,0 0-7-16,0 0 4 0,0 0-2 0,2 1 2 0,0 1-2 16,1 0 1-16,-1 0 0 0,13 0 0 0,0 0-8 15,2 1 9-15,-1 1-8 0,1 2 9 0,2 2-7 16,-1-1 3-16,5 3-1 0,1 1 2 0,-2 0-2 16,2 2 3-16,2 2-1 0,8 4 0 0,-5-2-8 0,5 2 2 15,-7-3 4-15,3 3-2 0,4-15 2 0,3 24 5 16,0 4-5-16,-2-1 3 0,-1 5-8 0,-5-1 5 15,1 2-1-15,-2 4 1 0,2 0 0 0,-1 2 0 16,3-2 0-16,1-2-1 0,3-1 4 0,-1 1-5 16,6 2 2-16,1 2-4 0,3 0 3 0,7 5 8 15,4 2-4-15,5 6 5 0,0 2-16 0,0 7 7 16,-1 2-1-16,-4 2 4 0,-1 1 2 0,-1-4-8 16,4-5 1-16,5-5-3 0,2-2 11 0,13 4-2 0,0-1 2 15,2 8-4-15,1 6-4 0,-6 7 0 0,-3 8 2 16,-1 3 1-16,-3 0 7 0,3-5-10 0,3-8 2 15,8-5-6-15,7-4 12 0,4 2-8 0,-4 3 3 16,-6 6-6-16,-3 8 12 0,-4 5-4 0,4 4-1 0,6-2-1 16,5-8-9-16,7-8 4 0,4-7 2 0,-5 3 0 15,-6 1 3-15,-6 5 2 0,0 12-3 0,5 7 2 16,4 3-2-16,10-3 1 0,-4-10 1 0,-3-10 0 16,-4 0-3-16,-10 0 2 0,3 4 0 0,-1 11 1 15,4 7 0-15,13 8 4 0,1-4-7 0,1-9 4 16,-4-8-8-16,-11-12 6 0,0 3 0 0,0 4 3 15,4 5-6-15,13 10 6 0,-2 3-2 0,-2 1 5 16,-4-10-6-16,-12-11-2 0,1-6-1 0,-3-3 0 0,1 0-7 16,10 3-51-16,1 4-5 0,1 8-19 0,-1 3-49 15</inkml:trace>
  <inkml:trace contextRef="#ctx0" brushRef="#br0" timeOffset="3563.41">23816 8316 29 0,'0'0'0'0,"0"0"4"0,0 0 61 16,0-2-9-16,0 0 4 0,0 0-23 0,0 0-14 0,0 0-12 15,0 0-2-15,0 1 1 0,0-1 2 0,0 0-12 16,2 2 6-16,0 0-6 0,-2 0 9 0,0 0 4 15,2 0-2-15,-2 0 1 0,0 0 5 0,0 0-1 16,0 0 6-16,0 0-6 0,0 0 3 0,0 0 7 16,0 0-2-16,0 0 3 0,-2 0-9 0,0 0 1 15,0 0-5-15,1 0 4 0,-1 2-5 0,-2 0-5 16,0-2 3-16,-5 3-4 0,-2 1 9 0,0 0-3 16,3-1-1-16,-1 1-1 0,2 0-3 0,1-2-4 0,-5 3 6 15,7-3-6-15,1 0 4 0,-3 2 0 0,4-2-3 16,-2 7 2-16,1 0-3 0,1 2 4 0,0 0-1 15,-4 1 2-15,-5 2-2 0,4-1-7 0,1 0 4 16,3 2-3-16,1-5 1 0,0-1 3 0,2 2-3 0,0-2 5 16,0-1 15-16,0-3 14 0,2 1-3 0,0-2 5 15,-1-1-19-15,3-1 6 0,4 0-12 0,10 0 9 16,1-2-11-16,1-4-5 0,-3-1 2 0,1-5-5 16,1-1 7-16,-2 0-7 0,1-2 2 0,-3 11-4 15,-2-11 1-15,-4 0 3 0,-1-2 0 0,-5 2-1 16,3 0 0-16,-2 0 2 0,-2 2 0 0,7 0-1 15,-2-2-6-15,-1 4 5 0,-2-2-3 0,-3 1 6 0,1 1-3 16,-2 2-3-16,0-5 5 0,0 5-5 0,-2-2-1 16,1-1 3-16,-1 5-3 0,-2-1 4 0,0 1-9 0,1 3 9 15,-10-7-4-15,-4-1 6 0,2 3-12 0,2 3 9 16,-4 0-3-16,4 3 5 0,-5 1-13 0,1 0 10 16,2 1-6-16,-2 3 6 0,3 0-9 0,-3 3 7 15,-3 3-1-15,1-1 1 0,0 2 1 0,-1 0-5 16,11-5 4-16,-1 1-3 0,-1 1 4 0,9 5-1 15,-5 1 2-15,5 1-1 0,-9 0 4 0,4 0-5 16,1 0-2-16,2 0-1 0,2 1 8 0,2-3-4 16,0 2 1-16,4 2-3 0,0-4 1 0,1 0-2 0,1-4 5 15,-4 1-3-15,16-3 0 0,-1-1 4 0,0-3-4 16,-2-1 4-16,0 2-2 0,1-2 0 0,-3 7 1 16,0-2-1-16,2-1-6 0,-2-4 7 0,-2-2-2 15,4 0 6-15,-4 0 1 0,-2-2-5 0,3-2-3 0,-3-1 1 16,0-1 2-16,-1 4 2 0,-1-11 1 0,-1 0-2 15,-1 2-4-15,1-2 0 0,-4-2 3 0,1 4-2 16,7-2 4-16,-5 4-5 0,1-2 0 0,-3 1 0 16,-1 3 5-16,0 0-7 0,-2-1 2 0,0 3-2 15,0-1 9-15,0 2-5 0,0 1 0 0,-2-1-2 16,0 0 0-16,-1 0-1 0,-5 1 1 0,-3-3-2 16,-2 1 4-16,2 1-7 0,-4 0 4 0,4 2-5 0,-6 2 9 15,4 0-3-15,4 2 2 0,-4 0-2 0,6 0 0 16,-3 2 0-16,-1-1-5 0,6-1 5 0,-6 4 2 15,7-4-4-15,-2 1 4 0,1 5-5 0,-3 3 1 16,3 0 4-16,1-2-5 0,0 4 4 0,2-2 0 0,2 2-3 16,0 0 5-16,2-1-5 0,2-1 1 0,0-4 1 15,-1 1-2-15,1-5 2 0,17 3 2 0,-5 5-2 16,3 0 5-16,1-3-4 0,1-3-1 0,-3-3 5 16,4 0-6-16,-5-2 5 0,0 0-4 0,-2-2 0 15,0-2-1-15,-2 1 1 0,-2-1 9 0,-2-2-11 16,-2 3 10-16,-1-1-10 0,-2-7 9 0,-2-2-5 15,-1-2 0-15,12-4-1 0,-5 4 5 0,-3 2-7 16,-1-1 2-16,-2 2-2 0,-2-1 2 0,0 2 2 0,0 4-2 16,-2-1 2-16,0 3-5 0,0 1 2 0,1 0-1 15,-14-7 1-15,-4 0 1 0,1 4-4 0,-1 3 4 16,0 4-4-16,-1 2 2 0,1 2 1 0,1 3-4 0,-1 2 4 16,6-1 0-16,0 1-1 0,2 0 4 0,4 6-3 15,-6 4 2-15,5-4-1 0,5-4-2 0,1 2-10 16,2 0-106-16</inkml:trace>
  <inkml:trace contextRef="#ctx0" brushRef="#br0" timeOffset="60232.8">22099 6230 56 0,'0'0'0'0,"0"0"8"0,0 0 90 0,0 0-17 0,0 0 4 15,0 0-27-15,0 0-11 0,0 0-2 0,0-1 5 16,2-1-5-16,0 0 1 0,1 0-3 0,-1 2-4 16,13-9 2-16,2-2-5 0,3 5 9 0,3-13 3 0,3-3 0 15,3-2-7-15,3 0-12 0,1 0-5 0,1 3-2 16,-3-1-13-16,-3 7 3 0,-2 0-2 0,-4 4 1 15,-1 4-6-15,-8-2 0 0,2 3-8 0,-4 0 0 16,0 1-36-16,-6 3-74 0,-1 0-24 0,-2 0-31 16,2-1-212-16</inkml:trace>
  <inkml:trace contextRef="#ctx0" brushRef="#br0" timeOffset="60681.33">22814 5597 221 0,'0'-2'27'16,"0"1"30"-16,0-3-23 0,-2-7-7 0,0-4-6 15,0-2 2-15,2 4-15 0,0 4 7 0,0 0-5 0,0 3 6 16,0 2 1-16,0-3 7 0,0 5-4 0,0 0 4 16,0-2 1-16,0 1 2 0,0-1 7 0,0 0-3 15,0 2 18-15,2 1-7 0,0 1 5 0,0 0-7 16,0 0-2-16,0 1-11 0,-1 3 0 0,1 2-2 15,4 18-1-15,-1 0-9 0,3 4-2 0,-1-2-2 16,-1 0-2-16,-1-2-5 0,-1-2 3 0,0 1-3 0,0 1-1 16,-1-4 5-16,1 1-4 0,0-3 3 0,-1-1-8 15,-1-4 1-15,0-2 5 0,0-2-2 0,0-1 5 16,-2-5-8-16,2 3-3 0,-2-4-2 0,2 2-14 0,-1-1-49 16,3 1 1-16,0-2-19 0,0 0-15 0,-1 0-98 15,-1-2 11-15</inkml:trace>
  <inkml:trace contextRef="#ctx0" brushRef="#br0" timeOffset="61007.9">23243 5521 225 0,'0'0'43'0,"0"-2"10"0,0 0-16 0,0 1-15 16,0-3-7-16,0 0-2 0,0 0-3 0,2 1-7 15,-1 1 5-15,1 0 0 0,-2 0-7 0,2 0 5 0,-2 0-5 16,0 2 15-16,0 0 14 0,0 0-4 0,0 2 7 16,0 0 5-16,0 2-4 0,-2 11 0 0,-1 5-3 15,-3 2-7-15,0-1-4 0,-1 3 4 0,-2 2-5 16,-1 2 1-16,-1 0-6 0,0 1-2 0,-2 5-1 16,0 1-7-16,0 0 5 0,0 3-4 0,-2 4 4 15,2 1 1-15,-2 5 0 0,1 2 5 0,-1-3-4 16,2 1 8-16,2-5-12 0,1-2 2 0,3-4-6 15,0-4 3-15,1-3-2 0,2-6-1 0,2-4-1 0,1-5-5 16,-1-4-3-16,2-3-3 0,0-1-1 0,0-1-16 16,0-2-34-16,0-1-2 0,0 1-9 0,0-2 1 0,2 0-54 15,-1 0-2-15</inkml:trace>
  <inkml:trace contextRef="#ctx0" brushRef="#br0" timeOffset="61582.92">23373 5837 418 0,'0'0'42'0,"0"-2"69"0,0 0-53 0,0 0-34 0,0 0 9 16,0 1-18-16,0 1-1 0,0 0-11 0,0 0 1 16,0 0-3-16,0 1 6 0,0 1-6 0,0 2 9 15,-4 11-7-15,0 7 22 0,1 4-1 0,-1 0 2 0,0 6 0 16,0-1 16-16,-1 6-7 0,-1 4 0 0,-1-2-3 15,1 2-6-15,3 0-11 0,-1-2-1 0,2-4-4 16,0-1-4-16,0-8 2 0,0-6 1 0,2-1-2 16,0-5-7-16,0-4 9 0,0-1-6 0,0-5 7 15,0-2-3-15,0 1-3 0,0 1 0 0,0-2-3 16,0 0-5-16,0-2 3 0,0 0 0 0,0-2 1 0,0-2 8 16,2-22-10-16,2-4 4 0,2-3-5 0,-1-2-2 15,1-1 6-15,3-4-1 0,-2-1 3 0,1 0-3 16,-1 2-2-16,1 4 1 0,-1 1-2 0,1 5 2 15,-1 1 2-15,0 4-1 0,3 1 0 0,-1 3-3 0,0 1 6 16,-1 4-4-16,1 2 4 0,-2 4-8 0,1 4 5 16,7-1-1-16,-2 4 2 0,0-7-1 0,2 0 0 15,-1 3 1-15,1 2 0 0,-7 4 1 0,-3 0-1 16,-1 0-1-16,3 4 0 0,-3-2-3 0,5 9 4 16,3 8 0-16,-5-1 1 0,-3 3-3 0,-4-1 1 15,-2 4 5-15,-4-3-1 0,-3 5 4 0,-2 0-9 16,0-6 3-16,-2 6-3 0,-2-4 9 0,4-5-8 15,5 5-2-15,-9-9-1 0,4-2 3 0,2 4 0 0,0-6 0 16,5 4 0-16,0 0 0 0,0-3 4 0,-5 3-1 16,4-6 3-16,1 1 0 0,0 1 4 0,2-4 0 15,0 7 2-15,2-1 14 0,2-4-15 0,4 4 9 0,-1-3-12 16,3 1 8-16,12-3-12 0,3 1 2 0,1 0-4 16,2-3 6-16,-2 2-5 0,-7-1 1 0,-3-3-3 15,1 2-6-15,0 7-12 0,2-2-5 0,0-1-2 16,-3-5-30-16,1-1-15 0,0-2-2 0,0 0-3 15,2-2-4-15,-3-1-2 0,-1-3 3 0,0-3-8 16,-1 3-51-16,-1-14-3 0,2 3-7 0</inkml:trace>
  <inkml:trace contextRef="#ctx0" brushRef="#br0" timeOffset="62109.56">23893 5913 201 0,'0'0'50'0,"-2"0"-5"0,0 0 45 16,0 0-9-16,0 0 0 0,0 0-28 0,-1 0-13 15,-1 0-1-15,0 0-6 0,0 2-9 0,1 0-8 16,-1 1-2-16,-7 16-2 0,2 3-2 0,1 6-6 16,3 2 4-16,1-4-5 0,0 4 12 0,2-1-1 15,2-1 3-15,0 0-2 0,0-6 5 0,0-1 5 16,0-1-3-16,0-1 1 0,0-3-6 0,2-3-9 16,-2-3 1-16,0-1-4 0,2 0 1 0,-2-3 5 0,0-1-1 15,0-3 2-15,0 0-4 0,0 2-3 0,0-1 6 16,0 1-4-16,0-2 6 0,0 0-9 0,0-2-2 15,0 0-1-15,0-2 0 0,0 0 5 0,-2-2-5 16,-2-10 5-16,-1-9-14 0,-1 3 7 0,3 1-1 0,-1-1 2 16,0-1 7-16,2 3-9 0,0-4 6 0,1-3-6 15,1 5 7-15,0-2-9 0,1 1-1 0,1 5-3 16,2 1 8-16,2 0 1 0,-1 2 0 0,3 0 0 16,-7 4 0-16,18 1 9 0,-2 3-4 0,-1-6 5 15,-3 3-11-15,-1 4 1 0,-1 3 0 0,-4 1 2 16,1 1-1-16,-5 1 6 0,-3 0 2 0,17 24-1 15,-6 6-7-15,-7-3 4 0,-4 3-5 0,-4 1 5 0,-1-3-10 16,-3-4 7-16,-1-4-2 0,0-1 5 0,1-8-2 16,1-2-4-16,1-2 4 0,6-7-3 0,-5 5 3 15,3-3-2-15,2-2-2 0,-4 2 0 0,2-1-7 0,0 1 7 16,0 0-1-16,2 0 2 0,0-1-1 0,2-1-1 16,0 0 1-16,0 2 0 0,2-1 2 0,-4-1-2 15,7 13 3-15,4 2-3 0,-1-2 4 0,-3 1 4 16,-1-1-6-16,-5 2 5 0,11-2-6 0,-5 0 8 15,-1 1-1-15,-6-3 4 0,-2 2-5 0,-4-2-9 16,-5 2-8-16,-11 0-5 0,-19-2-55 0,-2 2-98 16,-5-2-28-16</inkml:trace>
  <inkml:trace contextRef="#ctx0" brushRef="#br0" timeOffset="65287.41">23837 8284 70 0,'0'0'40'16,"0"0"2"-16,0-2 36 0,0 0-2 0,0 0-29 15,0-1 0-15,0-1-2 0,0-3 1 0,0-5-11 0,0 3-14 16,0 0 0-16,0 3-4 0,0 1 0 0,0-1-15 16,0 2 7-16,0 1-9 0,0 1 4 0,0 0 2 15,-2-2-4-15,0 1 5 0,-2-1 7 0,1 2 5 16,-1 0 9-16,-7-3-3 0,-4-1 11 0,0 4 4 16,0 0-6-16,-1 2 6 0,3 0-5 0,-4 2 1 15,2 2 3-15,2 0-4 0,-4 1-9 0,4 1-5 16,-1 3-4-16,-3 0 1 0,9-3-12 0,1-4 11 0,5 11-5 15,0 2 8-15,0-1-9 0,1 1 0 0,-1-2-1 16,-8 0 0-16,5-2 7 0,1 1-4 0,2-1 0 16,2-4-2-16,0 2-3 0,0-3 1 0,2 1 2 15,0-3-2-15,2 2-1 0,-2-1 4 0,12-1-2 16,-1-2 2-16,-1 0-8 0,-5 3 5 0,4 3-1 0,2-3 2 16,0 1-6-16,-2-2-2 0,-1-3 3 0,-5-1-1 15,1 0 8-15,-3 0-5 0,1 0 0 0,0 0-2 16,-2 0-3-16,1-3 5 0,-1-1-6 0,9-13 4 15,-1 1-5-15,-5-3 1 0,-1 2 6 0,-2-1-2 16,-2 1 4-16,0 0-9 0,0 2-2 0,-2 1-1 16,0 2 9-16,0 1-5 0,0 4 3 0,-1-1-4 0,1 3-3 15,-2-1 7-15,2 3-3 0,0-1 6 0,-12-7-7 16,-5 0 3-16,-3 1-4 0,3 5 3 0,1 3-3 16,-1 2 6-16,2 0-1 0,-3 2 3 0,7 0-1 15,-4 3-4-15,6 1 1 0,0-1-3 0,-10 8 0 0,14-7 0 16,-6-2 1-16,11 10 1 0,-3-1-3 0,1 2 4 15,-5 0-2-15,1-2 4 0,3 2-5 0,3 0 0 16,2-2 6-16,0 0-4 0,2-2-1 0,1 0 1 16,3 0 0-16,3 2 1 0,-1-3-1 0,-1-1 4 15,6 0-4-15,4 0 5 0,1-3-1 0,3 0-3 16,1-3-1-16,-5 8 1 0,3 1 3 0,1-5-5 16,-3-1 5-16,-1-5-6 0,0 1 0 0,-3-2 2 0,3 0 0 15,0 0 2-15,-4-2-3 0,-2-1 5 0,0-1 1 16,-2 0 1-16,1-1 1 0,-7 3-4 0,3-11-1 15,-2-4 0-15,-3-1 3 0,1 1-6 0,9 0 6 16,1-1-6-16,-7 1 0 0,1 0 0 0,-3 0-1 16,-1 1 2-16,-2 1 3 0,0 0 0 0,0 2-5 0,0 2 2 15,-2 2-9-15,1 1 7 0,-1 3-2 0,0 1 4 16,0-2-2-16,2 4-2 0,-2 2 5 0,-11-9-3 16,0 2 0-16,0 1-4 0,-2 2 0 0,2 3-2 15,-2 1 0-15,2 0 7 0,-1 1-5 0,3 3 6 16,-1 2-3-16,-2 3-1 0,1 0 1 0,-2-3-1 15,5 9-3-15,-1 0 4 0,2-1-3 0,3 1 3 16,3 0-3-16,1 0 3 0,2-2 1 0,0 0 0 0,0 0-2 16,2 0 0-16,1-2 2 0,3 0 0 0,1 0 5 15,3-5 1-15,8 0-3 0,3-3 3 0,-1-1-6 0,0 0 1 16,3 13 2-16,1-4-1 0,-2-5-3 0,2-5 4 16,-1-1-3-16,-3-1 4 0,0-3 2 0,-3-2-4 15,0 1 3-15,-4-1-4 0,0 1 3 0,-4-1 2 16,-1 0-4-16,-1 5 3 0,-3-11-3 0,-2 1 6 15,-1-2 0-15,9 0 2 0,-5 2-10 0,1-2-1 16,-4 0-4-16,-2 0 3 0,0 0-3 0,-4 2 5 16,-2-2-2-16,1 4 2 0,3 1 1 0,-17-1-1 15,1 3 2-15,-1 3-2 0,-3-1-3 0,0 2-1 0,-1-13 4 16,5 6-1-16,-4 2 5 0,-1 3-7 0,3 2 1 16,-2 2-3-16,3 0 5 0,1 4-3 0,-3 1-1 15,1 3 0-15,-3 1 0 0,5 0 3 0,5-1-3 16,2-1 3-16,3-5-3 0,-1 15 0 0,3-1 0 15,-5 1-1-15,2 2 2 0,3-1 2 0,5-1 2 0,1 3-1 16,0-3 0-16,0 2-1 0,1-6 1 0,3 0-2 16,2 2-3-16,-1-6 6 0,5 6-1 0,-7-6 3 15,14-3-6-15,-2-3 5 0,2 1 0 0,1 9 3 16,3-2-1-16,-1-3-5 0,0-3 1 0,-1-3-1 16,-2-2 4-16,-3 0-3 0,1-2-1 0,2-2 0 15,-4 1 2-15,0-3 2 0,-4 1 1 0,1-3 0 0,-3 4 3 16,-1-14-4-16,-3 1 0 0,-1-1-1 0,0-1-2 15,11 0-1-15,-4 1 3 0,-1-1-2 0,-5 3 1 16,-1 3 0-16,-2-2-1 0,0 2 1 0,-2 2-2 0,1-1 1 16,-1 5 0-16,0 1 0 0,-2 1-3 0,2 3 1 15,-14-2-2-15,1-7 3 0,-4 0 2 0,2 5-2 16,1 3 3-16,-3 1-2 0,-1 2 3 0,3 2-7 16,-3 1 2-16,5 3-4 0,-2 1 6 0,4 1-2 15,0 1-1-15,2-1 1 0,7 10 0 0,1-1 1 16,-10 1-1-16,3-1 1 0,3 4 0 0,1-3-4 15,3 1 3-15,3 1-2 0,0-1 3 0,3-1 4 16,3 1-2-16,-1-2 2 0,3-3-3 0,1 1 0 16,-1-2 2-16,1-2-1 0,-2-1-1 0,10-7 1 0,3 1 2 15,-1 9 0-15,-2-5 6 0,1-3-6 0,3-1-3 16,-3-4-1-16,3-2-1 0,-1-5 4 0,-1-1 2 16,-3-3-1-16,-1 9 0 0,-4-16 3 0,0-8-2 15,-3 5 2-15,-3-1-8 0,-3 1 2 0,0-1 4 0,11 2 0 16,-4-1-2-16,-3 3 0 0,-4-1-4 0,-2 4 2 15,-2 0 0-15,-2 4 2 0,1 2-1 0,-1 2 0 16,2-1-1-16,-18 3-2 0,1 3 2 0,0 0-2 16,-1-13 3-16,0 6-5 0,-3 3 1 0,1 4-3 15,0 2 6-15,-1 2-2 0,3 2 2 0,2 1-3 16,-3 3 1-16,3 1 4 0,3-1-4 0,-4 3 3 0,12-6-9 16,-4 6 4-16,7 6 0 0,-7 0 2 0,0 1 6 15,3-1-4-15,4-2 1 0,1 2-2 0,1-4 1 16,2 2-3-16,2 1 0 0,1-3-1 0,3 0 2 0,0-3 4 15,-1-3 2-15,12-1 0 0,0-1-3 0,1-3 4 16,-1 9-5-16,3 0 5 0,1-3-4 0,-3-5 2 16,3-1 1-16,-1-2-1 0,-3-2-3 0,1-1 6 15,-3-3-4-15,-2 1 6 0,-2-3 1 0,-1 3-6 16,-5 1 3-16,1-5-3 0,-4-6 4 0,9 0-3 16,-2-2 0-16,-2 2-2 0,-3 0 7 0,-2 1-5 15,-2-1-3-15,0 2 0 0,0 0-1 0,-2 2 1 16,-2 1 3-16,1 3-3 0,-1 1-3 0,2 3 1 0,-11 1-4 15,-4-9 2-15,1 1-6 0,-3 3 6 0,-1 3 1 16,-3 2 0-16,3 2 2 0,0 2-2 0,-1 2 0 16,5 1-1-16,-5 5 0 0,4-1 2 0,6-2-2 15,2-1 1-15,3 13-6 0,3-3 2 0,-1-1 2 16,-7 2-1-16,3 0 4 0,5-1-3 0,3-1 3 0,2 2-2 16,1-6 1-16,3 0 2 0,3 2-1 0,2-5 2 15,12 1 6-15,1-2-5 0,2 1 2 0,0 8-4 16,-2-4-4-16,2-3 8 0,0-5-5 0,0-3 7 15,-2-1-5-15,-2-1 1 0,-1-3 1 0,-3-2 0 16,-5 3-1-16,-2-3 2 0,0 0 2 0,-5 3-1 16,-2-7 6-16,-2-12-9 0,12 0 5 0,-4-2-5 15,-5 1 5-15,-5-1-5 0,0 4-4 0,-3-2 1 0,-5 1-4 16,1 4 6-16,-3 1-1 0,3 3 2 0,3-2-2 16,-14 6-7-16,-3-1 5 0,1 5-4 0,-1 1 7 15,-1 0 1-15,2-11-2 0,-3 4 0 0,1 4-3 0,2 5-1 16,-3 2 3-16,3 0-2 0,5 2 2 0,0 2-2 15,4-1 3-15,4 1-3 0,-1 0 0 0,3-1 0 16,3-3-5-16,0 4 4 0,-3 4 2 0,1 1 0 16,4-2 4-16,0 1-2 0,2-3 4 0,1 1-6 15,9-2 2-15,10-3-2 0,2 1 11 0,-2 0-9 16,0 0 5-16,1 2-6 0,-7-1 1 0,1 1 4 16,-4-2-8-16,-2 0 2 0,-3 0-41 0,-3 0-108 15,-1-1-27-15,-4 1-43 0,4 0-257 0</inkml:trace>
  <inkml:trace contextRef="#ctx0" brushRef="#br0" timeOffset="85644.69">8690 14482 67 0,'0'0'0'0,"0"0"55"0,0-2 23 15,0 0 40-15,-2 0 8 0,0 0-39 0,0 0-14 16,2 1-34-16,0-3 3 0,0 0-9 0,0 2-13 0,0 0-15 15,0 1 0-15,0-1-3 0,0 0 13 0,0 0 0 16,0 2-3-16,0 0 0 0,0 0 1 0,0 2-1 16,0 0 10-16,0 1-7 0,0 1 13 0,0 4 4 15,0 5-7-15,0-2 5 0,0-2-14 0,0 0 9 16,0 1-7-16,2 3 7 0,0-2-10 0,0 2-4 16,0 0 3-16,-1-6-3 0,3 4 3 0,0-1-1 15,1 1-1-15,-1-2 0 0,0 0 1 0,0-3 0 16,-1-1 5-16,1-3-2 0,9 8 12 0,4-1-4 0,-1-4 0 15,3-1-2-15,1-4-2 0,10-5-11 0,4-7 3 16,-1-6-5-16,10 12 1 0,-6-38-5 0,2-5 2 16,4-1-2-16,-8-9 4 0,4 1-11 0,-2 1-2 15,-2-1-4-15,4 4-18 0,2 2-64 0,0 4-51 0,2 4-14 16,1 5-250-16</inkml:trace>
  <inkml:trace contextRef="#ctx0" brushRef="#br0" timeOffset="86701.3">25259 14036 107 0,'0'-2'0'0,"0"0"93"0,-2 1 12 0,0-1 25 16,1-2 3-16,-1 0-88 0,0 1-10 0,0-1-23 15,0 0 6-15,0 0-3 0,0 1 11 0,1-1-3 16,-1 0-1-16,0 1-1 0,0-1-9 0,0 2-8 16,2 0 2-16,0 0-2 0,0 0 7 0,0 1-7 15,0-1 2-15,0 2-2 0,0 0 10 0,0 2 4 16,0-1-6-16,0 3 5 0,0 4-1 0,-2 12 2 0,2-1 2 15,0 1-1-15,0-3 3 0,0-4 6 0,0 0 2 16,0-2-1-16,0-2-4 0,0-1-1 0,0-3 0 16,0-1 2-16,2 0 5 0,-2-3-2 0,4 3 5 15,1 0-4-15,10 5 11 0,0-3-5 0,4-3-6 0,1-3 2 16,1-1-10-16,6-9-7 0,3-3 5 0,4-5-6 16,5 10 12-16,5-27-17 0,8-2 4 0,17-4-9 15,3-2-5-15,8-1 0 0,2-6-3 0,-6-6 2 16,2-4-15-16,-8-4-35 0,1-1-40 0,-6 0-5 15,-4 7-211-15</inkml:trace>
  <inkml:trace contextRef="#ctx0" brushRef="#br0" timeOffset="89942.34">20651 7896 141 0,'0'0'21'0,"-2"-2"-1"0,0 0 1 0,-11-3-5 16,-9-3-6-16,-2 1-11 0,-1 1 8 0,3 3 2 15,-11-1 1-15,5 2-15 0,-7 0 10 0,-2 2-5 16,7 0 10-16,-4 0 23 0,7 0-6 0,1 0 9 16,1 0-11-16,1 0 1 0,2 2-4 0,-2 2-2 0,0 1 0 15,3 3 11-15,1 1-1 0,1 2 6 0,3-9-7 16,-3 24-6-16,2-2 2 0,2 0-10 0,-1 2 7 15,-1 2-7-15,0-2-13 0,1 4 11 0,1-2-12 16,2 1 9-16,0 1 3 0,2 2-3 0,1 1 5 16,3 0 10-16,3 3-9 0,-1-1 9 0,-16 0-9 15,8 4 4-15,6 2 4 0,7 2-7 0,0 1 7 0,4 1-7 16,3-6-5-16,0-2-1 0,5 2-1 0,1-6 1 16,-1 1-6-16,3-4 6 0,-2-6-7 0,2 0-1 15,-2-6 3-15,-5 1-3 0,16-4 2 0,2 0 1 16,0-2 3-16,3-2 2 0,5-4 0 0,3 1-3 0,6-5 4 15,1 1-6-15,10-2 6 0,0 24-8 0,-2-13 6 16,7-7-2-16,-5-6 3 0,0-2 2 0,0-2-12 16,-8-3 6-16,-1-1-7 0,-2 1 6 0,-3-1-3 15,1-1 0-15,-2 0-1 0,-2-2 2 0,2-1 0 16,0-1 2-16,4-3-1 0,2-1 6 0,3-5-4 16,0-2-1-16,2 22 0 0,-9-32-8 0,0 1 6 15,-2-1-1-15,-11-3 3 0,3 0-1 0,-6-2 0 16,-9-3 1-16,-1 8 0 0,-4-1 4 0,-1 1 1 0,-5-1-3 15,1 0 2-15,-3 0-4 0,18-1 8 0,-8 3-7 16,-8-1 7-16,-3 3-5 0,-2-3 1 0,-5 3 5 16,-5-4-3-16,-3 1 6 0,-3-3-3 0,-5-2-1 15,12 2-2-15,-26-4-8 0,-8 0 5 0,-7 2 0 0,-4 0 1 16,-5 2-7-16,-1 4-1 0,1 3 0 0,3 8 0 16,-1 3-2-16,3 8-7 0,0 7-4 0,-4-22-1 15,1 19-12-15,-5 12-41 0,-4 14-12 0,-5-17-16 16,-3 52-97-16</inkml:trace>
  <inkml:trace contextRef="#ctx0" brushRef="#br0" timeOffset="91357.61">24704 10371 22 0,'0'0'5'0,"0"-2"-1"15,0 0 1-15,0 0 0 0,0 1-2 0,0-1 2 0,0-2 3 16,0 0-1-16,0 1 2 0,0-1 9 0,-2 0-4 16,0 0 8-16,2 3-7 0,-2-5 4 0,1 0 8 15,1 5 1-15,-2-3 3 0,0 0 1 0,0 0 16 16,-4-3-6-16,5 3 9 0,-3 2-25 0,-5-5-5 15,-1 1-6-15,-1 1 3 0,0-1-12 0,-2 1 1 16,-2 1-1-16,2 4 1 0,-4 0 0 0,1 0 1 16,-3 2-2-16,1 0 3 0,-3 1 14 0,-1 1-16 0,-4 0 7 15,0 1-11-15,0 1 8 0,2 1 1 0,3 1-1 16,-5-1 2-16,-1 3-7 0,-3-3 15 0,4 0 0 16,2 1 4-16,5-3-3 0,-1 3-8 0,3-1 0 15,4-1-1-15,-2 1-1 0,4 1 1 0,0-1-2 16,0 1 0-16,1-1-12 0,3-1 5 0,-2 10-2 15,1 3 4-15,-1-1-6 0,3 1 0 0,-1 0 2 0,1 5 0 16,3-2 4-16,-1 2-3 0,2 0-3 0,0 0 0 16,-14 2-7-16,4 0 10 0,5 0-4 0,1 0 4 15,5 0-11-15,1-2 9 0,0 1-3 0,1-1 5 16,5 4 2-16,0-4 2 0,1 2 4 0,2 2-3 16,2 1-2-16,2-1 4 0,4 4-4 0,4 3 4 0,-3-3-4 15,-7-3 0-15,23 3-4 0,-6-10 3 0,7 4 4 16,-4 0-9-16,-1-7 7 0,4 1-7 0,1-5 11 15,2 2 1-15,-4-4 2 0,3-2-2 0,-3 0 0 0,0-4 10 16,3-3-9-16,1 0 9 0,0-2-19 16,0 20 6-16,2-9 3 0,4-4-1 0,0-3-1 0,7-6-3 15,2 0-5-15,3-2 4 0,3-4 5 0,-1-1-3 16,-3-1-3-16,-2-1 0 0,-2 0 0 0,-5 0-7 16,-2-3 7-16,-4 1-6 0,0 0 10 0,-4 0-7 15,-2-2 3-15,1-2-5 0,-3 0 2 0,1-1 4 16,-2-1-2-16,-2 0 3 0,-1 15 0 0,-4-20-3 15,1-2-2-15,-8 2 0 0,-3-4-2 0,0 2 5 16,-7-1 0-16,1-1 3 0,3 2 0 0,-7 0-3 0,1 0 6 16,13-2-4-16,-8 0 0 0,-5 0 4 0,-4 0-5 15,0-2 5-15,-4 0-7 0,2 2 6 0,-3-3-2 16,-3 1 4-16,-1-2-4 0,-2 0 4 0,-2-1 2 16,-4-5 2-16,0 1-1 0,-1-2-5 0,-1-2-2 0,1 0 0 15,-3-2 5-15,20 0-7 0,-25-1 3 0,-6 1-4 16,-1 2 0-16,-1 2-2 0,-5 5-3 0,0 6 0 15,-7 2-6-15,-4 9 1 0,-6 0-8 0,-9 12 0 16,-9-29-57-16,-8 23-70 0,-2 16-20 0,-3 21-37 16,4-8-258-16</inkml:trace>
  <inkml:trace contextRef="#ctx0" brushRef="#br0" timeOffset="95216.9">26871 15566 136 0,'0'0'21'16,"0"0"-9"-16,0 0 4 0,-2 0 1 0,2 0-19 15,-2 0-2-15,2 0 7 0,0 0-9 0,0 0 8 16,0 0-12-16,0 0-1 0,0-2 7 0,0 0-5 16,0 1 8-16,0-1 20 0,0-2 2 0,2-5 9 0,0-4 18 15,0 3 7-15,0 1-3 0,-1 2 4 0,1-1 0 16,0 1-19-16,0 1 3 0,-2 3-9 0,0 1 9 15,2-2-7-15,0 0 11 0,0 1-9 0,-1 1 18 16,1 0-14-16,-2 0 0 0,0 2-7 0,0 0-12 0,0 2-8 16,0 0-1-16,0 1-1 0,0 1-4 0,0 7 5 15,0 4 2-15,0-2 2 0,0 0 10 0,0-2 1 16,0-1 0-16,0-3 3 0,0-1 10 0,0-3-2 16,0-1 5-16,2 2-5 0,0 0-2 0,2-1-2 15,14 5-11-15,12-5 6 0,5-4-17 0,10-11-10 16,7-8 6-16,15-8-7 0,7 23-7 0,19-42-22 15,1-3-9-15,1-11-6 0,2-4-42 0,-6-4-105 0,1 0-44 16</inkml:trace>
  <inkml:trace contextRef="#ctx0" brushRef="#br0" timeOffset="100098.27">2472 9030 256 0,'0'0'-84'0,"-2"0"50"16,0-1-22-16,-2-1 0 0,-7-2 64 15,-4-3-7-15,-2-1 3 0,3 3 1 0,-3-1 2 0,-2-1 13 16,1 1 5-16,-3 0-1 0,-3-1 0 0,2 1-13 0,-6 1 1 16,-5 1 1-16,-5 0 0 0,3 3 1 0,-2-1 10 15,0 0 0-15,0 2 4 0,-2 0-1 0,0 4-10 16,4-1-5-16,5 3-1 0,-5 3-11 0,5 0 9 15,-2 4-6-15,1 2 6 0,-1 4-12 0,4-15 3 16,-1 22 3-16,3 3 0 0,-4 3 1 0,6 1 4 16,0 3-7-16,-2 1 6 0,-2 0-10 0,2 4 2 15,-2-2 4-15,2 3-3 0,4 5-2 0,-1-3 6 16,5 3-3-16,-3-3 6 0,7 1-15 0,-1-2 8 0,-2-1-4 16,6-1 6-16,3 0 1 0,7 5 2 0,-24 1-3 15,16 5 2-15,9 2-5 0,4 7 0 0,5 0 1 16,6 6 0-16,4 2 9 0,3-2 2 0,0-6-2 15,-1-4 1-15,1-5-1 0,-20-7 4 0,26-4-2 0,-1-4 1 16,-1 0-2-16,-2 0-2 0,2-2 7 0,4 1-4 16,4-3 9-16,-1-1-9 0,4-1 1 0,4-1-4 15,4 0 3-15,5-6-2 0,7 0 0 0,5-5-1 16,-3-1 2-16,8 1 0 0,-8-3-3 0,-1-3 0 16,-3-5-3-16,-8 1 2 0,-1 15 3 0,-1-11-3 15,3-9-6-15,2-8 6 0,6-7-4 0,11-7 4 16,-8-3-6-16,4-5 1 0,-3 0 3 0,-8 24 0 15,0-31 2-15,-8-1-1 0,-5 1-2 0,-11-2 1 0,4 1-3 16,-6-1 8-16,-4 0-3 0,0-1 3 0,-1 1-7 16,-5-2 3-16,1-2 1 0,-4-7 1 0,-2 1 1 15,-3-9-3-15,-1-1 2 0,-5 1-1 0,26-6 8 0,-17 8-8 16,-5-3 0-16,-6 3-2 0,-4 0 5 0,-4-2-8 16,-1 2 3-16,-4-2-4 0,-2-2 10 0,-1-7-6 15,-3-4 3-15,-3-11-5 0,-2-5-2 0,-2-6 0 16,-8 3 0-16,25 8 1 0,-38 10 12 0,-5 12-6 15,0 8 4-15,-1 10-4 0,-7 5 9 0,3 11-16 16,-1 7 2-16,2 9-7 0,1-22-21 0,6 21-51 16,-1 11-13-16,2 12-20 0,-4-10-123 0</inkml:trace>
  <inkml:trace contextRef="#ctx0" brushRef="#br0" timeOffset="101597.46">7034 10939 44 0,'-2'-4'4'16,"0"1"12"-16,0-3-5 0,0 2-6 0,2 3 5 0,-5-1-7 16,-8-8 1-16,0 3 0 0,0 1 4 0,-4 1 0 15,4 1 21-15,-4 2-10 0,0 2 9 0,1 0-9 16,-5 2 7-16,3 2-18 0,-3 3 1 0,-1 1-5 15,-2 1 7-15,-4 4-5 0,4-2 1 0,3 0-2 16,-1 2 6-16,5-2 3 0,-1 2-2 0,-3-11 3 16,3 19-1-16,3 1-4 0,0 4 4 0,2 6-6 15,4 1-4-15,0 4 7 0,1-2-5 0,5 1 6 0,-18-1 2 16,10 0-6-16,5 0-1 0,6 3-3 0,0-1-3 16,6 0 4-16,3 2-1 0,2 2 0 0,6 0-6 15,3 5 4-15,-1 0-2 0,1 1 2 0,3 1-1 16,1 0-1-16,-11-3-2 0,22 1 0 0,2-9 3 0,0 2 1 15,-5-1 1-15,0-7-1 0,1 3 2 0,-1-10-1 16,1-2 7-16,2-2-7 0,2 1-3 0,1-3 0 16,2-1-4-16,5-2 5 0,0-4 1 0,5-3 2 15,5-3-1-15,-1-3-1 0,4 26-7 0,-6-19 2 16,-6-9 3-16,-1-4-1 0,-10-5 4 0,-3-2-43 16,-3-4 5-16,-3-2-15 0,-2 4 30 0,-1-22 13 0,-3-4 4 15,-5-9 0-15,-2-4-6 0,-4-11 11 0,-3-6-3 16,-4-3 5-16,29-3 1 0,-20-1 1 0,-9 4-2 15,-5-2 1-15,-5-3-5 0,-3 1 16 0,-6-5-4 16,-5-3 7-16,-2 4-6 0,-6 8-5 0,23 12 1 16,-40 20-7-16,-5 6-26 0,-2 17-124 0</inkml:trace>
  <inkml:trace contextRef="#ctx0" brushRef="#br0" timeOffset="209102.43">6244 14393 25 0,'0'0'0'0,"0"0"12"16,0 0 10-16,0 0 8 0,0 0 4 0,0 0-12 0,0 0-6 15,0 0-3-15,0 0-3 0,0 0 3 0,0 0 2 16,0 0 2-16,0 1 6 0,0-1-1 0,0 0 19 16,0 0 2-16,0 0-5 0,2 0 5 0,0 0-4 0,0 2-23 15,0 0 8-15,0 0-13 0,0 0 5 0,-1 0-11 16,1 0 0-16,0-1-4 0,0 3-1 0,0 0 1 15,2 1 0-15,3 8 2 0,0 2-3 0,-1-4 2 16,0-1 4-16,-1-1-2 0,-3-3 6 0,2 1-8 16,-2-3 1-16,-2-2-2 0,3 3 12 0,1-1-6 15,0 0 7-15,-1-1-7 0,-1-3 2 0,4 4 11 16,1 0-8-16,-1-2 10 0,1 1 0 0,4 1 7 16,1-2-1-16,2 0 0 0,1-2-6 0,6-6-6 15,1-5 3-15,8-8-5 0,3 12-3 0,4-32-2 0,-5-2 2 16,5 0-2-16,2-5 1 0,-6 3-3 0,4 6-6 15,-3 2 3-15,-12 3-7 0,0 10-4 0,-3 2-7 16,-4 3-4-16,0 6-58 0</inkml:trace>
  <inkml:trace contextRef="#ctx0" brushRef="#br0" timeOffset="209901.37">7162 16047 56 0,'0'2'32'0,"0"0"-19"0,0 0 39 15,0-1-11-15,-4 14 14 0,0 0-12 0,1 0 4 0,1-4-6 16,0 2 9-16,2-5-1 0,0-3 0 0,0 1-2 15,0-3-8-15,2 1 2 0,0 0 1 0,-1-2 1 16,1-2 7-16,19 3 2 0,3-3-4 0,4-5 3 16,5-4-17-16,4-8-2 0,4-4-2 0,0 18 1 15,7-25-6-15,0 2-19 0,-10-8 3 0,-3 8-7 16,-2-1 8-16,-5-1-10 0,2 5 8 0,-4-3-8 0,-2 4 8 16,0-2-25-16,-3 0-17 0,1 2-27 0,2-3-299 15</inkml:trace>
  <inkml:trace contextRef="#ctx0" brushRef="#br0" timeOffset="211032.13">22597 13902 190 0,'0'0'66'0,"0"0"-6"0,0-1 20 16,0-1 4-16,0 0-22 0,0 0-14 0,0 0-19 16,0 0-6-16,0 0-4 0,0 1-17 0,0 1 8 15,0 0-2-15,1 0 1 0,1 1-9 0,0 1 5 16,0 0-2-16,0 0 3 0,0 2 4 0,0-1-6 16,-1 3 9-16,3 3-7 0,0-1 16 0,0-1 11 15,-1 1-4-15,-1-5 7 0,13 1 14 0,4-2-7 16,-1 11 13-16,6-2-12 0,2-4 5 0,4-5-14 0,0-4-6 15,-1-3 1-15,10-6-4 0,2-4-19 0,4-6 9 16,-2-1-11-16,-1 18 8 0,-1-29-11 0,2 1 2 16,-2-3-4-16,-1 2 8 0,-2-4-8 0,-1 0 1 15,-6 1-2-15,1 1-2 0,3 2-5 0,-3-1-5 0,1 6 0 16,-3 6-17-16,0 5-131 0,3 10-9 0</inkml:trace>
  <inkml:trace contextRef="#ctx0" brushRef="#br0" timeOffset="211532.59">23688 15635 273 0,'0'-2'44'0,"0"0"73"15,2 0-82-15,0 0-3 0,0 0 0 0,0 1 0 16,0-1-4-16,0 0-15 0,-1 2 4 0,1 0-8 0,2 0-2 15,0 0 3-15,-1 2-6 0,1 0 6 0,0-1-1 16,0 3 1-16,-1-2 10 0,8 2-5 0,4 3 20 16,2-5 19-16,1 11-2 0,7-2 9 0,1-5-1 0,9-6-19 15,6-6-5-15,11-9-5 0,9-9-17 0,21 20-10 16,9-34 3-16,9-5-5 0,4-5 2 0,-8-10-148 16,1-9-137-16</inkml:trace>
  <inkml:trace contextRef="#ctx0" brushRef="#br0" timeOffset="-204431.25">4616 13927 20 0,'0'0'0'0,"0"0"4"0,0 0-1 0,0 0 8 16,0 0-3-16,0 0 1 0,-2 0 0 0,0 0 9 15,1 0-2-15,-1 0 4 0,0 0-10 0,0 0 3 0,-2 0-2 16,2 0 0-16,-11-2-1 0,-1 0 8 0,-1 2-4 15,0 0 3-15,-2 0-15 0,-1 0 3 0,-1 0-1 16,4 0 1-16,-2 0-5 0,1 0 2 0,1 2 3 16,-6 0-1-16,5-1-2 0,-7 3-2 0,1 0-5 0,0 0 3 15,-4-1 4-15,2 1 1 0,0 0-3 16,5-1 1-16,-1 1-6 0,3 0 6 0,2 0 0 0,-2-1 3 16,4 1 1-16,2 0-5 0,0-1 4 0,0 1-5 15,-2 0 1-15,0 0 6 0,-2 1-7 0,2-1 5 16,0 1-7-16,2-1-2 0,-2 2 5 0,4-3-4 15,-1 1 11-15,3 0-2 0,-2 1-5 0,-1 1 1 16,1 0-7-16,0-1 4 0,-2 3 4 0,-2 1-2 16,2-2-1-16,-2-5-3 0,0 9 4 0,0 0-1 0,-2 4 3 15,-2-2-3-15,-3 4-2 0,3-2 2 0,-2 2 5 16,-3-1-4-16,0 1-1 0,-4-2-2 0,2 3 2 16,1-5 1-16,3 4 6 0,5 0-3 0,-2-2 2 0,2 0 7 15,-1-2-1-15,1-1 5 0,-4-4 6 0,6 5 0 16,0 2-2-16,-2-6 0 0,4 6-3 0,0-2-10 15,0-2 1-15,2 9-4 0,1-7 5 0,-1 4-2 16,3-2 2-16,3 0-4 0,-1 2-8 0,-2-8 4 16,3 6-2-16,1-6 2 0,-2 2-7 0,-5 2 6 15,3-4-1-15,-1 4 3 0,3-3 0 0,-1 1 3 16,1 0-6-16,0 0 5 0,2-2-1 0,1 3-4 0,-1-1 5 16,2-2-5-16,0 2 5 0,0-2-2 0,0 1-1 15,0-1 1-15,0 4 10 0,0-2-10 0,2 2 1 16,-1-2-4-16,1 0 5 0,2 2-4 0,0 0 4 15,1 0-5-15,-1 0 6 0,1 0-2 0,1 0 0 16,0 0-2-16,1 2-2 0,-1-2 4 0,-1 0-3 0,4 2 3 16,-1-4-7-16,-1 0 6 0,3 1 1 0,-7-5 2 15,10 6-9-15,2 0 4 0,2 2 0 0,-2 0 2 16,-2-6 2-16,3 0 4 0,-1-1-8 0,4 3 4 16,1 0-3-16,-3-2-4 0,-4 4 7 0,-2-2-6 15,0-3 9-15,2 5-9 0,0-4 0 0,0-3-2 16,2 5 8-16,-4-4-5 0,-1-3 0 0,3 7-4 0,-2-5-8 15,0 1-41-15,4 0-22 0</inkml:trace>
  <inkml:trace contextRef="#ctx0" brushRef="#br0" timeOffset="-203487.99">3801 14220 173 0,'-2'0'25'0,"0"0"-4"0,0 0-11 16,-25 0 12-16,-3 4-19 0,0 1 11 0,4 1-12 15,2 1 7-15,2 3-8 0,-1-1 13 0,-1 2-14 16,0 0 3-16,4 0-4 0,-1 0 3 0,6 1 3 16,1-9-2-16,-3 14 2 0,4-2 7 0,-2 0-7 15,2 1 9-15,2-1-8 0,0 2 11 0,1-2-3 16,-1 1-7-16,4 3 4 0,1 3-1 0,1-1 6 0,-3-1-1 15,3 2 1-15,-1-1-13 0,3-3 8 0,1 5-6 16,0-1 6-16,-2 0-13 0,2 1 9 0,0 1-2 16,-14 0 3-16,5 2-9 0,1 2 8 0,5 1-1 15,1-1 5-15,2 2 4 0,2-2-7 0,0 3 7 0,2 1-7 16,2 1 6-16,1 1 3 0,5 1-6 0,-1-3 5 16,2 1-4-16,0-1-6 0,4-3 7 0,4 7-7 15,-3-7 6-15,-14 5-2 0,20-6-5 0,8-4 4 16,2 2 2-16,-3-2-3 0,3-2 7 0,-4-1-7 15,0-3-5-15,5 1 11 0,-1 1-11 0,-3-1 11 16,5 1-8-16,-5 1-7 0,-1-5 5 0,-2 3-6 16,0-2 7-16,0 1 4 0,4-3-3 0,0 0 2 0,-1-2-9 15,3-2 2-15,-2 0 1 0,1-4 2 0,4 3 2 16,3-7-4-16,1 3-1 0,1 16 0 0,-2-9 3 16,4-5-4-16,-5-5 3 0,4-3-3 0,-2-1-2 0,-2-5 3 15,1-1-4-15,-11-1 4 0,3-1-6 0,-6-2-1 16,-1 0 4-16,1-4-2 0,0-2 7 0,-2 13-1 15,2-16-6-15,0-2 2 0,-3-4 1 0,-1 2 1 16,1-4 3-16,1-4-2 0,-4 1-4 0,1-7 2 16,0-4 2-16,-5-5 0 0,-1 3-1 0,-3-5 2 15,-1 5-2-15,-3-1 2 0,-3 1 9 0,-1-3-5 16,22 3 2-16,-11-1-2 0,-7 1 0 0,-6 1-3 16,0 0 5-16,-4 4-4 0,-3-2 1 0,-3 1 3 0,-1-3-6 15,-4-4 5-15,-1-3-1 0,-3-4-5 0,1 2 0 16,-3-5 0-16,3 7 6 0,-3 1-9 0,-1-1 7 15,0 10-8-15,14-3 11 0,-20 6-8 0,-5 3 1 16,-6 3-3-16,-4 3-9 0,-9 4 0 0,-2 3 1 0,-7 6 0 16,-6 2-4-16,0 8-24 0,-1 1-9 0,3-24-6 15,2 19-48-15</inkml:trace>
  <inkml:trace contextRef="#ctx0" brushRef="#br0" timeOffset="-172388.6">8073 14365 23 0,'-2'0'7'0,"1"2"0"15,-3-1 12-15,-17 9 5 0,3-1 6 0,-1 2 3 0,4-2-3 16,-1 3 2-16,1-3-4 0,-2 2-1 0,2 0 0 16,2-9-3-16,2 11 0 0,2-2-14 0,0-3 1 15,3-1 2-15,0 2 0 0,3 2-4 0,1 6-5 16,0 0-1-16,-11 1 1 0,0 5 2 0,4 3 1 16,1 3-4-16,1 5 3 0,3 1-1 0,1 2-11 15,1 2 9-15,0 6-8 0,2-1 11 0,-2 3-6 16,2 3 0-16,0 0 0 0,-2 6 4 0,2-2-6 0,0 1 2 15,0-5-2-15,4-7 13 0,0-6 0 0,1-3 6 16,1-6-4-16,1-2 5 0,6 1 1 0,-2-6-3 16,4-1 2-16,-4-3-7 0,15 0-1 0,4-4-6 15,5 0 4-15,-1-2 0 0,10-2-3 0,-1-3 3 16,3-3-4-16,8 1-4 0,-11 20 6 0,5-11-3 0,-1-5 4 16,-10-5-1-16,7-3 5 0,-1 0 1 0,1-2-1 15,3-1 0-15,-1-1-13 0,1-1 6 0,5-1-6 16,5-1 10-16,5-3-4 0,1-1-2 0,2-2 1 15,-6 0 5-15,-1-2 0 0,-4 0 1 0,-8-3-3 16,-3-1-9-16,-3-3 10 0,-1 13-7 0,2-23 7 16,0 4-6-16,-2-3 0 0,0-1 5 0,-2 1-5 0,-1-8 10 15,1 3-11-15,-2-1 6 0,-5 0-6 0,-2 2 13 16,-12 1-10-16,1 3 6 0,-10-3-8 0,-1 3 7 16,0-4-1-16,14-1-5 0,-9-1 4 0,-7 0 0 0,-8 0 0 15,-5 0-1-15,-6-4 1 0,-7 0 0 0,12-2-1 16,-29 2 0-16,0 2-1 0,0 6 5 0,-5 3-3 15,3 10 3-15,-2 5-5 0,-3 6-7 0,5-14-16 16,-7 9-6-16,-1 12-3 0,-6 9-18 0,-12 12-38 16,4-17-55-16</inkml:trace>
  <inkml:trace contextRef="#ctx0" brushRef="#br0" timeOffset="-171456.1">6172 14381 226 0,'-2'-1'18'0,"0"-1"14"0,0 0-6 15,1 0-23-15,-3 0 4 0,0 0-7 0,0 0 5 0,3 2-5 16,-11-3 1-16,3-1-2 0,-2 2 2 0,0 0 0 16,0 2 1-16,-2 0 0 0,-2 2 1 0,2 0-2 15,-2 2-1-15,-2 1 2 0,4 1 5 0,-2 1 3 16,-3 4-1-16,-1 2 3 0,3-7-1 0,-3 18 1 16,6 4-4-16,-2-2 2 0,0 6-5 0,1-5-4 15,-1 3 5-15,0 2-6 0,6-3 2 0,1 3-2 16,-3 0 0-16,7 1 0 0,-1 0 3 0,1 5-6 0,-18-1 1 15,9 0-2-15,7 2 13 0,4 0-9 0,2 0 0 16,0 3-4-16,4-1 6 0,5 4 0 0,6-1 3 16,2 3-3-16,-2-4 4 0,0-6 3 0,-1-2 2 15,-1-9 1-15,2 2 7 0,0-8 3 0,-7-3 3 16,19-2-1-16,1-4-2 0,2-4 0 0,0-1-4 0,-3-2 5 16,3-2 6-16,-4 14-15 0,2-5 5 0,4-7-9 15,3-6 6-15,2-5-7 0,4-6-3 0,0-2-2 16,5-5-4-16,-1-3 2 0,3 12 4 0,0-22 0 15,-3-3-1-15,-3-1-5 0,-6 2 1 0,-7 0-1 16,-4-2 2-16,-5-1 3 0,-9 1-5 0,-2 2 5 16,-3 2-1-16,14-3-4 0,-7 1 5 0,-7-4-4 0,-4-2 13 15,-4-1-8-15,-7-3 7 0,-2-1-6 0,-6-5 3 16,-5-2-1-16,-3-5-3 0,-2-1 4 0,25 3-2 16,-37 2 1-16,0 11 2 0,0 8-1 0,-2 9 5 0,4 15-30 15,0 4-8-15,0-14-13 0,-1 17-59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15.298"/>
    </inkml:context>
    <inkml:brush xml:id="br0">
      <inkml:brushProperty name="width" value="0.05" units="cm"/>
      <inkml:brushProperty name="height" value="0.05" units="cm"/>
      <inkml:brushProperty name="color" value="#FF0066"/>
    </inkml:brush>
  </inkml:definitions>
  <inkml:trace contextRef="#ctx0" brushRef="#br0">13 53 6289 0 0,'-12'-4'1857'0'0,"19"-36"409"0"0,-1 31-5335 0 0</inkml:trace>
</inkml:ink>
</file>

<file path=ppt/ink/ink80.xml><?xml version="1.0" encoding="utf-8"?>
<inkml:ink xmlns:inkml="http://www.w3.org/2003/InkML">
  <inkml:definitions>
    <inkml:context xml:id="ctx0">
      <inkml:inkSource xml:id="inkSrc0">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3-06-16T04:14:34.95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6926 2719 0,'0'0'0,"0"0"0,0 0 15,0 0 1,0 0-16,0 0 15,0 0 1,0 0-16,-47-37 16,38 37-16,0-9 15,-10 9 1,10-9-16,-10 9 16,1-10-1,-10 10-15,9 0 16,-8 0-16,-1 0 15,0 0 1,-9 10-16,0-10 16,-10 9-1,-8 0-15,8 1 16,-9 8 0,1 1-16,-10-1 15,9 1 1,0 9-16,10-10 15,9 1-15,0-1 16,9 1 0,0 0-16,0 8 15,0-8 1,0 9-16,10 0 16,-10-1-16,9 1 15,10 0 1,-9 0-16,8 0 15,1 0 1,0 0-16,-1 9 16,10-9-1,-9 9-15,9 0 16,-9 0-16,9 0 16,-9 10-1,9-10-15,-10 9 16,10-9-1,0 10-15,0-1 16,0 0 0,-9 1-16,9-1 15,-9 10-15,-1-10 16,1 10 0,0-9-16,9-10 15,-9 0 1,9 0-16,-10 0 15,10 0 1,0-9-16,0 9 16,0-9-16,-9 9 15,9 0 1,-9 0-16,9 1 16,0-1-1,0-9-15,0 9 16,0-9-16,-10 9 15,10-9 1,-9 9-16,9-9 16,-9-1-1,9 1-15,-9 9 16,-1-9 0,1 0-16,9 0 15,-9 0-15,-1 0 16,10-1-1,-9 1-15,9 0 16,-9 9 0,0-9-16,-1 9 15,1 10-15,0-10 16,-1 9 0,10 1-16,-9-1 15,9 1 1,-9-10-16,9 0 15,0 0 1,0 0-16,9 0 16,-9 0-16,9 0 15,1 1 1,-1-11-16,0 11 16,1-1-1,-1 0-15,0 0 16,0 0-1,1 0-15,-1 0 16,-9 1-16,9-1 16,1 0-1,-1 0-15,-9 5 16,9-5 0,-9 0-16,9 0 15,-9 0 1,10 0-16,-10 1 15,9-6-15,-9 0 16,9 1 0,-9-1-16,0 1 15,0-1 1,0 1-16,0-1 16,10 1-1,-10 4-15,9 0 16,-9 5-16,9 0 15,-9 4 1,9 5-16,1 5 16,-1 0-1,0-1-15,1 1 16,-1 0 0,9-5-16,-8-5 15,-1-4-15,0 0 16,1 0-1,8-1-15,-9 6 16,1 4 0,-1 0-16,0 5 15,1-1-15,-1 1 16,0-5 0,0 0-16,1 0 15,-1 0 1,0 0-16,1-4 15,-10-1 1,9 1-16,-9-1 16,9 5-1,0 5-15,-9-1 16,10 1-16,-1 4 16,0 1-1,-9-1-15,9 0 16,-9-4-1,10 0-15,-10-10 16,0 1-16,0-5 16,0-1-1,0 1-15,9 0 16,-9 4 0,9 5-16,-9 0 15,10 5-15,-10 0 16,9-1-1,-9 1-15,9-5 16,-9 0 0,0-4-16,0-6 15,0-3 1,0-6-16,0 1 16,0-6-1,0 1-15,0-4 16,0-1-16,0 0 15,0 0 1,0 0-16,0 1 16,0-1-1,0 0-15,0-4 16,0-1-16,0 1 16,0-5-1,0 0-15,0-1 16,0-3-1,0-1-15,0 0 16,0 1 0,0 4-16,0-1 15,-9 11-15,0 4 16,-1 9 0,-8 4-16,-1 1 15</inkml:trace>
</inkml:ink>
</file>

<file path=ppt/ink/ink81.xml><?xml version="1.0" encoding="utf-8"?>
<inkml:ink xmlns:inkml="http://www.w3.org/2003/InkML">
  <inkml:definitions>
    <inkml:context xml:id="ctx0">
      <inkml:inkSource xml:id="inkSrc0">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3-06-16T04:15:00.55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6397 9961 0,'0'0'0,"0"0"0,0 0 15,0 0 1,0 0-16,0 0 16,0 0-1,0 0-15,0 0 16,0 0-16,-37-51 16,18 23-1,10-9-15,-10-14 16,10-10-1,-10-13-15,10-10 16,0 1-16,9 9 16,-10 4-1,10 5-15,-9 0 16,0-5 0,0 1-16,-10-1 15,10-4 1,-10 0-16,10-5 15,0 0-15,-1 4 16,1 6 0,0-1-16,-1 5 15,-8 0 1,-1-4-16,1-6 16,-1 1-1,-9-10-15,0 1 16,1-1-16,8 1 15,1-1 1,-1 1-16,0-5 16,10-5-1,-9-9-15,8-10 16,1 1 0,0-1-16,9 1 15,-10-5-15,10-5 16,-9-4-1,9 0-15,9-1 16,-9 1 0,10-5-16,-10-9 15,9-10 1,0 1-16,1 18 16,-1 9-16,0 10 15,-9 18 1,0-9-16,0-1 15,0-8 1,0 9-16,9 0 16,10 0-16,-10 9 15,19 0 1,-9 0-16,8 0 16,1 1-1,0 8-15,9-9 16,-9 10-1,9-10-15,-9 9 16,9 1-16,0-1 16,1 10-1,-1-10-15,0 10 16,0 9 0,9-9-16,1 9 15,-1 0 1,1 0-16,-1 18 15,-9 1-15,0 9 16,-9 9 0,0 0-16,0 10 15,9 8 1,0 1-16,0 0 16,19-1-1,0 10-15,9 10 16,0-1-16,9 19 15,0 0 1,0 9-16,-9 9 16,0 10-1,-9 0-15,0 9 16,0-10 0,-1 10-16,1 0 15,-10 0-15,10 0 16,-10 0-1,-8 0-15,-11 10 16,11-1 0,-11 9-16,1 1 15,-9 9-15,-1-10 16,1 10 0,-10-9-16,10 8 15,-10 1 1,0 0-16,-9 9 15,10-9 1,-10 9-16,0-9 16,0-9-16,0 8 15,0 11 1,-10-1-16,10 9 16,-9-9-1,9 0-15,0-9 16,0-9-16,9-1 15,-9 10 1,10-9-16,-10 9 16,9 4-1,-9 0-15,9-4 16,-9-9 0,0-1-16,0 1 15,0 0-15,0 4 16,0 9-1,-9 5-15,9-4 16,-9-1 0,9-9-16,-10-9 15,10-4 1,-9 4-16,9-1 16,-9 6-16,9 4 15,-9 5 1,-1 5-16,1-6 15,0-3 1,-1-6-16,10 1 16,-9-5-16,9-5 15,0 5 1,0-5-16,9 0 16,-9-4-1,10-10-15,-10-4 16,9-10-1,-9-4-15,0-9 16,9-5-16,-9-5 16,10 0-1,-10-5-15,9 6 16</inkml:trace>
</inkml:ink>
</file>

<file path=ppt/ink/ink82.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19:05.66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2783 10492 160 0,'-1'0'47'0,"-3"0"48"0,-7 0-25 0,-4 0-6 16,2 0-6-16,2 0 4 0,0 2-1 0,0-1-1 16,1-1-5-16,3 0 1 0,1 0-20 0,1 0-6 0,1 0 0 15,2 0-2-15,-2 0-8 0,1 0-5 0,-1-1 4 16,2-1-3-16,0 0 2 0,0-2 0 0,2 0-7 16,0 1 5-16,0-8-14 0,0-2 4 0,0 1 0 15,0-2 2-15,0 2-6 0,0 1 4 0,2-4-6 16,0 4 5-16,0-2-4 0,2-3 7 0,1-3-1 0,1-3 2 15,-1-2-5-15,3-1 3 0,1-4 2 0,2 1 0 16,2-2 3-16,0-1 2 0,0-1 0 0,2-1 1 16,-2-1 3-16,2-1-9 0,0 1 3 0,0-1-5 15,1 2-2-15,1-2 3 0,0 1-6 0,1 1 5 16,1-3-8-16,-2 3 1 0,1-4 2 0,-1-2-2 16,-2 4-3-16,0-6 10 0,-4 4-10 0,0-1 11 0,-2-1-13 15,0 2 6-15,-1 2-3 0,-3 3 2 0,1 1-4 16,0 1 4-16,-1 2 5 0,1-1-3 0,-1-1 0 15,1 4 1-15,-1-2-5 0,1 0 3 0,-2 2-4 0,-1 0 1 16,1 0 1-16,0 0 0 0,0 0 2 0,-1-2 1 16,1 2-1-16,0-1 1 0,-1-3 2 0,1 4-3 15,2-2-1-15,-1 2 0 0,3 0 1 0,-3 0-2 16,3-2 5-16,-3 6-4 0,-1 1 0 0,2-1 4 16,-5 7-6-16,3 0 3 0,-2 3-10 0,-2 4 8 15,2 1-1-15,-2 1 3 0,0 2 6 0,0 1-4 16,0-1-1-16,2 0-2 0,0 1-8 0,-1-1 10 15,-1 0-5-15,0 2 5 0,0 0-2 0,0 1-3 0,0-1 1 16,0 0-3-16,0 2-2 0,0 0-6 0,0 0-4 16,0 2-4-16,0 0-41 0,0 1-231 0</inkml:trace>
</inkml:ink>
</file>

<file path=ppt/ink/ink83.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19:06.16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2535 10681 87 0,'-2'0'32'0,"0"0"25"16,-2-2 28-16,-1 0-10 0,-12-1-1 0,4-1-3 15,-2 0 0-15,0 0-19 0,2 1 3 0,0-1-11 16,2 0-12-16,2 1 7 0,-2-1-5 0,1 0 6 16,3 0-12-16,1 3-4 0,-1-3 0 0,3 2 0 15,-1-2-2-15,1 2-7 0,0 1-3 0,1-3-1 16,-1-2-8-16,2 1-1 0,-2-1 5 0,-1 2-4 0,3 1 2 15,0-1-6-15,0 0-6 0,-2-1 1 0,3 1-10 16,-5-3-29-16,2 1 0 0,1 0-11 0,-1-1-10 16,2 3 16-16,-2-1-2 0,2-1 5 0,-1-1-21 0,-1-1-107 15</inkml:trace>
</inkml:ink>
</file>

<file path=ppt/ink/ink84.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19:09.04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2808 10605 118 0,'-2'0'32'0,"0"0"36"0,-19 0-31 15,5 0 1-15,-1 0-8 0,4 0 7 0,4 0-13 0,-2 0 0 16,1 0-8-16,-3-2 3 0,2 0-16 0,4 2 9 16,-2-2-2-16,1 2 4 0,3 0 1 0,1 0 14 15,0 0-5-15,-1-2 8 0,1 1 7 0,0-1-5 16,-1-2 5-16,3 4-7 0,-2-2-1 0,0-2-1 16,1 1 1-16,-1-1-2 0,0 0-8 0,2 1 5 15,0-1-5-15,1 0 6 0,-3-1-6 0,2 1 10 16,0 0-1-16,-2-3 3 0,3 1-5 0,-3-3-9 0,2 0 6 15,0-2-4-15,-2-6 8 0,3-2-9 0,1 1 3 16,0-3-6-16,0 3-1 0,1-1-1 0,1-1-4 16,0 3 2-16,2-3-10 0,0-3 2 0,-1 3-1 15,3-6 2-15,-2 0-5 0,-1 2 3 0,1-2-4 0,0 2 5 16,1 1-2-16,-1 1-2 0,0 0 2 0,-1-1-2 16,-1 1 0-16,0 0 2 0,0 1-3 0,0-1 2 15,-2 0-1-15,0 0-4 0,0-1 3 0,0 1-4 16,0 2 7-16,0-1 2 0,0-1-3 0,0 0 2 15,-2-1-4-15,0 1-4 0,0 0 4 0,0-2-2 16,1-2 5-16,-3-4-2 0,0-2 3 0,-1 3-3 16,1-3-1-16,0 4 1 0,2-1-3 0,0-1 2 0,1 2 3 15,1-4-1-15,0 5 0 0,0-3 0 0,0 0 3 16,0 2-8-16,1-1 7 0,1-1-7 0,0 2 6 16,2-2-3-16,0 1-1 0,-1 1-1 0,1-2 1 0,0 2 2 15,-1 0-1-15,3-3 3 0,0 3-2 0,-3-4 3 16,1 1-1-16,0-1 1 0,-2-1-5 0,-1-1 3 15,1 3-3-15,-2 3 2 0,0-4-4 0,0 5 6 16,-2-5-2-16,-1 4 4 0,-3 0-2 0,2 4-1 16,-1 0-2-16,-1 0 1 0,3 2-1 0,-3-2 0 15,2 3 0-15,1-3 0 0,-1 2 0 0,2-2-2 16,-2-1 3-16,2 5-1 0,1-4 5 0,-1 2-5 16,2-1 3-16,0 1-3 0,2 0-1 0,-1-1 5 15,1 3-7-15,2 0 6 0,2 1-9 0,1-3 9 0,0-1-3 16,1 1 5-16,-1 4-5 0,1-5 2 0,1-3-1 15,0 2 0-15,1-4 0 0,-1-1-2 0,0 5 3 16,2-4-3-16,4-2-1 0,-4 4 5 0,2-2-3 16,-2-2 5-16,-1 4-5 0,-1 0-1 0,0 0 1 0,0 0-1 15,1 0 7-15,-1-3-4 0,-2 5 1 0,1-1-3 16,-1 1-5-16,1 4 4 0,-1-2-1 0,1 1 2 16,-1 3 6-16,0-1-5 0,1 0 3 0,-1 1-4 15,-1 1 2-15,-1-1-5 0,3-1 5 0,-1 0-5 16,1 3 1-16,-3 1 2 0,3-4-4 0,-5 5 5 15,3-3-3-15,0 4 5 0,-3 0-1 0,3-2 3 0,-4 6-1 16,3-8-8-16,-1 2 5 0,0 0-4 0,1-1 8 16,-1 4-8-16,0 3 0 0,-1-2-2 0,1 4 8 15,2-5-3-15,-1 1 3 0,1-2-3 0,-1 0 5 0,3-3-9 16,-1-1 6-16,1 0-5 0,-1 2 7 0,2-1-6 16,1-1 0-16,-3 4-3 0,6-6 5 0,-2 4 0 15,-9-1 0-15,15-1 1 0,-2 4 7 0,0-2-8 16,1 2 3-16,-1 4-4 0,4-2-1 0,-1 0 2 15,1 3-2-15,1 1 2 0,1-1 2 0,1 1-3 16,0-1 1-16,-1 1-3 0,1 0 1 0,4 1 5 16,0 0-2-16,2 1 3 0,0-1-7 0,-1 1 4 15,-2-1-3-15,-3 1 3 0,-2-3-2 0,8 3-1 0,-4-1 5 16,6 1-3-16,-2-1 3 0,-4 0-4 0,-2 1 2 16,-1-1-2-16,-1 3 1 0,-1-1 1 0,-1-2-5 15,-1 4 3-15,2 1-3 0,-3-1 4 0,1-2 1 16,3 0 1-16,1 1 4 0,1-1-9 0,0 0 6 0,1 0-6 15,-3 1 9-15,2-3-5 0,-1 2-2 0,3 1-2 16,-2-1 2-16,4 0-3 0,-2 1 6 0,6 1-3 16,-2 0 1-16,-2-15 4 0,-2 6-7 0,-4 4 4 15,3 3-1-15,-5 2 1 0,3 0 1 0,-1 2-2 16,4 0 1-16,-5 2-4 0,-1 2 2 0,-3-2-4 16,-4 1 5-16,2 1 0 0,-1 0 4 0,1 1-3 0,1 3 4 15,-1-1-3-15,2 2-2 0,-2-1 0 16,0 1-8-16,-2-1 10 0,2 1-1 0,-1-7 5 0,-1 11-5 15,2 2-1-15,0-1 0 0,0 1 0 0,0 2 2 16,0-2 1-16,0 1-5 0,0 5 3 0,0-3-3 16,-2 3 2-16,0-1 1 0,0-1 1 0,-2-2-2 0,1 3 1 15,1 0 0-15,0 3 1 0,2-5-4 0,0-3 2 16,-4-2-3-16,2 0 3 0,2 4-2 0,0-4 2 16,0 4 0-16,0-1 2 0,2 3 3 0,0-1-3 15,-4-3-3-15,4 4 0 0,-2-6-5 0,-6 4 5 16,6 1-1-16,-1 1 2 0,2-1 9 0,-1 1-4 15,2-1 0-15,-4 1-2 0,-3 0-7 0,-1-1 7 16,1-1-4-16,1 0 3 0,-2 1-2 0,1-1 2 0,-1 1 0 16,-5-1 0-16,7 2-1 0,-1-3-1 0,1 1 2 15,2 0-2-15,0-1 3 0,2-1-1 0,-5 2 0 16,3 2-1-16,-4-5-4 0,5 3 7 0,-3-2-4 16,-2-2 3-16,1 2-10 0,-3 0 7 0,1 1 0 15,-1 3 1-15,1 0-3 0,-2-3 3 0,5 7-1 0,-2-5 3 16,1 3-6-16,1 1 5 0,-3 0-3 0,-1 0 4 15,3 1-3-15,-3-1 0 0,1 2 4 0,-2 0-1 16,1 0-1-16,-1 2-4 0,0-3 2 0,-1-3-2 16,-1-1 3-16,2-1-1 0,-1 3-2 0,-1-5 2 15,0 3 2-15,0-2 0 0,9-1-2 0,0 3 0 16,-1-1-1-16,-3 1 1 0,-1 1 2 0,-3-1 1 0,-1 0-1 16,-2-1-4-16,0 3 2 0,0-3-2 0,0 1 2 15,0 1 2-15,0 1-1 0,0 1 2 0,0 0-1 16,0 4-2-16,0 0-1 0,0 4 0 0,-2-2 2 0,0 1 0 15,1-3 0-15,-3 2-1 0,0 2 1 0,0-2-4 16,1 1 3-16,-1-4-3 0,0-3 5 0,2-2-2 16,-1-1 2-16,-1-2-2 0,0-1 9 0,1-1-10 15,1-2 1-15,0 0-5 0,0 0 3 0,0-2 4 16,2 2-2-16,0-2 3 0,0 1-3 0,0 1-1 16,0-4 1-16,2 2 0 0,0 2 1 0,0 0 0 15,0-2-2-15,-1 2 1 0,1 2 4 0,0-2-2 16,0 4 0-16,0-2-2 0,0-1-6 0,0 3 8 0,-1-2-5 15,1 2 5-15,0-2-5 0,-2-2 4 0,2 1 0 16,-2-1 1-16,0 0 1 0,0 0-6 0,0-3 4 16,2 1-4-16,0 0 8 0,-2-4-6 0,2 4 4 15,-2-5-4-15,0 0 6 0,1 1-7 0,-1-1-1 0,2 5-2 16,0-4 5-16,0 1 3 0,0-1 0 0,0-1 1 16,0 3-3-16,1 4-1 0,1 0 0 0,0 2 0 15,-1 3-3-15,-1-5 3 0,0 2 0 0,0 0 0 16,-2-4-2-16,0 2 2 0,0-4-1 0,0 3 2 15,0 1 1-15,0-4-1 0,0 2 1 0,0 0-1 16,0 0-3-16,0-5 5 0,0 3-4 0,0-3 4 0,0-4-2 16,0 1-2-16,0-1 1 0,0 2 0 0,0 0 0 15,0-3 1-15,0 3-4 0,0 0 3 0,2 0-2 16,0-1 2-16,0 1-1 0,-1 0 0 0,1-1 1 0,0 1 0 16,2 0 5-16,0 0-4 0,-1-1 1 0,1 1-4 15,-2 0 3-15,0-1-3 0,1 1-1 0,-1-2 2 16,0 0-1-16,0 0 3 0,0 0-1 0,0-1 7 15,0 1-7-15,-1 0 8 0,1 0-8 0,0 0-1 16,0-2 5-16,0 0-3 0,0 0 2 0,0 0 4 16,-1 0-6-16,1 0 5 0,0 0-6 0,0 0 0 15,0 0-3-15,0 0 0 0,0 0 1 0,-1 0-1 16,1 0 4-16,0 0-1 0,0 0 6 0,0 0-2 16,0 0-3-16,0 0 0 0,-1 0-2 0,1 0 1 0,0-2-1 15,0 0 1-15,0 0-1 0,0 0 0 0,0 1 1 16,1-3-2-16,-3 2 5 0,10-13 0 0,-1 0 5 15,0 0-4-15,-1 1 2 0,1-3-7 0,-2-2 0 16,1 3-2-16,-1-1 3 0,1-5 3 0,-1 1-4 0,0 1 4 16,-1-1 0-16,0 1-5 0,-1-1 7 0,1-1-6 15,-1-2 5-15,-1-2-8 0,0 2 2 0,-2-2-4 16,-1 2 13-16,1 0-6 0,-2-2-1 0,0 2 0 16,0-2 0-16,0 0 1 0,0 0 1 0,0 0-1 15,0-4 1-15,0 0-2 0,-2 0 1 0,1-3-1 16,-1 0-3-16,0-5 4 0,-2-1-4 0,0 2 3 15,-1 4-5-15,-1-1 8 0,1 1-1 0,-3 1 3 0,1-3-5 16,-2 4 1-16,-1 1-3 0,-1-2 3 0,0 1-1 16,2 3-3-16,-2 0 3 0,1 2-4 0,1 2 5 15,-2 0 3-15,0 0-1 0,0 0 1 0,-1-2-8 0,1 1 5 16,2 3-2-16,0-2 3 0,-2 0-6 0,-1-4 2 16,1 0 2-16,2-2 0 0,-2-1 3 0,2-1-1 15,-3-3-2-15,1 0 0 0,2 3-5 0,-2 1 7 16,0-3-4-16,0 3 5 0,-2-1-4 0,2 2 1 15,-2 4 3-15,-2-1-3 0,0-1 0 0,-2 4 3 16,0-2-3-16,3 3 4 0,8 1-6 0,-9 0 0 16,-2 1 1-16,-3 1-1 0,-2 1 0 0,-1 1 2 15,1-3-1-15,0 3 1 0,1-1 6 0,-1 2-5 0,2-1 0 16,-1-1-2-16,1 1 0 0,-1-1 1 0,3 1 0 16,-1-1 1-16,3 1 1 0,-1-3-4 0,0 4 3 15,-1 1-3-15,-1-5 2 0,0 3 2 0,1-5-3 16,-1 3 2-16,1 0-4 0,3 7 7 0,-5-6-5 0,1 4 3 15,-3 2-9-15,-6-5 7 0,4 3 0 0,-8-4 1 16,2 2 0-16,-5 3-1 0,0 2 0 0,-4-1 0 16,-2 6 2-16,4 0-7 0,-6-1 5 0,8 4-5 15,-4-1 8-15,-2-1-1 0,6 3-2 0,-2-20 0 16,1 12 0-16,5 4 6 0,-4 3-3 0,3 2 4 16,2 2-9-16,1 2 2 0,-3 2 1 0,0-1 2 15,-7 3 3-15,0 0-8 0,-1-1 2 0,-5 3-4 0,4-3 7 16,-2 1-4-16,4 1 3 0,-1 1-3 0,2 1 4 15,3 0 0-15,0-1-4 0,3-3 1 0,-1 3-2 0,3-3-2 16,2 3 4-16,2-1-2 0,0-1 7 0,2-1-2 16,0 1-3-16,2-1 1 0,0 3-3 0,-1-1 1 15,-3 4 1-15,2 0-1 0,-2 2-1 0,2 2 5 16,-4-11-3-16,-2 22 3 0,3 2-4 0,-3 2-2 16,4 3 3-16,5 4-4 0,-5 2 4 0,-3 4-4 15,1 1 3-15,4 6-4 0,5 6 5 0,4 5 0 16,1 8-3-16,-1 7 3 0,2 2-2 0,5 6-1 15,3-2 2-15,1-1-2 0,2 3-5 0,-29 1 7 16,23 4-2-16,8 10 3 0,6 5-2 0,7 5 1 0,2 3 0 16,-1-12-1-16,3-4-2 0,4-3 0 0,3-5-1 15,4 3 0-15,-1 5-8 0,3 4-60 0,-2 4-48 16,-2 0-16-16,4-5-251 0</inkml:trace>
</inkml:ink>
</file>

<file path=ppt/ink/ink85.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12:29.152"/>
    </inkml:context>
    <inkml:brush xml:id="br0">
      <inkml:brushProperty name="width" value="0.05292" units="cm"/>
      <inkml:brushProperty name="height" value="0.05292" units="cm"/>
      <inkml:brushProperty name="color" value="#FF0000"/>
    </inkml:brush>
    <inkml:context xml:id="ctx1">
      <inkml:inkSource xml:id="inkSrc48">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1" timeString="2023-06-16T04:13:50.852"/>
    </inkml:context>
  </inkml:definitions>
  <inkml:trace contextRef="#ctx0" brushRef="#br0">5169 2718 18 0,'0'0'0'0,"0"0"2"16,0 0 30-16,-1 0-3 0,-1 0 5 0,0 0-12 16,0 0-5-16,0 0-6 0,0 0-6 0,0 0 3 15,2 0-4-15,0 0-1 0,0 0-1 0,0 0 0 16,0 0-2-16,0 0 4 0,2 0 3 0,0 0 0 15,0 0 1-15,2 0-1 0,-1 0-6 0,1 0 3 0,4 0-4 16,3 0 0-16,2 0 4 0,-4 0-4 0,2 1-2 16,-3-1 7-16,-3 0-7 0,3 2 8 0,-3 0-3 15,1 2-4-15,-3-2 2 0,1 0-2 0,5 9 13 16,3 5-10-16,-5-1 3 0,0 6-5 0,-1-3 10 16,-1 3-4-16,-1-1 1 0,0-3-3 0,0 5 2 0,-3-5-9 15,-1-1 3-15,0 7-4 0,0-3 6 0,0 1-3 16,2 1 1-16,0-5-2 0,0 3 14 0,0 0-14 15,-2-3 2-15,0 2-7 0,0-3 6 0,0 3 9 16,-2 1-3-16,0-3 5 0,-2 4-9 0,1-3 2 16,-3 1-2-16,2-1 1 0,1 1-5 0,-1-2 6 15,0 3-3-15,1-3 4 0,-1 1-5 0,0-3 5 16,1-2-2-16,-1 4 5 0,2-4-5 0,0 0-2 0,0 2 5 16,0-2-5-16,1 0 10 0,-1-2-7 0,2-2 3 15,-2 0-4-15,2-1-2 0,-2 1 2 0,0 2 0 16,0-3 1-16,0 1 1 0,1-2 1 0,1-1 1 15,-2 3 0-15,2-3-2 0,0-1-4 0,0 1 0 0,0-2 1 16,0-3 11-16,0 3-3 0,0 0-7 0,0 0 5 16,0-1 2-16,0 1-3 0,0 0 4 0,0-2-5 15,0-1-4-15,0 1 8 0,0 0-2 0,0 0 4 16,0 0-3-16,0 0-2 0,0 0 0 0,0-1-2 16,-2 1-6-16,0 0 6 0,0 0-2 0,0-2 6 15,-1 0-6-15,-1 0 1 0,0 0 1 0,-5 2-1 16,-2 0-4-16,0 1 1 0,3-1-3 0,-3 2 3 15,2 0 5-15,1-2-2 0,3-1 2 0,-3 1-4 0,3 0-2 16,1-2 0-16,-3 2-3 0,3 0 3 0,0 0 1 16,0 0-2-16,3-1 2 0,-1 1-3 0,0 0 4 0,0 0 4 15,2 0-1-15,0 0 0 0,2 0-8 0,0-1 8 16,1 1-4-16,1 0 4 0,11 6-5 0,5-3 2 16,5 1 0-16,-7-3 1 0,4-1 1 0,-1 0-3 15,-3 0 0-15,3 0-1 0,-5 0 2 0,-1 0 2 16,-2-1 2-16,0 1-1 0,2 0-2 0,0 2-5 15,2 0 4-15,-4-3-4 0,0 1 4 0,0 2 0 16,-2-2-4-16,2 0 2 0,-4 0-1 0,0-1 4 16,1 1-2-16,-3 0 3 0,2 2-6 0,-3-2 6 0,0 0-4 15,-3-1 4-15,-1-1-3 0,0 0-3 0,0 4 5 16,0 5-4-16,3-1 8 0,-1-3-9 0,-2-1 5 16,2 2-7-16,-1-1 5 0,1 3 0 0,2 3-3 0,-3-4 3 15,1 1 3-15,0 1-3 0,-4-5 3 16,2 3-3-16,-2-1 7 0,1 1-1 0,-1 1-6 0,0-5 5 15,0 3-5-15,0-1 4 0,0 1-1 0,-1 0 1 16,-3 1-2-16,0-1-1 0,0-1 4 0,-3 1-3 16,-10-1 6-16,-3 1-5 0,-1 3 1 0,-1 0-2 15,-4 1 3-15,-2-1-4 0,-3 0 1 0,1-1-2 16,-5-1 5-16,3 1-6 0,-1-1 5 0,1 2-6 0,10-3-1 16,0-1 3-16,-1 3 0 0,7-3 2 0,1 1 0 15,0 0 2-15,9-3-10 0,-1-1 6 0,-2 0-7 0,9 0 6 16,-2 2 0-16,2-3 0 0,0 1 1 0,0 0 0 15,-2 2 6-15,2-2-3 0,0 0 7 0,2 1-9 16,0 1 1-16,0-4-2 0,20 13 3 0,6-4 2 16,0-1-1-16,-1-5 1 0,1-1-7 0,0-2 3 15,-2 0-2-15,-2 0 2 0,2 0-7 0,-2 0 7 16,-1 0 1-16,1-2 3 0,-2 2-4 0,0-1-1 16,1 1-2-16,-1 0 2 0,2 0 4 0,-4 0-4 15,1 0 1-15,-3 0-1 0,1 0 0 0,-2 0 1 16,-1 0 0-16,-3 0 0 0,-1 0-5 0,-7 0 0 0,-1 0-1 15,0 0 2-15,-3 0 8 0,3 1-4 0,0 1 6 16,-2 0-6-16,0 0 8 0,-1 2-5 0,1-1 2 16,-2 1-3-16,0-2 1 0,-3 7-1 0,-5 2-2 15,6-1 1-15,-22 3-2 0,-2 1 2 0,0 1 3 16,-2 2-1-16,-3 0 5 0,1-1-7 0,-3 3-2 0,-1 0-2 16,-1-1-1-16,1 1 10 0,1-4-5 0,2 1 6 15,1-1-10-15,0-4 2 0,4-1 1 0,2-1 0 16,-2 2-2-16,6 2-1 0,5 2 2 0,0-4 0 15,2 0 9-15,5-3-7 0,-1-1 4 0,5 2-7 16,1-3-4-16,-1-1 6 0,-2 5-7 0,3-3 7 16,1-1-5-16,-2 5 4 0,4-6 4 0,0 7-2 15,2-7-5-15,2 1 6 0,12-3-3 0,12 16 5 0,0-6-5 16,6-6-2-16,-1-1 4 0,2-4-3 0,1-2 0 16,-5 0 0-16,2 0 1 0,-5 0 2 0,-4 0-1 15,-1 0-1-15,-3 0-3 0,-3 0 3 0,0 0 5 0,-6 0-3 16,0 0-2-16,-4 0 0 0,-1 0-8 0,-1 2 9 15,-3-2-5-15,2 3 6 0,-4-1-5 0,7 11 6 16,-3-3 2-16,-2 4 1 0,-2-4 8 0,-4 3-14 16,-3 3 6-16,-2-3-8 0,-1 2-3 0,-14-4 5 15,-2-1 0-15,2 1 2 0,0 0 2 0,2-2-5 16,5 1-1-16,-2-1-1 0,4-2 4 0,2 1-3 16,2-3 5-16,8 1-3 0,-1-3 7 0,0 3-10 15,-1 1 1-15,3-3-3 0,0 2 8 0,2-1 1 0,0-1-3 16,0 2 1-16,0-3-10 0,4 3 10 0,-1-1-5 15,5 3 7-15,7 1-12 0,-4 0 6 0,0 3-1 16,-2 2 3-16,-1 3 2 0,-3 2-1 0,1 1 1 16,-4 2-1-16,1 1 0 0,1 3-2 0,0 0-1 15,-1 5 0-15,-1-3 3 0,0 6 3 0,19-1-8 0,-8 2 5 16,-4 4 0-16,-4-5-5 0,1 1 5 0,-2-3-6 16,-1-3 12-16,1-1-7 0,0 4 1 0,-2-8-4 15,1 4-2-15,1-4 9 0,0-2-4 0,-2 2 3 16,0-3-10-16,1 1 5 0,1-2 5 0,-2 1-2 15,2-1-1-15,-3-1 4 0,3-1-8 0,0 1 8 0,0-1-4 16,-3-3 3-16,3 0-1 0,-2-2 0 0,0 0-7 16,0-2 5-16,1 2 1 0,-1 0 1 0,0-2-2 15,0 1 2-15,0-3-1 0,0 2 2 0,0-2-1 0,-1 2-6 16,-1-3 4-16,0-3-3 0,0 1 4 0,0 0-1 16,0-1 1-16,0 1 2 0,0-3 4 0,0-1-5 15,0 0 0-15,0 2-1 0,0 0 3 0,0-1 6 16,0 1-7-16,0-2 5 0,0 0-13 0,0 0 6 15,0-1 3-15,0 1 1 0,0 0-4 0,0 0 5 16,0 0-4-16,0-2 5 0,0 0-7 0,2 0 3 16,0 0-4-16,0-2 2 0,0 0-4 0,0 0 5 15,0 0 0-15,-1 1 1 0,1-1-8 0,0 0 6 0,0 0 0 16,-2 0 2-16,0 0-8 0,0 0 1 0,0 1-2 16,0-1 4-16,-2 0 2 0,0 2 0 0,0 0 0 15,-1 2-2-15,-1 0 2 0,-13 9 1 0,-1 4-3 16,-5 14 2-16,3 3-2 0,-4 3 2 0,-2-2-1 15,-2 5 0-15,0 2-6 0,-2-1 8 0,-1 2 0 0,3-2 3 16,-3-3-9-16,3-3 9 0,-2-1-4 0,-5-1 4 16,5-3-4-16,-2 2-1 0,5-2 1 0,2 1-1 15,-1-1 1-15,2 0-2 0,0 0 2 0,2 2-3 16,0-3 3-16,1 3 4 0,4 0-1 0,3-1 3 16,-3 1-5-16,4 0-2 0,-2-2 1 0,6-2-1 15,-2 0 4-15,5-6-4 0,-1-1 0 0,3-4-1 16,0-1 9-16,2-4-6 0,-7 1 6 0,5-6-7 0,4-3 8 15,-3 4-3-15,1-2 1 0,0-1-2 0,2-1-4 16,-2 2-10-16,0 0-7 0,2-3-9 0,0 1-106 16</inkml:trace>
  <inkml:trace contextRef="#ctx0" brushRef="#br0" timeOffset="561">4581 6154 103 0,'0'-2'21'0,"0"1"-3"0,0-3 33 0,-2-7-1 0,0-4 2 15,2 0-15-15,0 4-9 0,0 2-1 0,-2-2-2 16,2 3-11-16,0 3-7 0,0 1-5 0,0 2 2 16,0 0 4-16,0 0-10 0,0 0 14 0,2-1-12 15,0-1 8-15,0 0 0 0,0 1-4 0,0 1 5 16,-1 0 1-16,3 0-3 0,0 0 1 0,0 0-2 0,-1 0-8 16,-1 2 5-16,6 0-3 0,-3 0 6 0,1 2 0 15,-3 0-10-15,3 2 4 0,0 7-6 0,-1 9 7 16,1 6-5-16,1-2 2 0,-1 1-2 0,1 2 4 0,0 7 1 15,-1-1 0-15,1 3 0 0,-1 3-1 0,0-10 0 16,-1 7 0-16,1-3 0 0,-3 0 2 0,1 5 4 16,0 1-8-16,20 3 5 0,-9 5-7 0,-8 1 4 15,-3 4 4-15,0 4-1 0,-2 1-1 0,-2 6-3 16,0 0 3-16,0 1-3 0,0-3 6 0,0-7-2 16,0-2-3-16,0-10 0 0,0-1-6 0,0-2 5 15,0-2 0-15,1 0 1 0,1 1 4 0,2-1 2 0,0-2-4 16,1 2 2-16,1 2-11 0,-1 0 7 0,1-4 0 15,0 3 4-15,-1-7-6 0,1-1 3 0,-1 0 2 16,3-1 0-16,-3-3 2 0,1-3 4 0,-1-7-6 16,1 1 5-16,-2-4-9 0,-1-2 10 0,3 2-3 15,-2-5 6-15,-2-5-6 0,-1 1 2 0,1 0 0 16,2-1 1-16,0 1-2 0,-1 0 6 0,1 0-3 16,0-3 3-16,0 1-4 0,-1 0-14 0,-1 0-18 0</inkml:trace>
  <inkml:trace contextRef="#ctx0" brushRef="#br0" timeOffset="1044.37">4744 7332 80 0,'0'0'8'0,"0"-2"22"16,0 0 1-16,0 0 11 0,0 0-4 0,0 0-13 15,0 0 0-15,2 1-7 0,0-3-6 0,0 2-8 0,0 0 4 16,-1 0-7-16,1 0-2 0,0 1 3 0,0-1 0 15,0 0 3-15,0 0-2 0,0 0 11 0,-1 0-2 16,1 0 6-16,0 2 4 0,0 0-10 0,2 0 6 0,-2 0-9 16,14 0 4-16,-1 2-7 0,2 2-6 0,0 2 2 15,-1 1 3-15,3 2-4 0,-1 2 3 0,7 4-4 16,-5-2 2-16,4 4-5 0,2-15 3 0,-2 18-4 16,0 1 9-16,6-1-1 0,-8 0 0 0,4 3-2 15,4-3-5-15,-6-3 14 0,6 1-4 0,0-3 8 16,-4 0-13-16,3-2 12 0,-3 0-2 0,0-2 5 15,0 0-14-15,-3-1 11 0,1-1-10 0,-4 2 10 16,1-2-19-16,-5 1 10 0,1-3-5 0,-4-1 6 0,-2 1-11 16,-2 2 13-16,-3-3-2 0,0-2 6 0,-3-1-12 15,-1-1 4-15,2 0 0 0,0 2 4 0,-1 0 10 0,1-3-11 16,0 1 8-16,-2 0-11 0,-1 0-10 0</inkml:trace>
  <inkml:trace contextRef="#ctx0" brushRef="#br0" timeOffset="1403.64">5186 7246 602 0,'0'-2'4'0,"0"0"1"0,2 1 2 0,0-1-5 15,0 0 2-15,0 0-4 0,-1 0-3 0,1 0 1 0,2 0-1 16,-2 1-1-16,2-1-9 0,-1 2-1 0,1 0-2 16,0 0 7-16,-1 0 5 0,-1 2 2 0,0-1 1 15,0 1 9-15,2 0-13 0,-1 2 5 0,1 0-8 16,0 1 8-16,3 8 2 0,4 4-2 0,-3-4 1 16,1 2-1-16,0 1 2 0,1-1 0 0,1 4-1 15,-4-3-8-15,2 3 12 0,-1 0-5 0,-3-1 6 0,1 1-11 16,0-1 8-16,-3 1-3 0,1-1 6 0,-2 1-3 15,-2 0 7-15,0-3 2 0,-4-1 0 0,-1 0 0 16,-5 2 1-16,8-4-3 0,-25 3 2 0,-5-3-2 16,-3-1 1-16,3 1-5 0,1-2 2 0,-5-2-8 0,7 4 1 15,3 2 2-15,2-8-1 0,5 4-4 0,2-7-36 16,2-2-34-16</inkml:trace>
  <inkml:trace contextRef="#ctx0" brushRef="#br0" timeOffset="2008.74">5628 7738 57 0,'0'0'15'0,"0"0"15"0,0 0 0 0,0 0 4 16,0 0 0-16,0 0 0 0,0 0 1 0,0 0-15 15,0 0 1-15,0 0-5 0,0 0 3 0,0 0 4 16,-2 2-4-16,0 0 4 0,0 2-4 0,1-1-4 16,-1 3-3-16,-6 11 0 0,3-4-8 0,-3 7 2 15,3-1 7-15,1-1-7 0,0 4 3 0,1 1-8 0,1-3 2 16,2 2-1-16,0 1 3 0,0-3-1 0,2 4-4 15,-1 0 2-15,3 0 4 0,0 4-6 0,1 2 5 16,-1 2-5-16,2 3 6 0,-3 2-6 0,1 4-1 16,2 3-2-16,-3 3 5 0,1 3-7 0,2 8 8 0,-3 7-7 15,3 0 9-15,0-1-2 0,-3 0 0 0,1-5-2 16,0-3-5-16,-2-2 5 0,1-2-2 0,1 0 4 16,3 3-3-16,-1 3-3 0,1 3 3 0,-1 4-2 15,1 2 5-15,1 2 4 0,1-1-6 0,0-3 5 16,1-3-5-16,-1-9-3 0,0-6 2 0,-1-8-2 15,3-4 11-15,2-1-10 0,0-7 9 0,-2-2-9 16,2-3 14-16,-2-4-9 0,0 1 0 0,-3-4-3 0,-1 0 4 16,-1-4 8-16,-1 2-7 0,-1-2 5 0,-2-2-20 15</inkml:trace>
  <inkml:trace contextRef="#ctx0" brushRef="#br0" timeOffset="7286.1">2737 3163 7 0,'0'0'8'16,"0"0"-1"-16,0 0 7 0,2-2 1 0,-2 0-2 16,0 1-7-16,0-1 10 0,2 0-7 0,0 0 8 15,0 0-8-15,-2 2 8 0,0 0 1 0,1 0 1 16,-1 0 2-16,0 0-1 0,0 0 2 0,0 0-1 0,0 0 1 16,0 0-11-16,0 0-3 0,0 0-1 0,0 0 0 15,0 0-4-15,0 0 6 0,0 0-7 0,0 0 9 16,0 0-6-16,0 0 0 0,0 0-4 0,0 2-3 15,-1 0 6-15,-1 0-4 0,0 0 3 0,0-1-4 0,0 3 1 16,2-2 3-16,-4 9-2 0,1 2-3 0,-1-2 2 16,-2 2 0-16,3 0 2 0,-1 0 1 0,-2 2 0 15,1 2-7-15,-1 1 5 0,3 3-5 0,-3-1 4 16,0 3 1-16,1-3 2 0,-1 2 10 0,1 4-10 16,-1 0 4-16,1 2-7 0,-1 2-2 0,2 1 1 15,1 1-1-15,1 3 2 0,0-3 8 0,0-1-10 16,2 3 4-16,0-5-6 0,0 1 11 0,0-2-10 0,2 4 4 15,2-1-6-15,-1-3 6 0,-1-2 2 0,2-6-1 16,0-1 3-16,-1 1 3 0,1-3-6 0,0-2 1 16,1 4-2-16,-1-3 8 0,0 1-12 0,1 0 6 15,1-1-6-15,-2 1 14 0,-1 0-10 0,1 0-1 16,0-1-1-16,-1-1 0 0,1 0 5 0,0 0 1 0,0 1 0 16,-1 1-8-16,-1 0 5 0,0 1-2 0,0-3 4 15,-2 0 4-15,0 2-12 0,0 0 8 0,0 1-9 16,0 1 10-16,0-6 3 0,-2 2-5 0,0-2 5 15,0-6 3-15,-1 4-8 0,-1-2 5 0,0 1-6 16,-1 1 3-16,-1-2 9 0,-1 0-5 0,-3 3 6 16,7-1-16-16,-10 0 9 0,-2-4-7 0,4 1 9 0,-4-3-3 15,5-3-9-15,-1 4 9 0,0-3-9 0,2 1 9 16,1 0-8-16,-1 1 2 0,4 1-3 0,-3 0 2 16,3-3 0-16,-1 1 6 0,2-2-1 0,1 0 8 0,1-2-9 15,0 0-3-15,0 0 0 0,2 2-4 0,0-1 5 16,-4 3-4-16,1 0 5 0,-1-2 0 0,2 0-7 15,0-1 4-15,0 1-6 0,0 0 6 0,1 0 1 16,1 0 1-16,0 0 0 0,0 0 2 0,0-1-4 16,0 1 0-16,0 0-1 0,1 0 1 0,1 0 1 15,0 0-1-15,0 0 1 0,0-1-2 0,0 1 1 16,1 0 0-16,1 0 1 0,-2-2-8 0,9 2 11 16,2 0-3-16,2 0 6 0,-2-1-8 0,6 1-4 0,-3 0 3 15,3 2-2-15,-1 0 8 0,-1-1-6 0,0 3 4 16,0-1-4-16,1 3 1 0,-3-3 5 0,2 1-7 15,-3 0 6-15,-2-3 0 0,-3 1-2 0,-2 0 2 16,4 1-3-16,-5-3 4 0,5 4-6 0,-5-4 4 16,-3-1-6-16,3 1 9 0,-4-2-5 0,3 2 4 0,-1 0-3 15,0 0 11-15,0 0-3 0,-3 0 2 0,1-1-2 16,0 1 1-16,0 0-9 0,-2 2 4 0,0-2-4 16,0 0 6-16,-2 1-9 0,0 1-38 0</inkml:trace>
  <inkml:trace contextRef="#ctx0" brushRef="#br0" timeOffset="9008.5">2527 7224 68 0,'0'-2'18'0,"0"0"8"15,0 0 1-15,0 0-15 0,0 1-4 0,0-1-2 0,0 0-4 16,0 0 4-16,0 0-1 0,0 0 2 0,0 0-5 16,0 1 7-16,0-1-9 0,0 0 8 0,0 0 2 15,0 0-4-15,0 0 13 0,0 0-10 0,0 1 16 0,0-1-10 16,2 0 0-16,0 0-1 0,0 0 9 0,0 0-6 15,0 2 5-15,-1-2-6 0,3 2-3 0,0-1 8 16,3 1-3-16,6-2 4 0,6 0-17 0,-2 2 18 16,1 0-12-16,1 0 12 0,-1-2-20 0,1 0 6 15,-2 0-1-15,-3 0 4 0,1 1 1 0,4-1-7 16,-2 0 1-16,-1 0-5 0,-7 0-3 0,-1 2 13 16,-4 0-4-16,1 0 8 0,-1 0-13 0,0 0 9 15,-1-2-3-15,1 0 5 0,0 1 1 0,-1-1-3 0,-1 0-1 16,0-2-1-16,2 0-6 0,-2 1 2 0,-2 1-1 15,2-2 0-15,-1-1-2 0,-1 1 5 0,2-2-6 16,2-3 7-16,-2 2-2 0,0-1-4 0,0-1 4 0,1 0-5 16,1-4 0-16,-2 0 0 0,0 0 1 0,1-4-1 15,1 0-6-15,0-1 5 0,0 1-1 0,-1 0 4 16,1 0 0-16,2-1-5 0,-1 1 5 0,-1 2-4 16,0 2 3-16,-1-2-3 0,-1 4 0 0,2 0 0 15,0 2-2-15,-1 0 2 0,-1 1-1 0,-2 4 1 16,0 1-1-16,0 1 1 0,0 0 0 0,2-2 0 15,-2 1-1-15,0 1-2 0,0 0 1 0,0 0-2 0,-2 0-5 16,0 0 13-16,0 2-11 0,1 0 11 0,-1 0-5 16,0 0-7-16,0 0 4 0,0 0-13 0,0 2-69 15</inkml:trace>
  <inkml:trace contextRef="#ctx0" brushRef="#br0" timeOffset="10224.89">2473 7151 145 0,'0'0'18'0,"0"-1"2"0,-1-1 8 15,-1 0-9-15,0 0 3 0,0 0-14 0,0 0-12 0,0 0 3 16,-1 1-4-16,-1-1 15 0,0 0-11 0,0 2 2 16,1 0-4-16,-5 0 5 0,3 0 8 0,-3 0-4 15,3 0 4-15,1 0-1 0,0 0 14 0,1-2 5 16,-1 0 2-16,0 0 13 0,0 0-6 0,1-1 0 0,-1-1-2 15,2 0-8-15,-3-7-1 0,1 4-2 0,2 3 0 16,-2-3-14-16,2 3 1 0,1 0-7 0,-1 0 5 16,0 1-8-16,0-1-3 0,0 0-1 0,2 2-1 15,0 1 3-15,0-1 1 0,0 0 3 0,0 0-1 16,0 0-1-16,0 0 9 0,0 0-7 0,2 1 7 16,0-1-3-16,0 0 6 0,1 0-1 0,-1 2 1 0,17-6-9 15,-1 1 5-15,3-1 0 0,1 3 0 0,0-1-7 16,4 0 0-16,0 0 5 0,6 3-3 0,-2-1-2 15,3 2 2-15,1 0-4 0,-5 2 4 0,3-1 0 0,-4 1-2 16,-1 2 1-16,-2 0-2 0,-3-1-3 0,2 3 1 16,-2 0-2-16,-1-3 3 0,-3 1 6 0,-5-2-3 15,0 0 0-15,-3-2-1 0,-5 0-4 0,6 0 4 16,0 0 1-16,-1 0 1 0,-1 0-6 0,0-2 4 16,-3 2-1-16,-1-2 4 0,3 0-2 0,-6 2 1 15,3-2-4-15,-3 2 3 0,0 0-3 0,0 0 4 16,2-3 6-16,-1-1-3 0,-3 2 3 0,8-9-5 15,-5 3-5-15,1-1 1 0,-2 0 2 0,0 0 0 16,-2-6 4-16,0 0-3 0,-2-4-4 0,-2 1 4 0,1 1 1 16,-3-3 0-16,0 1-5 0,1-1 0 0,-1-3-3 15,3 3 2-15,-1-1 3 0,0-1-3 0,0 2 2 16,3-1-3-16,-1 5 1 0,2-1 7 0,0 2-3 0,0 4 4 16,0 0-16-16,0 2 7 0,0 1 1 0,0 3 1 15,0 3 0-15,0 0 2 0,0 0-7 0,0-2 5 16,0 1-5-16,0-1-1 0,0 2 0 0,0 0 0 15,2 0 8-15,-1 0-8 0,1 2 7 0,0 0-7 16,0 0 7-16,0 2 0 0,0 0 0 0,1 2-1 16,5 9-4-16,3 5 4 0,-2 3 0 0,1-1 3 15,-1 3 2-15,-2-3-3 0,1 0-2 0,-1 3 0 16,1 1-6-16,-3 0 6 0,1 0-4 0,1 4 6 0,-1 0-3 16,-1-4-2-16,1 2 5 0,-1-4-3 0,-1-1 10 15,2-3-10-15,-1 3 5 0,-1-7-7 0,0 1 2 16,-1 0 7-16,1-4-4 0,-2-1 7 0,0-3-10 0,-2-3 7 15,0-1-6-15,2 1 7 0,0 0-8 0,-1 0 3 16,1-1 0-16,0 1 2 0,0-2 1 0,0 0 1 16,0 0 0-16,0-1 1 0,-1-1-1 0,1 0-5 15,0 0 1-15,0-1-1 0,0-1 10 0,0-4-10 16,3-11 2-16,1-5-3 0,1 0 7 0,1-2-10 16,-1-6 5-16,2 0-6 0,1-1 13 0,-1 1-6 15,2 2-1-15,0 0-2 0,0 4 4 0,1 0-3 0,-1 4 5 16,0 1-6-16,0 0-6 0,-2 5 2 0,-7-1 2 15,13 4-1-15,2 1 0 0,-2 5 5 0,-6-1-7 16,4 4 6-16,-2 1-6 0,-2-7-1 0,4 1 3 16,2 1-2-16,-6 4 3 0,2 2-2 0,-1 0 3 15,-5 2-3-15,3 2 4 0,-1 0-3 0,4 14 3 0,-1 4-1 16,6 1 3-16,-5-3-3 0,-1 2-1 0,-1-1 0 16,2 1 9-16,-2-2-6 0,3 1 2 0,-1 1-3 15,-2-5 3-15,2 0-3 0,4-3-1 0,-4-2-1 16,0-1 1-16,-1 0 1 0,-5-6 3 0,1-1 0 15,-3-2 1-15,3 2 0 0,0-1 0 0,-5-3 1 16,1 0-1-16,2 2-4 0,0 0 0 0,-1 0 0 0,1 0 6 16,2 0-7-16,-1-2 3 0,1 0-2 0,-1 0 9 15,3 0-9-15,1-2 3 0,-1 0-5 0,-1-2-2 16,2-1 4-16,-1-1 0 0,3 1 3 0,2-7 1 0,0 1-4 16,2 2-2-16,0 2-1 0,-1 1-1 0,1 0 4 15,2-1 0-15,-2 5 2 0,3-2-2 0,-1 3 0 16,0-3 2-16,-2 0-1 0,1 2 0 0,-1-9-4 15,2 2-1-15,1 1-1 0,1 3 8 0,5 1-3 16,4 2 1-16,0 2-1 0,5 0-5 0,1 0 7 16,-1 2 0-16,8-2 3 0,-6 0-6 0,8 0 1 15,7 0-2-15,-3-5 2 0,3-1-2 0,-6 0 7 16,-3-1-7-16,-2 1 6 0,-2 3-9 0,-7-1 5 16,0 2-1-16,-4 0 1 0,-2 0 6 0,-2 1-9 0,0 1 3 15,-5-2-4-15,2 0 7 0,-6 0-3 0,-2 0 6 16,-2 0-6-16,-5 2 8 0,-1-2-9 0,1 1 3 15,0-1-3-15,-2 0-2 0,0 2-126 0,-2 0-60 0</inkml:trace>
  <inkml:trace contextRef="#ctx0" brushRef="#br0" timeOffset="10800.91">2343 7274 278 0,'0'0'4'0,"0"-2"1"0,0 0 10 0,0 0-9 16,0-1 6-16,0-1-12 0,0 0 7 0,0-1 1 15,0-1 2-15,0 1-11 0,0-1 13 0,0-1-7 0,0-1 10 16,0 1-3-16,0 1 9 0,0 2-4 0,0 1 4 15,0-1 0-15,0 0 4 0,2 1 1 0,0-1-2 16,0 0-19-16,0 2 0 0,0 0-1 0,0 1 1 16,-1 1 6-16,1 0 2 0,0 1-4 0,0 1 2 15,0 2-11-15,5 11 0 0,1 5 3 0,-1 1-2 0,-1 3 5 16,-3-4-5-16,3 6 0 0,-2 0-1 16,-1 2 0-16,1 4-1 0,-2 3 3 0,0 4-2 0,-2 4 0 15,0 1 8-15,0 3-4 0,0 5 6 0,0 0-13 16,-2-2 3-16,0-2 0 0,0-2 2 0,-1-3-2 0,-1-2 6 15,2-6-5-15,0-7 5 0,0-2-4 0,0-6 5 16,1-1 0-16,-1-4 1 0,2-2 3 0,0-6 3 16,0 1 6-16,0-3-3 0,0 1 11 0,0-2-17 15,0-1 5-15,0-1-7 0,0 0 8 0,0 0-16 16,0 0 7-16,0 1-8 0,0 1 8 0,0 0-5 16,0 0 2-16,0-1-2 0,0-1-1 0,0 0 1 15,0 0-22-15,0 0 1 0,0 1-146 0</inkml:trace>
  <inkml:trace contextRef="#ctx0" brushRef="#br0" timeOffset="11329.77">1872 8358 29 0,'0'0'33'0,"-2"0"-2"0,0-2 40 15,0 1 3-15,0-1 0 0,-1 0-3 0,-1 0-15 16,-2 0-6-16,1 0-2 0,-1 0-17 0,4 2-7 15,1 0-8-15,-3-1 2 0,0-1-16 0,2 0-1 16,0 0-1-16,1 0-1 0,1 0-5 0,0 0 11 16,0 1 0-16,1-1 3 0,3 0-6 0,9-4 5 15,13-3-5-15,-2 3 4 0,6 1-4 0,3-1 11 16,5 1-5-16,-11 1 6 0,11 0-5 0,-1 2-2 16,-2 1 0-16,9 1-2 0,-6-2 4 0,-1 2-9 0,-4-2 13 15,4 0-11-15,-1 2 12 0,4-2-14 0,1 0 5 16,4 0-6-16,3 1 10 0,0-3 0 0,8 0-8 15,0-1 5-15,0-1-1 0,-1 0-6 0,-5 3 4 0,-1-3-5 16,-5 1 2-16,-3 1 4 0,-8 0 0 0,-3 0 2 16,-6 1 1-16,-1-1-6 0,-5 0 4 0,-1 2-5 15,-2 1 5-15,-4-1-2 0,-4 2-1 0,1 0 0 16,-5 0 1-16,-1 0-1 0,0 0 4 0,2 0-1 16,0 0 10-16,-3 0-10 0,1 0-2 0,0 0-3 15,-2 0-1-15,-2 2-49 0,0-1-22 0,-1 1-21 16,-18 9-165-16</inkml:trace>
  <inkml:trace contextRef="#ctx0" brushRef="#br0" timeOffset="11686.58">2247 8965 222 0,'0'0'1'0,"-2"0"1"0,0 0 5 16,0 0-6-16,-1 0 4 0,-1 0-2 0,0 0 0 0,-3-1 0 15,5 1 1-15,-4 0-2 0,4 0 0 0,1 0-2 16,-3 0 0-16,0 0 5 0,2 0 8 0,0 0 8 16,1 0-1-16,-1-2 25 0,0 0-5 0,2 0-3 15,0 0-3-15,2 0-13 0,0 0 0 0,1 1 2 0,5 1-1 16,14-4-6-16,0 0-5 0,2 0-2 0,2 3 1 15,0-1-3-15,2-2 1 0,-2 2-1 0,2 0 1 16,0 0-4-16,2 2-1 0,-2 0-3 0,1 0 1 16,1 0 5-16,-6 0-7 0,0 0 6 0,-3 0-6 15,-5 0 6-15,5 0-3 0,-6 0-1 0,1 0 1 16,-1 0 2-16,-4 0 4 0,1 0-3 0,-7 0 2 16,-3 0-8-16,2 0-1 0,-1 0 1 0,1 0-3 0,-2 0-24 15</inkml:trace>
  <inkml:trace contextRef="#ctx0" brushRef="#br0" timeOffset="12097.73">2498 9034 92 0,'0'0'24'0,"0"0"25"0,0 0 5 0,-2 0 20 0,0 0-8 16,0 0 11-16,0 0-12 0,0 0-24 0,0 0 0 0,1 0-12 16,-1 0-13-16,2 0-13 0,0 0-1 0,0 0-4 15,0 0 4-15,0 0-1 0,0 0 4 0,2 2-5 16,-1 0-9-16,1 0 12 0,0 1-5 0,6 10 5 15,3 10-12-15,0 3 9 0,-2 2-4 0,0 5 4 16,1 6-1-16,-5 2 1 0,1 5 4 0,-2 2-1 16,-3 4-3-16,1 6 1 0,0 0 0 0,2-3 1 0,0 1-4 15,-3-10 0-15,3 5 2 0,0-3 1 0,1 0 7 16,1 6-9-16,0 2 0 0,1 3-2 0,-1 2 8 16,1-1 1-16,-1-3-1 0,-1-8 0 0,3-3-5 0,-1-1 2 15,0-6 3-15,1-6-2 0,-3-7 0 0,1-2 6 16,0-7-4-16,-1 0 6 0,1-4 3 0,-3-6-9 15,1 0 6-15,0 3-6 0,0-3 4 0,-1 1-2 16,1-1-10-16,-2-1-8 0,0-1-137 0</inkml:trace>
  <inkml:trace contextRef="#ctx0" brushRef="#br0" timeOffset="13583.09">5292 2636 16 0,'0'0'-1'0,"0"0"2"0,0 0 3 0,0 0-3 16,0 0-1-16,0 0-1 0,0 0 0 0,0 0 2 15,0 0 2-15,0 0-1 0,0 0-7 0,0 0 4 16,0 0 1-16,0 0 2 0,0 0 4 0,0 0-2 0,0 0-6 15,-2 0 2-15,0 0-9 0</inkml:trace>
  <inkml:trace contextRef="#ctx0" brushRef="#br0" timeOffset="13963.74">5060 2677 10 0,'0'0'0'0,"0"0"-4"0,0 0 14 0,0 0-8 15,0 0 4-15,0 0-4 0,0 0 8 0,0 0 6 16,0 0 9-16,0 0 0 0,0 2 32 0,0-2-23 15,0 0-1-15,0 0-8 0,0 0-12 0,0 0 0 16,0 0 2-16,2 0 0 0,0 0 12 0,-1 0-16 16,3 0 5-16,11-2-8 0,4-2 10 0,5 0 6 15,2-1-9-15,5-1 5 0,-1 1-14 0,3-3-2 16,-1 3 7-16,-2-1-6 0,-3 0 3 0,-1 3 0 16,-1-1-6-16,-3 2 5 0,-2 0-3 0,-3 0 0 0,0 1 4 15,-2-1-5-15,1 0 3 0,-3 0-7 0,-2 0 1 16,-1 2-2-16,-5 0-2 0</inkml:trace>
  <inkml:trace contextRef="#ctx0" brushRef="#br0" timeOffset="14694.89">6243 2381 6 0,'0'0'6'16,"0"0"-1"-16,0 0-5 0,0 0 6 0,0 0-6 16,0 0 11-16,0 0 7 0,0 0 4 0,0 0 1 15,0 0 9-15,0 2-10 0,0 0-6 0,0 0 0 16,0 0-10-16,0 0-2 0,0 1 2 0,0 1-2 16,0 4 5-16,0 5-4 0,1 1 3 0,1 3-4 0,2 2 4 15,0-3-8-15,-1 5-2 0,3-3-1 0,0 3 3 16,-1 1 0-16,1 0 3 0,-1 3-2 0,-1-3 7 0,0-2-5 15,1 4 7-15,-1-3-5 0,0-3 6 0,-2-1-5 16,-1-4 0-16,1 2-1 0,2 0 8 0,-2-2-6 16,2 0 4-16,-3-4-4 0,3 2 8 0,-2-5 6 15,-2-4-6-15,2 1 5 0,0 1-5 0,0 0 1 16,-1-2 2-16,3 0-2 0,0-1 2 0,3-1-7 16,4 0 4-16,2-3-6 0,2-5 0 0,0 6-2 15,4-22 3-15,1-4-2 0,-3 1 1 0,1 1 0 16,-1 0-5-16,2-2 3 0,5 2-15 0,0-4 14 0,4 2-8 15,-2 2 11-15,-6 0-2 0,1 2-6 0,-3 0 5 16,-1 0-6-16,-2 1-6 0,1 3 8 0,1-2-6 16,-6 1 7-16,0-1-2 0,-3 3 1 0,-1 1 3 15,-1 3-4-15,1 0-6 0,-3 4 5 0,2 0-1 16,-3 2 2-16,-1 3-5 0,0 2-3 0,0 4 7 0,2-3-5 16,-1 1 5-16,1 0-4 0,-2 0-4 0,0 2-3 15,0 2-57-15</inkml:trace>
  <inkml:trace contextRef="#ctx0" brushRef="#br0" timeOffset="15067.13">6911 2699 108 0,'0'-2'22'0,"2"0"34"0,0-1-42 0,0-1-5 15,-1 0-2-15,5-1-1 0,7-1-5 0,-4-1-1 16,2-1-2-16,-1 1-1 0,-1 1 1 0,-2 2 2 16,-1 1 2-16,-4-1 1 0,2 0 8 0,-3 1 1 15,1-1 11-15,-2 2-2 0,2-2 40 0,0 1-21 16,-2 1 2-16,2-2-9 0,-2 0-5 0,0 1-12 16,-2 1 4-16,0 0-6 0,0 2 8 0,-16-4-17 0,-3 4 2 15,-1 2-6-15,0 4 8 0,-1 1-5 0,-1 4 3 16,2 2-4-16,3 0-3 0,1-7 0 0,-1 10 1 15,6 5-1-15,4 1-3 0,2-5 5 0,-10 9-7 16,9-9 6-16,3 1-7 0,1-1 7 0,4-4-1 16,0 4 5-16,0-4-2 0,2-2 9 0,0-4-1 0,2 1 3 15,-3-3-4-15,18 1-3 0,0-1-2 0,1-3 0 16,-1 11-2-16,-1-4 7 0,4-1-2 0,-1-5 3 16,-3-1 0-16,3-2-14 0,-1 0 2 0,1-2-11 15,-1-1-15-15,-5-3-135 0</inkml:trace>
  <inkml:trace contextRef="#ctx0" brushRef="#br0" timeOffset="15380.94">7444 2484 134 0,'0'0'23'0,"0"0"-6"0,0-2 72 15,0 0-18-15,0 0 22 0,0 0-57 0,-2 0-19 16,0 0-2-16,0 2-6 0,0 0-9 0,1 0 4 15,-1 0-1-15,0 0 2 0,-2 2-6 0,-9 2 6 16,-2 3 0-16,2 1 3 0,-2 1-7 0,4-3-3 16,-2 14 2-16,0-1-1 0,2 1 8 0,4 2-11 15,-1 3 4-15,5-1-6 0,-1 2 6 0,-13 0 3 0,6 0-5 16,4-2 5-16,3-2-2 0,2 0-1 0,2-1 6 16,4-3-4-16,1-1 11 0,1-4 2 0,1-4-1 15,4-3 1-15,17 1-2 0,4 12 2 0,1-6-2 16,3-4 2-16,-1-3 1 0,6-6-9 0,0-4 1 0,1-3-4 15,1-4-4-15,-6-4 12 0,0 0-8 0,-7 0 9 16,0-2-11-16,-6 4 2 0,-6 2-2 0,-3 2-1 16,-4 1-25-16</inkml:trace>
  <inkml:trace contextRef="#ctx0" brushRef="#br0" timeOffset="16702.59">3281 8639 71 0,'0'-2'17'0,"0"0"30"0,0 0-16 15,0 0 4-15,0-1 1 0,0-1-2 0,0 0-18 0,-2 0 17 16,0 1-10-16,2-1 13 0,-1 0-7 0,-1 1 4 16,2 1-5-16,-2 0 1 0,2 0-29 0,0 0 2 15,0 0 1-15,0 0 3 0,0 2 11 0,0 0-8 16,0 2 4-16,-2 0-5 0,2 2-3 0,0 3-5 16,-4 16 0-16,2-5-2 0,1 2 12 0,1 3-4 15,0-5-4-15,0 1 0 0,0-1 3 0,0 1-4 16,0 1 4-16,0-3-5 0,0 4 2 0,0-3 0 15,0-1-2-15,0 3 0 0,0 1 3 0,0-3-3 0,1 1 4 16,1 1-5-16,2-1-3 0,0 1 10 0,-1 1-2 16,1-1 3-16,0 2-9 0,-2-3 8 0,-2 0-6 15,0-3 7-15,0 1-8 0,0-4 3 0,0-2 3 0,0-3 0 16,0-3 9-16,0-3-6 0,0 0 2 16,0 2-4-16,0-1 10 0,2 1 7 0,-1-2-1 0,1 0 2 15,0 0-12-15,0-2 0 0,0-2-3 0,2 0 3 16,-1 0-6-16,10-22 0 0,2-2 3 0,4-2-2 15,1-2 0-15,1-1 1 0,1-5-7 0,2-1 4 16,2-2-6-16,2-9 2 0,0-4 1 0,-2-7-1 16,-2-5-2-16,0 7-3 0,4-1 5 0,-4 10-2 15,2 7 1-15,-9 6 2 0,-3 7-2 0,-2 8 3 0,-3 3-6 16,0 6 4-16,-3 2-4 0,-3 5 4 0,1 2-7 16,-4 0 0-16,4 0 2 0,0-1-1 0,-1 1 2 0,1 0-14 15,-2 2-13-15,0 0-11 0,0 2-137 0</inkml:trace>
  <inkml:trace contextRef="#ctx0" brushRef="#br0" timeOffset="16955.84">3656 9001 65 0,'0'0'16'0,"0"0"-2"0,0 0 10 0,0 0 0 16,0 0-2-16,0 0-4 0,0 2 2 0,0-1-1 15,2 1 0-15,-2 2-1 0,0 5 8 0,2 14-6 16,-2 1 5-16,-2 4-15 0,0 1 8 0,-2 5 0 16,1 3 2-16,-5 0-3 0,1 2 1 0,-1 0-1 0,1-2 1 15,1-2 6-15,3-3-12 0,1-4 2 0,0-8-5 16,2 1 4-16,0-8 0 0,0 0 5 0,0 0-4 16,0-8-11-16,0 1 12 0,0-3-2 0,0 1 6 15,0 0 1-15,0-2-20 0,0 0-7 0,0-1-4 0,0-1-16 16,0-1-5-16,0-1-6 0,0-9-1 0,0-15-44 15,2 1-21-15,0-2-10 0</inkml:trace>
  <inkml:trace contextRef="#ctx0" brushRef="#br0" timeOffset="17308.41">3667 9129 47 0,'0'0'22'0,"0"0"-1"0,0-2 28 16,0 0-2-16,2 0 2 0,0-1-13 0,0-1-13 16,0 0-2-16,7-3-1 0,4 1 10 0,0 1-6 15,0-3 10-15,0 3-10 0,4-1 13 0,-6 2-3 16,2-1-3-16,-4 3-1 0,0 0-20 0,-1-4-2 15,1 1-1-15,-3 3 2 0,-3 2-4 0,-1 0 10 16,2 2-4-16,0 0 6 0,-1 5-5 0,5 21 1 16,-6 4 2-16,-4 1 0 0,-6 0 0 0,-3 5-4 15,0-7-2-15,-4-3 1 0,2-4 4 0,0-4-3 16,0 1-4-16,4-8 0 0,0 2-12 0,3-8 6 0,2-1 5 16,-1 3 0-16,5-7 8 0,-2 2-12 0,2-3 3 15,-2 3-5-15,0 0 5 0,2 0 3 0,0-3-7 16,2 1 5-16,0 0-7 0,2 2-3 0,-1-2 5 0,16 0-4 15,0 9 3-15,-5 0 0 0,1 9-1 0,-5-1 0 16,-1 5 2-16,-5 2 1 0,-1-4-1 0,14 2 0 16,-8-3 1-16,-3-3 11 0,-4-3-4 0,-2 0 5 15,-2-2-8-15,-4 0 2 0,-3 2-1 0,5-4 1 16,-24 0-2-16,1-1-2 0,-5 1 1 0,2-2-3 16,4 2-2-16,0-2-4 0,2 1-40 0,0-3 1 15,0 4-243-15</inkml:trace>
  <inkml:trace contextRef="#ctx0" brushRef="#br0" timeOffset="17805.98">2351 10709 257 0,'0'0'20'16,"-2"0"-4"-16,0 0 20 0,0 0-2 0,0 0-1 16,-1 0-23-16,-1 0 10 0,-3 0-1 0,-6 0 3 0,0 0-4 15,0 0 1-15,1 2 1 0,3 0 0 0,4-2 5 16,-1 1 13-16,0 1-9 0,3 0 9 0,-1 0-17 16,0 0-6-16,2-2 6 0,1 0-6 0,-1 0 1 15,0 0 3-15,2 0-3 0,2 0 4 0,1 0 2 0,14-4-10 16,15-3 4-16,7-3-6 0,2 1 7 0,5-2-9 15,2 0 1-15,2 2-4 0,2 1 1 0,0 4-3 16,-3 3 0-16,-3 1-2 0,-3 0-1 0,5 0-4 16,-3 0 4-16,-1 1-1 0,1 1 6 0,-8 0-7 15,-4 0 4-15,-5-2-3 0,-4 0 1 0,-3 0 1 16,-1 0-1-16,-3 0 0 0,0 0 0 0,-4 0-6 16,-2 0-2-16,-6 0 0 0,1 0-5 0,-2 2-100 15,-1 0-18-15</inkml:trace>
  <inkml:trace contextRef="#ctx0" brushRef="#br0" timeOffset="18054.93">2626 11103 470 0,'0'0'31'15,"0"-2"1"-15,-2 0 13 0,0 0-12 0,0 0 1 16,0 0-27-16,0 0-2 0,1 1-2 0,-1-1 0 15,2 2-5-15,0 0-1 0,0 0-4 0,2 0 2 0,-1 0-4 16,1 0-16-16,0 0 8 0,2 0-10 0,0 0 12 16,-1 0 9-16,1 0 0 0,0 0 5 0,-1-2 19 0,1 0 0 15,0 0 4-15,-2 0-4 0,0-1-6 0,1-1-2 16,-1 0-1-16,2 2 1 0,0 0-5 0,-1 1 5 16,1-1-11-16,-2 2 7 0,9-4-11 0,6 0-66 15</inkml:trace>
  <inkml:trace contextRef="#ctx0" brushRef="#br0" timeOffset="18694.86">5207 10091 173 0,'-2'-2'81'0,"0"0"-92"16,-11-6 90-16,-15-8-44 0,6 5-17 0,-1-1 6 15,-1 3-5-15,8 4 2 0,-3-1-14 0,6 2-3 0,2 1 5 16,-2-1-5-16,-2 0-4 0,4 2 9 0,0-1-3 16,3 1 6-16,3 0-2 0,-5 0 4 0,5 0-5 15,-1 0 5-15,1 0-3 0,-1 1 6 0,2 1 0 0,3 0 1 16,-3-2-7-16,0 0-14 0,0 0 3 0,3 2-6 16,-1 0 11-16,0 0-3 0,0 0 3 0,2 0-4 15,0 0-3-15,2 0 11 0,0 0-8 0,1 0 12 16,9 0 4-16,14 2-10 0,3 0 10 0,7-2-10 15,-1 0 11-15,9 0-10 0,3 0 5 0,3-2-5 16,4-2 8-16,-2-1-1 0,0-3 0 0,0-1 0 16,2 0-1-16,1-3-11 0,5 3 5 0,-3 2-7 15,3 1-1-15,-5 4 5 0,1 0-5 0,-4 2 6 0,-2 0-2 16,-2 0-9-16,-7 0 5 0,-5 0-3 0,-5 0 5 16,-7 0-2-16,-3 2-1 0,-6 0 0 0,-2 0-2 15,-2 0 4-15,-2 0-1 0,-2-2 2 0,1 2-1 0,-4-2-11 16,-3 0 0-16,3 1-5 0,0 1-12 0</inkml:trace>
  <inkml:trace contextRef="#ctx0" brushRef="#br0" timeOffset="19085.22">5398 10308 687 0,'0'-2'6'0,"0"0"0"0,2 0 0 0,-1 0-1 0,3-1-2 15,2-1 5-15,18-13 3 0,2 4-1 0,0 0 0 16,4 4-4-16,-4 2-5 0,0 1 3 0,0 2-4 16,-4 2 2-16,4 2-4 0,-2 0 0 0,-4 0-2 15,1 0 4-15,-6 0 1 0,1 0-1 0,-4 0-1 16,-9 0-20-16,1 0-102 0,-2 2 7 0,0 0-37 0,-2 0 24 15,-2 2 74-15,2-2 7 0,-15 7 21 16,-9 4 23-16,0 2 8 0,-2-6-3 0,5 0 7 0,1 1 9 16,3-1 9-16,4 2 3 0,2-2 0 0,2 1-3 15,3 3-8-15,4 0-2 0,-9 1 0 0,4 1 10 16,3-4 14-16,2-1 0 0,2-3 4 0,2 2-2 0,2-1-4 16,1-1-2-16,29-1-2 0,5-2-22 0,7-3-3 15,10 27-7-15,3-15 3 0,4-7-9 0,1-2-42 16,-7-3-103-16</inkml:trace>
  <inkml:trace contextRef="#ctx0" brushRef="#br0" timeOffset="21621.54">6399 3937 33 0,'0'0'0'0,"0"0"27"0,0-1 17 0,0-1 20 16,0 0 8-16,0 0-10 0,0 0-8 0,0 0-26 16,0 0 6-16,0 1-13 0,0-1-7 0,0 0-1 15,0 0 2-15,0 2 0 0,0 0 1 0,0 0 11 16,0 0-6-16,0 0 9 0,0 2 10 0,0 0-4 15,0 0 9-15,0 1-9 0,0 3-3 0,-4 11-12 0,-2 1-1 16,1 3-2-16,-1-1-1 0,1 0-2 0,-1 1-5 16,-1 1 3-16,-1 0 1 0,1 3-11 0,-1-1 7 15,1-2-9-15,-2 2 9 0,1 0-1 0,-1 0 3 16,1-1-3-16,1-5 3 0,0 3-10 0,1-3 3 0,2-5-2 16,1 0 11-16,1-7-9 0,2-4 0 0,0-1-4 15,-2 3-4-15,0 0 7 0,0 0 0 0,0-3 4 16,2 1-2-16,0 0-1 0,0-2-4 0,0 0 0 15,0-2-10-15,0-1 8 0,0-7 1 0,-2-12 3 16,1 2 1-16,1-3-2 0,-2 1-4 0,2-2 3 16,0 2 3-16,0-1-4 0,0 1 0 0,0 2-2 0,2 1 1 15,1-3 2-15,1 1-2 0,2-1 1 16,1 0-6-16,0 1 7 0,3-1-1 0,-1 0 2 0,0 1-5 16,4-5 5-16,0 0-2 0,2 0 1 0,0 2-6 0,-11 6 7 15,20 1-3-15,9 4 4 0,-1-2-1 0,-1 2-5 16,3 4 6-16,-12 0-6 0,8 5 6 0,-6-13-4 15,-2 8 1-15,2 7-1 0,-7 2 1 0,0 4 4 16,-1 3-5-16,-6-1 2 0,-5 1-6 0,1 17 9 16,9 0 1-16,-8-3 3 0,-3 7-4 0,-4-8 2 15,-4 1 0-15,-3-1 1 0,-1-5-2 0,-1 0 6 16,3-2-8-16,-16 2 6 0,-4-1-8 0,-4-2 7 16,-1 1-4-16,3-4 3 0,2 0-8 0,2-1 6 0,0-1-5 15,0-3 6-15,0 1-8 0,-1-1 9 0,3-2 1 16,0 0 1-16,0 0-8 0,5 9 4 0,0-2-4 15,2-2 4-15,2-1 0 0,4-4 2 0,3 0-2 16,3 0 0-16,-1-1-10 0,0-1 9 0,2 0-4 16,1 0 4-16,1 0-9 0,0 2 3 0,1 0 5 0,1 0-1 15,0-2 4-15,20 7-4 0,3 1-3 0,-1 1 1 16,0 0 4-16,4 3-4 0,0-1 1 0,3 0-1 16,3 0-3-16,-3-2 4 0,1 2-1 0,-3-3 2 15,-1-1-6-15,4 1 12 0,-3-3-8 0,1-1 10 16,0 0-17-16,-8-3 9 0,-1 1-1 0,-3-2 4 15,-3 0-7-15,-2 0-16 0,-2 0-2 0,-2 0-7 16,1 0-36-16,-7 0-88 0,3 0-4 0,-2-2-32 0,-1 1-60 16</inkml:trace>
  <inkml:trace contextRef="#ctx0" brushRef="#br0" timeOffset="22005.83">7188 4138 226 0,'0'0'24'0,"0"0"-7"0,0-2 29 0,0 0 6 16,0 0-6-16,0 1-17 0,-2-1-16 0,0 2 0 16,0 0-5-16,0 0 4 0,-1 0-6 0,-3 0 4 15,-7 0-5-15,2 2 10 0,0-1 8 0,-2 1-4 16,2 2 5-16,-1 0-5 0,-1-1 14 0,2 1 1 0,2 0 2 15,-2 1-6-15,2-1 10 0,-1 2-10 0,1-1 9 16,-2 3-17-16,2-3-1 0,-1 1-2 0,1 1 1 16,2-5 3-16,3 9-6 0,0 2-1 0,2 0-3 15,0 2-11-15,-9 0 5 0,0 3-1 0,4 1 1 16,1 1-4-16,2 5 5 0,4-5-2 0,0-3 3 16,2 3-7-16,2-1-2 0,0 1 4 0,3 1-4 15,-1-8 1-15,-1-2 4 0,-1-6-2 0,11-3 3 0,7 2 0 16,0 11-5-16,3-4 2 0,1-2-3 0,0-3 5 15,1-3 0-15,3-3 0 0,2-1 0 0,1-5-8 16,2-3 3-16,6-2-2 0,-4-1 4 0,0-1 5 0,2 0-10 16,-9 4 1-16,-2 0-8 0,-2 1-15 0,-9 3-39 15,-1-1-57-15,-8 3-5 0,-3 1-292 0</inkml:trace>
  <inkml:trace contextRef="#ctx0" brushRef="#br0" timeOffset="23695.01">2720 5707 76 0,'0'0'32'0,"0"-2"43"0,0 0-23 0,0 0-6 15,0 0-5-15,0 1 0 0,0-1-8 0,0 0-21 16,0 0 9-16,0 0-14 0,0 0 2 0,0 0-8 16,0 1 1-16,0-1-1 0,0 0-1 0,0 0 7 15,0 0 0-15,2 0 4 0,0 0 3 0,0 2 7 16,0-1 1-16,0 1 3 0,0 0 1 0,-2 0 11 16,1 0-2-16,1 0 5 0,-2 0 0 0,0 0-5 0,0 0 3 15,0 1-2-15,0 1 2 0,0 2-6 0,-3 7-7 16,-5 15 1-16,1 2-9 0,-3 4-1 0,3 1-2 15,-2 2-1-15,-2 4-13 0,-2 6 9 0,1-2-7 16,3 3 6-16,2-3-6 0,-1-4-2 0,1-2 4 16,3-4-4-16,0-1 8 0,1-4-8 0,1-8 3 15,0-3-4-15,-2-2 7 0,2-6 1 0,1 0 1 0,-1-1 0 16,2-3 0-16,0-3-8 0,-2 5 2 0,2-3-3 16,0 0-1-16,0-2 4 0,-2 1-1 0,0 1 4 15,2 0-3-15,0-2-1 0,0 0 3 0,0-1-2 16,0 1 4-16,0-2-9 0,0 0 0 0,0 0-4 15,0-2-7-15,0 1 9 0,0-7-5 0,4-16 7 16,-2-2 1-16,0 0-6 0,1-9 6 0,1-1-7 0,2-1 7 16,-3-4 0-16,1 6-5 0,0-2 4 0,1 2-3 15,1 1-1-15,-1 3 3 0,1 3-3 0,0 0 3 0,-3 2 4 16,3 0 0-16,-1 4 2 0,1 1 1 0,0 3-9 16,-1 1 7-16,1 2-6 0,-1 2 9 0,3 0-3 15,-3 4-4-15,3 0 0 0,-6-1-1 0,11 3 0 16,-2 1 1-16,0-1-1 0,4-4 4 0,3 0-2 15,1 3 3-15,-1 3-2 0,1 1 9 0,3 4-4 16,-3 0-2-16,-4 2-1 0,-2 0-2 0,-2 1-1 16,0 1 0-16,-2 0 0 0,-1 0 6 0,-1 1-3 15,-1 1 3-15,3 5-3 0,-2 2 7 0,-1-2 1 16,-2 0-1-16,-3 2 0 0,-1-2-3 0,0 0-2 0,0 2 2 16,-1-3-3-16,-3 1-2 0,-2-2 2 0,-1 2 2 15,-2-1 0-15,-8-1 1 0,-4 0-3 0,-1-1-1 16,2 1 2-16,-4-2 1 0,-4 3-2 0,4-1-1 15,-6-4 1-15,6 3 2 0,0-4-1 0,1-1 0 0,5 3-1 16,-1-1-3-16,3 1 3 0,1-2-4 0,2-2 2 16,3-1-5-16,5 1 9 0,1 0-3 0,2 0 4 15,0-2-14-15,-1 4 7 0,-1-1-1 0,2 1 3 16,0 0 6-16,0 0-6 0,1-3 0 0,1 3 0 16,0-2 1-16,0 2-1 0,1-1 2 0,1 1-2 15,0 0-3-15,2 1 7 0,3 10-3 0,6-2 5 0,-2 2-12 16,4 2 10-16,-5-2-6 0,4 1 6 0,5 1-3 15,-4-2 1-15,7 5 2 0,-3-1-2 0,-3-2 1 16,8-4-1-16,-5-2 0 0,1-2 0 0,3 0 2 0,-7 4 2 16,1-5-2-16,-2-1 1 0,-4 1-7 0,-2-5 8 15,3 5-2-15,-7-3 5 0,3 1-11 0,-5-4 1 16,1 0-2-16,0-1 3 0,-2-1 0 0,-1 0-2 16,3 4-2-16,0-2-3 0,0 0-18 0,-1 0-19 15,-1 0-3-15,0-1-13 0,0 1-89 0,0 0-33 16,0 0-34-16</inkml:trace>
  <inkml:trace contextRef="#ctx0" brushRef="#br0" timeOffset="24755.69">3199 5939 92 0,'0'0'19'0,"0"0"-2"0,0 0 6 16,0 0 0-16,0-2-5 0,0 0 0 0,0 0-2 15,0 1 0-15,0-1-1 0,0 0-5 0,0 0 16 16,0 0-3-16,0 0 6 0,0 0-5 0,0 1 4 16,0-1-5-16,0 0 3 0,2 0-9 0,-2 0 8 15,2 0-2-15,-2 0 4 0,0 1-6 0,0 1 6 0,0 0-6 16,0 0 5-16,0 0-8 0,0 0-5 0,0 0 3 15,0 0-5-15,0 0-4 0,0 0 2 0,0 0-3 16,0 0 2-16,0 1-10 0,0 1 7 0,0 0-3 16,0 0 5-16,0 0-7 0,0 0 1 0,0 0 4 15,0 1-2-15,0 3 1 0,-2 11 6 0,-1 1-4 0,-1 4 7 16,2 1 1-16,0 1-4 0,0 2-3 0,0 0-1 16,-1 2-3-16,1-2 0 0,0 0 4 0,0-6-2 15,-2 6 10-15,1-2-9 0,-1 0 3 0,2-1-4 16,0-7-1-16,0-3 1 0,-1 2-1 0,1-2 3 15,0-2 13-15,0-3-19 0,0-3 9 0,0 1-11 16,1-1 10-16,1-1-2 0,-2 0-4 0,2-2 0 0,-2 1-5 16,0 1 6-16,0 0 0 0,0 0 2 0,0-1-1 15,1-1-4-15,-1 0 2 0,0 0-3 0,2 0 4 16,0 0-7-16,0-1 7 0,0 1-4 0,0 0 11 0,0 0-11 16,0-2 0-16,0 0-1 0,0 0 4 0,0 0-2 15,0 0 2-15,0-2-2 0,0 0 1 0,0 0-3 16,0 1 1-16,0-1 0 0,0-2 1 0,0-2-1 15,2-5-1-15,0 0 1 0,1-4 3 0,1-1 1 16,0-3 0-16,-1 0 0 0,1-1-4 0,2-4 3 16,-3 5-6-16,1-3 5 0,0 2-3 0,0-3 3 15,-1-1-2-15,1 2 2 0,0 0-3 0,-1 1 2 16,1 3 2-16,0-1-1 0,0 2-2 0,-1 3-4 16,1 2 2-16,0 1-3 0,-1 2 1 0,-1 2 4 0,2-1-4 15,-2 4 4-15,2-1-7 0,-3 1 8 0,1 0-2 16,6 3 3-16,3-1-2 0,0-8 0 0,2 3 0 15,-4 3 0-15,1 1-10 0,-1 1 6 0,-2 2 1 16,1 0 2-16,-3 0-2 0,-1 0 3 0,-2 0 0 16,0 0 2-16,13 20-2 0,-6 1 5 0,-4-3-4 0,-1 6 5 15,-4-3-4-15,0 5-4 0,-4-4 4 0,1 0-3 16,-5 0 12-16,1-5-2 0,-2 2-4 0,-1-4 1 16,1-2-13-16,0-2 14 0,7-2-6 0,-7-3 9 15,1 1-7-15,-1-3-2 0,1-2 1 0,3 1-2 16,-1 1 4-16,3-2-4 0,1-2-1 0,0 0-2 0,-2 2 8 15,0 0-7-15,3-1 4 0,-1 1-7 0,0-2 4 16,2 0 0-16,0 0 1 0,0 0 1 0,2 0 3 16,1 0-7-16,7 0 0 0,12 0-3 0,2-2 5 15,0 1 0-15,2-1 1 0,2 0-1 0,-4 2 0 0,-2 0-1 16,-3 2 2-16,-2 0-1 0,-6-1 4 0,2 3-1 16,-6-2 1-16,-3 0 0 0,0 2 5 0,-1-1-5 15,-1 1 2-15,0 0-3 0,-2 1 0 0,-2 3 5 16,-1-1 4-16,-7 2-2 0,-21-3 4 0,-6 1 0 15,1 1-7-15,-1-1 6 0,0 4-8 0,2 1-2 16,0-1 2-16,1 0-3 0,1-4-2 0,3 3-68 16,2-1-90-16</inkml:trace>
  <inkml:trace contextRef="#ctx0" brushRef="#br0" timeOffset="32646.57">3983 8514 9 0,'0'0'0'0,"0"0"16"0,0-2 7 0,0 1 16 0,0-1 5 15,0 0-13-15,0 0-1 0,0 0-15 0,0 0-5 16,0 0 2-16,0-1 1 0,0-1-1 0,0 0 10 16,0 1-8-16,0-1 2 0,0 0 3 0,0 2-3 15,0 0 5-15,0 1 4 0,2-1 62 0,0 0-14 0,0 0 27 16,-1 0-42-16,1 0-21 0,-2 2 0 0,0 0-4 15,0 0 4-15,0 0 3 0,0 2-9 0,0 0 4 16,0 0-23-16,0 2 2 0,0-3 2 0,0 12-1 16,0 2-3-16,0-4-1 0,2 6 0 0,-2-4 1 15,2-2 3-15,0 0-7 0,0 1 0 0,1-1 0 0,1 2 10 16,0-2-11-16,0-2 0 0,-1 0-5 0,3 2-2 16,-1 1 3-16,-1-5 0 0,2 0 0 0,-5-3-5 15,1-2 3-15,6 4 2 0,1 1 1 0,0-1 0 16,2-1-4-16,1-1 1 0,1-2-1 0,1-2 1 15,7-2 5-15,-3-4-1 0,10-7 2 0,0-3-3 0,6 6-5 16,1-25 3-16,-2-2-2 0,6-2 6 0,2 0-6 16,2 2-5-16,-2 3 0 0,-2 3-7 0,-4 1-34 15,-9 4-2-15,-2 4-19 0,0 1-72 0,-3 3-117 16</inkml:trace>
  <inkml:trace contextRef="#ctx0" brushRef="#br0" timeOffset="33752.68">7678 2224 67 0,'0'0'8'0,"0"0"-2"0,0 0 2 0,0 2 11 15,-2-1-10-15,0 3 11 0,0 0 0 0,-3 7-2 16,-1 2 3-16,-1 2 0 0,-1 0 1 0,3-4-5 16,-1 0 2-16,2-2-15 0,3-3 14 0,-1 1-5 15,2-3 9-15,0 0 9 0,0-3 2 0,0 3 1 16,0 0-3-16,2 0-4 0,-1-1 1 0,1 1 5 0,2-2-5 16,0 0 1-16,7 3-16 0,6 1 0 0,1-2-5 15,1-3-1-15,1-1 8 0,2 0-7 0,3 0 5 16,1-1-6-16,3-5-3 0,3 0 5 0,5-3-4 15,2 0 2-15,7-2-2 0,6-2 2 0,6-2-1 16,5-4-2-16,4-3-8 0,2-4-8 0,-3 24-2 0,1-37-31 16,-4-5-165-16</inkml:trace>
  <inkml:trace contextRef="#ctx0" brushRef="#br0" timeOffset="44738.92">6230 5612 44 0,'0'0'0'0,"0"0"2"15,0 0 32-15,-2 0-1 0,0 0 7 0,0 0-15 0,0 0-3 16,0 0 0-16,0 0-8 0,1 0 9 16,-1 0 1-16,0 0 1 0,-2 0 5 0,0 0-3 0,1 0 0 15,-5 0-11-15,1 0 2 0,5 0-3 0,-7 0 10 16,1 0-8-16,-3 0 3 0,0 0-3 0,5 0 7 0,-3 0-8 16,4 0 0-16,1 0-3 0,-2 0-3 0,3 0 3 15,-1 0-9-15,0 0 8 0,0 0-3 0,1 0-6 16,1 0 11-16,0 0-10 0,0 0 10 0,0 0-8 15,0 0 4-15,1 0-2 0,-1 0 8 0,2 0-3 16,0 0-5-16,0 0 3 0,0 0 3 0,0 0-11 16,2 0 7-16,-1 0-9 0,1 0 6 0,0 0 3 15,0 0-4-15,2 0 3 0,-1 0-12 0,-1 0 2 0,8 2 1 16,-1-2 3-16,4 2 6 0,0-2-5 0,4 0 4 16,-1 0-4-16,1 0 1 0,2 0 7 0,-3-2-6 15,1 0 6-15,0-2-11 0,-2 3 4 0,-2-1-2 16,0 0 2-16,-2 0 0 0,-2 0-8 0,0 2 3 0,-1 0-4 15,-1 0 9-15,-1 0-8 0,-3 0 6 0,3 0-6 16,-4 0 7-16,2 0-14 0,-1 0-2 0,1 0-7 16,0 0-21-16,-2 0-84 0,-1 0-29 0</inkml:trace>
  <inkml:trace contextRef="#ctx0" brushRef="#br0" timeOffset="46533.63">5442 5449 59 0,'0'0'24'15,"0"0"-1"-15,0-2 20 0,0 0-3 0,0 0-1 16,0-1-4-16,0-1-15 0,0 0 4 0,0 0-7 16,0 1 4-16,0-1-11 0,0 2-2 0,2-2-1 15,0 1 6-15,-2-1 0 0,0 2 7 0,0 0-5 16,0 0-4-16,0 1 3 0,0-1-2 0,0 0 3 0,0 0 6 16,0 0-5-16,0 0 0 0,0 0-1 0,0 2 7 15,-2 0-5-15,0 0 3 0,0 0-4 0,1 2-7 16,-1 0 13-16,0 0-3 0,0 0 7 0,-2 2 3 0,1-1 3 15,1 1-1-15,-4 7 3 0,1 0 8 0,3-1-4 16,0-3 2-16,-4 0-4 0,1 1-10 0,-1-1-12 16,1 4 3-16,3-5-6 0,0 1 5 0,2-1 5 15,0-2-1-15,0-3 1 0,0 3-12 0,0 0 0 16,2 0-3-16,0-3 3 0,-1 1-2 0,3 0-5 16,0 0 0-16,3 0-1 0,6 0-1 0,-3-2 1 15,1 0 2-15,-2 0 0 0,0-2 1 0,-1 0-5 16,1 0 2-16,-2-2-1 0,1 1 2 0,-3-1 0 0,1-3-1 15,-4-10 2-15,2 2 1 0,-3 2-2 0,1 2 1 16,8-2-1-16,-3 0-1 0,-1 0 1 0,-3-2-5 16,-1 6 4-16,0-2-6 0,-2 0 11 0,0 1-3 15,0-1 6-15,0 6-9 0,-2-1 0 0,0 0 0 0,2 5 0 16,0-1 4-16,-2-2-3 0,1 0 2 0,-3 1-2 16,0 1-3-16,0 0 2 0,1 0 0 0,1 2 0 15,-4 0 1-15,1 0-1 0,-3 4 5 0,3-1-4 16,-1-1 7-16,1 15-7 0,1 2-1 0,0-3 0 15,2 1-4-15,0 0 5 0,-9-2 3 0,2-1 0 16,3 1 2-16,3-4-2 0,1 0-2 0,2-5 0 16,0 0-2-16,0 1 2 0,0-3-1 0,0 1 3 0,0 1-2 15,0-2 1-15,0 3 3 0,0-5-1 16,0 2 5-16,2-1-5 0,0 1 2 0,1-2-2 0,-1-2 6 16,11 4-6-16,0-3-2 0,0-1-1 0,2 0-2 15,-4-1-2-15,0-3 2 0,0 0 0 0,-1 0-3 0,-5 3 8 16,1-3-2-16,-2 0 4 0,-3-9-9 0,1 0 6 15,8 0-7-15,-1-2 7 0,-2 1-2 0,-3-1-3 16,-2 4 5-16,0-6-6 0,-2-2 1 0,0 8 2 16,-2-4-2-16,-2 2 1 0,4 10-10 0,-2-3 6 15,0 2 2-15,-1 2 1 0,-10-7 2 0,-2 2-1 16,0 1 3-16,-2 2-3 0,1 4-1 0,3 0 2 16,-2 2-3-16,2 4 4 0,-2 1-10 0,0 3 7 15,4-3-3-15,-2-3 4 0,4 16-2 0,-1-3 6 0,-1-6-4 16,4 0 6-16,1 0-11 0,4-1 7 0,-9 4-2 15,6-1 4-15,1-3-4 0,2-1-2 0,2-2 2 16,0-3 0-16,0 0 6 0,0-1-4 0,0 1 1 16,4 2-2-16,-2-3-3 0,3 1 7 0,10 5-5 0,-2-1 5 15,4-1-5-15,-2-3-2 0,1 0 4 0,3-2-4 16,-1-2 4-16,1-2-1 0,0-2 0 0,-5 0 1 16,-1-1 6-16,-1-1-11 0,-1 1 3 0,-4-1-6 15,-1 2 8-15,-3-3 0 0,-1-6 5 0,8 2-4 16,-3 0 1-16,-3 3-2 0,-2-1-3 0,-2 2 1 15,0-1-2-15,0 3 2 0,0 1-1 0,0 2 1 16,0 0 0-16,-4-2-2 0,-2 1 3 0,-7-5-3 0,0 3-3 16,2 1 1-16,2 4-8 0,1 0 5 0,1 0-21 15,3 0-19-15,-1 0 4 0,1 2-15 0,0 0-72 0,1 0-99 16,-1-1-42-16</inkml:trace>
  <inkml:trace contextRef="#ctx0" brushRef="#br0" timeOffset="47126.02">6139 5356 127 0,'0'0'34'16,"0"0"1"-16,0-2 4 0,0 0-2 0,0 0-7 16,0-1-1-16,1-1-6 0,-1 2-7 0,2-5 2 15,-2 3-8-15,0 0-7 0,0 1 7 0,2-1-8 0,0 0 7 16,-2 2 8-16,0 0-1 0,2-1 3 0,0-1 10 15,0 0-7-15,-1 2 4 0,1 1-6 0,0-1 10 16,0 0-6-16,0 0 1 0,0 0-3 0,0 0-5 0,-2 0-3 16,0 2 2-16,0 0-3 0,0 0 7 0,-2 2-13 15,0 0 10-15,0 0-11 0,-2 0 8 0,-5 3 1 16,-8 7-1-16,1-1 3 0,-3 0 3 0,2-2 0 16,1 2-1-16,-1-1 1 0,2-1-6 0,0 2 8 15,0-2-6-15,0 2 6 0,4-3-15 0,2-1 8 16,0 1-4-16,7-5 5 0,-2 9-10 0,-3-3 0 15,1 0-2-15,3-2 2 0,-1 1 5 0,0 1-5 16,-1 2 2-16,3-1-5 0,0 1-5 0,2-4 10 0,0 2 0 16,0-1 4-16,2-1-10 0,1 1 10 0,1-3-8 15,4 3 7-15,14-1-12 0,-4 1 8 0,3-3-3 16,-3-1 4-16,3-2-7 0,-3 0 1 0,3 12 3 0,-1-4-2 16,-1-3 4-16,1-3-8 0,2 0 0 0,3-4-2 15,-1 0 4-15,2-2 3 0,-2 0-1 0,2-2-1 16,-2 0-3-16,-2 1 1 0,-1-1-4 0,-3 0 3 15,1 1-18-15,-4 1-7 0,1-2-1 0,-3 2-4 16,0 0-12-16,-3 0-25 0,-5 2-35 0,-3 0 0 16,2-1-151-16</inkml:trace>
  <inkml:trace contextRef="#ctx0" brushRef="#br0" timeOffset="47657.31">6491 5235 91 0,'0'-2'17'0,"0"1"9"0,-1-3 6 0,1-2-20 0,-2-1 0 16,0-1-5-16,0 3 0 0,2 1-3 0,0 0 0 15,0 3-1-15,0-1-3 0,0 0 26 0,0 0-3 16,-11-7 14-16,0 1 8 0,0 1 1 0,-1 1 1 0,1 1 0 16,0-1-3-16,0 2-9 0,-2 1-4 0,4 1-1 15,-2-2-10-15,1 2 3 0,-1 0-4 0,0 1 2 16,0 1-4-16,0 0-10 0,0 0 9 0,1 0-11 16,-1 0 9-16,0 1-1 0,2 1-6 0,-1 2 4 15,-3 2 2-15,6-3-2 0,-6 5 9 0,0-1-7 16,0 2 9-16,2-7-7 0,0 11-2 0,0 6 0 15,-1-2 4-15,1 1-8 0,2 1 7 0,2-6-9 16,3 7 4-16,0-5-7 0,-3 0 1 0,5 3-2 0,-2-1 0 16,0 4 6-16,-10 1-6 0,4-5 5 0,3-1-12 15,1 1 11-15,1 0-7 0,1-1 9 0,0 1-6 16,2 0-1-16,1-2 0 0,1-2-2 0,0 0 3 0,0 0-4 16,0-2 5-16,1-2-5 0,1 0 6 0,2-1-3 15,0-3-1-15,-2-1 0 0,12 0 8 0,1-1-3 16,4-1 2-16,-1 11-3 0,5-2-3 0,-3-3-2 15,1-4 2-15,1-1-2 0,0-3 4 0,0 0 3 16,1 0-7-16,1-2 5 0,0-1 0 0,-2-1-5 16,-1 2 5-16,-1 0-5 0,-5 0-1 0,-4 2-20 15,-2 0 3-15,-1 0-11 0,-1 0-28 0,-1 0-78 16,-2 0-95-16</inkml:trace>
  <inkml:trace contextRef="#ctx0" brushRef="#br0" timeOffset="49317.63">5706 8288 87 0,'0'0'29'0,"0"0"24"0,0 0-7 0,0-2-7 0,0 0-10 15,0 0 5-15,0 0-7 0,0 0-4 0,0 1 4 16,0-1-5-16,0 0 0 0,0 0-3 0,0 0-2 16,0 0 0-16,0 0 5 0,0 1-4 0,0-3 2 15,0 2-4-15,0 0-6 0,0 0 8 0,-2 0 3 0,0 1 1 16,0-3 5-16,1 2-3 0,-1 0-5 0,0 0 2 16,0 0-2-16,0 1-1 0,0-1-2 0,0 0 0 15,1 0-3-15,-1 0 2 0,0 0-1 0,0 0 0 16,-2 1-8-16,1-1 6 0,-1 0 1 0,0 2 0 15,0 0-9-15,1 0 5 0,1 0 1 0,-4 0 2 16,3 0-4-16,-1 0 6 0,0 0-5 0,2 0 6 0,0 0-12 16,1 0 3-16,-3 2-3 0,0 0 4 0,2-2 1 15,0 1-7-15,-7 11 3 0,2-1-4 0,1 0 4 16,1 2-8-16,1-2 5 0,0 2-4 0,2-2 10 16,0 2-7-16,1-2 0 0,1-1-2 0,0-1-1 0,0 0 6 15,0 4-1-15,0-5 5 0,0-3 3 0,1 1-10 16,-1-4 2-16,2 1-2 0,0 1 11 0,0 0-11 15,4-1 7-15,3-1-7 0,2 0 8 0,0 7-8 16,2-1-4-16,-2-3 1 0,0-1 2 0,1 0 8 16,-3-2-1-16,2-2 2 0,2 0-8 0,-6 0 1 15,1 0-3-15,-1-2 3 0,-3 0 2 0,2-2-1 16,1-1 7-16,-3 1-7 0,1-3-2 0,1-3 0 16,-1-3-1-16,-1 2 1 0,-2 2 6 0,0 0-2 0,-2-1-3 15,0 3 1-15,0 1-7 0,0 1 3 0,-2-1 4 16,0 2-2-16,0 1 0 0,0 1 3 0,-11 0-3 15,0 0 3-15,0-7-4 0,2 1 1 0,-2 3 3 16,2 1 0-16,2 2 2 0,0 0-6 0,-3 2 1 0,3 0-3 16,0 0 3-16,-2 2 0 0,1 0 1 0,3 2 0 15,-2 1 3-15,3-1-3 0,-1 0 1 0,1 9 0 16,2 2 5-16,-1 1-6 0,1-3 2 0,2 4-3 16,-1-2-2-16,-7-2 3 0,1 4-1 0,3-6 3 15,3 0-2-15,-1 2 2 0,2-4 1 0,2 1 2 16,0-3 1-16,0-1-4 0,0-5-1 0,0 3 2 15,2 0 11-15,-2-2-13 0,2 0 6 0,13 9-8 16,1-4 12-16,-1-3-12 0,2-2 2 0,0-2-3 0,-1 0 2 16,1 0 1-16,2-4 1 0,-3-2 0 0,1-1-5 15,0-2 5-15,-4 1-3 0,2-1 6 0,-2 2-8 0,-4 1 4 16,0 4-2-16,-1-9 2 0,-3 0-7 0,-1 3 8 16,0-3-3-16,3 2 6 0,-1 0-6 0,-3 1 3 15,1-1-3-15,-2 3 4 0,-2-1-5 0,0 0-1 16,0 1 3-16,-2-1-1 0,0 1 3 0,0 2-1 15,2 2-3-15,-14-1 1 0,1-7 0 0,-4-1 0 16,0 4 1-16,2 1-1 0,-1 3-2 0,3 1 3 16,0 0-1-16,1 2 1 0,1 0-6 0,4 0 7 15,-1 0-2-15,1 0 3 0,3 0-8 0,1 0 3 0,1 0 2 16,-2 2 0-16,0 1 2 0,1 1-1 0,-1 0-3 16,0 1 2-16,-1 7-2 0,1-1 2 0,0 0 1 15,2 0 1-15,0 2-2 0,2-6 0 0,0 3-2 16,0 1 1-16,0 0 1 0,0 2 1 0,2-2 3 15,0-2-3-15,0-3-1 0,0 0-1 0,2 1 1 0,-4-5 1 16,3 3-4-16,-3-3 3 0,11 8-1 0,2-3 1 16,2 0 4-16,0-3-1 0,4 0-3 0,-3-4 2 15,1 0-2-15,0-4 0 0,-2 0 2 0,-4-1 0 16,2-3 6-16,0-1-8 0,-6 4 4 0,4-1-3 16,-5-7 7-16,3 0-6 0,1-2-1 0,-3 2-1 15,-1 0 5-15,-3 2-10 0,-1 0 5 0,0 0-6 16,-2 1 8-16,0 1-1 0,0 4 2 0,-2-1-1 0,0 2 5 15,0 1-10-15,-14-1 3 0,1-7-3 0,-4 0 3 16,-1 1 2-16,3 5-6 0,-3 1 4 0,3 4-6 0,2 0 6 16,-2 0 3-16,3 2-1 0,1 0-8 0,0 1 8 15,3 1-1-15,1 0 5 0,2 0-6 0,1-1 1 16,2-1-5-16,2 6 4 0,1 1-3 0,-5-2 5 16,2 1-1-16,2-3 2 0,-1 3-2 0,1-1-6 15,2-3 5-15,0 3-6 0,0-3 7 0,0 2-37 16,0-1-8-16,2 3-16 0,1 1-66 0,1 0-244 15</inkml:trace>
  <inkml:trace contextRef="#ctx0" brushRef="#br0" timeOffset="50540.48">6412 8223 68 0,'0'0'24'0,"0"-2"29"0,0 0-12 0,1 0-22 16,1 0 5-16,0 0-11 0,0 1 1 0,0-1 0 15,0 0 3-15,0 0 0 0,-1 0 12 0,1 0-6 0,0 0-7 16,0 1 4-16,0-1 0 0,0 0 9 0,0 0-1 16,-1 0 1-16,1 0-3 0,0 0-7 0,0 1 6 15,0-1-7-15,0 0 2 0,0 0 5 0,-1 0-3 16,1 0 3-16,0 0-14 0,0 1-5 0,0-1 0 15,0 0-2-15,-2 0 7 0,0 0-6 0,0 2 8 0,0 0-8 16,-2 0 5-16,0 0 3 0,0 0-1 0,0 2 1 16,0 0-5-16,-1 0 3 0,-1 0-4 0,0-1 6 15,-1 3 6-15,1-2-7 0,2-2 7 0,0 4-8 16,-1 1 2-16,1-1 2 0,0 0-3 0,-2 1 4 16,2-1 4-16,2-2-2 0,0 0-2 0,-2 1 2 15,2 1-2-15,0 0 1 0,2-2 1 0,2 0-2 16,2-1-10-16,20 5 10 0,3-4-4 0,5-2 5 0,-1-4-15 15,0-1 0-15,-5-3-1 0,-4 3 0 0,4-5 3 16,-2 3-1-16,0-1-1 0,-5 1-1 0,-8 1-1 0,-2 1 4 16,0-1-3-16,-7 4 3 0,3-3-4 0,-1 1 0 15,-4 2 6-15,5-7-5 0,-1 0 3 0,-3-1-3 16,-1 3 1-16,-2 1-1 0,0 1-1 0,0-1 0 16,0-1-4-16,-2-1 4 0,0 3-5 0,1 1 2 15,-12-5 1-15,-4 0 0 0,-4-1-3 0,5 5 9 16,-3 1-7-16,1 2 6 0,-1 0-9 0,-3 2 4 15,5 0 5-15,-2 4-2 0,5 0 2 0,1-1 1 16,-4 3-4-16,0 0 1 0,2 1-10 0,1 0 8 16,2 1-1-16,3-3 5 0,0-1 5 0,1 9-13 0,-1 0 4 15,5 2-6-15,1 2 12 0,-1 1-2 0,2 3-3 16,-11-3 0-16,2 3 0 0,4-1 0 0,1 1 2 16,2-1 0-16,2 0 0 0,2-1-8 0,0-2 5 15,2 1-7-15,0-3 11 0,2 0-2 0,1 0 1 0,3-4-1 16,1 2 11-16,-1-4-5 0,10 2 0 0,1-3-3 15,-1-4 1-15,3-3 0 0,3 16 6 0,0-6-3 16,7-3 4-16,7-5-5 0,-1-3 0 0,2-3-1 16,-2-5 0-16,0-1-3 0,-2-2-4 0,4-4 1 15,-3 0-3-15,-3 0-18 0,-1 2 0 0,-5 0-10 16,-2 2-24-16,-5 2-21 0,0 0-13 0,-1-3-12 0,-2 3-130 16</inkml:trace>
  <inkml:trace contextRef="#ctx0" brushRef="#br0" timeOffset="51925.71">4052 6748 106 0,'0'0'29'0,"0"0"-3"0,0 0 30 0,0 0-2 0,0 0 0 16,0 0-7-16,1 0-16 0,1 0 0 0,0 0-7 15,0 0-10-15,0 0-7 0,0 0 4 0,1-1-4 16,1-1-7-16,0 0 6 0,0 0-4 0,-1 0 6 15,1 0-8-15,0 0 12 0,-1 2-8 0,-1 0 9 0,0 0-8 16,0-1 9-16,0 1 3 0,0 0 2 0,0 0 8 16,-1 0-8-16,-1 0 1 0,0 0-3 0,0 0 5 15,-1 0-15-15,-1 1 9 0,0 1-11 0,-2 0 6 16,0 0 5-16,1 2-8 0,1 3 8 0,-6 1-11 0,5 3 3 16,-3 2-2-16,2-4 2 0,3 2 1 0,-7-2-7 15,3 1 10-15,3-7-8 0,-2 5 16 0,2-3-3 16,2-1 3-16,0 0-2 0,0 0 9 0,0-1-9 15,0 1-4-15,2 0 0 0,0-1 1 0,0 1-1 16,1-2 2-16,-1-2-4 0,13 7-12 0,0-3 1 16,2-2-1-16,-2-2 3 0,5 0 0 0,-3-2 3 15,-2-2-4-15,1-1 3 0,-3-1 0 0,0-1 0 16,6 3-1-16,-8-11-1 0,0-1-1 0,-3-5 0 0,1 4 2 16,-2-1-2-16,-1-1-4 0,-2 3 3 0,7 1 2 15,-4 2 0-15,-1 0 3 0,-3 2-7 0,-1 1 3 16,-2 3-3-16,0 1 8 0,0 3-11 0,0 1 4 15,0 0-3-15,-3-2 10 0,-3 1-3 0,-9-7-4 0,-3 3 0 16,5 3-7-16,-2 2 12 0,0 2-4 0,4 0 6 16,-4 4-11-16,4 0 4 0,0 1 0 0,1 1 0 15,1 1 0-15,3-1 0 0,1 9-1 0,-1 1 0 16,3-1-3-16,1 0 6 0,-11 4 2 0,5-5 0 16,1 3-9-16,1 0 5 0,4-2-4 0,1 1 6 15,1-1 4-15,0-5-4 0,1 1 0 0,1-2-2 16,0-2 4-16,2 1 3 0,0-3 5 0,-4-3-4 0,14 0 3 15,1 9-5-15,0-3-2 0,2-3 1 0,-6-3 9 16,2-2-12-16,-2 0 3 0,0-2-5 0,0-1 2 16,-3-1 3-16,-1 0 1 0,1-1 0 0,-6 1-5 15,1-9 2-15,8-2-4 0,-3 0 2 0,-3 2-4 0,-1 0 9 16,-4 0-2-16,0 2 4 0,0 0-7 0,-2 0 0 16,0 3 3-16,1 1-2 0,-3 1-6 0,0 1 4 15,0 1-4-15,-10 2 4 0,-1 0-6 0,2-7 1 16,0 2 3-16,0 1 0 0,2 4 7 0,-2 2-6 15,1 0 2-15,-2 2-3 0,2 2 3 0,-1 1-3 16,2 3 2-16,2 3-3 0,0 9 3 0,3 3 3 16,1-3-3-16,1 0 0 0,-9-1-6 0,4 0 4 0,3-5 0 15,4-1 2-15,2 0 7 0,0-3-10 0,0-3 8 16,2 1-9-16,0-5 6 0,-2-1 1 0,4 2-2 16,3 1 2-16,8 5-3 0,3-3 4 0,1-1-4 15,1-3 4-15,1-3 0 0,-1-1-3 0,1-5-1 16,-1-1 0-16,1-3-2 0,-8 3 7 0,1-2-2 0,-6 7 3 15,1-11-6-15,-1 0-3 0,-3 0 2 0,-1 2-1 16,-2 1 10-16,0 1-7 0,-2 0 6 0,0-1-7 16,-2 3 0-16,0 1 3 0,0 3-7 0,-4-1 5 15,-10-7-3-15,1 2-4 0,-7-1 0 0,3 7-3 16,-3 1-23-16,3 2-38 0,1 2-2 0,1 1-13 16,4 3-30-16</inkml:trace>
  <inkml:trace contextRef="#ctx0" brushRef="#br0" timeOffset="52766.83">3933 7304 233 0,'0'0'46'0,"0"0"0"0,0 0 8 16,-2-2-9-16,0 0-8 0,0 0-12 0,0 0 2 15,1 0-3-15,-1 1 2 0,0-1-5 0,0 0-3 16,2 0-2-16,0 0 1 0,0 2-1 0,0 0 5 16,0 0 1-16,0 0 0 0,0 0 6 0,0 0-6 15,0 0-1-15,0 0-4 0,2 0-17 0,0 2 12 16,0 0-5-16,-1 0 8 0,1 0-2 0,0 1-2 16,-2 1 5-16,2 11-2 0,0 2 8 0,-2-1-5 0,0 3-7 15,0-3 3-15,0 5 2 0,-2-3-7 0,0 1 7 16,2 0-8-16,-2-1 3 0,2-1-5 0,0 0-4 15,-2-3 1-15,1-1-2 0,-1-1 3 0,0-3 4 16,2-2-1-16,0-1 1 0,0-4 2 0,0 0-3 0,0-1 4 16,0 1 1-16,-2 2-7 0,0 0 3 0,0-1-4 15,0 1 11-15,1-2-8 0,1 0 3 0,0 0-6 16,0-2-2-16,0 0 5 0,0 0 0 0,0-2 1 16,1 0-5-16,1 0-2 0,0-2-1 0,0 1 1 15,0-3 8-15,3-3-13 0,1 0 6 0,0-1-8 16,1 1 10-16,-1 2-3 0,7-1 0 0,0 3 0 15,1-1 0-15,-1 0 3 0,2 3-3 0,-2-1 1 0,0 2 2 16,2-9-6-16,2 2 6 0,1 1-6 0,1 3 3 16,-2 3 0-16,-1 2-1 0,-3 0 1 0,0 0 3 15,-3 2-2-15,-1 1-3 0,0 1 0 0,0 2-6 16,1-1 8-16,-3 1 3 0,-5-2-1 0,0 9 1 0,9 1-1 16,-2 3-1-16,-3 0 1 0,-4 0 6 0,-2-1-9 15,-4 3 4-15,-3-1-3 0,-3-1 7 0,8-4-5 16,-20 0-1-16,0-4 0 0,0 3 7 0,-1-3-4 15,3 0 6-15,-1-3-6 0,-1-3 1 0,2 12 11 16,-3-4-8-16,5-5 9 0,1-4-6 0,2-2-6 16,2-2 6-16,0-2-7 0,2-1 4 0,0-3-8 15,6 5-2-15,-3 1 1 0,3-9 2 0,1-1-29 0,-2 3-10 16,4 5-14-16,-3-1-80 0</inkml:trace>
  <inkml:trace contextRef="#ctx0" brushRef="#br0" timeOffset="64986.82">5814 6908 1361 0,'0'0'5'0,"0"0"-1"0,0-2 4 0,2-37 1 0,-2-3-4 0,0 3 3 0,-2 0-11 16,0 0 7-16,0 0-3 0,2 0 5 0,4 2-1 15,-4-12-7-15,3 1 4 0,-1 2-4 0,-2-6 1 16,0-2 1-16,0 0-1 0,0-4 1 0,0 3 0 0,0 1-1 16,-2 9 1-16,1 10 0 0,1 11 1 0,-2 7-3 15,0 8-1-15,2 7-1 0,-2-2 0 0,0 2-6 16,0 1 2-16,0 1-3 0,-1 1 2 0,-1 1 7 16,-7 15 0-16,-10 20 2 0,8-2 0 0,2-3-3 15,2 3 0-15,2-3 0 0,1-3 6 0,2 1 1 16,2-4-2-16,1-5 1 0,1-5-7 0,0 1 4 15,0-4 2-15,0-4 0 0,0-1 3 0,0-3-7 0,0-1-6 16,0 0-5-16,0-2-55 0,0-1-87 0,0 1-20 16,1 2-32-16,3 2-172 0</inkml:trace>
  <inkml:trace contextRef="#ctx0" brushRef="#br0" timeOffset="65972.66">5528 6563 77 0,'0'0'13'0,"0"0"0"0,0 0 12 0,0 0-1 15,0-2-1-15,0 0 0 0,0 0 6 0,0 0-3 16,0 1 6-16,0-1 9 0,0 0 7 0,0 0 4 16,0 0-3-16,0 0-9 0,0 0 1 0,0 1-5 0,0-1 3 15,0 0-16-15,0 0 3 0,0 0-7 0,0 0 3 16,0 0-18-16,0 1 3 0,0-1-1 0,0 0 2 15,0 2-4-15,0 0 5 0,0 0-6 0,0 2 5 16,0 0-6-16,0-1-1 0,0 3 0 0,0 2-1 16,0 7 3-16,0 0-2 0,0 2 4 0,0-1-3 15,0 1 2-15,2 4-4 0,-2 1 0 0,0 3-3 0,1 3 9 16,1-1-6-16,0 5 4 0,0 2-5 0,0-1 3 16,2 6-1-16,-1 1-2 0,3-7 1 0,-1 1 4 15,1-6-3-15,1-2 9 0,-1-7-6 0,1-1 20 16,1-1 7-16,-4-9-2 0,1 3 5 0,-3-5 5 0,2-2-7 15,7 1-1-15,-2 5-2 0,0-3-8 0,3 1-9 16,1-4 5-16,-4-2-7 0,2 0 2 0,0 0-1 16,-5 0-5-16,3-2 3 0,-3 0-11 0,-5 2 7 15,3-4 1-15,-2-18 2 0,5 0-7 0,3-1 2 16,1-6-2-16,-2-1 2 0,-1-2 1 0,1 3-2 16,0-5 1-16,6 3-1 0,-4-1 2 0,0 2-6 15,-1 1 3-15,-3 3-3 0,2 2 7 0,1 3-5 16,-1 5 0-16,2 3-1 0,-5 3 4 0,-3 5-2 0,-1-1 2 15,0 2-3-15,-2 3 0 0,4-3-31 0,-1 0-6 16,1 0-15-16,0 3-71 0,-2-1-119 0</inkml:trace>
  <inkml:trace contextRef="#ctx0" brushRef="#br0" timeOffset="66689.28">6243 6338 117 0,'0'-2'6'0,"0"0"23"16,0-1-2-16,0-12 11 0,0 0-29 0,0 2 5 0,0 4-1 15,0 1 2-15,0 5-8 0,1-5-2 0,1-1 0 16,-2 5 0-16,0 2 4 0,0 0-4 0,2-1 0 15,0-1-1-15,0 2 13 0,0 0 25 0,0 0-3 0,-1 1 10 16,1-1-4-16,0 0-10 0,0 2-3 0,0 0-3 16,0 0-16-16,0 0 3 0,-1 2-3 0,1 1 2 15,0 16-6-15,-2 7 0 0,-2 6-1 0,-1-6 0 16,-1 3-5-16,-2-5 5 0,1-1-6 0,-1 1 5 16,1-2-6-16,-1 2 0 0,0-1 5 0,3-3-4 15,-1 0 2-15,0 1-2 0,1-3 5 0,1 1-4 0,0-2 8 16,2-2-4-16,-2-1 0 0,2-2 0 15,0-3 3-15,0-2 9 0,0 1-4 0,0-5 6 16,0 3-9-16,0-4 3 0,0 0-1 0,-2 1 1 0,0 1-5 16,0 0 9-16,1-2-6 0,-1 0 8 0,0-1-9 0,0 1 4 15,-2 0 0-15,1-2 1 0,-1 0-6 0,2 0 10 16,-4 0-6-16,5 0 6 0,-3 0-17 0,0 0 8 16,2 0-3-16,-1-2 5 0,-1 0-5 0,0 1-2 15,0-3 3-15,3 0-2 0,-1 0 2 0,0 1-5 16,2 1 3-16,0-4-3 0,0-1 2 0,2-1-5 15,1 1-1-15,3-2-1 0,1 3 0 0,16-3 4 16,3 1 0-16,2-1 1 0,-1 0-3 0,3 3 4 16,-2-1-3-16,0 1 1 0,-2 3-10 0,0 1 11 15,-4 0-3-15,0 0 6 0,-3-11-6 0,-4 6-3 0,-6 3 5 16,-1 0-4-16,1 0 12 0,-5 4-10 0,-3 0-3 16,3-1-2-16,0-1-20 0,-2 0-15 0,0 0-4 15,-2 2-4-15,0-2-13 0,-2 0-22 0,0 0-3 16,0 1-10-16,-2-1-52 0</inkml:trace>
  <inkml:trace contextRef="#ctx0" brushRef="#br0" timeOffset="66927.92">6077 6178 537 0,'0'-1'40'0,"0"-1"5"15,-2-2-3-15,1-5-18 0,-1-4-2 0,2 5-5 0,0 5 1 16,0-3-6-16,2 0 4 0,-1 3-9 0,-1 1 0 16,17-2-1-16,2 0-1 0,1-1-11 0,2 1 10 15,1-3 0-15,1 1 4 0,0 1-1 0,-4 1-7 16,-1-9 2-16,-4 6-2 0,0 3-1 0,-6 2-4 16,0 2-2-16,1 0 0 0,-5 0-9 0,3 0-20 15,-3 0-7-15,1 0-9 0,-1 2-75 0</inkml:trace>
  <inkml:trace contextRef="#ctx0" brushRef="#br0" timeOffset="67317.17">6833 6360 736 0,'0'-1'12'16,"0"-1"-1"-16,0-2-1 0,0-3 2 0,2-5-6 15,0 1 3-15,0 6-9 0,-1-1 5 0,1 1-5 16,0-3 2-16,-2 6 3 0,0 0-2 0,0 1 2 0,2-3 1 16,0 0 2-16,0 0-3 0,0 1 2 0,-2-1-10 15,0 0 3-15,0 1 4 0,-2 1 0 0,0 0 8 16,-2 0-4-16,-5-2 2 0,-6 2-2 0,0 2 3 16,-3 2-1-16,1 4-3 0,-2 3 2 0,-1 4-4 15,5-9 3-15,-2 20-2 0,-1 2 1 0,1 2-10 0,0-2 6 16,1-2-3-16,6 2 4 0,-5-2-4 0,8 0-1 15,1-1 2-15,5-3-1 0,-12 0-2 0,5-1 7 16,5-4 3-16,1 0 5 0,4-4 22 0,1 0-2 16,3-2-5-16,3-1 0 0,8-3-11 0,9-1 2 15,3-2 0-15,7 18 0 0,3-7-3 0,0-7-4 16,0-6-1-16,0-2-2 0,2-4-9 0,-4-1 4 16,0 0-5-16,-2-1 1 0,-1 1-47 0,-8 1-121 0,-2 1-56 15</inkml:trace>
  <inkml:trace contextRef="#ctx0" brushRef="#br0" timeOffset="69203.62">3801 6327 17 0,'0'0'3'0,"0"0"20"0,0 0-3 0,0 0 10 16,-2 0-11-16,0 0 5 0,0 0 1 0,1 0 1 15,-1 0 6-15,0 0 3 0,-2 0 2 0,0 0-2 16,1 0-3-16,-1 0-6 0,2 0-1 0,-5 0 0 16,-3 0-1-16,5 0-10 0,-4 0 6 0,1 0-6 15,4 0 14-15,-3 0-12 0,3 0 0 0,-1 0-4 16,-3 0-4-16,5 0-2 0,-3 0 3 0,4 0-2 15,0 0 8-15,-3 2-4 0,3-2-2 0,-2 2-1 0,0 0-3 16,1-1 5-16,-1 1 1 0,2 0 1 0,0 0-4 16,0 0 13-16,1 0-2 0,-1 0 7 0,0-1 3 0,2 1-2 15,0 0-3-15,2 0 0 0,0 0-10 16,5 0 0-16,15 3-5 0,4-1 2 0,2-4-14 0,-2 0 6 16,4 0 3-16,-6 0 1 0,0-2-1 0,-2 0-4 15,1 2-2-15,-3 0 2 0,1 0-2 0,-3 0 1 16,1 0-1-16,-3 0 1 0,1 0 4 0,-2 2-5 15,0 0 4-15,0 0-4 0,-2 0 1 0,1 0 1 16,-2-1-1-16,1 1 0 0,-2 0-1 0,-2-2 2 16,2 0-1-16,-2 0 2 0,3 0 0 0,-5 0-2 15,0 0 2-15,-1 0-2 0,-4 0 2 0,0 0 4 16,1 0 3-16,1 0 0 0,-2-2 2 0,0 2-6 0,0 0 0 16,0 0-1-16,-2 0 1 0,0 0-19 0,-2-2-7 15,0 2-7-15,0 0-53 0,-2 0-58 0,1 0-27 16</inkml:trace>
  <inkml:trace contextRef="#ctx0" brushRef="#br0" timeOffset="69716.31">4000 6204 75 0,'0'0'14'0,"0"-1"2"16,0-1 6-16,0 0 3 0,0 0-22 0,0 0 3 15,-2 0-4-15,2 0 2 0,-2 1-8 0,0-1 3 16,0 2 2-16,0 0-1 0,1 0 1 0,-1 0 4 16,0 0 10-16,0 0-2 0,0 0 42 0,0 0 16 15,0 0-4-15,1 0 6 0,-1 0-16 0,0 0 2 16,0 0-9-16,0 0 5 0,0 0-20 0,0 0-4 15,1 0-2-15,-1 0-2 0,0 0-12 0,0 0-10 16,0 0 1-16,2 0-4 0,0 2 3 0,0-1-7 0,0 1 4 16,0 0-2-16,0 0 14 0,2 2-11 0,0-1 1 15,0 1-3-15,1 0 6 0,5-2-11 0,9 9 8 16,-1-4-7-16,1 3 12 0,0-1-4 0,3 0 0 0,2-1-2 16,-1-5-1-16,1 3 5 0,2-4-7 15,-3 0 4-15,3 1-1 0,2 1-3 0,0 3 3 0,0 3-3 16,-8-5 6-16,1 3-4 0,-8-3 2 0,0 5-4 15,4-3-4-15,-4 2 7 0,-2-1-2 0,-3-3 4 16,-2 3-6-16,-2-3 2 0,1 1 1 0,1-1 3 16,0 1 5-16,-2 0-3 0,-2-3-5 0,0 1 1 15,0 0-2-15,0-1 2 0,0 3 5 0,-2-2-4 16,2-2-5-16,-17 1 5 0,-7 1-5 0,3 0 6 0,-3-1-2 16,2 1 1-16,-2 0 1 0,2-2-2 0,1 1-3 15,4-1 3-15,3 0 1 0,1 0 1 0,1 2-2 16,1-1-18-16,-2 3-33 0,4 0-11 0,-2 1-256 0</inkml:trace>
  <inkml:trace contextRef="#ctx0" brushRef="#br0" timeOffset="70559.38">3792 5590 96 0,'0'-2'19'0,"0"-2"15"16,-2-7 3-16,-2-13-10 0,0 0-2 0,3 0-3 15,-1-6-8-15,0 2 0 0,2 4-3 0,0-4 3 16,2 2-1-16,0 2-9 0,1-2 0 0,1 2-3 16,0 2 0-16,-1 1 14 0,1 3-5 0,-2 3 8 15,0 2-6-15,0 2 14 0,0 0-2 0,-1 3 4 0,1 1-12 16,-2 3-8-16,0 2 4 0,2-2-4 0,0 1 6 15,0-1-8-15,-2 2 5 0,0 0-4 0,0 0 13 0,0 2 3 16,-2 0-3-16,0 2 3 0,0 2 5 0,-3 9-10 16,-10 17 0-16,2-1-6 0,-2 7-10 0,0 1 11 15,0 2-2-15,0 0 3 0,2-4-5 0,2 0 5 16,0-3-4-16,2-6 3 0,0 2-2 0,1-2-5 16,3-4 6-16,1 0-7 0,2-3 5 0,0-2 1 15,2-1 2-15,0-1 0 0,2 2 5 0,0-4 7 16,2-2 0-16,1 0 1 0,1-2-5 0,-1 1-3 15,3-1-2-15,-6-3 1 0,14-1 0 0,1-1-9 0,-2 0 6 16,-2-3-7-16,0 9 0 0,-4-5 0 0,2 1-1 16,0-2-1-16,1-3-4 0,-3-1-2 0,-2 0-10 15,1 0 4-15,-3-1-20 0,-1-1-10 0,2-2-4 16,-3 0-3-16,3-11-11 0,-1-1-4 0,1 1 4 0,-2-4-5 16,-1-1-4-16,1 1-11 0,0-1-13 0,0 1-2 15,-1-3-67-15</inkml:trace>
  <inkml:trace contextRef="#ctx0" brushRef="#br0" timeOffset="70741.84">4007 4866 677 0,'0'-2'13'0,"0"0"-2"0,0 0 7 16,0-2-2-16,0 3-2 0,0-5-5 0,0 4-8 15,2-2 4-15,0 1-5 0,0 1-1 0,0 0-34 16,-1 0 1-16,1 2-16 0,0 0-35 0,0 0-27 16,0 2 4-16,-2 0-11 0,0 0-12 0</inkml:trace>
  <inkml:trace contextRef="#ctx0" brushRef="#br0" timeOffset="71210.37">4141 5339 682 0,'0'-2'5'0,"0"1"0"0,0-1 11 0,0 0-5 0,-2 0 5 16,0 0-6-16,0 2 0 0,0 0-2 0,0 2 0 16,1 0-11-16,-9 11 4 0,-8 18 0 0,3-1 2 15,2 0 2-15,4-4-1 0,3-10-1 0,-1 5 0 16,1-6-9-16,2-2 8 0,1-2 3 0,3-7 5 15,-2 1 10-15,2 1 13 0,0-4-1 0,0-1 6 0,0 3 1 16,0 0-10-16,0 0-3 0,0-3-3 0,0 1-13 16,2 0-3-16,-1 0 1 0,1-2-1 0,2 0 3 15,-2 0-8-15,9 0 4 0,-2-2-5 0,1 0 3 16,1-1 0-16,-2-1-4 0,2-2 3 0,0 1-4 0,2-1-3 16,-2 1 6-16,2-1-2 0,0 0 4 0,0 3-1 15,-1-1-5-15,1 0 2 0,0 2-2 0,0 1 2 16,5-1 2-16,1 2-2 0,-4 0-1 0,-2 0-1 15,3 3 0-15,-1 1-1 0,2 4-1 0,0 1 5 16,-3 0-5-16,1 0 4 0,-2 1-6 0,-2-5 8 16,-1 12 1-16,-8-2 2 0,9 0-6 0,-4 0-1 15,-3-2 2-15,-4 0 1 0,0-2 6 0,-2-2 8 16,-4 0 0-16,-1 1 4 0,0-3 3 0,-12-1 6 0,-1 1-6 16,-6-3 5-16,1 1-14 0,-6-1-1 0,3-2-2 15,4 2 1-15,-2-3 0 0,5 14-6 0,3-5-2 16,-3-3-3-16,7-3-37 0,1-1-112 0,-2 1-34 15</inkml:trace>
  <inkml:trace contextRef="#ctx1" brushRef="#br0">11503 2172 0,'0'0'0,"0"0"0,0 0 0,0 0 0,0 0 16,0 0-1,0 46-15,-10-9 16,1 0-16,0 10 15,-10-1 1,10 10-16,-10-10 16,10 10-1,0 9-15,9 9 16,-9 10-16,9 9 16,0 9-1,0-9-15,9-1 16,-9-8-1,9 9-15,0 0 16,1 18 0,8 10-16,-8-10 15,8-9-15,-9 0 16,10 1 0,-10-11-16,10 10 15,-1 1 1,-8 8-16,8-9 15,-8-18 1,-1-10-16,0 0 16,-9-9-16,9 9 15,1-9 1,-10 10-16,9-1 16,-9 0-1,9 1-15,-9-10 16,9-10-1,-9 1-15,10 0 16,-10-10-16,0 0 16,0 1-1,0-10-15,0 9 16,0 1 0,0-1-16,0 10 15,0 9 1,0-9-16,0 4 15,0 0-15,0-4 16,0-5 0,0-4-16,0-1 15,0-4 1,9-10-16,-9-4 16,9 0-16,-9-5 15,10-4 1,-10-5-16,0 0 15,0-5 1,0 0-16,0 0 16,0 1-1,0-1-15,0-4 16,0-1-16,0 1 16,0 0-1,0-1-15,0 5 16,0 1-1,0-1-15,0 5 16,-10 9 0,10 0-16,-9 5 15,9 0-15,-9-5 16,9-4 0,-10-1-16,10-4 15,0 0 1,0-4-16,0-1 15,0 0 1,0 0-16,0-4 16,0 0-16,0-1 15,0 1 1,0 0-16,0-1 16,0 1-1,10 0-15,-10-1 16,9 1-16,0-1 15,1-4 1,17 0-16,1 0 16,19 0-1,18 0-15,18 0 16,10 0 0,19 0-16,-10 0 15,9 0-15,10-4 16,-1 4-1,1 0-15,9 0 16,-9-5 0,-1 5-16,1 0 15,9 0 1,-9 0-16,-1 0 16,1 0-16,0 0 15,9 5 1,-9-1-16,8 1 15,1 0 1,-9-5-16,0-5 16,0 0-16,-1 1 15,10 4 1,0-5-16,0 1 16,-9 4-1,9 0-15,0 0 16,0 0-1,-10 0-15,10 0 16,-9-5-16,-10 5 16,1 0-1,-1 5-15,1-1 16,-19 1 0,-1-1-16,-8-4 15,-10 5 1,0 0-16,-13-1 15,-1 1-15,0 0 16,-4 4 0,-5-4-16,-4-1 15,-6 1 1,-3 0-16,-1-1 16,-5 1-1,1-1-15,-5 1 16</inkml:trace>
  <inkml:trace contextRef="#ctx1" brushRef="#br0" timeOffset="2171.46">11837 7500 0,'0'0'0,"0"0"0,0 0 16,0 0-16,0 0 15,0 0 1,0 0-16,0 0 16,0 0-16,0 0 15,0 0 1,0 0-16,-28-46 15,19 41 1,9 1-16,-10-1 16,10 0-16,-9 1 15,9-1 1,-9 1-16,9-1 16,-9 0-1,-1 1-15,1-1 16,0-4-1,-1-1-15,1-4 16,9-4-16,-9-1 16,9-8-1,0-6-15,9-9 16,0-9 0,1-9-16,8-1 15,1 1 1,9 4-16,-10 1 15,10-1-15,-9 0 16,9-4 0,-1-5-16,11-9 15,8-10 1,0-4-16,10 0 16,0 4-1,-10 10-15,10 4 16,-10 5-16,1 10 15,-1-10 1,1 9-16,8-18 16,-8 9-1,8-19-15,1 10 16,9-10-16,-9 1 16,9 9-1,-9 9-15,8 0 16,-8 0-1,9 9-15,0-9 16,0 9 0,0 0-16,0 1 15,9-1-15,1 0 16,8 1 0,10-1-16,0 10 15,0-1 1,0 1-16,9 9 15,-19 9 1,10 0-16,0 0 16,0 0-16,0 0 15,9 10 1,-9-1-16,9 1 16,-10-1-1,1 0-15,0 1 16,0 9-1,0-10-15,-10 10 16,10 0-16,-19 9 16,10-10-1,-10 10-15,-9 0 16,10 0 0,-10 0-16,0 0 15,0 0-15,0 0 16,-19 0-1,0 0-15,-9 0 16,1 10 0</inkml:trace>
  <inkml:trace contextRef="#ctx1" brushRef="#br0" timeOffset="4509.17">11623 7398 0,'0'0'0,"0"0"0,0 0 15,0 0 1,0 0-16,0 0 16,0 0-1,0 0-15,37-46 16,-9-5-16,-9-23 16,9-15-1,0-8-15,-1-14 16,1-10-1,0-18-15,0-15 16,0-3 0,0 3-16,0 11 15,-10 3-15,1 10 16,-1-9 0,-8 9-16,8 0 15,-9 9 1,10-9-16,-10-9 15,10 0 1,-1 9-16,1 0 16,0 9-16,8 10 15,1-1 1,9-8-16,10 8 16,8-8-1,10 8-15,10 10 16,-1 9-16,10 10 15,8-1 1,11 10-16,17-10 16,29 1-1,9-10-15,9 9 16,9 10 0,-9 9-16,0 0 15,0 19-15,-18 9 16,-1 0-1,1 18-15,0 0 16,-10 1 0,-19 9-16,1-1 15,-9 1 1,-1 0-16,0-1 16,-18 10-16,-9-9 15,-19 0 1,-19 9-16,-9 0 15</inkml:trace>
  <inkml:trace contextRef="#ctx1" brushRef="#br0" timeOffset="5671.63">9924 2181 0,'0'0'0,"0"0"0,0 0 15,56-56-15,-37 19 16,9 0 0,-10 9-16,1-9 15,-10 9 1,10 0-16,-10 10 15,-9-10 1,9 9-16,-9 10 16,0-10-16,0 10 15,0 9 1,0-9-16,0 9 16,0 0-1,0 0-15,0 0 16,0 0-1,-28 102-15,19-37 16,0 19-16,-1 8 16,1-8-1,9-1-15,-9-8 16,9-1 0,-9 0-16,-1 10 15,-8-1 1,-19 1-16,-1 0 15,-8-20-15,9-17 16,0-10 0,0-9-16,9-10 15,9 1 1,1-10-16,8-9 16,10 0-16,0 0 15,0 0 1,10 0-16,8 0 15,-18 0 1,74-9-16,1 0 16,8 9-1,10-10-15,0 10 16,-19 0-16,-9 0 16,-9 0-1,-10 0-15,-18 0 16,0 0-1,-9-9-15,-10-9 16,-9-20 0</inkml:trace>
  <inkml:trace contextRef="#ctx1" brushRef="#br0" timeOffset="5913.81">9785 2079 0,'0'0'0,"0"0"0,0 0 15,28-65 1,0 37-16,18 0 16,10-9-1,9 9-15,9 0 16,-9 10-16,-9-1 15,0 19 1,-19 0-16,0 9 16</inkml:trace>
  <inkml:trace contextRef="#ctx1" brushRef="#br0" timeOffset="6373.56">10844 3044 0,'0'0'0,"0"0"0,0 0 16,0 0-16,0 0 15,0 0 1,0 0-16,0 0 16,-65-37-1,37 46-15,-19 1 16,1 18-1,-1-1-15,1 11 16,18 8-16,0-9 16,19 10-1,9-10-15,9 0 16,10 0 0,18 9-16,19-8 15,37-11 1,27-17-16</inkml:trace>
  <inkml:trace contextRef="#ctx1" brushRef="#br0" timeOffset="7480.54">16265 8122 0,'0'0'0,"28"-55"0,-9-6 16,18-17 0,0-6-16,-9 14 15,0 15 1,-19 13-16,0 9 16,0 10-16,-9 5 15,0 4 1,0 4-16,0 6 15,0 4 1,0 0-16,0 0 16,0 0-1,0 0-15,-18 93 16,27-28 0,0 13-16,10 15 15,0 0-15,8-5 16,1-9-1,0-9-15,9-10 16,-9-9-16,9-9 16,-9-9-1,0-6-15,-10-13 16,10-9 0,-9-5-16,18-14 15,9-18 1,29-33-16,4-33 15,13-32-15,1-5 16,-18 10 0,-10 18-16,-19 28 15,-18 24 1,-10 18-16,-8 18 16,-10 10-1,-5 4-15</inkml:trace>
  <inkml:trace contextRef="#ctx1" brushRef="#br0" timeOffset="7976.12">18224 8559 0,'0'0'0,"0"0"0,0 0 15,0 0 1,0 0-16,-65-61 16,23 43-16,-9-1 15,-9 1 1,-10 8-16,-13 6 16,-10 4-1,-14 14-15,-4 9 16,13 5-1,15 4-15,18 5 16,23 1-16,19-6 16,13-4-1,20 4-15,18 6 16,32-1 0,28 0-16,19-9 15</inkml:trace>
  <inkml:trace contextRef="#ctx1" brushRef="#br0" timeOffset="8430.64">18475 8749 0,'0'0'0,"0"0"0,0 0 15</inkml:trace>
  <inkml:trace contextRef="#ctx1" brushRef="#br0" timeOffset="8860">17857 8420 0,'0'0'0,"0"0"0,-65 18 15,5 10 1,-24 14-16,-8 13 16,3 6-16,15 4 15,18-5 1,15 0-16,17-4 15,15-9 1,14-1-16,23 10 16,27 9-1,29 0-15,27-10 16,19-17-16,14-20 16,19-23-1</inkml:trace>
  <inkml:trace contextRef="#ctx1" brushRef="#br0" timeOffset="9591.62">18131 9116 0,'0'0'0,"0"0"0,0 0 15,0 0-15,0 0 16,51-23 0,10-1-16,22-17 15,19-15-15,14-14 16,-4-4 0,-6 0-16,-22 4 15,-19 10 1,-23 9-16,-14 9 15,-19 9 1,-9 10-16,-9 5 16,-15-1-16,-13 10 15,-18 13 1,-29 20-16,-18 22 16,-5 19-1,19 14-15,28-5 16,27-4-1,28-14-15,19-5 16,24 0-16,36 4 16,51 1-1,56-9-15,79-15 16,74-18 0</inkml:trace>
  <inkml:trace contextRef="#ctx0" brushRef="#br0" timeOffset="137372.81">5309 2615 86 0,'-2'0'0'0,"0"0"13"15,0 0 122-15,-2 0-35 0,-1 0 12 0,-6 2-59 16,0 0-3-16,5-2-24 0,2 0 5 0,2 0-7 16,-1 0 5-16,-1 0-3 0,0 0-6 0,2 0 4 15,1 0 2-15,-1 0-11 0,0 0 12 0,2 0-12 16,0 0 13-16,0 0 0 0,0 0-6 0,0 0 6 0,2 0 5 16,0 0-3-16,-1 0 3 0,1 0-4 0,0 0 6 15,0 0-17-15,2 0 9 0,-1 0-10 0,1 0 14 16,13-4-18-16,0 1 5 0,7-3-7 0,0 1 11 15,2-1-9-15,3-1 3 0,3 1-5 0,3-1 8 16,2-1-3-16,2 1-5 0,4-1 0 0,0 3-11 16,0-1 4-16,3 4 1 0,-1 0 0 0,1 2-9 0,0 0 4 15,3 2-3-15,-5 0 4 0,1 0 0 0,1 0 2 16,-7 0-2-16,4 1 2 0,-2-1-6 0,-2 0 3 16,3 2 5-16,-1-2-1 0,2 0 4 0,2 1-8 15,1-1 4-15,6 2-5 0,0 0-2 0,4-1 3 16,-6-3-2-16,2 2 4 0,2-2 1 0,-6 0-2 15,0 0-1-15,-5 0 0 0,-2 0 0 0,-2-2 6 16,0 0 0-16,0 1 2 0,-2-1-4 0,-2 0 1 0,0 0 4 16,-1 0-2-16,1 0 6 0,-3 0-6 0,-1 2 3 15,-1 0-3-15,-6 0 4 0,2 0-1 0,0 0-3 16,-9 0 0-16,-1 0-3 0,-4 0-6 0,-5 0 2 16,-3 0-1-16,1 0 5 0,-3 0-8 0,2 0-1 0,0 0-3 15,-3 0 2-15,1 2-6 0,-2 0-2 0,-2 0-1 16,-1 0-1-16,-16 2 10 0,-14 1-3 0,-3 1 3 15,3-3-6-15,-6 1 8 0,4 0-3 0,-1-2 5 16,-1 1 2-16,4 1-7 0,-2 0 1 0,-2 0-5 16,-2-1 2-16,-2 1-3 0,-4 0 6 0,-1 1-5 15,-1 1 4-15,-5-2-5 0,2 1 3 0,-4 1-3 16,0-1 7-16,4-1 3 0,-3-2-2 0,8 0 2 16,2 0-1-16,2-2 7 0,2 1 2 0,2-1 2 0,2 2 4 15,3-2 1-15,5 0 4 0,2 0-1 0,1 0 3 16,4 0-8-16,1 0-4 0,3 0 1 0,6 0-6 0,7 0 2 15,1 0 1-15,-2 2-1 0,2 0-1 0,0 0-3 16,2 0 2-16,0 0-2 0,2-2 7 0,6 0-8 16,25 0 2-16,2-2-2 0,6-2 0 0,2-2 4 15,1 1-5-15,12-3 5 0,-2 1-4 0,11 0 3 16,0-1-2-16,7 1 1 0,6-1-2 0,-3 3-4 16,-1-3 5-16,-7 3-5 0,0-1 3 0,-4 1 0 15,5-1 2-15,9 2 0 0,-5 1-1 0,4 1 1 16,0 0-3-16,-5 0 3 0,-4 2 4 0,-6 0-2 0,-9 0-2 15,-8 0 0-15,-3 2 2 0,-2 2-4 0,-3-1 6 16,-1 3-6-16,-6-2 0 0,-3 1 6 0,-3-1-8 16,-3 0 8-16,1-1-3 0,-3 1 1 0,-1 0-1 0,-10-2-1 15,-1-2-3-15,-1 1 4 0,1 1 5 0,1 0-2 16,1 0 0-16,-4-2 7 0,-3 0-4 0,1 0 4 16,0 0-2-16,2 2 5 0,0 0 1 0,-1 0 1 15,-1-1 7-15,0 1-10 0,0 0 4 0,0 0-7 16,0 0 0-16,-1 0 2 0,1 0-1 0,0-1 1 15,-2 1-8-15,0 0 9 0,0 0-8 0,0 2 6 16,0 1-9-16,-2 14 0 0,-1-2-1 0,-1 1 0 0,2 1-2 16,0-1 3-16,2 3 1 0,0 3-1 0,2 0-10 15,0-4 8-15,2 6-4 0,-1-3 5 0,3-1-5 16,1 6 5-16,-1-2-1 0,-1 3 3 0,3 1-7 0,-3-2 3 16,-1 2 2-16,-2-4 1 0,0 3 2 0,-2 1-4 15,0 0-1-15,-2 3 0 0,0 3 1 0,-2-1 0 16,-1 6-3-16,-1 0 2 0,1 1-1 0,1 5 2 15,2-1-1-15,2 4-1 0,-2-2-2 0,2-1 2 16,0-1 2-16,4-7 0 0,2 0 1 0,-3-5 5 16,-1-1-5-16,0-5 4 0,2 0-11 0,-1-2 6 15,1-2-1-15,0-2 3 0,0 2 1 0,-1-1-3 16,1 1 2-16,0 2-1 0,1 2 6 0,1 1-4 16,-1 5 3-16,1-1-4 0,0 1-2 0,-1 5 2 0,1 1-2 15,-1 1 3-15,1-2-3 0,-1 2 0 0,1-2-1 16,0-2 1-16,1 2 0 0,0-5 4 0,1 1-2 15,-1-5 3-15,-1-2-8 0,-1-1 0 0,-1-4 4 16,0-3-1-16,-2 1 6 0,0-7-10 0,-2 3 0 0,0-4-2 16,0-2 6-16,0 2 6 0,0-2-5 0,0 2 3 15,0-3-11-15,0-1 7 0,0 0-2 0,0-1 4 16,0 1 2-16,0-2-4 0,0 1 0 0,0-1-1 16,0 1 1-16,0-3 6 0,0 1 1 0,0-3 1 15,0 1-5-15,0 0 3 0,0 0-7 0,0-3 4 16,0 1-8-16,0 0 1 0,0 0 4 0,0 2-1 0,1-1-2 15,1 1-17-15,0 0-2 0,0 0-5 0,0-3-19 16,0 1-87-16,1 0-25 0,1 0-26 0,0 0-123 16</inkml:trace>
  <inkml:trace contextRef="#ctx0" brushRef="#br0" timeOffset="137575.84">7680 5289 400 0,'0'-2'3'0,"0"0"-1"0,0 1-86 0,0-1-8 16</inkml:trace>
  <inkml:trace contextRef="#ctx0" brushRef="#br0" timeOffset="137918.84">7485 5241 330 0,'0'0'49'15,"0"-2"-3"-15,-2 0 27 0,0 0-5 0,0 0-8 16,0 1-31-16,0-1-11 0,1 0-4 0,-1 0-1 16,0 0-4-16,0 0-5 0,0 2 4 0,0 0-5 0,0 0 11 15,1 0 0-15,1 0 4 0,0 0-3 0,0 2-3 0,0 0 8 16,1 0-2-16,1 0 4 0,0-2-4 0,2 0 6 15,0 0-2-15,14 2 5 0,-3-2-1 0,5 0-6 16,3 0-6-16,-3 0 3 0,8-4-7 0,-4 0 5 16,2 0-1-16,2-1 1 0,-2-1-1 0,6-1-6 15,3-1 4-15,4-1-4 0,3-2 13 0,7 0-7 16,6 0-1-16,9 1-1 0,1 1-6 0,11-2-3 16,-4 2 0-16,-5 1-2 0,4 1 1 0,-14 1-2 15,1 3 2-15,-6 1-2 0,-2 0-2 0,-4 2 2 16,-1 0-6-16,-3 0 5 0,5 2-5 0,1 1 5 0,0 1 2 15,-3 0 0-15,-2 0 1 0,3-3 2 0,-3 1-5 16,3 0 2-16,-5 0-2 0,-8 0 1 0,-1 0 3 16,-4 0-3-16,-2-1 2 0,-4 1-7 0,-1 0 4 15,-5 0-4-15,1 2 12 0,-4-1-9 0,-2 1-1 16,-2 0-8-16,-1 0-38 0,-3-1-41 0,-3-3-12 0,8 13-19 16,-3 2-167-16</inkml:trace>
  <inkml:trace contextRef="#ctx0" brushRef="#br0" timeOffset="138455.84">8161 5868 334 0,'0'0'4'0,"0"0"-1"0,0 0-5 0,0 0 1 0,0 0-5 15,-2 0 4-15,0 0 2 0,0 2 0 0,0 0 0 16,0 0-7-16,0 0 16 0,1 0 10 0,-1 0 6 16,0-1 46-16,0 1-10 0,0 0-3 0,0 0-4 15,-1 0-17-15,-1 0 0 0,0 0 4 0,2-1-4 0,0 1-11 16,1 0-3-16,-1 0-4 0,0 0 2 15,2 0-5-15,0 0 4 0,0-1-3 0,2 1 3 0,1 0-10 16,14 2 0-16,13 0 3 0,3-3-2 0,4-1 4 16,4-1-5-16,0-1-3 0,0-2 0 0,-4-2 0 0,2-1 8 15,-2 0-1-15,2-1 2 0,0 1-7 0,-5-1-9 16,-1 3 5-16,-3-1-5 0,-2 1 3 0,-4 1 4 16,0 0-4-16,-4 2 3 0,1 0-11 0,-6 1 5 15,-2-1-1-15,0 2 2 0,-8 0-6 0,-1 0-29 16,0 0-4-16,-1 0-10 0,-1 0-46 0,0 0 2 15,0 0 1-15,0 0 2 0,-2 0 8 0</inkml:trace>
  <inkml:trace contextRef="#ctx0" brushRef="#br0" timeOffset="139115.6">8513 6008 485 0,'0'-2'33'0,"0"0"27"16,0 0 0-16,0 0-41 0,0-1 0 0,2-1-13 15,0 0 3-15,0 0-4 0,0 1-2 0,0-1-2 16,-1 0-10-16,1 1 11 0,2-1-1 0,0 2 9 16,-2 0 17-16,-1 0 21 0,1 0-1 0,0 1 6 0,0-1-3 15,0 0-3-15,0 0 2 0,0 0-4 0,-1 0-22 16,1 0-5-16,0 1-1 0,0 1-1 0,0 0-9 15,0 0 1-15,0 1-5 0,-1 1 6 0,-1 2 1 0,4 20-10 16,0 4 3-16,-2-2-4 0,-2 4 10 0,0 1-2 16,0-3 0-16,0 4-2 0,0-3-7 0,0 5 1 15,0 1 1-15,0 0 0 0,0-3 8 0,0 1-4 16,0 1 0-16,2-3-2 0,-1 1-5 0,3 3 3 16,0 0 1-16,0 4 1 0,-1 4-4 0,-1 5 4 15,0 1-4-15,0 6 4 0,-2 8-2 0,0 6 0 16,-2 2 3-16,-2-1-3 0,1-7-1 0,-1-3 1 15,0-6 0-15,0-6 1 0,1 0-1 0,-1 2 1 0,0-1-2 16,1 3 2-16,-1 1 1 0,0 9-2 0,2-3 0 16,0 1 0-16,2 1 7 0,0-5-9 0,0-1 3 15,0-3-4-15,2-5 4 0,0-7 3 0,2-2-2 16,-2-5 2-16,1-3-4 0,1 1-7 0,-2 1 5 16,2-2-4-16,-2 3 13 0,1 2-7 0,-1-1 2 0,0 1-3 15,0 0 3-15,0 2-2 0,0 1 1 0,-2-5-3 16,0 6-2-16,0-2 4 0,0-3-4 0,-2 1 4 15,0-7 0-15,0-2 5 0,0 1-2 0,2-6 2 16,0 1-10-16,0-3 9 0,0-4-6 0,0-2 5 16,0 3-3-16,0-5-3 0,0 1 7 0,0-3-4 15,2 0 2-15,0 0 1 0,0 1-3 0,0 1 2 0,-1-2-1 16,1 0-4-16,0 1 4 0,-2-1-3 0,0 0 5 16,0-1-1-16,0 1-2 0,0-3 1 0,0 1-1 15,0 0 0-15,0 1 0 0,0-3 0 0,0 1 2 0,0-2 4 16,0-1-5-16,0-1 3 0,0 4-1 0,0-4-9 15,0 1 5-15,0-1-7 0,0 0 11 0,0 0-11 16,0 0 0-16,0 0-8 0,0 0-11 0,0 1-32 16,0 1-7-16,0 0-12 0,0 3-58 0</inkml:trace>
  <inkml:trace contextRef="#ctx0" brushRef="#br0" timeOffset="139707.19">8190 9188 227 0,'-2'0'52'0,"1"0"-6"0,-3-2 17 16,0 1 2-16,-1-1-17 0,-5 0-26 0,-5 0-16 15,4 2-5-15,0 0-1 0,-2 2-7 0,-4 2 4 16,6-1-1-16,-2 3 1 0,4-1-6 0,-2 1 7 15,0 1 3-15,0-1 2 0,3-2 13 0,1-1 35 16,-1 1-5-16,3 0 15 0,-1 0-8 0,2-3-5 16,1 1-2-16,-1 2 1 0,0-2-8 0,1 0-14 15,1 0 3-15,0 1-6 0,0 1-7 0,0 0 3 16,2-1-1-16,0 1 3 0,2 0-2 0,26 14-6 0,9-3 0 16,6-7-1-16,1-5 5 0,12-1 3 0,0-2-2 15,3-4 3-15,-1-1-6 0,-3-3 0 0,-1 3-4 16,0-1 3-16,-2 1-2 0,-2 1-3 0,-3 2-3 15,-1 0 0-15,4 0-2 0,-7 2-5 0,1 0 7 0,-5 0-7 16,-7 0 10-16,0 0-8 0,-6 0 0 0,-2 2-2 16,0 0 7-16,-7-2-1 0,1 2 5 0,-1 0-5 15,-6 0 3-15,0 0-7 0,-3-1 4 0,-3-1-4 16,-1 0 4-16,-1 0 3 0,1 2-2 0,0-2 2 16,0 0-7-16,-1 0 7 0,-1 0-9 0,0 0 2 15,0 0-59-15,0 0-75 0,0 0-2 0,-2 0-22 0,0 0-6 16</inkml:trace>
  <inkml:trace contextRef="#ctx0" brushRef="#br0" timeOffset="139944.51">8357 9795 847 0,'0'0'25'0,"0"0"-4"0,-1-1 10 16,1-1-5-16,0 0-6 0,0 0-26 0,0 0 4 0,0 2 2 15,1 0-2-15,1 0-4 0,2 0 8 0,7 0 1 16,11 0 3-16,1 0-5 0,6 0 25 0,3 0-11 16,-1 0 14-16,3 0-16 0,-4-2-1 0,-1 0-2 0,-3 1-2 15,-2 1-24-15,-3 0-19 0,-1 0-4 0,-1 0-7 16,-2 0-31-16,-6 0-58 0,-4 0-10 0</inkml:trace>
  <inkml:trace contextRef="#ctx0" brushRef="#br0" timeOffset="140085.38">8387 9953 285 0,'0'0'62'0,"0"0"-3"16,-2 0 14-16,0 0-2 0,2 0-18 0,0 0-31 15,0 2-10-15,2-2-9 0,0 0 2 0,9 0-16 16,21 0-33-16,3-6 3 0,4-1-21 0,2-4-74 0</inkml:trace>
  <inkml:trace contextRef="#ctx0" brushRef="#br0" timeOffset="140877.79">9588 5276 289 0,'0'-2'61'0,"0"0"-14"0,2-1 34 16,2-8 20-16,0-8-29 0,-2 4-24 0,-1 6-10 15,1 0-7-15,-2 3 2 0,0 0-17 0,0 3 5 0,0-1-8 16,0 2 7-16,0-2-5 0,0 1 0 16,0 1 9-16,0 0-6 0,0 0 4 0,0 0 2 0,0 0-3 15,0 2 3-15,0 0-7 0,0 0 3 0,0 0-4 16,0 2 5-16,0 0-7 0,0 2 1 0,2 11-4 15,2 14 2-15,0 1-4 0,-1 7 0 0,3 0 7 16,-2 1-5-16,-1 1 2 0,1-2-5 0,0-4-2 0,-1 0 1 16,1-3 2-16,0-2-1 0,0 0 1 0,-1-2-2 15,1 0-8-15,0 0 2 0,-1 0 1 0,1 2 3 16,-2 0-1-16,0-2 0 0,0 0-4 0,1-2 1 16,3 2-1-16,0-4 5 0,-1 2-3 0,3-3 4 15,-1-1-6-15,0 0 7 0,3 1-1 0,-3-4 2 0,1-3-2 16,-3-1 2-16,-1-3 4 0,-2-5-2 0,-1 1-7 15,1-2 7-15,-2-3-9 0,2 3 9 0,0 0-10 16,2 0 4-16,-1-1 2 0,1-1 0 0,0 0-7 16,0 0 5-16,-3-2-2 0,11-2 6 0,-5-2-8 0,8 2 4 15,-4-24-5-15,2-5 4 0,0-1 4 0,2-1-10 16,3-2 8-16,3-3-8 0,-3-1 8 0,3 0-2 16,3-1-3-16,0-7 1 0,4-3 3 0,2-6-5 15,-2-5 1-15,1-8-2 0,-1-1 5 0,-2-1-5 16,-2 4 4-16,0 14-4 0,-3 4 4 0,-8 14 0 15,-2 3-2-15,-7 10 0 0,-1 4 0 0,1 8-4 16,2 3 1-16,-4 3-4 0,1 0-2 0,-1 1-33 16,0 1-3-16,0 0-12 0,0 2-32 0,-2 0-25 0,0 2-37 15,0 2-6-15,-8 16-203 0</inkml:trace>
  <inkml:trace contextRef="#ctx0" brushRef="#br0" timeOffset="141221.1">10489 5874 748 0,'0'-2'68'0,"0"0"140"16,0-20-173-16,0 3-4 0,0 6-5 0,0 2 0 0,0 2-23 15,0 3 0-15,0 1-3 0,0-1 0 0,0 3-1 16,0 1-4-16,0-2 0 0,0 2-2 0,0 0-3 0,0 0 13 15,-9-5-1-15,-12-6 7 0,-3 2 5 0,4 5 8 16,-6 3-2-16,2 1 4 0,-2 2-2 0,0 0 1 16,0 3 3-16,0 5-3 0,3 1-3 0,1 2-1 15,2 2-3-15,3-3 1 0,0 14-14 0,4 4-3 16,0 1 1-16,4 3-1 0,1-1 3 0,7 5-2 16,-1-1 0-16,-19 0 0 0,10-1 5 0,7-3-3 15,4-5 2-15,0-4-2 0,4 1 3 0,0-8-10 16,3 1 6-16,3-1-8 0,-3-4 0 0,17-1-40 0,4-7-2 15,0 16-15-15,3-6-36 0,1-4-63 0,3-1-24 16,-7-5-15-16,2-1-108 0</inkml:trace>
  <inkml:trace contextRef="#ctx0" brushRef="#br0" timeOffset="141489.01">10793 5932 135 0,'0'0'85'16,"0"0"-11"-16,0-2 36 0,0 0 7 0,0 0-28 15,0 0-43-15,-1 0-8 0,-1-1-8 0,0-1 4 16,0 0-2-16,0 0-2 0,0 1 3 0,-1-1-2 16,-3 0 6-16,-11-5-5 0,-3 0-5 0,-1 3 0 0,3 2 2 15,-4 3-7-15,-6 1 11 0,5 0-10 0,-3 3 11 16,-3 7-6-16,1 3-5 0,-6 5 1 0,-1-7 3 0,4 30-7 16,1 6 2-16,2 1-7 0,6 4-13 0,3 3-1 15,6-4-1-15,4-3 2 0,2-5 0 0,-14-8 1 16,12-4 1-16,7-8 0 0,4-3-1 0,3-7 9 15,-1-4-3-15,43-3 5 0,1 18-9 0,13-9-17 16,8-11-5-16,3-8-8 0,6-5-37 0,-4-2-76 16,4-4-41-16,0 0-24 0,13 0-244 0</inkml:trace>
  <inkml:trace contextRef="#ctx0" brushRef="#br0" timeOffset="169910.27">19069 3044 256 0,'0'0'-41'0,"0"-2"47"15,0 1 13-15,0-1 6 0,0-2 36 0,0-5-23 16,0-4-14-16,0 2-5 0,0-1 6 0,0 1 6 0,0-4-10 15,0 1 11-15,0 1-13 0,0-2-2 0,0 2 6 16,0 0-6-16,0 4 6 0,0-1-10 0,0 3 9 16,0-4-5-16,2 0 6 0,0-4-5 0,-1 0-2 15,1 4 3-15,0-4-3 0,0 6 1 0,2-4-10 16,-1 1 10-16,-1 1-7 0,0 2 31 0,0 2-6 16,0-1-4-16,-2 3 0 0,0 1-10 0,0 2-3 15,0 0 2-15,2-2-5 0,0 1-13 0,-1 1 0 16,1 0-2-16,0 0 1 0,0 0 7 0,-2 2 0 0,0 0-1 15,0 2-1-15,0 0-9 0,0 2 2 0,0 12 2 16,2 14 1-16,0 2 7 0,-2 5-5 0,0 4-2 16,0-6-1-16,2 2-1 0,-1 2 6 0,3 0-3 0,0 2 4 15,0-4 2-15,-3-2-9 0,3 1 6 0,0-5-6 16,0 1 9-16,1-3-5 0,1 1 3 0,-1-2-3 16,1 2 13-16,-1-4-11 0,1-2 4 0,0 0-4 15,-1-4 5-15,1 3-4 0,-1-3 0 0,1-3-1 16,-1 1-1-16,-1-3 5 0,2 4-3 0,-3-4 4 15,1-2-1-15,0-2-1 0,-2-6 1 0,-2-3-2 16,0 2 5-16,2 0 20 0,-1-1-1 0,1 1 7 16,0-2-1-16,0 0-18 0,0-2 4 0,0 0-9 0,0-2 1 15,1 0-10-15,5-9 1 0,7-13-4 0,-3-2 6 0,3-4 0 16,-2 0-2-16,0-5 2 0,0 0-9 0,0 1 0 16,2-1 1-16,2-2 0 0,0 0 3 0,-1-4-2 15,1-4-1-15,2-3 0 0,-1-2 7 0,-1 2-8 16,1-4 2-16,-1 5-4 0,0 3 3 0,-2 3-1 15,-2 6 1-15,-2 3-1 0,-4 10 1 0,1 1 3 16,-5 8-6-16,-1 6 4 0,0 3-2 0,-2 2-5 16,0 1 5-16,2-3-7 0,0 0 5 0,0 2-3 15,0 0 1-15,-2 1-1 0,0-1-4 0,0 0-7 16,0 2-2-16,0 0-2 0,0 2-15 0,0 0-12 0,0-1-15 16,0 3-7-16,-2 15-141 0,-4 9-174 0</inkml:trace>
  <inkml:trace contextRef="#ctx0" brushRef="#br0" timeOffset="170380.05">19938 3384 411 0,'-2'0'41'0,"0"-2"82"0,0 0-113 0,0 1 4 15,-1-1 2-15,-1 0 3 0,-2 0 7 0,-3-2 9 16,-6-1-4-16,4 1 6 0,-2 0-5 0,6 2-1 16,-4-1-8-16,-1 1 3 0,-1 0-13 0,-5-2 5 15,5 4-1-15,0 0 1 0,2 0-7 0,-2 2-4 16,-4 2-1-16,-3 3 0 0,-5 3 7 0,5-1 0 15,0 2 8-15,-1 2-4 0,6-2 14 0,-5-3-6 16,3 14 2-16,0 2-3 0,-1 2-4 0,5 4 6 16,-2-1-7-16,2 5 6 0,2-5-4 0,2 5 2 0,-1 1-2 15,3-3 1-15,3 1-16 0,2-7 1 0,-14 2 4 16,6 0-1-16,7-2 7 0,3 0 3 0,1-4 1 16,3-5 3-16,0-4 8 0,1 0 15 0,1-6-3 15,9 1 7-15,11-3-17 0,2-3-14 0,5 19-2 0,-1-10-3 16,1-4-14-16,4-3 3 0,-7-4-5 0,2 0 2 15,1-2-12-15,-3-2-21 0,-1 1-7 0,-3-1-4 16,0-2-28-16,-1 3-25 0,-3-3-8 0,-4 0-11 16,1 1-77-16,-2-1-123 0</inkml:trace>
  <inkml:trace contextRef="#ctx0" brushRef="#br0" timeOffset="170924.98">20432 3434 107 0,'0'0'6'16,"0"0"-1"-16,2-2 33 0,-1 1 1 0,1-1 11 15,0 0 26-15,0 0 6 0,-2 0-1 0,0 0-1 16,0 0-17-16,0 1-21 0,-2-1 1 0,0 0-8 15,0 0-6-15,-1 0-2 0,-3 0-2 0,-5-3 0 16,-4 1-9-16,0 0 6 0,-3 2 0 0,1 2 3 0,-2 0-1 16,1 2-6-16,-3 2-6 0,1 2 1 0,1 1-6 15,1 0 3-15,-3 5 2 0,1 1-1 0,1-12-3 16,1 20 2-16,1 1-3 0,0-1 3 0,3 3-2 16,2-2 5-16,1-2-2 0,6 3 2 0,-1-3-7 0,2 0-2 15,3 5 6-15,-12-7-3 0,3 3 13 0,3-3-7 16,3 3 3-16,2-3-5 0,2-3 12 0,2 0 8 15,4 2-2-15,-1-4 4 0,3 1-8 0,-1-4 6 16,10-3-6-16,11 1 7 0,1-5-9 0,5 3-2 16,5-4 4-16,4 20-2 0,7-9 1 0,2-11-6 15,-4-2 0-15,6-6-2 0,-6-1-6 0,-3-2-7 16,-1-3-2-16,-12 3 0 0,-3 0-4 0,-3 1-24 16,-3 1-3-16,-1 0-9 0,-2 1-28 0,-3 0-60 0,2-1-23 15,-3 1-24-15,-1 1-188 0</inkml:trace>
  <inkml:trace contextRef="#ctx0" brushRef="#br0" timeOffset="172278.16">18142 3193 229 0,'-2'0'35'0,"1"-2"70"0,-3 0-70 0,0 0 7 15,-1 0 6-15,-8-5-3 0,7 3-4 0,-5-1-4 16,7 3-2-16,-3-2 4 0,-3 0 17 0,1 1-7 16,-2-1-1-16,5 4-4 0,3 0-8 0,-1 0 2 15,0 0 5-15,1 0-4 0,1 0 3 0,0 0-3 0,0 0 0 16,2 0 0-16,0 0-9 0,2 0 3 0,2 0-9 15,10 2 7-15,20 2-8 0,1-3 1 0,2 1 1 16,-5-2-4-16,5 0-13 0,0 0-1 0,0 0 0 16,-1 0 0-16,-7 0-7 0,-1 0 6 0,4 0-8 0,-1 0 4 15,3 0-30-15,-3 0-108 0,3 0-40 0</inkml:trace>
  <inkml:trace contextRef="#ctx0" brushRef="#br0" timeOffset="172855.49">20981 2940 144 0,'0'0'26'15,"0"0"-1"-15,0 0-7 0,0 0 4 0,-2 0-11 16,1 0 23-16,-1 0 14 0,0 0 5 0,0 0 3 16,0 0 10-16,0 0-7 0,0 0 2 0,1 0-3 0,-1 0-5 15,0 0-3-15,-2 0-3 0,0 0-1 0,1 0-18 16,-1 0 2-16,0 0-6 0,1 0 5 0,-1 2 0 15,2 0 7-15,0 0 0 0,0 0 3 0,0 0 6 16,2-1-9-16,0-1 3 0,2 0-7 0,2 0-4 0,16 0-8 16,16 0 0-16,5-3-2 0,5-1 3 0,2-3-1 15,4-1-2-15,4-1 0 0,1 0-1 0,-1-2-8 16,-8 1 5-16,-9 7-8 0,-7-1-2 0,0 2 1 16,-8 2-5-16,-2 0 3 0,-3 0 3 0,-6 0-3 15,-4 0 3-15,-2 0-4 0,-1 2 0 0,-4-2-15 16,0 0-1-16,-1 0-7 0,1 0-11 0,2 2-34 15,0 0-6-15,-1-1-15 0,-1 1-70 0,0 0-207 16</inkml:trace>
  <inkml:trace contextRef="#ctx0" brushRef="#br0" timeOffset="173267.53">21499 2534 462 0,'0'0'23'15,"0"0"-1"-15,-2-2 5 0,1 0 12 0,-1 0-10 0,0 0 36 16,0 0 2-16,0 1-2 0,0-1 1 0,0 0-20 16,-1 0-4-16,-1 0-6 0,0 0 1 0,1 2-18 15,1 0-4-15,0 0 1 0,0 0 0 0,0 0-1 0,0 2-10 16,0 0 0-16,1 2-2 0,-5 7 10 0,-5 9-7 15,2 3 0-15,-3 4-4 0,3 1 1 0,0 4-1 16,0 3 7-16,-1 0-4 0,3 3 9 0,1-3-5 16,1-4-2-16,1 5 0 0,0-3-3 0,2 2 6 15,2 2-1-15,0-5 2 0,4 1 1 0,2-3-4 16,1-2-1-16,1-2-1 0,-1 0-5 0,0-4-2 16,1 2 6-16,1-1-4 0,0-3 6 0,1-1-4 15,1 1 1-15,-2-3 0 0,0 1-1 0,1-1 4 0,-5-4-5 16,1-2 6-16,-2-1-4 0,-1-3 6 0,-1-1 4 15,0-3 0-15,-2-1 2 0,2 2-1 0,0 0-3 16,0-1 4-16,-1-1 4 0,1 0-9 0,0 0 1 16,-2 0-5-16,0 0-2 0,0-2-2 0,0 0 2 0,0 0-2 15,0 0-2-15,0-2-10 0,0 0-20 0,0 0-2 16,2 0-115-16,0-2-194 0</inkml:trace>
  <inkml:trace contextRef="#ctx0" brushRef="#br0" timeOffset="174458.4">8853 6301 105 0,'-2'0'0'0,"0"0"14"16,1 0 138-16,-1 0-32 0,0 0 18 0,-2 0-53 15,0 0 0-15,1 0-12 0,-1 0-5 0,0 0 1 16,2 0-13-16,1 0-7 0,-1 0 1 0,0 0-4 15,0 0-4-15,0 0-12 0,2-2 4 0,0 0-5 16,0 0 1-16,0 1-3 0,2-1-1 0,0 0-1 0,0 0-2 16,1 0-6-16,9-2 3 0,2 1-2 0,3-1 14 15,2 2-10-15,-4 0 0 0,1 0-4 0,7 1-8 16,-3-1 4-16,0 2-1 0,6 0 1 0,-11 0-3 0,0 0-4 16,0 0-3-16,-4 0 0 0,0 0-5 0,0 0 3 15,2 0 6-15,-3 0-2 0,1 2 1 0,-4-2-7 16,1 0 2-16,1 1-2 0,-2-1 8 0,3 0-44 15,-3 0-24-15,2 0-14 0,1 0-130 0</inkml:trace>
  <inkml:trace contextRef="#ctx0" brushRef="#br0" timeOffset="175127.84">8688 4305 462 0,'0'0'26'0,"0"0"8"0,-2 0 23 0,0-2 2 16,0 0-8-16,0 0 9 0,1 1 2 0,-1 1 2 15,0 0-2-15,-2-2-6 0,0 2-2 0,1-2-2 16,1 2-16-16,0 0 8 0,-4 0-11 0,5 0 10 0,-1 0-14 16,0 0-7-16,-2 0 8 0,0 0-8 0,3 0 7 15,-1 0-6-15,0 0-6 0,2 0 3 0,0 0-7 16,2 0 2-16,1 2 0 0,9 0 0 0,12 3 4 16,2 1-5-16,2-1 5 0,5 1-6 0,4-1-2 0,0-1 3 15,-3-2-2-15,3 0 2 0,-7 0-11 0,7-2 6 16,-6 0-7-16,-8-2 7 0,4-2-6 0,-1 0-2 15,-1-1 3-15,-3-1-2 0,-4 1 0 0,-1-1-37 16,0 1-12-16,-4-1-10 0,-2 0-59 0,-2 1-62 16,-1 1-23-16</inkml:trace>
  <inkml:trace contextRef="#ctx0" brushRef="#br0" timeOffset="175406.49">9100 4036 191 0,'0'0'56'0,"-2"0"85"15,0-2-81-15,1 0 13 0,-1 2-12 0,0 0 12 16,0 0-18-16,0 0 6 0,0-2-2 0,0 2 3 16,1 0-2-16,-1 0-24 0,0 0 5 0,0 0-13 15,0 0 5-15,0 0-8 0,0 2 2 0,2 0-6 16,0 2-7-16,-3 16 8 0,-1 12-5 0,2 3 4 0,0 4-15 15,0 5 3-15,-1 5-3 0,1 3 3 0,-4-2-5 16,3 4 0-16,-1-2-1 0,0-4 1 0,2 0-4 16,-1-5 3-16,1-4 0 0,0-6 2 0,2-3-5 15,0-6 6-15,2-5-5 0,0-2 3 0,1-3-31 0,3-1-170 16,1-1-63-16</inkml:trace>
  <inkml:trace contextRef="#ctx0" brushRef="#br0" timeOffset="177400.08">22725 2560 128 0,'0'0'0'0,"0"-2"21"0,0 0 15 0,0-2 27 16,0 2 18-16,0-14-1 0,0-3 3 0,0 1-27 0,0-3 5 15,0-1-9-15,0 0 9 0,0-1-5 0,0-1-5 16,0-2 1-16,0 4-7 0,2-2-13 0,-1 0 6 16,1 7-8-16,0 0 6 0,-2 1-1 0,0 10-1 15,0-5 0-15,0 7-3 0,0 0-10 0,0 1 0 16,0 1-6-16,0 0-6 0,-2 2 5 0,0 2-5 0,1 2 5 15,-11 18-8-15,-4 13-2 0,1 4 2 0,2 0-2 16,4 2 1-16,-1 2-5 0,1 1 4 0,0 4-4 16,-1 4 3-16,1 2 1 0,2 0-4 0,1 4 3 15,1-6 4-15,1 2-4 0,-2-4 4 0,3-4-4 16,-1 0 7-16,0-7 1 0,0-1 0 0,3-11-1 16,-1-2-9-16,-2-3 7 0,2-4-2 0,0-6 5 15,0-1 2-15,1-6-6 0,1-1 6 0,-2 0-4 0,0-1 11 16,0 1-7-16,0-2-1 0,0 0-1 0,0-2-1 15,1-2-2-15,-1-2-1 0,-9-24 2 0,1-9-5 0,3-7 3 16,5-6-6-16,0-8 4 0,2-3-3 0,0-2 0 16,2 1 1-16,2 3-2 0,-1 0-8 0,1 5 8 15,2 4-4-15,-1 3 5 0,1 6-4 0,1 2 3 16,1 4-1-16,-1 3 2 0,1 3-3 0,-1 1 0 16,0 4 1-16,1 2 0 0,1-1-1 0,-1 8-5 15,1 1 2-15,-7-3-2 0,20 2 7 0,-2 2 1 16,5-2 0-16,-7 4 0 0,6 5 3 0,-1-1-2 15,4-12 0-15,1 10-1 0,-5 5-5 0,-3 4 3 16,-3 2 1-16,-2 4 1 0,-1 3 1 0,-1 4-3 0,-5 19-2 16,-4-1 0-16,-1 5 1 0,16-5 4 0,-8-1 2 15,-4-1 0-15,-3 1-5 0,-4-2 10 0,-2 0-8 16,-1-2 8-16,-5 0-10 0,-1-2 8 0,-2 2-3 16,0-2 3-16,-2-2-8 0,11 1 6 0,-22-5-1 0,-1 1 2 15,5 1 0-15,-6-3-4 0,4-2-1 0,3 2-1 16,-1-6 3-16,3 0-3 0,0-2 4 0,8-5-5 15,0 1 0-15,7-5 2 0,2 2-2 0,-4 2 1 16,0 0-12-16,3-1 11 0,-1-1-1 0,0 0 5 16,2 0-2-16,2 0 3 0,0-2-2 0,1 0 1 15,18 2-5-15,5 0-1 0,-2-1 2 0,-2 3-1 0,-1 2 1 16,-1 1-1-16,2 2-1 0,-7-1 0 0,7 5 2 16,-5-2 3-16,-2-4-3 0,4 18 0 0,-5-3 0 15,-2-5-2-15,1 5 2 0,0-2-2 0,-2-1 3 0,0-1 6 16,-2-3-4-16,2 0 3 0,-1-4-8 0,-1 0 5 15,0-3 1-15,-1-3 2 0,-1 3-4 0,0-5 2 16,3 1-2-16,-1 4 3 0,-2-3 1 0,3 1-7 16,-1-1 3-16,2 1-4 0,-4-2-5 0,5-1-54 15,-3-1-11-15,0 0-17 0,0 0-67 0,1 0-118 16</inkml:trace>
  <inkml:trace contextRef="#ctx0" brushRef="#br0" timeOffset="177823.86">23816 2998 676 0,'0'0'19'16,"0"-2"0"-16,0 0 0 0,0 0 19 0,-1-1-11 16,-1-1 81-16,2 0-23 0,-4-13-5 0,2 4-10 15,-2-7-33-15,1 0-4 0,1 3-2 0,0-3-1 16,2 7-12-16,-2 0 7 0,2 0-4 0,-2 1 4 15,0 1-8-15,1 2 12 0,1 3-6 0,0 3 9 16,0-1-3-16,0 2-4 0,0 0 5 0,-2-1-6 0,-2-1-3 16,-3 0-7-16,-6-1 2 0,-10-3-4 0,9 6-6 15,-1 2-1-15,-4 6-2 0,1 5 3 0,-1-4-5 16,-7 23 6-16,2 0-6 0,5-4 5 0,-3 0-3 0,9 2-3 16,2-1 2-16,0-1-2 0,1 2 6 0,-1 0-5 15,-4-4 1-15,10 0-1 0,-3 1 3 0,-6-3-2 16,4 0 3-16,5 2-3 0,3-1-1 0,2-1 0 15,0 0 0-15,2-1 0 0,3 1 2 0,3-4 0 16,1 1 2-16,0-2 0 0,2-2 8 0,-1-4 1 16,14-2-2-16,6-2 2 0,-1-3 1 0,1-2 4 15,0 17-4-15,-2-8 2 0,-1-8-14 0,3-1 6 0,0-2 0 16,-2-3 0-16,1-3-7 0,-6 0 5 0,-3-1-5 16,-1 0 4-16,-5 1-6 0,-1 0-19 0,-1 1-16 15,-5 1-7-15,-1 0-85 0,-1 1-101 0,-1 1-50 16</inkml:trace>
  <inkml:trace contextRef="#ctx0" brushRef="#br0" timeOffset="178435.67">24628 2222 821 0,'0'0'25'0,"0"-2"0"0,0 0 10 16,-2 0 8-16,0 0-5 0,0 2 39 0,0 0-19 15,1 0 0-15,-1 0-10 0,0 0-13 0,0 0-6 16,0 2-2-16,0 0-1 0,0 2-11 0,-1 7-6 15,-5 11 4-15,3 2-4 0,-1 2-7 0,1 2 10 16,1 4-5-16,-2 1 7 0,3 4-7 0,-1 2 9 0,0 0-5 16,2 4 6-16,-1 0-7 0,1 1 8 0,0-3-2 15,-2-2 3-15,2-2-9 0,0-5 6 0,1-1 0 16,-1 1 2-16,2-4-8 0,0 1 4 0,0-8-7 16,-2-1 6-16,0-3-4 0,0-4 1 0,0 4 4 0,0-8-4 15,1 0 3-15,-1-3-2 0,0-2 1 0,0-1-1 16,-2 1 3-16,1-2-7 0,-10 3 2 0,1-1-3 15,-2 0 3-15,-3-4-5 0,4 0-1 0,2-2-1 16,-6-2 1-16,2-1 1 0,2-1 1 0,0 1 0 16,2-1 2-16,2 0 0 0,0 1 3 0,5 3-2 15,-4-4-1-15,5 5 1 0,-1-3-2 0,0 0 2 16,4 2-2-16,-2-1-3 0,1-1-1 0,-1-2-1 0,2 3 1 16,0 1 0-16,0-2 0 0,2 0-1 0,-1 1 0 15,1 3 0-15,15-10 5 0,9-1-4 0,-2 6 0 0,4 1 8 16,2 0-3-16,1 0 5 0,-3 1-1 0,-2 1 0 15,2 0-2-15,-2 2 2 0,-4 0-3 0,-3 0-8 16,-3 0 0-16,-3 0-2 0,2 0 7 0,-4 0-2 16,-1 0 0-16,-1 0 0 0,0 2-1 0,-3-2-2 15,1 2 1-15,-1-2-2 0,-1 2-11 0,1-2-24 16,-2 0-8-16,-1 0-6 0,1 0-36 0,-2 0-9 16,2 0-15-16,-1-2 2 0,1 0-66 0,-2-2-159 15</inkml:trace>
  <inkml:trace contextRef="#ctx0" brushRef="#br0" timeOffset="178671.11">24414 2244 1072 0,'-2'0'34'15,"1"-2"0"-15,-1 0 17 0,0 1 1 0,-2-1-1 16,0 0 46-16,1 0-18 0,-1 0 7 0,0-2-15 15,2 1-14-15,1-1-20 0,-1 0 4 0,2 2-9 16,2-7-8-16,3-2-6 0,4 4-4 0,23-1 0 16,-2 3-14-16,1-14 0 0,-3 8 0 0,2 3 0 0,-4 5-1 15,-4 1-40-15,2 2-4 0,0 2-14 0,1 3-29 16,-3 6-43-16,4 2-18 0,-2-7-18 0,4 24-154 0</inkml:trace>
  <inkml:trace contextRef="#ctx0" brushRef="#br0" timeOffset="179062.09">25411 2610 782 0,'0'0'28'0,"0"0"2"0,0 0 17 0,0 0 7 16,0-2-2-16,0 0 49 0,0 0-22 0,0 0-2 16,0 1-7-16,0-1-17 0,0 0-11 0,-1 0 0 15,-1 0-5-15,0 0-12 0,0 0-8 0,0 1-5 16,0-1 2-16,0 0-1 0,-1 0-4 0,-1 0 9 15,-9-3-8-15,2 3 3 0,-2 0 1 0,-2 2-2 16,0 0 3-16,-2 4 1 0,1 1-8 0,-3 6 1 0,-1 2-4 16,-3-5 4-16,3 18-3 0,1-2 0 0,-5 7-2 15,8-3-4-15,1 4 2 0,2 3 1 0,11-7-1 16,-6 4-1-16,5-1-1 0,-16-1 1 0,6 1 0 16,6 1 5-16,3-6 0 0,2 0 0 0,2-4 1 15,2-3 0-15,2-3 7 0,1-1 0 0,5 0 2 16,-5-4 3-16,23 0-1 0,-6-3-1 0,4-3 1 0,2-1-3 15,2 0 4-15,3-2-2 0,-1 16 3 0,1-7 3 16,3-5-6-16,1-4 3 0,0-2-5 0,-2-4-7 16,-1-1 1-16,1-1-1 0,-4 0 1 0,1 1-7 15,-2-3 4-15,-6 3-2 0,0-3 5 0,-6 3-1 0,-3-1-6 16,-2 1 1-16,-2-1-3 0,-7 4-9 0,0 0-59 16,-2 2-7-16,1-3-23 0,1-1-60 0,0 0-150 15</inkml:trace>
  <inkml:trace contextRef="#ctx0" brushRef="#br0" timeOffset="180119.54">4481 4041 256 0,'0'0'-17'0,"0"-1"24"0,0-1 24 0,0 0 6 16,0-2 28-16,0 0-9 0,0-3-2 0,1-4 3 15,1 2 1-15,0-1 2 0,-2 5 4 0,2-3-8 16,0 3 6-16,-2 1-12 0,0 0-13 0,0 2 2 16,2-1-7-16,0-1-6 0,-1 2-8 0,1 0-1 15,0 2-2-15,0 2 0 0,0 0-2 0,0 2 5 0,1 9-4 16,5 9 4-16,-1-2 10 0,3 1 0 0,-1-3 5 16,-2-3 10-16,1-2-2 0,-1-3 1 0,-5-1-1 15,11-5 1-15,0-3-2 0,2 11 1 0,5-3-2 16,4-4-9-16,4-5 3 0,4-7-6 0,5-8 3 15,9 13-18-15,6-31 1 0,8-6-4 0,-1 2 2 16,1-4-6-16,-5-2-56 0,-3-1-17 0,-2-3-25 0,-5-3-153 16</inkml:trace>
  <inkml:trace contextRef="#ctx0" brushRef="#br0" timeOffset="181552.02">26061 2651 256 0,'0'0'166'16,"-2"0"-77"-16,1 0 66 0,-1 0 22 0,0 0-101 15,0 0 15-15,0 0-7 0,0 0-5 0,0 0-1 16,1 0-17-16,1 0-9 0,0 0-2 0,1 0-4 15,1 0-13-15,8-2-9 0,19-6 4 0,3 1-5 0,1 0-3 16,3 1-5-16,-1 0-3 0,-2 3 0 0,2-1-8 16,-5 2 6-16,-2 0-4 0,0 2 5 0,-2 0-7 15,-6 0-3-15,1 0 0 0,-3 0-1 0,3 0 4 0,-1 0-38 16,-1 0-2-16,-6 0-17 0,2-2-46 0,-4 1-42 16,0-1-24-16,2-2-19 0,-8 2-202 0</inkml:trace>
  <inkml:trace contextRef="#ctx0" brushRef="#br0" timeOffset="181848.04">26327 2188 950 0,'0'-1'27'0,"0"-1"-2"0,-2 0 9 0,0 0 7 16,0-2-8-16,0 2 33 0,0-1 13 0,1 1-8 0,-3 0 2 15,0 0-44-15,0 0-2 0,1 0-4 0,-1 2 3 16,0 0-5-16,2 2-6 0,1 0 0 0,-1 4-2 16,-9 22 0-16,5-2-1 0,2 3 1 0,4-1-2 15,0 4-1-15,2-3 3 0,2 1-1 0,1 2 2 16,3 1-1-16,-1 2-5 0,1 1 0 0,-1 4-2 16,1 1 7-16,-3 2-8 0,1-2 2 0,-1 0-4 15,1-2 0-15,-2-2 0 0,-1-2 5 0,1-5-3 0,-2-4 2 16,2-2-3-16,-3-4-2 0,3-1 0 0,-2-2-1 15,2-3-24-15,-1-1-13 0,1 0-9 0,0-1-67 16,-2-9-142-16,-2-1-39 0</inkml:trace>
  <inkml:trace contextRef="#ctx0" brushRef="#br0" timeOffset="182345.01">26934 1951 792 0,'0'-2'102'0,"0"0"-113"0,-2 0 112 15,0 0-54-15,0-1-17 0,2-1 35 0,0 2-3 16,0 0 12-16,0 0-15 0,0 0-13 0,0 1-4 16,0-1-3-16,0 0-11 0,0 2-16 0,0 2 4 0,0 0-9 15,0 11 1-15,4 22-3 0,-2-2-2 0,2 8 2 16,-3-4 3-16,1 6-4 0,2 2-2 0,-2-6 0 15,0 0-4-15,0-2 7 0,-1-2 1 0,3 2 2 16,0 0-7-16,0-2 6 0,1 4-6 0,1-1 5 16,1 2-6-16,1 1 3 0,-1 0-3 0,2 2 0 15,1-2-2-15,-3-2 4 0,2-2 6 0,-1-4-2 16,1-1 3-16,-2-6-4 0,1-2-2 0,-1-6 1 0,1-1 5 16,-5-8 2-16,1-1 1 0,-2-4 0 0,2-1 0 15,-2-3 5-15,11 8-4 0,1-5 4 0,3-3-7 0,4-3 1 16,3-7 1-16,0-4-1 0,2-1-7 0,-2-22 5 15,2-4-4-15,-2 0 4 0,-2 2-7 0,4-2 3 16,-7 0-1-16,3 2 2 0,-3-2-2 0,1 1 5 16,-3 1-3-16,-2 0 3 0,3 1-13 0,-3-1 8 15,2 0-2-15,-6-3 5 0,0 1-3 0,-3-5 3 16,-3 5-3-16,1 5 3 0,-3 3-8 0,14 9 1 16,-8 3 1-16,-3 5 3 0,-2 3 4 0,-2 5-8 15,-2 1-2-15,0 5-2 0,0-2-10 0,0 1-29 16,0-1 0-16,0 2-14 0,0 0-34 0,0 0-82 15,0 2-44-15</inkml:trace>
  <inkml:trace contextRef="#ctx0" brushRef="#br0" timeOffset="182736.13">28072 2783 781 0,'-2'-2'53'0,"0"0"108"0,1 0-145 16,-1-2 43-16,0 1-1 0,0-1 18 0,0 0 7 16,0-1-24-16,-1-5-1 0,-3 1-9 0,0 0-15 0,3 1-3 15,-3 1-5-15,4 3 1 0,-3 0-13 0,-6 3-4 16,-2-1-2-16,-2 0-1 0,5-6-1 0,-3 1 0 15,0 1-2-15,-1 3-1 0,1 3-2 0,-4 3-3 16,0 3 3-16,0 5-3 0,-3 8 5 0,3 16 1 16,-1 6 0-16,-3-4-1 0,3 8-4 0,-1-1 1 15,1-3 1-15,1-4 1 0,0-2 6 0,6-3-2 16,2-2-2-16,3-3 0 0,2-2 3 0,-10-3 5 0,4-2 2 16,5-3 0-16,3 0 7 0,2-2-3 0,0-2 2 15,2-2-3-15,1-2-8 0,3 0 8 0,-2-3 0 16,7-2 3-16,11-1-3 0,0 12-8 0,4-2-4 15,-1-5 1-15,2-3-4 0,-1-3 3 0,4 0-3 0,0-2 3 16,1-2-10-16,3-2-62 0,-3-1 0 0,-3-1-27 16,4 1-50-16,-4-1-140 0</inkml:trace>
  <inkml:trace contextRef="#ctx0" brushRef="#br0" timeOffset="183247.55">28429 3282 1166 0,'-2'0'27'0,"0"0"59"0,0 0-70 0,-2 0 55 16,2 0-5-16,1 0 21 0,-1 0-8 0,0 0-30 15,0 0-1-15,0-2-11 0,0 0-8 0,2 0-15 16,0 1 3-16,2-1-7 0,2 0-2 0,14-11 6 15,7-2-2-15,2-4 3 0,1 3-3 0,0-1-1 16,2 0-3-16,-2 1 0 0,-4-1-8 0,0 0 7 0,-4 15 0 16,1-18 2-16,-6-1-5 0,-2-1-1 0,-4 0 3 15,-3 1-1-15,-1-1 13 0,10 2-17 0,-2-6 7 16,-6 5-9-16,-3 1 8 0,-4 0-7 0,0 5 2 16,-2-2-2-16,-1 6 4 0,-3 0-3 0,0 1 4 0,3 5-3 15,-7-1 2-15,-6 4-6 0,-5-12-2 0,3 4 0 16,-5 3 4-16,3 5 0 0,0 2-1 0,-3 4 1 15,3 3 0-15,1 2-2 0,-3 4 1 0,3 0-2 16,1-5-3-16,3 16 6 0,0 2-1 0,4 2 1 16,-2-2 0-16,0 3 1 0,2 1-1 0,2 0 0 15,-3 0-5-15,5-1 3 0,0-1-2 0,1-2 4 16,4 2 4-16,0-4 1 0,-14 2 0 0,4-2 0 16,9-3 0-16,1 1 4 0,2-2-4 0,2 1 3 0,3-1-6 15,3-1 13-15,1-2-2 0,0-4 4 0,2 0-5 16,15-4 0-16,2-2 0 0,4-1-1 0,1-2-6 0,6 18 2 15,4-9-4-15,9-6 2 0,-2-7-13 0,6-3-30 16,0-5-11-16,-5-3-11 0,9-2-88 0,-1-2-161 16,3-2-145-16</inkml:trace>
  <inkml:trace contextRef="#ctx0" brushRef="#br0" timeOffset="184850.06">5751 5855 80 0,'0'0'0'16,"0"0"0"-16,0 0 13 0,0 0 31 0,0 0 9 0,0 0 22 15,0 0 2-15,-2 0-22 0,0 0 8 0,0 0-11 16,0 0 10-16,0 0-14 0,2 0 1 0,0 0-6 15,-2 0 1-15,1 0 4 0,-1 0 1 0,2 0-1 16,-2 0-6-16,2 0-7 0,0 0 4 0,0 0-5 16,0 2 3-16,0 0-5 0,0 0 1 0,0 0-1 15,0 0 8-15,0 0-7 0,2-1-2 0,0 1-3 0,1 0 0 16,14 4-7-16,5 1 2 0,6-1-5 0,-2-3 1 16,0-1-8-16,2 0 4 0,0-2-6 0,-4 0-2 15,-4 0 4-15,3 0-6 0,-5 0 6 0,-3 0-5 0,0-2-1 16,-4 0-1-16,-5 2 0 0,1 0-4 0,-1 0-11 15,-3 0-8-15,1 0-6 0,0-1-52 0,-1-1-36 16,1 0-16-16,0 0-14 0,-2 0-128 0</inkml:trace>
  <inkml:trace contextRef="#ctx0" brushRef="#br0" timeOffset="185098.96">6040 5707 786 0,'0'0'29'0,"0"0"1"0,-2 0 14 0,0 0-6 16,1 2 0-16,-1 0 3 0,0-1 5 0,-2 3-1 0,4-2 1 15,-4 11-9-15,-3 2-4 0,0 0-2 0,5 1-1 16,-9 1-3-16,1 0-12 0,3 1 1 0,1 3-4 16,3-1-7-16,1 3-2 0,2 1 1 0,0 2-1 15,2 2-3-15,1-1 1 0,1 3-1 0,2 2 1 16,-3-5-7-16,3 9-68 0,-1-1-15 0,1 0-25 15,1 4-125-15</inkml:trace>
  <inkml:trace contextRef="#ctx0" brushRef="#br0" timeOffset="185490.42">6001 8026 764 0,'0'0'40'0,"-2"0"40"0,0 0-13 16,1 0-1-16,1-2-2 0,0 0 4 15,0 0 7-15,1 0-7 0,1 1-1 0,2-1-4 0,2 0-14 16,12-4-14-16,3-1 1 0,1-2-5 0,0-1-7 15,2-1-15-15,4-2-2 0,0 0-3 0,2 4-2 0,-2 2-64 16,3 1-7-16,-3 2-28 0,2-1-89 0</inkml:trace>
  <inkml:trace contextRef="#ctx0" brushRef="#br0" timeOffset="188029.55">29383 2385 99 0,'0'0'31'0,"0"0"4"0,-2 0 30 16,0 0 12-16,0 0-1 0,1 0-6 0,-1-2 11 15,0 0 4-15,0 1 0 0,-2-1-2 0,1 0-6 0,-1 0-6 16,0 0 0-16,0 0-19 0,1 0-13 0,1 1 0 16,0-1-5-16,0 0-5 0,0 0 0 0,0 0-1 15,1 0 1-15,-1 2-3 0,0 0-2 0,2 0-2 16,0 0 0-16,2 0-1 0,0 0 4 0,1 0-1 16,12 0 1-16,13 0-5 0,5 0-4 0,4 0 4 0,2 0-4 15,8 0 0-15,3 2-4 0,-2 0-3 0,-3-2 2 16,-2 0-1-16,-6 0-8 0,2 0 6 0,-6 0-7 15,-3 0 6-15,-4 0-2 0,-6 0-2 0,-1 0 1 16,-6 0-1-16,-2 0 1 0,-4 0 3 0,1 0-1 16,-4 0-6-16,-3 0-17 0,1 0-3 0,2 0-3 15,0 0-24-15,-2 0-43 0,-1 0-8 0,1 0-15 0,0 2-68 16,-2 0-216-16</inkml:trace>
  <inkml:trace contextRef="#ctx0" brushRef="#br0" timeOffset="188268.84">29285 2688 1105 0,'0'0'42'0,"0"0"-1"0,-2 0-5 16,0 0 10-16,0 0-17 0,2 0 49 0,0 0-5 15,0 0-3-15,0 0-4 0,2 0-36 0,0 0 1 16,0 0-7-16,1 0 4 0,20-2-18 0,6 0 6 0,5 2-7 15,3 0 4-15,5 0-14 0,10 0-1 0,2 0 1 16,4 0-3-16,-2-2-13 0,-3 0-14 0,-1 1-6 16,0-5-3-16,0 2-37 0,-3-1-46 0,-3 1-21 0,1-2-12 15,-3 3-99-15</inkml:trace>
  <inkml:trace contextRef="#ctx0" brushRef="#br0" timeOffset="188815.42">30946 2239 918 0,'0'-2'29'15,"-2"-2"31"-15,-7-15 1 0,-2-3-18 0,4 5-16 16,-1 3 33-16,1 1-7 0,-1 1 15 0,-1-2-11 0,2 2-11 16,-1 1 0-16,3 4-6 0,1-1-15 0,-5 7-8 15,-1-1-2-15,3-4-1 0,-2 1-9 0,-1 1 3 16,-1 2-4-16,0 2 4 0,0 2 0 0,-4 3 1 15,4 3 1-15,-2 3 0 0,-2 15 3 0,0 2 0 16,-1-2-3-16,1-2 0 0,0 2-2 0,6 2 1 16,-1-2-1-16,5 0 1 0,-1 0 3 0,1-4 0 15,-1 2 3-15,0 0-3 0,5 0 2 0,-16 2-3 0,6 2 0 16,5-2-1-16,6 4 3 0,2 2-12 0,0-3 6 16,3 7-7-16,1-5 4 0,0-1-4 0,-1 1 0 15,3-1 0-15,-1 0 1 0,2-2 2 0,1-6-2 16,1-3 2-16,0-1-7 0,-6-10 0 0,10 3 2 15,7-6 0-15,3-1 5 0,-1 13 1 0,2-8-2 0,0-5 1 16,0-4-4-16,2-2 6 0,1-4-3 0,3-3 5 16,-1-2-3-16,7-6-1 0,1-3 0 0,3-3-2 15,-3 22 2-15,-2-25 0 0,-3-2 1 0,-8 0 0 16,0 2-2-16,-6-2 11 0,-1 0-7 0,-6-2 8 16,0 3-8-16,-4-5 5 0,-3 0-3 0,14-1 2 15,-7 0-10-15,-6-1 10 0,-7-3-6 0,0 0 6 0,-3-4-8 16,-5-4-2-16,-1 7 6 0,-4-3-5 0,-2 5 3 15,-1 5 0-15,-3-1 2 0,13 3-1 0,-16 3 0 16,-4 3-2-16,-2 5-3 0,2 5 2 0,-2 3 1 0,2 5-3 16,2 1-3-16,2-11 0 0,0 6-4 0,-1 5 6 15,1 6 1-15,0 6 0 0,0 3-2 0,3-4-5 16,-1 27 5-16,3 3-3 0,0-2 7 0,0 0-4 16,4 1 1-16,2-3-2 0,0 2 5 0,6-5-3 15,-1-2-2-15,4-2 0 0,-13-4-6 0,4 2-64 16,6-2-7-16,3 3-30 0,2-1-144 0</inkml:trace>
  <inkml:trace contextRef="#ctx0" brushRef="#br0" timeOffset="193428.92">22608 4793 24 0,'0'0'0'0,"0"-1"25"0,0-1 18 0,0 0 26 16,0-2 17-16,0 2-8 0,2-7-5 0,-2 3-15 0,1-5-4 16,1 2-1-16,0 0-4 0,0-1-6 0,-2 3 0 15,0 0-1-15,0 1 3 0,0-1-13 0,0 1 2 16,0-1-7-16,0 1 0 0,0 4-10 0,0-3 7 16,0 1-7-16,0 0 11 0,0 0 4 0,0 3-2 0,0-3 2 15,0 0-5-15,0 0 5 0,0 1-2 0,0 1 3 16,0-6 0-16,0 5-12 0,0-1 2 0,0 2-4 15,0 0 2-15,-2-1-7 0,0-3 3 0,0 2-5 16,1 1-7-16,-1-1 1 0,0 2-4 0,0 0 2 16,0-2-4-16,0 3-1 0,0-1 0 0,1 0 1 0,-1 0 1 15,0 0 0-15,0 0 2 0,0 0-2 0,0 1 3 16,0-1-6-16,1 0 0 0,-1 0-2 0,0 2 2 16,0 0 5-16,0 0-4 0,0 0 3 0,2 0-9 15,0 0 7-15,0 0 2 0,0 0 1 0,0 0 3 16,0 0-8-16,0 0 2 0,0 0-4 0,0 0 9 0,0 0-6 15,0 0 1-15,0 0-4 0,0 0 4 0,0 0 1 16,0 0 2-16,0 0-1 0,0 0-2 0,0 0-1 16,0 0-2-16,0 0 1 0,0 0 3 0,0 0 0 15,0 0 6-15,0 0-6 0,0 0 1 0,0 0-2 16,0 0-3-16,0 0 2 0,0 0 2 0,0 0 1 16,0 0 1-16,0 0-1 0,0 0-2 0,0 0 0 15,0 0-2-15,0 0 2 0,0 0-4 0,0 0 4 0,0 0 1 16,0 0 0-16,0 0 2 0,0 0-2 0,0 0 1 15,0 0-2-15,0 0 0 0,0 0 0 0,0 0-1 16,0 0 0-16,0 0 4 0,0-2-3 0,0 0-2 16,0 0-1-16,0 1-1 0,0-1 6 0,0 0 2 15,0 0 0-15,0 0-4 0,0 0 8 0,0 0-8 0,0 1 7 16,0-1-10-16,0 0 9 0,0 0 1 0,0 0 2 16,0 0-5-16,0 0 5 0,0 1 0 0,0-1 2 15,0 0 2-15,0 0-11 0,0 0 7 0,0 0-8 16,0 0 7-16,0 2 2 0,0 0-2 0,0 0 4 15,0 0 2-15,0 0-9 0,0 0 2 0,0 0-3 16,0 0-4-16,0 2 9 0,0 0-9 0,0 0 8 0,0 0-9 16,0 0 5-16,0 1-1 0,0 1 2 0,0 4 0 15,0 10-3-15,0 1 2 0,0 3-3 0,0 4-1 16,0-2-2-16,0 6 2 0,0 1-1 0,-2-1 2 0,1 2 4 16,-1 1-5-16,0 0 4 0,0 1-4 0,-2-1 1 15,1 1 0-15,-1 1 2 0,0 2-1 0,2-2 3 16,-1 1 1-16,-1-1 0 0,0-2-3 0,0 1 0 15,1-3 0-15,-1-1 0 0,0-2 6 0,1 0-6 16,-1-2 2-16,-2 0-2 0,1-6 9 0,-1-1-10 16,1 1 7-16,1-5-8 0,-2-2 3 0,1 0 6 15,1-4-6-15,-2 2 6 0,1 1-3 0,1-5-7 16,0-1 2-16,1-1-2 0,-3 3 3 0,3-3 2 16,-1 4-2-16,-4-3 1 0,-1 0-4 0,2-1 4 0,-3 1-1 15,-1-3 2-15,0 1-7 0,0 4 2 0,0-5 1 16,2 3 1-16,1-1 0 0,-1-3 2 0,1 2-4 15,-1-2 3-15,2 0-6 0,-1 0 5 0,3 1 1 0,1-1 3 16,0 0-6-16,1 0 0 0,1-2-1 0,-2 4 1 16,0-3 2-16,1 1 3 0,-1 0-3 0,2 0 2 15,0 0-3-15,0-2 3 0,0 0 1 0,1 0 1 16,-1 0-6-16,2-2 4 0,0 0-3 0,2 0 5 16,-1 0-10-16,1 1 8 0,0 1-4 0,19-2 6 15,-1-6-9-15,0 1 4 0,5 1 0 0,-1 1 3 16,2-1 0-16,0 2-1 0,1 1-2 0,1-16 1 0,0 8 1 15,0 4-3-15,0 1 2 0,0 4-2 0,-2 2 4 16,2-2-1-16,-2 2 0 0,-4 0-1 0,0 0-2 16,-5 0 6-16,-2 0-2 0,1 0 3 0,-3 0-7 0,0 0 1 15,-3 0-1-15,1 2 2 0,-2-2 4 0,-3 0-4 16,1 0 3-16,-5 0-3 0,0 0 1 0,3 0-8 16,-1 0-7-16,0 0-5 0,0 0-58 0,-3-2-51 15,1 0-5-15,0 1-18 0,0-1-56 0,-2 0-169 16</inkml:trace>
  <inkml:trace contextRef="#ctx0" brushRef="#br0" timeOffset="193758.31">22324 4693 994 0,'0'-2'31'16,"-2"0"-4"-16,0 1-1 0,0-3 12 0,2 2-17 15,-2-5 31-15,0-3 27 0,2 7-11 0,-1-5 14 16,1 3-30-16,0-3-12 0,0 1 1 0,1 1-6 0,3-1-5 16,2 3-4-16,18 2-2 0,6-2 0 0,1 3-6 15,1-5-6-15,1-14-3 0,-1 8-1 0,-3 5-9 16,1 5 6-16,-4 2-5 0,0 4 5 0,0 1-10 0,-4 3-27 15,-5-1-3-15,-2 3-11 0,0-1-30 0,5-5-14 16,4 14-13-16,0-1-7 0,2-2-96 0,6 3-124 16</inkml:trace>
  <inkml:trace contextRef="#ctx0" brushRef="#br0" timeOffset="194177.19">23285 5421 559 0,'0'0'65'16,"0"0"127"-16,0 0-173 0,0 0 26 0,2 0 3 15,0-2 11-15,0 0 14 0,0 0-17 0,0-1-6 0,0-1 0 16,-1 0-9-16,7-9-3 0,-1 0-2 0,3-2 0 16,-3 2 2-16,-1 2-8 0,-1 2 1 0,1-4-3 15,-3 4 4-15,3-4 2 0,-2 0 1 0,-2 5 0 16,-1-1-3-16,-1 2-1 0,0 1 0 0,0-1-1 15,0 3-6-15,-1-2-2 0,1 4-3 0,-6-1 1 16,-9-7-10-16,-2 3 2 0,-1 1-3 0,-1 3 1 16,-1 3-9-16,-1 2 6 0,1 3-2 0,1 3 2 0,3 1-7 15,1 2-1-15,-2-5-2 0,2 14 0 0,4 0 8 16,-2 3-4-16,6-1 3 0,-1 6-4 0,1 0-8 16,1 1 11-16,1 1-7 0,1-4 9 0,2 2-5 0,-14-2 3 15,3 2 4-15,7-4-4 0,2 0-2 0,4-4 6 16,0-1 2-16,2-2 1 0,2-1 4 0,1 1 5 15,3-2-2-15,-1-2 3 0,3-2-6 0,1-2 1 16,11-1 0-16,6-1 1 0,0-1-3 0,-1-1 7 16,3-3-10-16,0 0 7 0,1 0-13 0,5 18 7 15,1-7-3-15,-2-7 2 0,-3-4-9 0,-3-2 1 16,-3 0 0-16,-3-2-1 0,3 0-4 0,-2-2-19 16,-2 1-7-16,-1-1-5 0,-10 0-42 0,2-1-32 0,-4 1-11 15,4-2-12-15,2-1-75 0,0 0-259 0</inkml:trace>
  <inkml:trace contextRef="#ctx0" brushRef="#br0" timeOffset="194598.91">24143 5038 680 0,'0'0'28'0,"-2"-1"54"0,1-1-58 0,-1 0 3 16,0 0 14-16,0 0-4 0,0 0 46 0,-2 0-18 16,1 1-3-16,-1-1-5 0,2 2-11 0,-2-2-10 15,-1-2 4-15,3 4-6 0,-2-2-1 0,1 0-10 16,-1 1 2-16,0-1-4 0,0 0 5 0,3 0-3 15,-1 0-1-15,0 2 0 0,0 0-4 0,2 0 0 16,0 0 6-16,2 0-3 0,0 0 5 0,5 0 1 16,19 2-9-16,4 0 8 0,3-2-5 0,8 0-7 15,-6 0 4-15,-1-2-7 0,3-2-3 0,0 1 9 0,4-3-7 16,-2 2 7-16,-6-1-15 0,-1 1 5 0,-8 2-1 16,-5 0 3-16,-1 0-3 0,-7 1-5 0,0 1 3 15,-3 0-3-15,-3 0 7 0,-1 0-8 0,0 0 0 16,0 0-2-16,-3 0-6 0,1 0-25 0,0 0 4 0,0 0-13 15,0 1-17-15,-2 1-30 0,0 0-2 0,0 0-10 16,0 0-18-16,-2 0-52 0,0 0-19 0</inkml:trace>
  <inkml:trace contextRef="#ctx0" brushRef="#br0" timeOffset="194957.5">24175 5289 669 0,'-2'0'60'0,"0"0"-50"15,0 0 69-15,-1 0-26 0,1 0 11 0,-8 0 19 16,1 0-4-16,0 0 5 0,1 0-25 0,1 0-18 16,3 0 2-16,2 0-7 0,-1 2-4 0,-1 0-6 15,0 0 1-15,2 0-3 0,1-1-5 0,-1 1 1 16,0 0-5-16,2 0 4 0,0 0-2 0,2 0 7 15,0 0-2-15,-1-2 2 0,25 11-13 0,4-4 9 0,2-3-3 16,3-4 4-16,-2 0-10 0,6-4 4 0,0 0-1 16,-5 1 2-16,3-5-8 0,-7 5 1 0,-3-3-1 0,3 0 0 15,-9 3-9-15,-3 1 9 0,-1 0-7 16,-2 2 9-16,-2 0-8 0,-2 0 4 0,-4 0 0 0,-1 0 1 16,-1 0 5-16,-3 0-7 0,2 0 4 0,-2 0-7 15,2 0 2-15,-1 0-2 0,1 0 1 0,0 0 1 16,-2 0 1-16,-1 0-13 0,1 0-12 0,0 0-5 15,0 0-66-15,0 0-110 0,0 0-52 0</inkml:trace>
  <inkml:trace contextRef="#ctx0" brushRef="#br0" timeOffset="196240.54">25694 4788 256 0,'0'0'13'0,"0"0"-1"0,0 0 26 0,-2 0 14 0,0 0 6 16,0 0 8-16,0 0 0 0,-2-2-5 0,1 0 5 15,-1 0-4-15,2 2-14 0,-5-2 4 0,1 1-10 16,1-1-7-16,-1 0-14 0,0 0 6 0,-1 0-8 16,-2 0 10-16,1 0 3 0,-1 1 3 0,0 1 2 15,0 0 9-15,-1 0-11 0,3 0 0 0,-2 0-2 0,-1 0 2 16,3 0-6-16,-1 0 6 0,-1 0-6 0,2 0 8 16,-1 0 0-16,1 0-3 0,1 0 3 0,3 0 1 0,1 0-10 15,0 0 4-15,-2 0-6 0,0 1 1 16,3-1-9-16,-1 0 3 0,0 0-5 0,2 0 2 0,0 0-3 15,2 0-3-15,1 0 1 0,10 0-7 0,17-1 2 16,5-1 2-16,4-2 0 0,6 0 6 0,-2 1-8 16,1 1-1-16,-1-2-2 0,-8 2-4 0,4-2 7 15,-4 3-2-15,-1-1 4 0,-3 0-2 0,-5 0-4 16,0 0 6-16,-7 0-6 0,1 0 13 0,-5 2-8 16,-2 0 4-16,-2 0-5 0,-3 0 2 0,-1 0-2 15,-1 0-2-15,-1 0 2 0,-1 0 1 0,0 0-9 0,0 0 4 16,-1 0-5-16,1 0 3 0,0 0-7 0,-2 0-12 15,-1 0-2-15,1 0-74 0,0 0-89 0,0 0-21 16,0 0-38-16,0 0-220 0</inkml:trace>
  <inkml:trace contextRef="#ctx0" brushRef="#br0" timeOffset="197004.68">26706 4463 902 0,'0'-2'28'0,"0"0"62"0,0 0-84 0,0-1 33 15,0 1 0-15,-2-11 14 0,0 0 28 0,-2-8-25 16,0 3 4-16,3-5-13 0,-1-1-11 0,2 0-11 15,0-2 0-15,2 0-6 0,3 0-7 0,-1 4 1 16,1 0 2-16,-1 3-1 0,2 2 0 0,-3 3 9 16,3 1-3-16,-2 3 4 0,-1 1-6 0,-1 2 1 15,0 1 3-15,0 0-2 0,-2 1-5 0,0 1-1 0,0 2-1 16,0 0 1-16,0 1 8 0,2-3-8 0,0 0 3 16,-2 0-4-16,0 3 4 0,0-1-9 0,0 0-3 15,0 0-1-15,0 2-3 0,0 0 5 0,0 0 0 16,0 2 0-16,0 0-7 0,0 1 4 0,0 1-3 15,2 7 5-15,1 8-5 0,-1-1 1 0,2 3 1 0,0-1 0 16,-1 2-2-16,3 3-1 0,-1-1 3 0,-1 2-2 16,0-2 4-16,-2 2 2 0,0 4-6 0,-1-6 4 15,-1-2-4-15,0 0 3 0,0-3 0 0,0-1 1 16,0 3-3-16,0-6 0 0,0-2 1 0,0-2-2 16,0 0 0-16,0-4 1 0,0 1-1 0,0-4 3 15,0-1-3-15,0 1 2 0,0 2 0 0,-1-1 1 0,1-1 3 16,-2 1-6-16,2-3 2 0,-4 6-2 15,4-6 2-15,-2 1 1 0,-5 7 3 0,7-9-2 0,-13 5-2 16,-2-4 2-16,4 2-4 0,-4-1 3 0,7-1-4 0,1 2 1 16,-8-2 0-16,6 5 1 0,3-3 2 0,-3 1-5 15,5-3 3-15,1 0-3 0,-3 0 3 0,4-2-1 16,0 0 0-16,-1 4 0 0,-1-1 2 0,0 1-3 16,2-2 0-16,-1 0 0 0,-1 0 1 0,2 0 2 15,0-1 0-15,0 1 2 0,0 0-2 0,1 0 3 16,-1 0-3-16,0 0 4 0,0 0 0 0,2-1 5 15,0 1-4-15,0 0 4 0,0 0-5 0,0-2-7 16,2 0 7-16,0 0-7 0,0 0 8 0,-1 0-7 16,1 0 1-16,22 0-1 0,1-2 1 0,4 0 4 0,3-1 0 15,-2-1 1-15,1-2 2 0,1-1-5 0,1 1-1 16,2 3-1-16,1 1-3 0,-3 0 4 0,2 2 1 16,-5 0 3-16,-2 0-2 0,-4 0-3 0,-2 2-1 15,-3 0 0-15,-1-1-2 0,-3 1 2 0,-4 0 1 0,-1 0 2 16,-3 0 4-16,1 0-5 0,-5-2 2 0,-1 0-2 15,0 0 6-15,2 2-7 0,-1-1-5 0,-1-1-4 16,0 0-38-16,0 0-52 0,0 0-14 0,-2 0-21 16,0 0-111-16</inkml:trace>
  <inkml:trace contextRef="#ctx0" brushRef="#br0" timeOffset="197503.65">26381 5092 425 0,'-2'0'105'0,"0"0"-117"0,0 0 116 16,0 0-54-16,-2 0-1 0,1 0 28 0,-1 0 2 16,0 0 6-16,-1 0-12 0,-1 0-11 0,1 0-3 0,1 0-2 15,0 0-12-15,2 0-13 0,-1 2 2 0,-1 0-5 16,0-2 4-16,0 2-12 0,1 0 5 0,1 0-6 16,0-1 7-16,0 1-1 0,0 0-4 0,0 0 1 15,1 0-9-15,-1 0 6 0,2 0-1 0,0-1 2 16,0 1-2-16,2 0 2 0,-1 0-4 0,3 2 4 15,9 3-3-15,13 6-7 0,6-2 8 0,7-1-8 16,3-5 6-16,9-1 1 0,-1-4-3 0,4 0 2 16,3-2-5-16,1-2-3 0,1-3 2 0,1-1-2 0,-1-1 3 15,2 0-2-15,0 0-1 0,4-3 0 0,4 1 2 16,-2 2-2-16,-2 0 4 0,-7-1-2 0,-6 3 6 16,-4 0-7-16,-4 1 1 0,-3 0-3 0,-4 3 2 0,-7-1-3 15,-2 0 0-15,-8 2 0 0,-1 1 0 0,-4 1 1 16,-4 0-3-16,-4 0 1 0,-1 0-6 0,-2 0 2 15,-3 0 0-15,1 0 1 0,2 0 3 0,0 0-11 16,-1 0-2-16,-1 0-6 0,0 0-25 0,0 0-23 16,0 1-11-16,-2 1-5 0,0 0-33 0,0 0-33 15,0 0-1-15,-2 0-18 0,0 0-69 0</inkml:trace>
  <inkml:trace contextRef="#ctx0" brushRef="#br0" timeOffset="197957.44">26830 5586 650 0,'0'-2'21'0,"0"0"32"0,0 1-16 0,0-3 42 15,0 0-2-15,-2-7 15 0,2 2 0 0,0 1-15 16,0 1-5-16,0 1-2 0,0 3-14 0,0-3-7 16,0 2-2-16,0 1-2 0,0-1-10 0,0 0-4 15,0 2 3-15,0 0-4 0,0 1 0 0,0 1-2 16,0 0-1-16,0 1 0 0,0 1-6 0,0 0 2 15,-2 22-6-15,0 4 3 0,1 2-12 0,-1 1 0 16,-2 1 4-16,2 1-4 0,-2 5 0 0,1-3 1 16,-1 2-4-16,0 2 3 0,-1-2 2 0,-1 0-2 0,1-1 3 15,1-1-3-15,0-2 3 0,0 1-8 0,3-5 3 16,-1-1-4-16,-2 2-4 0,2-6 6 0,0-2-5 16,0-3 4-16,1-4-4 0,1-2-15 0,0-2-10 15,0 2-6-15,0-6-65 0,0-3-22 0,0 0-12 0,0-1-9 16,1-1-94-16</inkml:trace>
  <inkml:trace contextRef="#ctx0" brushRef="#br0" timeOffset="198347.31">26821 5620 1074 0,'0'-2'25'0,"0"0"43"0,0 0-45 16,0-2 36-16,0-1-1 0,2-5 14 0,1 1 8 0,3 0-18 15,-2-4-2-15,16-2-4 0,-1-4-12 0,5 6-2 16,2-1 0-16,0 1-1 0,3 7-8 0,-1 4-10 16,0-16-6-16,-2 8-1 0,-6 7-7 0,-1 3 2 15,-4 0-2-15,-4 3 1 0,-4 1-3 0,-3-2 1 16,-2 0 2-16,9 13-1 0,0 3 1 0,-3 4-3 16,-5 1 0-16,-3-1-2 0,-1-2-1 0,-5 3 4 15,-1-3-3-15,-3-1 2 0,-1 1 1 0,9-1-7 16,-18-3 8-16,-4 3-8 0,1 0 1 0,3-1 5 0,-2 1-5 15,1-4 5-15,1 1-8 0,3-1 2 0,-1-4-1 16,5 2 4-16,0-2-3 0,3-1 5 0,1-1-5 16,2-2 4-16,5 1-2 0,0-3 8 0,0 1-1 15,-5 3 4-15,3-1 3 0,0 1 2 0,2 0-1 0,1 1 1 16,1 1 7-16,0 0-12 0,3 2 8 0,3-2-10 16,-1-2 10-16,1 1-4 0,16-3-1 0,4-1-1 15,4-1-6-15,-2 1-9 0,1-3 5 0,-1-1-6 16,0 17 5-16,-4-8-10 0,6-4-11 0,-4-1-3 15,0-2-54-15,0-3-19 0,-7-1-10 0,7 0-4 16,-2 0-48-16,5-1-58 0,3-1-38 0</inkml:trace>
  <inkml:trace contextRef="#ctx0" brushRef="#br0" timeOffset="198689.15">28122 5881 889 0,'0'-1'9'0,"-2"-1"20"0,1 0 16 0,-3-2 65 16,-2-9-6-16,-9-4 20 0,-1 3-43 0,-3 1-23 16,2 1-3-16,-1 3-5 0,-1 0-11 0,6 3-4 15,-2 3-2-15,1-1 1 0,-1-7 0 0,-2 1-9 16,2 5 1-16,-3-1-5 0,1 4 3 0,0 2 7 16,-1 4-3-16,1 2 3 0,-4 1-13 0,3 4 2 0,-1 2-1 15,3-7 2-15,-1 16-2 0,0 4-2 0,0 0-1 16,1 0 0-16,3 2 3 0,3-2 3 0,3 4 2 15,0-2 0-15,3-1 7 0,-11-4-6 0,4 1 5 16,5-6-5-16,4-1 0 0,2-4-8 0,2 0-1 0,2-2-1 16,2 0-2-16,1-1-3 0,2-5-2 0,17-1 0 15,2 1-1-15,2-1-2 0,3 15-3 0,3-8-1 16,1-7-10-16,4-4-23 0,-1-2-1 0,5-4-12 16,-4-1-47-16,0-6-42 0,-4-2-3 0,0-4-16 15,4-1-58-15,0-1-224 0</inkml:trace>
  <inkml:trace contextRef="#ctx0" brushRef="#br0" timeOffset="199249.46">28518 4316 938 0,'0'0'25'0,"-2"-2"-6"0,0 0 31 0,0 1 10 16,0-1-3-16,-1 0 33 0,-1 0-5 0,0 0 4 16,-1 0-9-16,-5 0-21 0,3 2-14 0,1 0-4 15,1 0-1-15,1 0-8 0,0 2-3 0,2-2-2 16,1 13 0-16,-14 10-8 0,5 1 2 0,5 5 2 0,3 3-1 15,2 1-9-15,0 5 4 0,0 1-9 0,4 3 8 16,-1-1-10-16,-1 2-3 0,0-6 4 0,0 4-3 16,0-2 6-16,0 0-2 0,-2-2-5 0,0-2 1 15,0 2-4-15,0-1 4 0,0 3 3 0,0-4 1 16,0 2-7-16,0-4 4 0,0 1-3 0,0-6 5 16,0-2 1-16,0-4 1 0,2 0 3 0,-1-1-1 15,1-6 4-15,0-4 2 0,0-4-5 0,-2-5 3 0,2 2-9 16,0-1 3-16,1 1-3 0,1-2 2 0,0 0-8 0,1-2 2 15,5 0-1-15,1-4 0 0,0-3-2 0,0-3-1 16,-2-21 2-16,1-3 0 0,-1 1 6 0,2-6-5 16,-2 0 1-16,3-4-1 0,1-1 3 0,0-1-3 15,0 1-1-15,1-7 0 0,-1-1-2 0,2-7 5 16,0 2-1-16,4-1 2 0,-1 0-6 0,-1 16 0 16,2-5 3-16,-3 14-1 0,-1 7 0 0,-4 5 4 15,-5 7 2-15,-1 2 3 0,3 3 2 0,-4 5-10 16,1 1-1-16,-1 1-2 0,-1-2 0 0,1 0-6 15,0 3-2-15,0-1-4 0,-3 2-29 0,1 0-46 0,0 2-11 16,0 1-15-16,0 8-85 0,3 19-78 0,1 5-42 16</inkml:trace>
  <inkml:trace contextRef="#ctx0" brushRef="#br0" timeOffset="199578.75">29411 4934 613 0,'0'0'360'0,"-2"-1"-508"0,0-1 434 0,0 0-249 16,-1-2-23-16,-1-1 48 0,-5-8-14 0,-1 0 25 15,-1-2-17-15,2 2-10 0,1 0 1 0,-1 2-5 0,4-2-5 16,-1 3-11-16,-1 3 3 0,1 0-5 0,0 3-3 16,1 0-1-16,-1 0-2 0,-1 1 0 0,-1-1-6 15,1 2 7-15,-4 2-5 0,0 0 6 0,0 2 2 0,-4 4 3 16,0 1-2-16,0-5 1 0,-4 22-8 0,3 2 1 15,-1 0 4-15,-2 2-2 0,1 0-3 0,1 1 13 16,0 3-5-16,6-2 8 0,4-3-3 0,3 3 5 16,0-2 0-16,1-2 2 0,-1-2 2 0,2-2-8 15,-9-5 2-15,4 0-6 0,5-2-2 0,2-2-13 16,2 2 3-16,1-4-7 0,1-4 1 0,2 1-5 16,5-5-3-16,11 12 0 0,0-4-15 0,-1-3-15 15,-1-5-6-15,-1-3-4 0,-1 0-30 0,3-1-16 0,-1-5-7 16,1-1-2-16,1-5-29 0,0 1-43 0,0 0-5 15,3-2-24-15,-3 2-126 0</inkml:trace>
  <inkml:trace contextRef="#ctx0" brushRef="#br0" timeOffset="200017.74">29596 5115 792 0,'0'0'95'0,"0"0"-106"0,0 0 109 0,-1 0-49 16,-1 1 34-16,0 1 9 0,0 0 6 0,0 0-7 15,-2 0-27-15,1 0-4 0,-1 1-5 0,2 1 4 0,0-2 2 16,0 0-11-16,1 0 0 0,1 0-4 0,1-1-11 16,1 1-4-16,9 0-6 0,17-2 1 0,-2-2-8 0,8-7-12 15,1-2 10-15,-7-2-10 0,2-2 6 16,-6 2-7-16,0-2-3 0,-4 11 0 0,-1-16 4 0,-4 1 0 16,-6 1 4-16,2 1-5 0,-5-1-1 0,-4 1 2 15,1-4-1-15,10 3 0 0,-3-1-3 0,-5-1 1 16,-3 3 0-16,-2 0 1 0,0 3-2 0,-2 1 6 15,-2 0-5-15,-1 2 6 0,-3 1-1 0,1 3 0 16,-12 5-1-16,3-9 1 0,-3 2-1 0,-1 5-1 16,-3 4 4-16,1 2-4 0,-2 3 4 0,4 3-4 0,-3 3-1 15,5 2-2-15,-5-4-3 0,1 15 7 0,2 2-2 16,-1 2 3-16,10 0-5 0,-4-2-1 0,4 2 0 16,6 0 0-16,-3-1 0 0,-9-1 5 0,4 2-2 15,6-2 4-15,5 0 6 0,2 0 0 0,2 2 3 16,4-4-5-16,-1-1 4 0,3-3-7 0,-1-5 8 0,4 3-7 15,-5-1 5-15,20-6 1 0,5 0-6 0,-1-5 5 16,-2 13-11-16,5-6 3 0,1-8-3 0,5-5 1 16,0-4-9-16,-2-3 1 0,4-6-6 0,-4 0 1 15,4-2-26-15,-2-2-42 0,-2-1-8 0,-4-1-17 16,1 16-93-16,-5-22-152 0</inkml:trace>
  <inkml:trace contextRef="#ctx0" brushRef="#br0" timeOffset="200597.33">30155 4303 1047 0,'0'0'146'0,"0"0"-179"16,-2-2 165-16,1 0-85 0,1 1-19 0,0-1 39 15,0 0 1-15,0 0 13 0,1 0 2 0,1 0-13 16,2 0-3-16,15-5-2 0,10-4-16 0,10 0-9 16,0 3 0-16,4 3-4 0,0-1-14 0,1 1-1 0,1 1-9 15,-4 0 6-15,-10 2-14 0,3 2 0 0,-10 0 1 16,-4 0-4-16,4 0-8 0,-9 0-25 0,-2 0-1 15,-2 0-11-15,-3 0-33 0,-1 0-62 0,-1 0-8 16,-2 0-27-16,-1 0-113 0</inkml:trace>
  <inkml:trace contextRef="#ctx0" brushRef="#br0" timeOffset="200833.29">30562 3995 646 0,'-2'0'455'0,"0"-2"-631"0,0 0 546 0,1 0-309 0,-1 1-32 16,0-1 47-16,0 0-5 0,0 0 21 0,0 0-2 16,0 0-31-16,1 0 1 0,-1 1-11 0,0-1-2 0,0 2-11 15,0 0-5-15,0 2-2 0,2-1-13 0,-7 29 2 16,-1 4-1-16,1 5-1 0,0 1-5 0,-1 7-3 16,3 1 2-16,-1-2-3 0,0 3-10 0,3-5 7 15,1-1-5-15,2 0 5 0,0-8-1 0,2-3-28 16,3-5-4-16,3 1-12 0,1-4-39 0,0-3-54 15,1-3-27-15,-3-6-13 0,-3 1-119 0</inkml:trace>
  <inkml:trace contextRef="#ctx0" brushRef="#br0" timeOffset="201308.4">31258 3408 1069 0,'-2'-2'34'16,"1"1"3"-16,-1-1 2 0,0 0-10 0,0-2-2 15,0 0 12-15,0 1 31 0,0-1 1 0,1 2 8 16,-1 0-14-16,0 0-19 0,2 1 2 0,0-1-7 16,0 0-6-16,0 2 1 0,0 0-5 0,0 2 4 0,0 1-4 15,0 12-10-15,0 19-1 0,0 8-3 0,0 5-4 16,-4 5-5-16,-1 5 5 0,-1 1-3 0,-1 3 7 0,1 0-9 15,-1-3-3-15,-3-2 0 0,5-8-3 0,-1-3 2 16,1-5 3-16,1-1-2 0,2-3 3 0,2-3-5 16,2-1 0-16,-2-6 0 0,4-2 9 0,-1-2 0 15,-1-5 2-15,0-4-1 0,2-2 4 0,-2-4-7 16,-1-1 5-16,1-2-6 0,0-1-2 0,0 1-2 16,2-2-4-16,-1 0 3 0,-1-2-2 0,6 0 4 15,3-4-1-15,-7 2 0 0,7-13-9 0,5-16 6 16,-3-3-4-16,8 1 4 0,-4-4-4 0,-4-4-2 15,5-2 4-15,4-7-2 0,-1-4 5 0,5-1-3 0,-4-7 2 16,0-1-2-16,-3 2 3 0,-1 3 0 0,-1 4-3 16,2 14 1-16,-4 4 2 0,-2 10-1 0,-2 8 3 15,-6 3-2-15,1 6 7 0,-2 3-9 0,-3 2-1 16,3 1-2-16,0-1-12 0,0 0-37 0,-1 2-10 0,-1 1-16 16,0 1-83-16,0 0-59 0,0 1-9 0,0 3-20 15,7 13-89-15</inkml:trace>
  <inkml:trace contextRef="#ctx0" brushRef="#br0" timeOffset="201682.91">32168 4105 594 0,'0'0'413'0,"0"0"-586"16,-2-2 495-16,0 0-285 0,0 0-30 0,1 0 30 15,-1-2-2-15,0 1 14 0,-2-5 6 0,-3-3-9 16,-3-2-1-16,-1-2-4 0,4 6-7 0,-1-2-9 15,1 0 1-15,1 3-4 0,1 1 3 0,3-1-3 16,-4 7 2-16,-1-3-2 0,1 2 5 0,-7-7-6 16,-1-1 0-16,-5 3-1 0,-5 3 2 0,0 4-4 15,0 2 5-15,0 4-5 0,-2 5 2 0,1 2-8 16,-1-11-1-16,2 22-1 0,4 0 5 0,-1 2 1 16,7 0 0-16,-3 2 0 0,4-2 2 0,2 2 0 15,1-2 4-15,3 0-2 0,1-2 7 0,3 0-4 0,-14 0 0 16,8-4 0-16,1 1 5 0,5-4-3 0,1-1-1 15,2 1-2-15,0-4-11 0,2-4-2 0,-1 1 2 16,3-1-1-16,2-2-8 0,-3-1 1 0,16-1-9 16,1-3 6-16,3 13-8 0,1-4-11 0,9-1-2 0,-5-7-6 15,-2-3-28-15,4 0-20 0,-10-2-5 0,3-1-5 16,3-5-20-16,-2-1-17 0,-2 0-6 0,4-2-8 16,0-1-71-16,-4 3-103 0</inkml:trace>
  <inkml:trace contextRef="#ctx0" brushRef="#br0" timeOffset="201973.16">32500 3999 478 0,'0'0'41'0,"0"-2"-2"15,0 0 75-15,0-2-9 0,0-7 16 0,0 0-20 0,0 5-15 16,0-1-2-16,0 3-4 0,-1 1-13 0,1 1-17 16,-4-2 3-16,0 2-6 0,-7-5 2 0,-4 1-10 15,-2 2-4-15,3 4-1 0,-5 0 2 0,-1 4-1 16,-1 4 2-16,1 1-2 0,-4 4 3 0,1-11-6 15,1 22 1-15,0 0-3 0,-1 2 0 0,3-2-1 16,0 2-1-16,1 0 0 0,6 2-2 0,6-4 0 16,-1 2 0-16,6-2 1 0,-13-2 6 0,4 1-7 0,6-5 2 15,3 1-6-15,2-2-6 0,4-1-1 0,1-3 1 16,3 0-1-16,-3-3-1 0,19-5-4 0,2 3-2 16,2-7 0-16,0 18-6 0,-2-8 0 0,4-5 2 15,-2-4 0-15,-1-2 1 0,-1-2-2 0,0-4-1 16,-3 1 1-16,-1-3-3 0,-3 3-3 0,-5-1-6 15,-2 2-1-15,-5 1-32 0,-1 1-15 0,-5 2-9 0,1 0-6 16,2-4-67-16,0 2-108 0,-2 0-36 0</inkml:trace>
  <inkml:trace contextRef="#ctx0" brushRef="#br0" timeOffset="202646.08">31488 4920 411 0,'-1'0'53'0,"-1"0"-7"0,-2 0 63 15,-18-2 5-15,-1-2-1 0,-3 0 3 0,4 2-9 16,0 1-9-16,0-1 1 0,9 2-29 0,0 0-19 15,5 0 3-15,1 0-8 0,3 0-5 0,0 0-6 16,3 0-1-16,-3 0-1 0,0 0 3 0,0 0 1 16,3 0 0-16,-1 0 0 0,2 0-7 0,2 0-4 15,1 0-1-15,23 0-1 0,15 0-7 0,7 0 2 16,2 0-6-16,8-2 6 0,1-2-5 0,5-1 3 16,2 1 2-16,11 0 0 0,-5 0-2 0,4 3 0 15,-7-1-4-15,-6-2 3 0,0 2 0 0,-9 0-10 0,-2 0 6 16,-6 1-9-16,-3-1 8 0,-10 0-6 0,-1 0 0 15,-6 2-2-15,-4 0 2 0,-5 0 1 0,-6 0-4 16,-2 0 0-16,-3 0-13 0,0 0-28 0,-3 0 0 16,1 0-15-16,0 0-47 0,-2 0-57 0,-1 0-15 0,1 2-20 15,-2 0-129-15</inkml:trace>
  <inkml:trace contextRef="#ctx0" brushRef="#br0" timeOffset="202930.03">31513 5103 1282 0,'0'0'28'0,"-2"0"0"0,0 0-7 16,0 0 9-16,-2 0-13 0,1 0 45 0,-1 0 11 16,0 0 2-16,0 0-1 0,-3 0-24 0,3 0-2 15,1 0-2-15,-1 4 2 0,-4 5-10 0,-6 21-6 16,4 2-1-16,3 7-2 0,1-2-7 0,1 6 1 15,1 5-6-15,0-4 5 0,-1 5-10 0,-1-5-3 16,1-1 3-16,-3-4-3 0,3 0 0 0,-1-6 0 16,2-1-5-16,1-1 4 0,-1-3-6 0,2-2-1 0,2-3-1 15,0-5-3-15,0-3-17 0,0-6-43 0,0 2 0 16,0-7-16-16,0 0-21 0,0-2-35 0,2 1 5 16,0 1-18-16,0-2-25 0,1 0-74 0,1-2-24 15</inkml:trace>
  <inkml:trace contextRef="#ctx0" brushRef="#br0" timeOffset="203285.27">31425 5603 435 0,'0'-4'64'0,"2"-40"93"16,4 1-71-16,1 2 7 0,1-2-2 0,1 6 4 16,0 2-14-16,2 3-1 0,2 3-7 0,2 1 3 15,2 0-19-15,-12 4-2 0,21 3-3 0,0 5 1 16,4 1-1-16,-2 6-3 0,4-1 2 0,-3 7-2 16,1-16 3-16,-4 8-3 0,-2 5-6 0,-2 4 2 15,-1 2-15-15,-6 2-4 0,-2 4 6 0,-8-2-7 0,-1 1-5 16,7 19-8-16,-9 2 1 0,-4 6-3 0,-7-1-9 15,-4 1 8-15,-6-2-11 0,10-8 8 0,-19 2-7 0,2-3 2 16,0-1 1-16,2 2 1 0,0-3 3 0,2-6-6 16,1 2 7-16,3-10-7 0,1 3 6 0,6-1-5 15,-2-3-1-15,7 3-1 0,-1-5 0 0,3 4 1 16,2 1 1-16,-2 0 1 0,-3 3-2 0,0 1 1 16,1-2 1-16,0 6 1 0,3 0 3 0,1 0-2 15,0 1 1-15,2 1-1 0,2 2 2 0,0-3 8 16,3 1-5-16,1-2 5 0,3 0-3 0,2 0-1 15,0 0 2-15,15-2-2 0,-1 0 8 0,1-4-17 0,-2-2 4 16,4 1-7-16,-1-5 8 0,-2-1-14 0,6 2-3 16,1 15-8-16,-3-8-35 0,-1-4-31 0,-4-1-16 15,-5-4-5-15,1-1-46 0,8-1-26 0,0 0-41 16,5 0-11-16,5 0-279 0</inkml:trace>
  <inkml:trace contextRef="#ctx0" brushRef="#br0" timeOffset="203564.69">32551 5659 1028 0,'0'-2'18'0,"0"0"36"16,0 0-29-16,-2-2 40 0,-2-7 2 0,-2-2 14 0,-1-2 10 15,0 2-4-15,-3 2-7 0,3 6 0 0,-10-1-29 16,0 4-11-16,-1-11-1 0,1 4-3 0,-1 1 0 16,1 3-2-16,0 3 0 0,-1 2-1 0,3 2-6 15,0 2-3-15,0 3-1 0,2 0 0 0,0-3-2 0,0 15-2 16,2 3 3-16,0 0-2 0,1-1 0 0,1 3 3 15,2-2-2-15,1 0 1 0,2 3-5 0,1-1 1 16,-14 2 0-16,6-4 1 0,3 0 1 0,5 1 1 16,3 1-2-16,2-2 2 0,1-2-2 0,3-1-1 15,1-2 2-15,3-1-2 0,1-1 0 0,-4-4-7 16,17-5 0-16,4-4-2 0,2 16 5 0,1-6-10 16,5-5 2-16,1-5-5 0,2-4-4 0,0-4-7 15,0-3-4-15,2-4-3 0,-1-2-40 0,1 0-58 16,-4-1-15-16,1-3-20 0,-3 2-114 0</inkml:trace>
  <inkml:trace contextRef="#ctx0" brushRef="#br0" timeOffset="207741.19">26481 6698 466 0,'-2'0'0'0,"0"0"6"0,0 0 65 0,-1 0 12 16,-1 0 15-16,-2 0-12 0,1 0 8 0,-1 0-31 16,2 0 5-16,-1 0-9 0,1 0-8 0,2 0-5 15,0 0-4-15,-1-1 2 0,-1-1-3 0,2 2-10 16,0 0 1-16,0 0-4 0,2 0-1 0,0 0-4 15,2 0 3-15,2 0-3 0,13-4 5 0,18 0-3 16,2 1-3-16,4-1 1 0,5 0-2 0,1-1 0 0,5-3 2 16,-2 1-2-16,2-3 2 0,4 1-3 0,3 0 4 15,8-2-5-15,5 0 0 0,8-2-5 0,6 1-2 16,1 1 0-16,0 2-3 0,-7 0 3 0,-8 1-4 16,-7 1 3-16,-7-1-15 0,-2 3 8 0,-6 1-1 15,-2 0 5-15,0 3-2 0,-7-1-5 0,-4 0 3 0,2 2-4 16,-9 0 0-16,-11 0 3 0,-1 0-2 0,-14 0 2 15,1 0-9-15,-1 0-10 0,2 0-2 0,-3 0-5 16,1 0-29-16,-2 0-60 0,0 0-7 0,0 0-24 16,-2-2-83-16</inkml:trace>
  <inkml:trace contextRef="#ctx0" brushRef="#br0" timeOffset="208088.19">26856 6784 975 0,'-2'0'43'0,"0"0"6"0,-11 0 15 16,-7 0-29-16,1 0 12 0,6 2-14 0,0-1 36 16,0 1-4-16,2 0 11 0,4 0-18 0,3-2-26 15,2 0 2-15,-2 2-10 0,1 0-5 0,-1 0-1 16,2-1-1-16,0 1 0 0,2 0 4 0,2 0 2 15,0 0 3-15,0-2-3 0,26 11-5 0,5-2-1 0,4-3-2 16,8-6 3-16,-1 0-4 0,10-2 0 0,4-4-1 16,7 1 2-16,9-3-5 0,2 1-2 0,6 0 3 15,1-1-3-15,-8 1-2 0,-3 1-1 0,-7 1-3 0,-7-1 3 16,-1 2-4-16,-7 2 9 0,-3 1-4 0,-3-1 6 16,-5 0-11-16,-3 0 7 0,-7 2-7 0,-8 0 6 15,-3 0-8-15,-5 0-9 0,0 0-6 0,-5 0-4 16,-3 0-48-16,-1 0-89 0,0-2-20 0,-1 0-48 15,1 0-315-15</inkml:trace>
  <inkml:trace contextRef="#ctx1" brushRef="#br0" timeOffset="137145.34">28046 12648 0,'0'0'0</inkml:trace>
  <inkml:trace contextRef="#ctx0" brushRef="#br0" timeOffset="-199103.75">10550 1642 25 0,'0'0'0'0,"0"-1"10"16,0-1 97-16,0 0-18 0,0 0 11 0,0 0-37 0,0-1-4 15,0-1-17-15,0 0-2 0,0 0-3 0,0 1 3 16,0-1-5-16,0 0 5 0,0 1-6 0,0-1 2 0,0 0 30 16,0 0-7-16,0 1 13 0,0-1-22 0,0 0-3 15,0 1-5-15,0 1 2 0,0 0-7 0,0 0-9 16,0 0 1-16,0 0-5 0,0 0-12 0,0 1-6 15,0-1-4-15,0 0 1 0,0 2-2 0,0 0 3 16,0 2-1-16,0 0-1 0,0-1-2 0,0 3-1 16,-2 11 5-16,0 4-3 0,1 1 2 0,-1 2-2 15,2 2 2-15,-2 2-2 0,0 0 0 0,2 0 2 16,0 0-2-16,0 0 3 0,0 2-1 0,0-4 4 0,2 0-3 16,0-3 3-16,1-1-9 0,1-1 6 0,-2-4-1 15,2 0 5-15,-1-2 6 0,-1-6-7 0,2 2 3 16,-2-3-4-16,2 1 0 0,-1-1 6 0,-1-2-4 0,2-1 4 15,-4-1-8-15,5 2 12 0,-1-2-3 0,0 1 7 16,0-1 4-16,-1 0-2 0,1 0 0 0,-2-2-3 16,2 0-1-16,-1 0-4 0,1-2 2 0,3-11-3 15,-1-11 3-15,5-2-7 0,0-2 4 0,-1-2-5 16,-1-1 6-16,2-1-3 0,0 1-2 0,0-1-1 0,4 1 3 16,-4 1-7-16,0 2 6 0,-1 4-6 0,-3 0 10 15,-1 3-2-15,-1 3-1 0,-1 3 0 0,0 6-1 16,-2-1 4-16,-1 3-2 0,5 0 2 0,0-1-6 15,-5 4-3-15,1 1-1 0,0-1-2 0,0 0-2 0,0 2 1 16,0 1-2-16,-2-1 1 0,0 0-12 0,0 2-1 16,0 0 1-16,0 0-3 0,0 0-15 0,0 2-86 15,0 0-7-15,0 1-34 0,0 1-89 0</inkml:trace>
  <inkml:trace contextRef="#ctx0" brushRef="#br0" timeOffset="-198745.53">11035 1767 373 0,'0'0'22'16,"0"0"-4"-16,-2 0 29 0,0 0 2 0,0-2 2 16,0 0 18-16,0 0-18 0,1 0 9 0,-1 1-14 15,-2-1-5-15,0-2 2 0,1 0-2 0,-1 1 5 16,0-1 8-16,1 0-6 0,-1 0-4 0,0 1 0 0,0-1-1 15,1 0-5-15,-1 1-1 0,2 1-4 0,0 0-10 16,-1 0-2-16,-1 0-1 0,0 0-1 0,0 0-3 16,1 1-4-16,-1 1 1 0,0 0-1 0,2 0 4 0,-5 0-8 15,-2 3 5-15,1 1-6 0,-1 3 1 0,0 1 7 16,-1 10-5-16,3 1 5 0,0 0-6 0,-1 1 8 16,3-1-4-16,-1-1 5 0,0-1-3 0,5 1-8 15,-1 1 4-15,-11 0-7 0,2 1-4 0,5-7 3 16,2 2-1-16,4-10 2 0,0 5 0 0,0-1 3 15,0-3-2-15,2 3 3 0,0-4 0 0,0-1-3 16,-2-2 3-16,5 2-3 0,8 3-2 0,2-1-11 16,0-4-14-16,4-2-3 0,1-4-75 0,2-7-31 0,3-4-23 15,-1 11-3-15,0-20-95 0</inkml:trace>
  <inkml:trace contextRef="#ctx0" brushRef="#br0" timeOffset="-198472.72">11239 1674 141 0,'0'0'36'15,"0"0"-4"-15,0 0 58 0,-2-2-1 0,0 0 10 16,0 0 14-16,1 1-35 0,-3-1 8 0,0 2-20 16,-9-4-9-16,4 2-20 0,1 0 1 0,-1 0-6 15,-4 2 2-15,4 0-19 0,0 0 8 0,-1 0-10 16,1 2 5-16,0 2-2 0,1 0-7 0,-3 3 4 0,2-3-2 16,1 14 5-16,1 3 0 0,1-1 1 0,1 1 0 15,-3-1 0-15,3 1 5 0,1-3-3 0,2 3 4 16,-9-5 8-16,2-1-9 0,3 0 7 0,4-6-22 0,2 1 13 15,0-1-1-15,2 2 5 0,0-5-8 0,0-1 2 16,0-1-4-16,7 3 3 0,12 4-10 0,1-3 4 16,-4-4-7-16,7-4 6 0,-3 0-9 0,2-2-1 15,0-2-1-15,-11 0-3 0,-2 1-23 0,-3-1-70 16,-3 2 5-16,6-4-32 0,-3 3-40 0,-3 1-92 16</inkml:trace>
  <inkml:trace contextRef="#ctx0" brushRef="#br0" timeOffset="-198074.14">10372 2348 367 0,'-2'0'69'0,"0"0"107"0,-1 0-116 0,1 0-6 15,-6-2-1-15,1 0 4 0,-1 0 31 0,5 2-29 16,1 0-3-16,-2-1-12 0,0 1-27 0,3 0-2 16,-1 0 4-16,2 0-3 0,0 0 1 0,2 0 8 15,-1 0-7-15,29 3 8 0,7-1-7 0,0 0 13 16,-3-2-5-16,3 0 8 0,-2 0 0 0,4-4 1 15,0-1 4-15,-4-1-5 0,-3 1-16 0,-2-1-8 16,-4 2-1-16,-2 1-1 0,-2-1 1 0,-1 0-6 0,-5 2 1 16,-1 0-2-16,-2 1 2 0,-5 1 1 0,1 0-3 15,-4 0 3-15,1 0-2 0,-2 0-4 0,-1 0 1 16,-1 0-1-16,2 0-4 0,0 0-14 0,-1 0-10 16,-1 0-3-16,0 0-59 0,0 1-32 0,0 1-16 0,-2 0-8 15,0 2-77-15,0 0-72 0</inkml:trace>
  <inkml:trace contextRef="#ctx0" brushRef="#br0" timeOffset="-197451.7">10714 2400 109 0,'0'0'39'0,"0"0"-3"16,0-2 40-16,0 0-2 0,0 0 1 0,0 1-4 0,0-1-3 16,-2 0-7-16,0 0 2 0,0 0-24 0,0 0-4 15,0 0 1-15,0 2-2 0,1 0-8 0,-1 2 4 16,0 0-7-16,0 2 9 0,-2 7 6 0,-3 13 10 15,-1 2-4-15,-1 0 4 0,0 4-11 0,0 1-7 16,-1 1 2-16,5-2-4 0,-1-1-3 0,1-1 3 16,1-2 0-16,-2-2 0 0,3-3-6 0,1-1-4 15,0 1-2-15,2-8 0 0,0 0-2 0,-2 0-6 16,2-6-1-16,0-1-2 0,0-3 0 0,0 1 3 0,0 0 5 16,0-2-3-16,0 0 0 0,0-1 2 0,-2 1-6 15,2-2 5-15,-2 0-9 0,0-2 6 0,2 1-2 16,0-5 2-16,-1-13-8 0,-1 1 0 0,0 1-1 15,2-3 1-15,0 1-4 0,0-1 5 0,0-1 1 16,-2 3 2-16,0-1-1 0,0 1-1 0,2-1 0 0,-2 0 0 16,2 3-3-16,0-1-2 0,0 4 0 0,2 0 0 15,0 4 6-15,2-2-3 0,0 3 0 0,-1 1 0 16,1-1-2-16,0 3 3 0,-1-1 1 0,7 1 1 16,1-1-2-16,0-1 3 0,0 1 2 0,2 0 0 15,0 1 1-15,2 1 1 0,-2 2-1 0,0-7 1 0,-4 3-7 16,1 3 1-16,-1-1-2 0,-4 4 2 0,1 0 2 15,-2 0 3-15,-2 0 2 0,1 0-1 0,1 2-2 16,0 0 0-16,-2 0-2 0,-1 1 2 0,1 1 1 16,-2 5-1-16,0 4-1 0,-3 0 1 0,-3 0 3 0,0-2-8 15,-1 1 3-15,0-3-4 0,3 0-2 0,-5 0 6 16,1-1-4-16,-1-1 5 0,3 1-4 0,3-1 2 16,-1 2 3-16,-2-1-1 0,1-1 9 0,1 1-10 15,0-1 8-15,2 1-9 0,1 1 2 0,1-4-2 16,0 3-2-16,0-3 1 0,1-1 3 0,1 0 2 15,2 1-3-15,2-3 2 0,8 2-7 0,-1-2 3 16,2 3-1-16,-4-3 2 0,2 2-4 0,-1-2-1 0,-1 0 1 16,0 0-1-16,-2 5-13 0,0 0-72 0,1-1 1 15,-1 0-25-15,-2-3-16 0,1-1-1 0,-3 0-1 16,1-2 2-16,0 0 3 0,-1 0-26 0,3 0-1 16,-5 0-12-16,5 0-35 0</inkml:trace>
  <inkml:trace contextRef="#ctx0" brushRef="#br0" timeOffset="-197208.57">11007 2649 127 0,'2'0'48'0,"0"-2"46"15,0 0-18-15,-1 0-6 0,3 0 2 0,0 1 2 16,-1-1 15-16,1 0-10 0,-2 2-7 0,0 0 0 16,0 0-19-16,1-4 15 0,1 0-5 0,0 1 6 15,-2-1-17-15,0 0-9 0,-1 2 0 0,1 1-3 16,0-1-4-16,0 0-7 0,-2 0 0 0,0 0-2 0,0 0 5 16,-2 0-9-16,0 2-2 0,0 0-2 0,-1 0-7 15,1 0 9-15,-9 4 0 0,-2 2 2 0,0 1 0 16,4-1-4-16,-1 1 4 0,7 12-4 0,-3-1 3 0,4 1-11 15,-11-1 0-15,4 3-4 0,3-3 2 0,4-1 2 16,2 0-2-16,0-6 2 0,2 2-3 0,4 0 6 16,-1-4 1-16,5 2 1 0,-3-5-1 0,14 0-7 15,3-3 3-15,2 14-4 0,1-6-2 0,-1-5 3 16,2-3-7-16,0-3 5 0,0-3-8 0,4-3 1 16,-1-1-9-16,-3-1-6 0,-2-1-114 0,2-4-233 15</inkml:trace>
  <inkml:trace contextRef="#ctx0" brushRef="#br0" timeOffset="-195710.72">16291 6813 12 0,'0'0'0'15,"0"0"3"-15,0 0 54 0,0 0 14 0,0 0 23 0,0 0-4 16,2 0 0-16,0 0-36 0,0 0-1 0,0 0-5 15,-1 0 7-15,1-1-13 0,0-1 5 0,0 0-9 16,0 0 1-16,0 0-7 0,0 0 1 0,-1 0-1 16,1 1 8-16,0-1 2 0,0 0-1 0,-2 0 1 0,0 0 5 15,0 0-5-15,0 0 0 0,0 1-2 16,0-1 2-16,0 0-3 0,0 0 2 0,-2 0-1 0,0 0 2 16,0 0-6-16,1 1-3 0,-1 1-2 0,-2 0-6 15,0 0-3-15,-3 0 4 0,-4 1-5 0,1 1-4 0,1 2-10 16,-2 2 1-16,4-1-3 0,-1-1 3 0,1 13-6 15,3-1 4-15,-2-3-4 0,5 2 4 0,-11 0-5 16,3 0-1-16,4-2 0 0,-1 4 7 0,2-4-2 16,2 1 0-16,2 3-2 0,0-8-3 0,0-1 8 15,2 1-5-15,0-3 5 0,4 3-8 0,-3-2 5 16,3 1-2-16,-2-3 2 0,11 3-2 0,-1-4 1 16,3-3 1-16,0 1 1 0,0 0 3 0,1 11-1 15,1-4-2-15,-3-1 0 0,1-3-3 0,0-3 3 0,0-2-2 16,1 0 2-16,-1-2 0 0,-4-1 1 0,-4-1 5 15,-1 0-5-15,-3 1-1 0,-1 1 6 0,-2-15-9 16,11-2 8-16,-4 3-9 0,-2-1 8 0,-3 0-1 16,-2-3 0-16,-2 3-14 0,0-3 11 0,-2 3-6 0,-2 2 9 15,-1 0-3-15,-1 4-6 0,-1 0 3 0,1 2-4 16,-1-1 8-16,-1 3-7 0,-5 1 4 0,-1 3-4 16,1 1 6-16,-2 0-6 0,0-9 3 0,0 2-3 15,2 3 7-15,0 2-3 0,2 4-3 0,-2 0 0 16,2 2 4-16,1 0-10 0,1 2 5 0,4-1-7 15,-1-1 8-15,2 17 1 0,-7-2-3 0,2-1 0 16,3-1-7-16,3 2 8 0,1 0 0 0,2-3 1 0,0 1-4 16,2-2-1-16,1-2 3 0,3 2-2 0,1-1 7 15,-1-5-1-15,7 0-2 0,7-3 0 0,3 0-5 16,1-2 9-16,2 14 1 0,2-4 1 0,3-7-7 0,-1-5 6 16,0-2-6-16,-4-3 6 0,-4-3 0 0,-2-1-3 15,-1-2 6-15,-2 0-6 0,-4 7 1 0,-2-13-1 16,-2 1 3-16,-3-1 0 0,-5 0-1 0,11 2 4 15,-5-1-7-15,-3 1 7 0,-4 0-3 0,0 0-6 16,-4 2 6-16,0 4-6 0,-1-1 6 0,1 5-2 16,-5 1-2-16,-10 0 1 0,1 3-5 0,-5-14 2 15,1 5-2-15,0 7 2 0,-1 3-2 0,-1 2 0 0,4 1 2 16,-4 7 0-16,7-1 1 0,2 2 2 16,0 0 0-16,6 11 2 0,0-3 2 0,3 1-1 0,2-3-2 15,3 2-1-15,-12-1 0 0,5-3 0 0,3 0 3 16,3-2-2-16,2 0 0 0,0 2 2 0,2-6-3 15,1 0 4-15,3 1 4 0,-6-8-7 0,9 5 3 0,6-5-5 16,2 2 2-16,-4-1 3 0,3 1-3 0,-4 0 2 16,-5 1-9-16,0 1 5 0,-1-2-6 0,-2-3 3 15,1 1-46-15,3 0-144 0,-5-2-27 0,7 2-75 16,5 0-445-16</inkml:trace>
  <inkml:trace contextRef="#ctx1" brushRef="#br0" timeOffset="156994.93">27234 15489 0,'0'0'0,"0"0"0,0 0 0,0 0 0,0 0 0,0 0 15,0 0-15,0 0 16,0 0-16,0 0 16,0 0-16,0 0 15,0 0-15,0 0 16,51-23-16</inkml:trace>
  <inkml:trace contextRef="#ctx0" brushRef="#br0" timeOffset="-188291.2">17028 6268 256 0,'0'0'5'0,"0"-2"25"0,0-2 33 16,0-5 16-16,-3-14 9 0,-1 1-15 0,0-2-17 0,2 4-8 16,0 1 6-16,1 4-4 0,-1 4 3 0,0-2 7 15,0 2-4-15,2 3 13 0,0 1-9 0,0 2-6 16,0 3 0-16,0-2-17 0,0 2-4 0,0 0 4 15,-2-1-5-15,0-1-4 0,0 0-6 0,1 2-3 16,-1 0 1-16,0 1-7 0,0-1 3 0,0 0-5 0,0 0 4 16,0 0-3-16,1 0-6 0,1 2 3 0,0 0-5 15,0 0 8-15,0 2-8 0,0 0 7 0,0 2-6 16,0-1 9-16,-2 18-3 0,2 3-4 0,0-2 2 16,0-1-1-16,2 1-8 0,-1 2 6 0,3 2-6 15,0 2 6-15,1 0-3 0,1-4-2 0,0 0 1 16,1-2-2-16,0 1 2 0,1-5 0 0,-1 1 1 0,1-3 2 15,-1 3-3-15,1-2 5 0,-3-2-4 0,3 1 8 16,-3-1-11-16,1-2 1 0,-1 2-2 0,-1-4 12 16,0 0-1-16,-2-1-3 0,-1-1 0 0,1-2-6 0,-2-3 8 15,2 2-2-15,-2-5 2 0,0 1-9 0,2 2 14 16,0 0-1-16,0-1 5 0,0 1 0 0,-1-2-2 16,1 0 0-16,0 0-1 0,0-2-6 0,0 0 4 15,0 0-5-15,1-2 5 0,5-2-5 0,5-3 0 16,0-17-1-16,4-4-1 0,-1 0-6 0,5-6 8 15,-5-1 0-15,3-4 2 0,0-2-9 0,-1 0 5 16,-1-3-6-16,-2 1 7 0,-4 0-4 0,0 6 0 16,0 9 1-16,-3 2 1 0,-3 6 1 0,-3 5-5 0,2 4 2 15,1 4-3-15,-3 3 1 0,0 0-4 0,-2 2 3 16,0 1-3-16,0-1 6 0,4-2-7 0,-1 0-4 16,-1 2-3-16,0 1-13 0,0-1-54 0,0 0-8 15,0 2-21-15,-1 0-75 0,1 2-86 0,0 0-56 16</inkml:trace>
  <inkml:trace contextRef="#ctx0" brushRef="#br0" timeOffset="-187963.92">17836 6448 607 0,'0'0'75'0,"0"0"-98"0,0 0 86 0,0 0-47 15,0-2-8-15,0 0 44 0,0 0-3 0,0 0 18 0,0 0 6 16,-2-1-6-16,2 1-4 0,-4-7-1 0,-1-3-15 15,1 3-16-15,0 2 4 0,-1-3-8 0,-1 1 5 0,3 4-16 16,-3-3 5-16,6 6-9 0,-6-5 4 0,-5-2 1 16,2 3 3-16,-4-1 0 0,2 3 6 0,-2 0-6 15,-2 2-1-15,0 2 1 0,-2 2 13 0,1 2 8 16,-3 3 2-16,4 1-1 0,0 1-7 0,1-7-11 16,1 15 4-16,0 1-5 0,1-3-3 0,5 4 0 15,0-1-9-15,5-1 6 0,-4 0-13 0,2 1 1 16,-7-1 0-16,2 1-1 0,5-3-5 0,2 2 5 15,2 0-4-15,0-4 4 0,4 2-7 0,0-4 2 0,3 0 1 16,1-2 1-16,3-1 6 0,7-3-9 0,1 1 1 16,3-4-5-16,-1 12-4 0,3-2-59 0,2-7 2 15,0-3-24-15,0-2-16 0,4-6-32 0,-1-3-13 16,3-2-11-16,3-4-85 0</inkml:trace>
  <inkml:trace contextRef="#ctx0" brushRef="#br0" timeOffset="-187712.46">18300 6206 442 0,'0'-2'46'0,"0"1"62"16,-2-9-34-16,-5-8 27 0,3 7-7 0,0 1 12 16,1 5-17-16,-1 1-30 0,-7-5 1 0,-6-1-12 0,2 5-15 15,-1-1-10-15,-1 4-4 0,-7 2 0 0,3 2-3 16,-1 4-8-16,2 3 6 0,5 0-6 0,-2-3 9 0,2 22-7 16,-2 0 3-16,4 5-4 0,0-1 7 0,2 1 6 15,2 1 1-15,2-7 2 0,1 3 8 0,4-4-8 16,0 0 4-16,-12-4-4 0,6-1 8 0,4-3-1 15,4-1 1-15,0-4-1 0,4 0 0 0,0-5 3 16,0-1 1-16,23-3 1 0,3 14-3 0,2-5-11 16,3-5-2-16,-4-6-2 0,8-4-2 0,-1-6 0 15,-1-1-4-15,0-2 2 0,-4 0-15 0,-7 1 1 16,-5 1 4-16,-5 2-4 0,1-3-5 0,-2 3-72 16,-2 0-25-16,-2 1-22 0,0-1-149 0</inkml:trace>
  <inkml:trace contextRef="#ctx0" brushRef="#br0" timeOffset="-186174.4">12884 2071 535 0,'-2'0'9'0,"0"0"0"0,1 2-4 15,-3-2 5-15,-11 4-5 0,4 0 17 0,-4-1 11 0,4 1-7 16,3 0 7-16,-1 0-13 0,5-3-2 0,1 1 2 15,-1 0-2-15,0 0 6 0,2 2-1 0,1-1 5 16,1-1-3-16,0 0 7 0,0 0 3 0,1 0-3 16,1 0 2-16,2 0-2 0,18 1-7 0,4-3 4 15,4-2-5-15,-8-3-4 0,4-3-10 0,-4 3-1 0,1-3-2 16,1 3-1-16,-7 1-5 0,-1 0 0 0,-1 3 0 16,0 1 6-16,-2 0-7 0,0 0 4 0,-2 1-5 15,-2 3 1-15,1 0 6 0,-3 0-4 0,-1-1 6 16,-3 3-8-16,-1 9 3 0,0-2 0 0,0 5 2 15,9-3 6-15,-2 4-5 0,-1 1 0 0,-4-7-1 16,-1 4 3-16,-1 1 14 0,-2-1 5 0,0-2 1 16,0 3 4-16,-2-6-13 0,-1 4-6 0,-1-1 1 0,0 0-8 15,-3 4 0-15,1-5-1 0,1 3-1 0,-1-2-4 16,0-2 1-16,3-2 2 0,-1 0 0 0,2-1-9 0,0-3-1 16,2-1 0-16,0-3 0 0,0-1-10 0,0 2-96 15,0 0-14-15,2-3-46 0,2 1-236 0</inkml:trace>
  <inkml:trace contextRef="#ctx0" brushRef="#br0" timeOffset="-185788.19">13976 1737 366 0,'0'0'144'0,"0"0"-181"0,-2-2 164 0,0 0-87 16,0 1-17-16,0-1 27 0,1 0-1 0,-1 0 12 16,0 0 11-16,0-2 6 0,0 1-10 0,0-1 6 15,0 0-25-15,1 1-12 0,-1-1 9 0,0 0-11 16,0 2 6-16,0 0-11 0,0 1-4 0,0-1-1 0,1 0-14 15,-1 0 3-15,2 0 0 0,0 0 2 0,0 0-2 16,0 2 5-16,0 0 1 0,0 0 1 0,0 2-2 16,0 0 3-16,0 2-3 0,0 0 2 0,0 16-9 0,0-1 11 15,2 3-2-15,-1-2 4 0,3 3-11 0,0 1 1 16,0-4-6-16,-1 1 4 0,1-3-13 0,0-1 5 16,1 1 4-16,-1-3 0 0,0 0-2 0,-1 0-6 15,-1-2 0-15,0-2-1 0,0 0 6 0,0-3-7 16,0 1 1-16,0-2-7 0,-1 3-31 0,-1-5-84 15,2 1-4-15,0-1-27 0,0-1-34 0,0 0-99 16</inkml:trace>
  <inkml:trace contextRef="#ctx0" brushRef="#br0" timeOffset="-185459.69">14637 1622 294 0,'0'0'46'16,"0"0"-1"-16,0 0 20 0,0 0 9 0,-2 0-9 16,0 0 50-16,0 0-7 0,0 0-8 0,1 0-2 15,-1 0-40-15,0 0-15 0,0 0-1 0,-2 0-6 16,1 0-9-16,-1 2-12 0,0 0 6 0,0 0-8 0,3-2 8 16,-11 16-8-16,-2 3-4 0,2 1 1 0,-1 3-1 15,6 1-7-15,0 4 5 0,-3 3-7 0,-1 1 6 0,-4 3-4 16,2 0 2-16,-5 6-3 0,3 0 5 0,2 4-6 15,-6-3 4-15,6 1-5 0,-2-2 4 0,1-6-1 16,4 2 3-16,-3-9-1 0,2-2 6 0,0-7-4 16,-6-5-1-16,15-2-2 0,-1-1-6 0,-5-2 3 15,5-3-3-15,1-3 3 0,2-1-8 0,-2 2-36 16,2-2-16-16,-2 1-11 0,2 1-95 0,0 0-165 16</inkml:trace>
  <inkml:trace contextRef="#ctx0" brushRef="#br0" timeOffset="-184898.54">14719 1910 539 0,'0'0'23'16,"0"-2"29"-16,0 0-19 0,-2 0 44 0,0 0-5 0,0 1 17 16,0-1-11-16,0 0-33 0,0 2-5 0,1 0-9 15,-1 0-23-15,0 2 4 0,0 0 2 0,2-1 2 16,-9 22 8-16,-1 5-2 0,5 1 5 0,1-1-4 15,0 4 4-15,3-3 5 0,-1 3-5 0,2 1 5 16,0-3-5-16,0 0-15 0,0-4 7 0,0 0-9 16,0-4 2-16,0-3 0 0,0-1-5 0,0-3 5 15,0-4 0-15,0 0-8 0,0-3 2 0,0-3-4 0,0 1 5 16,0-2-3-16,0-3 4 0,2 3-3 0,-1 0 5 16,1 0-3-16,0-3 0 0,0 1-1 0,0 0-6 15,0-2 4-15,0 0-5 0,-1-2 3 0,1-1-9 0,0-5 8 16,2-12-1-16,1-8 3 0,-1-2-6 0,0-3 7 15,1-2-1-15,1-3 4 0,0 3-8 0,-1 0 1 16,1 1 1-16,-1 5 1 0,1-1 2 0,-2 4-3 16,1 4 2-16,1-1-2 0,-1 5 3 0,1 1 2 15,-2 2 0-15,1 2 2 0,1-2 5 0,-1 2-3 16,1 2-2-16,-2 4-1 0,-1-1-3 0,-3 7-4 16,0-1 1-16,6-2-1 0,-1 0 0 0,-1 2 1 0,0 1 3 15,-2 1-1-15,1 0 4 0,1 0-4 0,0 1 1 16,-1 1-2-16,-1 2-1 0,2 5 6 0,2 14-5 15,-5 1 7-15,-1 0-7 0,0-2-1 0,-1 2 2 16,-3-3-3-16,0-1-2 0,0 4 4 0,1-7-1 0,1 0 4 16,0-4-1-16,2-4 3 0,0 4-4 0,0-2 3 15,0 2-2-15,0-4 2 0,2 4-3 0,0 0 1 16,0-5-5-16,3 5 1 0,1-4 1 0,-4-1-1 16,12 3 6-16,3-8-6 0,4 3 4 0,1-2-4 15,2-1 6-15,-4 12-9 0,5-4-2 0,-5-3-10 16,-3-4-73-16,5-3-43 0,-2-1-18 0,10 0-5 15,0-1-65-15</inkml:trace>
  <inkml:trace contextRef="#ctx0" brushRef="#br0" timeOffset="-184524.59">15541 1910 233 0,'0'0'12'0,"0"0"0"0,0 0 43 16,0-2 2-16,0 0 12 0,0 0 14 0,0 0-6 15,0 1-8-15,0-1 2 0,0-2-19 0,0 0-6 16,0-1 3-16,0-5-4 0,0 3 3 0,-2 0 7 15,0-1-2-15,0 3 1 0,1 1-17 0,-1 0-3 16,2 2-9-16,-4-1 5 0,0-1-10 0,2 4-5 16,-7-6 1-16,2 3-4 0,-3 1-4 0,-1 2 4 0,0 0-3 15,2 2 2-15,-4 3-3 0,2 1 19 0,2 1-4 16,-3 6 6-16,5 8-8 0,-2 1 1 0,1 2 1 16,-1-2-1-16,2 6-12 0,1-2 4 15,2 0-3-15,-3-2 4 0,1-1-7 0,-9-3-3 0,6-1-1 16,4-3 0-16,1 3 2 0,4-4-2 0,0 1 4 15,4-3-3-15,-1-1 10 0,1-5-8 0,0 0 2 0,16-3-2 16,4 13 11-16,0-6-6 0,1-4 5 0,2-1-5 16,5-4 5-16,1-2-5 0,3-4 6 0,6-5-6 15,-1-2 3-15,2-4-3 0,0-2-2 0,-6 0 2 16,-2 1 4-16,-3-1-10 0,-3 2-2 0,-6 4-2 16,-1 0 4-16,-11 3 0 0,0 1 5 0,0 1-5 15,-5 3 0-15,-2 1 1 0,-3 2 1 0,3-2-1 16,0 0-7-16,-2 0-108 0,0 0-41 0,-1 1-61 0,-1-1-512 15</inkml:trace>
  <inkml:trace contextRef="#ctx0" brushRef="#br0" timeOffset="-176897.56">11635 2077 2040 0,'-8'-19'11'16,"3"5"2"-16,3 4-2 0,0 3-4 0,-2 3-1 15,0 0 0-15,3 1-2 0,-1 1 5 0,0 0-1 16,0 2 3-16,2 2-5 0,2 5 0 0,13 32-6 0,3 2 4 16,4 0-3-16,-16-2 2 0,27 2-1 0,1 0 0 15,7 3-2-15,5-3 0 0,1 2 0 0,1-4 2 16,-2 0-2-16,-3 0-2 0,2 3 2 0,-5 3-1 15,1 3 8-15,-4 6-7 0,-1 2 4 0,-3 5-5 16,1 0-1-16,1 1 4 0,0 1-4 0,2-6 3 16,0 1-4-16,2-6 6 0,-2-4 0 0,2-5 1 15,-3-4-8-15,-3-4 4 0,2-3-4 0,-5-6 3 0,4-2-17 16,-7 0-11-16,-1-7-4 0,-7-2-2 0,-2-4-21 16,-4-4 14-16,-4-1-2 0,-2-4 9 0,-5-2 9 15,0 1 5-15,0 1 1 0,2 2 0 0,-1 0 2 0,-1-1-11 16,0 1-3-16,0-2-3 0,0 0-13 0,-2 0-3 15,0 0-6-15,0-1 1 0,-2 1-22 0,0 0-20 16,0 0-7-16,0 0-10 0,1 0-74 0</inkml:trace>
  <inkml:trace contextRef="#ctx1" brushRef="#br0" timeOffset="195342.72">32878 14338 0,'0'0'16,"0"0"-16,0 0 0,0 0 16,0 0-16,0 0 15,0 0 1</inkml:trace>
  <inkml:trace contextRef="#ctx0" brushRef="#br0" timeOffset="-143512.87">27537 8271 12 0,'0'0'0'16,"0"0"4"-16,0-2 44 0,-1 0-3 0,-1 0 9 0,0 1-13 15,0-1 2-15,0 0-8 0,0 0-2 0,0 0 0 16,1 0-8-16,-1 0 14 0,0 1-3 0,0-1 6 16,0 0-14-16,0 0 15 0,0 0-6 0,1 0 8 15,-1 0-11-15,0 1 7 0,-2-1-6 0,0 0 6 16,3 0-4-16,-1 0-9 0,0-2 1 0,0 1-4 16,0-1-1-16,2 2-4 0,-2-3 0 0,-1-3-2 15,1 3-6-15,0-3 6 0,0 3-3 0,2-1 5 0,0 0 5 16,0 1 4-16,0 1-3 0,0 2 2 0,-2-1-2 15,0-1-4-15,2 0 7 0,0 2-7 0,0 0-7 16,0 1 7-16,0-1-2 0,0 0 4 0,0 0-3 0,0 2-6 16,0 0-2-16,0 2 0 0,0 0-1 0,0 1-5 15,2 10-2-15,4 12 0 0,-3-1 0 0,-1 2-4 16,0 2 1-16,-2 1-2 0,-2 3 6 0,0 3-9 16,-1-1 4-16,-1 3-5 0,0 0 12 0,-1 0-5 15,1 0 1-15,2-3-3 0,-3-1 0 0,1-7 0 16,-2 2 4-16,1-2-1 0,1-4 7 0,0 2-5 15,2-5 4-15,1-3-3 0,-1 1 6 0,0-4-8 0,0 0 3 16,2-5-4-16,0-1 2 0,0-1 2 0,-2 1-5 16,0-1 4-16,0-1 1 0,1 1-7 0,-1-3 3 15,2-1-4-15,-4 4 2 0,4-4 1 0,-6 1-3 16,-5 1 2-16,0-2-4 0,-6 0 7 0,1 9 1 0,-1-2 2 16,2-1-10-16,6-6 7 0,5-2-4 0,-1 0 6 15,-1 0-5-15,0 0 15 0,1 0-7 0,1 0 9 16,0 0-1-16,1 0-12 0,1 0 3 0,0 0-7 15,0 0 7-15,0 0-6 0,2-2 7 0,0 0-8 16,2 0 5-16,2 0 3 0,9-3-6 0,11-8 5 16,0 1-6-16,6 1-1 0,0 0 6 0,3 2-4 0,-1 0 4 15,-1 3-3-15,-1 0-4 0,-2 1 1 0,-2-1 3 16,-4 3 0-16,2-3-1 0,-4 2 0 0,1 1-3 16,-3-1 0-16,-1 2 1 0,-2 0-1 0,-2 0 8 15,-4 2-9-15,1 0 0 0,-3 0-3 0,0 0 4 0,1 0-7 16,-3 0 4-16,1 0-7 0,-2 0-1 0,-2 0-48 15,1 0-14-15,1 0-16 0,0 0-94 0,-1 0-251 16</inkml:trace>
  <inkml:trace contextRef="#ctx0" brushRef="#br0" timeOffset="-143245.49">27172 8167 1069 0,'0'0'6'16,"0"0"0"-16,0-2 2 0,-2 0-4 0,2 0 3 16,0 1 14-16,0-1 15 0,0 0 3 0,0 0 2 15,2 0 1-15,1 0-11 0,23-11 2 0,11 0-6 16,4 4-11-16,4 2-3 0,3 1-8 0,0 4 4 15,1 0-9-15,-8 2 0 0,-3 0-2 0,-4 2 1 16,-3 2-8-16,-1 0-11 0,-2 1-11 0,-2 1-10 0,-4-1-130 16</inkml:trace>
  <inkml:trace contextRef="#ctx0" brushRef="#br0" timeOffset="-142889.25">28486 8479 811 0,'0'0'18'0,"0"0"33"0,0 0-45 0,-2-2 3 0,0 0 11 16,1 0-2-16,-1 1 30 0,0-1-11 0,0 0-6 16,-2 0 0-16,1 0-24 0,-1 0 10 0,0 0-1 15,0 1 3-15,3 1-3 0,-5-2-10 0,-3-2 0 16,3 4-2-16,-3 0 8 0,-4 0 1 0,-2 4-3 0,-4 7 2 15,3-4 5-15,-3 27 1 0,1 1 8 0,-1 2-5 16,-5-2 12-16,5 2 5 0,3 1-6 0,1-3 6 16,5-2-7-16,3-1-2 0,5-6 5 0,0 0-5 15,-13-4 3-15,6-1 0 0,4-3-3 0,3-1 1 16,2 0-14-16,2-3 3 0,3-1-6 0,3 0 5 16,1-1-10-16,2-5-3 0,11 0 1 0,1-5-1 15,3 0 5-15,0 15 1 0,0-6 1 0,0-5-2 0,1-5-5 16,1-1-9-16,2-3-5 0,0-3-7 0,-6-1-68 15,0-1-98-15,0-1-22 0,-2-2-38 0,4-2-225 16</inkml:trace>
  <inkml:trace contextRef="#ctx0" brushRef="#br0" timeOffset="-142624.12">28980 8453 795 0,'-2'0'24'0,"0"0"45"0,0 0-62 0,1 0 28 0,-1 0-3 16,0 0 15-16,0 0 17 0,0 0-6 0,0 0 0 16,0 2-4-16,1 0-3 0,1 0-4 0,0-1-3 0,1 1 0 15,1 0-9-15,4 0-17 0,16 4 6 0,4-3-11 16,-4 1 4-16,4-2-11 0,0 0-2 0,0-2-2 15,-1 0-1-15,-5 0-2 0,0 0 0 0,-1 2-3 16,-4-2-9-16,-4 0-58 0,-2 0-22 0,-1 0-23 16,-3 0-162-16</inkml:trace>
  <inkml:trace contextRef="#ctx0" brushRef="#br0" timeOffset="-142474.79">28976 8730 854 0,'0'0'20'0,"0"0"42"0,0 0-47 0,0 0 24 16,0 0 9-16,0 0 7 0,2 0 53 0,0 0-22 16,2 0-3-16,1 0-13 0,25-2-39 0,0-2-15 15,1-3 1-15,3-5-6 0,-3-1-4 0,3-3-11 16,-1-3-1-16,1 2-8 0,-3 5-35 0,1 0-250 16</inkml:trace>
  <inkml:trace contextRef="#ctx0" brushRef="#br0" timeOffset="-142103.91">29918 8165 718 0,'0'0'9'0,"-2"-2"10"16,0 0 3-16,0 1 25 0,0-1-3 0,-1 0 11 15,-1 0-2-15,-2 0-14 0,-3-2 0 0,5 4-7 16,1-1-14-16,-1-1-8 0,0 2 2 0,2 0-1 0,-1 0 9 16,-1 0 1-16,2 2 3 0,0-1 0 0,0 1 15 15,0 2-4-15,-1 5 1 0,-3 8-4 0,2 0-3 16,3 3-1-16,1 1 0 0,0 1 0 0,0 2-5 0,0 2 3 16,1 4-5-16,1 1 4 0,0 6-3 0,-2 8-10 15,0 5 7-15,0 4-9 0,0 2 5 0,-2 5-4 16,-1 0 1-16,-1-1-1 0,2-3 9 0,0-5-4 15,-2-5 0-15,-1-3-1 0,-3 1 2 0,3-3-7 16,-1 1 7-16,1 0-8 0,-1-4 2 0,-1-2-6 16,-1-2-4-16,3-5 0 0,-3 1-5 0,3-5 4 15,1-1-1-15,0-7 1 0,2-3-15 0,2-4-55 0,0-2-18 16,0-7-19-16,0 0-117 0</inkml:trace>
  <inkml:trace contextRef="#ctx0" brushRef="#br0" timeOffset="-141591.96">30059 8178 882 0,'0'0'30'0,"-2"-2"-37"0,0 0 32 0,0 1-16 15,0-3 4-15,1 0 14 0,-1-1 2 0,2-3 3 0,0 1 5 16,0 1 3-16,0 1 0 0,2-1 1 0,-1 2-4 15,3 2 7-15,17-12-1 0,-1 4 4 0,2 3 5 16,-1 5-17-16,3 2 5 0,-4 2-9 0,1 3 0 0,-5 3-11 16,-1 1-7-16,-6 2 0 0,-5 17-12 0,15 2 10 15,-8 1 1-15,-9 1 0 0,-4 1-5 0,-4-1 2 16,-3-2-1-16,-4 1 2 0,-2-3 1 0,13-4-4 16,-26 2 1-16,1-5-1 0,-1-3 2 0,2-1-4 15,2-2 1-15,0-2-3 0,5 0 2 0,6-2-2 16,-2-4-3-16,8 1 2 0,1-6-4 0,2 0-7 15,1 1 8-15,-1 1-6 0,2-2 8 0,0 0-3 16,0 0 2-16,2-1-1 0,0 1 3 0,2 0-5 16,0 0 3-16,2 0-4 0,7 2 5 0,9 1-1 0,3-1 0 15,-1 0 0-15,2-1 3 0,-2 3-3 0,2-1 0 16,1 1 0-16,-1-2 4 0,0-1-1 0,-2 1-1 16,0 0-1-16,-3-2-5 0,-2-1 6 0,-6 1 1 0,2 0 3 15,-9-2 6-15,-1 2 3 0,1 0 1 0,-2 0 0 16,0 1 9-16,-2 1-13 0,-2 4 6 0,-9 10-9 15,0-3-6-15,-23-2 2 0,1 6-5 0,-3-10 4 16,5 6-1-16,-1-2-5 0,1 2 3 0,5-1-4 16,4-1-6-16,3-3-5 0,6-3-12 0,4-1 1 15,3-3-52-15,6-1-113 0,-2 2-23 0,-1 0-51 16,1-1-280-16</inkml:trace>
  <inkml:trace contextRef="#ctx0" brushRef="#br0" timeOffset="-141305.96">30857 8160 654 0,'0'0'43'0,"-2"-2"91"0,0 0-107 0,1 0 33 15,-1 0 0-15,0 0 12 0,0 0 18 0,0 1-10 16,0-1 0-16,0 0-5 0,1 0-16 0,-1 0-1 0,0 0-2 15,0 0-1-15,0 2-16 0,0 0 6 0,0 0-10 16,1 0 9-16,-1 2-15 0,0 0-1 0,-4 7-1 16,-7 19-1-16,2 4-14 0,0 3-6 0,0 2 1 15,2 4-3-15,1-2 2 0,1 2-1 0,1-2 3 16,2-4-4-16,3 1 2 0,-1-7-3 0,2-3 0 0,0-2 0 16,2-5 0-16,-1-8-4 0,3 2-4 0,-2-6 0 15,0-1 2-15,-2-4-24 0,9 5-12 0,12 3-11 16,-1-7-83-16,4-3-83 0,0-5-42 0</inkml:trace>
  <inkml:trace contextRef="#ctx0" brushRef="#br0" timeOffset="-141108.86">31147 7547 1321 0,'-2'-2'14'0,"0"0"15"16,0-2 4-16,-1-3 10 0,-1 0-1 0,0-3 29 15,2 7-8-15,0-1 10 0,1 0-43 0,1 2-29 16,0 0 2-16,-2-1-11 0,0-1-2 0,0 2-11 16,0 0-8-16,2 0-2 0,0 2-37 0,0 0-169 15,0 2-33-15</inkml:trace>
  <inkml:trace contextRef="#ctx0" brushRef="#br0" timeOffset="-140603.28">31340 7974 863 0,'0'0'28'0,"-2"0"1"0,0-2-9 0,0 2 3 0,1 0-10 15,-1 0 26-15,-2 0 6 0,0 2 2 0,2-2-1 16,-3 9-5-16,-3 17-6 0,5 4-8 0,-16-2 4 16,6 1-11-16,2 5-2 0,2-3 4 0,-2 3-5 15,1 3-2-15,1-2 5 0,2 4-1 0,3-2 3 16,-2 1 0-16,3-3 10 0,-3 0-6 0,0-3 7 15,-1 5-12-15,1-9 3 0,1 0-3 0,1-2 2 0,0-4-10 16,3-6-5-16,1-1 2 0,0-5-3 0,0-5 0 16,0 1-6-16,0-3 3 0,0 1-3 0,0 0 8 0,0 0 7 15,0-3-3-15,0 1 6 0,0 0 1 0,0-2-15 16,0 0 5-16,1-2-8 0,1-1 12 0,8-14-13 16,3-9 8-16,3-6-9 0,-3 10 2 0,2-4 0 15,-4 6-5-15,-9 3 3 0,19 0-6 0,-3 2 6 16,1 2 0-16,-6 6 2 0,-2 0-4 0,6 3 2 15,-1 0 0-15,1-7 0 0,0 2 2 0,-3 3 0 16,1 2-3-16,0 3 1 0,0 1 4 0,0 0-4 16,0 1 3-16,-2 3-3 0,0 2 7 0,-2-1-1 0,0 3-2 15,0-1 0-15,-3-1-3 0,-1 3 10 0,-1 4 4 16,-3 6 1-16,-1-1 2 0,9-1-5 0,-1 1 4 16,-5 1-3-16,-3-2 9 0,-4 1-9 0,-2-3-2 15,-3 2-2-15,-4 3-3 0,9-3 8 0,-20 5-2 0,-1-3 3 16,-1-4-6-16,-4-4 4 0,6-2 6 0,-2-2-2 15,0-3 7-15,2 4-2 0,1-5-4 0,-1-1 2 16,2 13-11-16,1-6 2 0,0-1-5 0,5-5 2 16,1-1-8-16,5-2 0 0,3 0-1 0,3 0 0 15,0 0-6-15,-2 0-14 0,0 0-10 0,1 0-8 16,-1 0-94-16,0-2-189 0,2 1-145 0</inkml:trace>
  <inkml:trace contextRef="#ctx1" brushRef="#br0" timeOffset="213561.87">30283 15257 0</inkml:trace>
  <inkml:trace contextRef="#ctx0" brushRef="#br0" timeOffset="-133134.9">16878 3213 9 0,'0'0'0'15,"0"0"37"-15,0 0 19 0,0-2 21 0,0 1 7 16,0-1-25-16,0 0-9 0,0 0-7 0,0 0 0 16,0-2 0-16,0 1-6 0,0-1 3 0,0-2 4 0,0-3 0 15,0 2 10-15,0-1-11 0,0 3 2 0,0-5-4 16,0 5-7-16,0-3 2 0,0-3-6 0,0 6 5 16,-2-6-2-16,2 5 1 0,0 0-2 0,0 3-1 15,0-1-8-15,0 0 14 0,0 1-9 0,0-1 9 16,0 2-18-16,0 0-3 0,0 0 3 0,0 2-4 15,0 0-7-15,0 0-2 0,0 2 1 0,0 0 0 0,0 0 3 16,-4 16-4-16,2 1 3 0,1 1-4 0,-1-1 3 16,0 1-3-16,0 1-4 0,0 1 2 0,2-1-3 15,0 1 3-15,0-2 0 0,0 1 1 0,0-1 4 0,0 1 1 16,0-3 0-16,2 1-2 0,0-4-9 0,0-2 7 16,0-2-3-16,-1-4 7 0,3 2 4 0,-2-1-11 15,0-4 2-15,-2-3-4 0,4 3 7 0,-1 0 0 16,1-2 0-16,0 0-2 0,-1-1-6 0,1 1-15 15,0-2-3-15,0 0-8 0,-1 0-52 0,1-2-236 16</inkml:trace>
  <inkml:trace contextRef="#ctx0" brushRef="#br0" timeOffset="-132947.22">17045 2810 1126 0,'0'0'17'0,"-2"-1"-1"0,0-1 3 0,0 0 0 0,-1 0-5 16,-1 0 12-16,0 0-2 0,1-1-1 0,-1 1-4 15,2 0-26-15,0 0-6 0,0 0-3 0,0 0-1 16,1 0-12-16,1 1-29 0,0-1-39 0,1 0-11 16,1 0-264-16</inkml:trace>
  <inkml:trace contextRef="#ctx0" brushRef="#br0" timeOffset="-132518.87">17140 2957 505 0,'0'0'32'0,"0"0"64"0,0 0-63 0,0 0 11 15,0 0 5-15,0 0 0 0,0 0 2 0,0 0-21 16,0 2-4-16,0 0-5 0,0 1-8 0,0 23 14 16,0-1-3-16,0 1 6 0,0 3-2 0,0-1-7 15,0 0 9-15,0 0-8 0,2 0-2 0,-1 0 5 16,1-1-5-16,-2-1 7 0,0 0 1 0,0-1 6 15,0-3-6-15,0 0 6 0,0 0-2 0,0-5-8 0,0 0 9 16,0-4-10-16,0 0 2 0,0-4-3 0,0 0-6 16,0-3 3-16,0-2-6 0,0-2-1 0,0 1-1 15,0 1 0-15,0 0 2 0,0-2-3 0,0-1-1 16,2 1-1-16,0-2-1 0,0 0-4 0,0-2 2 16,1 1-3-16,-3-1-1 0,6-17 2 0,5 1-1 0,-3 1 0 15,3 2-2-15,0 2 0 0,-2 0 3 0,-1 2-3 16,1 2 0-16,2 1 0 0,0 3-3 0,0-1 2 15,0 0-2-15,1 3 4 0,6-1-2 0,-1-7 2 16,-2 3-4-16,0 3-4 0,-1 1 6 0,1 2-5 16,2 2 7-16,0 0 3 0,-4 2-4 0,1 4 3 15,1-1-8-15,0 3 3 0,-2-1 2 0,2 4 1 0,-8-9 8 16,-1 11-4-16,1 2 4 0,-3-4-4 0,-2 2 14 16,7-2 1-16,-1 2 1 0,-3-2 2 0,-1 1 12 15,-2-3-4-15,-2 2 3 0,0-2-4 0,-2 1-9 0,-2-1-2 16,1-2-8-16,-1-1 5 0,-15-2-7 0,1-1-6 15,-3 1 0-15,1 0-3 0,-1-2-7 0,-3-1-6 16,2 14-1-16,3-6-15 0,1-1-142 0</inkml:trace>
  <inkml:trace contextRef="#ctx1" brushRef="#br0" timeOffset="-191297.23">24969 10146 0,'0'0'0,"0"0"0,0 0 16,51 19-16,-28-10 16,0 0-16,0 1 15,0-1-15,1 0 16,-1 1-16,0-6 16,-4 1-16,-1-5 15,-4 0-15,0 0 16,-5 0-16,5 0 0,0 0 15,0 0-15,0 0 16,-5 0-16,1-5 16,-6 1-16,1-1 15,0 0-15,-1 1 16,1-1-16</inkml:trace>
  <inkml:trace contextRef="#ctx0" brushRef="#br0" timeOffset="-108866.9">12288 3340 256 0,'0'0'-41'15,"0"0"27"-15,0-2-3 0,0 0 11 0,0 0 46 0,0 0 5 16,0 0 27-16,0 0-5 0,-2 1 8 0,0-1-8 16,2 0-13-16,0 0 7 0,0 0-9 0,-1 0 1 15,1 0-4-15,-2 1-2 0,2-1 1 0,0 0-13 0,0 0-18 16,0 0-7-16,0 0-2 0,0 0-8 0,0 1-2 15,0-1 5-15,0 0-2 0,0 0 8 0,0 0-7 16,0 0 0-16,2 0-2 0,-1 2 1 0,1 0 0 16,0 0-1-16,0 0 0 0,0 0 0 0,0 0 10 15,-1 0 2-15,1 0 2 0,0 0 7 0,0 0 4 16,2 0-1-16,-1 0 3 0,1 0 2 0,0 0-4 16,0 0 2-16,-1 0-3 0,3 0-2 0,-1 0 6 15,1 0-6-15,1 0 5 0,-1 0-17 0,0 0 7 0,1 0-1 16,0 0 4-16,1 0-2 0,-1 0 0 0,1 2 0 15,1 2-1-15,2 0-3 0,0 1 2 0,0 1-2 16,1 1 2-16,-1 1 1 0,2-3-8 0,5 12 3 16,-1 2-4-16,0-1 2 0,1 3 2 0,1 1-2 0,5 4 0 15,4-2 1-15,0 0-5 0,5 6 2 0,-5-8-4 16,-2 6 0-16,6 2-2 0,-5-6 4 0,9 7-3 16,-5-3 3-16,5-2-3 0,-3 6-3 0,-2-4 1 15,3 3-5-15,-3 3 6 0,3-5-2 0,-1 1 3 16,-1-2 0-16,1 2-3 0,4-1 1 0,-1 1-1 15,5 2-5-15,-1-1 7 0,5 3-2 0,0-3 4 16,-3 4-4-16,5 1 0 0,-5-1 2 0,-3 0-1 0,6 4-1 16,-6 0-1-16,0 4 1 0,-4 5 0 0,0-3 3 15,1 3-3-15,-5 0 1 0,5-3-1 0,-3 5 1 0,0-5-2 16,5-3-1-16,1 1 0 0,0-2 2 0,5 0 1 16,1-1 1-16,-1 1 0 0,1 2 5 0,-1 2-7 15,1 1 0-15,-4-1 0 0,5 3-7 0,-5-2 8 16,-2 3-4-16,-2 1 5 0,-2 2-6 0,1 0 4 15,-1 0 2-15,2-4 0 0,0-2 0 0,0-3 0 16,2 2-2-16,4-3 2 0,-2 1-2 0,5 0 0 16,4-1-1-16,-5-1 0 0,5 6-1 0,-3-1-1 15,-3 2 3-15,4 4-2 0,-5-3 8 0,-2 3-7 16,0 0 3-16,-2-2-5 0,-2-2 3 0,0-5 3 0,4 1-1 16,-2-3 1-16,4 0-6 0,1 0 2 0,-1 0 1 15,3-2 1-15,-3 2 2 0,-2-4-4 0,-4 0-1 16,-5-4 1-16,3 2 6 0,-5 1-2 0,-3-7-2 15,-4 3 0-15,-1-10-1 0,-3-1-4 0,-1-1-5 0,-3-3-2 16,-6 1-48-16,-1-5-38 0,-6-3-6 0,1-3-14 16,-1-3-65-16,-2-2-228 0</inkml:trace>
  <inkml:trace contextRef="#ctx1" brushRef="#br0" timeOffset="-190267.06">25020 12481 0,'0'0'0</inkml:trace>
  <inkml:trace contextRef="#ctx0" brushRef="#br0" timeOffset="-107262.98">11636 7029 42 0,'0'0'27'0,"0"0"-25"0,0 0 47 0,0 0-18 16,0 0 52-16,-1 0-1 0,-1 2-7 0,0 0 3 15,0-2-14-15,0 1 10 0,0 1 1 0,0 0 1 16,1-2 2-16,1 0-9 0,0 0-4 0,0 0-2 15,0 0-18-15,0 0-15 0,0 0 2 0,0 0-5 0,0 0 8 16,0 0-3-16,0 0 2 0,0-2-2 0,0 2 3 16,0 0-1-16,0 0 1 0,0 0-1 0,0-2-2 0,0 1-7 15,0-1-1-15,0 0-2 0,0 2-1 0,0-2 0 16,0 0-4-16,-2 0 2 0,0-1-11 0,2-5 8 16,-4-10-4-16,0-5 4 0,3-1-14 0,1-4 2 15,0 2 1-15,0 0 1 0,0 0 2 0,1-3-4 16,3 1 1-16,0-2-3 0,0 0-3 0,1 3 6 15,3-3-2-15,-1 0 4 0,0 0-5 0,1 1 1 16,-1-1 2-16,2 0 0 0,1-1-5 0,-3 1 4 16,1-3-3-16,-1-1 6 0,0 1 0 0,1-3-5 15,-1 3-2-15,-1 1 0 0,-1-3 2 0,1 5-2 0,0-3 3 16,-1 1-2-16,-1 6 4 0,1-3-5 0,-1-1 1 16,2 2-2-16,-1 0 0 0,1 2 0 0,1 0 2 15,1 0-1-15,-1 0 3 0,4-1 0 0,-1 2-5 16,-1 1 3-16,0 0-3 0,0 4 1 0,3-3 5 0,-3 3-2 15,2 0 4-15,0-5-7 0,-2 7 0 0,3-4-2 16,-3 1 8-16,0 3-4 0,0-1 1 0,1 0-2 16,-3 3-4-16,2-5 6 0,1 3-2 0,-1-6 3 15,2-4-3-15,0 2-1 0,0-2 1 0,2 2-2 16,0-2 1-16,0 0 1 0,0 0 2 0,0 2 1 16,0-1-2-16,0-1 2 0,-1 4 3 0,-1-2 1 0,0 1 0 15,0 3-6-15,0 0 3 0,-2 1-2 0,3 1 9 16,-3 1-7-16,0 3-3 0,-1-1-1 0,1-2-3 15,-2 1 3-15,-1 3 2 0,1 0 0 0,1 0-6 0,-3 2 8 16,3-2-4-16,1 1 7 0,0-3-7 0,2-2-3 16,0 1 0-16,1-3 0 0,1-1 7 0,1-4-6 15,1 0 2-15,2-4-4 0,-2 4 9 0,0 2-4 16,0 2 2-16,-1 0-3 0,3-2-2 0,-4 5 0 16,0-1 2-16,-4 8 0 0,-3-2 0 0,9 1 0 15,2 0-3-15,-3-2 3 0,3 4 3 0,0-2-4 16,0 1 1-16,-3 3-4 0,7-4 6 0,-3-2-3 15,-1 0 5-15,9-1-4 0,-5 1-3 0,5-4 4 16,-2 1-3-16,0-1 4 0,0-3-1 0,2 0 1 0,-2 1-2 16,-9 3 0-16,5 1 1 0,-5 4-3 0,-2 0 3 15,6 0-4-15,-6 2 1 0,-2 0 2 0,0 1-1 16,0-1 1-16,0 4-1 0,2-2 5 0,0 1-3 16,-2 1 4-16,1-3-10 0,2 3 2 0,1 0-1 0,0-3 3 15,2-3 4-15,1 0 0 0,3-2-2 0,5 1-1 16,4-5-5-16,-1-1 7 0,5-3-2 0,1-1 4 15,2 0-7-15,6 4 4 0,-6-3-2 0,2 5 2 16,-4 1-2-16,-3-2 2 0,-1 5-3 0,-1-1 2 16,-2 4-5-16,0-2 3 0,0 0 5 0,-4 3-2 0,2 1-1 15,-2-2 0-15,-2 0-2 0,4-4 2 16,0 0 2-16,2 2-2 0,4 0 0 0,1-2-2 0,4-2 2 16,4-1-5-16,5-4 3 0,6-1-3 0,4 1 5 15,7-2-2-15,2 0-3 0,4 0 3 0,-2 0 4 0,-6 1-1 16,-3 3-1-16,-5 1-1 0,1-1-5 0,2 1 3 15,0 1 5-15,3 1-2 0,2 2 8 0,1 0-11 16,-1 4 2-16,-4 2-4 0,-1-2 10 0,-4 0-3 16,-4-1 1-16,-5 1-3 0,-4 4 0 0,-2-1-3 15,-1 5 1-15,-5-3-2 0,1 1 4 0,-3 1 1 16,1 2-1-16,2 0 1 0,-3-16 0 0,1 6 3 16,2 3 1-16,-1 2 0 0,-1 1-3 0,-2 1-1 15,0-1 1-15,-2 2 0 0,1-1 2 0,-4 1-3 16,-7 0-2-16,3 1 1 0,-4-1 2 0,3-2-22 0,5 1-2 15,-8 1-12-15,5-3-32 0,0-1-37 0,-7 3-10 16,2-3-21-16,-2 3-157 0</inkml:trace>
  <inkml:trace contextRef="#ctx0" brushRef="#br0" timeOffset="-106109.14">13250 3911 324 0,'0'0'6'0,"0"0"-1"16,0 0 28-16,0 0 10 0,0 0 6 0,0-1 57 15,-2-1-20-15,0 0 3 0,0 0-9 0,0 0-13 0,1 0-12 16,-1 0 2-16,0 1-4 0,0-1 2 0,0 0-20 16,-2 0 3-16,1 0-8 0,-1 0 5 0,0 0-3 15,1 1 4-15,-1-1-3 0,0 0 8 0,0 2-4 16,1 0 0-16,1 0-2 0,-7 4-8 0,1-1-6 16,1 3 4-16,-3 3-4 0,3 12 8 0,-4-1-7 15,2 0-4-15,1-1 1 0,1 0-2 0,-1-5 0 16,3 3 3-16,3-2-2 0,-2-2-6 0,-5 0 4 15,1-2-3-15,3 0 5 0,1-1 5 0,2-1-8 16,2-2 2-16,0-1-4 0,0-1 7 0,0-1-4 0,2 0 2 16,0 0-3-16,0-1-3 0,2-1-3 0,-3-2 4 15,16 4-3-15,0-4 4 0,0-2-11 0,-3-2 2 16,1-1-5-16,2-5 2 0,-2 1 9 0,0-2-8 16,-2 5 8-16,-2-10-8 0,-2-1 1 0,0 2 2 0,-5-5-2 15,0 3 2-15,-2 0-3 0,9 2 0 0,-4 2-1 16,1-3 2-16,-5 1 4 0,-1-2-3 0,-2 2 1 15,0 2-6-15,0 6 4 0,-3-4-1 0,-1 0 2 16,2 7-8-16,-2 0 2 0,1 0 0 0,-5 1 1 16,-3-3 1-16,-2 1-1 0,2 3 3 0,-2 2-3 15,2 0 1-15,-2 2-1 0,0 1-1 0,0 3 0 16,2 1 1-16,-1 3 2 0,3-3-5 0,2 12 3 16,1 1-7-16,-1 2 6 0,3 1 0 0,0-1 1 0,1 0 3 15,-12-1-5-15,5-1 1 0,3-1-4 0,3-1 2 16,2-3 2-16,2 2 0 0,0-2 0 0,2-4-2 0,0 0 3 15,0-4-1-15,0-1 1 0,0-2-3 0,1-1 8 16,3 1-5-16,7 3 6 0,2-1 1 0,-2-4-4 16,4-2 1-16,-1 0-2 0,1-4-2 0,-2-2 3 15,0-1 0-15,-2-2 1 0,-4 5 0 0,-2-13 1 16,1 1-1-16,-4-3 0 0,-1 1-2 0,8 1 1 16,-1 0 0-16,-3-1 0 0,-3 1-1 0,0-2 2 15,-4 3-3-15,0 1 2 0,0 5-2 0,-2 1-1 16,-2 0 2-16,-2-2-2 0,5 7 0 0,-3 2 0 0,-9-7 0 15,-2 3 1-15,0 4-1 0,0 2-1 0,-3 4-2 16,3 4 1-16,-2 3 0 0,4-8 3 0,2 20-1 16,2-3 2-16,3 1-5 0,4-5-1 0,-9-1 4 15,4-2-3-15,3-2 0 0,2-5 1 0,2-1 0 0,0-1 2 16,2 0 9-16,0 0-1 0,2-3 1 0,7 5-2 16,9-2-7-16,2-4 2 0,1-4-2 0,-1-3 4 15,-2-3 6-15,-1-1-9 0,0 7 6 0,-6-14-7 16,3 1 6-16,-6 0-1 0,-3 3 0 0,-5 2 0 15,7 1-2-15,-5 4 1 0,0-1-1 0,-3 3 2 16,-1 1-5-16,2 0-9 0,-2 1-4 0,0 1-2 0,0 0-27 16,-2 2-58-16,1 0-8 0,-1 2-21 0,0 2-82 15,-7 16-250-15</inkml:trace>
  <inkml:trace contextRef="#ctx0" brushRef="#br0" timeOffset="-22753.14">20239 10857 36 0,'0'0'0'0,"0"0"12"0,0 0 130 0,-2 0-34 15,0 0 4-15,0 0-55 0,0 0-24 0,0 0-13 16,0 0 3-16,-1 0-3 0,-1 0 10 0,0 0-11 16,-5 0 2-16,0 0-5 0,-1 0 10 0,3 0-3 15,0 2 2-15,1-2-1 0,-1 2 19 0,1-2-9 16,0 0 11-16,3 0-11 0,-1 0 3 0,0 0-3 0,1 2-6 15,-1 0 3-15,0 0-8 0,0-2-14 0,3 0 4 16,-1 0-5-16,0 2 5 0,0-1-2 0,0 1 2 16,2 0-2-16,0-2-2 0,2 0 4 0,0 0-3 15,5 0 4-15,19 2-2 0,4-2-6 0,3 0 4 0,5-4-4 16,8 1 11-16,-1-1-14 0,3-2 2 0,-2 3-4 16,-3-3 3-16,0 2 0 0,-6 1-3 0,0 1 1 15,-2 0-2-15,-5 2-2 0,0 0 7 0,-6 0-5 16,-2 0 3-16,-2 0-2 0,-1 0-3 0,-4 0 2 15,0 2 6-15,-4-2-6 0,0 2 4 0,-4-2-5 16,-1 0-2-16,0 0-31 0,-3 0-12 0,1 0-10 0,0 0-90 16,1 1-129-16</inkml:trace>
  <inkml:trace contextRef="#ctx0" brushRef="#br0" timeOffset="-20964.41">21659 10442 145 0,'0'-2'33'0,"0"0"47"16,0-2-24-16,-2-3 13 0,0-4-12 0,0-1 10 15,-1-1-23-15,1 2-16 0,-2-2 7 0,2 6-10 16,0-2 10-16,1 1-5 0,-1-1 2 0,0 0-4 0,0-1-6 15,0 1 2-15,0 0-3 0,0 1 3 0,1-1-3 0,1 3 5 16,0 1 0-16,0-3 3 0,0 1 5 0,0 0-14 16,0 1 3-16,0 2-6 0,0-1 1 0,0 1-6 15,0-2 5-15,0 5-5 0,0-3 1 0,0 0-7 16,0 0-6-16,0 3 2 0,0-1-2 0,0 0 3 16,0 0 2-16,0 2-1 0,0 0 0 0,0 2-3 15,0 0 0-15,1 1-1 0,-1-1-1 0,2 13 4 16,2 2 2-16,-2-2 1 0,0 1 0 0,0 3 0 15,-1 1-5-15,3 5 3 0,-2-1-8 0,0-2 9 0,0 4-3 16,0-2 4-16,-2 0-11 0,1 6 8 0,1-2-3 16,-2 1 5-16,0 1-7 0,0 0 0 0,0 1 2 15,0 3 0-15,0-3 10 0,0 3-10 0,0-1 4 16,0-1-5-16,0 1 8 0,2 1-7 0,0-3 0 16,0 1-1-16,0-1 3 0,0-1 3 0,-1-2 0 0,1-2 0 15,-2-6-2-15,2-1 2 0,0 0 0 0,-2-8 0 16,0 2-4-16,0-10 10 0,0-1-4 0,0 0 8 15,2 2 7-15,0 0 6 0,0-3-2 0,-1 1 2 16,1-2-3-16,2 0-1 0,5-5 0 0,14-19-3 16,1-23-11-16,2-7 1 0,3 0-4 0,5-5 3 15,1 1-3-15,6 3 2 0,0-1-1 0,-4-2-1 16,0 1-6-16,0-6 1 0,-3-4 3 0,3 0-3 16,-6-3-5-16,-5 8 3 0,-2 7 1 0,-7 8 2 0,-2 6 2 15,-4 8 6-15,0 7-3 0,-1 2 3 0,-3 5-4 16,-1 4-6-16,-3 4-1 0,1 6 0 0,-2 1 0 15,0 4-7-15,1-4 1 0,1 0-3 0,0 3-5 0,-2-1-14 16,0 0-1-16,-1 2-4 0,1 0-15 0,0 2-37 16,-2 1-7-16,0 14-12 0,0 9-28 0,-2 4-11 15,0 0-13-15,1 9-8 0,1-4-120 0</inkml:trace>
  <inkml:trace contextRef="#ctx0" brushRef="#br0" timeOffset="-20636.17">22387 10755 264 0,'0'0'153'0,"0"-2"-18"0,-2 1-38 0,0-1 35 0,0-2-95 16,0 0-21-16,1 1 11 0,-1-1-4 0,0 0 9 16,0 0-3-16,0 1-8 0,0 1-3 0,0 0 0 15,1 0-7-15,-1 0-5 0,0 0 3 0,0 2-2 16,0 0 2-16,0 0 2 0,0 2-7 0,1 2 5 15,-5 7-9-15,-7 17 11 0,2 4-4 0,0 3 5 16,1 4-1-16,1 2-4 0,2 3 4 0,-3 3-4 16,3-1 8-16,0-3-2 0,1 0 1 0,0-8-1 0,3-4 8 15,-1-3 4-15,0-4-5 0,1-3 4 0,-1-3-1 16,0-3-9-16,0 0 3 0,3-4-7 0,-1 0-7 16,0-3 10-16,0-1-6 0,2-1 6 0,0-3-8 0,0-1-3 15,0 0 0-15,-2 2-4 0,0 0-20 0,0-3-30 16,1 1-5-16,-1 0-8 0,0 0-31 0,0-2 0 15,0 0-25-15,2-2 9 0,0 0-76 0,0-3 32 16,6-18-11-16</inkml:trace>
  <inkml:trace contextRef="#ctx0" brushRef="#br0" timeOffset="-20117.86">22385 10781 165 0,'0'0'71'0,"0"-2"-9"0,0 1 75 0,0-1-13 15,-2-2 2-15,0 0-60 0,0 1-13 0,2 1 4 16,-1-2-6-16,-1 0 11 0,0 1-12 0,0-1-2 15,0 0-4-15,2 0-18 0,0 1 5 0,0-1 1 16,0 0 0-16,0-1-10 0,0-1-4 0,2 2-3 16,2-1 2-16,3-1 0 0,19 1-10 0,0 1-1 0,2-15-3 15,2 8 0-15,-4 4-3 0,0 5 5 0,-4 2-5 16,0 0-1-16,-7 2 1 0,-4 2-3 0,-2-1 4 16,-3 1 3-16,1 2 8 0,-5-3-1 0,8 12 2 15,-5 0 4-15,-1 2-5 0,-4-2 3 0,-2-1-5 16,-4 3 0-16,-3-2 6 0,7 2-5 0,-22-1 5 15,0 1 0-15,-2-2-5 0,0 2 4 0,0-6-5 0,0 6-6 16,2-8 2-16,-2 2 1 0,4 0 0 0,-1-5 3 16,5 3-4-16,1-7-2 0,0 2 0 0,4-1 5 0,0-1-4 15,2 0 2-15,6 4-4 0,-1-3-2 0,2-1 1 16,1 2-2-16,-1 0 2 0,2-3-1 0,0 1-4 16,0 0 3-16,2 0-4 0,0 0 9 0,0 2-2 15,2-1-4-15,2 1 1 0,5 3-4 0,14 6 4 16,-1-1 0-16,2-1 0 0,2 0-3 0,0 0 4 15,2 0-1-15,0 0 2 0,-1-1 1 0,-1-1-1 16,4 0-1-16,-4 0-1 0,0 4 0 0,-7-3-1 16,1 1 3-16,-3 0-1 0,1-9 1 0,-6 13-4 15,-5 1 2-15,-3-3-2 0,5 2 8 0,-3-4-2 0,-3 0-4 16,-1-1 3-16,0-1-3 0,-2 0 3 0,0-1 7 16,-2-1-4-16,0-1 4 0,-3 1 6 0,-6 1-3 15,-14-3 4-15,-2 3-5 0,-3-5 3 0,2 3-5 16,-5-2 5-16,-3-1-9 0,3 3 4 0,-2-2-1 0,-1-1 2 15,5 3-3-15,-3-4-3 0,5 0-2 0,-1 1 0 16,2-1-3-16,8 2 0 0,-4 13 0 0,9-10-2 16,-2-1-31-16,2-3-54 0,8-1-3 0,-3 0-19 15,7-2-36-15,-1 0-65 0,2 0-50 0</inkml:trace>
  <inkml:trace contextRef="#ctx0" brushRef="#br0" timeOffset="-18802.95">23421 10648 60 0,'0'0'33'0,"0"0"-27"0,0 0 36 0,0 0-12 0,0 0 5 16,0 0 8-16,0 0 6 0,-2 0-3 0,0 0-3 16,0 0-20-16,1 0-1 0,-1 0-5 0,0 0-4 0,0 0-1 15,0 0 0-15,0 0 0 0,0 0-3 0,1 0-9 16,-1 0 2-16,0 0-2 0,0 0 11 0,0 0-4 16,0 0 3-16,0 0-3 0,1 0 17 0,-1 0-2 15,0 0 5-15,0 0-5 0,0 0 3 0,0 0-7 16,0 0-1-16,1 0-1 0,-1 0 0 0,2 0 0 15,0 0-2-15,0 0 1 0,0 0-4 0,0 0-3 16,0 0-4-16,0 0 2 0,0 0-3 0,0 0 1 16,0 0 7-16,-2 0-4 0,2-2 4 0,0 2-4 0,-2-2 1 15,0 0 0-15,2 2 11 0,0-2 3 0,0 0-5 16,0 2 4-16,0-2-6 0,0 1 2 0,0-1-2 16,0 2 1-16,0-2-7 0,0 2-9 0,0 0 4 15,0 0-5-15,0 0 4 0,0 0-1 0,0 0 0 0,0 0 1 16,0 0 3-16,0-2 0 0,0 0-1 0,-2 2-1 15,2 0-4-15,0 0 0 0,-2 0 2 0,1-2 0 16,-1 0 4-16,0 1-3 0,0-1 1 0,0 0-1 16,0 2 3-16,0-2-8 0,2 2 2 0,-1-2-4 15,1 2 5-15,-2 0 4 0,0-2-5 0,0 2 5 16,0 0-5-16,0 0 0 0,0 0 1 0,1 0-1 16,-1 0 0-16,0 0 7 0,0 0-3 0,0 0 3 0,0 0-5 15,-1 0 2-15,-1 0-1 0,-2 0 2 0,-3 0-2 16,-2 2 5-16,3-2-3 0,-1 2 3 0,0 0 6 15,3-2-7-15,-3 2 5 0,3-2-5 0,-1 0 13 0,1 0-8 16,1 0 5-16,1 0-6 0,-1 0 3 0,1 0-3 16,0 0 3-16,2 0-3 0,-1 0 3 0,1 0-7 15,0 0-1-15,-2 2-2 0,0-1 1 0,1 1-4 16,-1 0 4-16,2 0-4 0,0 0 3 0,0 0 4 16,1 0 2-16,-1-1 1 0,2-1 4 0,2 0 0 15,-1 0 0-15,5 0 0 0,24 0-8 0,5 0 1 16,6-1 0-16,7-3 1 0,2-2 1 0,6-1 0 15,-4 1-4-15,0 1 3 0,-4-1-6 0,1 2 2 16,-9 3-5-16,-6-1 3 0,-3 0-6 0,-3 0 3 0,-4 2 2 16,-1-2 0-16,-5 0 7 0,-1 2-9 0,-4 0 7 15,-4 0-7-15,-1 0 6 0,-3 0-4 0,3 0-2 16,-3 0 0-16,-1 0-9 0,0 0-40 0,-1 0-7 16,-1 0-13-16,0 0-48 0,2 0-66 0,-1 0-4 0,1 0-28 15,0 0-94-15</inkml:trace>
  <inkml:trace contextRef="#ctx0" brushRef="#br0" timeOffset="-18521.81">23759 10356 518 0,'-2'-4'78'0,"-9"-20"160"0,2 2-201 0,1 3-14 16,5 6-4-16,3 10-4 0,0-5-13 0,0 5 4 15,0-1-3-15,-2 0 1 0,2 0-2 0,-2 3-1 16,2-1 3-16,0 0-4 0,-2 2-4 0,2 0 1 16,0 2-1-16,-2 0 3 0,0-1 8 0,0 7 1 15,-3 20-1-15,1 9-1 0,2-2-6 0,0 2 15 16,1-1-1-16,1-3 6 0,0 0 5 0,0 1-3 16,0-3-3-16,0 1 1 0,0-2-12 0,0-3 5 15,1 1-1-15,-1-2 2 0,2 0-5 0,0-2 0 0,0 1 1 16,0-5-2-16,0 2-15 0,-2-3-52 0,0-1-18 15,0 1-16-15,0-4-104 0</inkml:trace>
  <inkml:trace contextRef="#ctx0" brushRef="#br0" timeOffset="-16996.29">24708 10029 116 0,'0'0'35'0,"0"-2"-4"0,0 1 23 0,0-1 1 16,0-2-7-16,0 2-7 0,0-9 7 0,0 0-11 0,0 2 8 15,0-1-27-15,0 1-3 0,0 2-1 0,0 1-1 16,0 0-6-16,0 1 0 0,0-1-2 0,0 3 0 15,0-1-6-15,0 0 2 0,0 2-1 0,0-1 2 16,0-1-2-16,0 2 5 0,2-2 5 0,-2 2 0 16,1-1-3-16,-1 1 8 0,0 0-11 0,2-2 11 0,0 1-1 15,0-1-2-15,0 0 5 0,0 1-7 0,0-1-6 16,-1 2 7-16,1 0-10 0,0 0 8 0,0 0-6 16,0 1 0-16,0-1 5 0,0 0-3 0,-2 0-1 0,0 0 12 15,0 0-5-15,0 0 7 0,0 1 5 0,0-1-6 16,0 0 5-16,0 2-5 0,0 0 6 0,0 0-2 15,0 0 4-15,0-2-3 0,0 2 7 0,0 0-9 16,0 0 1-16,0 0-6 0,0-2-2 0,0 2 0 16,0 0-5-16,0 0 2 0,0 0-10 0,0 0 6 15,0 0-3-15,0 0 4 0,0 0-12 0,0 0 4 16,0 2 1-16,0 0 1 0,0 2 10 0,-2 12-9 16,-2 14 5-16,0 3-6 0,-1 4 1 0,-1 8 0 15,-1 3 1-15,1 6 0 0,-1 0 5 0,1 0-9 0,-1 2 2 16,1-6-1-16,-1 0 7 0,1-2 1 0,1-9-7 15,-1-2 5-15,0-5-6 0,1-4 15 0,-1-1-4 16,3-4 6-16,-1-1 2 0,0-3-3 0,2-1 1 16,0-1-3-16,1-4-8 0,-1-2 5 0,2-4 1 15,0-3 0-15,0 0 2 0,-2 0 4 0,0-1-2 0,2 1 2 16,-2-2-2-16,0 0-2 0,0 0 3 0,1-2-3 16,-1 0-4-16,0-2 0 0,0-2-3 0,-7-18 3 15,-1-6 3-15,5-4-7 0,-1-3 2 0,3-6-4 16,3-3 0-16,0-8 3 0,3-8-3 0,5-1 2 15,-1-2-9-15,1 2 3 0,-3 7-4 0,1 4 4 16,1 9-1-16,1 4 1 0,-1 5 2 0,0 2 0 0,1 4-6 16,1 4 4-16,0 3-1 0,1 5 2 0,-7-1 3 15,20 4-3-15,1 0-1 0,4 3-1 0,1 1 1 16,7 3 1-16,3-2-1 0,5 3 0 0,-3-1 0 0,7-20-3 16,-3 11 4-16,-2 5-1 0,-3 7 6 0,-8 1-8 15,-2 1 1-15,-8 3-4 0,-2 2 3 0,-3-1 2 16,-4 1 0-16,-5-1 1 0,-3-1 3 0,8 15 4 15,-2 1 0-15,-3 4 2 0,-6 2-3 0,-4 0 0 16,-6 2-3-16,-3-2 2 0,-7 4-2 0,8-2 3 16,-19-1 4-16,-7 1-1 0,7-4-1 0,-10-3-1 15,0-1-5-15,3 1 3 0,-4-3-1 0,2-1 1 16,1-4 0-16,2-4 0 0,3 1-4 0,6-1 1 0,2 0-2 16,4-3 1-16,-1 3-5 0,5-2 6 0,1 1-3 15,2 1 4-15,2 0-7 0,1-3 1 0,5-2 2 16,1 1 0-16,2-3-3 0,2 0 4 0,-5 5 1 15,1-1 1-15,2-2 3 0,2 1-5 0,0-1 2 0,0-2-2 16,2 3 6-16,2 1-1 0,11 0-6 0,12-1 3 16,3 1-3-16,2-1-2 0,1 1 4 0,4 3-3 15,4 0 8-15,-2 1-8 0,0-1 5 0,-7-3-6 16,-3 1 8-16,-3 0-5 0,-2 1 1 0,4 1-1 16,-5-1 5-16,-1-1-8 0,-5-1 1 0,-1-1-5 15,-6 2-7-15,1-3-18 0,0 4-6 0,-6-5-4 16,5 1-23-16,-3 0-10 0,-3-2-3 0,1 1 0 0,-3-3-1 15,2 2 0-15,3 4 15 0,-1-3-14 0,3 3-34 16,-1-2-46-16,-1-2-29 0,2-1 9 0,3 1-15 16</inkml:trace>
  <inkml:trace contextRef="#ctx0" brushRef="#br0" timeOffset="-16278.96">25564 10300 625 0,'0'-1'69'0,"0"-1"4"0,-2 0-9 15,0 0-14-15,0-2-16 0,0 1-7 0,0-1 0 16,1 0-5-16,-1 2 1 0,0 0-15 0,0 1-6 16,0-1 5-16,0 2-5 0,0 0 8 0,1 2 1 0,-1-1 4 15,0 3-1-15,0 2 4 0,-9 20 2 0,2 2-2 16,3 1 1-16,0 3 2 0,3-2-2 0,-1-3-2 16,0 1 0-16,1 0-6 0,-1 2 3 0,2-2-1 15,-2 1 0-15,1 1-5 0,-1 0 3 0,-2-1-1 0,3-1 1 16,-1-2-8-16,0-3 5 0,0-1-4 0,1-2 5 15,-1 1-3-15,2-5 4 0,0-1-4 0,-1-2 5 16,-1-2-2-16,2-5-9 0,2-2 7 0,0-2-8 16,0-1-5-16,-2 3-8 0,0 0-4 0,0-2-1 15,1 0-14-15,-3-2-2 0,2-2 0 0,0 0 2 0,-2-4 15 16,-7-18 8-16,4-2-1 0,1 0 2 16,3-2 2-16,1 0 6 0,0-1 1 0,2 1 3 0,0 0 5 15,0-2-6-15,0 4 5 0,0 0-4 0,2-2 8 16,0 6 7-16,1-4-6 0,1 0 4 0,2 6-9 15,1-2 3-15,0 3 0 0,1 4 0 0,1 0-8 0,-1 4 0 16,1 0 5-16,9 4-3 0,3-1 3 0,3 4 2 16,-2 1 2-16,2-14-1 0,1 8-2 0,-3 5 4 15,2 4-8-15,-6 4 7 0,-1 1 0 0,-6 3-1 16,-5 1 2-16,-2 15-2 0,12 0 1 0,-6-1-3 16,-3 3 1-16,-5-4-3 0,-2 0 2 0,-4 0-1 15,-3-3 1-15,-4-1-1 0,1-1-5 0,-16-2 4 16,0-2 3-16,0 0 0 0,0 0 10 0,4-4-16 0,0-1 4 15,0-3-7-15,1 1 6 0,6-2 1 0,2-1-2 16,8 1 1-16,-1-2-6 0,4 0 0 0,0-2 0 16,-1 3 1-16,-1 1 1 0,2 0 1 0,0 0 0 15,0-3-1-15,2 1-4 0,0 0 4 0,2 0-3 0,2 0 3 16,11 0 0-16,9-2 5 0,2 0-2 0,4 0 2 16,-2 0-10-16,1 0 2 0,5 0-4 0,-3 0 4 15,-1 0-1-15,-2 0 1 0,0 2 4 0,-6 1-3 16,-2 1-1-16,-7 0-1 0,-5-1 2 0,-3 1 0 15,-1-2 6-15,5 11 6 0,-1 2 1 0,-5 0 1 16,-3 0 0-16,-1 1 5 0,-7 3-5 0,4-2 5 16,-27-1-5-16,-8-1-8 0,4 0 5 0,-4 0-5 15,0 0 6-15,5-4-10 0,1 2 6 0,1-4-7 0,3 0 8 16,3-1-5-16,1-4-2 0,5-3 0 0,7 1-4 16,0 2-4-16,4 3-7 0,1-1 0 0,1-2-29 0,5-4-35 15,-2 2-2-15,1-2-12 0,1 0-24 0,0-2-63 16,2-2-11-16,2-3-19 0,9-16-56 0</inkml:trace>
  <inkml:trace contextRef="#ctx0" brushRef="#br0" timeOffset="-15953">26293 10204 517 0,'0'-2'197'0,"-2"0"-6"0,-5-15-75 0,-2-3 5 16,0 1-99-16,3 6-16 0,2 4-6 0,2 4 0 16,2 3-1-16,-1-2-4 0,-1 0 4 0,0 1 0 0,0 1 1 15,0 0 6-15,0 0-6 0,0 0-1 0,1 2-1 16,-1 0 6-16,0 2 0 0,0 2 3 0,-5 9-3 16,-6 15 4-16,0 5 1 0,1 6 0 0,1 0-2 15,2 6-8-15,2-3 7 0,1 1-1 0,0-6 5 16,3-2-3-16,1-3 10 0,0-2 0 0,2-1 4 15,0-5 3-15,4-1 3 0,-1-1-7 0,3-3 5 16,-2-5-8-16,1 1-2 0,1-2-1 0,-1-3-2 0,1-1-6 16,-4-5-5-16,0-1-1 0,-2-1-5 0,3 0-25 0,3 2-31 15,1-1-1-15,1-1-13 0,-1-2-23 0,1 0-82 16,1-3 6-16,-2-1-31 0,5-5 13 0</inkml:trace>
  <inkml:trace contextRef="#ctx0" brushRef="#br0" timeOffset="-15821.81">26492 9755 703 0,'-2'-2'141'0,"0"-6"284"0,-7-10-353 0,2 3-40 16,1 4 0-16,4 7-15 0,2 2-17 0,-2-2 0 0,0 1-14 16,1 1 3-16,-1 0-60 0,0 0-69 0,0 2-25 15,0 0-26-15,0 0-209 0</inkml:trace>
  <inkml:trace contextRef="#ctx0" brushRef="#br0" timeOffset="-15329.78">26797 10089 786 0,'-2'-2'92'0,"0"0"191"0,0 0-243 16,0 0-28-16,0 0 9 0,-1-1-15 0,-1 1 6 15,0 0-13-15,0 0-3 0,1 0-3 0,-1 2-3 0,2 0 8 16,0 2-1-16,-9 15 2 0,-7 22-6 0,-1 4 5 16,2 3 2-16,1 6 1 0,-1-2 9 0,2 0-9 15,2-1 4-15,-2-9-4 0,2-4 2 0,0-7 22 16,2-3-4-16,2-5 11 0,-1-3 0 0,3-3 0 16,0-2-1-16,3-4 1 0,0-1-8 0,2-3-8 15,2-1-4-15,0-2 0 0,0 0-8 0,-2 2 4 16,2-1 0-16,0-1 0 0,0 0-7 0,2 0 2 15,0-2-1-15,0 0 1 0,18-6-3 0,3-1-2 16,3-4-1-16,-2 0 2 0,2-2-1 0,2 0 2 0,0 0 0 16,-2 1 1-16,-2 3-5 0,0 2-2 0,0 1-3 15,-2 2 2-15,1 3-1 0,-1 1 0 0,0 1 6 16,-2 3-4-16,1 2 7 0,-3-1-1 0,-1 1 0 0,-2 1 0 16,0 3-4-16,-4-3 6 0,-2-3-2 0,-1 11 4 15,-1 1-4-15,-5 1 10 0,9 0-4 0,-2-1 5 16,-5-1 2-16,-4 2 5 0,0-4 6 0,-4 2-3 15,-1-2 8-15,-6 2-11 0,-2-2 0 0,-15 0-3 16,-4-2 4-16,1-2-3 0,-5 0-2 0,3-1-1 16,0-1 0-16,-1-3-4 0,5 0 1 0,-1 14-3 15,2-7-8-15,2-3 1 0,2-4-13 0,3-4 4 0,1 0-70 16,3-2-68-16,4-2-22 0,0-2-24 0,4 3-168 16</inkml:trace>
  <inkml:trace contextRef="#ctx0" brushRef="#br0" timeOffset="-14829.68">27452 10391 915 0,'-2'0'55'0,"0"0"0"0,0-1-8 16,1-1-7-16,-1 0-16 0,0 0-6 0,0 0 17 15,0 0-5-15,0 0 9 0,0 2-6 0,2-1-3 16,2-1 0-16,2 0-1 0,9-2 2 0,22-5-4 15,2-2 3-15,2 0-5 0,0-1 1 0,0 3-10 16,4 0 1-16,0 1-4 0,-4 1-5 0,-4 3-7 16,-3 2-1-16,-5 1-3 0,-4-1-21 0,-3 2-27 0,-1-2-14 15,-6 2-6-15,-4 0-62 0,-2 0-21 0,-3 0-5 16,0 0-5-16,0 0-20 0,-1-2-3 0</inkml:trace>
  <inkml:trace contextRef="#ctx0" brushRef="#br0" timeOffset="-14597.75">27738 10104 295 0,'-2'-2'101'0,"0"-2"82"16,0-2-29-16,-7-8-52 0,2-1-14 0,-1 2-3 15,3 2-13-15,1 1-22 0,0 1 1 0,0 2-9 16,3 1-11-16,1 4-11 0,0 0-6 0,-2-1-1 16,0-1-12-16,0 2-1 0,2 0 0 0,0 2 0 15,0 0-3-15,0 2 0 0,0 2 2 0,-2 33 1 0,0 2 7 16,2 5-7-16,0 5 2 0,0-1-3 0,0-2 11 15,0-3-7-15,0 0 1 0,0-4-2 0,0-2 1 16,0-5 5-16,0-6-1 0,2-4 2 0,-2-2-4 16,0-1-17-16,0-3-2 0,0-1-8 0,0-2-30 0,0-3-44 15,0-1 9-15,0-2-26 0,0-1-56 0,0-2-103 16</inkml:trace>
  <inkml:trace contextRef="#ctx0" brushRef="#br0" timeOffset="-14114.37">28351 9857 699 0,'0'-2'216'0,"0"0"-297"0,-2-2 260 0,2 1-148 16,-4-9-15-16,2 7-12 0,2 1 1 0,0 2-4 15,0 0 0-15,-2-1-2 0,2-1-2 0,0 0 0 16,0 2-2-16,0 1 5 0,0-1 0 0,0 0 2 15,0 0 2-15,0 2 6 0,0 0-4 0,0 2 6 16,0 2 8-16,-2 10-13 0,-3 18 5 0,-1 3-8 16,-1 6 2-16,-2 7-1 0,1 2 1 0,-1 10-1 15,-2-3-1-15,-2 5-2 0,2 1 1 0,-1-7-1 16,5-3-2-16,1-8 8 0,5-6-6 0,-1-6 6 0,2-5-8 16,0-4 16-16,2-3 0 0,-1-3 8 0,5-1 7 15,-2-6-3-15,-1 0 0 0,1-3-1 0,2-1-4 16,-6-5-6-16,16 0 0 0,-1 9-2 0,0-4 4 0,0-1-3 15,2-4 0-15,-4-2-2 0,0-2-8 0,0-4 2 16,2-3 0-16,-1 5 0 0,3-22-4 0,-2-3 5 16,2-5-6-16,1-5 5 0,1-9-10 0,-1-6 6 15,3-7-1-15,-1-4 4 0,3 2 0 0,-3 0-2 16,0 3 2-16,1 6-2 0,-4 4 2 0,1 6 5 16,-1 3-4-16,3 8 3 0,-3 5-5 0,-2 5 3 15,-6 7 1-15,-3 3 0 0,-1 5-7 0,-3 6 3 0,-2 1-6 16,0-1 3-16,4-2-17 0,0 0 2 0,-3 2-6 15,1 1 1-15,0-1-40 0,-2 2-38 0,0 0-1 16,-2 2-13-16,0-1-24 0,2 1-45 0,-11 19-56 16,2-1 18-16,2 1-50 0</inkml:trace>
  <inkml:trace contextRef="#ctx0" brushRef="#br0" timeOffset="-13601.29">28893 10399 269 0,'-2'0'93'0,"0"0"138"16,0 0-135-16,-2-2-12 0,1 0-10 0,1 2 3 0,-4-2-13 16,1 0-17-16,1 1 1 0,2 1-10 0,0 0-18 15,-1-4 1-15,3 2 0 0,-6-7 1 0,0-1-3 16,5 5-11-16,-3-4 2 0,4 7-4 0,0 0 5 0,0 0-1 16,-2-2-6-16,0 2 4 0,0 1-3 0,0 1 2 15,1 1 3-15,-1 3-2 0,-6 9 0 0,-5 13 0 16,-1 4-4-16,1-4 4 0,1-6-1 0,1 3 0 15,2-5 2-15,0-1-2 0,1-2-3 0,3-2-1 16,-1-2 2-16,2-4-2 0,3-1 5 0,-1-3-1 16,0 1-1-16,2-2-1 0,0 0-1 0,-2 2 13 15,0-1-3-15,0 1 5 0,2-2-10 0,0 0 1 0,0 0-5 16,0-1 2-16,0-1-10 0,0 0 7 0,2 0-1 16,0-1 5-16,0-1-8 0,0-2 0 0,1 0-1 15,-1-7 1-15,13-2 4 0,0-2-8 0,4 2 2 16,-3 2-5-16,3 2 3 0,1 5-2 0,-7-3 1 0,8 1 0 15,-7 4 1-15,1-9-4 0,4 4 2 0,-8 5-2 16,2 2 3-16,4 2 3 0,-1 3-5 0,-1 5 5 16,-4-8-6-16,-1 20 5 0,-7 0 3 0,-1 0 0 15,2 2 7-15,11-3-2 0,-6-1 2 0,-1 1-2 16,-5-3 6-16,-1-1 3 0,-2-4 2 0,0 0 1 16,-2-2 8-16,0-3 2 0,-1 1-2 0,-1-4 2 15,-5 5-8-15,-10-5-2 0,-1 1 3 0,-1-2-3 0,-1-1 1 16,-8 16-6-16,2-8-3 0,1-4-1 0,-3-3-5 15,8-2-1-15,-4-2 3 0,7 0-1 0,4-2-1 16,2 0-7-16,4 0-14 0,2-1 1 0,-1-1-46 16,6 4-19-16,-5-9-10 0,-2-6-4 0,1 0-43 0,4 2-147 15,4 0 14-15</inkml:trace>
  <inkml:trace contextRef="#ctx0" brushRef="#br0" timeOffset="-13179.31">29340 10609 1306 0,'0'0'50'0,"0"-2"1"0,-2 0-20 0,1 0 0 16,-1 0-23-16,0 0-6 0,0 0-2 0,2 1 0 16,0-1 1-16,0 0 8 0,2 2-5 0,0-2 0 0,3 0-2 15,18-5-1-15,4-3 4 0,3 1 6 0,3-2-2 16,-3 0 10-16,0 0-10 0,-2-2-7 0,-4 2 4 15,-2-2 0-15,-3 2 0 0,-3-1 1 0,-8 7-2 16,3-3-3-16,-5 7 1 0,-1-14 2 0,1 2-1 16,-3 0 2-16,7 0 0 0,-3 2-1 0,-1-1 0 15,-1-1-6-15,-3 0 6 0,-2 2-2 0,0-2 3 0,-2 4-8 16,-1 0 3-16,-1 1-3 0,2 5 3 0,-11-3-1 16,-9 4-6-16,-6-16 5 0,0 6-5 0,-2 5 4 15,1 5 1-15,1 2 0 0,-2 6 1 0,2 1 1 16,2 4-3-16,0 2-1 0,4 2-1 0,-2-4-2 0,2 17 6 15,1 2-1-15,3 1 1 0,3-3-3 0,2-4 4 16,-2-1 0-16,6-3 3 0,1-1 0 0,4-3 0 16,-7 1 1-16,4-2 0 0,3-2 5 0,2 2-2 15,2-2 4-15,4-2-3 0,3 0 2 0,3-2-3 16,19-1 1-16,9-3 0 0,-3-1 6 0,4 0-6 16,5-2-1-16,5-1-1 0,6 27-3 0,1-15 2 15,-2-11-4-15,3-2 1 0,-1-2-12 0,0-1-43 16,-2-3-21-16,-10-1-13 0,-5-1-118 0,-5 3-257 0</inkml:trace>
  <inkml:trace contextRef="#ctx0" brushRef="#br0" timeOffset="-12682.88">30231 10131 397 0,'0'0'78'0,"0"0"54"0,0-1-1 0,0-1-57 0,0 0-5 15,0 0-10-15,2 0-5 0,0 0-11 0,0 0-7 0,2 1 1 16,5-1-7-16,11-4-1 0,8 1 2 0,-4 3-2 16,6 0 2-16,4 0-11 0,-5 0 1 0,3 2-6 15,-4-2 3-15,1 0-12 0,-1 1 3 0,-4 1-6 16,-5 0 6-16,-2 0-15 0,-1 0 5 0,-4 0-11 16,-1 0-14-16,-6 0-28 0,-1 0-35 0,0 0-4 15,-1 0-181-15</inkml:trace>
  <inkml:trace contextRef="#ctx0" brushRef="#br0" timeOffset="-12494.45">30215 10395 799 0,'0'0'357'0,"-2"-2"-469"15,0 0 418-15,0 1-230 0,0-1-62 0,0 0-7 16,1 0-6-16,1 0 2 0,0 0-1 0,1 0 4 15,1 2-1-15,19-1 1 0,20-1-5 0,5 0-1 16,0 0 5-16,3-4-4 0,5 1 3 0,1-3-9 0,5 1-7 16,-3 0-1-16,-8-5-34 0,-5 3-95 0,-5 0-64 15,-6 0-11-15,1-1-173 0</inkml:trace>
  <inkml:trace contextRef="#ctx0" brushRef="#br0" timeOffset="-12029.62">31503 9925 963 0,'-2'-2'276'0,"1"1"-381"0,-3-1 328 0,-2-2-186 0,-9-3-30 16,4 1-10-16,6 4-2 0,-5 0-1 0,5 2 7 15,-4 0-2-15,-1 0 1 0,5 0-3 0,-5 2 1 16,5 0 2-16,-4 4 0 0,-3-5 1 0,3 14 0 0,0 0 5 15,-2 2 1-15,3 1 2 0,-1 1 2 0,-2 1 10 16,2 1-5-16,-4 3 7 0,3 2-4 0,5 0-1 16,-1 0 1-16,4 0-3 0,-7-2-10 0,4 6 4 15,1 1-2-15,-15-1 2 0,10 0-1 0,5-6 3 16,2-5 2-16,2 3 0 0,0-2 3 0,4-1-9 16,2-1 6-16,-1-5-6 0,3 0 5 0,1-1 3 15,10-5-4-15,5-1 4 0,5-1 0 0,3-1 0 0,5-2-1 16,-2 18 0-16,2-9-7 0,1-7-1 0,1-4 0 15,1-2 0-15,-1-3 1 0,0-3 6 0,0-3-7 16,0-2 5-16,-1 2-13 0,-5-2 7 0,4-2 4 16,-9 2 1-16,-4 0 1 0,-3 9-2 0,-10-22-5 15,-2-2 2-15,-3 1-7 0,-3-5 11 0,16 0-3 0,-8-1 4 16,-7 1-6-16,-3 3 5 0,-2-5 1 0,-3 5 0 16,-5-1-2-16,-6-2-9 0,-2 4 5 0,8 1-6 15,-17 1 6-15,0 3-6 0,0 3 0 0,0 1-4 16,0 5-12-16,0 1-73 0,-2 3-15 0,-2 3-24 15,1 5-103-15,-3-17-309 0</inkml:trace>
  <inkml:trace contextRef="#ctx0" brushRef="#br0" timeOffset="-9945.18">24277 12280 256 0</inkml:trace>
  <inkml:trace contextRef="#ctx0" brushRef="#br0" timeOffset="-9616.09">24301 12207 58 0,'0'0'28'0,"0"0"-24"15,0-2 40-15,0 1-13 0,0-1 36 0,0-2-15 16,0 0 6-16,0-7-9 0,0-6 2 0,0 1 11 0,0-8-6 16,2-1 7-16,2-1-5 0,1 2-14 0,1 0 8 15,-1 2-11-15,1 3 6 0,1-5-5 0,1 2-6 16,-1 3 2-16,-1 1-14 0,-3 1-1 0,1 4-2 15,-2 6-1-15,0-1-10 0,0 1 3 0,-2 5 0 0,0 0-1 16,2-2-8-16,-1 1 7 0,1 1 0 0,-2 0 3 16,0 2-2-16,0 0-1 0,0 2-2 0,0 0 1 15,-13 29 2-15,0 3-6 0,-1 3-2 0,-1 0-3 16,2-2-4-16,0 0 5 0,0-1 1 0,3-3 1 16,3 3-8-16,0-4 6 0,1-4 1 0,0 0 2 15,1-2-5-15,1 0 3 0,4-4 0 0,0 1 3 16,2-1 14-16,0-3 3 0,3 0 1 0,1-6-1 0,0 0-4 15,-1-2-7-15,3 0 2 0,-1-3-4 0,12 1-2 16,-5-5-10-16,3 0-3 0,0 0-4 0,-1 9-23 16,3-2-13-16,-4-5-2 0,2-4-7 0,-3 0-67 0,3-4-37 15,-2-3-28-15,-2-1 0 0,4 5-103 0</inkml:trace>
  <inkml:trace contextRef="#ctx0" brushRef="#br0" timeOffset="-9380.64">24646 11470 1402 0,'0'-2'44'0,"0"0"4"0,-1-1-14 0,-3-12-13 16,2 6-11-16,2 3-12 0,0 4-6 0,0-2-3 0,0 1-1 15,0-1-20-15,2 2-15 0,0 0-1 0,0 0-3 16,-1 1-2-16,1 1-4 0,0 0 2 0,0 0-3 15,0 0-10-15,0 0-95 0,0 1-42 0,-1 1-11 16,1 2-45-16</inkml:trace>
  <inkml:trace contextRef="#ctx0" brushRef="#br0" timeOffset="-8881.68">24884 12152 750 0,'-2'-2'100'0,"0"0"195"0,1-2-262 0,-1 0-28 16,0 1 0-16,0-1-6 0,0 0 0 0,-2 2 4 15,1 1-6-15,-1-1 4 0,0 2-9 0,-1 0 4 16,-5 3 4-16,-1 5-2 0,0-1 0 0,0 21 1 16,-2 0 1-16,0 2 1 0,0-1 5 0,0-1 11 15,2 4-10-15,0-4 10 0,1 0-9 0,3-4 7 16,1-4 4-16,1-1 0 0,1-5-2 0,2-1 8 0,0 0 0 15,-7-1 4-15,5-5-2 0,3-1-8 0,-1-1-5 16,0-1 0-16,0 0-14 0,2-1 7 0,0-1-2 16,0 0 4-16,2 0-5 0,0 0 1 0,0-2-4 15,1 0 2-15,3 0-1 0,5-4-2 0,2-2 0 0,-2 1 0 16,2-3 1-16,2-1-2 0,-2 0 2 0,4-2-2 16,-4 1-5-16,2 1 3 0,5-2 1 0,0 0 2 15,3 0-3-15,3 2 3 0,-4 1-5 0,4 3 5 16,0 1-2-16,0 2 1 0,0 2-3 0,-4 0 2 15,4 4-6-15,-2 1 7 0,-1 1 1 0,-3 1 0 16,-1 1-5-16,-6-1 7 0,0 2-4 0,-2 1 5 0,-4-1-3 16,-1 8 4-16,-3 1 1 0,10 1 1 15,-3-3-5-15,-5 1 6 0,1 2 2 0,-4-1 0 0,-2 1 3 16,-2-4 4-16,-4 3-3 0,1-7 4 0,-6 4 6 16,-8-7 2-16,-11 1-1 0,1-2 0 0,-9-5-10 0,1 4 4 15,-5 18-4-15,-1-11 4 0,2-6-11 0,4-5 0 16,2-2 0-16,7-3-1 0,4-1 0 0,3-2-6 15,5 1-2-15,1-3-5 0,4 1-26 0,1-1-46 16,3 1 7-16,3-8-20 0,0-2-4 0,-5 4-138 16,2 2-3-16,3 4-54 0,4 1-74 0</inkml:trace>
  <inkml:trace contextRef="#ctx0" brushRef="#br0" timeOffset="-8114.33">25729 12161 174 0,'0'0'69'15,"0"0"3"-15,-2 0 49 0,0 0-28 0,0 0 8 0,-1 0-58 16,1 0-3-16,-9 0-2 0,1 0 1 0,1 0 10 16,2 0-8-16,-1 0 2 0,4 0-6 0,1 0-2 15,1 0-1-15,0 0-5 0,0 0 4 0,-2 0 3 0,1 0-8 16,1 0 5-16,0 0-8 0,2 0-10 0,2 0 4 15,0 0-4-15,9 0 3 0,26 0-8 0,4-2 8 16,3-4-9-16,5-1 7 0,-3 0-7 0,8-1 2 16,-2-1 1-16,-4 1-2 0,1 3-7 0,-10 1-2 15,-2 2 5-15,-6 0-4 0,-1 2-3 0,-4 0 2 16,-2 0 0-16,-5 0 2 0,-5 0 0 0,-2 0 4 16,-7 0-7-16,1 0 4 0,-4 0-9 0,-1 0-13 15,3 2 5-15,0-2-8 0,-2 0-7 0,0 0-33 16,-1 0-1-16,-1 2-11 0,0 0-10 0,-1 0 19 0,-3 0-3 15,2-2 12-15,-13 3 16 0,4-1 12 0,0 0-11 16,2 0 3-16,-1-2-62 0,3 0-22 0,-2 0 6 16,1 0-12-16,1 2-12 0</inkml:trace>
  <inkml:trace contextRef="#ctx0" brushRef="#br0" timeOffset="-7864.67">25807 12293 356 0,'-2'0'56'0,"0"0"95"0,-2 0-83 15,1 0-5-15,1 0 0 0,-4 0-3 0,4 0-5 16,-1 0-11-16,-1 2 0 0,0-1-5 0,1 1-15 16,1 0 15-16,0 0-4 0,0 0 6 0,2 0-17 0,0 0-3 15,2-1 5-15,2-1-4 0,22 2 5 0,7-2-2 16,-1 0-4-16,5-3 1 0,7-1-8 0,-1-2-7 15,-2 1 2-15,-4-1-4 0,-4 2 6 0,-3 1-11 16,-4 1 1-16,-5 2-1 0,-3 0 7 0,-3 0-10 16,-2 0 3-16,-2 0-7 0,-2 0 0 0,-1 0-25 15,-3 0-7-15,1 0-18 0,-2 0-142 0,-1 0-73 16</inkml:trace>
  <inkml:trace contextRef="#ctx0" brushRef="#br0" timeOffset="-4184.38">27140 11927 3 0,'0'0'1'0,"0"0"16"16,0 0-4-16,0 0 7 0,0 0-12 0,0 0 11 15,0 0 1-15,0 0 4 0,-2 0 13 0,0 0-17 16,0 0 10-16,1 0-9 0,-1 0 26 0,0 0 16 15,0 0-10-15,0 0 8 0,0 0-28 0,0 0-1 0,1 0 0 16,1 2-2-16,-2 0-9 0,0-1 8 0,0 1-7 16,0-2 6-16,0 0-16 0,0 2-3 0,1 0-3 15,-1 0 0-15,0 0-6 0,0 0 10 0,0-1-3 16,0 1 4-16,0 0-11 0,-1 0 9 0,-1 0 2 0,0 0 4 16,1-2 7-16,-5 2 6 0,1-1 3 0,1 1 0 15,1 0 6-15,-1 0-16 0,2-2 5 0,1 0-8 16,-3 0 7-16,4 0-7 0,-2 0-5 0,1 0 2 15,1 0-5-15,0 0 3 0,-2 0-5 0,2 0 4 16,1 0-10-16,-1 0 13 0,0 0 0 0,0 0 3 16,0 0-4-16,-2 2 1 0,1 0 2 0,-1 0 1 15,0-1 6-15,2 1-5 0,1 0 2 0,-1 0-3 0,0-2 5 16,0 0-12-16,0 0 1 0,0 0-4 0,0 0 2 16,1 0-2-16,-1 0 2 0,0 0-2 0,0 0-1 15,2 0-2-15,0 0 2 0,0 0-3 0,0 0 2 0,2 0 0 16,0 0-2-16,0-2 2 0,-1 2-1 0,20-5 0 15,1-1 2-15,4-1-2 0,0 1-1 0,2 0-2 16,5-1 2-16,1 1 0 0,-1 1-1 0,3-1-2 16,-7 1 0-16,1 1 0 0,0 0 0 0,-4 2 3 15,-4 1-6-15,0-1 4 0,-5 0 2 0,2 2-3 16,-6 0 2-16,-4 0-3 0,2 0 0 0,-5 0 5 16,-1 0 0-16,1 0 0 0,-3 0-5 0,-1 0 1 15,2 0-1-15,-2 0 1 0,0 0 2 0,1 0-5 0,1 0 6 16,0 0-6-16,0 0 3 0,-1 0 4 0,-1 0-5 15,0 0 5-15,0 0-4 0,0 0 0 0,0 0 3 16,-1 0-2-16,1 0 1 0,0 0-2 0,0 0-3 16,0 0 2-16,0 0 2 0,0 0-1 0,-1 0 1 15,1 0-2-15,0 0-3 0,0 0 1 0,0 0 2 0,0 0-1 16,-1 0 5-16,1-2-11 0,0 2 6 0,0 0-12 16,0 0-13-16,0 0-44 0,0 0-2 0,-1-2-24 15,1 0-122-15,0 0-135 0</inkml:trace>
  <inkml:trace contextRef="#ctx0" brushRef="#br0" timeOffset="-3572.29">27964 11487 240 0,'0'-2'79'0,"0"0"-43"0,0-7 68 16,0-15-19-16,0 1-73 0,0 7 14 0,0-1-5 15,0 0 7-15,0 4-4 0,0-2 2 0,2 2-1 0,0 6 2 16,0-2 2-16,0 3-1 0,0 1-1 0,0-1-2 16,-1 0-4-16,1 3 12 0,0-1-1 0,0 0 4 15,0 1-5-15,0-1 8 0,0 2-2 0,-1 0 3 16,1 0-6-16,0 0-4 0,0 2-2 0,0 0-2 16,0 2-18-16,0 0 4 0,-1 2-5 0,-1 3 6 15,2 16-3-15,-2 1-2 0,0-2 1 0,-2 2-2 0,-1-2-7 16,-1 4-3-16,2 0 3 0,-2 2-3 0,3 2 5 15,-1 5 2-15,0 1-2 0,-2 1 1 0,0 5-3 16,1 1-1-16,1 0 1 0,0 3 1 0,2-7-1 0,0-2 2 16,0-1 0-16,0-9 2 0,2 3 0 0,0-4 3 15,0-7-4-15,1-3 4 0,1-3-7 0,-2-5 8 16,0-3 0-16,-2-3 5 0,2 2 14 0,-1 0-2 16,1-2-1-16,0-1-1 0,2 1-17 0,1-2 8 15,12-5-10-15,-2-5 8 0,4-6-14 0,-3-21 4 16,-1-2 2-16,11 1 2 0,-7-6 0 0,5-3-4 15,5 3-1-15,-3-6-1 0,0 3-4 0,4-1 3 16,-4 0-1-16,0 1 2 0,4 5 7 0,-6-1-6 16,2 4 4-16,-4 2-4 0,-3 2 1 0,-6 3-2 0,0-1 3 15,-4 10-3-15,-3 1 0 0,-1 11 0 0,-3 2-4 16,4 1 3-16,-3 4-6 0,1 1-16 0,-2 1-9 16,0 0-3-16,0 0-43 0,-2 2-39 0,0 0-1 15,-2 2-16-15,0 2-41 0,-9 16-86 0</inkml:trace>
  <inkml:trace contextRef="#ctx0" brushRef="#br0" timeOffset="-3109.38">28668 11487 172 0,'0'0'184'0,"0"0"-24"16,-2-2-12-16,0 0 26 0,1 0-95 0,-1 2-59 15,-2 0 9-15,0 0-9 0,-3 0 10 0,-6 2-7 16,0 4-2-16,0 1 4 0,0-1-5 0,-2 20 1 0,4 3 1 15,-4 1-3-15,2 4 3 0,0-3-5 0,-2-1-3 16,6 5 3-16,-2-1-3 0,1-1 7 0,1-2 3 16,2-1-1-16,-1-6 1 0,5-3-8 0,1-3 9 15,-8-5-5-15,3-2 6 0,1-1-10 0,5-5 3 16,1-3 3-16,0 2-2 0,-2 0-2 0,0-1-3 16,2-1-2-16,0 0 1 0,0 0-11 0,0-2 3 15,0 0-5-15,0-2 5 0,0-2-4 0,0 1 0 16,5-16-1-16,1 4 0 0,0-2-4 0,3 1 2 0,-2 5-3 15,1-1 3-15,-1 3-8 0,10 4 9 0,0-1-3 16,1 4 5-16,-1-9-4 0,-2 2-3 0,1 1 4 16,-1 5-3-16,2 1 3 0,-2 2-1 0,0 0-1 15,-2 2 1-15,-2 1-4 0,-2 1 4 0,-1 0-2 16,-5-2 4-16,-1 9 6 0,7 2-3 0,-1-2 4 0,-3 2-4 16,-1 2 7-16,-4-2-4 0,0 3 2 0,-4 1-3 15,-1-2 7-15,-4 0 1 0,7-4-6 0,-24 0 4 16,2 2-6-16,-1 0-3 0,1 0 6 0,0-2-6 15,-2 2 5-15,6-5-7 0,-3 1 5 0,7 0-5 16,5-3 5-16,-1-2-16 0,1 5-15 0,4-4-4 16,1-1-79-16,3-2-86 0,-1 0-11 0,2 0-33 0,0 0-118 15</inkml:trace>
  <inkml:trace contextRef="#ctx0" brushRef="#br0" timeOffset="-2337.66">28915 11906 368 0,'0'0'42'0,"0"0"1"0,0-1 23 16,0-1-17-16,0 0 2 0,0 0-35 0,0 0-5 0,0 0-2 16,0 0 0-16,0 1-1 0,0-1 17 0,-2 0 3 15,0 0 4-15,0 0 16 0,1 0 21 0,-1 0-8 16,2 1 11-16,0-1-15 0,0 0-9 0,0 0 2 16,0 0-6-16,0 0-15 0,2 0-4 0,-1 1-2 15,1-3 2-15,0 4-3 0,22-9-7 0,2-3-1 0,2-1-2 16,2 2 1-16,-6-4-7 0,-2 3 5 0,1-3-6 15,-5-2 5-15,1 4-3 0,-6-2-2 0,-2 0-1 16,-2 0-4-16,-3 2 9 0,-1-1-6 0,-3-1 7 16,0 2-7-16,0 0 1 0,5 2 7 0,-1 1-5 15,-2 1 2-15,-4 3 2 0,0 1-2 0,0 3 2 16,0 0-4-16,-2-2-3 0,-2 1 0 0,-13-5 0 0,-5 5-2 16,-8 3 2-16,2 3-4 0,1 7 3 0,-3 4-2 15,2 5-1-15,2-8 1 0,2 17 0 0,3 4 1 16,5-1-1-16,6-1 0 0,1-2-1 0,5-2 0 0,-10-2 0 15,4 0 2-15,8-6 0 0,2-1 7 0,2-4 6 16,4 2-4-16,3-2 4 0,6 0 0 0,13-4-5 16,2-5 4-16,3 16-5 0,2-7 0 0,-1-7-6 15,1-2 0-15,0-4-1 0,-1 0 0 0,-3 0-4 16,-1-2-6-16,-4-2-3 0,-4-1-44 0,-5-1-62 16,0 0 2-16,-6 3-29 0,-2-1-86 0</inkml:trace>
  <inkml:trace contextRef="#ctx0" brushRef="#br0" timeOffset="-1659.43">27697 12413 327 0,'0'0'25'0,"-2"0"-2"0,0 0 3 0,0 0 7 16,-1 0-11-16,1 0 8 0,-9-1-10 0,0 1-2 15,1 0 0-15,-3 0 7 0,0 0 19 0,2 0 0 16,0 0 7-16,2 0 8 0,1 0 0 0,1 0-2 15,-2 0 0-15,1 0-10 0,1 0 3 0,1 0-3 0,4 0 2 16,-3 0-12-16,3 0-9 0,-2 1 1 0,1 1-5 16,1 0-5-16,0 0-4 0,0 0 1 0,0 0-2 15,2 0 6-15,0-1-8 0,0 1 0 0,2 0-2 16,2 0 7-16,-2-2-9 0,22 7 4 0,2-1-5 16,1-2 5-16,7-3 0 0,1-1-2 0,6 0 1 15,5-1 0-15,5-3 7 0,12-2 3 0,7 1-1 0,6-3 1 16,10 1-4-16,-5-2-3 0,-1-1 1 0,2 1-6 15,0 0 0-15,-4 1 0 0,3 1-2 0,3 1-9 16,-2 3 2-16,5-3 1 0,-7 2 2 0,-2-1-2 0,-11 1 3 16,-8 0-3-16,-11 3 3 0,-5 1 2 0,-6 0-4 15,-5 0 2-15,-8 0-4 0,-2 0 4 0,-5 0-3 16,-2 0 1-16,-6 0-2 0,-3 0 4 0,-1 0-4 16,1 0 4-16,-1 0-4 0,-1 0 1 0,-2 0-1 15,2 0-4-15,-1 1 2 0,1 1-9 0,0 0-50 16,-2-2-8-16,-1 0-20 0,1 0-72 0,-2 2-143 15,0 0 5-15</inkml:trace>
  <inkml:trace contextRef="#ctx0" brushRef="#br0" timeOffset="-962.03">28304 12740 715 0,'-2'-2'94'0,"0"-1"168"16,-5-9-229-16,1 3-28 0,1 2-5 0,3 3-2 16,0 0 1-16,0 1-4 0,0 1 4 0,1 0-4 0,-1 0-1 15,0 0 8-15,0 2-3 0,0 0 5 0,0 2 0 0,0 0 6 16,-3 7 7-16,-12 19-2 0,4-2 13 0,4 4-3 15,0 1-3-15,1 1 1 0,3 3-8 0,-1-1-2 16,2-7-2-16,1-1 1 0,-1 0-5 0,0-3 10 16,0 1-9-16,3-4 9 0,-3 1-11 0,2-3 9 15,0-1 0-15,0-2 1 0,2-2-1 0,0-4 0 16,0 0 0-16,0-3-1 0,0-2-12 0,0-1 10 16,0-1-6-16,-1 2 8 0,-1 0-2 0,0-1-1 15,0-1 2-15,2 0-2 0,-2-2-5 0,0 0-5 16,0 0 1-16,1-2-2 0,-1-2-2 0,2 1 6 0,-4-16-5 15,0-1 5-15,2-1-7 0,1-1 3 0,1-2 0 16,0 2 0-16,3-2 3 0,3-4-4 0,-1 2-1 16,3-8-1-16,-1 6 4 0,1-5 1 0,1 1-1 15,2 3 0-15,2-1 1 0,0 6-1 0,4-2 1 16,-15 4-2-16,20 3-2 0,4 4 2 0,2 0 7 0,-2 0-2 16,2 2 9-16,-1 4 1 0,1 2-4 0,0-12 3 15,0 8-7-15,-6 7-6 0,2 4 5 0,-5 2-4 16,0 6 3-16,-6-3-7 0,0 4-2 0,-4 4-1 15,-4 10 9-15,-1-3-4 0,-2 1 2 0,9-7-2 16,-2 3 2-16,-3 0-3 0,-4 0 1 0,-2-3 0 16,-4 1 1-16,-1 0-1 0,-3 0-1 0,-3 2 1 0,2-1 3 15,-15-4-3-15,-1 1 1 0,-1-2-1 0,0 0 1 16,2 2 1-16,-2-2 2 0,6 0-3 0,3-3-1 16,-1-5 0-16,3 3 0 0,2-4 1 0,3 1-3 0,5 1 4 15,1 0-2-15,2-2 4 0,-1 0 0 0,-1 1 2 16,0 1-1-16,2 0-1 0,0-1-8 0,1-1 7 15,1 0 0-15,0 0 4 0,1 0 1 0,3 0 1 16,13 7-2-16,11 2 2 0,3-2-7 0,3-3 11 16,3-2-2-16,0-1 4 0,-2 1-7 0,-1 0-7 15,-3 0-1-15,-3-1 0 0,-4 1-6 0,-1 0-16 16,-7-2-2-16,-3-1-9 0,-5 1-43 0,-5-2-97 0,1 0-18 16,0 2-32-16,0 0-111 0</inkml:trace>
  <inkml:trace contextRef="#ctx0" brushRef="#br0" timeOffset="-274.53">29138 12749 1149 0,'-2'-1'45'16,"0"-1"3"-16,0 0-22 0,0 0-8 0,-1-2-16 0,-1 1-4 15,0 1-5-15,1 0 6 0,1 0-6 0,0 0 7 16,0 2 1-16,0 0-5 0,0 0 3 0,0 2-6 0,1 0 9 16,-1 2 2-16,-6 18 3 0,1 4 2 0,-1 4 6 15,1-3 0-15,0-1 3 0,-1 0 8 0,1 2-12 16,-1 0 10-16,1-4-10 0,-1-1 2 0,1-3-6 16,0 0-6-16,-1-1 3 0,3-2-3 0,-1-3 2 15,0-1 3-15,1 0-2 0,1-1-3 0,2-5 7 16,0 0-9-16,2-3 8 0,-1 0-5 0,1-2 2 15,-2 1 2-15,0 1-1 0,0 0 1 0,0-2-2 16,2 0-1-16,0-2-1 0,0 0-1 0,0-2-1 16,0 0 2-16,0-2-2 0,0-5 1 0,0-12-1 0,2 1-3 15,2 1 2-15,-1-3-7 0,1 2 5 0,4-4 0 16,-1 0 1-16,0 1-3 0,3 1 4 0,-3 2-4 16,2 1 3-16,3 0-5 0,-3 3 6 0,0 1 1 15,-7 2 1-15,13 2-4 0,2 1 1 0,-3-1-1 0,5 4 2 16,-2 1 9-16,-1 3-5 0,3-10 2 0,-4 5-4 15,2 3-3-15,-4 3 1 0,-4 2-2 0,-2 0 2 16,-1 2 5-16,-4-2-2 0,7 11 3 0,2 11-4 16,-5 0-2-16,-4 1 3 0,-4-3-2 0,-2 2 3 15,-3-1 2-15,-3-3-4 0,-3 1 5 0,6-8-6 16,-15 2 0-16,-3-4 4 0,3-1-5 0,4-1 5 16,3-1-4-16,4-4 2 0,5 1-3 0,2-1 3 15,2-2-9-15,-1 4 3 0,-1 0-1 0,2-1 1 0,0-1 1 16,0 0-2-16,2 0 1 0,2 0-2 0,0 0 4 15,4-2-4-15,16 3 3 0,-3-1-4 0,3 0 4 0,-2 0 3 16,-1 0-3-16,1 1 1 0,-3 1-9 0,0 0 10 16,1 1-4-16,-1 1 6 0,0-1-2 0,-4 1-2 15,-4-2 2-15,-3-2-2 0,-3-1 1 0,1 3 7 16,0 0-3-16,-1 0 5 0,-1-1-2 0,-2-1 0 16,0 6-2-16,-3 1-1 0,-3-2-8 0,-20 3 6 15,-13-3-1-15,-2 0 3 0,-7 1-5 0,-2-3 2 16,1-1 0-16,-3 0 1 0,4-2-3 0,0 22-20 15,0-11-11-15,5-6-7 0,2-3-71 0,6-4-69 16,9 0-18-16,7-2-22 0,6 0-121 0</inkml:trace>
  <inkml:trace contextRef="#ctx0" brushRef="#br0" timeOffset="367.97">29829 12168 185 0,'-2'0'49'0,"0"0"79"16,-2 0-50-16,-1 0 30 0,-10-2-7 0,0 1 9 15,0 1-48-15,6 0-8 0,-4 0 0 0,2 0-2 16,-1 0-1-16,-1 0-7 0,8 0-3 0,1 0-1 15,-3 0-8-15,3 0-9 0,0 0 1 0,2 0-3 0,1 0 6 16,-1 0-7-16,0 0 5 0,2 0-6 0,0 0 4 16,2 0-5-16,1 0-3 0,14-2 1 0,13-4-1 15,9 1 5-15,-4-1 1 0,6-1 2 0,2-1 10 0,-1-1-4 16,3 0-1-16,-2 1-4 0,-1 3-19 0,-1 1 4 16,-4 0-6-16,-1 4 5 0,-5 0-8 0,-3 0 2 15,-6 0 0-15,-3 2 0 0,-8-2 0 0,-2 0-1 16,1 0 1-16,-3 0-2 0,-3 0-12 0,-1 0-9 15,1 0-7-15,-2 0 0 0,0 0-32 0,0 0-48 16,0 0-10-16,-2 0-15 0,0 0-59 0,-2 0 39 16,0 0-4-16,-2 0 18 0,0 0 18 0,-9-2-3 15</inkml:trace>
  <inkml:trace contextRef="#ctx0" brushRef="#br0" timeOffset="697.12">30105 12029 597 0,'0'-2'114'0,"-2"-2"191"16,2 3-222-16,-2-11-45 0,1 3-6 0,1 4-9 15,0-1-6-15,0 4 0 0,0 0 1 0,0-1-1 16,0 1-2-16,0-2 1 0,0 0-1 0,0 1 2 16,0-7 2-16,0 7-2 0,0-1 8 0,0 0-5 0,0 0 11 15,0 1-1-15,1-1-7 0,-1 0 2 0,0 1-20 16,0 1 4-16,0 0-6 0,0 0 5 0,0 2-9 15,0 0 1-15,0 2 2 0,0 2 0 0,0 25 4 0,0 3-4 16,0-6 1-16,-1 2-2 0,1-2 0 0,0-2-1 16,-2 4 2-16,2-6-2 0,0 0-2 0,0-1 6 15,0-3-4-15,0 3 5 0,0-1-3 0,0-3-3 16,0-2 1-16,0 0-3 0,0-2-4 0,0-2-40 16,0 0-4-16,0-2-14 0,0-1-44 0,0-1-206 15,0 0-11-15</inkml:trace>
  <inkml:trace contextRef="#ctx0" brushRef="#br0" timeOffset="2274.48">31034 11561 229 0,'0'-2'45'0,"0"0"-3"0,0-1 24 15,1-18-1-15,5-3-8 0,0 0-10 0,-1 0 2 16,4 0-2-16,1 0 4 0,-3 3 11 0,1 3-14 16,-3 1 9-16,3 2-11 0,-3 4-1 0,-1 2-12 15,0-1-9-15,-1 3 2 0,-1 1-11 0,0 1-1 0,0 1 1 16,0 0-2-16,0 1 3 0,-1 1-1 0,1 0 2 16,0 2-2-16,-2 0-8 0,0 2 6 0,0 1-3 15,-2 12 3-15,-3 13-1 0,1 2-9 0,-2 0 4 16,1-3-5-16,-1 5-2 0,1 0 0 0,1 1 2 15,0 2 0-15,2 1 6 0,-1-3-4 0,1 2-5 0,0-1 2 16,0-1 5-16,2-5-6 0,0-4 8 0,0-5-7 16,0-5 9-16,2 1 9 0,0-2-2 0,2 0 6 15,-3-5 7-15,-1-5-1 0,2 1 2 0,2 0-4 16,0-2-5-16,-1 0 8 0,7-1-5 0,-3-1 5 16,10-5-12-16,1-4 1 0,1-1-1 0,3-19 2 15,1-3-7-15,6 1 2 0,-1-5-4 0,2-1 3 16,5 0 0-16,0 0 3 0,-3 2 1 0,-2 3-1 0,-6 0-10 15,-6 6-3-15,-1 0-4 0,-6 6 0 0,0 1-3 16,-1 3 6-16,-3 3-2 0,-3 2 3 0,-1-1-7 0,-1 9-14 16,-2 1-3-16,0 0-6 0,4-2-30 0,0 1-38 15,-2-1-15-15,-1 2-9 0,1 0-72 0,0 0-81 16,0 2 13-16,-2 0-26 0,0 2 81 0</inkml:trace>
  <inkml:trace contextRef="#ctx0" brushRef="#br0" timeOffset="2849.99">31763 11645 796 0,'0'0'31'0,"0"0"0"0,-2 0-1 0,1 0-2 16,-3 2-7-16,0-1 13 0,-3 3 1 0,-3 2-1 0,-1-1-2 16,0 18-24-16,0 3 4 0,0 0 3 0,0 0 1 15,0 0 10-15,-1 1-4 0,3 1 1 0,2-2-1 16,-1-2 4-16,3-3 1 0,-1 1-4 0,-1-3 4 15,3-1 1-15,0-3-9 0,1-2 5 0,1-4-7 16,-2-3 4-16,0-2 2 0,2-3-3 0,1 1 1 16,-1-2-11-16,0 0 8 0,-2 4-8 0,0-2 7 15,1 0-10-15,-1-2-2 0,0 0 0 0,1-2-3 0,-1 0-2 16,4 0-2-16,-13-18 2 0,2-3-2 0,1-4-1 16,5-3 3-16,1 2 0 0,2-2 0 0,2 2-7 15,0 1 4-15,4-1 2 0,0 4 0 0,1-2 4 16,3 3-3-16,-1 3-3 0,2 0 1 0,1 3 6 0,-1 2-5 15,2 0 2-15,-9 6-3 0,13 0-1 0,0 1 7 16,0 4-6-16,-1-7 5 0,-1 4 0 0,-3 3-3 16,-3 2 4-16,2 2-4 0,-3 0 5 0,0 2 2 15,-6 0-2-15,14 22 1 0,-4 2-3 0,-7 0 4 16,-3 2 1-16,-3-2 0 0,-5-2-7 0,-1-2 7 16,-2-1-5-16,-2-3 5 0,7-1-3 0,-12 0-4 15,3-8 1-15,2 2-1 0,2 0 5 0,7-3-10 16,0-3 4-16,2-1-6 0,-3 3 6 0,3-3 2 0,0 4-1 15,2-5 1-15,0 1-10 0,2 0 11 0,0-1-3 16,2 1 5-16,1 0-8 0,8 5 1 0,2 0 2 16,-2-1 0-16,0-1-2 0,0 3 5 0,-2-3-2 15,-2 0 3-15,-3-5-6 0,0 9 3 0,-1 1 4 0,1-3 1 16,-3-2 6-16,1-1 7 0,0 1-5 0,-4-5 7 16,2 2 0-16,0 0-10 0,-2-1 0 0,0 1-4 15,-2 0-3-15,0-4 0 0,-22 11 1 0,-4-2-2 16,0-3-9-16,0-3-24 0,-2-1-3 0,3-2-9 15,1 0-28-15,0 0-46 0,0 0 3 0,3 0-20 16,7 0-26-16,-1 0-85 0,9 0 9 0</inkml:trace>
  <inkml:trace contextRef="#ctx0" brushRef="#br0" timeOffset="3187.22">30803 12343 747 0,'-2'0'235'0,"1"0"-291"16,-3-2 264-16,-2 0-141 0,-3 0-64 0,2 0-3 15,1 2-1-15,2 0 1 0,1 0 3 0,-1 0 18 16,2 0-3-16,0 0 6 0,2 0-10 0,2 0 4 0,0 0 2 16,0 0 2-16,27 4 12 0,7-2-16 0,1-2 9 15,7 0-9-15,8 0 20 0,4-2 8 0,2 0 0 16,3 0 1-16,-2 1-11 0,5-1-20 0,-1 0-2 15,-2 0-4-15,-4 0-6 0,-3 0 0 0,0 0-2 16,-7 1 1-16,-3-1-6 0,-7 0-6 0,-7 2 2 0,-6 0-4 16,0 0-11-16,-11 0-4 0,0 2-7 0,-7-2 2 15,-2 0-22-15,-1 2-9 0,-1-1-3 0,0 1-4 16,-2 0-33-16,0 0-10 0,-2 0-9 0,-2 0 3 16,1-2-19-16,-16 5-47 0,1 1 42 0,-1-2-34 15,-1 1 94-15</inkml:trace>
  <inkml:trace contextRef="#ctx0" brushRef="#br0" timeOffset="4306.42">31327 12437 185 0,'-2'0'114'16,"-2"0"-19"-16,-7 0 98 0,-7-1-12 0,7 1-88 0,-1 0-49 15,3 0 3-15,-2 0-17 0,2 1 4 0,-1 1-4 16,-4 6-5-16,1-1 0 0,-2 1-13 0,2 23 0 16,0 3 4-16,2 3-3 0,-6 4 13 0,4 3-2 15,-2 3 3-15,0-3-2 0,4-1 6 0,-2-4 4 16,2-2-1-16,0-5 0 0,3-1-5 0,3-5-7 15,-1-4 1-15,2-1-3 0,-9-3 0 0,6-3-2 16,1-2-5-16,3-5 3 0,1-3-8 0,2-3 3 16,-2 2 2-16,0 0-1 0,0-1-1 0,0-1-1 0,1 0-3 15,-1-2 0-15,2 0-12 0,0-2 2 0,0 0-6 16,0 0 5-16,0-22-1 0,0 0 5 0,3-4 3 16,1-3-1-16,2-5-9 0,1-1 7 0,1 0-4 15,1 0 5-15,0 0 5 0,2 0-6 0,0-4 0 16,1 0-3-16,-1 6 5 0,2 3-2 0,2 4 3 0,-12 6-3 15,21-2-1-15,4 3-1 0,0 1 2 0,2 1 0 16,1 3 3-16,3 1 0 0,1 6-2 0,-3 3 2 16,-1 2-7-16,-5-12 4 0,-4 6-2 0,-5 7 2 15,-6 1 0-15,-3 2 3 0,-6 0-3 0,1 2 3 16,1 1-6-16,-2 1 3 0,5 15 1 0,-5-3-1 16,-4 5-5-16,-3-1 2 0,-8 2 1 0,5 1 1 0,-21 1 2 15,-3-2 6-15,4 4-5 0,2-7 5 0,-3 1-1 16,1-1-6-16,4-4 1 0,3 1-3 0,1 1 2 15,9-2 4-15,5 5 1 0,-1 1-1 0,5-1-6 0,-4-5 2 16,4 0 2-16,-9 0 1 0,4 0 7 0,3 3 0 16,2-3-2-16,2-2 2 0,2-2-6 0,2 0 9 15,-1-1-6-15,3-1 7 0,3 0-8 0,14-3 0 16,1-1 2-16,2-3-2 0,0 15 3 0,0-4-9 16,2-4 3-16,-4-3-5 0,-2-3-4 0,0 1-22 15,-5-2 2-15,-2-2-8 0,-2 0-2 0,-4 0-47 16,-2 0-9-16,1 0-15 0,-3 0-44 0,-1 0 49 15,2 0 0-15,-3 0 17 0,3-2 22 0,1-2-2 16,1 1-3-16,1-3-2 0,-1 2-29 0,3-1 3 0,0-1 8 16,0 1 2-16,2-3 45 0,-2 3 21 0,0-3 2 15,-1 3 7-15,-1-3 12 0,-2 6 7 0,1-12 0 16,-3-1 2-16,-1-2 11 0,-2 0 38 0,0 1 2 0,11-3 12 16,-4 2 15-16,-3 1 22 0,-1-3 1 0,-3 12 7 15,0-5-3-15,-2 9-41 0,0-1-4 0,0 0-14 16,0 1-27-16,0 1-3 0,0 0 0 0,-2 0-1 15,0 2-5-15,0 2-9 0,0 0 0 0,1 1-2 16,-14 22 3-16,0 4 0 0,2-1-1 0,2 0 1 16,0 0 4-16,3-2 5 0,1 0-2 0,-1 0 2 15,3-2-9-15,-1-2 1 0,1-3-2 0,1-1 0 16,0-3-4-16,2-2-2 0,-1 0 1 0,1-5-2 0,0-1 5 16,2-5-1-16,0 2 0 0,-2-1 0 0,2 1 3 15,0 0-6-15,0-2 7 0,-2-1-7 0,0 1-2 0,0-2 1 16,1 0-4-16,-1-2 2 0,0 1-1 0,0-3-5 15,0-7 4-15,0-6-5 0,-1-5 6 0,1 0 1 16,2-3-1-16,0 1 0 0,2 0-2 0,1-4 3 16,3 0-4-16,1-3 4 0,3 3 2 0,1 2-3 15,2 2 1-15,0 3-2 0,-11 5-3 0,16-1 2 16,3 4 1-16,-1 6 1 0,0-3 5 0,-1 8 11 16,0 1-5-16,-1-12 6 0,1 3-4 0,-1 5-2 15,-1 5 2-15,2 2-4 0,-6 3-4 0,-6-1 3 0,-1 5-7 16,10 17 6-16,-6-2-9 0,-7-1 4 0,-5 3 2 15,-5-4 0-15,-6 2-5 0,11-2-1 0,-20-5 1 16,-2-2 0-16,1-4 13 0,1-2-8 0,2 1 1 16,5-3-3-16,0 0-6 0,6-5 3 0,-1 0 1 15,7 0 1-15,1-2-4 0,-2 4-2 0,0-1-2 0,3 1 2 16,-1 0-5-16,2-2 8 0,0 0 0 0,2-1 1 16,1 1 6-16,12 2-7 0,11 0 1 0,2-2-2 15,0-1 3-15,0 3 3 0,1 0-2 0,-1 1 2 16,-2 1 4-16,2 1-5 0,-4-1 4 0,2 1-3 15,-3-1 11-15,-3 0-1 0,2 1 2 0,-9-1-2 0,2-1-2 16,-6-1 5-16,-5-2 0 0,0 0 1 0,-1-1 1 16,-1 3-9-16,-2 0-4 0,-2 0 0 0,1-4-7 15,-48 22 3-15,-6-7-1 0,-5-6 3 0,-1-4 0 16,2-1-14-16,-1-2-12 0,3-2-8 0,1 0-94 16,2 0-138-16,4 0-54 0</inkml:trace>
  <inkml:trace contextRef="#ctx0" brushRef="#br0" timeOffset="81395.9">938 7068 5 0,'0'0'0'0,"0"0"2"0,0 0 2 0,0 0 2 0,0 0-1 15,0 0-1-15,0 0 6 0,0-2 3 0,0 0 3 16,0 0 21-16,0 0 3 0,0 1-4 0,0-1 3 15,0 0-4-15,0 0-13 0,0 0 4 0,-2 0-9 16,0 0-12-16,0 1 5 0,0-1 0 0,1 0 2 16,-3 0-6-16,0 0 4 0,0 2-2 0,-5 0 6 0,-2 0 22 15,2 0 8-15,-1 0 16 0,3 0-4 16,1 0 40-16,1 0-40 0,-1 0-2 0,1 0-15 0,1 0-25 16,0 0-8-16,1 0 2 0,-1 0-3 0,2 0 5 0,-2 0-9 15,1 0 3-15,1 0-4 0,0 0 2 0,0 0 5 16,0 0-7-16,2 0 6 0,0 0 1 0,0 0-8 15,0 0 5-15,2 0-6 0,0 2 10 0,0 0-8 16,2 0 0-16,-1 0-4 0,1-1 8 0,3 3-1 16,6 4 3-16,-2-3-5 0,1 1-7 0,2 3 6 15,-2-3-3-15,1-1 4 0,3 1-1 0,3-1 2 16,-2-1 3-16,3 0-2 0,-1-2 1 0,1-2 7 16,4 0-11-16,0-2 9 0,2-2-9 0,0-2 3 0,-2 1 5 15,-9 1-3-15,6-1 1 0,-1 1-3 0,-3 0 2 16,1 0-3-16,-3 1-3 0,-2-1 4 0,4 0-5 15,-11 2 6-15,1 1-4 0,-3 1 6 0,-1-2 3 0,1 0-1 16,0 0-8-16,0 0 0 0,-1 0-11 0,1 0 2 16,-2 1-51-16,0-1-89 0,0 0-32 0</inkml:trace>
  <inkml:trace contextRef="#ctx0" brushRef="#br0" timeOffset="81960.38">1376 6782 21 0,'0'0'6'0,"0"-2"10"0,0 0 6 16,0 0 4-16,0 0 7 0,0 1 3 0,0-3 7 15,0 2-2-15,0-7 5 0,0 1 0 0,0-1-10 0,0 0 6 16,0-1-17-16,0 3 2 0,0 0-6 0,0 1 3 15,0 1-18-15,2-1 6 0,-2 2-3 0,0 1 1 16,0-1-10-16,2 0 3 0,0 0 1 0,-2 1 1 16,0-1 6-16,0 2 0 0,0 0 7 0,2 0-3 15,-2 1 16-15,0-1 1 0,0 0 5 0,0 0-4 16,0 0-3-16,0 2-6 0,-2 0-2 0,0 0 0 0,0 2-10 16,0 0-6-16,0 0-5 0,0 1 1 0,-5 12-2 15,-4 8 0-15,3-1 2 0,3 0-1 0,-1 2 7 16,3 0-6-16,1 0 2 0,0 2-4 0,-2 2 0 0,4 2-3 15,0-2 6-15,2 0-3 0,0-2 0 0,0 0 0 16,0-4 0-16,3 4 2 0,-1-2 4 0,1 2-4 16,1 2-3-16,-2 2 1 0,1-1-1 0,-1-1-2 15,-2-2 7-15,-2-2-5 0,0-1 3 0,0-3 5 16,0 1-6-16,0-3 6 0,0 1-10 0,0-5 3 16,0-1 1-16,0-1 2 0,0-3-2 0,0 0 4 15,0-1-2-15,0-3 2 0,0-1-6 0,0-2-1 16,0 0-3-16,0-1 3 0,2 3-7 0,0 0-26 0,-1 0-7 15,1-1-10-15,2-1-58 0,0 0-74 0</inkml:trace>
  <inkml:trace contextRef="#ctx0" brushRef="#br0" timeOffset="82473.48">1603 6802 245 0,'0'-2'23'0,"0"1"-2"0,0-1 17 16,0 0-1-16,0-2-3 0,1 0-11 0,-1-1 0 15,2-1-5-15,-2 3 1 0,0-1-21 0,2 0 13 16,-2 2-8-16,0 0 9 0,0 1-12 0,2-3 12 15,0 0-5-15,0 0 10 0,0 1 0 0,-1 1 7 16,1 0-1-16,0 0 0 0,0 0-10 0,0 0 4 16,0 1-2-16,0-1 3 0,-1 0-5 0,1 0-4 15,0 0 1-15,2 0-3 0,-2 0-1 0,1 1-3 16,1-1-2-16,0 0 0 0,0 2 2 0,-3 0 3 16,1 0 5-16,0 0-4 0,0 0 3 0,0 2 1 0,0 0-8 15,0-1 5-15,-1 1-8 0,1 2 5 0,0 2 4 16,4 8 0-16,-1 5 8 0,1 0-6 0,-2 7-1 15,-3 0-2-15,-1 3-3 0,0 8 2 0,-1-3 0 16,-3 7 0-16,-2 1-7 0,3-3 1 0,-1 2-2 0,0-7 1 16,0-3 1-16,1-3 1 0,1-4 2 0,2-3-1 15,0-3 0-15,0-5 3 0,0 0-3 0,0 0 2 16,2-3-1-16,0-1-4 0,-1-2 3 0,1-1-3 16,0-1-2-16,0 1 8 0,-2-2-5 0,0-1 7 15,2 1-5-15,-2-2-4 0,0 0 1 0,0 0-4 16,0-1-24-16,2 3-52 0,0 0-13 0,-1 0-15 0,1-1-73 15</inkml:trace>
  <inkml:trace contextRef="#ctx0" brushRef="#br0" timeOffset="83006.43">1703 7148 26 0,'0'0'18'0,"0"0"-2"16,0 0 25-16,0 0 5 0,0 0 0 0,0 0 8 16,0 0-26-16,0 0 4 0,0-2-10 0,-2 0 5 15,0 0-6-15,2 0-1 0,-2 0-1 0,0 1-3 16,2-1 8-16,-1 0 3 0,-1 0 1 0,0 0 7 0,0 0-16 15,2 0 3-15,-2 1-7 0,2-1 0 0,-2 0 1 16,0 0-2-16,2 2 1 0,-1 0-7 0,-1 0 3 16,2 0 0-16,0 0 3 0,0 0 8 0,0 0 1 15,0 0 0-15,0 0 2 0,0 0 8 0,0 0 6 16,2 0-4-16,-1 0 2 0,1 0-15 0,2 0 0 16,20-6-1-16,8-3 0 0,3 2-11 0,4-3 1 15,4-1-1-15,5 0 2 0,2 0-2 0,0 0-3 16,4 2-1-16,-2-1-1 0,-7 3-5 0,1 1 0 15,-11 4-1-15,-3 1 0 0,-2-1 1 0,-10 0 5 0,2 2-5 16,-3 0 5-16,-1 2-5 0,-3 0-2 0,-2-2 4 16,-2 1-3-16,-1-1 8 0,-3 0-7 0,1 0-10 15,-5 0-3-15,1 0-53 0,0 0-219 0</inkml:trace>
  <inkml:trace contextRef="#ctx0" brushRef="#br0" timeOffset="94379.45">823 7435 130 0,'0'0'15'15,"0"0"9"-15,0-1 8 0,0-1 3 0,0 0-9 0,0 0-13 16,0-2 3-16,0 1 1 0,0-1 1 15,0 0 3-15,0 0-5 0,0 1 5 0,2-1-2 0,-2 0 21 16,0 1-1-16,0-1-1 0,0-4-1 0,2 1-10 16,-1 0 11-16,1-3-6 0,0-1 7 0,0 0-1 0,0 2-14 15,0-2 6-15,0 1-10 0,-1 1-3 0,3-2 4 16,-2 2-1-16,0-2 2 0,0 1-1 0,0 3-1 16,-1-2-2-16,1 1 1 0,0-1-5 0,0 0 15 15,0-1 0-15,0 3 5 0,-1-1-4 0,1-3 2 16,-2 4-6-16,2-1 4 0,-2 3-9 0,0 3-6 15,2-4 2-15,-2 3-3 0,0 1-7 0,0 0 1 16,2-2-5-16,0 1 4 0,0-1 2 0,-1 2-9 16,1 0 6-16,0 0-6 0,0 0 9 0,0 1 0 0,0 1-7 15,0 0 4-15,-2 0-4 0,0 1 7 0,0 1 2 16,1 0-1-16,1 2-7 0,2 11 7 0,0 5-7 16,-1 8 7-16,1 2-9 0,0-1 5 0,-2 3-2 15,0 1 3-15,-1 1-5 0,-1 1 3 0,0 2-2 0,0 4 2 16,-1-2-3-16,-1 0-2 0,-2 2 1 0,0 0-1 15,-1 0 8-15,-1-2-3 0,1-4 3 0,-1-4-4 16,0-5-4-16,1-3 8 0,-1-1-5 0,3-5 8 16,-1-2-3-16,2-4 2 0,0-6-1 0,0 1 1 15,2-2 1-15,0-3 8 0,-1 3 2 0,-1 0 1 16,0-2 0-16,2 0-2 0,0-2-6 0,0 0 1 16,0-2-15-16,0 0 7 0,0-11-3 0,0-15 5 15,0-2-10-15,2-1 5 0,1 1-2 0,1-3 3 0,0-1-4 16,-1-1 5-16,3-2-5 0,0 0 4 0,-1 1-4 15,1 1-2-15,-3 2 1 0,1 3-4 0,0 2 2 0,0 6 5 16,-1-1-3-16,3 5 3 0,-2 3-6 0,-3 4 1 16,-1 5 3-16,0 3-1 0,0 1-7 0,2-2-1 15,0 0 1-15,0 3 0 0,-2-1 3 0,2 0 4 16,-2 2-1-16,0 2 2 0,0 1-3 0,2 16 2 16,1 12-5-16,-1 8 5 0,-2 2 2 0,0 4-4 15,-2 1 4-15,-1 1-3 0,-3 1 4 0,4 2-2 16,0-3-2-16,1-1 0 0,-1 0-1 0,2-1 2 0,0-4 1 15,-2 2 1-15,2-6 3 0,0-2-7 0,0-2 2 16,0-1-2-16,2-2 7 0,0-3-5 0,1 1 2 16,1-4-4-16,-2 1 10 0,0-1-5 0,0-4 5 15,-1-1-5-15,1-4-3 0,-2-2 8 0,0-2-5 0,0-4 6 16,0-1-3-16,0-3-3 0,0 1 1 0,0 0-2 16,0 0 4-16,0-1 0 0,0 1-1 0,0 0-1 15,0-2-4-15,0-1 1 0,0 1 1 0,0 0 1 16,0 0 1-16,0 0-3 0,0 0 0 0,0-2-1 15,0 0-3-15,0 0 1 0,0 0 3 0,0-2-1 16,0 0 1-16,0 0 2 0,0-2-4 0,0-1 3 16,4-10-3-16,0 0 6 0,-1 0-6 0,1 0 5 15,0 2-4-15,-2 0 0 0,0 0 3 0,-1 4-2 0,1 0-6 16,-2 5 7-16,0 0-3 0,0 1 5 0,0 1-10 16,0-2 7-16,0 0-4 0,0 1 4 0,-2 1-6 0,1 0 5 15,-3 0-1-15,2 2 1 0,-13-2-2 0,2 2 4 16,-2 0-2-16,-1 4 3 0,-1 2-9 0,0 3 7 15,-1 2-4-15,1-9 4 0,2 18-6 0,0 3 4 16,2 1 0-16,-2 2 0 0,-3 2-1 0,5-2 1 16,4 11-1-16,-1-6-1 0,3 8 3 0,1-2 0 15,-3-1 2-15,5 3 0 0,-16-6-5 0,7 2 4 16,5 1-2-16,1 1 3 0,3-2-3 0,4-3 2 16,2-3 1-16,2-1 1 0,3 0-1 0,1 0-2 15,-3-4 4-15,3 0-3 0,-1 0 1 0,1-1 2 0,-1-3 3 16,0-3-1-16,1-1 5 0,1 1-6 0,0 0 2 15,1-4-2-15,-1 0 4 0,-7 2-2 0,13-6 0 0,0-3 1 16,1 1 4-16,3-3-3 0,5-1 2 16,0 1-1-16,2-2 2 0,0 0-7 0,0 15 0 0,0-6 0 15,0-6 3-15,-2-1-4 0,0-4-1 0,4 0-1 16,-6 0 0-16,-1-2 3 0,1-2-2 0,-11 3 2 16,12-7-1-16,-7 3 1 0,-1-3 3 0,2-1-2 15,-8 1-2-15,8 1 3 0,-4-12-1 0,-4-1 1 16,2-2-4-16,-5-2 0 0,-1-1 0 0,5 1 1 15,-8-2 6-15,3-5-10 0,-1-3 3 0,16 1-5 0,-5-2 4 16,-6-6 4-16,-5 4-2 0,-4-6 1 0,-2 0-10 16,-1 4 7-16,-3-5-2 0,-3-1 4 0,-1 4-3 15,-1-1-2-15,2 6 1 0,2 3 0 0,-3 1 5 0,-1 4-8 16,-2 4 0-16,-2 2-4 0,13 2 4 0,-18-1 0 16,1 3 1-16,-5 1-1 0,2 0 4 0,0 4-4 15,1 0 3-15,3 4-4 0,1 1 4 0,0 3-4 16,2-1-5-16,4-3 3 0,0 2-6 0,2 3 1 15,1 2 2-15,1 2-3 0,0 0-5 0,-3 2 3 16,-1 2 1-16,2 1 0 0,1 4-6 0,5 16-13 16,-14 1-11-16,6 0-7 0,3 1-109 0,7 1-11 15,1-2-36-15,3 2 14 0,3-2-109 0</inkml:trace>
  <inkml:trace contextRef="#ctx0" brushRef="#br0" timeOffset="94903.51">929 8811 292 0,'0'-2'186'0,"0"1"-252"0,-2-1 221 0,0 0-126 16,0 0-29-16,0 0 6 0,0 0-10 0,2 0 9 0,0 1-2 15,0-1 10-15,0 2-1 0,0 0 3 0,0 0 0 16,0 0 16-16,0 0-1 0,0 0 6 0,0 0 5 0,0 2-3 15,0-1 2-15,0 1-3 0,0 0-5 0,0 0 3 16,0 0-2-16,0 0 1 0,0 0-9 0,0-1-5 16,0 1 2-16,0 0-3 0,0 0-2 0,0 0 0 15,0 0-5-15,0 0 3 0,0-1-13 0,-2 1 11 16,1 0 0-16,-1 0 4 0,0-2 8 0,0 0-4 16,0 0-1-16,0 0-1 0,0 0 0 0,1-2-9 15,-1 0 8-15,0-1-7 0,2-3 9 0,-2-9-10 0,2-5-3 16,0 1 0-16,2 1 6 0,2-3-13 15,1 4 10-15,3-1-10 0,-3 3 3 0,3 0-3 0,-5 8 0 16,3-3 1-16,1 1 0 0,-5 6 3 0,0-1-2 16,2 2 2-16,1-2 2 0,1 2-6 0,-1 2 3 15,-1 0-3-15,-2 0 5 0,4 2-5 0,-1 17 6 0,4 1-6 16,1-1 8-16,-3-4-5 0,4 1 1 0,-1-3 1 16,-1-2 18-16,4-1-3 0,-2-1 4 0,4 0-3 15,-4-3 6-15,0-2-8 0,0-1 4 0,-3-1-6 16,12 0-5-16,-3-2-4 0,1-2-1 0,1-2 1 15,-6 1-3-15,0-3-4 0,4-3 3 0,-4 1-3 16,-4 3 1-16,2 3-2 0,-9-13-4 0,2 4 0 0,-2-2-10 16,5 4-9-16,-1 1-3 0,1-3-1 0,-1 2-8 15,-3 0-34-15,-1 3-11 0,0 2-14 0,-2 2-90 16,2-1-125-16</inkml:trace>
  <inkml:trace contextRef="#ctx0" brushRef="#br0" timeOffset="95341.14">1005 9136 553 0,'0'0'48'0,"0"0"-4"0,0 0 17 0,-2-2 1 0,0 1-14 16,0-1-12-16,0 0 7 0,0 0-9 0,1 0 7 15,-1 0-18-15,0 0 7 0,0 1 2 0,0-1 0 16,0 2 3-16,0 0 5 0,1 0 1 0,1 0 1 16,0 0-8-16,0 0-2 0,0 2-7 0,0-1 4 15,0 3-14-15,3 18-8 0,1 6-2 0,2 6-2 0,-3 1 0 16,1 6-3-16,2 1 3 0,-3 1-3 0,1 2 3 15,0 3-3-15,-2-7 3 0,1 2-3 0,-1-8 5 16,0-5-1-16,2-1 2 0,-2-3-1 0,1 2-3 0,1-2 7 16,2 4-4-16,-1-2 4 0,1 1-12 0,-3-1 7 15,1 2-2-15,0 0 6 0,-2-1-4 0,0-1 0 16,-2-2-1-16,0-2 1 0,0-1 1 0,0-5-7 16,0-1 3-16,-2-2-4 0,0-2 1 0,0 0-38 15,0-6-7-15,0 2-12 0,2-3-50 0,0-2-29 16,0-1-6-16,0 1-7 0,0 0-17 0,0 0-37 15</inkml:trace>
  <inkml:trace contextRef="#ctx0" brushRef="#br0" timeOffset="95662.33">853 10451 485 0,'-2'0'207'0,"0"0"-277"0,0 0 244 0,0-2-135 16,0 0-20-16,0 0-15 0,1 0 5 0,-1 2-8 16,-2 0-1-16,0 0 1 0,1 0 2 0,-1 0 2 0,0 0 10 15,0 0 22-15,1 0 0 0,-1 0 10 16,0 0 19-16,2 0-4 0,1 0 7 0,-1 0-7 0,0 0 5 16,0 0-9-16,0 0-2 0,2 0-3 0,0 0-16 0,2 0-5 15,0 0-5-15,2 0 1 0,16-1-16 0,12-3 6 16,3-2-5-16,9 1 5 0,-1-3-14 0,9-1 2 15,2 0-1-15,-6-2 1 0,2-1 5 0,-7 1-10 16,-4 4 0-16,2-2-3 0,-4 3-6 0,-9 0-9 16,-2 3 2-16,-8-1-5 0,-10 2-14 0,3 0-38 15,-5 2 2-15,-3 0-13 0,1 0-5 0,-2 0-20 16,0 2 10-16,-2 0-11 0,-2 0 26 0,-2 2-38 16,-18 7-5-16,-12 9-19 0,7-3-92 0</inkml:trace>
  <inkml:trace contextRef="#ctx0" brushRef="#br0" timeOffset="95849.7">827 10752 457 0,'0'0'359'0,"0"0"-459"0,-2 0 422 0,0 0-228 16,0 0-47-16,2 0-10 0,0 0 1 0,0 0-2 16,0 0 9-16,2 0-17 0,0 0 3 0,1 0-9 15,14-2-10-15,9-2-5 0,2-2-2 0,0 1 2 16,1-3 6-16,-1 1-4 0,-2 1-1 0,4-1-3 15,-4 1-8-15,-4 1-18 0,4-1-6 0,-11 3-6 0,4-3-40 16,-1-1-52-16,-1 1-34 0</inkml:trace>
  <inkml:trace contextRef="#ctx0" brushRef="#br0" timeOffset="96864.38">1380 9238 86 0,'0'0'12'15,"0"0"2"-15,0 0-6 0,0 0-4 0,0 0-4 16,0 0-8-16,0 0 3 0,0 0-6 0,0 0 7 15,0 0 2-15,0 0 3 0,0 0 4 0,0 0 0 16,2 0 17-16,-2 0 40 0,2 0-2 0,-1 0 14 0,1-1-2 16,0-1 0-16,0 0-2 0,0 0-1 0,0 0-14 15,0 0-3-15,-2 0-6 0,0-1 2 0,0-1-21 0,0 0 2 16,1 1 2-16,1-1-1 0,0 0-6 0,-2 2-7 16,0-3 0-16,0 1 0 0,0 0 6 0,0 1-5 15,0 1 2-15,0 0-1 0,2-2 5 0,0 0-6 16,0 1 1-16,0 1-2 0,-1 0-6 0,1 0 3 15,-2 2-7-15,0 0 6 0,2 2-13 0,-2 0 7 16,0 2-4-16,4 18 5 0,-4 4-5 0,0-2-2 16,0 0 4-16,2-2-4 0,0 2 6 0,-1 2-7 15,1 0 3-15,-2-1-3 0,0-1 6 0,0-4-3 16,0-7 1-16,4 2 0 0,-2-2 3 0,-2-6 1 0,4 10-6 16,-3-4 4-16,1-4-3 0,2 8-3 0,-2-9 4 15,0-1-4-15,-2-3 8 0,2-1-7 0,-1 1 4 16,1 0-3-16,0 0 10 0,0-1-9 0,0-1 8 15,0 0-7-15,0 0 14 0,-1-2 1 0,1 0-1 16,0-2 1-16,0 0 5 0,0-2-10 0,15-27 2 0,-5-3-4 16,1 1 0-16,-1-2-3 0,-1-2 2 0,0-1-3 15,0 3-2-15,-2 0 0 0,1 3-4 0,-3 3 3 16,0 3 0-16,-1 3-3 0,-2 5 5 0,-2 3-5 16,-1 2-4-16,1 4 6 0,-2 1-4 0,0 5 4 15,0-1-8-15,0 2-1 0,2-2-7 0,-2 1 4 0,2-1-21 16,-2 2-40-16,0 0 2 0,0 0-17 15,0 0-20-15,0 2-38 0,0 0 7 0,0 2-19 0,0 0-18 16</inkml:trace>
  <inkml:trace contextRef="#ctx0" brushRef="#br0" timeOffset="97131.52">1597 9437 604 0,'0'0'41'0,"0"-2"-5"0,0 0 4 0,0 0 4 16,0 1-17-16,0-1-15 0,0 0 12 0,0-2-5 15,0 0 7-15,0 1 7 0,0-1 3 0,0 0 4 16,0 2-3-16,0 1-2 0,2-1 3 0,0 0 0 16,0 0 2-16,-1 2 5 0,1 0-12 0,0 0 1 15,0 2-6-15,0 2-5 0,0 1-1 0,1 19-5 0,-1-3 2 16,-2 8-8-16,0-6-9 0,0 1 3 0,-2-4-5 15,2-3 2-15,-1 0 2 0,1-4 1 0,-2 0 0 16,2-6-5-16,-2 1 1 0,2-3-1 0,0-3 0 16,0 0-12-16,-2 2-52 0,0-1-2 0,0 1-20 15,0-2-39-15,1 0-50 0,-1 0-7 0</inkml:trace>
  <inkml:trace contextRef="#ctx0" brushRef="#br0" timeOffset="97303.83">1742 9203 728 0,'-2'-2'571'0,"0"0"-832"15,2 1 696-15,-9-14-408 0,3 5-21 0,4 7-36 16,1-1-13-16,-1 0-11 0,0 2-61 0,0 1-134 16,0-1-15-16</inkml:trace>
  <inkml:trace contextRef="#ctx0" brushRef="#br0" timeOffset="97645.92">1768 9363 338 0,'0'0'67'16,"0"0"2"-16,0 0 31 0,0 0-17 0,0 0-1 15,0 0-16-15,0 0-14 0,-2 0-5 0,0 0-2 16,0 0-17-16,0 2-7 0,1-1-4 0,-1 3-1 15,-4 17-4-15,1 3-4 0,-1 2 4 0,0 3-5 16,3-1 1-16,-1-4 1 0,2 1-1 0,0-7 1 0,0-1 0 16,2-8 11-16,0 0-4 0,0-3 7 0,0-2 9 15,0-1 23-15,0 1-4 0,0-2 7 0,0 0-27 16,0 0-12-16,0-2-1 0,0 0-4 0,0-2-4 0,2 0-7 16,0-2 3-16,6-12-5 0,5-10-1 0,-2 0 1 15,0 1 0-15,-2 3 2 0,0 2 1 0,-1 3-4 16,-1 0 1-16,-1 6-1 0,-2 4 8 0,-4 5-1 15,0 0-2-15,3-2 2 0,1 1 2 0,0 1-1 16,-1 0-2-16,1 2 2 0,2 0 4 0,-4 0-10 16,1 7 8-16,14 17-10 0,-4 2-3 0,-4-1 5 15,-1-5-7-15,-1-3 7 0,-1-4-3 0,-1-4-36 16,3 0-35-16,18-3-11 0,9-4-202 0</inkml:trace>
  <inkml:trace contextRef="#ctx0" brushRef="#br0" timeOffset="107381.03">1547 9929 7 0,'0'0'0'0,"0"0"6"16,0-2 72-16,0 0-14 0,0 0 4 0,0 1-26 15,0-1-12-15,0 0-13 0,0 0-1 0,0 0-3 0,0 0-13 16,2 0 8-16,-2 1-6 0,0-1 5 0,0 0-7 16,0 0 4-16,2 0-1 0,-2 0 2 0,0 1-5 15,0-1-1-15,0 0 1 0,1 0 0 0,1 0 11 0,-2 0 5 16,0 0 1-16,0 1-1 0,0 1-12 0,0 0 10 15,0 0-8-15,0 0 8 0,0 0-3 0,0 0-3 16,0 0 5-16,0 0-3 0,0 0 15 0,0 1-6 16,0 1 3-16,0 0-4 0,0 0 10 0,0 0-9 15,0 0 4-15,0 1-7 0,2 1 3 0,-2-2-4 16,2 7 0-16,0-1-2 0,0-1 3 0,0 2 0 16,-2-5 4-16,1 2-4 0,1-1 0 0,-2-1 11 15,2 0-2-15,-2-3 6 0,0 1 1 0,2 2 13 0,0 0-1 16,0-1 6-16,0-1-11 0,1 0-8 0,1 0-1 15,7-2-2-15,6 0-6 0,3-4-9 0,4-5 0 16,2-4-3-16,6-6 2 0,5-3-4 0,4 18-3 16,2-21 0-16,11-1-3 0,-4 1-2 0,0-2-11 15,11 2-5-15,-11-4-92 0,2-3-315 0</inkml:trace>
  <inkml:trace contextRef="#ctx0" brushRef="#br0" timeOffset="110320.51">5485 5391 5 0,'0'0'0'15,"0"0"1"-15,0 0 30 0,0 0 5 0,0 0 7 0,0 0 2 16,-2 0-7-16,0 0-13 0,0 0 9 0,1 0-10 16,-1 0 8-16,0 0 3 0,2 0-1 0,-2 0 4 15,2 0 1-15,0 0-15 0,0 0 3 0,0 0-6 16,0 0-1-16,0 0 1 0,0 0-6 0,0 0 5 0,0-2-5 15,0 1 0-15,0-1-2 0,0 0 1 0,0 0-1 16,2 0-1-16,0 0 1 0,0 0-2 0,-1 1 1 16,1-3-2-16,0 0-1 0,6-3-1 0,6 1-10 15,3-1 5-15,2-1 4 0,-3-1 1 0,3 0 1 0,0 1 0 16,-1 5-9-16,1-3 4 0,-1-1-8 0,3 1 4 16,-3 0 3-16,6 3 1 0,1-3 2 0,1 4-7 15,3-1 3-15,-5-5-4 0,6 4 6 0,4-1-3 16,-3-1-2-16,6 3 1 0,-2-1 4 0,-1-4-5 15,1 5 3-15,-3-5-4 0,-3 3 3 0,3-3-1 16,-2 1 4-16,3 1-3 0,-1-1 5 0,-1 3-4 16,3-1-3-16,-3 1 1 0,5 2-7 0,-3-2 11 15,2 1-4-15,2-1 5 0,-1 2-5 0,-1 0 1 0,-2-2 2 16,1 3-3-16,-3-1-1 0,3-2-3 0,-3-15 2 16,-5 8-1-16,0 4 9 0,-3 1-7 0,-5 3 2 15,3-1-2-15,-5 2 8 0,-1-2-7 0,0 1 0 16,2-1-2-16,-2 0 10 0,1-1-4 0,-1 1 1 0,-2 0-3 15,2 0-2-15,-2 1 2 0,0-3-5 0,-2 2 3 16,-3 1 3-16,-3 1-3 0,-1 0 7 0,-2 2-6 16,0 0 6-16,1-4-2 0,1 1 2 0,0-1-2 15,-2 0-2-15,-1-1-1 0,1-1-1 0,-2 0 3 16,0 3-3-16,0-1 7 0,0 0-10 0,0 2 7 16,0-1-9-16,0 1 4 0,-2-2 6 0,1 0-2 15,-1 1 2-15,-2-1-4 0,0 2-5 0,1 0 2 0,-1 0 5 16,2 2-2-16,-5-3 5 0,-1-1-5 0,-1 0-4 15,3 2 9-15,1 1-7 0,-1 1 7 0,2 0-4 16,-1 0-1-16,-1 0 4 0,-1 0-4 0,-4 0 4 0,3 0-2 16,-1 0 1-16,0 1-1 0,1 1-4 0,-3 4 0 15,4-2 0-15,-1 1 0 0,5-3 3 0,-5 7 4 16,1 2-6-16,1 2 5 0,1 0-7 0,1-1 3 16,0 2 2-16,2-1 0 0,0-1-2 0,2 1 11 15,0 0-5-15,0-2 5 0,2 2-9 0,0-4 8 16,4 2-2-16,-3-2 5 0,3 1-1 0,0-1-2 15,-3-3 0-15,5-1-1 0,7 4-1 0,-1-1-5 16,3-3 9-16,0-3-8 0,1-2 2 0,-1 0 1 0,2-2-5 16,-1-1 5-16,1-3-11 0,-2 1 9 0,1-5-4 15,-1 3 7-15,1-2-11 0,-3 1 4 0,-2 1-3 16,-2-1 6-16,-1 5 3 0,-1-10 0 0,-3 0-1 16,-3-2 1-16,-1 2-9 0,7 0 1 0,-1 0 1 15,-3 0 1-15,-1 0 8 0,-2 0-11 0,-2 2 4 0,0 1-5 16,0 1 6-16,-2 0-3 0,0 1-1 0,-3-1-1 15,1 2 2-15,-2-1-2 0,-1 4 2 0,-8 1-2 16,4 1-6-16,-2 0 3 0,0-7-1 0,-2-1 2 16,-2 3 5-16,3 3-5 0,-3 2 1 0,0 2-3 15,2 0 5-15,0 2-2 0,-1 2 2 0,1 0-3 16,2 1 3-16,-2 3-1 0,0 1-2 0,0 0 0 16,0 2 1-16,4-5 1 0,0 9 0 0,2 0 1 0,-2 0-7 15,7-1 5-15,-7 3 1 0,2-2 0 0,1 4 0 16,4-5 0-16,1-1-1 0,1 0 1 0,2-3 0 0,0 3 3 15,0 0-2-15,0-2 2 0,2-2-1 0,0-3-4 16,1 1 3-16,-3-5-3 0,2 2 10 0,-2-2-9 16,9 5 6-16,6 2-7 0,0-1 3 0,0-5 1 15,2-1-2-15,-1-2 1 0,3-3 5 0,1-3-4 16,-1 0 0-16,0-3-2 0,1 0 0 0,-5 0 0 16,2-3 8-16,-3 7-5 0,1-12 5 0,0 0-8 15,-4 1 0-15,0 1 0 0,-1 0 1 0,-5 0 2 16,-1 0 0-16,0 2-1 0,5 0-3 0,-2 0 3 15,-3 4-2-15,-2 2 3 0,0-1 2 0,-2 3-8 0,0-1 3 16,0 4-4-16,0 0-1 0,-4-1 5 0,-11-7-3 16,-7 1 3-16,-4 5-1 0,2 4-5 0,-4 6 2 15,2 3-2-15,2 2 10 0,0 4-7 0,0-6 4 0,5 21-6 16,-1-4-1-16,7-2 8 0,1 2-6 0,7-3 6 16,1-1-5-16,-11-2 0 0,8 1 2 0,3-6-2 15,4 1 7-15,2-1-2 0,2-6 2 0,-1-3-2 16,1-2-1-16,18 11 1 0,4-2 0 0,0-4 0 15,0-5 5-15,2-4-6 0,0-4 7 0,0-4-6 16,-2-1 1-16,-2-2 5 0,0-2-3 0,-3 0 4 16,-3 0-8-16,-5 6 3 0,-3-16-2 0,-5 3 2 0,10-2 3 15,-6 1-5-15,-1 1 6 0,-5 1-4 0,-3 2 4 16,-2 3-3-16,-1-1-2 0,-3 4 0 0,-1-1-7 0,-1 7-6 16,-14-1-7-16,-4 4 2 0,-2-14-11 0,0 5-13 15,2 7-20-15,0 4-7 0,0 4-137 0</inkml:trace>
  <inkml:trace contextRef="#ctx0" brushRef="#br0" timeOffset="110975.2">6907 5646 174 0,'0'-2'42'15,"0"0"-8"-15,0 0 16 0,2-2 11 0,0 1-20 0,2-7-9 16,1-1-9-16,1 0-2 0,-1 0-1 0,3 0 2 16,-1-2-1-16,-1 3-1 0,3-3-1 0,-1 2 2 0,-3 4-2 15,3-4 2-15,-3 3-2 0,1 1 10 0,-4 3-12 16,-1 0 4-16,3 3-6 0,0-1 8 0,0 0-4 16,-3 2 1-16,1 0-2 0,0 0-4 0,2-2 0 15,0 0 0-15,-1 0-1 0,1 2-10 0,-2 0 12 16,0 2-9-16,0 2 9 0,-1 0-15 0,7 16 2 15,-4-1 2-15,-3 1-1 0,-1 2 5 0,0-1-5 16,0 1 0-16,0-3-1 0,0-3 0 0,0 1 1 16,0-2 2-16,0-2-2 0,0 0 3 0,0-2 4 15,2-2-5-15,0 2 6 0,0-1 2 0,0-3-3 16,0 1 4-16,0-1-5 0,-1-1-7 0,1-1 3 0,0-1-4 16,-2-2 4-16,2 1 0 0,0 1 2 0,0 0 0 15,0 0 1-15,-1-3 0 0,1 1 1 0,0 0 3 16,0 0-1-16,0-2 7 0,2 0-9 0,-1-2 4 0,1 0-6 15,0-1 1-15,3-7 4 0,-5-12-6 0,7 0 6 16,2-2-5-16,-1-2-6 0,3-2 4 0,-2-4-5 16,2-1 8-16,2-3-4 0,-2-3 3 0,1 6-3 15,-1 3-3-15,0-1 8 0,-1 5-6 0,-3 5 5 16,-4-1-9-16,3 13 2 0,-1 0-2 0,-3 5 2 16,-2 4-4-16,0 0-3 0,1-4 5 0,1 2-5 15,0 0 5-15,0 1-8 0,-3 1-6 0,1 1 0 0,0 1-22 16,-2 0-61-16,6 20 3 0,-4 4-26 0,-2 2-24 15,-2-2-68-15</inkml:trace>
  <inkml:trace contextRef="#ctx0" brushRef="#br0" timeOffset="111255.08">7362 5811 478 0,'-2'-2'28'0,"0"0"50"0,1 0-58 0,-1 0-3 15,0 1-2-15,-2-1-2 0,0 0-11 0,-1 2-2 0,-6 0 0 16,0 2 0-16,-2 1 12 0,0 3-11 0,1 1 3 16,3 1-4-16,0-6 9 0,5 13-5 0,-3-1 9 15,5-1-7-15,-7 0 14 0,1-1 8 0,4-3 2 16,1 0 2-16,1-1 6 0,2-3-2 0,0 1 1 0,0-4-1 16,0-1 1-16,4 3-12 0,1 0 3 0,16 5-6 15,3-3-2-15,5-4-4 0,5-4-3 0,-3-4 1 16,-3-1 0-16,-4-1-3 0,-1-1-4 0,1-2 1 15,0 0-1-15,-9 3-2 0,5-3 4 0,-12 6-4 16,1-3 2-16,-2 6 2 0,3-9 1 0,-5 2 0 16,1 0 0-16,-2-1-4 0,-4 5-6 0,0 1 0 15,0 0-18-15,-2 4-58 0,-39-20-67 0</inkml:trace>
  <inkml:trace contextRef="#ctx0" brushRef="#br0" timeOffset="123976.59">2048 9084 256 0,'0'0'-69'0,"0"0"36"0,0 0-16 0,0 0 2 16,0 0 51-16,0 0-2 0,0-2 12 0,0 1-8 0,0-1 10 16,0 0-5-16,0 0 12 0,0 0-4 0,2 0 6 15,0 0-1-15,0 1 4 0,0-3 6 0,0 0-5 16,-1 0-8-16,1 1 2 0,0-1-5 0,0 0 4 16,0 1-12-16,0-1 5 0,0 0-6 0,-1 0 4 15,1 1-6-15,0-1 5 0,0 0-1 0,0 1 1 16,-2-1-9-16,0 0 5 0,0 0-3 0,0 1 4 0,0-1 6 15,0 0-2-15,0 1-2 0,0-1-2 0,-2 0-6 16,2 2 7-16,-2-3-4 0,0-1 4 0,-1-1-8 16,-1 1 4-16,-2-1 0 0,3 3 1 0,-10 2 0 15,1-2-10-15,-2 3 8 0,-1-3-8 0,4 0 12 16,-4 0-8-16,2 1-1 0,-4-1-3 0,4-2 10 0,0 3-6 16,4 1 8-16,1-2-8 0,-1-3 1 0,0-1 0 15,-1 3-2-15,1-1 3 0,0 1 3 0,1 1-3 16,1 0 2-16,-4 0-2 0,2 3 1 0,-3-1-4 15,-2 2 0-15,2 0-1 0,-1 0 1 0,2 0 0 16,0 0 1-16,0 0 0 0,-2 2 7 0,2-1-8 16,0 1 7-16,1 0-7 0,-1 0-1 0,4 0 7 15,-2 0-7-15,1 0 8 0,1 1-7 0,-1 1 3 16,1 0-3-16,-1-1 0 0,3-1 0 0,-3 2-3 0,3 0 8 16,-4 1-5-16,1 1 2 0,1-1-1 0,-3 3 0 15,1-1 0-15,-4 3-3 0,4-3 8 0,-6 4-7 16,0 0 8-16,2-1-7 0,-2 1 3 0,-1 0-3 0,6-4 2 15,-10 1-2-15,0 5 0 0,3 3 1 0,-4 3 0 16,7-2-4-16,2 1 0 0,-1-1 5 0,0 0-2 16,4-1 8-16,-2 1-9 0,4-2-4 0,1 0 1 15,2-2 4-15,-7 2 3 0,2 0-2 0,0 5 0 16,3-2-10-16,0 5 6 0,3-1 2 0,1 2 0 16,2 2 1-16,0-2 4 0,0 4 1 0,0-4 1 0,0 0-10 15,-2 4 8-15,2-5-7 0,0 3 7 0,0-2-5 16,0-2-2-16,0-3 3 0,0-1-4 0,0-1 2 15,0-4 2-15,0 2-2 0,0-2 2 0,0-2 9 0,0 0-10 16,0 4 2-16,0-4-4 0,2 4 8 0,2-4-4 16,-1 2 9-16,1 0-8 0,0-2 3 0,1 2 6 15,1-2-11-15,1 2 9 0,1 0-7 0,-1-2 4 16,2 2-2-16,-1 0 1 0,-1 0-7 0,1 0 7 16,1 0 2-16,-7-2 2 0,13 1 3 0,-2 1-7 15,-2 0 3-15,-2-2-5 0,0 2 7 0,3-2-6 16,1 0 4-16,-4-2-5 0,4-1 0 0,-2-1 9 15,-2 1-8-15,4-1 9 0,-2 0 0 0,0-1-5 16,4-4 3-16,0 2-6 0,0-3-1 0,2 3 2 0,-1-2 1 16,1 0 1-16,2 0 4 0,-1 9-5 0,-1-4-1 15,0-3-2-15,1-2-6 0,3-2 6 0,-1 0-3 16,1-2 6-16,-1-2-3 0,0-1-2 0,1-1-2 0,1-1 1 16,-1-1 4-16,-1-1-6 0,0-2 8 0,-3 0-7 15,5-4 6-15,3 11-3 0,-3-16 0 0,0-3 1 16,-1-1 9-16,-5 4-13 0,7-4 5 0,-7 2-6 15,1-3 10-15,2 3-9 0,-10 0 3 0,6 1-4 16,-4 1 8-16,-6-4-5 0,1 0 3 0,12-4-4 16,-6-2 8-16,-3-1-4 0,-2-7-3 0,-1 1 1 15,-2-2 1-15,-4-7-2 0,0 3 5 0,0 0-6 0,-4-1 3 16,0 5 9-16,0-2 5 0,-1 0 1 0,-3 2 11 16,3 2 1-16,-3 0-6 0,3 2 5 0,-1-1-16 15,-1 5 6-15,-2-1-6 0,-1 4 5 0,3 6-11 0,-2-2-8 16,-1 4-3-16,3 7-5 0,5 1-35 0,-33-8-59 15,-12 11-149-15</inkml:trace>
  <inkml:trace contextRef="#ctx0" brushRef="#br0" timeOffset="142318.04">4141 4908 256 0,'0'0'-73'0,"0"0"37"0,0-1-8 0,-2-1-1 15,0 0 59-15,0 0 1 0,0 0-12 0,0-2 9 0,1 1-8 16,-1-1 12-16,0-2 1 0,-2-1-7 0,0 0 5 15,-1-1-6-15,3 4-1 0,-2 1 1 0,-7-1-2 16,0 2-5-16,-2-2 4 0,-2 3 2 0,0-1 2 16,1 0 8-16,1-7-8 0,0 1 3 0,-2 3-4 15,0 1 5-15,-4 0-2 0,3 4 2 0,-1 0-2 16,0 0 5-16,0 2-1 0,-3 2 4 0,1 1-4 0,3 1 0 16,-3-1-6-16,-1 3 1 0,-4-1-2 0,1 1 4 15,-3 1-12-15,6-2 1 0,7-1-2 0,-8 1 4 16,5-1 2-16,-1 1 0 0,-9 5-1 0,6-3-7 15,-1 0 8-15,1 0-2 0,1 3 5 0,2-1-3 0,-1 2-5 16,-1-10 1-16,4 16-2 0,4 1-2 0,2 3 5 16,0-1-3-16,-1 2 2 0,3 2-10 0,0 0 9 15,-1 4-1-15,3 1 5 0,1 3-5 0,2-1 3 16,0 1-7-16,-16-3 5 0,5-1-6 0,5-4 2 16,3 4 3-16,1-4-1 0,2 1 4 0,2-2-5 15,0-3 6-15,0-4-6 0,0-1 5 0,2 0-3 16,0 0 0-16,2 1-1 0,-1-1 0 0,1-2 4 0,0 0-7 15,-1-1 6-15,3 3-2 0,0 0-3 0,-1 0 3 16,1-1-3-16,1 3 6 0,-1-2-1 0,1 1-2 16,0-1 0-16,1 0 0 0,1-1-4 0,-1-1 6 15,-1 0-5-15,0-2 3 0,3 2-5 0,-7 0 0 0,16-2 1 16,0 3 12-16,-3-4-9 0,-1 2 5 0,0-2-6 16,4 2 8-16,1 1-5 0,4-4-2 0,0 1 0 15,2 1 1-15,-2 1-2 0,-1-2 6 0,-1 1-6 16,-2-2 5-16,-1-4-4 0,3 4 0 0,-5 0-3 15,2-5 0-15,-3-1 8 0,1-1-4 0,2 2 6 16,-1-3-6-16,-1 9 0 0,3-1 0 0,3-4 0 0,-1-3-1 16,-2-4 7-16,1-2-6 0,-3-4 7 0,4-3-4 15,1-2-4-15,3-6 5 0,3-1-6 0,-3 16 2 16,6-17 2-16,3-3-2 0,-7-2 3 0,7 4 2 16,1-5-4-16,-5 3-1 0,3 0 0 0,-1 0 7 0,-7 3-7 15,0-1 7-15,-2-1-7 0,-1 3 6 0,-5-3-8 16,1 1 3-16,-6 1-3 0,0-1 13 0,-4-1-10 15,2-1 5-15,-3-2-6 0,-1 0 4 0,-1-2-2 16,-3-4 0-16,1-3 1 0,0-10-2 0,20-2 5 16,-9-1-3-16,-8-6 4 0,-5-2-8 0,-2 0 7 15,-4-3 0-15,-1 8 4 0,-3 1-2 0,-1 4-1 16,-2-1 8-16,0 6-3 0,-2 0 12 0,-2 6 2 0,-2-1-4 16,-1 4 4-16,10 3-10 0,-23 2-1 0,-5 7-9 15,-14 3 4-15,-4 11-15 0,-16-23-5 0,-8 21-7 16,-10 19-4-16,-10 19-62 0</inkml:trace>
  <inkml:trace contextRef="#ctx0" brushRef="#br0" timeOffset="155661.61">1192 13678 25 0,'0'0'0'0,"0"0"20"0,-2-2 13 0,1 0 29 16,-1 0 7-16,0-1-10 0,0-1-6 0,2 2-34 15,-6-7 3-15,3 1-7 0,-3-3 8 0,2 2-14 16,1-2 6-16,1 0-8 0,2-1-1 0,0-1 3 16,-2 0-6-16,0-1 6 0,0 1-3 0,0 0-6 15,2-4 6-15,0 0-6 0,0-1-3 0,0-3 9 16,2 1-8-16,2-4 6 0,2-2-12 0,3-2 7 15,2-2-1-15,2 0 2 0,2-1 0 0,2 1-6 0,1-2 4 16,1 3-6-16,-1-1 9 0,-1 0 3 0,2-1-6 16,-1-3 2-16,3-1-7 0,-3 0 5 0,3-4 4 15,-3 4-2-15,-3-3-1 0,-2 5-1 0,0 5-2 16,-4 2 3-16,1 6 8 0,-3 3-7 0,0 2 1 0,-1 2-4 16,-1 2-4-16,-1 4 6 0,0 1-3 0,-2 0 3 15,5 5-5-15,1-1 7 0,-1-4-2 0,-1 2 3 16,1 1-2-16,-3 3-3 0,3-2-1 0,-1 2-2 15,-1 0 2-15,-1 0 6 0,0 2-2 0,1 1 1 16,-3-1-1-16,0 21-8 0,2 1 7 0,-2 4-7 16,-1 5 10-16,18-1-1 0,-6-1-4 0,-4 1 3 15,-3-3 0-15,-2 1-2 0,-3 0 3 0,1 1-4 0,0 1-1 16,0-2 8-16,-2 5-5 0,2-2 4 0,-2 3-9 16,0-1 8-16,0 0 2 0,0 2 1 0,2-1-2 15,-2 1-7-15,2 0 2 0,-1 6-5 0,1 3 5 0,2-3 7 16,0 1-2-16,-1-3 4 0,1-2-4 0,0 0-4 15,1-2-1-15,1-3-2 0,0-3 0 0,-1-5 7 16,3-2-3-16,-1-3 5 0,0-1-5 0,1-3-2 16,-1-2 2-16,1 0-2 0,-1-4 6 0,-1-2 7 15,-1-2 0-15,-3-3 2 0,7-2 2 0,3 7-9 16,2-1 0-16,7-1-2 0,-4-5 1 0,5-2-6 16,-2-4 6-16,3-5-5 0,-1-2 2 0,-4-2-1 15,1 0-3-15,-2-11 2 0,-4-8 5 0,2 2-8 0,-1-5 3 16,-6-6-5-16,7-3 11 0,0-10-5 0,-1-5 3 15,9-6-4-15,-1-2-7 0,2-6-3 0,2 5 0 16,4-1 1-16,-2 0 5 0,1-3-4 0,1 1-1 16,-2-7-2-16,0-3-5 0,-4 3 16 0,0 1-7 0,-4 14 8 15,-1 9-8-15,-6 14 10 0,2 4-3 0,-2 12 4 16,-2 4-1-16,-4 7-7 0,3 3 3 0,-8 9-9 16,1-1-9-16,1 0-4 0,-2 2 0 0,2-2 1 15,-3 2 6-15,1 0 2 0,2 0 1 0,-2 0 0 16,0 0 7-16,14 24-1 0,-3 6 4 0,-3 5-4 15,-3 2 0-15,-1 6 9 0,-3 3-5 0,3 8 7 0,0-2-3 16,-1 6 2-16,1-1 0 0,-3-1 0 0,3 4-8 16,0 6 7-16,-3 7-1 0,3 12 3 0,-1 12-7 15,1 12 7-15,1 6-4 0,1-5 4 0,1-8-10 16,2-15 8-16,4-5-2 0,7-6 4 0,6-3-12 0,-18-10 8 16,34-8-6-16</inkml:trace>
  <inkml:trace contextRef="#ctx0" brushRef="#br0" timeOffset="-174452.46">11259 12118 31 0,'0'0'4'0,"0"0"5"0,0 0 15 0,-1 0 7 0,-1 0 3 16,0 0 0-16,0 0-12 0,-2-2 2 0,2 0-2 16,1 1 4-16,-3-1-2 0,0 2 1 0,0 0-1 15,3 0 1-15,-7-2 2 0,1 0 0 0,3 0 1 16,0 0-2-16,1 0-1 0,-1 1-7 0,0-1 4 15,0 2 0-15,1 0-6 0,1-2 3 0,-2 0-5 16,2 0 7-16,-1 2-5 0,-1 0 4 0,0 0-6 16,0 0 3-16,1 0-2 0,1 0 1 0,-7 0-2 0,3 0 3 15,2 0-12-15,2 0 9 0,1 0-9 0,-3 0 2 16,0 0 2-16,-1 0-5 0,3 0 5 0,-2 0 2 16,0 0-4-16,1 0 6 0,1 0-6 0,0 0 5 0,0 0-5 15,0-2-3-15,0 2 2 0,0 0 2 0,1 0-3 16,-1 0 3-16,2 0-3 0,0 0 4 0,0 0-3 15,2 0 4-15,-1 0-2 0,3-2 2 0,15-1-8 16,1-1 0-16,10 0-2 0,-8 1 5 0,6-3-1 16,7 0-2-16,-1 1 1 0,1 3-2 0,2-2-1 15,-5 1 4-15,-1-1-4 0,-1 0 5 0,2 2-5 16,-3 0 0-16,-1 1-1 0,2-1 1 0,0 2 7 16,1 0-7-16,2 0 6 0,-1 0-7 0,0 0 1 0,1 0 0 15,2 0 0-15,-3 2 2 0,3-1 0 0,0 1 1 16,-1 0-1-16,1-2-2 0,-1 2 2 0,-3-2-4 15,3 0 3-15,-1 0-1 0,-3 0 3 0,-1 0-1 16,-4-2 0-16,-1 0-5 0,-2-1 1 0,-2-1 4 0,-3 2-1 16,0 0 6-16,-2 2-5 0,-2 0 0 0,-4 0 0 15,0 0 0-15,-3 0-2 0,-3 0-3 0,-1 0-1 16,2 2-3-16,0 0-66 0,-1 2-32 0,-1-1-20 16,4 8-178-16</inkml:trace>
  <inkml:trace contextRef="#ctx0" brushRef="#br0" timeOffset="-173923.05">12422 11440 140 0,'0'-1'98'0,"0"-1"-70"16,0-4 94-16,0-14-31 0,0 1-45 0,0 2-12 15,0 3 4-15,0-1-7 0,0 4-2 0,0 1-8 0,0 1 4 16,0 5-6-16,0 1-3 0,0 1 9 0,0 0-11 16,0-2 11-16,0 0-12 0,0 1-1 0,0-1 0 15,0 2-2-15,0 0-1 0,0 0-6 0,0 1 4 0,0 1-5 16,0 0 1-16,0 0 4 0,0 1-3 0,0 1 2 15,2 0-5-15,-1 2 1 0,1 7 3 0,2 6-2 16,0 1-2-16,-1 3 0 0,1-1-3 0,2 4 2 16,-1 0-3-16,3 2 6 0,-3 0-3 0,3 2 3 15,-3 4-7-15,1-1 7 0,-1 5 0 0,1-3 3 16,0 6-4-16,-3-2-3 0,-1 2 1 0,2 6-3 16,-2-4 4-16,0 7 1 0,-2-2-2 0,0-3 0 0,0 0-3 15,0-1 6-15,0-1 0 0,-4-2 2 0,0-2-9 16,0 2 5-16,1 2-1 0,-3 4 3 0,2-1-3 15,1 7-1-15,1-3 5 0,0 2-4 0,2 4 0 0,0-6 2 16,0 0-6-16,0-7 5 0,0-4-1 0,0-3 2 16,0-3-1-16,0-7 2 0,0 1-3 0,2-7 3 15,0-3-1-15,0-2 0 0,-1-2-3 0,1 2 7 16,-2-7-1-16,2-1 3 0,0 3-8 0,-2-6 2 16,0 1-4-16,0-1 2 0,2 2-10 0,0 0-12 15,0-1-8-15,-1 1-8 0,1-2-103 0,0 0-96 16</inkml:trace>
  <inkml:trace contextRef="#ctx0" brushRef="#br0" timeOffset="-173471.64">12388 12445 358 0,'0'0'39'16,"0"-2"-1"-16,0 0 16 0,0 0-11 0,0-1-3 15,0-1-22-15,0 2 4 0,0-3-5 0,0 1 2 16,0 2-17-16,0 0 1 0,0 0 4 0,2-1-1 0,0-1 10 16,0 0-6-16,0 2 4 0,0 0-4 0,-1 1 11 0,1-1-4 15,0 0-6-15,0 0 3 0,0 0-3 0,2 0 0 16,-1 0 2-16,-1 2-3 0,11 0-5 0,0 0 1 15,0 0 0-15,4 4 0 0,-2 0-8 0,3 1 5 16,3 3-5-16,1 1 5 0,8 4-6 0,-4-2 11 16,5 2 4-16,10 4 2 0,-4 0-4 0,4 1-1 15,2 1 2-15,-4-3 0 0,2 5 8 0,1 1-14 16,-1-1 2-16,-4-1-6 0,-1-1 3 0,-3-1 6 16,0-16-6-16,1 15 7 0,-1 5-11 0,1 0 7 15,-1 2-3-15,1-1 4 0,-3-7-12 0,-1 3 8 0,3-4-2 16,-5 0 5-16,-2-2-2 0,2-2 2 0,-2 0-4 15,-2 0 3-15,-5-3-8 0,-3 1 5 0,-4-5-1 16,1 5 4-16,-2-4-6 0,2 1-1 0,-4 0-2 16,-4-1 1-16,3-1-1 0,-3 1-55 0,-5-3-36 0,4 4-15 15,-2-2-191-15</inkml:trace>
  <inkml:trace contextRef="#ctx0" brushRef="#br0" timeOffset="-173067.33">13007 12386 695 0,'0'-2'14'0,"-2"0"27"0,0 0-22 0,0 0-16 15,0 0 7-15,0 0-10 0,0 1 1 0,1-1 1 16,-1 0-5-16,0 0 3 0,0 2 5 0,2 0-2 16,0 0 0-16,0 0-2 0,0 0-9 0,0 0 11 15,0 0-3-15,2 2 7 0,0 0-3 0,0 0-4 16,-1-1 3-16,3 3-3 0,0 0 0 0,5 1 4 0,0 7 0 16,4 2 0-16,-1-1-4 0,-1 0 7 0,2 2-5 15,-2-2 7-15,0 2-3 0,-2 0-6 0,-1-2 2 16,-1 0-3-16,-1 0 2 0,-4 0 0 0,1 0 1 0,-1-6-1 15,4 1 14-15,-3-3 5 0,-1 1 3 0,-2-2-2 16,0-1-2-16,0-1-3 0,0 2-1 0,0-2 0 16,-3 7 2-16,-22-2-5 0,-4-1 1 0,-1 0-4 15,-3-5-3-15,1 1 3 0,8 0-5 0,0 4 3 16,5-3-17-16,1 5 10 0,-5 7-5 0,7-6 5 16,-1-2-15-16,6-3-12 0,3 0-4 0,3-2-7 0,1 0-45 15,0-1-123-15,3 1 5 0</inkml:trace>
  <inkml:trace contextRef="#ctx0" brushRef="#br0" timeOffset="-172663.9">13469 12954 67 0,'0'0'42'0,"0"0"-5"0,0 0 23 0,0-2 2 16,-2 0-8-16,0 0 4 0,0 0-11 0,1 0 6 15,-1 1-8-15,0-1-3 0,0 0 0 0,0 0-11 16,0 0 7-16,0 0-16 0,1 0 11 0,1 1-6 0,0-1 5 16,0 0-22-16,0 0 9 0,0 2-4 0,0 0 5 15,0 0-3-15,0 0-7 0,0 0 5 0,0 2-6 16,0 0 1-16,0 1-3 0,0 9 0 0,0 6 0 15,1 3 1-15,1 1 2 0,2 4-2 0,3 2 2 16,1 1 4-16,-1 8 2 0,1 2 2 0,1 6 0 16,0 1-6-16,2 5-2 0,1 1 0 0,-1 5-1 15,0 4-3-15,2-1-4 0,0-4 1 0,-2-4-2 16,0-10 7-16,-2-5-6 0,2-1 1 0,-1-10-2 0,-1-2 0 16,-2-8-5-16,3 3 2 0,-5-8-4 0,3 0-1 15,-3-3-46-15,-1-5-24 0,2-1-20 0,-1 0-198 16</inkml:trace>
  <inkml:trace contextRef="#ctx0" brushRef="#br0" timeOffset="-171075.83">12526 11518 93 0,'0'0'29'0,"0"0"31"0,0 0-20 16,0 0-19-16,0 0 0 0,-2 0-6 0,0 0-6 15,0 0-1-15,2 0-8 0,0-1 6 0,0 1-4 0,0-2-6 16,0 0 9-16,0 0-8 0,0 0 12 0,0 0 5 16,0 0-2-16,-2 1 7 0,0-1 31 0,1 0-8 15,-1 0 7-15,0 0-10 0,0 2-7 0,0 0-3 16,0 0-1-16,0 0 0 0,1 0 8 0,-1 0-7 16,0 0 2-16,0 0-4 0,0 0 0 0,0 0-6 15,0 0 0-15,1 0-3 0,-3 0-10 0,2 0 6 16,0 0-4-16,0 0 5 0,0 0 2 0,1 0 0 15,-1 0 5-15,2 0-5 0,0-2-1 0,0 0-5 0,2 1-2 16,1-3 1-16,18-7 2 0,7-10-3 0,7 1-3 16,2-2 1-16,8-1-2 0,1-1-1 0,-3-7 6 15,5-1-5-15,-7-3 3 0,3 1-6 0,3 5-1 16,-10-1-1-16,2 2 2 0,-8 0 0 0,-5 2-1 16,-3 4 0-16,-3 5 0 0,-3 1 4 0,-2 3-5 0,-2 5 4 15,-4-3 1-15,-2 5-4 0,-3 3 6 0,-2-3-6 16,-2 4 9-16,4-1-3 0,-1-1-1 0,-1 0-1 15,0 2-9-15,0 0 6 0,0 1 0 0,0-1 3 16,-2 0-3-16,0 2-2 0,0 0 0 0,0 0-1 16,0 0 11-16,0 0-13 0,0 0 4 0,-2 0-5 15,0 0 10-15,0 2-6 0,2 0-1 0,0-1-1 16,0 1 0-16,-2 0 8 0,2-2-5 0,0 0 6 0,0 0-9 16,-2 2 2-16,2-2-1 0,0 0 1 0,0 0-4 15,0 0 6-15,0 0 0 0,0 0 1 0,0 0-3 16,-1 0-1-16,1 0 0 0,-2 0 1 0,2 0-2 0,-2 0 5 15,2 2-6-15,-2-2 6 0,0 2-2 0,2 0 1 16,-2-2 3-16,0 0-4 0,1 0-2 0,-1 0 3 16,0 0-3-16,2 0 2 0,0 0-8 0,0 0 7 15,0 0 2-15,0 0 3 0,0-2-1 0,0 0 1 16,0 0-5-16,0-2 4 0,0-1-7 0,2-10 3 16,0-2 0-16,-1 0 1 0,3 1 1 0,0-3-2 15,0 1 0-15,-1-1-1 0,1-1 7 0,0-1-6 16,-1-1 6-16,1 0-7 0,0-1-4 0,0-1 4 15,-1 2-3-15,3-2 4 0,-2 1 4 0,-1-1-4 0,1 2 0 16,0-2 0-16,-1 3 4 0,1 1 0 0,0-2 0 16,1-2-2-16,1 0-3 0,-2-2-1 0,-1 0 1 15,1 5 0-15,0 1 2 0,0 1 0 0,-3 2 0 16,1 1-1-16,0-3-2 0,0 2 2 0,0-1-2 0,0 3 2 16,0 0 1-16,-2 6-1 0,1-2 0 0,1 0 0 15,0-1 0-15,0-1 0 0,0 2-1 0,0 0-1 16,0 4 3-16,1-3 0 0,1-1 3 0,0 0-4 15,-1 0-6-15,1-2 5 0,-2 6-2 0,2-3 3 16,-2 3 0-16,-1-1 5 0,1 3-4 0,0-1 3 16,0 3-7-16,0-1 5 0,-2 2-1 0,0 0 2 0,0 0-6 15,2-1 5-15,0-1-2 0,-1 0 3 0,1 0-11 16,0 1 6-16,0 1 1 0,0 0 1 0,0 0-1 16,0 0 1-16,-1 0 0 0,1 1 3 0,0-1 1 0,0 0-6 15,0 0 1-15,0 0-2 0,0 0 2 0,-1 0 6 16,1 1-4-16,0-1 6 0,0 0-8 0,0 0 0 15,0 0-2-15,0 0 1 0,1 0-5 0,1 1 10 16,0-1-1-16,-1 0 3 0,-1 2 0 0,6-2-9 16,-3 2 6-16,10-4-7 0,4 1 8 0,1 1-4 15,2-2 0-15,-1 2-1 0,3-2 2 0,2 1-1 16,2-1-5-16,13-2 4 0,-6 1-2 0,13-4 4 16,4-1 2-16,-7 3-1 0,3-2-2 0,0-2-1 0,4 1-1 15,6-1 0-15,3 0 2 0,10-2 3 0,3 0-1 16,6 0 3-16,1 0-2 0,-3 0 0 0,-7 2-2 15,-8 0 0-15,-2 0-2 0,-3-2 2 0,0 0 0 16,3 1 2-16,-4-1 1 0,5 2-3 0,-5 0 0 0,-3 0-2 16,-2-2-2-16,-2 0 6 0,-5 2-2 0,-4 2 3 15,-6 3-4-15,-9 2 4 0,-2 1-4 0,-7 1 3 16,-2 0-1-16,-1 0-5 0,-2 0 3 0,-5 2-11 16,0 0-40-16,-3 0-276 0</inkml:trace>
  <inkml:trace contextRef="#ctx0" brushRef="#br0" timeOffset="-168773.77">10968 12116 100 0,'0'0'46'0,"0"0"-16"0,0 0 42 0,-2-2-9 16,0 1-37-16,0-1-15 0,1 0 2 0,-1 0-6 15,0 0-4-15,0 0 3 0,0 0-4 0,0 1 6 16,0 1 1-16,1 0 9 0,-3 0 2 0,0 0 3 15,0 0 8-15,-9 0 13 0,2 0-6 0,-4 0 7 16,1 0-8-16,1 1 5 0,0 1-2 0,-2 2 2 0,4-2-7 16,-1 0-8-16,1 0 0 0,4-1-4 0,-1 1 4 15,3 0-11-15,3-2-1 0,-2 0-4 0,1 2 2 16,-1 0-8-16,0 0 6 0,0 0-7 0,3-1 4 0,-1 1-4 16,0 0 6-16,0 0-6 0,0 0 5 0,0 0-2 15,2 1-2-15,0 1 0 0,0 0-5 0,0 0 6 16,2-1-2-16,0 1 3 0,0 0 0 0,0-1 4 15,1 1-3-15,5 0 3 0,7 3 1 0,1-1-4 16,1-4 4-16,2 0-6 0,1-2 9 0,2-2-7 16,3-2 2-16,-1-2-5 0,2-1-5 0,-2-2 5 15,2-2 2-15,2-2 1 0,-4 0 0 0,-2-2-1 16,-3 13-6-16,-5-15 5 0,-1-1-6 0,-5 5 1 0,-3-4 1 16,7 0 0-16,-7 8 2 0,-1-2 6 0,-2 1 0 15,-2 5 1-15,0-4-5 0,0 7 6 0,-2-2-5 16,0 4 5-16,-20-11-5 0,-6 3-5 0,4 8 4 15,-4 2-4-15,0 4 4 0,2 3-2 0,0 4-1 16,2 2 1-16,2-13-2 0,3 20-3 0,2-1 1 0,4-1-2 16,2-1 6-16,4-3-4 0,1-1 3 0,-1-6-3 15,-1 3 0-15,7-7-2 0,-1 3-3 0,2-3 0 16,0-3 6-16,0 0 6 0,2 2-2 0,1-1 2 16,1-1-3-16,15 7 2 0,-1-3-2 0,1-4 1 15,-1-2-3-15,-1 0-2 0,-4 0 0 0,-2 0-3 16,-3 0 2-16,-7 0-42 0,1 0-57 0,2 0-10 0,0 0-327 15</inkml:trace>
  <inkml:trace contextRef="#ctx0" brushRef="#br0" timeOffset="-167667">13075 13960 131 0,'0'0'52'0,"-2"0"47"0,1 0-22 0,-1 0-24 16,-2-2-5-16,-2 2-2 0,-5-2-8 0,-4-1 3 15,2 1-8-15,-1-2 7 0,2 2-3 0,1 0-1 16,-5 0-3-16,4 1-1 0,-1-1-15 0,2 0-1 0,8 2-1 16,1 0 0-16,-4 0-9 0,3 0 9 0,-7-2-3 15,1 2 4-15,5 0-12 0,-1 0 4 0,3 0-3 16,-2 0 5-16,0 0-4 0,1 0 5 0,1 0-4 15,0 0 3-15,0 0-6 0,0 0 2 0,0 0 2 16,2 0-1-16,0 0-2 0,2 2 3 0,0 0 0 0,2 0 2 16,11-1-2-16,11 3-4 0,-2 0 1 0,0-2 1 15,4 1 4-15,-2-1-6 0,0 0-1 0,3 0 0 16,1-2 7-16,4 0 8 0,1 0-3 0,0 0 3 16,4 0-1-16,2 0-12 0,2 0 4 0,3 0-7 15,-1 0-2-15,1 0 4 0,1 0 2 0,-5-2 2 16,3 2 8-16,-4 0-4 0,-4-2 0 0,-6 2-1 15,3-2 4-15,-6 2-7 0,-4 0 3 0,0-1-5 16,-2-1-5-16,-1 0 7 0,-3 2-8 0,4-2 6 0,-3 0-9 16,0 0 4-16,-1 0 4 0,1 1 0 0,-1-1-1 0,1-2-3 15,-1 0-1-15,-3 2 0 0,0 1-4 0,-4-1 8 16,-3 2-1-16,-1 0 3 0,-5 0-6 0,2 0-3 16,-1 0 0-16,-1 0-2 0,0 0-4 0,0 0-26 15,-2 0-19-15,0 0-5 0,-2 0-85 0,0 2-61 16,0-1-2-16</inkml:trace>
  <inkml:trace contextRef="#ctx0" brushRef="#br0" timeOffset="-167218.15">13502 14337 43 0,'0'0'44'0,"0"0"-4"16,0-2 33-16,-1 0-3 0,-1 0-5 0,0 1-18 15,0-1 0-15,0 0-4 0,0 0 2 0,0 0-8 0,1 0-11 16,-1 0 8-16,0 1-9 0,0-1 0 0,0 0-13 16,0 0-3-16,0 0 0 0,2 0 6 0,0 0 2 15,0 2 3-15,0 0-2 0,0 0 1 0,2 0 8 16,0 0-5-16,4 0 6 0,16 0-11 0,4 0 2 16,-6-1-1-16,8-1 2 0,0 0 7 0,5 0-1 15,3-4-1-15,-3 1 0 0,-1-3-15 0,-4 1 2 16,-2 1-3-16,-6 3 1 0,0-1-11 0,-5 2 1 0,0 0 0 15,-2 2 2-15,-2 0 4 0,-1 0-1 16,-1 0-3-16,-2 0 0 0,1 0-3 0,-3 0-2 0,1 0-2 16,-4 0-2-16,1 0-20 0,1 2-27 0,0 0-7 15,0 0-10-15,-3 0-58 0,1 0-40 0,0-1-19 16</inkml:trace>
  <inkml:trace contextRef="#ctx0" brushRef="#br0" timeOffset="-166935.68">13450 14562 492 0,'0'0'45'0,"0"0"-5"0,0 0-3 16,0 0 7-16,0 0-22 0,0 0 0 0,0 0-7 15,0 0 6-15,2 0-7 0,2 0 0 0,7 0-1 16,17 1-1-16,2-1 2 0,3 0 10 0,4 0 12 16,-3-1 1-16,5-3 3 0,-2-4 3 0,-2 3-15 15,0-3-5-15,-1 3-3 0,-3-1-18 0,-3 1 1 16,-2 1-1-16,-2 2-1 0,-1 0-1 0,-3 0-1 16,0 2-9-16,1 0 0 0,-3 0-54 0,1 0-216 15</inkml:trace>
  <inkml:trace contextRef="#ctx0" brushRef="#br0" timeOffset="-164495.09">9984 12304 256 0,'0'0'-77'0,"0"0"45"0,-2 0-14 0,0 0 0 16,0 0 57-16,0 0-7 0,-1 2-6 0,-1 0-3 15,-2-1 2-15,-3 1-1 0,4 0 4 0,-5 2 0 16,7-4 0-16,1 0 9 0,-2 2-9 0,0 0 2 0,1-1-3 16,-1 1 2-16,2 0 3 0,0 0 5 0,0-2-5 15,0 0-4-15,1 0 0 0,-1 0 0 0,0 0 2 16,2 0 4-16,0 0-6 0,0 0-3 0,0 0 0 15,0 0 3-15,0 0 1 0,0 0 1 0,0 0-2 16,0 0-5-16,0 0 9 0,0 0-3 0,-2 0 7 16,0 0 5-16,0 0 14 0,0 0-2 0,1 0 5 0,-1 0-3 15,-2 0-6-15,2 0 9 0,-5 0-8 0,-3 0 13 16,-1 0-4-16,2 0-3 0,0 0 2 0,-1 0 9 16,3 0 10-16,0 0-5 0,-1 0 3 0,-1 0-9 0,-2 0-9 15,5 0 4-15,1 0-8 0,1 0-11 0,0 0 3 16,-1 0-1-16,1 0 2 0,0 0-2 0,0 0-7 15,1 0 4-15,-1 0-3 0,0 0 8 0,1 0-8 16,1 0-2-16,0 0 0 0,0 0 2 0,0 0 5 16,2 0 4-16,0 0-2 0,0 0 6 0,0 0-7 15,0 0-4-15,0 0 0 0,0 0 5 0,2 0-2 16,0 2 4-16,2-2-5 0,5 2 3 0,13 0-7 16,2-1 6-16,2-1-6 0,2 2 1 0,-4-2 0 15,0 0-4-15,-1 0 3 0,-3 0-5 0,-1 0-4 0,-3 0 0 16,-1 0-1-16,-2 0-2 0,-2 0 2 0,1 0 2 15,-5 0 2-15,2 2 6 0,-3-2-11 0,-2 0 4 16,-1 0-7-16,-1 0-3 0,0 0-81 0,0 0-8 16,2 2-38-16,-1 0-163 0</inkml:trace>
  <inkml:trace contextRef="#ctx0" brushRef="#br0" timeOffset="-164216.53">9923 12252 477 0,'-2'0'219'0,"0"-2"-300"16,0 0 260-16,0 0-147 0,0 0-21 0,-1 1-3 15,-1-1-4-15,0 0 3 0,2 0-3 0,0 0 7 16,1 0-2-16,1 0 3 0,0 1 1 0,0-1-3 15,0 0 0-15,0 2-1 0,1 0-1 0,1 2 5 16,0 0 1-16,0 1-1 0,5 12 0 0,5 11-4 16,-1 6-3-16,0 1 0 0,-4 1-2 0,1 5-5 15,-5-2 5-15,3 7-5 0,1 4 2 0,-1-1-63 0,0 5-48 16</inkml:trace>
  <inkml:trace contextRef="#ctx0" brushRef="#br0" timeOffset="-163654.85">10797 13977 496 0,'0'0'55'15,"0"0"4"-15,-2 0-3 0,0 0-10 0,1 0-11 16,-1 0 0-16,0 0-20 0,0 0 3 0,0 0-7 16,2 0 6-16,0 0-3 0,0 0 2 0,2 0-1 15,0 0 2-15,0 0-11 0,1 0 8 0,18 0-8 0,1 0 10 16,2 0-3-16,0-2-8 0,4-2 5 0,-2 0-6 16,-2 1-4-16,-1-1 5 0,-3 0-5 0,0 2 0 15,-5 1-9-15,0-1-4 0,-4 2-6 0,-1 0-42 0,-1 0-42 16,-2 0-11-16,-1 0-7 0,-2 0-17 0</inkml:trace>
  <inkml:trace contextRef="#ctx0" brushRef="#br0" timeOffset="-162001.07">11272 11743 17 0,'0'0'3'0,"-1"-2"1"0,-1 0 1 16,0 1-5-16,0-1 1 0,-2-2-8 0</inkml:trace>
  <inkml:trace contextRef="#ctx0" brushRef="#br0" timeOffset="-160949.52">10741 11466 64 0,'-1'0'19'0,"-1"0"-3"0,0 0 22 16,-24-3-3-16,4-1 7 0,-4 0-10 0,-6-1-2 0,6 1-5 16,0 0-21-16,-4 1 0 0,4-1-2 0,-3 0 2 15,-3 2-4-15,4 0 0 0,0 2-3 0,2 0 3 16,-1 2 6-16,1 0 0 0,1 0 0 0,1 0-1 15,4 2 1-15,-1-1-5 0,1 1 6 0,0 0-7 16,-3 1 0-16,5 1 10 0,-3 1-5 0,3-1 8 0,-3 1 0 16,3 1-12-16,-1-1 8 0,1 2-8 0,-3 1 9 15,1 1-5-15,-3 2-1 0,5-2 1 0,-8-9 1 16,-4 18-2-16,2 1-2 0,-7 1 0 0,7 4-4 0,4 4 2 16,-2-1 0-16,2 3 1 0,-2 1 1 0,2 3-7 15,-2 1 8-15,4 0-7 0,-1 2 9 0,-1-4-2 16,4 0-4-16,1-3 2 0,1 0-1 0,1-5 1 15,-2 3-2-15,1 0 1 0,-3-4-6 0,5 2 3 16,1-2 7-16,2 2-4 0,-2-1 1 0,4 5 8 16,-2 0-12-16,2 1 10 0,-1 2-11 0,3 0 8 15,-2 4 9-15,2 2 0 0,-2 4 23 0,3 3-9 16,1 4 4-16,1 0-7 0,2-2-9 0,3-3-7 16,-5-3-6-16,4-3 2 0,-20-2-4 0,9 0 0 0,5-4 2 15,5-1 0-15,1-1 7 0,2 2-12 0,2 1 6 16,0-1-7-16,3 2 7 0,1 0-2 0,1 2-2 15,2 4 0-15,3 0-1 0,-1 1 5 0,0-1-3 0,2 0 4 16,4 5-9-16,-3-7 5 0,3 2 0 0,0-4 3 16,0-6 2-16,3 4-3 0,0-2-2 0,-16-1 0 15,22 1-7-15,2 4 7 0,2-4 0 0,1 6 2 16,5 2-3-16,-3 1 2 0,4 3 0 0,0 3 2 16,0 4-6-16,2 3 6 0,-2 1-3 0,-3-2 3 15,-3-6-9-15,-1-6 6 0,0-1 0 0,0-8 4 16,5 1 6-16,-2-7-3 0,6-1 1 0,0-4-1 15,6 2 7-15,3-2-5 0,8 1 1 0,1-1-3 0,-3 0 4 16,9 2-10-16,-5-4 2 0,-4 0-3 0,1 1 6 16,-10-3-4-16,0 1 2 0,-3-1-4 0,1-1 6 0,-2-3-6 15,0 1 3-15,0-2-5 0,1 1 1 0,1-4 0 16,0-5 1-16,5-1 1 0,4-3 5 0,-6-1-4 16,12 26-4-16,-8-17 2 0,-7-9-2 0,5-2 0 15,-11-7 3-15,-2-5-2 0,-1-1 5 0,-3-1 2 16,-1-3-1-16,0 0 1 0,1-1 2 0,-1-1 6 15,2 15-2-15,-3-20 1 0,1 0-12 0,-4 0 6 16,6 0 4-16,-3 0 0 0,-3 0 1 0,4-1-4 16,-2 3-2-16,-4-2 2 0,0-2 2 0,-7 0-9 0,-4-2 6 15,0-2-7-15,2-1 6 0,-4-8-7 0,-4-4-1 16,4 0-1-16,-5-10 10 0,-2 1-8 0,7-2 2 16,-9-4-3-16,5 8 12 0,-5 0-8 0,24-4 4 15,-15 4-6-15,-9 0 7 0,-2 2-7 0,-2 1 0 0,-2-3-2 16,-5-6 0-16,2-1 1 0,-4-6 6 0,-2-8-4 15,1 1 1-15,-2-5 0 0,1 7 0 0,-4 3 1 16,-2 3 5-16,3 8-3 0,-1 1 0 0,-2 1-1 16,3 1 0-16,-3-2 6 0,-3-5-2 0,-1-9 4 15,1-7 1-15,2-4-1 0,-1 2 2 0,3 9-1 16,-1 4 3-16,1 3-7 0,-3 3-1 0,1 5-1 16,-1-2 4-16,1 2-2 0,1 0 2 0,-1-7-3 0,0-8 1 15,-1-2 3-15,3-5 0 0,-3 0 1 0,1 3-3 16,-1 6-6-16,3 4 2 0,-3 9-1 0,3 2 7 15,-5 3-3-15,20 1 0 0,-20 1-2 0,-4-1-4 16,-1-2 0-16,2-1 4 0,-8-1-2 0,5 0 7 0,-3 2-11 16,2-4 3-16,1 5-4 0,-3 3 5 0,-1 7 0 15,-1 7-3-15,-1 4 2 0,-4 6-3 0,-2 5-7 16,-5 5-3-16,-8 9-3 0,-4-25-22 0,-16 18-88 16,-13 16-58-16</inkml:trace>
  <inkml:trace contextRef="#ctx0" brushRef="#br0" timeOffset="-159565.33">15255 9684 89 0,'0'0'31'0,"0"-2"-7"16,0 0 29-16,0 0-5 0,0 1-17 0,0-3 4 16,0 0-7-16,0 0 5 0,0 3-15 0,0-5-5 15,-2-3 7-15,0-1-6 0,1 5 8 0,-1-1-7 0,0 1-1 16,-2-3 0-16,2 3 4 0,0 1 8 0,1 0-6 15,-1 1 5-15,0 1-6 0,0 0 2 0,0 0-3 16,-2 2 1-16,1 0-6 0,-1 0 7 0,-5 4-3 16,1-1 1-16,1-1-9 0,3 15-9 0,0 2 8 15,3-3-8-15,-9-3 9 0,3 0 0 0,1 0-5 0,3 0 4 16,3-3 0-16,0 3 9 0,1-4-1 0,1-2 4 16,2 1 4-16,-2-5 3 0,7-1-2 0,12 0 0 15,-3 11-8-15,4-2-7 0,-3-5 4 0,0-2-5 16,3-4 5-16,-4 0-2 0,3-2-7 0,-6 0 2 15,0-2-13-15,-2 0 8 0,-2 1 4 0,-4-1 1 16,1 0-4-16,-7 4 4 0,3-3-2 0,2-5 3 16,-1-3-6-16,-1 2 4 0,-2-4 0 0,-2 2 1 0,0 3 0 15,-2 3-6-15,0-1-1 0,2 4-2 0,-5-5-5 16,-8-3-11-16,0 3-12 0,-2 0 0 0,2 3-56 0,0 0-159 16,0 2 12-16</inkml:trace>
  <inkml:trace contextRef="#ctx0" brushRef="#br0" timeOffset="-158318.34">15250 9012 353 0,'-2'0'27'0,"0"-2"-5"16,0 0 5-16,-2 0 1 0,-3-1-10 0,-4-5-5 15,1 3-9-15,1-1 0 0,-4-1-4 0,0 1 9 16,0 0-3-16,-2 1 3 0,4 3-4 0,-2 0 4 0,-4 0 7 16,3 0-5-16,2 2 3 0,-4 0-11 0,1 2 10 15,-2 2 0-15,0 0 2 0,3 1-13 0,-1 3 1 16,4-1 0-16,-4 2 1 0,2-7 4 0,2 19-5 16,-4-1 1-16,4 2-2 0,-1 1-2 0,-1 3 2 15,-1-2-5-15,-1 6 3 0,-2 1 0 0,0 3 0 16,1 1 0-16,-1 2-1 0,0 2 2 0,1-6-1 15,1 3 2-15,2-1-2 0,-2-2 5 0,2 1-7 16,2-1 5-16,0-3-6 0,1 1 3 0,1-3 1 16,-2 0-1-16,3-4 0 0,1 0 2 0,-2 4-2 0,-2 0 2 15,-2 0-2-15,1 4 4 0,1 1-4 0,0 4-3 16,2 0 2-16,-4 4-3 0,2 2 8 0,-2 3-4 16,0 2 4-16,3 3-7 0,-1-1 4 0,0-2 5 15,0-5-3-15,0-2-7 0,7-1 7 0,0-2 6 0,-14-7 1 16,5-3 19-16,4-2-23 0,3 0 4 0,0 2-8 15,1 0 12-15,1 3-14 0,0 1 4 0,1 5-5 16,1 4 7-16,0 3-3 0,2 5 1 0,-2 8-3 16,0 3-5-16,2 5 1 0,0 1 3 0,0-2 0 15,2-7 8-15,2-3-8 0,-2-6-1 0,3-3-1 16,3-1 3-16,-1-3-5 0,4 4 4 0,0 1-7 0,2 2 5 16,2 3 2-16,0 4 4 0,4 14-1 0,-4-2-2 15,1 5 0-15,1-1-4 0,-4-8 3 0,0-2 0 16,0-5 3-16,0-2-1 0,0-2 0 0,2 0-5 0,0 3 3 15,1 5 0-15,1 3 2 0,4 6 0 0,-3 5 3 16,3-4-3-16,1 5 4 0,-2-5 0 0,-1-3-6 16,3-2 5-16,0-9-5 0,2 0 10 0,1 1-5 15,-1 2 3-15,2 5-4 0,2 4-4 0,-1 1 1 16,-25 7 2-16,39 0 1 0,-6-5 3 0,10-4-1 16,0-12 2-16,-8-6 1 0,5-3 9 0,-4-3-6 15,-3-6-4-15,2 0 0 0,0 2-5 0,0-2 6 0,0 0 0 16,4 0 2-16,2-3 5 0,3 1-4 0,4-3 4 15,1-4-5-15,2 3-8 0,3-1 7 0,-4 0-4 16,4-1 5-16,-2-5-10 0,-4-3 7 0,-4-6-5 16,-5-4 6-16,-2 4-9 0,-2-8 4 0,2-1 2 15,0-5 1-15,-2 20 2 0,2-10-3 0,2-5-2 0,-2-6 1 16,2-2-1-16,2-4 3 0,-6-5 0 0,4-4-1 16,-4-2-11-16,6-7 6 0,1 22-2 0,-3-29 4 15,0-4 1-15,-8-1-4 0,1 1 0 0,-7-2-1 16,1 0 7-16,-2-4-3 0,2-2-3 0,0 2 0 15,-2 1 0-15,-2-3-2 0,0 0 4 0,-3-3-2 16,-1-4 0-16,1-12 2 0,-3-5-2 0,-1-7 1 16,-2-4 0-16,0 0 1 0,1 2 2 0,-3 6-2 0,0 5-5 15,-5 5 6-15,-5 3-2 0,3 1 4 0,-4 0-5 16,0-14 0-16,1-3 0 0,29-5-1 0,-19-9 5 16,-9 7-4-16,-4-2 1 0,-2 8-3 0,-2 6-4 0,2 4 5 15,-1 3-2-15,-1-6 2 0,-2-3 1 0,-5-18 0 16,2-3 2-16,-4-3-2 0,-2 3 2 0,0 11-2 15,-2 6-2-15,1 9 1 0,-1-2 6 0,0 4-9 16,-3-8 7-16,-2-5-8 0,-3-9 3 0,-1-8 5 16,2 2-3-16,2 4 4 0,0 9 3 0,-2 7-5 15,-2 4 6-15,-2 4-4 0,26-2 7 0,-30-6-1 16,3-3-5-16,-5-15 3 0,1-2-6 0,1 0 6 16,-3 4-1-16,-2 11 1 0,-2 7-9 0,2 8 10 0,0 5-6 15,1-1 7-15,1 1-10 0,0-7 5 0,-2-4 0 16,1 0 2-16,-1-4-6 0,2 10-4 0,-2 4 5 15,1 8-4-15,-3 3 9 0,-1 7-7 0,-5 4 4 16,-1 5-4-16,-4 2 3 0,3 4-4 0,-1 4-4 0,-2 3 2 16,1 4 3-16,-3 4-3 0,0 3 1 0,-1 4-2 15,2-24-1-15,1 15 2 0,-2 11-5 0,-3 7 0 16,-7 6-25-16,-4 10-54 0,-3 3-22 0,-5-21-32 16,-3 42-299-16</inkml:trace>
  <inkml:trace contextRef="#ctx0" brushRef="#br0" timeOffset="-157099.51">10171 11179 555 0,'0'-2'21'0,"0"0"-3"0,-3-11 5 0,-5-15 7 15,3 11-10-15,1 4 6 0,2 8-11 0,2 3 1 16,0 0-6-16,-2-2-6 0,0 1 1 0,1 1-3 15,-1 2 3-15,0 0 4 0,0 2 0 0,0 5 2 16,-2 25-4-16,3 3-7 0,1-4 2 0,0 3 0 0,1-3 2 16,1-1 2-16,2 2-3 0,0-1 5 0,-1-3-4 15,1 4 3-15,0-3-3 0,0-1-2 0,-3-2 0 16,1-2-1-16,0-1 5 0,0-5-4 0,0-3 4 16,0 0-2-16,-2-4 7 0,0-2 9 0,0-3 1 15,0-2 32-15,0-2-19 0,0 1 4 0,2 1-9 16,-1-2-1-16,1 0-6 0,0 0-3 0,0-2-2 15,0 0-11-15,0 0-1 0,1-2-2 0,1 0 2 0,-2 2-4 16,9-6 0-16,2-7 2 0,2 2-1 0,0-2 1 16,2 4-3-16,1 0 0 0,1-1 0 0,-1 5 0 0,3-1-2 15,-5 2 0-15,7-10-1 0,3 1 3 0,-8 7 5 16,1 4-1-16,-6 2 2 0,-6 0-12 0,-1 2 9 16,3 4-3-16,-5-5 6 0,1 12-4 0,1 8 6 15,7 1-5-15,-6-3 5 0,-5 1 1 0,-2-3 0 16,-5 0 6-16,-5-1-6 0,8-1-1 0,-25-2 6 15,-1-2-6-15,0 0 6 0,0-1-3 0,0-5 5 16,0 1 8-16,1 11-3 0,-1-6 14 0,4-6-20 16,1-1 2-16,5-2-7 0,1-2-5 0,4 0 1 15,2-2-4-15,5 2 2 0,3 0-9 0,1 0-25 0,-2-2-10 16,0 0-9-16,2 0-73 0</inkml:trace>
  <inkml:trace contextRef="#ctx0" brushRef="#br0" timeOffset="-156144.82">12336 13568 164 0,'-2'0'48'0,"1"0"69"0,-1-2-45 0,0 1-11 15,-2-1-3-15,0 0-3 0,3 2-19 0,-5 0-10 16,2 0-1-16,1 0-3 0,-1 0-4 0,0 2 5 16,0 0-3-16,1-1 3 0,-1 1-11 0,2 2 9 0,2-2-3 15,-5 7 5-15,3 0-1 0,2-3 8 0,0 0-6 16,0-3 5-16,0 1-9 0,0-2 4 0,2 2-2 15,1-1 2-15,1-1-16 0,7 4 4 0,4-3 0 0,2-1 2 16,-2-2-4-16,1 0 0 0,-1-2-5 0,0 1 2 16,0-3-2-16,-2-2 0 0,-2 1 4 0,0-1-4 15,0-1-8-15,-3 1 8 0,-1-5-3 0,1-11 7 16,-5 1-7-16,1 6-2 0,0-3 1 0,5 5-1 16,2-6 3-16,-3 3 3 0,-5-1-4 0,-1 4 3 15,-2 4-8-15,0-3 9 0,0 5-6 0,0 1 8 0,-2 1-5 16,2 3-1-16,-3-2 4 0,-5-1-4 15,-7-3 4-15,0 3-6 0,1 3 3 0,-1 2-3 16,0 0 9-16,2 2-6 0,-2 1-2 0,4 3 0 0,-2 1 2 16,4-5-2-16,-1 21 2 0,1 4-3 0,2 3 2 15,-1-2-3-15,1 7 1 0,3-1-2 0,0 3 0 0,2-2 2 16,1-1 3-16,-18-5-1 0,8-3 5 0,5 0-10 16,5-4 0-16,1-3-2 0,1 0 11 0,3-5-5 15,2-1 4-15,-1-3-5 0,1-1 5 0,1-3 8 16,14-3-2-16,3 14 3 0,2-6 2 0,3-3-4 15,5-5 4-15,7-3-5 0,5-3-4 0,8-5-4 16,7-3-3-16,6-6-2 0,4 1-29 0,1-3-295 16</inkml:trace>
  <inkml:trace contextRef="#ctx0" brushRef="#br0" timeOffset="-154533.86">16163 9181 55 0,'0'0'16'16,"0"0"19"-16,0-2 44 0,0 0 9 0,0 0 1 16,0-1-19-16,0-1-38 0,0 0-1 0,0 2-4 15,0-1-7-15,-2-1 5 0,2 2 5 0,-4-2-2 16,3 4 4-16,-14-9-5 0,0 2 0 0,-2 1 0 0,1 4 6 15,-3 2-9-15,-3 2 0 0,-2 4-2 0,-6 3-4 16,4 4 5-16,-4-11-5 0,2 27 5 0,6 9-4 16,-6 2-2-16,4 3 4 0,7 2-4 0,2-3-1 15,10-3-12-15,-16 0 4 0,10-3-5 0,8-10 13 0,3-2-6 16,3 0 2-16,5-7-3 0,1-3 3 0,0-2 9 16,19-7-3-16,2 1 5 0,7-4-11 0,0 20 2 15,0-11-5-15,-1-5 4 0,-3-5-7 0,-1-1-7 16,-1-1 0-16,-5-1-5 0,-2 0-9 0,-3 0-21 15,-1 0-4-15,-1 0-9 0,1 0-42 0,-5 2-195 16</inkml:trace>
  <inkml:trace contextRef="#ctx0" brushRef="#br0" timeOffset="-153753.82">14904 13966 363 0,'0'0'32'0,"-2"0"49"16,0 0-34-16,1 0-7 0,-1 0 2 0,0 0-5 15,0 0 4-15,0 0-13 0,0 0 1 0,0 0-6 0,1 1-2 16,-1 1-2-16,2 0 3 0,0-2-2 0,2 0 5 0,-1 0 11 16,3 0-4-16,11 0 7 0,15-4 0 0,3-3-16 15,1-2 5-15,1-2-10 0,-7 1-9 0,5-1-2 16,-5 0-4-16,-4 2 2 0,0-2-3 0,-5 1-1 15,-1-1 1-15,-6 4-2 0,-1-1 0 0,-4 5 2 16,-5-10-2-16,9-4 0 0,-2 2 2 0,-3 0-1 16,-4 0 3-16,-2 4-3 0,-2-2-1 0,-2 2 2 15,-1 0-2-15,3 3 4 0,-20 3-4 0,-1 3-1 16,5-11 1-16,-3 6 0 0,1 5 7 0,-6 2-5 0,0 5 5 16,-2 8-5-16,4 2 13 0,2-4-12 0,-3 23 3 15,7 3-5-15,3-2 7 0,2 0-4 0,6 3 5 16,3 1-6-16,-18 0-3 0,10-2 1 0,11-4-1 15,4-3 5-15,8-4 15 0,-9-4-3 0,35-3 4 0,4-6-4 16,4-6 2-16,14-3-13 0,4 24 0 0,1-19-5 16,1-7-2-16,-4-6-90 0,0-3-69 0</inkml:trace>
  <inkml:trace contextRef="#ctx0" brushRef="#br0" timeOffset="-141078.16">19193 12751 67 0,'0'0'0'0,"0"-2"6"0,-2 1 78 0,1-1 0 16,-1 0 7-16,0 0-21 0,0 0-8 0,0-2-22 16,0 1 1-16,0-1-7 0,1 0-19 0,-1-3 19 15,-2-2-8-15,0 1 11 0,2 3-8 0,-1-7 3 16,1 7-1-16,2 1 0 0,-4-7-14 0,2 5-7 15,2 5 0-15,0-3-2 0,-2 0 6 0,2 0-6 0,-1 1 4 16,1-1-6-16,0 0 6 0,-2 2 1 0,2 1 0 16,0-1 1-16,0 0 2 0,0 0-8 0,0 2 3 15,-2 0-4-15,0 0 5 0,2 2-2 0,0 0-2 16,0 0 0-16,0 1-7 0,0-1 1 0,-2 15 0 16,0-2 0-16,0 3 3 0,2 1-5 0,0-4 4 0,2 9-4 15,2 4 3-15,0 3-5 0,-1 3 3 0,1-3-4 16,0-1 3-16,0 2 0 0,-1-3-1 0,1 5 1 15,0-3 6-15,-1 3-9 0,1 3 3 0,0 2-3 16,1 5 11-16,-1 3-10 0,0 3 2 0,0 4-4 16,-1 5 4-16,-1 4 2 0,0 2 0 0,-2 0 0 15,2-3-3-15,0-1 4 0,-2-6-3 0,2 3 4 16,-1-2-7-16,-1 1 5 0,2 3 1 0,0 3 2 0,-2 0 0 16,2 6-2-16,0-2-2 0,0 3 0 0,1-3-4 15,1-6 3-15,0-1 0 0,0-8 1 0,1-6 2 16,-1-3 3-16,0-6 1 0,1-2 1 0,-1-3 13 0,1-1-5 15,1-1 2-15,-1-6-4 0,1 0-12 0,-2-5 5 16,-1-2-4-16,-1-4 4 0,0-2-7 0,-2-4 0 16,0-1 0-16,0-3 0 0,0-1-6 0,0 2-7 15,0 0-1-15,0-2-3 0,0-1-22 0,-2 1-66 16,0-2 2-16,1 0-24 0,-1-2-13 0,0 1-69 16</inkml:trace>
  <inkml:trace contextRef="#ctx0" brushRef="#br0" timeOffset="-139818.46">19295 12829 85 0,'0'-2'29'0,"0"-1"42"0,0-1-35 16,-3-11-16-16,-3-2 3 0,0-1-6 0,1 1 4 15,1 2 6-15,1 0-3 0,-1 2 4 0,0-1-8 16,-1-5 0-16,-1 0 4 0,2 3-1 0,1-1 19 0,1 2 2 16,0 0 3-16,0-1-2 0,0 1-5 0,0 0-4 15,0 4-6-15,2 1 3 0,0 1-3 0,0 2-4 16,0-1-5-16,0 1 0 0,0 1-11 0,0 3 2 15,0-1 4-15,0 0-4 0,0 2-7 0,2-1 2 16,0-1 0-16,-2 2 0 0,4 0-6 0,9 0 7 16,-2 0-5-16,4 1 7 0,1-1-6 0,3-11-1 15,3 2 0-15,4 1-1 0,0 3 3 0,4 1 2 16,5 1 0-16,2 1 1 0,8-1-1 0,3 1-3 0,2-2 5 16,6 1-5-16,2-1 2 0,-1 1 6 0,1-3-9 15,-3 1 9-15,-1 1-10 0,4-1 3 0,1-1 2 16,8 3 0-16,4-1 1 0,9-1-4 0,3 1-3 15,-5 2 1-15,2 1 1 0,-11 1-5 0,-8 0 3 0,-2 0-5 16,-3 0 6-16,-2 2 1 0,2 0 0 0,1 0 0 16,-3 0-6-16,7 0 7 0,-1 2-5 0,-1 0 5 15,4 2-10-15,-9-4 10 0,0 2-4 0,-8 1 5 16,-1-1-8-16,-2 2 4 0,-1-2 5 0,1 0-2 16,0-1-4-16,-2-1 4 0,1 0-5 0,5 0 5 15,1 0 1-15,0 0-4 0,-1 0 4 0,-8 0-4 16,-2 0 1-16,-4 0 3 0,-3 0-2 0,-4 0 3 0,-6 0-2 15,-1 0-4-15,-6 0 1 0,-4 0-1 0,0 0 12 16,-3 0-9-16,-4 0 10 0,2 0-9 0,-1 0 12 0,1 0 4 16,0 0-7-16,-1 2 6 0,-1 0-6 0,0 0-6 15,0 0 2-15,0 0-4 0,-2 0-3 0,0-1 6 16,0 1-3-16,0 2 3 0,0 0-13 0,0-1 7 16,0 5-5-16,-2 7 7 0,0 0-3 0,2 1-1 15,0 1 2-15,0 3-2 0,0 1-2 0,0 5 3 16,2 3 1-16,2 5 2 0,1 3-8 0,3 2 5 15,-1 6-5-15,1-3 5 0,3 7 0 0,-4-5-1 16,-1-1 5-16,-1-2-5 0,-1-4-1 0,2 0 5 16,-3 0-4-16,1 0 5 0,2-2-5 0,-3 3-4 15,3-1 4-15,-1 2-3 0,-1 0 4 0,2 0-1 0,-1 2 0 16,1 1 0-16,-1 7 0 0,-1 3 4 0,2 3-4 16,-3-1 5-16,1 0-11 0,0-2 5 0,0 0-2 15,-3-2 3-15,-1-4 0 0,0-3 2 0,0-2-2 0,0 0 3 16,2-2-3-16,0 2 3 0,-2-6 0 0,2 0 0 15,0-1-8-15,0-3 8 0,1-1-3 0,1-4 6 16,0 0-12-16,0 0 9 0,-1-2-3 0,1-2 5 16,0-5-8-16,-1-4 2 0,1-2 1 0,-2-2 1 15,2 3 1-15,-1-3 1 0,1 2-1 0,-2 0 2 16,-2-5 4-16,2 5-9 0,-2-4 4 0,0 3-6 0,0-1 5 16,-2 2-2-16,0-4 3 0,-2-1-3 0,-3 5 0 15,0-5 5-15,-14 3-7 0,-5-2 7 0,0-1-5 16,-2 0-3-16,-3 1 5 0,1 2-4 0,-3 2 2 15,-8-1 4-15,-2-3-3 0,-5 1 3 0,-2-5-7 0,1 3 2 16,3-1 1-16,1 3 0 0,5-3 0 0,-1 5 2 16,-2-1 1-16,0 2 1 0,2-3-2 0,1 3-2 15,-1-2 2-15,-2-2 0 0,-2 1 4 0,-5-3-7 16,4 3 1-16,-4-3-1 0,-2 3 1 0,5-3 3 16,-3-1-3-16,6 2 3 0,3-1-3 0,0 1 0 15,0-1-3-15,4 1 1 0,0 0 3 0,3 1-1 16,1-1 0-16,0-1-1 0,-1 3 0 0,1-3 1 15,-1 1 1-15,-5-1 1 0,2 3 0 0,4-1-5 16,-4-1 2-16,5 1-3 0,-9 2 7 0,-3 1-4 0,3-1 1 16,-4 0-2-16,8 1 7 0,0-3-2 0,-2 0-3 15,7 1-1-15,3-3-2 0,-1 1 4 0,2 0 3 16,0-5-1-16,2 3-4 0,0 0 1 0,2-2-3 0,2 0 2 16,-6-1 1-16,2 1 0 0,-2 17 3 0,4-8-2 15,-4-2 1-15,2-3 0 0,2-2-2 0,-2-3 0 16,6 1 1-16,-3 0-1 0,3-2 0 0,-6 2 0 15,2 0-1-15,2-2-1 0,-3 2 1 0,9 0-2 16,-3-1-1-16,-1 1 5 0,-3 0-3 0,3 0 3 16,0 0-4-16,1 0 0 0,0-1 0 0,5-1 0 0,-1 0 3 15,-2 0-8-15,2 0 3 0,0 0-6 0,2 0-10 16,0 0-97-16,0 0-7 0,0 0-33 0,0 0-58 16</inkml:trace>
  <inkml:trace contextRef="#ctx0" brushRef="#br0" timeOffset="-139052.81">18189 13004 43 0,'0'0'32'0,"-2"0"-17"15,0 0 35-15,0 0-11 0,0 0-7 0,-1 0 7 0,-1 0-7 16,0 0 5-16,-1 0-13 0,-8 0-3 0,0 0-3 16,0 0 0-16,1 0-10 0,-2 0 17 0,-3 0 6 15,-4-2 3-15,5 0 16 0,-1 0 6 0,2-1-9 16,2-1 8-16,0 0-12 0,2 0 0 0,2 3-3 0,1-1 0 15,1 0-5-15,1 0-6 0,-1 0 4 0,3 2-5 16,-1-2 1-16,3 2-8 0,0 0 3 0,0 0-5 16,-2-2 0-16,1 1-15 0,-1-1 2 0,2 0-5 15,0 0 5-15,0 0 3 0,1 2-5 0,-1 0 3 16,0 0-4-16,0 0 0 0,0 0 3 0,0 0-3 16,0 2 3-16,1 0-8 0,-1 0 7 0,0 0-7 0,0-1 7 15,2 1-5-15,0 2 5 0,2 0-4 16,0-1 11-16,7 5 2 0,24 10-2 0,1-6 3 0,8-3-5 15,10-4-3-15,0-1-3 0,6-2 1 0,-4-2-3 16,-2 0 4-16,-2 0-1 0,-4 0 1 0,1 0-5 0,-3 0-1 16,-3 0 2-16,2 0-2 0,-2 0 1 0,-2 0 4 15,2 2-5-15,-2 0 2 0,-4 0-6 0,2-1 4 16,-5 1 0-16,-1 0 2 0,1 0 4 0,-6-2-5 16,0 2-1-16,-2-2-1 0,-2 2 1 0,-1 0-4 15,-3-1 4-15,-5-1-5 0,-2 2 0 0,-3-2-53 16,-1 2-50-16,-1 0-13 0,-3 0-261 0</inkml:trace>
  <inkml:trace contextRef="#ctx0" brushRef="#br0" timeOffset="-138643.24">18022 13940 283 0,'-2'0'67'0,"0"0"-5"0,0 0 36 15,0 0 11-15,-2 0-20 0,1 0-10 0,-1-2-33 16,0 0-6-16,1 2-6 0,-1 0-14 0,2 0-1 16,0 0-8-16,0 0 4 0,2 0-6 0,0 0-1 15,2 0 8-15,0 0-5 0,0 0 9 0,31 2-3 16,3 0 0-16,1-1-1 0,5 1 1 0,3-2 4 16,1 0-5-16,1 0 4 0,-3 0-9 0,-3 0-3 15,0 0 0-15,4 0-3 0,-1 0-4 0,-1 2 0 0,3 2 2 16,5 0-1-16,0 1-2 0,13 1 2 0,-5-1 1 15,-1 1 0-15,5-1 3 0,-8-1-7 0,5 0-4 16,-6 0-3-16,-8-3-32 0,-1 3-83 0,-3-2-76 16</inkml:trace>
  <inkml:trace contextRef="#ctx0" brushRef="#br0" timeOffset="-137592.28">22116 12859 218 0,'-2'0'29'0,"0"0"-2"0,0 0 2 16,0-2 4-16,0 0-11 0,1 0 6 0,-3 1 14 16,0-1-8-16,0 0 10 0,1 0-11 0,-1 0-12 15,0 0 2-15,1-1-5 0,1-1 3 0,0 0 4 16,0 0 1-16,0 1 0 0,0-1 2 0,0 2-1 0,2-2 0 15,0 1-2-15,0 1-3 0,0 0 2 0,2 0-5 16,0 0 3-16,0 0-10 0,2 1 2 0,-2 1 0 16,18-10-1-16,4 3-1 0,-2 3 8 0,6 2-4 15,2 2 6-15,2-2 3 0,3 1-4 0,2-5 6 16,6 0-5-16,3 3 8 0,6-1-1 0,6-3 0 0,5-1-1 16,-4-1-10-16,4-2-10 0,-3 3-3 0,-5-1 0 15,-1 5-3-15,-11 1-2 0,-4-1 2 0,-7 2-2 16,-5 0 5-16,-4 0-3 0,-3 0 1 0,-5 1-2 15,-2-1-1-15,-2 0 4 0,0-2-4 0,-2 2 4 16,1 0-4-16,-5 1-6 0,1-1 1 0,-2 0-3 16,-1 0 8-16,1 0-8 0,0-2 6 0,-1 1-7 15,1-1 2-15,0-2 9 0,0-3-4 0,-1 2 6 16,1-3-5-16,-2 3 0 0,-2 1 0 0,2-3 1 0,0 0-6 16,-2 1 9-16,0 1-5 0,0 1 5 0,0-1-5 15,1 0 2-15,-1-1 5 0,0 3-3 0,0 1 0 0,0 0 1 16,0 0-2-16,0 3 2 0,0-3 3 0,0 0-4 15,0 0 5-15,0 3-5 0,0-1 8 0,0 0-5 16,-1 0 0-16,-1 2-1 0,0 0 0 0,0 2 2 16,-2 0-2-16,-1 1 1 0,-5 10-3 0,3 12-2 15,-2-3 7-15,1 0-6 0,5 4-1 0,-1-5 1 16,-11 1-5-16,4 2 5 0,5-7 1 0,3-1 1 16,3 1 0-16,0-8 0 0,0 1-6 0,2-5 10 15,-2-3-1-15,3 2 6 0,-1-4-2 0,15 9 2 16,1-1-1-16,1-5 1 0,1-3-2 0,-1 0-2 0,-1-3 1 15,-3-1 0-15,-2 0 1 0,-5 0-4 0,-3 3 1 16,-3 1-1-16,0-2-3 0,7-9 5 0,-1-2-3 16,-5 3 2-16,-1-1-8 0,-2 0-6 0,-2 0 0 0,1 5-4 15,1 4-34-15,-6-1-103 0,-18-12-2 0,0 9-41 16,-2 6-83-16</inkml:trace>
  <inkml:trace contextRef="#ctx0" brushRef="#br0" timeOffset="-136954.24">22257 13860 468 0,'0'0'28'0,"-2"0"-1"0,0 0 8 16,0 0 5-16,-1 0-8 0,-1 0 20 0,-2 0 14 15,-1 0-2-15,3 0 3 0,-3 0-31 0,5 0-13 0,0 0-4 16,0 0 1-16,-2 2 7 0,1-1-10 0,-1 1 6 16,2 0-8-16,0 0 5 0,2 0 1 0,0 0-1 15,2 0 1-15,0-2-3 0,0 0 7 0,22 3-6 16,8-1 5-16,-1-2-5 0,4 0 5 0,4-4-1 0,8-1 2 15,3-3 4-15,6 1-11 0,5-2 0 0,4-1-6 16,0 1-5-16,0 0-4 0,-8 1 3 0,-10 5-5 16,-3 1-1-16,-12 0-6 0,-6 2-1 0,-9 0-3 15,-4 0-8-15,-4 0-25 0,-2 0-9 0,-3 0-10 16,-2 0-66-16,2 2 70 0,-1 0-9 0,-1 0 36 16,0-2 24-16,0 0 7 0,0 0-4 0,0 0 4 0,0 0-3 15,-1 0 1-15,1 0-2 0,0 0 2 0,0-2 5 16,0 0-5-16,0 0 7 0,0-2-7 15,-1 1-1-15,1-1 8 0,-2 2-5 0,4-5 6 0,0 1-4 16,-1 0-2-16,-1 3 7 0,-2 1-4 0,2-2 9 0,2 0 2 16,-1 1-2-16,-1 1 3 0,0 0 8 0,0 0-11 15,0 2 0-15,0 0-5 0,0 2-6 0,-2 0 7 16,0 0-4-16,0 1 4 0,0 1-5 0,0 5 7 16,0 3 3-16,0-1 1 0,0-4 0 0,0 2 6 15,0-3-3-15,0-2 4 0,1-1 3 0,-1-1 1 16,0 0 2-16,10 6-2 0,5 1-3 0,1-2 6 15,3-1-3-15,-1-4 4 0,1-2-7 0,0 0 3 16,-3 0-5-16,-3-2 2 0,-2 0-16 0,-3 0 7 16,-4 2-5-16,-3 0 5 0,3-2-13 0,0 0 5 0,-2 1-1 15,0-1 2-15,-2-2-7 0,0 0-31 0,-2 1-28 16,-2 1-12-16,-22-11-193 0</inkml:trace>
  <inkml:trace contextRef="#ctx0" brushRef="#br0" timeOffset="-136315.53">17858 12980 124 0,'0'0'2'15,"0"0"3"-15,0 0 6 0,0 0-10 0,0 0 8 16,0 0-13-16,2 0 12 0,0 0-3 0,0 0 9 15,0 0 15-15,0 0 16 0,-1 0-1 0,1 0 5 16,0 0 7-16,0 0-7 0,2 0 4 0,-1 0-6 16,1-2-6-16,0 0-15 0,-2 0 9 0,1 0-10 0,1 0 5 15,0 1-4-15,0-1-1 0,-3 0 3 0,1 0 4 16,0 0-7-16,0 0 4 0,0 0-4 0,0 1 2 16,-2-1 2-16,0 2-8 0,0 0 6 0,-2 2-6 0,0-1-12 15,0 3 6-15,-3 5-8 0,-7 8 7 0,5-2-5 16,1-4 1-16,1 0-1 0,1-1 2 0,2-5 16 15,2-3-8-15,0 2 9 0,0-1-11 0,2 1 4 16,0-2 0-16,2 0 0 0,-2-2-7 0,14 0-6 16,3-2 4-16,-4-2-4 0,0-3 9 0,-2 1-13 15,-8 3 1-15,1-1-3 0,-3-11 7 0,9 0-3 16,-9 8 0-16,1-3-1 0,0 1 4 0,-2 2-5 0,-2-3 1 16,0 5-2-16,0 3-3 0,0 0-27 0,-2-2-4 15,-2 3-15-15,-2-1-78 0,-5 0-182 0</inkml:trace>
  <inkml:trace contextRef="#ctx0" brushRef="#br0" timeOffset="-135895.45">17773 13876 419 0,'0'0'19'0,"0"0"46"0,0-1-63 16,0-1-9-16,0 0 7 0,0 0-8 0,0 0 14 15,2 0-9-15,0 0 2 0,-1 1-4 0,1-1 17 0,0 0 3 16,-2 0 4-16,0 0 1 0,0 0 30 0,0 0 12 16,0 1-1-16,0-1 3 0,0 0-7 0,0 0-20 15,0 0 5-15,0-2-11 0,0 1-7 0,0 1-6 16,0 0-4-16,0 0 0 0,0 0-1 0,0 2-2 15,-2 0-1-15,0 2-1 0,1 0-6 0,-1 2 4 16,-4 12-6-16,1 5 6 0,-1-1-6 0,2-1-3 16,1 1 7-16,1-3-7 0,2-2 5 0,0-2 6 0,2-6 2 15,-2-3 3-15,1 0 17 0,1-4-11 0,22 13 1 16,-3-8-5-16,5-5-4 0,2-3 5 0,-4-5-1 16,6-3 1-16,-3-4-6 0,1-2 4 0,0 1-3 15,-4 14 4-15,0-20-8 0,-7 1-1 0,-2 1 1 0,-2 1 0 16,-8-1 6-16,-1-1-9 0,11-1 4 0,-8-2-6 15,-7 3 1-15,-1 3-9 0,-3 3-5 0,-4 0-2 16,3 6-28-16,-1 5-110 0,-16 1-33 0</inkml:trace>
  <inkml:trace contextRef="#ctx0" brushRef="#br0" timeOffset="-135168.36">17541 12538 389 0,'-2'0'60'0,"0"0"-2"0,0 0 34 16,0-2-11-16,-1 0-4 0,-1 0-27 0,0 0-18 0,0 0 7 15,1 1-11-15,-1-1-8 0,0 0-1 0,2 0-5 16,1 0 4-16,-1 0-1 0,2 0-1 0,0 1 1 15,2-1-2-15,-1 0-2 0,3-2 13 0,4 0-7 16,12-7 7-16,2 2-9 0,1 2-4 0,1 1 7 0,0 0-7 16,-2 3-4-16,0 1 3 0,3 2-6 0,-1 0 5 15,-2 0-9-15,-2 0 0 0,3 0-2 0,-3 2 3 16,-1 0-1-16,1-1 1 0,-5 1 0 0,0 0 1 16,0 0 3-16,-6-2-6 0,2 0-1 0,-5 0-1 15,-1 0-7-15,-1 0-41 0,0 0-9 0,-1 0-22 16,1 0-146-16,0 0-37 0</inkml:trace>
  <inkml:trace contextRef="#ctx0" brushRef="#br0" timeOffset="-134885.25">17946 12335 327 0,'0'0'54'0,"0"0"86"0,-2 0-68 0,0 0-13 16,0 0-2-16,0 0-5 0,0 0-22 0,0 0-9 15,1 0-4-15,-1 0-1 0,0 0-6 0,2 0 2 16,0 0 1-16,0 0-2 0,0 0-9 0,0 0 8 15,0 0-6-15,2 0 7 0,0 2-2 0,-1 0-6 16,1 0 10-16,2 0-8 0,3 2 13 0,10 5-9 16,0 0-2-16,-2 0 0 0,-2-1-1 0,5 5 1 0,3 0-4 15,-5-2 3-15,-1-9-4 0,-4 11 13 0,0-2-2 16,1 0 3-16,-1-2-5 0,-6 2 6 0,1 1 2 16,3-1 3-16,-3-4 15 0,-1 2-1 0,-1 1 0 0,-2 1-1 15,-2 0-11-15,-2-4-11 0,-2 1-2 16,-11 1-2-16,-16-1-5 0,-3 3-9 0,5 0 2 0,1-4-8 15,2-1-28-15,2-4-108 0,5 11-7 0,6-8-40 16,2-1-92-16</inkml:trace>
  <inkml:trace contextRef="#ctx0" brushRef="#br0" timeOffset="-134449.76">18220 11465 190 0,'0'-2'53'0,"0"0"-5"0,0 0 40 0,0 0-7 15,0-11-4-15,0 0-20 0,0 6-10 0,0 1 0 16,0 2-4-16,0 1-5 0,0 1-4 0,0-2-5 16,0 2 0-16,-2-1-8 0,1-1-2 0,-1 2 1 15,0 0-3-15,0 0 6 0,0 2-13 0,0 0 7 0,0 2-9 16,1 0 6-16,-5 5-3 0,-9 16-2 0,-2 5 0 16,1-1-3-16,-3 5 6 0,2 1-3 0,1 3 3 15,1 1-5-15,4 0-1 0,1 4 2 0,3-2-1 16,3-4 8-16,2 0 4 0,1-5-5 0,1 0 4 15,0-6-17-15,1-2 5 0,1-5 1 0,0-6 0 16,0-5-7-16,0-3 0 0,0 1-4 0,16 9 3 16,8 0-3-16,-2-7-10 0,-1-6 4 0,-5-4-5 0,5-7 4 15,4-8-13-15,-2 10-3 0,-1-19-4 0,-6 2-16 16,-7-4-34-16,1 4-7 0,-5 0-13 0,0-1-48 16</inkml:trace>
  <inkml:trace contextRef="#ctx0" brushRef="#br0" timeOffset="-134318.32">18380 11257 811 0,'-2'-2'91'0,"0"0"19"0,0-2-15 16,1-1-52-16,-1-3 1 0,2 6-38 0,0 0-6 0,0-1 4 16,0-1-4-16,0 2 1 0,0 0-59 0,0 2-32 15,2 0-16-15,-1 2-166 0</inkml:trace>
  <inkml:trace contextRef="#ctx0" brushRef="#br0" timeOffset="-133935.21">18556 11535 484 0,'0'0'80'0,"-1"0"-85"0,-1 0 88 0,0 0-43 16,0 0-21-16,-2 0 12 0,1 0-4 0,-1 0 6 0,2 0-19 15,-2 0-2-15,-1 0-4 0,-1 2 3 0,-1 2 0 16,1-1-1-16,1 12-1 0,-1 8-2 0,-1 1-2 16,3 0 7-16,-4 2 5 0,7-4 0 0,-3 0 14 0,2-1-5 15,0-4-1-15,-9-3-1 0,5-4-10 0,5-7 14 16,-1 1-4-16,0 0 5 0,2 0-15 0,0-3 6 16,0 1-7-16,2 0 6 0,0-2-5 0,1 0-10 15,20-7 8-15,-3-3-9 0,2-3 0 0,-1 0 0 16,-1 0-2-16,1 0 3 0,-1 2 6 0,-3 2 1 15,1 2-6-15,-3 3 4 0,0 0-7 0,-4 4 10 16,-2 0 2-16,-1 0 0 0,-5 2 0 0,1 0-2 16,4 7 1-16,5 13 0 0,-8-3 2 0,-3 0-6 0,-2-5 3 15,-4 1-3-15,-5 2 3 0,7 0-3 0,-24 1-5 16,-2-5 2-16,1-7-7 0,-1 1 1 0,0 1-2 16,0-3 0-16,4 1-12 0,5-3-83 0,3 9-5 15,3-5-39-15,5-3-115 0</inkml:trace>
  <inkml:trace contextRef="#ctx0" brushRef="#br0" timeOffset="-133286.32">18374 12740 595 0,'-1'-2'60'0,"-1"0"96"0,0-1-93 0,-2-1-6 16,2 0 1-16,2 2-3 0,-3-3-15 0,1 1-9 15,2 2-8-15,-2-1 3 0,0-3-4 0,0-1-3 16,2-3 5-16,2 3-6 0,4-4 5 0,1 0-3 16,8-2 1-16,7 3-3 0,2 3-10 0,-1 3-5 15,-3 2-3-15,-1-11 1 0,-3 4 4 0,-3 5 0 16,-2 2-2-16,-1 1-1 0,-3 1-10 0,-1 0-13 0,-3 0-5 16,-1 0-5-16,0 0-28 0,2 0-18 0,0 1 3 15,-3 1-8-15,1 0-2 0,0 0 4 0,0 0-2 16,-2 0 3-16,0 0-12 0,0-2 15 0,0 0-6 15,-2 0 8-15,0 0-12 0,0 0-2 0</inkml:trace>
  <inkml:trace contextRef="#ctx0" brushRef="#br0" timeOffset="-133093.28">18512 12547 109 0,'0'-2'42'0,"0"0"38"15,0 0 32-15,0-1-31 0,0-5 0 0,-2-1-13 16,0-2-20-16,2 2-6 0,0 1 2 0,0 3-3 16,0-1-2-16,0 4 0 0,0 0-4 0,0-1 3 15,0-1-7-15,0 2-1 0,0 0 1 0,0 0-2 0,0 2 1 16,0 2-15-16,0 0 3 0,0 2-6 15,4 24-4-15,0 3-2 0,-1 3-2 0,-1 1 1 0,0 0-1 16,0-1-1-16,0 1-2 0,-2 0-1 0,0 0-2 16,0-1-14-16,0 1 2 0,-2-3-9 0,-2-3-25 0,0 1-74 15,3-4-32-15</inkml:trace>
  <inkml:trace contextRef="#ctx0" brushRef="#br0" timeOffset="-132765.84">18061 14083 151 0,'0'0'61'16,"0"0"-7"-16,-2 0 50 0,0 0 0 0,0 0-6 16,0 0-21-16,0 0-5 0,0 0-7 0,1 0 1 15,-1 0-21-15,0 0-9 0,0 0-1 0,0 0-2 16,0 0-5-16,2 0-6 0,0 0 5 0,0 0-5 0,2 0 1 16,0 0 1-16,7 0-8 0,14 0 5 0,4 0-15 15,1-2 3-15,-7 0-5 0,3 0 3 0,2 0-8 16,-2 0-5-16,0-1 1 0,0 1-5 0,-9 0-15 15,0 0-55-15,-4 0-7 0,-2 0-22 0,1-1-75 0</inkml:trace>
  <inkml:trace contextRef="#ctx0" brushRef="#br0" timeOffset="-132298.9">17869 13182 601 0,'0'-2'42'0,"-1"0"82"15,-1-3-93-15,-2-10 4 0,0 2-5 0,2 2 3 16,2 0-10-16,0 5-12 0,0-1 2 0,0 1-6 16,2 2 3-16,0 1 3 0,0-1-2 0,0 2 2 0,0 0 2 15,0 0-2-15,-1 2 4 0,1 0-5 0,0 2 7 16,0 0-13-16,0 2 5 0,5 16-7 0,1 2 13 16,-5-1-7-16,3 3-1 0,-2-4-4 0,-2 1-5 0,-1-3 0 15,1-3 7-15,0-2-3 0,0-3 1 0,0-3 2 16,0-1-6-16,-2-3 7 0,2 1 12 0,-1 0-6 15,1-2 4-15,2-1-6 0,0-1 10 0,11 0-12 16,-1-3 5-16,-1-3-8 0,4 4 5 0,2-22 1 16,-3 0 1-16,7 0-2 0,1 2 2 0,-2 3-2 15,-2-1-5-15,-8-1 1 0,-3 4-7 0,8 4 0 16,-8-1-1-16,-2 4 1 0,3 3 1 0,-5 1-8 16,3 4-5-16,-7 1-7 0,1-1-50 0,2-2-105 0,0 0-8 15,-1 3-47-15,1-1-158 0</inkml:trace>
  <inkml:trace contextRef="#ctx0" brushRef="#br0" timeOffset="-131924.02">18365 13167 176 0,'0'0'88'0,"0"0"-58"0,0 0 83 0,-2 0-26 16,0 0-42-16,1 0 10 0,-1 0 2 0,0 2-1 15,-2 0-2-15,2-2-29 0,-9 5 6 0,0 1-14 16,2 1 7-16,3-1 1 0,1 13-1 0,-3-1 2 15,1 3-1-15,1-1-12 0,-1 2 7 0,1 1-9 0,1 1 3 16,-1-2 9-16,4-2-6 0,-3-3 8 0,1-6-11 16,2-3 3-16,-5-3-2 0,5 1 3 0,-4-2-2 0,2-1 3 15,1 1-2-15,1 0 2 0,0-2-8 0,0-1 0 16,2-1-5-16,0 0 3 0,0-1-4 0,2-1-3 16,0-2 0-16,7-11-2 0,2-2-4 0,-3 3 8 15,12 1-4-15,-9 3 5 0,2 5-5 0,-3 1-1 16,-1 2 6-16,4-7-5 0,-4 5 3 0,-3 2-2 15,-3 2 1-15,-1 0 0 0,0 0 6 0,2 2-2 16,-2 2 1-16,9 16 0 0,-2 4 1 0,-5-3 1 16,0-1 0-16,-4-1 0 0,0-1 2 0,-4-1-4 0,0-6 1 15,-5 6-1-15,7-6 1 0,-20 0-7 0,-4-1 3 16,3-3-4-16,5-1 3 0,3 1-4 0,4 2-2 16,5-7-2-16,-5 7-3 0,4-5-59 0,-3 2-12 15,9-6-19-15,-3 2-63 0,2-1-80 0,0-1-2 16</inkml:trace>
  <inkml:trace contextRef="#ctx0" brushRef="#br0" timeOffset="-131549.9">18599 13414 910 0,'0'0'30'0,"0"0"1"15,-2 0-2-15,0-2 3 0,1 2-10 0,-1 0 19 16,0-2-18-16,0 1 0 0,0-1-7 0,0 0-9 15,2 0 8-15,0 0-7 0,2 0 7 0,0-1-15 0,2-1 10 16,5 0-2-16,10-5 5 0,-3 0-11 0,-1-1-2 16,0 1 2-16,-2 2-2 0,-4-1 1 0,0 1 10 15,-1-3-8-15,-4 1 8 0,-1 2-13 0,3-1 9 16,-1 1-2-16,-1-1 5 0,-2 3-7 0,0-1 5 16,-2 3-4-16,0 1 5 0,0-2-9 0,0 0 6 15,-2 1-3-15,0 1 4 0,-2 0 0 0,-3 0-4 16,-12 0 2-16,3 2-3 0,-1 2 1 0,0 4 3 15,3 1-1-15,1 0 2 0,0 1-6 0,3-4-1 0,-1 16 0 16,2 2 0-16,0 1 1 0,3-3 1 0,2 2-2 16,2 2 0-16,-14 1 0 0,5-1 0 0,5 0 5 15,4-4-4-15,2-5 1 0,2-2 7 0,2 0-5 16,-2-7 6-16,3 1-3 0,3 1 0 0,12 6 0 0,6-1 0 16,4-3-5-16,1-7-19 0,8-1-10 0,8-4-15 15,1-3-143-15</inkml:trace>
  <inkml:trace contextRef="#ctx0" brushRef="#br0" timeOffset="-130864.26">22507 12296 744 0,'0'0'35'0,"0"-1"59"0,0-1-75 0,0 0-8 0,0 0 2 16,0 0-1-16,0 0 14 0,2 0-9 0,0 1 2 0,2-1-5 15,11-6 0-15,16-3 16 0,10 0-6 0,0 0 10 16,4 0-3-16,7-2 2 0,-4 2-4 0,0-1 0 15,-5 5-27-15,-6 0 9 0,-7-1-5 0,-4 4 5 16,-4 1-11-16,-5-1 5 0,-6 2-4 0,-2 0 3 16,-1 0-14-16,-3 2-17 0,-1 0-10 0,0-1-10 15,-1-1-106-15,-1 0-31 0,0 0-27 0</inkml:trace>
  <inkml:trace contextRef="#ctx0" brushRef="#br0" timeOffset="-130552.95">22504 12118 636 0,'0'0'34'0,"0"0"0"0,0 0 3 16,0-2-8-16,0 0-6 0,0 1-13 0,0-1 0 16,0 0 3-16,0 0-3 0,0 2 0 0,0 0-3 15,0 0 7-15,0 0-5 0,0 0 9 0,0 2 6 0,-2 0-7 16,0 0 8-16,-2 1-5 0,-5 1 6 0,-8 13 1 15,-1-2 1-15,3 1 3 0,0 1 10 0,0-4-2 16,0 0 3-16,2 0-3 0,2-2-15 0,4-2 2 16,1-1-6-16,4-1 0 0,1 1-12 0,-3-3 4 0,2-1-6 15,0 2 2-15,0-3 3 0,2 1-4 0,0 0 4 16,2-1-5-16,2-1-8 0,26 8 1 0,-3-5-6 16,3-3-20-16,-2-2-36 0,2 0-10 0,-1-2-20 15,-1 0-143-15</inkml:trace>
  <inkml:trace contextRef="#ctx0" brushRef="#br0" timeOffset="-130071.27">23139 11747 324 0,'0'0'222'0,"-2"0"-244"0,0-2 246 15,0 0-121-15,0 0-73 0,0-1-1 0,1-1-9 16,-1 0 7-16,0 0-15 0,0 1-5 0,0-1 4 15,0-2-5-15,0-1-6 0,1-2 2 0,1-2 0 0,0 1 4 16,0-5 1-16,1 1 2 0,1-1-4 0,0 0 4 16,0 0-2-16,0 2-2 0,0 4 4 0,0-1-5 15,-1 3-3-15,1 0 9 0,-2 1-2 0,0 4 6 16,0 0-3-16,0 0 2 0,2-1-1 0,-2-1 2 16,0 2-2-16,0 0 1 0,0 0 2 0,0 2 0 15,-2 0 4-15,0 2-9 0,1 2-3 0,-9 13 0 16,-5 12-7-16,2 3 6 0,1 0-2 0,-1 3 3 0,0 4-5 15,3-2-2-15,5 0 3 0,1-4-2 0,2-7 1 16,0-5 0-16,2-1 0 0,0-7 1 0,2 0 1 16,0-7 7-16,-2-4-5 0,4 1 6 0,-2-3-8 0,18 12-7 15,2-5-7-15,0-7 1 0,3-2-17 0,-5-3-49 16,0-5-6-16,-5 1-23 0,-4 3-104 0,-1-20-24 16</inkml:trace>
  <inkml:trace contextRef="#ctx0" brushRef="#br0" timeOffset="-129926.36">23341 11403 523 0,'0'0'143'0,"0"-2"32"0,0 1-37 0,-2-1-75 16,0 0-4-16,1 0-35 0,-1 0-22 0,0 0-4 16,0 2-5-16,0 0-24 0,0 2-120 0,0 0-28 15</inkml:trace>
  <inkml:trace contextRef="#ctx0" brushRef="#br0" timeOffset="-129676.76">23616 11706 531 0,'0'0'42'0,"-2"0"-1"16,0 0 1-16,0 0 4 0,1 0-16 0,-3 0 9 15,0-2-6-15,0 0-5 0,3 2 0 0,-12-2-11 16,3 1 12-16,-6-3 1 0,3 2 3 0,-6 0 5 15,-5 0-7-15,2 2 4 0,-3 0-6 0,3 4-4 0,0 2-3 16,1 3-9-16,1 2 5 0,3-5-2 0,-1 23-5 16,3 3 6-16,-2-1-7 0,4 1 5 0,6-2 1 15,1-4-6-15,-11-2 4 0,8-4-14 0,5-5 11 16,3 2 2-16,1-4 2 0,1-6 9 0,3 1-15 16,2-7 7-16,22 16-9 0,1-6 3 0,10-5-8 15,8-6 2-15,-1-4-4 0,4-5-5 0,-3 0-11 16,-8-3-17-16,-2-1 1 0,-4 0-82 0,-5 2-231 0</inkml:trace>
  <inkml:trace contextRef="#ctx0" brushRef="#br0" timeOffset="-129237.07">23308 12982 303 0,'0'-2'83'0,"-2"0"183"0,0 0-242 0,0 0-9 0,0 0 1 16,0 0-3-16,1 1 6 0,-1-1 6 0,0 0 7 15,0 0-3-15,0 0-1 0,0 2 1 0,0 0-4 16,1 0 6-16,1 0 4 0,0 0-6 0,1 0 2 15,1-2-4-15,2 0-7 0,2 1-12 0,14-3 0 16,4-2-4-16,2 1 4 0,4-1-8 0,-8 1 2 0,6-3-5 16,-4 4-10-16,-5 1-30 0,-3-1-4 0,-4 2-9 15,-7 0-32-15,6-1-85 0,0-1 8 0</inkml:trace>
  <inkml:trace contextRef="#ctx0" brushRef="#br0" timeOffset="-129066.71">23350 12766 588 0,'0'0'214'0,"0"0"-268"0,0 0 239 0,0-2-127 0,0 0-39 0,0 1-7 15,0 1 9-15,0 0-9 0,0 1 8 0,0 3-6 16,0 5 0-16,2 17-3 0,0 4-11 0,0 0 7 16,-2 0-5-16,-2 1 6 0,-2 1-5 0,1-1-26 15,-3-3-15-15,1-2-12 0,-1 0-119 0</inkml:trace>
  <inkml:trace contextRef="#ctx0" brushRef="#br0" timeOffset="-128618.79">23115 14029 524 0,'0'0'57'0,"0"0"85"0,-2-2-77 0,0 0-13 16,2 0 1-16,0 0-4 0,0 0-7 0,0 1-16 16,0-1 1-16,0 0-4 0,2 0 6 0,0 0-6 15,-1 0 0-15,3 0-1 0,4 1-3 0,8-5 3 16,1 2-5-16,3 1 3 0,-1-1-14 0,-2 2-2 0,1 0 0 15,1 0-2-15,-2 0-2 0,1 1-11 0,-1 1-7 16,0 0-8-16,-1 0-74 0,-3 0-107 0,4 0-37 16</inkml:trace>
  <inkml:trace contextRef="#ctx0" brushRef="#br0" timeOffset="-128037.16">23544 13126 203 0,'0'0'49'0,"0"-2"73"15,0 1-48-15,0-1-24 0,0-2 4 0,0-3-12 16,0-5-9-16,0-1-5 0,0-1-8 0,0-1 3 16,0 2 1-16,1 0-4 0,1 4 9 0,0-3-6 15,0 3 14-15,-2 5-21 0,0 1 8 0,2-1-12 16,0 0 6-16,0 2 6 0,-1 1 1 0,1-1 4 16,0 2 4-16,-2 2-16 0,0 3-1 0,-4 30-3 15,-3 1 2-15,-2 6-11 0,-1 1 3 0,1 3-4 0,-2-1 13 16,0-2-15-16,2 1 9 0,1-3-10 0,3-4 11 15,-1-7 1-15,4-6-4 0,0-2 4 0,2-3 0 16,0-10 9-16,0-3 2 0,0-2 2 0,2-1-3 0,0-1-4 16,2 0-4-16,1-2 1 0,12-6-8 0,-2-3 4 15,7-4-1-15,-1-18 0 0,-5-3-12 0,5 3 10 16,-5-3-6-16,1 3 8 0,-2 1-3 0,2-2 5 16,-1 1-1-16,-1 1 2 0,0 4-5 0,-4 2-8 15,-1 2 5-15,-3 3-5 0,-2 4 4 0,1 2-7 16,-2 6-1-16,-1-1-4 0,-1 5-13 0,-2 1-75 15,4-2-19-15,0 0-28 0,-1 3-149 0</inkml:trace>
  <inkml:trace contextRef="#ctx0" brushRef="#br0" timeOffset="-127731.74">24024 13305 763 0,'0'0'53'0,"-1"-2"105"15,-1 0-126-15,0 0-3 0,0 0-4 0,-2 0 1 16,1 0-12-16,1 2-1 0,-8-1 2 0,1 1-2 16,-2 0-3-16,-4 0 1 0,0 0 0 0,-3 3 0 15,-3 5-3-15,3 1 5 0,-3 2 0 0,-1-7 3 16,2 24 15-16,-3 1 3 0,3 5-2 0,5 1 1 0,-2-1-10 16,10 1-7-16,-1-4 2 0,5-5-5 0,1 0-7 15,-13-3 10-15,8-7-6 0,3-3 8 0,4-1-4 16,0-1 6-16,2-2 0 0,2-3 1 0,7-3-15 0,13 12 4 15,5-4-7-15,1-7 7 0,-2-4-10 0,-2-2-6 16,0-5 0-16,-2-3-5 0,0 1-35 0,-1-2-58 16,-7 2-20-16,-1-1-17 0,0 7-115 0</inkml:trace>
  <inkml:trace contextRef="#ctx0" brushRef="#br0" timeOffset="-127422.16">24156 13524 841 0,'0'0'35'0,"0"0"-2"0,0 0-1 0,-2 0 0 16,1 0-11-16,-1 0 10 0,0 0 2 0,0 0-7 0,0 0 3 15,0 0-18-15,0 0-8 0,1 0 9 0,-1 0-10 16,0 0 7-16,0 0 3 0,0 0-6 0,0 0 4 16,2-2-8-16,0 0 2 0,0 0-1 0,2-2 0 15,2-7-1-15,3-5 0 0,3-5 1 0,-1 3 1 16,-2-3 9-16,-1 4-10 0,1 1 6 0,-1 3-8 15,-1 2-1-15,-1 1 7 0,0 1-4 0,-4 5 7 16,0 2-3-16,0-1-1 0,-2-1 0 0,0 2-1 16,-3 0 8-16,-25 2-8 0,-2 6 1 0,1 7-2 0,-1 5 2 15,4-6-4-15,0 17 4 0,4 1-4 0,4 0 8 16,3-2-3-16,4-4 1 0,4 0-1 0,1-4 6 16,-5-1-12-16,6-4 5 0,3 0-6 0,2 3 15 0,2-9 2 15,6 3-1-15,-2-9 0 0,35 3-12 0,7 18-5 16,10-9-6-16,9-8-3 0,9-7-40 0,8-4-269 15</inkml:trace>
  <inkml:trace contextRef="#ctx0" brushRef="#br0" timeOffset="-126252.77">19600 15397 15 0,'0'0'13'0,"0"0"1"15,0 0 2-15,0 0 0 0,0 0-11 0,0-2-6 0,0 0-9 16,0 1-7-16</inkml:trace>
  <inkml:trace contextRef="#ctx0" brushRef="#br0" timeOffset="-126097.47">19592 15325 56 0,'0'0'13'0,"0"0"12"0,0 0-12 0,-1 0-4 16,-1 0-2-16,0 0 0 0,0 0-10 0,0 0 6 0,0 0-2 15,0 0 6-15,2 0-3 0,0 2-5 0,0-1 0 16,0 1-2-16,0 2-1 0,0 0 4 0,0 3-3 16,0 2 3-16,0 3 0 0,0-3-6 0,0 0-2 15,2 2-2-15,0-1-13 0</inkml:trace>
  <inkml:trace contextRef="#ctx0" brushRef="#br0" timeOffset="-124737.5">19646 15520 170 0,'0'0'62'15,"0"0"-2"-15,0 0 26 0,0 0-3 0,0 0-11 16,-2 0-4-16,1 0-21 0,-1 0-1 0,0 0-8 15,0 2-12-15,2-1-3 0,0 1 6 0,0 0-4 16,0-2 3-16,0 2-7 0,0-2-7 0,2 0 2 0,0 0-10 16,1 0 12-16,1 0-4 0,7 0 6 0,0 0-6 15,8 0-10-15,3 0 6 0,1 0-8 0,-1 0 5 16,-2 0-5-16,4 0 3 0,-1 0-4 0,-1 0 5 0,4 0-3 16,-4 0-3-16,4 0 2 0,-2 0-2 0,2 2 1 15,4 0-3-15,-2 0 2 0,5 1 0 0,3-1 1 16,1 2 7-16,4-2-3 0,7 0 7 0,2-2 1 15,9 1 6-15,1-1-4 0,-4 0 6 0,5-1-3 16,-9-1-5-16,-4 0 2 0,6-2-1 0,-6 0 0 16,-1 1 2-16,3-1-2 0,-2-2-1 0,6 3-8 15,3-3 0-15,1 1-3 0,3 1-1 0,2-2 0 16,0-1-1-16,1-2 1 0,-3-1 7 0,-4-1-5 16,-6 0-1-16,-3-4-2 0,0-2 1 0,4-1-1 0,0 1 0 15,-2 0-1-15,6-3 1 0,-2 0 4 0,0-3-4 16,3 1 4-16,-9 2-3 0,3-1-2 0,-3 3 2 15,-7 1-2-15,0 0 1 0,-10 0 0 0,-1-1 0 16,-4 16-1-16,0-18 2 0,-2-3 0 0,-4 1 0 0,-1-2 1 16,-2 2 2-16,-2-4 0 0,-2 0-2 0,-2 0 0 15,4-4-6-15,-6 0 2 0,2 1 2 0,-2-1 1 16,-3 2 8-16,-1-2-4 0,1 4-1 0,-2-3-1 16,-1 3-1-16,1-8 0 0,-2 4 2 0,0-1-3 15,0-4-1-15,18 1 4 0,-7-5-1 0,-4 2 2 16,-3-4-5-16,-2 0-1 0,-3 2 0 0,-1-3 0 15,0 1 1-15,0 4 2 0,0 0-1 0,0-2 2 0,0 3-4 16,0-1 4-16,0 2-3 0,0 1 4 0,0 1-4 16,-1-2 0-16,1 1 1 0,0-3-1 0,0 0 3 0,0-2-3 15,0-6 3-15,0 3-3 0,0-6 3 0,0-1-2 16,0 1 1-16,0-2-1 0,0 3 3 0,0 1-3 16,-2 0-4-16,0 3 2 0,0 0 1 0,-2 0 3 15,1 3-1-15,-1 2 0 0,-2 3-5 0,1-2 8 16,-1 0 0-16,1 0 2 0,-3-8-3 0,1 3 6 15,-2-5-2-15,-1 1 3 0,3 1-6 0,-2-3-6 16,-1 1 4-16,1-1-4 0,-2 5 4 0,0 1-1 16,0 5 0-16,-1-1 1 0,-2 1 3 0,1 2-4 0,-2-2 2 15,2 5-1-15,-2 1 1 0,-2 1 1 0,-1-1-1 16,12-1 2-16,-18 0-4 0,-2 1 7 0,2-1-5 16,1-3 7-16,-4 2-7 0,1-1-2 0,-6 1 2 15,-5-3-3-15,5 7-1 0,-7 1 1 0,4-2 4 16,3 8-2-16,-3-4 8 0,2 0-9 0,-2 4 2 0,1 3-3 15,1 1 2-15,-1-1 0 0,3 4-2 0,-1 0 1 16,-3 0-5-16,3 1 2 0,-3 1 1 0,2 1 0 16,-5 1 1-16,-6 0 3 0,5 0-5 0,-4 2 2 15,0 1-7-15,4 1 5 0,-5 1 2 0,1 3-1 16,4-1 0-16,2 0-4 0,4-16 2 0,1 9-2 16,1 3-1-16,1 3 3 0,-2 3-4 0,3 2 5 0,-1 0 2 15,2 2-1-15,2-1-2 0,-6 5 0 16,3 0-8-16,1 1 3 0,-6 2 2 0,8 1 0 0,-9 3 8 15,-4 1-5-15,4 1-2 0,-6 6-3 0,0-3-1 16,0 3 6-16,2-1 0 0,0 1 2 0,8-3 2 0,-3-10-2 16,5 18 0-16,-1 1-1 0,0-6 1 0,4 8-1 15,0-3-1-15,0 4 1 0,0 2 6 0,4-6-3 16,0 9-2-16,-1-5 0 0,1-1-1 0,-2 3-4 16,2-4 7-16,1 2-5 0,1-1 8 0,-2 1-6 15,1 2 1-15,-1-1-1 0,3 3 2 0,1 3-6 16,-6 2 2-16,5 0-3 0,-3 5 11 0,0 1-5 15,3 1 4-15,-1 4-5 0,-1 2-3 0,3-3 3 16,1 4-2-16,-2-1 3 0,3-3 4 0,-5-5-1 0,1-3-3 16,3-2 0-16,2-2-5 0,2 2 5 0,0 2 0 15,2 2 1-15,-2 3 3 0,2 1-5 0,0 3-1 16,1 0-2-16,3 4 4 0,-2 5 3 0,3 2 1 16,1 1-1-16,1-1-9 0,2-9 3 0,-2-2 0 0,2-4 2 15,-22 1 4-15,11-4-1 0,6 1 0 0,3 3-1 16,4-1-4-16,0 2 2 0,2-1 0 0,2 5 1 15,3 0-3-15,1-4-2 0,1 6 0 0,2-2 0 16,0-4 6-16,4 6-7 0,-2-6 6 0,2-3-5 16,2 1 8-16,-1-7-5 0,3 2-2 0,1 0 0 15,1 2 4-15,1 1 0 0,2 4-1 0,0 1-1 16,-14 5 0-16,19 1-2 0,-1 5 4 0,4 1-3 0,-1-5 6 16,6-1-7-16,2-5-2 0,0-5-3 0,-1-2-3 15,0-6 11-15,1-6 1 0,2-5 3 0,4 0-3 16,3-3-3-16,4-1 3 0,6-3 0 0,5-3 5 0,6-1-11 15,-1 0 3-15,-3-4-5 0,0 0 3 0,-5-3-4 16,-3 1-3-16,-1-4 0 0,1 1-3 0,-3-4 0 16,2 26 1-16,0-15 0 0,3-8 14 0,10-5 0 15,1-3 0-15,1-7 0 0,-2-3-2 0,-6 0 2 16,0-3 1-16,-4-5 0 0,-1-1 3 0,-1-4 3 16,1 22-6-16,3-37 6 0,8-1-7 0,5-14 2 15,-1-7 4-15,5-15-2 0,-8-9 7 0,-3-6-7 16,-4-6 6-16,-7 5-7 0,-2-3 4 0,-6-7-4 0,-2-13 0 15,-5-17-1-15,-4-7 4 0,-5 0 7 0,-6 4-5 16,-6 1 7-16,-3-9-2 0,-11-12 0 0,34-7 1 16,-36 8-1-16,-15 8-6 0,-11-1 0 0,-8-5-5 15,-9 2-2-15,32 3-66 0,-44 23-218 0,-4 13-37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1.579"/>
    </inkml:context>
    <inkml:brush xml:id="br0">
      <inkml:brushProperty name="width" value="0.05" units="cm"/>
      <inkml:brushProperty name="height" value="0.05" units="cm"/>
      <inkml:brushProperty name="color" value="#FF0066"/>
    </inkml:brush>
  </inkml:definitions>
  <inkml:trace contextRef="#ctx0" brushRef="#br0">1 17 32 0 0,'0'0'1958'0'0,"1"-17"3198"0"0,124 17-4174 0 0,-72 0-4920 0 0,-49 0 2829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2.097"/>
    </inkml:context>
    <inkml:brush xml:id="br0">
      <inkml:brushProperty name="width" value="0.05" units="cm"/>
      <inkml:brushProperty name="height" value="0.05" units="cm"/>
      <inkml:brushProperty name="color" value="#FF0066"/>
    </inkml:brush>
  </inkml:definitions>
  <inkml:trace contextRef="#ctx0" brushRef="#br0">0 4 440 0 0,'0'-4'7334'0'0,"0"4"-7300"0"0,9 11 205 0 0,19-6-166 0 0,55-2-1372 0 0,-68-3 74 0 0,1 0-1002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8.666"/>
    </inkml:context>
    <inkml:brush xml:id="br0">
      <inkml:brushProperty name="width" value="0.05" units="cm"/>
      <inkml:brushProperty name="height" value="0.05" units="cm"/>
      <inkml:brushProperty name="color" value="#FF0066"/>
    </inkml:brush>
  </inkml:definitions>
  <inkml:trace contextRef="#ctx0" brushRef="#br0">26 10 1840 0 0,'0'0'232'0'0,"-25"0"2938"0"0,119 3-3080 0 0,-50-1-559 0 0,0-1 1 0 0,0-3 0 0 0,58-9-1 0 0,-85 8-556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9.594"/>
    </inkml:context>
    <inkml:brush xml:id="br0">
      <inkml:brushProperty name="width" value="0.05" units="cm"/>
      <inkml:brushProperty name="height" value="0.05" units="cm"/>
      <inkml:brushProperty name="color" value="#FF0066"/>
    </inkml:brush>
  </inkml:definitions>
  <inkml:trace contextRef="#ctx0" brushRef="#br0">1 19 960 0 0,'0'0'3700'0'0,"10"0"-2999"0"0,32-5-454 0 0,159-9 305 0 0,-177 14-2083 0 0,-22 0 783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241"/>
    </inkml:context>
    <inkml:brush xml:id="br0">
      <inkml:brushProperty name="width" value="0.05" units="cm"/>
      <inkml:brushProperty name="height" value="0.05" units="cm"/>
      <inkml:brushProperty name="color" value="#FF0066"/>
    </inkml:brush>
  </inkml:definitions>
  <inkml:trace contextRef="#ctx0" brushRef="#br0">14 0 2232 0 0,'0'0'718'0'0,"-6"2"1851"0"0,-1 0-5846 0 0,7-1 2629 0 0,2 4-476 0 0,4-5 5140 0 0,-3 0-1767 0 0,-2 0-2251 0 0,19 72-876 0 0,-17-62-768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571"/>
    </inkml:context>
    <inkml:brush xml:id="br0">
      <inkml:brushProperty name="width" value="0.05" units="cm"/>
      <inkml:brushProperty name="height" value="0.05" units="cm"/>
      <inkml:brushProperty name="color" value="#FF0066"/>
    </inkml:brush>
  </inkml:definitions>
  <inkml:trace contextRef="#ctx0" brushRef="#br0">33 0 5473 0 0,'-2'0'3457'0'0,"0"0"-3209"0"0,1 0-184 0 0,-1 0-56 0 0,0 0-16 0 0,1 2-56 0 0,1 0-168 0 0,-2-1-48 0 0,0 3-64 0 0,1 4-312 0 0,-5 8-329 0 0,3-3 1 0 0,0 1-144 0 0,-2-1-312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902"/>
    </inkml:context>
    <inkml:brush xml:id="br0">
      <inkml:brushProperty name="width" value="0.05" units="cm"/>
      <inkml:brushProperty name="height" value="0.05" units="cm"/>
      <inkml:brushProperty name="color" value="#FF0066"/>
    </inkml:brush>
  </inkml:definitions>
  <inkml:trace contextRef="#ctx0" brushRef="#br0">22 1 5521 0 0,'0'0'160'0'0,"-1"0"-232"0"0,-1 2-40 0 0,0-1 32 0 0,2 1-264 0 0,-1 1-112 0 0,-1 1-168 0 0,2 1-1433 0 0</inkml:trace>
  <inkml:trace contextRef="#ctx0" brushRef="#br0" timeOffset="1">2 519 4377 0 0,'0'0'344'0'0,"0"2"-440"0"0,0-1-72 0 0,0 3-104 0 0,0 1-192 0 0,-2 15-400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15.298"/>
    </inkml:context>
    <inkml:brush xml:id="br0">
      <inkml:brushProperty name="width" value="0.05" units="cm"/>
      <inkml:brushProperty name="height" value="0.05" units="cm"/>
      <inkml:brushProperty name="color" value="#FF0066"/>
    </inkml:brush>
  </inkml:definitions>
  <inkml:trace contextRef="#ctx0" brushRef="#br0">13 53 6289 0 0,'-12'-4'1857'0'0,"19"-36"409"0"0,-1 31-5335 0 0</inkml:trace>
</inkml:ink>
</file>

<file path=ppt/ink/ink95.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111.11111" units="1/cm"/>
          <inkml:channelProperty channel="Y" name="resolution" value="66.66666" units="1/cm"/>
          <inkml:channelProperty channel="T" name="resolution" value="1" units="1/dev"/>
        </inkml:channelProperties>
      </inkml:inkSource>
      <inkml:timestamp xml:id="ts0" timeString="2023-06-16T04:23:23.687"/>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1" timeString="2023-06-16T04:25:03.029"/>
    </inkml:context>
  </inkml:definitions>
  <inkml:trace contextRef="#ctx0" brushRef="#br0">8328 4650 0</inkml:trace>
  <inkml:trace contextRef="#ctx1" brushRef="#br0">8552 4194 39 0,'0'0'0'0,"0"0"2"0,0 0 35 0,0 0 1 0,0 0 11 15,0 0-1-15,0 0 0 0,0 0-3 0,0 0-4 16,0 0 2-16,0 0-1 0,0 0-6 0,0 0 3 15,0 0-6-15,0-2-14 0,2 0-8 0,0 0-2 16,0 0 0-16,0 2-1 0,0 0-8 0,-1 0 5 0,1 0-5 16,0 0 0-16,0 0 2 0,0 0-2 0,0 0 3 15,0 0 1-15,-1 0 2 0,1 0-5 0,0 0 4 16,0 0-2-16,0 0-3 0,0 0 4 0,0 0-4 16,-1 0 0-16,1 2 6 0,0 0-7 0,0 0 6 15,0 0-3-15,0-1-1 0,0 3 5 0,-1 2-6 16,5 5-6-16,0 2 13 0,-3-4-8 0,1 2 10 0,-2-3-5 15,0-3-5-15,1 5 6 0,-1-5-5 0,0 1 12 16,-2-3 3-16,0-1-2 0,0 0 2 0,2 2 2 16,0 0-8-16,-2-3 3 0,2 3-5 0,0 0-7 15,-1 0 6-15,1-1 0 0,0 1 1 0,0-2-7 0,0 0 6 16,0 0-6-16,0-1 7 0,1 1 4 0,1 0-8 16,0 0 8-16,-1-2-8 0,3 0 8 0,7-2 8 15,0-2-5-15,4-3 6 0,-1-4-6 0,7 9 5 16,3-17-1-16,3-1 2 0,1 0-8 0,7-1-3 15,2 1-5-15,4-3 2 0,5 5-6 0,2-2 1 16,-5-1 4-16,-1-3-3 0,-3 2-3 0,-5 1 1 16,3 1-1-16,-2-1 3 0,-2 1 4 0,-2 1-24 0,-1 6-15 15,-4 6-11-15,-2 5-99 0</inkml:trace>
  <inkml:trace contextRef="#ctx1" brushRef="#br0" timeOffset="7255.63">14707 4264 9 0,'0'0'0'0,"-1"0"2"0,-1 0 28 0,0 0-8 16,0 0 5-16,-2 0-8 0,1 0-4 0,1 0-1 0,-9 0-3 15,1 0 0-15,3 0-3 0,-1 0-6 0,1 0 4 16,1 0-4-16,-3 2 3 0,2 0-7 0,-4 0 2 15,1 0-1-15,1 1 1 0,0 1 0 0,-2 0-3 16,1-1 3-16,-1 3 10 0,0 0-10 0,-2-1 3 0,0 1-5 16,0 1 6-16,0 1-4 0,-2-1 3 0,0 0-4 15,0 3 7-15,4-3-2 0,0 1-1 0,2-1-1 16,-2 2-5-16,-6-3 1 0,-3 5 2 0,-3 2 1 16,7 2 1-16,1 2 2 0,5 1-7 0,-1-5 4 15,-4-4-1-15,2 4-2 0,0-5 7 0,4 5-5 16,0 0 7-16,0-6-8 0,1 6 1 0,1-5-3 15,-1 3 4-15,3-2-3 0,3 2-1 0,-4 6 0 0,1-10 1 16,-1 6 7-16,1-1-3 0,-1-5 4 0,-3 6-14 16,1 0 11-16,3-4-2 0,-3 8 5 0,3-4-6 15,-1 0-5-15,1 2 5 0,3-8-3 0,-4 6 2 0,1 0 5 16,1-2-9-16,-2 4 7 0,3-4-6 0,-1 0 7 16,0 1-2-16,1-1 4 0,-1 0-6 0,0 0 5 15,2-2 4-15,-1 2-1 0,-1 2-5 0,2 0 12 16,0 0-6-16,-2 4 8 0,1-2-6 0,-1 2-3 15,0 1 1-15,2 1-1 0,-1 1 2 0,1 3-2 16,0-1-4-16,0 0 0 0,0 2-3 0,2 2 3 16,0-3 3-16,0-5 0 0,0 4 4 0,0-5 11 0,2 2-8 15,0-1 9-15,2-5-7 0,-1 0 4 0,3 0-2 16,0 0 0-16,-1-2-6 0,1-1-3 0,-4 1-1 16,12-2-2-16,1 4-8 0,0 0 3 0,-2-2 0 15,-2 0 2-15,0-3 3 0,1-4-4 0,1 1 5 16,7 1-6-16,-9 1 4 0,4 2-5 0,0-3 3 0,-8-2-2 15,14 3 7-15,-5-1-7 0,-1 3-2 0,7 0-1 16,-3 0-1-16,-2-1 3 0,-1-3 1 0,1 1 0 16,2 0 2-16,1 1 1 0,1-1-1 0,-8-5 0 15,3 1-1-15,-1 9-1 0,2-1 2 0,0-3-1 16,-3-3 3-16,-1 0-6 0,0-3 2 0,0 1-4 16,-1 0 6-16,-1 0-2 0,2 0 5 0,0-2-4 0,2 0 2 15,-1 0 0-15,-1 0-7 0,4 0 4 0,-4 0 2 16,4 0 0-16,0-2-1 0,-1 0-1 0,1-2 0 15,0-1 2-15,-1-1 1 0,3-1-1 0,-2-1-1 16,3-1-2-16,0-2 0 0,3-4 0 0,-1 0 9 0,-2 12-8 16,-1-20 6-16,0 5-8 0,-1-8 7 0,-3 4-5 15,-2-4 1-15,-2-4-3 0,0 0 2 0,2-3 5 16,-2 3-5-16,-3-2 6 0,-6 3-6 0,3-5 5 16,14 3-2-16,-6-3 1 0,-4 3-6 0,-3 3 2 15,-1 0 5-15,-1 2-2 0,-2-2 1 0,0 2 9 16,-2-4-10-16,0 1 10 0,-2-1-12 0,0-3 7 15,-2-4 1-15,-1-12 0 0,-1 1-8 0,-1-2 4 0,-3-2 3 16,1 9 0-16,-4-1 6 0,-2 3-8 0,0 9-1 16,-1 4-1-16,12 6 0 0,-24 5-4 0,-3 6-5 15,-3 4 0-15,3-12-13 0,-7 6-54 0,-2 9-27 16</inkml:trace>
  <inkml:trace contextRef="#ctx1" brushRef="#br0" timeOffset="8770.62">15719 5586 24 0,'0'0'6'0,"0"0"0"16,0 0 8-16,0 0-2 0,0 0 0 0,0 0 4 16,0 0-5-16,0 0 6 0,0 0-1 0,0 0 2 15,-2 0 3-15,2 0-2 0,-1-2-1 0,-1 0 7 16,0 1 0-16,0-1 3 0,0 0 8 0,0 0-12 16,0 0 3-16,1 0-8 0,-1 0-15 0,0 1 10 15,-2-1-5-15,0 0 6 0,1 0-12 0,-1 0 4 16,2 2 0-16,-3-4 4 0,-1 1 8 0,2 1-4 0,-1-2 2 15,1 2-3-15,0 0-3 0,1 1 6 0,1 1-3 16,-2-2 5-16,0-2-3 0,1 0-6 0,-1 1 3 16,2-1-4-16,0 0-3 0,0 0 7 0,0 1-10 15,1 1 8-15,-1 0-14 0,0 0 7 0,2 0 0 16,0 0 2-16,0 1-3 0,0-1 6 0,0 0-3 16,2 2 3-16,0 0-9 0,-1 0 4 0,1 0 3 0,22 0 0 15,-1 0 7-15,10 2-4 0,-1 0-2 0,-4 1 0 16,9-1 0-16,-4 0 2 0,4-2-6 0,8 0 4 15,-2 0-6-15,1 0 6 0,-5 0 2 0,-4 0-1 16,-3 0-2-16,1 0-8 0,-1-2 1 0,-1 0-3 16,-3-1 3-16,-2-1 6 0,2 0-6 0,-4 2 3 0,-1 0-10 15,-3 1-4-15,-3 1-10 0,1 0-9 0,1 1-127 16</inkml:trace>
  <inkml:trace contextRef="#ctx1" brushRef="#br0" timeOffset="10595.71">19191 5519 28 0,'0'0'0'0,"-1"-2"11"0,-1 1 102 15,0-1-37-15,0 0 1 0,0 0-55 0,0 2-5 0,0 0-1 16,1 0 4-16,-1 0 0 0,0 0 10 0,2 0-15 16,0 2 5-16,2 0-7 0,0 0 7 0,1-1 0 15,10 3-7-15,15 2 6 0,2-3 7 0,1-1 14 16,8-2 2-16,4 0 2 0,3 0-5 0,6-2-19 15,4-3-1-15,4-1-8 0,-1 1-16 0,4 1-15 16,-5 0-35-16,-4 4-10 0,-2 0-286 0</inkml:trace>
  <inkml:trace contextRef="#ctx1" brushRef="#br0" timeOffset="22394.31">14680 3930 28 0,'0'0'0'0,"0"0"28"16,0 0 37-16,0 0 21 0,0 0 4 0,0 0-20 15,0 0-30-15,0 0-18 0,0 0 6 0,0 0-7 0,0 0-3 16,0 0 2-16,0 0-4 0,0 0 4 0,0 0-10 16,0 0-7-16,0 0 4 0,0 0-5 0,0 0 0 15,0 0 0-15,0 0-3 0,0 0 1 0,0 0-6 16,0 0 6-16,0 0 0 0,0 0 1 0,0 0 3 0,0 0-5 16,0 0 4-16,0 0-4 0,1 0 4 0,1 0 4 15,0 0-6-15,0 0 5 0,0 0-7 0,0 0 0 16,0 0-1-16,-1-2 2 0,1 0 3 0,0 2-5 15,0 0 6-15,0 0-5 0,0 0 7 0,0 0-3 16,-1 0-6-16,1 0 3 0,0 2 0 0,0 0-1 16,0 0 7-16,0 0-6 0,0 1 4 0,-2 1 0 15,1 11-4-15,1-2 4 0,0 0-4 0,0-2-7 16,0 2 3-16,0-4-3 0,1 1 9 0,-1-3-1 0,2 1 0 16,0-1-1-16,-2-3 9 0,-1-1-7 0,1 1-2 15,0 0-1-15,0 0 1 0,0-1-1 0,0 1 7 16,-2-2-5-16,2 2 0 0,-1-3 0 0,1 1 0 15,0-2 0-15,0 2 3 0,2 0-4 0,-2-2 4 0,-1 0-4 16,1 0 5-16,0 0-1 0,4 4-5 0,-3-2 4 16,3-1 2-16,0 1-4 0,-3-2 3 0,3 0-4 15,-1 0 4-15,1 0-4 0,1 0 2 0,4 0-2 16,2-2 7-16,0-1-8 0,4-3 5 0,2-1-5 16,1-3 5-16,8-4 2 0,5-3-4 0,-3 2 3 15,7-4 2-15,2-1-4 0,-2 16 1 0,6-29-2 16,-2-6 11-16,0-4-8 0,-4-9 5 0,4 4-7 0,-2-4 1 15,-4-4 1-15,2 8 1 0,-2 3 0 0,-3 6-4 16,0 4 5-16,-1 5-9 0,-5 4 7 0,2 4-2 0,-4 4-5 16,-2 5 4-16,1 3-7 0,-1 3-22 0</inkml:trace>
  <inkml:trace contextRef="#ctx1" brushRef="#br0" timeOffset="32048.84">5717 9183 256 0,'0'0'-47'0,"0"0"36"0,0 0 8 0,0 0 5 0,0 0 41 15,0 0-6-15,0 0-22 0,0 0 0 0,0 0-3 16,0 0-3-16,0 0-9 0,0 0 2 0,0 0-3 16,0 0 2-16,0 0 1 0,0 0-3 0,0 0 2 15,0 0-4-15,0 2 7 0,0-1-2 0,-2 1 6 16,0 0 2-16,1 0 15 0,-1 0-1 0,0-2 6 16,0 2 3-16,2-2 9 0,0 0-7 0,0 0 4 0,0 0-30 15,0 0 9-15,0 2-7 0,0-2 6 0,0 1-11 16,0 1-6-16,0 0 6 0,0 0-6 0,0 0 0 0,0 0 7 15,-2 0-6-15,2-2 8 0,0 1-10 0,0-1 3 16,-2 2-2-16,0-2 4 0,1 2 3 0,-1-2-1 16,0 0 7-16,0 0-5 0,0 0 10 0,0 0-8 15,0 0 4-15,1 0-4 0,-1 0 13 0,0 0-10 16,0 0-3-16,0 0-2 0,0 0-6 0,0 0 2 16,1 2-1-16,-1-2 1 0,0 2 1 0,0 0-5 15,0 0 4-15,0-1-4 0,2 1 7 0,0 0-2 16,-2-2-3-16,1 0 1 0,-1 0-2 0,2 0 9 15,0 0-5-15,0 0 5 0,0 0-10 0,0 0 4 0,0 0 1 16,0 0 0-16,0 0-1 0,0 0 4 0,0 0-4 16,0 0 4-16,0 0-1 0,0 0-3 0,0 0 9 15,0 0-9-15,0 0 4 0,0 0 2 0,0 0-6 16,0 0 6-16,0 0 2 0,0 0-4 0,0 0 0 0,0 0-1 16,0 0 4-16,2 0-4 0,-1 0 3 0,1 0-5 15,0-2-1-15,0 0 4 0,0 1-6 0,0-1 3 16,0 0-8-16,-1 0 5 0,1 0 1 0,0 0 2 15,0 2-1-15,0 0-3 0,0 0 2 0,0 0-3 16,-1 0 0-16,3 0 2 0,0 0 1 0,0 0 0 16,-1 0-7-16,1 0 3 0,0 0-1 0,-2 0 2 15,11-2 9-15,0 1-6 0,-2-1 2 0,4 0-4 0,-2 0 2 16,-4 0-4-16,8-2 1 0,3 1-1 0,-5 1 3 16,5-2 0-16,1 2-1 0,-6 0 1 0,3-1 4 15,4-1-6-15,-3 2 5 0,-1 0-5 0,3 0 3 0,-1 1-1 16,1-1-2-16,-3 0 0 0,-1 0 2 0,0 0-4 15,-2 0 1-15,1 2-5 0,-1-2 5 0,4 1 5 16,-3 1-3-16,5 0 4 0,-3 0-2 0,1 0-4 16,1 0 4-16,-1 0-4 0,1 0 4 0,1 0-7 15,1 0 4-15,-1 0-5 0,3 0 5 0,2 0 0 16,-2 0 0-16,4 0 1 0,-2 0 6 0,2 0-6 16,9 1-1-16,-4 1-2 0,2 0-2 0,1 0 4 15,-10-2 0-15,9 2 2 0,2 0 2 0,-4-2-1 0,5 2-2 16,-11-2 0-16,3 0-2 0,2 1-3 0,-1-1 4 15,3 2-3-15,-3 0 4 0,1 0 1 0,1 0-2 16,4 2 0-16,1-1 2 0,1 1-1 0,1 0 1 16,7-1-2-16,-3 1 4 0,6 0-4 0,1 0 1 0,-1-1-2 15,5 3-1-15,-6-4 1 0,-1 0 2 0,-5-1 0 16,-2-1-1-16,5 2 0 0,0-2 0 0,3 2-1 16,-1-2-3-16,6 0 8 0,7 2-5 0,0 0 5 15,2 0-7-15,4 0 0 0,-7-2 2 0,3 1-1 16,-4 1 5-16,-5 0-1 0,0 0 0 0,-2 0-1 15,0 2-4-15,0-3 6 0,4 3-3 0,3 0 3 0,0-1-6 16,6 1 3-16,0-2 0 0,0 0 2 0,2-2 4 16,-2 0-9-16,-4 0 5 0,-3 0-6 0,0-2 11 15,3 0-7-15,6 0 1 0,7-1-4 0,0-1 1 16,4 0 2-16,-2 1-1 0,0-1 2 0,-3 0-1 0,-4 0 0 16,-3 1 3-16,-1-1-1 0,0 0-2 0,6 1 1 15,1-1-1-15,10 2 3 0,0-2-4 0,1-1-1 16,-3 1 2-16,-6 0-1 0,-3 1 2 0,-2-1-1 15,1 0-1-15,5 0 0 0,1 1 7 0,11-3-9 16,0 2 4-16,2-1-4 0,0 1 3 0,-7 0 5 16,0 1-8-16,-4-1 7 0,5 0-9 0,5 1 3 15,4 1 5-15,5-2-1 0,0 2 4 0,-5-2-7 16,-3 1 1-16,-1-1-1 0,1 2 4 0,7-2 2 0,7 1-5 16,6-3 2-16,-3 2-5 0,-2 1 1 0,-6-1 4 15,-7 0-2-15,6 2 3 0,11 1-1 0,5-3 0 16,6 2 0-16,-8 0-5 0,-5 0 2 0,-2 2 0 15,2 0 1-15,9 0-3 0,9 2 5 0,-1 0-3 0,-4 0 3 16,-6-2 2-16,6 2-5 0,3 0 2 0,14 1-2 16,1-1 4-16,-3 0-3 0,-2 2-1 0,3-2-1 15,8 1 6-15,11-1-5 0,4 0 2 0,-6 2-4 16,8-1 1-16,9 1 2 0,7 2 3 0,4-1 0 16,4-1-1-16,9 2-2 0,4 3 0 0,2 2 0 15,5 2-10-15,4 2-56 0,2 5-57 0</inkml:trace>
  <inkml:trace contextRef="#ctx1" brushRef="#br0" timeOffset="60140.71">1597 12246 20 0,'0'0'0'0,"0"-2"5"15,0 1 58-15,0-1-5 0,0 0 6 0,0 0-17 16,0 0-4-16,0 0-15 0,0 0-2 0,2 1-2 16,0-3-1-16,0 2-1 0,-1-2 28 0,1 1-15 15,0-1 42-15,0 0-22 0,0 0-10 0,0 1 2 16,0-1-9-16,-1 0 4 0,1 1-8 0,0-1 5 0,0 0-15 16,0 0-9-16,0 1 4 0,0 1-7 0,-1 0 0 15,1 0-5-15,0 0 5 0,0 0-2 0,-2 1 25 16,0-1 8-16,0 2-2 0,0 0 3 0,0 0-11 0,0 0-14 15,0 2 4-15,0-1-6 0,0 3 4 0,0 2-7 16,4 12 0-16,-1 5-2 0,-1-1-4 0,0 4-6 16,0 2-3-16,0 1-1 0,0 3-5 0,-2 1 8 15,2 3 1-15,-1-3 3 0,1 2-6 0,-2 2 4 16,2-1-3-16,2 3 5 0,0 0-1 0,-1 3 2 16,1 3-1-16,0-2 0 0,-1-1-3 0,1-3 11 15,-2-3-3-15,2 3 5 0,-2-4-4 0,1 0-9 16,1 4 6-16,0 0-7 0,-1 2 1 0,3 5 4 0,0 1-5 15,-1 1 7-15,1 4-7 0,1 8 1 0,-1 5-2 16,1 0 0-16,1 1-4 0,-1-6 7 0,0-6 0 16,3-6 3-16,-1-2 0 0,0-3-5 0,2 0 3 15,1 3-4-15,1-1 3 0,1 1 0 0,3 6-1 16,0 0 1-16,0 0 6 0,-1 6-11 0,1-1 7 0,-2 1-7 16,2-3 2-16,-4-1 3 0,0 0-3 0,0-11 4 15,0 1 0-15,0-5-3 0,-2-7 2 0,-2 0-3 16,0-1 2-16,1 1-2 0,1-1 0 0,0 3 0 15,-2-3 1-15,-1-1 4 0,-3 0-3 0,3-2 2 16,-3-2-7-16,1-2-6 0,-3-4 0 0,-1-3-3 16,0 1-11-16,-2-8-36 0,0-3-10 0,0-5-17 0,2 2-113 15,0-1-183-15</inkml:trace>
  <inkml:trace contextRef="#ctx1" brushRef="#br0" timeOffset="62251.93">1625 11970 135 0,'0'-2'62'16,"0"0"-3"-16,-4-11 28 0,-3-15-11 0,1 6-8 16,1 1-36-16,3 8 4 0,-2 2-3 0,2 2 4 15,0 1-2-15,0-1-11 0,2 4 4 0,0-1-5 16,0 2 0-16,0 2-1 0,0-3-3 0,0 3 2 0,0-2 2 15,0 2-3-15,0-1 1 0,0-1-2 0,0 2 1 16,0 0-2-16,15 1-6 0,2-1 3 0,2-2-8 16,1 0 3-16,0 1 4 0,5-1-3 0,2-2-1 0,5 1 8 15,3-3-4-15,4 5 4 0,6-1-12 0,1 0 9 16,4 0-7-16,8 1 8 0,-6 1-3 0,2 0-4 16,-2 0 8-16,-4-22-9 0,2 9-2 0,-2 8 3 15,3 3-8-15,4 2 6 0,5 4-10 0,5 0 7 16,3 2-4-16,7 1 5 0,-1-1 1 0,4 0-7 15,0-1 6-15,-6-1-7 0,1-2 2 0,1 0-1 16,4-2 0-16,9-1 1 0,6-1 8 0,7 0-6 0,2-1-2 16,-5-1-1-16,-4 0 0 0,-6 1 0 0,2 1 5 15,2 0-2-15,13 1 6 0,4 1-8 0,0 0 3 16,-6 2-3-16,-8 0 0 0,-5 0 0 0,2 4 2 16,10-1 0-16,6 1 3 0,10 2-5 0,-7-3-3 15,-8 1 0-15,-4 2 1 0,-3-3 6 0,4 3-4 16,10 0 6-16,8 1-3 0,2-3-1 0,-2-1 0 0,-9 1-2 15,-6 0-4-15,7 0 3 0,6-1 0 0,4 1 1 16,2 0 2-16,-10-2-4 0,-5-1 5 0,-2 5-5 16,2 0 2-16,11-3 0 0,4-3-2 0,-3 0 2 15,-2 0 6-15,-9 0-8 0,-1 0 3 0,7 0-4 16,12 0 8-16,-1-3-5 0,1-1 4 0,-10 0-4 16,-6 0 3-16,4 1-8 0,6-3 5 0,9 1-3 15,1-3 5-15,-9 1 2 0,-5-1-4 0,-1 1 2 0,3 3-3 16,3-1 2-16,3-1-1 0,-8 2 1 0,-6-1-1 15,-5 1 2-15,0 0-2 0,10 1 2 0,3-1-2 0,1 2-1 16,-2-2 1-16,-11 2-2 0,-4 1 2 0,1-1 3 16,2 0-3-16,7-2 3 0,2 0-6 0,-3 1 1 15,-4-3 4-15,-8 2-1 0,-1-1 5 0,9 1-3 16,3-1-4-16,4-1 1 0,-3 0-4 0,-8 1 3 16,-5-1 1-16,-8 3 0 0,2-1 7 0,5 2-3 15,5 0 2-15,1-2-2 0,-4 3 7 0,-13-3-3 0,-5 2 3 16,-7 2-4-16,1 0-3 0,2 0 0 15,10 0-1-15,-3 2 0 0,4 0 2 0,-1 0-8 0,-12-1 5 16,-2 1-5-16,-3-2 2 0,-4 2 5 0,2-2-4 16,2 0 6-16,7 0-1 0,0 0-5 0,2 0 0 15,-2 0-2-15,-7-2 2 0,-2 2 2 0,-6-2 1 16,-4 2-1-16,1 0-9 0,-2 0 7 0,-4 0 0 0,1 0 3 16,1 2-1-16,-4 2-2 0,1 0 0 0,-7-1-1 15,-1 3 2-15,-6-2 2 0,0-1 0 0,-5 1-1 16,-1 2-1-16,-3-1-4 0,-4-1 1 0,-3 0-3 15,-3-1 6-15,-1 3 1 0,0 0 4 0,-1-1-2 16,-1 1 1-16,-4-3-2 0,1 1 1 0,-1 2 0 16,-2-1-1-16,-2-1 6 0,1 2-6 0,-3-3 6 15,1 1-4-15,1 0 9 0,-3 3-3 0,2 1 6 16,-1-3-2-16,-1 1-6 0,1 3 3 0,-1-2-3 0,0 1 7 16,0 1-5-16,1-3 4 0,-1 1-5 0,0 1 7 15,1 1-11-15,-1-2 1 0,0 1-3 0,-1 5 0 0,3 0 0 16,-2 0 2-16,1 3-2 0,-1-3-3 0,1 4-1 15,-1 2 1-15,2-1 1 0,-4-1 4 0,-1 0-4 16,3-1-2-16,-2 1 0 0,2 7-4 0,1-2 3 16,3 6 1-16,-3-4 0 0,1 2 6 0,1 0-9 15,1 2 1-15,-1 2-3 0,1-2 10 0,-1 3-4 16,-1 3 3-16,-3 3-4 0,1 2 0 0,2 2 0 16,1 0-1-16,0 3 1 0,5 3-4 0,-3 1 5 15,0 4-1-15,4 0 2 0,-2-6-5 0,2 1 4 0,-2-3-3 16,2-5 4-16,-1 0 0 0,2-3-1 0,-1-3 1 15,-3 2-2-15,1-1-1 0,0 1-3 0,-4 2 5 16,3 6-2-16,-5 3 6 0,1 4-4 0,-1 4-3 16,-1 4 0-16,2 1-4 0,-4 2 8 0,1 4-2 0,25-7 3 15,-15 0-3-15,-7-12-2 0,-4-3 3 0,-1-6-2 16,1-4 4-16,-2 1-1 0,2-3 0 0,-2 1 0 16,2 1 0-16,2-1-2 0,-1 1 0 0,1-1-1 15,0-1 4-15,0 1-4 0,1-2 2 0,1 3-1 16,-3-3 9-16,-1-4-11 0,0 5 7 0,0-1-7 15,2 0 5-15,1-1 3 0,-1-6-8 0,0 1 5 16,-1 2-2-16,-1-6-4 0,2 2 8 0,-2-1-8 0,0-4 4 16,-2-1 1-16,0 1 1 0,0-4 0 0,0 0 1 15,0 0-3-15,0-2-1 0,-2-2 1 0,-2 3 4 16,-1 1-3-16,1-6-2 0,-4 2 0 0,5 1 2 0,-12-3-2 16,4 2 2-16,-4-1-2 0,-4-1-1 0,-3 2-1 15,-6-1 2-15,4-1 0 0,0 1 3 0,0-3-4 16,0 3 1-16,-6-1-1 0,0-1 5 0,2 1-3 15,-1 1-1-15,-1-1 0 0,2 2 0 0,-4 1-1 16,-1-3-2-16,-2 2 1 0,-4-1-4 0,-2 1 7 16,-5 0-2-16,-6 1 2 0,1-1 0 0,-4 0-1 15,3-1 4-15,2-1-4 0,-4 0 4 0,4 1-8 0,-1-3 6 16,-1 3-5-16,0-3 9 0,4 1-9 0,-2 0 1 16,-2-1-3-16,-2 1 8 0,-9-1-3 0,0 3 3 15,0-1-3-15,-4 2 3 0,2-3-3 0,0 0-2 16,0 1 0-16,2-3 1 0,4 1-2 0,-3 1-1 15,1 3 1-15,-2 0 3 0,-11-1 2 0,3-3 2 0,-9 1-2 16,0-1-6-16,6-1 5 0,-2 2-3 0,4-4 4 16,1 3-7-16,2 3 7 0,-3-3-3 0,-2 1 4 15,-3-1-3-15,-8 1 2 0,3-2 0 0,1-3 0 16,-1 3-2-16,8-2-4 0,-1 0 5 0,3 3-4 16,0-3 5-16,-5 4 1 0,0-2-5 0,-5-3 2 15,-2 3 3-15,1 30-6 0,5-21 7 0,3-6-7 16,5-3 2-16,3-1 6 0,-2-1-8 0,3 2 6 0,-9 0-9 15,-3-2 7-15,-3-1-2 0,1-1 3 0,2 0-1 16,5 0-1-16,5 2 2 0,-1-2-2 0,2 0 0 0,-5 2-4 16,-4-2 4-16,-6 0-4 0,0 2 7 0,-3 0 0 15,1-2-2-15,8 0 0 0,-2-2-1 0,11 2 0 16,-3 0 1-16,-6 0-1 0,-2 2 0 0,-8 0 0 16,3 0 0-16,-3-2 1 0,3 0 1 0,3-2-6 15,2 2 4-15,5 0-4 0,-3 0 10 0,-2 2-9 16,-5 1 3-16,-4 1-5 0,-1-2 5 0,3 0 0 15,3-2-2-15,6 0 1 0,4 0 1 0,-3-2 0 16,1 2 2-16,-8 4 1 0,-1-1 1 0,-8 1-6 16,-4 2 1-16,8-3-3 0,3-3 7 0,8 0-2 15,2 0 1-15,0 0-2 0,-8 0-2 0,-2 2 2 0,-5 0 0 16,-4-2 0-16,8-4 0 0,-2-1 0 0,7-1 0 16,6 1 1-16,-2 1 1 0,-4-4-2 0,2 5-1 15,-8-3-1-15,-1 1 2 0,2-3 0 0,-1 1-3 0,6-1 1 16,8 3-2-16,-2-3 8 0,1 5-2 0,-3-1 3 15,-7 0-5-15,-7 0 0 0,1 1-1 0,6-3-1 16,5 4-1-16,2 0 2 0,1 1 3 0,-3-3-1 16,2 2-3-16,-7 0 3 0,-4-2-1 0,-3-1 3 15,3-1-6-15,4-3 3 0,5 0-3 0,3-1 4 16,3 1-1-16,-6 0 6 0,-2 0-5 0,-2 1 4 16,-3-3-1-16,-2 2 0 0,1-2-2 0,3-1 0 0,1 3-1 15,8 0 0-15,-4 0 4 0,-4-1-3 0,0 1 9 16,-9 0-3-16,2 0 4 0,4-1-4 0,-2 1-4 0,7 2 0 15,2-1 0-15,4 4 0 0,-4 1-4 0,0-1 0 16,-4 0 1-16,0 1 0 0,2 1 0 0,2 0-1 16,4 2-1-16,4 0 1 0,1 2-5 0,6 0-14 15,0 3-11-15,-2 1-2 0,0 1-61 0</inkml:trace>
  <inkml:trace contextRef="#ctx1" brushRef="#br0" timeOffset="66629.58">3032 12729 256 0,'0'0'-70'0,"0"0"44"0,0 0-16 15,0 0 7-15,0-2 60 0,0 0 0 0,0 0 17 16,0 1-6-16,0-1 4 0,0 0-24 0,0 0 7 16,0 2-3-16,0 0 5 0,0 0 2 0,-2-2-10 15,1 2-3-15,-1 0-3 0,0-2-11 0,0 0 3 0,0 1 6 16,0-1-4-16,0 0 1 0,1 0-1 0,-1 0-3 15,0 0 4-15,0 0 3 0,0 1-3 0,0-1 0 16,0 0 0-16,1 0 2 0,-1 0-11 0,-2 0 9 16,0 0-9-16,1 2 13 0,-1 0-7 0,2 0 2 0,-4 0-3 15,1 0 4-15,-1 0-2 0,3 0-2 0,-9-1 2 16,5 1-2-16,0 0 4 0,3 0 1 0,0 0 1 16,0 0-7-16,1 0 4 0,-1 0-1 0,0 0 4 15,1 0 2-15,-1 0-1 0,0 0 0 0,2 0 0 16,-1 0-2-16,-1 0 1 0,0 0-1 0,2 0 0 15,-1 0-7-15,-7 0 4 0,3 0-4 0,-2 0 5 16,-1 0-6-16,3 0 7 0,-2 0-3 0,-6 0 6 0,0 1-8 16,-2 1 0-16,-3 0 5 0,7-2-3 0,-2 0 7 15,4 0-3-15,0 0-4 0,1 0 2 0,3 0 6 0,-4 2-6 16,5-2 1-16,-3 2-4 0,0 0-8 0,1-2 13 16,-1 2-1-16,2-2 5 0,-1 0-11 0,3 0 5 15,-1 0-4-15,2 0 4 0,1 0-12 0,-3 0 5 16,2 0-2-16,1 0 4 0,-3 0 8 0,2 0-7 15,-1 0 1-15,1 0-4 0,-2 0 2 0,3 0 1 16,-3 0 2-16,-1 1 0 0,1-1 3 0,1 0-1 16,-3 2 3-16,1 0-1 0,1 0 7 0,1-2-6 15,-3 2 0-15,3 0-3 0,-1 0-1 0,0-1 0 16,1 1 3-16,1 0-3 0,0 0-4 0,1 0 6 0,-1 0-10 16,0 0 8-16,1-1-7 0,1-1 2 0,-2 2 4 15,-2 2-2-15,3-2 3 0,-3 0 0 0,1 7-4 16,-1-2 2-16,2 1-11 0,-1 5 7 0,-1-8-1 15,-1 3 3-15,-1-1 6 0,3-3-8 0,-1 7 3 0,1-2-3 16,-1 4 11-16,0 0-9 0,1-5 4 0,-3 1-6 16,3-1 1-16,-1 1-1 0,-1 2-3 0,3 0 2 15,-3 0 3-15,-1-3 6 0,-1-1-4 0,2 1 4 16,-1-1-2-16,-1 0-3 0,0 1 2 0,-1 1-3 16,1-3-1-16,0 3-3 0,3 0 7 0,-5-1-3 15,-2 1 9-15,2-2-5 0,0 3-4 0,-2-1 0 0,5 0-6 16,1 1 10-16,-4-1-4 0,3 0 6 0,-3 0-9 15,2 2 4-15,1 1 0 0,3-1 3 0,1 0-4 16,-3 0 1-16,3 2-3 0,0-2 2 0,3 0-1 16,-3 0 1-16,0 1 1 0,-9-1-1 0,8 0-1 0,1 0 1 15,0 0 0-15,-3-2 3 0,-1 3 1 0,-1 1-4 16,2 0 0-16,1 0 0 0,0 1 0 0,1-1 1 16,1-1-1-16,0 1 0 0,1-2 2 0,-3 4-2 15,1 1 1-15,1-5-3 0,0 2 2 0,2-1 4 16,0 1-3-16,1 3 3 0,1-1-2 0,0 0-1 15,0 2 2-15,0-2-3 0,1 3 4 0,1 1 0 16,2 1-1-16,0 4-1 0,-2-1-5 0,-1-1 2 16,1-2 4-16,2 1-1 0,0-1 4 0,-1-1-7 0,1-3 1 15,0-1-2-15,0-2 2 0,1 2 0 0,1 0-3 16,-1-2 2-16,1 0 5 0,-1-4-5 0,3 2 6 16,-3-1-6-16,1-1 1 0,0 0 5 0,1 0 0 0,-3 1 3 15,1-1-1-15,6 0 3 0,1 1-4 0,-3-1 3 16,6 0-7-16,-4 0 6 0,5 3-5 0,-1 1 5 15,-4-2-14-15,1 4 11 0,-3-1-5 0,6 3 6 16,0 2-6-16,-4-1-2 0,4 1 1 0,-4 1 0 16,0 1 3-16,0-5 1 0,0 3 0 0,0 0 0 15,2-6-4-15,-2 1 3 0,6-2 1 0,-4-5 2 0,4 6 1 16,-2-4 4-16,1 1-7 0,1-1 7 0,2-4-3 16,-4 3-4-16,1-3 1 0,3 1-2 0,-1 0-2 15,3-5 6-15,1 3-5 0,-1 0 4 0,-3-2-4 16,3 13 2-16,-5-6-3 0,3-2 0 0,-2-1 1 0,1-3 2 15,1 1 3-15,1-2-2 0,-1 0-4 0,1 0 2 16,-7-2 1-16,7 0-1 0,1 0 0 0,1 0 1 16,0-2 2-16,-9 0 0 0,8-4 3 0,-6 1-5 15,1-2 2-15,3-3-2 0,-6 5-2 0,0-3-1 16,0 1 1-16,2-2-1 0,-2-1 6 0,-2 8-2 16,0-7-4-16,-2-2 4 0,3 2-3 0,-1-2 1 15,0 1-2-15,-2-1 1 0,2 0-7 0,-1 0 11 16,-1 0-3-16,0-2 6 0,0 0-11 0,1 0 4 0,1-2-2 15,0 2 3-15,2-2-5 0,0-2 2 0,0 1 5 16,2-3-2-16,-2-1 8 0,4 1-2 0,-1-1-5 16,-1-3 4-16,4 3-1 0,-1-2-3 0,-1-3 0 15,0 1-3-15,-1 0 0 0,-5-2 3 0,4 2 0 0,-2 0 2 16,-2-2-9-16,4 2 6 0,-2-2 0 0,-2 2 2 16,-5 0-4-16,-2-2 2 0,12 0 0 0,-3-2 1 15,-5 5-2-15,-1-3 0 0,-1 0 1 0,-2 2 1 16,-1-5 5-16,-1 1-4 0,-2 2 0 0,0 0-1 15,0-2 5-15,0 2-4 0,-2 0 3 0,-1 2-3 16,1 0 7-16,0 1-10 0,0 3 0 0,-2-1-2 16,1 3 1-16,-3-3 6 0,2 3 0 0,1-4 2 0,1 1-7 15,-2-3 4-15,-2 0-3 0,-1 0 4 0,-2 0-4 16,-1 0 0-16,-1-2 4 0,0 1-2 0,0 1 6 16,-2 0-4-16,2 4-1 0,-2 1 0 0,2 2 2 0,5 1 5 15,-12 1-3-15,-5 0 3 0,1 0 1 0,0 4-10 16,0-2 8-16,-4 2-9 0,0 5 6 0,-4-1-4 15,2 5-4-15,-4-17 1 0,-1 8 2 0,0 9-1 16,-5 2 1-16,-2 8-3 0,-1 5-9 0,0 5-15 16,0-10-17-16,-4 35-11 0,-1 10-165 0</inkml:trace>
  <inkml:trace contextRef="#ctx1" brushRef="#br0" timeOffset="76593.16">8244 14424 391 0,'0'0'43'0,"-2"0"6"0,0-2-14 0,1 0-17 0,-1 1-7 16,0-1-11-16,0 0 1 0,0 0-1 0,0 0 0 15,0 0 0-15,1 0 8 0,-1 1-2 0,0-1 6 16,0 0 0-16,0 0 5 0,0 0-6 0,0 2 4 15,1 0-15-15,-1-2 4 0,0 2 0 0,0 0 1 16,0 0-1-16,0-2-8 0,0 1 8 0,1-1-8 0,-3 0 12 16,0 0-3-16,0 0-5 0,1 0 2 0,-3 0-2 15,-1 1 1-15,-4-3 3 0,-6-2-1 0,9 3 8 16,-6-3 19-16,1 0-5 0,-2 3 8 0,-2-3-8 16,2 2-3-16,-2 1 6 0,3 1-5 0,-1 0 5 15,-4 0-7-15,4 0 0 0,-3 1-2 0,-3-1-1 0,3 0-6 16,-5-2 3-16,5 2-2 0,-1 2 21 0,3-2 2 15,-1 2 1-15,0 0 0 0,2 0-3 0,4 0 1 16,2 0-4-16,2 0 2 0,1 0-17 0,0 0-1 16,1 0-1-16,1 0 0 0,0 0-4 0,1 0-3 15,-1 0-2-15,2 0 1 0,0 0 0 0,0 2 1 16,1 0-1-16,1 0 0 0,0 0-5 0,0 0 0 16,1 0 3-16,1-1-1 0,2 3-1 0,7 3 1 0,11 6-2 15,3 0 2-15,4 2 4 0,3-2-5 0,1-2 8 16,8-3-7-16,4-3 5 0,5 1-3 0,4-4 0 15,1 0-1-15,1-2 0 0,3-2 2 0,-1 0-3 16,-6 2 3-16,0-4-2 0,-2 1-3 0,0-1-1 16,4-2 0-16,0 3-4 0,0 1 6 0,0 0-2 0,5-2 4 15,-3 2-4-15,-2 2 6 0,-1 0-5 0,-6 0 6 16,1 0-6-16,-11 0 0 0,-3-2 4 0,-8 2-3 16,-4-1-4-16,-4-1 7 0,-1 2-4 0,-8 0 6 15,3-2 0-15,-5 0-3 0,-1 2 4 0,-5 0-4 16,3-2 10-16,0 0-8 0,0 0 1 0,-3 1-5 0,1-1-2 15,0 0 1-15,-2 0 2 0,0 0-1 0,-2 0-4 16,0 0-1-16,-1 1-1 0,-12-5 2 0,-9-1 0 16,-6 3-11-16,-7 2 4 0,-2 2-4 0,-2 0 10 15,-7 2-8-15,0 0 0 0,-1 1-3 0,-3-1-3 0,6 0 6 16,-1 4 0-16,-3-1 3 0,2 1 9 0,0-1 1 16,-2 1-2-16,3-4 0 0,-3 0 1 0,-2 0-4 15,-2-2 4-15,-1 1-4 0,-1 1 8 0,2-2-2 16,4 0 3-16,0 0-3 0,7 0 5 0,2 0-7 15,0 0 6-15,6 0-4 0,5 0 10 0,4 0-2 16,4 0 0-16,3 0 0 0,3 0-7 0,1 0 3 16,4 0-3-16,2 0 4 0,-1 0 2 0,7 0-3 15,1 0 1-15,-2 0-4 0,0 0-9 0,2 0 4 0,1-2-5 16,1 1 6-16,0-1 0 0,1 0-3 0,1 0 3 16,8-2-3-16,21-9 1 0,6-2 5 0,4 2-6 15,5 1 6-15,8 0-8 0,4 1 4 0,1 4 2 16,6 1 0-16,-3 3 0 0,-1-1 0 0,-2 0-5 0,-9 2 3 15,2 0-2-15,-2 1 3 0,1 1 4 0,1 0-1 16,1 1-5-16,-1 1-1 0,4 2 2 0,0 0 1 16,-2-2 3-16,0-2 0 0,-1 3-5 0,-6-1 2 15,-4 0-6-15,-3 0 10 0,-10 0-4 0,2 0 7 16,-6-1-6-16,-4 1-2 0,-2 0 1 0,-3-2-1 16,-2 2 6-16,-4 0-2 0,-5-2 1 0,-3 0-3 0,-1 0-4 15,2 0 3-15,0 0-2 0,-3 0 2 0,1 0-6 16,-2 0-3-16,0 0-1 0,-2 0 0 0,-1 0 3 15,-12 0 4-15,-15 2-1 0,-5 0 1 0,-6 1-1 16,-4 1 4-16,-5 0 0 0,2 1 1 0,-6-1-5 0,-1 0 7 16,-1-3-6-16,0 3 5 0,6-2-8 0,0 0 9 15,0-2-1-15,1 2 3 0,1-2 0 0,0 2-5 16,0 1 7-16,-6-1-7 0,-4 0 1 0,1 0 1 16,-1-2-3-16,2 2 2 0,4 0 3 0,2 1-1 15,4 1-1-15,5 0-1 0,2-1-2 0,6 1 1 16,3 0 0-16,8-2 1 0,1 1-2 0,6-1-3 15,2 0 4-15,6 0-3 0,1-2 6 0,3 2 0 16,-1 0-1-16,2 0 1 0,0-1 7 0,0 1-7 0,2 0 5 16,0 0-7-16,2 0-1 0,2 0 5 0,24 3 0 15,11-3 3-15,7-2-3 0,10-2-1 0,9-5-3 16,4-1 2-16,3-3-4 0,2-4 7 0,-1 1-5 16,3-3 6-16,-2-2-1 0,0 3-4 0,6 1 4 0,2 0-5 15,3 2-4-15,10 4 2 0,-4 1-4 0,-7 3 2 16,-8 3-21-16,-15 0-70 0,-5 2-23 0,-3 2-25 15,-2 2-166-15</inkml:trace>
  <inkml:trace contextRef="#ctx1" brushRef="#br0" timeOffset="78785.3">13905 14413 106 0,'0'0'41'0,"0"0"-5"0,0 0 20 16,0 0 5-16,0 0-10 0,0 0 6 0,-2 0 0 0,1 0 0 15,-1 0-1-15,0 0 0 0,0 0-13 0,0 0 4 16,-2 0-7-16,1 0-1 0,-1 0-3 0,-2 0 1 16,3 0-2-16,-7-2-7 0,3 0 0 0,-2 0-9 15,-1 1 4-15,3-1-19 0,0 0 0 0,-1 0 6 0,1 0-4 16,-3 0 4-16,3 0-3 0,1 2-7 0,1 0 2 15,-1 0-5-15,-3-1 6 0,2-1-2 0,1 2 3 16,-1-2-3-16,5 2 2 0,-2 0 4 0,-2-2-3 16,3 2 2-16,-5-4 6 0,5 4 3 0,-3-2 1 15,0 1 8-15,3-1-15 0,-1 0 5 0,0 0-7 16,1 0 4-16,-1 0-5 0,0 0 0 0,2 1-1 16,0-1 12-16,1 0-10 0,-1 0-1 0,0 0-3 0,-2 0 0 15,0 2 1-15,1-2 0 0,1 1-1 0,0-1 0 16,0 2-2-16,0 0 3 0,0 0-1 0,1 0 3 15,-1 0-3-15,0 0 2 0,0 0 0 0,0 0 12 0,2 0-12 16,0 0 6-16,0-2-8 0,2 0 10 0,0 0-6 16,2 0 3-16,10 0-2 0,11-1 5 0,-3 1-1 15,8-2-2-15,-4-1 0 0,5-1-6 0,3 1 2 16,-1 1-1-16,6 0 1 0,0 2 1 0,2-1 0 16,3 1-5-16,7 0 3 0,-3 0 2 0,8 0-7 15,-3 2 5-15,1 0-5 0,4-2 3 0,-8 2-2 16,0 0 5-16,-5 0-5 0,-6 0-3 0,-4 0 3 15,-4 0 0-15,-3 2 4 0,2 0-1 0,-2 0-6 0,-2-2 3 16,0 2-2-16,-4 0 1 0,-1-1 1 0,-1 3-3 16,-1-2 2-16,-1 2 2 0,-3-2 7 0,-2-1-6 15,-2 1 6-15,-2-2-10 0,1 0 6 0,-3 0-1 16,-3 0 3-16,-1 0 0 0,1 0 0 0,0 0 2 0,-2 0-1 16,0 0-1-16,-1 0-7 0,-1 0-2 0,0 0-1 15,-1-2-15-15,-1 1 3 0,0 1 1 0,-26-10 0 16,-2 3 0-16,-5 1-2 0,-2 3 6 0,-2 1-2 15,-2 0 9-15,-5 2-4 0,-1 0 3 0,-8 0-1 16,-3 0 5-16,-3 2-1 0,-6 0 1 0,2-2 1 16,-2 0 9-16,4 0-6 0,4-2-1 0,7 2-1 0,1 0 7 15,3 0-7-15,2 0 6 0,1 0-7 0,-1 0 0 16,-1 0 5-16,-3 0-3 0,6 0 5 0,-1 0 0 16,4 0-3-16,6 0 1 0,3 0-1 0,3 0 5 15,6 0-6-15,1 0 4 0,5 0-6 0,6 0 5 16,4 0-1-16,5 0-3 0,-2 0 1 0,1 0-1 0,1 0-2 15,0 0 0-15,2 0-1 0,0 0 0 0,2 0 1 16,1-2 3-16,23-4-2 0,15 1 2 0,9 1 0 16,2 0-3-16,-3 1 2 0,3-3 0 0,-2-1-1 15,2-1 1-15,5 3-2 0,1 1 2 0,3 0 2 16,6 0 1-16,4 1-1 0,3-1-1 0,2 0 0 16,-2 1-3-16,-1 1 1 0,-5-2-7 0,-6 2 9 15,-5 0-4-15,-1 0 6 0,-4 2-6 0,-2 0 0 0,-4 0 6 16,-1-1-5-16,-2 1 1 0,-1 0-2 0,-3 0 1 15,-7 0 1-15,-4 0 2 0,-8 0-2 0,-1 0 2 16,-4 0 0-16,-10 0 3 0,-1 0 4 0,0 0-3 16,-1 0 3-16,1 0-7 0,-2 0-14 0,0 0-2 15,-2 0-4-15,-2 0 2 0,0 0-5 0,-20-2 2 0,-23 0-4 16,1 2-3-16,-5 0 3 0,-1 0-2 0,-4 4 2 16,-3 3 2-16,-1 0 15 0,-5-1-2 0,-2 0 6 15,-9-3-1-15,-8-1 1 0,2 4 4 0,-3-4-1 16,7 1-1-16,7 3 6 0,0-4-8 0,10 0 8 15,1-1-8-15,3 1 4 0,-5-2 1 0,-1 0 0 16,3 0 4-16,1 0-6 0,7 0 4 0,7 0-4 0,-2 0 1 16,10 0 7-16,4 0-2 0,10 0 4 0,4 0-2 15,6 0 1-15,6 0-4 0,1 0 1 0,2 0-12 0,-2 0-4 16,3 0-1-16,-1 0 0 0,2 0 5 0,2 0-6 16,-1 0 6-16,16 0-5 0,26-3 9 0,1-1-4 15,8-2 3-15,2 1-5 0,0-1 3 0,7-1 2 16,-3-1-2-16,-1 1 2 0,1 1-1 0,1 1 0 15,3 1 2-15,5-2-1 0,1 3 0 0,8-1 0 16,-3 0-1-16,3 1 1 0,-6-1 9 0,-10 0-12 16,-1 2 7-16,-10 2-8 0,-1 0 4 0,-4 0 5 15,-1 0-6-15,-8 0 4 0,-1 2-3 0,-6 0 0 16,-4 0 2-16,-4 0 0 0,-1 0 11 0,-6-1-11 0,-6 1 10 16,-3-2-9-16,0 2 9 0,-1-2-10 0,-1 0 1 15,-2 0-3-15,0 0-9 0,-2 0 5 0,-1 0 0 16,-31 6 2-16,-1-1 0 0,-4 1 2 0,-4-1-2 0,2 1 2 15,-7 0-8-15,-2-1 4 0,-4 1 3 16,-5-1 0-16,-1 1 4 0,-5-1-3 0,0 1 0 0,-2-4-1 16,4 0 1-16,8-2 0 0,3 0 1 0,5 2 0 15,3-1 0-15,3 1-1 0,4 0-1 0,0 0 0 16,-1-2 1-16,3 0 0 0,-2 2-1 0,2-2 1 16,7 0 1-16,7 0 0 0,1 0 1 0,11 0-1 15,-1 0-1-15,1 0 1 0,5 0-3 0,1 0 2 16,-1 0-13-16,2 0 10 0,0 2 2 0,2 0 1 0,0-1 2 15,2 1-11-15,17 4 2 0,20 1-3 0,0-3 10 16,3 0-5-16,3-4 0 0,3 0 0 0,1 0 5 16,4 0 0-16,7 0 0 0,7 0-1 0,11-2-3 0,5 0 6 15,3-2-1-15,-1-1 2 0,-5 1-1 0,0 0-2 16,0-1 2-16,-1-1-2 0,5 1 0 0,1-1-24 16,4 4-27-16,-1 0-11 0,-5 0-198 0</inkml:trace>
  <inkml:trace contextRef="#ctx1" brushRef="#br0" timeOffset="83737.9">7015 13940 28 0,'0'0'5'0,"0"0"5"0,0 0 14 0,0 0 6 16,0 0 8-16,0 0 0 0,-2-2-3 0,0 0 0 15,0 0-1-15,1 0 5 0,-1 0-6 0,0 0 8 16,0 1-8-16,0-1 6 0,0 0 3 0,0 0-11 0,1 0 8 16,-1 0-13-16,-2 0 1 0,0 1 2 0,2 1-3 15,-7-2-1-15,0 0-10 0,0 0 9 0,-1 0-8 16,1 0 12-16,-2 0-4 0,0 1-6 0,1 1 2 15,-1 0-1-15,0 0-1 0,-6 0 6 0,6 0-5 16,-2 1 3-16,2 1-9 0,2 0 3 0,-2 0-5 16,1 0 0-16,-3 2-4 0,4-1 0 0,-2 1 0 15,-2 2 7-15,2-3-3 0,3 1-6 0,-1 0 2 0,4-1-3 16,-1 1 0-16,0 0 2 0,-1 9-4 0,3 2-8 16,-3-2 6-16,-2 2-1 0,3 1 2 0,-7 1 6 15,7 2-9-15,-1-3 3 0,-2 1-5 0,7 2 4 16,0-1 3-16,-11 1-3 0,2 5 1 0,3-2-4 0,3 2 6 15,1 4-3-15,4 0 3 0,0 0-10 0,2 2 7 16,4 1 1-16,1 1 2 0,2-3-8 0,2-1 5 16,2 0-6-16,-1-6 7 0,1 1 1 0,-10-1-1 15,18-4 5-15,-3 3-5 0,3-4 3 0,-5-3-2 16,1 3-2-16,2-4 2 0,-3 2-2 0,1 2 1 16,2-4-2-16,-4-2 1 0,-1-2-5 0,1 2 5 0,0 0-2 15,0-1 3-15,0-1 6 0,0 0-6 0,1-1 4 16,-1-3-4-16,-2 1 7 0,0-2-1 0,2-1 2 15,-2-1-3-15,2 9-2 0,-2-3 2 0,0-3-3 16,2-1 3-16,2-2 9 0,1-2-11 0,1-2 10 16,7-4-10-16,-4-1 12 0,2-4-10 0,6-4 1 15,-4 2-5-15,5-6-2 0,-1 18 6 0,-2-24 0 0,-2-2 2 16,-2-3 2-16,4 4-7 0,-2-4 1 0,-8-5-2 16,3 1 4-16,-6 1-3 0,0 1-3 0,-1-1 2 15,-2 1 2-15,-1-1-4 0,-6-6 2 0,3 9-2 16,-5-3 6-16,3 1 1 0,-2 1 1 0,-2 1-1 15,-1-1-3-15,1 1-3 0,17 0 1 0,-10 2-2 16,-5 2 2-16,-4 2 9 0,0 2-6 0,-2 3 5 0,-4 1-13 16,1 1 6-16,-3 0 1 0,3 4 2 0,-4-2 1 15,-1 2-7-15,3 0 4 0,-14 0-4 0,1 2 1 16,3 4 6-16,-3-4-6 0,-1 1 7 0,-10 1-5 0,-1 2-2 16,6 1 6-16,-3-12-5 0,10 8-2 0,-3 3 5 15,-4 1-6-15,0 4 6 0,0 2-8 0,0 4 3 16,0 4-4-16,0 1 4 0,0 2-4 0,2 2 2 15,-2-11-1-15,2 22 0 0,-2 2-2 0,1 0 0 16,3 2 4-16,2 2-2 0,1 1 2 0,2 1-14 16,4 1-12-16,0 2-6 0,4 3-80 0,4 1-122 15</inkml:trace>
  <inkml:trace contextRef="#ctx1" brushRef="#br0" timeOffset="87596.9">13098 14404 139 0,'0'0'8'0,"0"0"-3"0,0-2 2 16,0 0-5-16,1 0-35 0,1 0-14 0</inkml:trace>
  <inkml:trace contextRef="#ctx1" brushRef="#br0" timeOffset="88177">13322 14042 153 0,'0'0'34'0,"0"-2"58"15,-2 0-50-15,1 0-8 0,-1 0 3 0,0-1-4 16,-2-1 4-16,-1 2-12 0,-7-5 0 0,1 1-5 16,2-1-4-16,-2 1 0 0,0 0-3 0,0-1 1 15,1 1-5-15,1 3 2 0,-2-3 3 0,0 1-2 16,0-1-3-16,-1 2 4 0,-1 1-5 0,0 1 4 16,0-2-7-16,2 2 9 0,-2 0-5 0,0-7 6 0,-3 0-8 15,-3-1 2-15,-3 5 1 0,-1 1-1 0,-6 2-2 16,1 2-1-16,-4 4 6 0,3 0-3 0,5 1 13 15,-8 3-9-15,-3 1-6 0,-1 2 0 0,3 0-10 16,0 2 7-16,7 0-2 0,-2 2 3 0,0 2-6 0,2 0 1 16,2-14 4-16,3 18-2 0,1 3 1 0,3 0-3 15,0 2 0-15,4 6 0 0,0-1-2 0,2 4-4 16,2 4 5-16,0-3-4 0,1 1 8 0,3 2-5 16,-3-6-1-16,5 2-1 0,1 3 3 0,0-3 0 15,0-4 1-15,-17 1 0 0,8-6 0 0,4 2 0 16,5-2 1-16,2 0 1 0,0 0-2 0,0 0 0 15,4 0 0-15,1 2 0 0,3-2 3 0,1 0 0 16,0-2-3-16,4 2 2 0,0-4 6 0,2-1-4 0,-6 3-2 16,19-2-1-16,-2 0 0 0,8-1 3 0,-1-3 5 15,2-3-4-15,8 2-6 0,0-4 7 0,0-4-5 16,-3-2 7-16,-2-3-10 0,1 18 4 0,-4-10 3 16,-2-11 0-16,1-1 4 0,-3-5-3 0,1-4-2 0,3-4 2 15,-2-2-4-15,1-2 1 0,1-3-3 0,0 18 2 16,-1-24-2-16,-3-2 0 0,1 2 4 0,0-2-1 15,1 0 8-15,6-3-4 0,0-3-3 0,-6 1 1 16,-5-2-9-16,0-1 12 0,-4 1-4 0,4-2 8 16,-6-6-10-16,-7-5-1 0,-6-6 6 0,19-9-4 0,-13-4 13 15,-13 4-12-15,-6-2-2 0,-5 7-2 0,-6 5 0 16,-9 2-7-16,15 3-4 0,-41 9-6 0,-4 6-59 16,-2 9-182-16</inkml:trace>
  <inkml:trace contextRef="#ctx1" brushRef="#br0" timeOffset="93075.38">8478 12822 9 0,'0'0'7'0,"0"-2"7"0,-2 0 3 0,0 0-1 0,0 0-3 16,-1 1-10-16,-1-1-3 0,-5-4 3 0,-2-1-3 15,-2-1 3-15,-2-1-7 0,2 2 7 0,-2-3-5 16,0 1 13-16,2 2-7 0,-2-3-4 0,6 5 0 16,-2-3 11-16,2 3 21 0,1-1 7 0,-1-1 2 15,3 3 14-15,1 2-16 0,-3-3-4 0,1-3-5 0,-2 3-11 16,3-1-4-16,-3 0 0 0,5 1-1 0,-2-1 10 15,-3 3-15-15,7-1 5 0,-3 2-10 0,-6-2 6 16,3-1-6-16,-9-6 4 0,6 5-6 0,8 6 2 0,-9-4-4 16,5 4 2-16,-6 0-2 0,-2 0 0 0,6 0-2 15,-2 2-2-15,0 0 3 0,-1 0 11 0,-2 2-14 16,-1-1 7-16,2 3-10 0,0-1 7 0,2 1-2 16,-2 1-3-16,1 1 3 0,-1 1 6 0,-1-7-3 15,-1 11 0-15,-2-2-2 0,2 6-2 0,0-6 3 16,2 4-1-16,2-2 1 0,-2-2 3 0,4 4-3 15,-2-4 7-15,0 4-7 0,0 0-3 0,-2-2 2 16,0 3-4-16,0 1 5 0,0 0 8 0,0 1-7 0,-2-1-1 16,0 2-2-16,0-1 2 0,2-1 0 0,-6 0 2 15,5-4-3-15,-5 2-1 0,0-2 4 0,1 1 4 16,-1 1-1-16,3 0-1 0,1 2-10 0,0-2 6 16,-2 3-5-16,0 1 7 0,4-1 5 0,0 1-8 15,8 1 7-15,-4 1-3 0,-1-3-7 0,-1 3 4 0,2-1-5 16,-2 1 6-16,-2 1-1 0,3 2 3 0,3 0-2 15,-2 2 11-15,1 0-5 0,5 2 4 0,-3-2-4 16,0 0 4-16,-10 0-3 0,1 4-6 0,4 3 2 16,3-3-9-16,3 1 9 0,1 1-2 0,2-8 4 15,2 2-10-15,0-4 7 0,0-1-4 0,-2-1 3 16,2 4-9-16,0-3 7 0,0-1-2 0,2 1 2 0,2-3 0 16,1 1 6-16,1-3 1 0,0 3 2 0,1-2-5 15,0-1 1-15,5 1 7 0,-1 0-3 0,4 3 9 16,-14-3-6-16,14 2-6 0,4 1 3 0,1-3-3 0,4 1 3 15,1 3-7-15,-3-1 5 0,-2 1-10 0,3-5 9 16,1 5 0-16,-4-3 2 0,1 5-8 0,1-3 9 16,0 4-4-16,2-5 5 0,2 1-12 0,0 0 6 15,2-5 0-15,2 2 2 0,1-4-8 0,1 0 5 16,1 2-2-16,6 0 4 0,0-2 1 0,6-4-6 16,1-2 4-16,4 1-5 0,-1-1-1 0,-3 1 1 15,2-1 1-15,-7-3 0 0,0 0 11 0,-6-1-4 16,1 18-3-16,-3-8 0 0,2-4-4 0,1 0-3 15,-3-3 5-15,2-2-2 0,1-3-2 0,1-1 3 0,2 0-1 16,3 0 3-16,3-1-5 0,3-3 7 0,-1-2-5 16,-3 1 5-16,3-3-1 0,-5 1 0 0,-1-1 4 15,-2 1-4-15,-5-2 3 0,-5-2-4 0,3-2 5 16,-6 0-3-16,0-2 9 0,0-2 1 0,-2 13-3 0,0-14 1 16,2-1-9-16,-4-3 4 0,3 1-7 0,-3 1 6 15,-2-6-1-15,3 2-6 0,-3-6 5 0,2 2-5 16,1 1 4-16,-5-1 0 0,4-2 2 0,-3 0-1 15,0 2 0-15,-3-1-5 0,-5 1 0 0,6 2-1 16,-4 0 6-16,-2 2-2 0,2 0 2 0,-9-2-2 16,3 0-2-16,12-2 5 0,-6 2-5 0,-4 0 5 15,-1-4-11-15,-3-2 9 0,-1-5-7 0,-4 0 7 0,-2 2-6 16,-5-4 2-16,-1 0 5 0,-3-2-2 0,-4-2-1 16,0 4 1-16,-1 0 1 0,-1 2-2 0,0 4 2 15,-1-2-2-15,-1-1 0 0,1 3 0 0,-1 1-3 0,0 4 1 16,3 2-2-16,14-1 2 0,-19 1 5 0,1-2-4 15,-2-2 6-15,-1 0-5 0,1-1 4 0,0-6-4 16,0 3-3-16,-1-3 0 0,1 0 1 0,-2 5-4 16,2-3 6-16,-4 2-3 0,-6-4 9 0,4 3-8 15,-5 1 5-15,-6 1-5 0,5 8 0 0,-10-2 1 16,1 4-3-16,2 3 3 0,-7-1 6 0,3 1-10 16,1 1 6-16,5 1-6 0,4 2 12 0,-1 0-9 15,1 2 2-15,-2 4-4 0,-2 0 3 0,4 3 0 0,-1 1-1 16,-1 1 0-16,-4 2-4 0,-3-22 4 0,-6 9 0 15,1 9 3-15,-1 5-3 0,0 1-1 0,4 3-5 16,-4 3 3-16,3 3-4 0,6 0-3 0,2 3 2 0,0 2-4 16,6 1-5-16,-1 2 7 0,3 0-1 15,-1 1 2-15,3 1 2 0,-1-17 3 0,2 18-4 0,0 2 3 16,-1 1-3-16,1 1 4 0,-6 0 3 0,1 2-2 16,-2-4 9-16,-1 0-3 0,10 4-3 0,-2-1-1 15,-1 4-6-15,3-3 2 0,-6-2 5 0,6 1-2 16,9-3 7-16,-1 6-10 0,3 1 5 0,4 1-7 15,0 2 5-15,3-1 2 0,3 1-4 0,-3 1 4 16,3 2-3-16,-18 6-6 0,9 0 6 0,6 4-5 0,6 1 9 16,2 4-1-16,4 2-2 0,4 6 1 0,1-1-3 15,2-1-3-15,4 4 6 0,0-7-5 0,3-2 6 0,4-5-12 16,-18-5 2-16,28-2-4 0,-1-4 9 0,-1 4-10 16,9-4 5-16,0 2-7 0,2 2 0 0,0-1-23 15,-6-1 1-15,-2-2-11 0,3 0-20 0,-1 1-7 16</inkml:trace>
  <inkml:trace contextRef="#ctx1" brushRef="#br0" timeOffset="95329.14">5881 12426 10 0,'0'0'17'0,"0"0"-3"0,-2-1-9 0,0-1 12 15,0 0-15-15,0 0 18 0,0 0-9 0,0-2-1 16,2 3-3-16,-3-7-3 0,-1 1-2 0,0-1 0 16,2 3-1-16,1-1 4 0,-1 1 6 0,-2-1 2 15,0 0 2-15,1 1 22 0,-1-1-3 0,0 1-2 0,0-1-2 16,3 1-15-16,-3-1 3 0,0 0 1 0,2 3-1 15,-1-3 2-15,1 2 0 0,0 1-1 0,-2-3 0 16,0 1-6-16,3-1 3 0,-9-1-5 0,1 3 3 16,-2-4-9-16,2 7 6 0,-3-3 3 0,3-4-1 15,-2 3-2-15,-2-3-4 0,2 3 1 0,-2-3-1 16,0 5 1-16,0-3-5 0,2 2-1 0,-6 1 0 16,4-3 0-16,-2 2 1 0,0 3-1 0,0-5 1 15,1-5 3-15,1 3-3 0,-2 1 2 0,0 1-2 0,2 3-3 16,2 1 0-16,-4 0 0 0,2 0-1 0,0 2 0 0,2 0-4 15,-2 0 5-15,2 0-4 0,-4 0 12 0,0 0-6 16,-2 0-2-16,2 0 0 0,-1 2-6 0,-1 0 11 16,-5 2-5-16,1-1 6 0,-1 1-7 0,-4 2-5 15,6-1 6-15,-6 3-3 0,7-1 14 0,-3 0-12 16,1 3 4-16,-3 1-6 0,-6 0 11 0,4 0-5 16,0 0-3-16,4-1 0 0,2-1-10 0,-3 0 10 15,1 2 0-15,0 0 3 0,3-1 4 0,3-1-1 0,-3 2 1 16,4 0-3-16,-2-5-7 0,3 12 8 15,-1 1-3-15,-4 1 6 0,2 3-11 0,1 1 8 0,-1 5-4 16,0 3 6-16,2 1-12 0,-1 8 2 0,-1 0-1 16,0 4 2-16,3 3 3 0,-7-5-1 0,4 5 3 15,-1-3-3-15,1-5 0 0,6 1 3 0,-2-5-5 16,-4-7 5-16,1 3-4 0,-1-4 1 0,-4 3 3 0,8-1-2 16,2 1-1-16,0 3 0 0,2-1 1 0,1 3 1 15,-1-1 6-15,5 4-3 0,-18 0-2 0,7 5 2 16,6 5 3-16,5-3-4 0,2 2-2 0,1-3 0 15,1-4 5-15,1 0-7 0,5-1 2 0,1-1-4 16,3-3 1-16,-3-3 1 0,1-1 4 0,3 1-2 16,0 1-2-16,2-1 3 0,2 2-4 0,-2 1 4 15,2 1-1-15,-1 0-5 0,3 0 5 0,4 4-4 0,-1-2 8 16,0 2-3-16,-1-4 0 0,-2-8-2 0,-1-1 3 16,-14 0 7-16,26-2-3 0,2-2 3 0,1 2-1 0,3-5-9 15,1-5 3-15,2 3-4 0,8 0 8 0,1-5-1 16,6 3-1-16,2-2-2 0,0-4-7 0,2 0 2 15,-6 0 1-15,-2 1 2 0,-3-1 8 0,-1 0-13 16,-1 2 8-16,-1-4-9 0,-1 0 9 0,0-3-4 16,4 1 4-16,1 1-3 0,4-1 8 0,4-1-10 15,0-2-2-15,9-3-2 0,-5 1 3 0,1 26 1 16,2-15 0-16,-11-11 3 0,1-2 3 0,-7-2-8 16,-3-2 2-16,4-3-4 0,-1 0 12 0,3-5-5 0,1-1 1 15,4-1-3-15,5-5 6 0,5-1-3 0,-3-1 4 16,-1-1-5-16,-6-2-1 0,-6 16-2 0,-3-27 0 15,-6-8-1-15,-4 1-1 0,-3-7 5 0,-2-1 1 16,-2-5 3-16,-4 1 5 0,0 0-7 0,-3-2 6 0,-2 0-7 16,-4-1-2-16,-2-3 5 0,-2-1-7 0,-5-11 8 15,1-4 9-15,29-17-10 0,-23-9 6 0,-11 0-8 16,-2-4 6-16,-5 9 5 0,-3 4 1 0,-3-1 2 16,-3-8 3-16,-5-10 9 0,-3-3 1 0,-2 4 2 15,-4 7 1-15,-3 11-23 0,22 11 2 0,-45 6-9 16,-7 2 1-16,-9-4-4 0,-8 3-2 0,-6-1-4 15,1 8-34-15,0 8-63 0,-1 8-44 0</inkml:trace>
  <inkml:trace contextRef="#ctx1" brushRef="#br0" timeOffset="106703.1">4869 14355 8 0,'1'0'0'0,"1"-1"0"0,0-1 6 0,0 0-4 15,0 0 2-15,0 0 5 0,0 0-1 0,-1 0 24 16,1 1-1-16,0-1 6 0,0 0 3 0,0 0 3 15,0 0-2-15,0 0 3 0,-1 1-4 0,1-1 1 0,0 0-2 16,0 0 1-16,0 0-8 0,-2 0 3 0,0 0-3 16,0 1 1-16,0-1-3 0,0 0-8 0,0 0 11 15,0 0-10-15,0 0 2 0,-2 0-2 0,0 1-7 16,0-1 5-16,0 0-2 0,1 0-5 0,-1 0 5 0,0 0-5 16,0 0-4-16,0 1 6 0,0 1-1 0,0 0 5 15,1-2 0-15,-1 2-4 0,0 0-3 0,0 0 1 16,0 0-8-16,0 0 3 0,0 0-1 0,1 0 2 15,-1 0 0-15,0 0-9 0,0 2 6 0,0-1-7 16,0 1 8-16,0 2-8 0,1 0 2 0,-1-1-1 16,-6 16 2-16,3-4-2 0,-1 3-1 0,2 5 1 15,3 1 5-15,-1 4-5 0,2-2 2 0,-2 1-3 16,2-1-8-16,0-1 11 0,0 1-6 0,0-2 7 0,0 0-5 16,0-2 1-16,2-1 4 0,0-3-3 0,1 1 3 15,1-3-8-15,0 1 4 0,1 2-4 0,1-1 14 0,1 1-8 16,1-1-1-16,-1-1-1 0,1 0 0 0,1 0 4 15,2-1 0-15,0 1 1 0,0-2-5 0,-7-2 6 16,15 2-1-16,-3-4 2 0,-1 0 2 0,9 2-9 16,-3-4 5-16,-6-1-5 0,3-1 8 0,-5-1-3 15,-2-1 0-15,8 3 0 0,-6-5 1 0,0 1-2 16,0 2 0-16,-8-3-1 0,3 3 1 0,-3-2-2 16,-3 1-1-16,4-1 0 0,-4 0 3 0,0-1-4 15,-1 1 1-15,-1-2-2 0,4 2-3 0,0-1-17 0,0 1-4 16,-3 0-6-16,1-2-38 0,0-1-16 0,0 1-20 15,0 0-7-15,0 0-145 0</inkml:trace>
  <inkml:trace contextRef="#ctx1" brushRef="#br0" timeOffset="110644.66">11276 14335 188 0,'0'0'0'0,"0"-2"5"0,-2 0 54 0,0 1-10 0,1-1 4 15,-3 0-18-15,2 0 0 0,0 0-14 0,0 0 6 16,0 0-9-16,1 1 2 0,-1-1-1 0,0 0 1 0,0 0-1 15,0 0 1-15,0 0 3 0,0 0-2 0,2 1 2 16,0-1-5-16,0 0-2 0,0 0 3 0,2 0-2 16,0 0 1-16,0 0 0 0,0 1-4 0,0-1 3 15,0 0-3-15,-1 0 0 0,1 0-1 0,2 2 1 16,0 0 3-16,-2 0 4 0,7 0-2 0,-7 0 1 16,1 2-6-16,1 0 4 0,0 2-2 0,3 5 1 15,1 4-5-15,1 7-4 0,-3-3 4 0,-3 1-5 16,1 5 3-16,-2-1 4 0,-2 2-1 0,-2-3 3 15,-4-3-1-15,1 1-2 0,-3-3-1 0,-3 3 1 0,0 0 1 16,7-5-1-16,-18 1-1 0,0 0-1 0,1-2-7 0,-6 2 5 16,1-4-7-16,3 0 5 0,-1 0-2 0,2 1 1 15,1-1 3-15,-1 0-4 0,0-2-8 0,-2-1 5 16,2 1 2-16,-3-4 1 0,5 3-5 0,-2-1 5 16,-1 1-5-16,3-1 7 0,0 1-7 0,-1-1 3 15,1-1-3-15,-3-1 2 0,-1 1-2 0,-2-1 0 16,0-1 0-16,-3 0-1 0,-1-1 1 0,-5 1 3 15,-1 0-3-15,5 0 3 0,-10-1-4 0,4-1 4 16,0 2-3-16,-2-2 5 0,5 18-3 0,3-7 2 16,-3-5 0-16,6-3-1 0,1-3-6 0,1-2 4 0,1 0 2 15,5 0 1-15,0 0-4 0,-1 0 0 0,1 0 1 16,1-2 1-16,1 0 1 0,5 0-2 0,-4 1-4 16,2-1 2-16,-2 0 3 0,1 0-2 0,-3 0 1 15,0 0-2-15,-1 0 1 0,-2-1 3 0,-6-1-1 16,0 2 1-16,-2 0-4 0,4 2 1 0,2 0-3 15,-2 0 2-15,2 0-6 0,-4 2 7 0,2 2 1 0,0 0 2 16,-3 1-1-16,3 3-2 0,-2 1 1 0,7-2-1 16,1 3-5-16,-1-1 5 0,3 0-1 0,-3 2 3 15,3 0-5-15,-1 1 2 0,1 1 1 0,3-4 0 16,-2 2 8-16,2-7-8 0,2 10-1 0,2 1-4 16,-2 2 2-16,4 3 4 0,-4-3 2 0,2 2 0 0,1-3-1 15,1-3-3-15,2 4-1 0,-1-4-1 0,3-2 0 16,-3-1 8-16,3-1-2 0,1-4 3 0,0 3-11 0,-1-1 2 15,3-3 0-15,0 0 3 0,2-2 4 0,-2 1-6 16,0 1-3-16,2-2-2 0,-2 2-17 0,1-1-30 16,1-1-9-16,-2 4-11 0,0 1-58 0,2-5-121 15</inkml:trace>
  <inkml:trace contextRef="#ctx1" brushRef="#br0" timeOffset="111077.66">9323 14929 468 0,'-2'-2'54'0,"0"1"103"15,0-1-144-15,0 0 3 0,-1 0-12 0,-1-2 8 16,2 1-9-16,0 1-2 0,0-2 6 0,1 2-6 15,-1 0 0-15,0 0 1 0,0 1-4 0,0-1 2 16,0 0 1-16,0 0-2 0,1 0 1 0,-1 0 0 16,0 2 3-16,0 0 13 0,0 0 2 0,0 0 3 15,0 2 6-15,1 0-7 0,-1 0-3 0,0 2-1 0,-6 9-6 16,-3 5 2-16,0 3 2 0,0 1-2 0,0 4 0 16,0 0 4-16,0 2-3 0,1-1 3 0,3-2-12 15,-2 4 6-15,1-6-1 0,1-3 4 0,-1 4 1 0,1-3 0 16,-1 1-4-16,3 0 2 0,1-1-8 0,0-3 2 15,3-1 0-15,-1-6 1 0,-2 4 3 0,2-4-6 16,0 0 4-16,2 0-5 0,0-5 4 0,0-1-1 16,0-1 4-16,0 0-2 0,2 1 4 0,2-1 0 15,3 2 0-15,6 1 0 0,4-1 0 0,0-4 1 16,3-2-2-16,2-4 2 0,1-4-4 0,3-5-4 16,0-1 1-16,3 12-1 0,1-19 1 0,-2 3-9 0,0-3 5 15,-2 5-4-15,-6 1 6 0,-1 5-2 0,-1 1-4 16,-6 2 1-16,1 5-12 0,-4-6-41 0,-5 7-20 15,-1-1-18-15,1 0-165 0</inkml:trace>
  <inkml:trace contextRef="#ctx1" brushRef="#br0" timeOffset="115388.2">21334 14487 32 0,'0'0'0'0,"0"0"3"0,0 0 37 0,0 0-3 16,-2 0 6-16,0 0-12 0,0 0-6 0,1 0-4 0,-1-2 0 15,0 1 1-15,0-1-9 0,0 0-1 0,0 0-1 16,2 0 0-16,0 0-2 0,0 0 0 0,0 1-1 15,0-1 2-15,0 0 3 0,0 0 1 0,0 0 0 16,0 0 0-16,0 0-8 0,0 1 0 0,0-1 0 0,0 0 0 16,0 0-1-16,0 0 5 0,0 0 1 0,0 0 1 15,0 1-1-15,0-1 10 0,0 0-9 0,0 0 8 16,0 0-13-16,0 0 14 0,0 0-4 0,0 2 6 16,0 0-6-16,0 0-2 0,0 0 0 0,0 0-1 15,0 0 7-15,0 0 1 0,0 0 0 0,0 0-2 16,0-1 2-16,-2-1 1 0,1 0-2 0,-1 0 2 0,0 0 2 15,0 0 1-15,0 0 2 0,0 1-3 0,0-1-10 16,1 0 6-16,-1 0-7 0,0 0 6 0,0 2-6 16,0 0-7-16,0 0 7 0,0 0-8 0,1 0 5 0,-1 0-1 15,0 0-8-15,0 0 5 0,0 0-5 0,0 0 3 16,0 0 0-16,1 2-1 0,-1 0-1 0,0 0-1 16,0 0 2-16,0-1-2 0,0 1-6 0,0 2 3 15,1 0 1-15,-3 3 1 0,-4 10 6 0,3 0-5 16,1-4-3-16,0 3 1 0,3-3-3 0,1 2 3 15,0 0 1-15,0 2 1 0,0-2 0 0,0 1-1 16,1-1 0-16,3 2-1 0,2 0-2 0,-1-1 7 16,3 3-7-16,-1-1 6 0,-1-1-6 0,-1 0-1 15,3 1 3-15,-1-1-1 0,1 2 4 0,-1-3-2 0,0 1 5 16,3 0-5-16,1 0 0 0,0-1 2 0,0 1-9 16,0-2 6-16,-9 0 0 0,13-2 1 0,0-2 2 15,0 0-1-15,0 0 0 0,-2 0-1 0,1 0 4 0,1-1-5 16,0 3-4-16,2-2 2 0,-2 0 0 0,1 0 2 15,-1-2 1-15,0 2 1 0,-2 1 1 0,2-3 1 16,-2 2 0-16,0 0-5 0,0 0 2 0,2-1-2 16,-2 1 8-16,-2-8-2 0,0 1-1 0,0 2 0 15,-1-1 5-15,-1-1-8 0,0-2 1 0,0 0-2 16,-1 3 2-16,-1 1 10 0,3-1-5 0,-1 1 4 16,2 0-15-16,-2-3 5 0,-7-3 4 0,4 2 1 15,-3 0 4-15,1 0-9 0,2 0 1 0,-4-2-2 0,5 3 4 0,-3-1-4 16,-1 0 4-16,1 0-4 0,0 0 3 15,-2 0 7-15,-1 0-10 0,1-2 8 0,0 0-9 16,0 0-3-16,0 1 8 0,0 1-7 0,0 0-6 0,-1 0-31 16,-1 0-18-16,0 0-3 0,0-2-64 0,-1 0-82 15,-1 2-45-15</inkml:trace>
  <inkml:trace contextRef="#ctx1" brushRef="#br0" timeOffset="115949.32">21503 15271 54 0,'0'0'30'16,"0"0"-6"-16,-2 0 39 0,0 0 4 0,0 0-2 15,1 0-5-15,-1 0 0 0,0 0-3 0,0 0 2 16,0 0-16-16,0 0 2 0,0-2 1 0,1 0-1 16,-1 0 0-16,0 0-7 0,0 1-1 0,0-1-2 0,0 0-9 15,2 0 13-15,0 0-6 0,0 0 8 0,0 0-22 16,0 1 9-16,0-1-9 0,0 0 7 0,0 0-16 16,0 0 6-16,0 2-5 0,0 0 4 0,0 0-6 0,0 0-8 15,2 0 8-15,0 0-9 0,0 0 8 0,0 0-1 16,0 2-3-16,-1 0 2 0,1 0-5 0,2 0 4 15,0-1-1-15,-1 1 1 0,1-2-3 0,5 4 2 16,3 0-1-16,-1-1 2 0,0 1 3 0,0 0-9 16,-2-2 5-16,2 1-5 0,1 1 7 0,-1 0-4 15,2 0-1-15,2-1 0 0,-2-1-2 0,1 0 6 16,-1 0-5-16,0 0 5 0,-1 0-6 0,-1-1-2 16,0 1 7-16,0-2-4 0,0 0 4 0,-2 0 5 0,1 0-8 15,-3 0 6-15,-1 0-10 0,-1-2 8 0,-1 2-2 16,-2 0 4-16,0 0-5 0,1-3-2 0,1-1 2 15,-2 0-2-15,4-5 12 0,1-6-12 0,-3 4 7 16,-1-4-8-16,1-3 4 0,-2 5-3 0,0-2 0 16,-2 0 0-16,0 2 8 0,0-2-6 0,0-4 0 0,-2 1-1 15,2 5 0-15,-2-4-1 0,0 2 0 0,0 0 0 16,-1-3 1-16,-1 3 0 0,0 0 1 0,1 0 0 16,-1 2 1-16,0 0-2 0,0 2-1 0,1 2 0 15,-1 0-5-15,2 1-37 0,0 1-29 0,0 1-21 16,2 3-278-16</inkml:trace>
  <inkml:trace contextRef="#ctx1" brushRef="#br0" timeOffset="119993.62">26108 15297 204 0,'0'0'30'0,"0"0"5"15,0 0 19-15,-2 0 10 0,0 0-19 0,0 0-14 0,2 0-3 16,0 0-11-16,0 0 9 0,-2 0-5 0,2 0-14 16,-2 0 13-16,1 0-14 0,-1 0 3 0,0 0 17 15,0 0-5-15,0 0 11 0,0 0 1 0,0 0-2 16,1 0 1-16,-1 0-1 0,0 0 5 0,0 0-6 16,0 0 1-16,0 0-2 0,0 0-4 0,1-2-5 15,-1 0-6-15,0 0 0 0,0 0-6 0,0 1 3 16,0-1 0-16,0 0 0 0,2 0-6 0,0 0 3 0,0-2 2 15,0 3-1-15,-1-11-6 0,1 5 1 0,0-4-3 16,0 0 4-16,1 0 1 0,1-6-2 0,0 8 2 16,2-4-3-16,0 1 2 0,-1 1 3 0,3-4-5 15,-1 2 4-15,1-1-5 0,1-1-3 0,-3 5 3 0,2-1-2 16,1-2 10-16,1 0-10 0,-1 0 5 0,2-2-6 16,-7 2 10-16,13-1-4 0,0-3 0 0,5-2-1 15,3-1 5-15,-1 1-2 0,0 1 3 0,2-3-2 16,0 5 1-16,4-1-9 0,2 2 3 0,-2 2-3 15,0-2 8-15,1 2-7 0,1 0-1 0,-2 0 0 16,2 2 0-16,-12 2 6 0,6 0-6 0,0 3 4 16,-7-1-4-16,5-1 0 0,-9-1 3 0,0 3-3 0,2 3 4 15,-11-1-3-15,0 2 3 0,1 0-4 0,-1 0 0 16,2-1 0-16,-1-1-1 0,-1 2 1 0,-2 2 2 0,0 0-2 16,-1 0 5-16,3-2-4 0,0 0 1 0,0 0-2 15,-1 1-2-15,-1-1 1 0,0 0 4 0,0 0-3 16,0 0-2-16,0 0-2 0,-1 0-8 0,1 1-20 15,0 1-4-15,-2 0-8 0,0 0-36 0,0 0-81 16,0 0-20-16</inkml:trace>
  <inkml:trace contextRef="#ctx1" brushRef="#br0" timeOffset="120467.92">26603 14591 279 0,'-1'0'32'0,"-1"0"-3"0,0 0 25 0,-2 0 2 0,-5 0-2 15,-2 0 6-15,-4-2-9 0,4 2-3 0,5 0-3 16,-3 0-19-16,3 0-9 0,-5 0 3 0,4 0-3 16,1 0 11-16,-3 0-4 0,3 0 5 0,-3 0-4 15,3 0 4-15,1 0-2 0,1 0-1 0,0 0 1 16,1 0-7-16,-1 0 4 0,0 0-7 0,1 0 6 15,-1 0-11-15,0 0-3 0,0 0 2 0,3 0-2 0,-1 0-2 16,0 0-5-16,0 0 1 0,0 0-2 0,0 0 0 16,0 0 0-16,1 0 1 0,-1 0 0 0,2 0 12 0,0 2-4 15,0-2 2-15,2 0-3 0,-1 0 3 0,1 0-9 16,24 2-1-16,0-2-1 0,-2 0 5 0,4 2-5 16,-4-2 5-16,1 0-6 0,2 2 4 0,3 0-4 15,-4-2 1-15,-2 0-1 0,-1 0 1 0,-1 0 1 16,-2 0-1-16,-3 0 3 0,3 0-1 0,-7 0 0 15,0 0-3-15,-3 0 1 0,-3 0-4 0,1 0 3 16,-3 0 0-16,1 0 3 0,-3 0 6 0,1 0-9 16,0 0 4-16,-2 0-4 0,1 2 6 0,1-1-2 15,0 1-2-15,0 0 1 0,-3 0-1 0,1 0 1 0,0 0 0 16,0 0-1-16,0 1-1 0,0-1 1 0,0 2 2 16,-2 0-1-16,0-1-3 0,0 1 5 0,0 0-4 15,0-1 7-15,0 1-2 0,-2 0 2 0,2 0-1 16,-4 7 0-16,-2 0-6 0,-1 2 4 0,0 0 0 0,5 2 1 15,-17 1-4-15,1 5-6 0,-8 1-6 0,9 2-2 16,0 0-44-16,-1 6-209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8.666"/>
    </inkml:context>
    <inkml:brush xml:id="br0">
      <inkml:brushProperty name="width" value="0.05" units="cm"/>
      <inkml:brushProperty name="height" value="0.05" units="cm"/>
      <inkml:brushProperty name="color" value="#FF0066"/>
    </inkml:brush>
  </inkml:definitions>
  <inkml:trace contextRef="#ctx0" brushRef="#br0">26 10 1840 0 0,'0'0'232'0'0,"-25"0"2938"0"0,119 3-3080 0 0,-50-1-559 0 0,0-1 1 0 0,0-3 0 0 0,58-9-1 0 0,-85 8-556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9.594"/>
    </inkml:context>
    <inkml:brush xml:id="br0">
      <inkml:brushProperty name="width" value="0.05" units="cm"/>
      <inkml:brushProperty name="height" value="0.05" units="cm"/>
      <inkml:brushProperty name="color" value="#FF0066"/>
    </inkml:brush>
  </inkml:definitions>
  <inkml:trace contextRef="#ctx0" brushRef="#br0">1 19 960 0 0,'0'0'3700'0'0,"10"0"-2999"0"0,32-5-454 0 0,159-9 305 0 0,-177 14-2083 0 0,-22 0 783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241"/>
    </inkml:context>
    <inkml:brush xml:id="br0">
      <inkml:brushProperty name="width" value="0.05" units="cm"/>
      <inkml:brushProperty name="height" value="0.05" units="cm"/>
      <inkml:brushProperty name="color" value="#FF0066"/>
    </inkml:brush>
  </inkml:definitions>
  <inkml:trace contextRef="#ctx0" brushRef="#br0">14 0 2232 0 0,'0'0'718'0'0,"-6"2"1851"0"0,-1 0-5846 0 0,7-1 2629 0 0,2 4-476 0 0,4-5 5140 0 0,-3 0-1767 0 0,-2 0-2251 0 0,19 72-876 0 0,-17-62-768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571"/>
    </inkml:context>
    <inkml:brush xml:id="br0">
      <inkml:brushProperty name="width" value="0.05" units="cm"/>
      <inkml:brushProperty name="height" value="0.05" units="cm"/>
      <inkml:brushProperty name="color" value="#FF0066"/>
    </inkml:brush>
  </inkml:definitions>
  <inkml:trace contextRef="#ctx0" brushRef="#br0">33 0 5473 0 0,'-2'0'3457'0'0,"0"0"-3209"0"0,1 0-184 0 0,-1 0-56 0 0,0 0-16 0 0,1 2-56 0 0,1 0-168 0 0,-2-1-48 0 0,0 3-64 0 0,1 4-312 0 0,-5 8-329 0 0,3-3 1 0 0,0 1-144 0 0,-2-1-312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902"/>
    </inkml:context>
    <inkml:brush xml:id="br0">
      <inkml:brushProperty name="width" value="0.05" units="cm"/>
      <inkml:brushProperty name="height" value="0.05" units="cm"/>
      <inkml:brushProperty name="color" value="#FF0066"/>
    </inkml:brush>
  </inkml:definitions>
  <inkml:trace contextRef="#ctx0" brushRef="#br0">22 1 5521 0 0,'0'0'160'0'0,"-1"0"-232"0"0,-1 2-40 0 0,0-1 32 0 0,2 1-264 0 0,-1 1-112 0 0,-1 1-168 0 0,2 1-1433 0 0</inkml:trace>
  <inkml:trace contextRef="#ctx0" brushRef="#br0" timeOffset="1">2 519 4377 0 0,'0'0'344'0'0,"0"2"-440"0"0,0-1-72 0 0,0 3-104 0 0,0 1-192 0 0,-2 15-400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15.298"/>
    </inkml:context>
    <inkml:brush xml:id="br0">
      <inkml:brushProperty name="width" value="0.05" units="cm"/>
      <inkml:brushProperty name="height" value="0.05" units="cm"/>
      <inkml:brushProperty name="color" value="#FF0066"/>
    </inkml:brush>
  </inkml:definitions>
  <inkml:trace contextRef="#ctx0" brushRef="#br0">13 53 6289 0 0,'-12'-4'1857'0'0,"19"-36"409"0"0,-1 31-5335 0 0</inkml:trace>
</inkml:ink>
</file>

<file path=ppt/ink/ink103.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27:15.079"/>
    </inkml:context>
    <inkml:brush xml:id="br0">
      <inkml:brushProperty name="width" value="0.05292" units="cm"/>
      <inkml:brushProperty name="height" value="0.05292" units="cm"/>
      <inkml:brushProperty name="color" value="#FF0000"/>
    </inkml:brush>
    <inkml:context xml:id="ctx1">
      <inkml:inkSource xml:id="inkSrc6">
        <inkml:traceFormat>
          <inkml:channel name="X" type="integer" max="3200" units="cm"/>
          <inkml:channel name="Y" type="integer" max="1200" units="cm"/>
          <inkml:channel name="T" type="integer" max="2.14748E9" units="dev"/>
        </inkml:traceFormat>
        <inkml:channelProperties>
          <inkml:channelProperty channel="X" name="resolution" value="111.11111" units="1/cm"/>
          <inkml:channelProperty channel="Y" name="resolution" value="66.66666" units="1/cm"/>
          <inkml:channelProperty channel="T" name="resolution" value="1" units="1/dev"/>
        </inkml:channelProperties>
      </inkml:inkSource>
      <inkml:timestamp xml:id="ts1" timeString="2023-06-16T04:27:46.552"/>
    </inkml:context>
  </inkml:definitions>
  <inkml:trace contextRef="#ctx0" brushRef="#br0">6391 6320 256 0,'0'0'-59'0,"0"0"39"0,0 0-8 16,-2 0 4-16,0 0 53 0,1 1-4 0,-1 1-5 16,-2 0 0-16,0 0-3 0,-1-2-7 0,-6 2 17 15,1-2-2-15,-1 0 8 0,2 0 8 0,1 0-12 0,-1 0 9 16,4 0-10-16,-1 0 5 0,2 0 9 0,2 0-5 16,-1 0 7-16,-1 0-16 0,0-2-3 0,2 0-8 15,1 0 3-15,-1 0-12 0,0 1-3 0,0-1 2 16,0 0-2-16,0 2 5 0,2 0-10 0,0 0 5 15,0 0-6-15,0 0 2 0,2 0 8 0,0-2-7 0,0 0 7 16,2 0-3-16,9-1-1 0,7-1 1 0,2-2-2 16,6 1 2-16,4 1-3 0,7-2 5 0,5-1-4 15,1 1 5-15,5 1-1 0,-2-1 0 0,8 1 0 16,-2-1 2-16,1 1-8 0,-6-1 3 0,-7 2-3 16,1 2 4-16,-6 1-7 0,0 1-1 0,-5 0 0 15,0 0 10-15,-6 0-6 0,0 0-2 0,-4 0-1 16,0 0 2-16,-3 1-2 0,-1 3 3 0,1-2-4 15,-8-2 5-15,4 0 0 0,-10 0 0 0,-3 0-1 0,2 0-4 16,0 0 2-16,-1 0-3 0,1 0 3 0,0 0-1 16,-1 0-5-16,-1 0 6 0,0 0-2 0,0 0 5 0,-2 0 0 15,0 0-3-15,0 0 1 0,-2 0-1 0,0 0-4 16,0 0 7-16,-18-2-4 0,0 0 0 0,-4-1 2 16,-2-1-5-16,-4-2 4 0,2 3-3 0,-2 1-2 15,-3 0 1-15,1 0 0 0,1 0 4 0,-5 2-2 16,5 0 4-16,-6 0-2 0,0 0 9 0,-1-2-2 15,1-1-5-15,4 1 3 0,1-2-5 0,3 0 4 16,-1 2 5-16,2 1-2 0,4 1 1 0,5 0 3 0,3-2-1 16,3 0 3-16,3 0 3 0,7 2-1 0,-1-2 1 15,0 0-1-15,2 0-4 0,1 2 4 0,-1 0-7 16,2 0 5-16,2 0-8 0,-1 0-5 0,12 0 5 16,21 0-4-16,3 0 8 0,0-1-2 0,8-3-5 0,-1 0 3 15,4 0-4-15,3 1 1 0,-1 1 0 16,4-4 0-16,-2 1 1 0,3-1-2 0,-1-1 5 0,2 1-5 15,-1 4-5-15,-3 2 4 0,-9 0-4 0,-8 0 5 16,-9 0 5-16,-7 0-8 0,0 2 2 0,-10 0-4 16,-5-2 7-16,-3 0-2 0,3 2 4 0,0 0-4 15,-2 0-1-15,0-1 2 0,-2 1-1 0,0 0 2 16,-2 0-13-16,-4 0 10 0,-25 7-7 0,1-3 8 0,0-1-1 16,0-1-8-16,-1 0 9 0,-1-2-7 0,-1-1 5 15,1 1-4-15,-3-2-3 0,0 0 2 0,0 2-3 16,-3-2 3-16,3 0-1 0,-2 0 2 0,-8 0 3 0,6-4 1 15,-3 1 1-15,3-1 0 0,7 0 2 0,-3 1-2 16,0-3 1-16,5 0 0 0,-4 1 9 0,7 1-5 16,8 2 0-16,-3 0-2 0,9 2-3 0,2-1 1 15,-4-1-2-15,9 2 1 0,3 0 4 0,-1 0-2 16,2 0 4-16,0 0-4 0,0 2 6 0,2-1-3 16,2 1 2-16,0 0-3 0,11 2 2 0,19 1-6 15,14 3 2-15,0-4-3 0,1-3 1 0,5-1-2 16,-6 0 2-16,2 0 0 0,4-1 7 0,-1-3-11 0,2 0 4 15,1 0-6-15,-2 3 6 0,-3-1 1 0,-5 0-1 16,-5 2 1-16,-6 0-2 0,-10 0 1 0,-8 2 0 16,-6-2 1-16,-4 0-4 0,-1 2 6 0,0-2 0 15,-2 0 4-15,0 0 6 0,-2 0-12 0,-2 0 4 16,-2 1-6-16,-18 3-1 0,-14 0 0 0,-4-2 2 0,4-2-1 16,-1 0 0-16,0 2-2 0,0 3 0 0,0 1-1 15,3 3-13-15,5 0-175 0,-1 2-70 0</inkml:trace>
  <inkml:trace contextRef="#ctx0" brushRef="#br0" timeOffset="1986.7">8801 6819 38 0,'0'0'12'0,"0"0"11"0,-2 0-4 0,0 0-12 15,1 0 7-15,-3 0-8 0,0 0 8 0,-1 0 5 0,-7 0 1 16,-1 0 5-16,2 0 7 0,-2 0-2 0,0 0-1 15,-2 0 1-15,1 0 5 0,1 0-17 0,-2 0 8 16,2 0-10-16,0 0 6 0,2 0 2 0,-2 0-3 16,3 0 2-16,1 0-5 0,2 0 3 0,-3 0-4 15,5 0 3-15,-1 0-12 0,2 0 1 0,3 0 1 16,-1 0 2-16,-2 2 7 0,0-2-6 0,1 0 5 0,1 0-5 16,0 0 8-16,0 0 2 0,0 2-2 0,2 0 1 15,0-1-15-15,2 1 6 0,0-2-4 0,2 2 4 16,7 0-4-16,13 2-9 0,-2-2 2 0,4-1-2 15,2 1 6-15,4 0-1 0,3 2-5 0,6-2 4 16,5 0 2-16,10-2-5 0,1-2 1 0,10-2-3 16,2-2-3-16,1 1 7 0,1-1-1 0,-2 1 2 15,1 1-4-15,1 2 2 0,-1 0-1 0,8 2 0 0,-3 0 2 16,1 0-6-16,-6 2 4 0,-8 0-4 0,-5 0 6 16,-12 0 3-16,-3 0-6 0,-4-1 3 0,-3 1-12 0,-2 0 13 15,-1 0-4-15,1 0 7 0,-1 0-12 0,-4-2 7 16,-2 0-2-16,0 0 3 0,-6 0-6 0,-1 0 3 15,-1 0 1-15,-7 0 1 0,-1 0 2 0,-1 0-4 16,0 0 1-16,2 0-1 0,-7 0 0 0,0 0 6 16,-1 0-2-16,1 0 4 0,0 0-8 0,0 0 6 15,-3 0-3-15,1 0 4 0,0 0-9 0,0 0 2 16,-2 0 0-16,0 0 1 0,0 0 1 0,-2 0 1 16,0 0-7-16,-1 0 4 0,-1 0 1 0,-13 2-6 15,4-2 4-15,-7 1-6 0,-1 1 6 0,-1 0-6 0,-4 2 3 16,0 0-5-16,-2-1 3 0,0-1-2 0,-3 0 7 15,-3 0-4-15,1 0 10 0,-2 0-7 0,-4-2-1 16,0 0-1-16,-8 0 7 0,3 0-4 0,-8 0 1 16,-6-2 0-16,4 0 11 0,-3-2-11 0,1 0 0 15,2 3-5-15,2-1 1 0,2 0 10 0,0 2-5 0,0 0 6 16,0 0-10-16,1 2-2 0,-3 0 5 0,0-2-3 16,6 0 6-16,0 0-1 0,7 0 0 0,5 0 0 15,-1 0 2-15,7 0-5 0,0 0 1 0,12 0-3 16,-1 0 4-16,8 0 0 0,-1 0 0 0,5 0 0 15,1 0 5-15,2 0-5 0,-2 0 4 0,1 0-3 16,1 0 3-16,0 0 4 0,0 0-8 0,2 0 6 0,2 0-3 16,0 1-7-16,0-1 5 0,22 6-5 0,9 0 3 15,6-1-2-15,0-1 1 0,6 0-2 0,1-3 7 0,3 1-2 16,2-2-2-16,1 0-1 0,2-3-4 0,4-1 5 16,5 0 2-16,9 2 0 0,3 0 2 0,6 2-1 15,5-1-2-15,-3-3 0 0,-1 2-8 0,-10 0 9 16,-3 0-5-16,-4 0 7 0,-2 2-6 0,-1 0 5 15,1 0 1-15,2 0 1 0,-8 0-13 0,-5 0 11 16,-7 0-4-16,-12 0 6 0,1 2-4 0,-8-2-2 16,-2 2 2-16,-4 0 0 0,-9 0 11 0,-3-2-12 15,-6 0 7-15,1 0-7 0,1 0 15 0,0 0-7 0,-2 0 2 16,-1 0-4-16,1 0 1 0,-2 0-3 0,-2 0-3 16,1 0 1-16,-16 0-2 0,-20 0 2 0,-4 0-5 15,-2 2 3-15,-3 0-11 0,-6-1 0 0,-4 1 9 16,-1 0-5-16,-1-2 10 0,2 0-5 0,-1 2-5 0,-6-2 0 15,-6 0 1-15,-7 0 7 0,-8 0 2 0,-1 0 0 16,5-2-1-16,4 2-4 0,7-2 0 0,4-1-2 16,2-1 0-16,5 0 3 0,-3 2 5 0,-2-1-3 15,2-1 3-15,0 0-6 0,3 0 1 0,13 3-1 16,3-1 5-16,6 0 1 0,9 0-4 0,1 2 3 16,7 0 2-16,6 0-6 0,0 0 4 0,7 0-5 15,1 0 2-15,3 0-5 0,-2 0-1 0,1 0 1 16,1 0 11-16,0 0-2 0,2 2 1 0,0 0-2 0,2 0 0 15,11 1-5-15,22 7 2 0,11-1-1 0,6-2 8 16,12-1-6-16,4-2 5 0,3-3-6 0,1-1 3 0,6-1-5 16,6-3 2-16,14 2-3 0,10-2 12 0,14 1-10 15,1-3-2-15,-1 0-4 0,-1 3-4 0,5 3-35 16,10 0-11-16,1 2-18 0,-1 3-131 0</inkml:trace>
  <inkml:trace contextRef="#ctx0" brushRef="#br0" timeOffset="17480.93">21442 5317 256 0,'0'0'-45'16,"0"-2"40"-16,0 0 12 0,0-3 3 0,3-14 44 15,1 6-12-15,0 0-27 0,1 0 12 0,-1 2-13 16,0 0 8-16,1-2-7 0,-1 4 1 0,-2 1-2 15,0 1 1-15,0-1 3 0,-2 5-3 0,0-1 3 16,0 2-12-16,2-2 4 0,-1 1-1 0,1-1 4 0,0 0-1 16,-2 2-9-16,0 0-3 0,0 1 1 0,0-1 5 15,0 2-2-15,0 2 0 0,0-1-3 0,0 3 0 16,0 15-1-16,0 7 3 0,-2 7-3 0,-1 2 3 0,1-3-2 16,0 0 0-16,0-5-1 0,2-1 5 0,0-3 1 15,0-3-3-15,0-3 2 0,0-4 1 0,2 2 8 16,0-8 11-16,0-1-3 0,-1-3 29 0,3 1-7 15,4 2 0-15,8 3-3 0,3-4-11 0,5-3-14 16,0-2 2-16,4-3-4 0,2-5 4 0,1-5-4 16,5-4-1-16,3-3-1 0,5 16-3 0,2-23-2 15,12-5 0-15,-2-5-1 0,-2 2-2 0,5-3-5 16,-9 3-1-16,2 5-2 0,-4 1-5 0,-5 3-36 16,-4 2-24-16,-5 7-18 0,-7 4-202 0</inkml:trace>
  <inkml:trace contextRef="#ctx0" brushRef="#br0" timeOffset="18628.46">21496 8117 134 0,'0'0'51'0,"0"0"-42"16,0-2 56-16,0 0-20 0,0 0-6 0,0 0-17 15,0 1 4-15,0-1-9 0,0 0-6 0,0 0-1 16,0 0 0-16,0 0 0 0,0 0 0 0,0 1 1 15,0-1-1-15,0 0 2 0,0 0 1 0,0 0 1 16,0 0 0-16,0 0 0 0,0 1-4 0,0 1 3 0,0 0-4 16,0 0 3-16,0 0-3 0,0 1 5 0,0 1-6 15,0 0 3-15,-2 2-11 0,2-2 2 0,-6 11 4 16,1 0-2-16,-1 3-2 0,0-1-1 0,1 0-1 16,-1 0 0-16,3 0 1 0,-1-2 4 0,2 0 3 0,0-2 1 15,2-2 20-15,0 1 9 0,0-3 1 0,0-1 2 16,0-1-4-16,0 1-4 0,2-1-4 0,-2-1-1 15,2 0-16-15,2-1-1 0,-1 1 2 0,8 4-1 16,8-1 3-16,5-3-3 0,0-4-2 0,6-4-1 16,3-7-7-16,6-4 12 0,4-5-8 0,7-5 9 15,12 24-6-15,6-29 3 0,8-2-3 0,6-5 0 16,-6-4-6-16,6-7-24 0,-4-2-16 0,0-11-16 0,2 3-155 16</inkml:trace>
  <inkml:trace contextRef="#ctx0" brushRef="#br0" timeOffset="21538.53">11590 8290 36 0,'0'0'0'0,"0"0"4"0,0-2 47 0,0 0-1 16,0 0 7-16,0 0-11 0,0 0-2 0,0 0-17 16,0 1 1-16,0-1-5 0,0 0 4 0,0 0 1 0,0 0-1 15,0 0-3-15,0 0-15 0,0 1-5 0,0-1 1 16,0 2-2-16,0 0 3 0,0 0-2 0,-2 2-3 15,0-1 1-15,0 3-3 0,-1 13 9 0,-5 7-3 16,1 4 4-16,1-4-4 0,1 2-4 0,1-2 9 16,2-3-7-16,0 1 15 0,2-7 16 0,0-2 4 0,0-2 6 15,0-6 22-15,0-1-9 0,2 0-3 0,4 0-5 16,22 3-30-16,7-7-9 0,7-13 0 0,14-11-3 16,5 18-5-16,17-31-2 0,6-6-2 0,9 1-1 15,-4-3-8-15,-4 1-38 0,-1 3-12 0,-8 0-20 16,-2 2-147-16</inkml:trace>
  <inkml:trace contextRef="#ctx0" brushRef="#br0" timeOffset="28047.46">24390 3928 15 0,'0'0'8'0,"0"0"0"0,-2-2 15 0,0 0 12 16,1 1 2-16,-1-1 5 0,0 0-10 0,0 0-2 15,0-2 0-15,-2 1-1 0,4 1-5 0,-7-8 1 16,1 3-3-16,-3-6 0 0,9 11 1 0,-3-5-5 16,1 3 4-16,2 2-5 0,-2-2-3 0,0-3 0 0,0-2-3 15,2 5-8-15,0-3 2 0,0 3 5 0,0 0-2 16,0-3 8-16,0 5-6 0,4-2-1 0,1 0-1 16,16-9 4-16,-5 6-1 0,5 0-2 0,-1 3 0 15,-3 0-9-15,2 2 3 0,-1 0 1 0,-1 2 1 16,3 0-1-16,-5 0-2 0,2 0-2 0,0 2 1 0,-3 0 2 15,1 2-3-15,0 0 2 0,-2-1-1 0,0 3 5 16,-2-1 0-16,2 1 2 0,-2 1-2 0,1-5 2 16,-1 8-5-16,-2 4 0 0,2-4-2 0,0-3 3 15,0 4 6-15,-1-5 1 0,-1 3 0 0,0 2-13 0,1-3 10 16,-3 1-6-16,-1-2 7 0,-1 1-9 0,-1-1 6 16,0 1 3-16,-1 1-1 0,-1-3-5 0,4 1 8 15,-1 2-7-15,-1-1 8 0,0-1-5 0,-1 2-1 16,-1 1-4-16,0 1 3 0,-2-2-5 0,0 4 7 15,-2-2 4-15,-1 2-1 0,-3 4-4 0,0-2-4 16,-3 2 1-16,0-1 1 0,-4 3 6 0,0-1-10 16,0 1 0-16,-2 1-2 0,2 1 5 0,-2-1 1 15,-2 4-1-15,4-3 0 0,12-1 2 0,-12 4-8 0,1 0 4 16,1 1-4-16,0 1 2 0,0-2 5 0,-2 0-3 16,4 6 5-16,-4-3-6 0,0 3-1 0,3 2 1 15,-4-4-1-15,2 3 1 0,1 1 5 0,0-6-5 16,-2 3 4-16,-4-6-5 0,3 1 2 0,-1 0 2 0,-2 0 0 15,8 0-10-15,-2-2 7 0,3 1 0 0,3-1 1 16,-1 0-1-16,-3 2 7 0,3 1-10 0,-11-1 8 16,6 0-4-16,4 2-1 0,3 0 11 0,1-2-9 15,3 0 11-15,0 2-8 0,0-4 5 0,3 8-4 16,5-4 4-16,1 0 1 0,0-4-7 0,2 1 5 16,2-1-12-16,2 0 9 0,2 2-5 0,-2-3 6 15,-13-6-10-15,16-2 6 0,3 5-3 0,-3-7 5 0,1 4-3 16,-3-7 2-16,1-5 1 0,0 1-3 0,1 3-7 15,-1-3 8-15,2 2-2 0,-3-1 6 0,3 1-8 16,0-2 1-16,-1 9 1 0,3-2 2 0,-3-4 8 0,1-1-11 16,-1-4 3-16,3-1-5 0,-1-1 1 0,-1 0 2 15,1 0-1-15,-5-1 2 0,2-1-2 0,-6-2 4 16,0 0-4-16,-4 2 4 0,1-1-2 0,-1-1-1 16,-3 2 2-16,2-2-2 0,-5 4 7 0,1-3-7 15,0-5 5-15,6-3-6 0,-5 4 8 0,1-3-6 16,-4 9 4-16,0-3-4 0,0 2 0 0,0-2 2 15,-2 1-4-15,-2 1 5 0,-5-2-8 0,-9-3 2 16,1 5 2-16,-4 0 0 0,1 2 4 0,-2 0 0 0,1 2-3 16,1 1 2-16,-1 5-2 0,3-1-2 0,-1 3 0 15,3-1-1-15,1 0 7 0,0 2-6 0,0-3 2 16,0 8-3-16,0 1-4 0,0 2 5 0,1-3 0 16,1 3 2-16,0-2 0 0,-2-1-5 0,0 3 0 0,0 1-1 15,4 1 8-15,0 1 0 0,3 2-4 0,-5 0 0 16,-2 1-11-16,6 1 13 0,-4 0-1 0,9 1 4 15,1 5-8-15,-5 0 4 0,-1 3-2 0,2 2 2 16,1 2 0-16,0 4 2 0,1-3-3 0,-3 1 2 16,-1 0-4-16,4-4 2 0,1 2-2 0,0-2 2 15,0-7 3-15,-1 0-4 0,-3 0 1 0,3-3-2 0,-1 5 1 16,-3 0-2-16,-2 1 4 0,4 2-2 0,5 4 0 16,-21 0 4-16,12 4-8 0,4 1 6 0,5 3-9 15,0 5 6-15,6 2 3 0,1-2 0 0,3 3 1 16,-3-4-4-16,-1-5 3 0,0-3-2 0,0-4 6 0,-1-4-3 15,3 0-3-15,-1-1 1 0,1-1 0 0,-1 2-5 16,1 1 5-16,1 3-4 0,3 5-1 0,-1 1 9 16,4 7-8-16,-2 2 7 0,0 3-5 0,0 3 0 15,-1-1 1-15,-1-1-1 0,2-3 4 0,0-1-6 16,0-6 4-16,1-5-5 0,-3-6 6 0,2 4 4 16,0-2-5-16,0 0 3 0,0 2-3 0,2 2-1 15,2 1 3-15,-2 1-5 0,2 5-3 0,-2 2 11 16,0 0-7-16,0 0 9 0,-2-6-5 0,0 1-7 0,1-3 6 15,-1-5-5-15,0 2 7 0,-2-6-3 0,-1-1 0 16,-1-3-2-16,0 3 3 0,-1-3 1 0,-2 5-1 16,-1-1 1-16,-1-2-2 0,0 4-2 0,-2-1 2 15,0-1-4-15,0 4 4 0,-2-6 4 0,0 3-1 0,-1 3 1 16,-1-8-10-16,-2 4 11 0,1 1-4 0,-3-8 7 16,1 1-14-16,0-3 6 0,-3-2 0 0,1-1 2 15,-2-3 6-15,0-1-4 0,0-4 0 0,1 1-1 16,-12-1-8-16,-6-2-3 0,-2 0-7 0,-5 2-4 15,-4 0-90-15</inkml:trace>
  <inkml:trace contextRef="#ctx1" brushRef="#br0">24063 9747 0</inkml:trace>
  <inkml:trace contextRef="#ctx0" brushRef="#br0" timeOffset="42000.84">17483 14849 31 0,'0'0'0'0,"0"0"1"15,0 0 21-15,0-1 7 0,0-1 7 0,2 0 4 16,0 0 1-16,0 0-1 0,0 0-2 0,-1 0 1 0,1 1-2 16,0-1 13-16,2-2 1 0,0 0 5 0,-3 1 18 15,1 1-5-15,0 0-5 0,0 0-2 0,0 0-28 0,0 0 1 16,0 0 5-16,-1 1-3 0,1-1 6 0,0 0-2 16,0 0-4-16,0 0 1 0,-2 0-10 0,0 0-1 15,0 1-4-15,0-1 1 0,0 2-5 0,0 0 3 16,0 0-2-16,0 0 1 0,0 0-6 0,0 0 11 15,0 2-4-15,0-1 5 0,-2 1-10 0,0 0 10 16,0 2-4-16,0 0 4 0,2-1-9 0,-3 7 0 16,-1 1 5-16,2-2-5 0,0 0-6 0,0 1 0 15,2-5-7-15,0 3 5 0,0-1-8 0,0-1 1 16,0-1-2-16,0-1 2 0,0-2-4 0,0 1 8 0,0-1-3 16,2 2 4-16,0 0-6 0,0-1 0 0,0-1 3 15,2 0-2-15,-3-2 6 0,12 4-6 0,0-2 1 16,2-2-1-16,4-2 3 0,3-4 0 0,0-1-2 0,6-4 1 15,2-4-4-15,0-2 8 0,5 15 0 0,6-26 2 16,3-1 0-16,12-3-1 0,4-5-2 0,14-6-2 16,6-9-13-16,9-11 3 0,4-11-6 0,-2-10 5 15,3-3-22-15,1-2-18 0,9 2-4 0,15 5-5 16,7 4-19-16,-3 6-68 0,-8 1-20 0,-13 0-34 16,-8-1-211-16</inkml:trace>
  <inkml:trace contextRef="#ctx0" brushRef="#br0" timeOffset="51634.24">15920 13540 5 0</inkml:trace>
  <inkml:trace contextRef="#ctx0" brushRef="#br0" timeOffset="51873.08">15888 13514 10 0,'0'0'-1'0,"-2"0"0"0,1 0 2 16,-1 0-1-16,0 0 3 0,0 0 6 0,0 2-5 15,0-2 9-15,0 0-7 0,1 0 6 0,-1 2 5 16,0 0 0-16,-2 0 5 0,0-2 16 0,1 0-9 16,-1 0 3-16,-2 0-5 0,1 0 1 0,1 0 4 15,0 0-5-15,1 0 4 0,1 0-17 0,-2 0 1 0,-1 0-3 16,-3 0 2-16,4 0-14 0,1 0 4 0,-1 0 2 15,0 0 0-15,1 0 0 0,-1 0-1 0,0 0-5 16,0 0 2-16,1-2 1 0,-1 0-5 0,0 0 2 0,1 0-4 16,-1 1 8-16,0-1-5 0,2 2 5 0,-5-2-5 15,-4-2 2-15,5 2-2 0,-1-1-1 0,1 1 1 16,1 0 7-16,-3 0-8 0,1 0-1 0,1 0-4 16,-3 0 3-16,1 1-19 0,-1-1 0 0,4 2-10 15,-3 0-14-15,1 0-9 0,-3 0-6 0</inkml:trace>
  <inkml:trace contextRef="#ctx0" brushRef="#br0" timeOffset="80389.64">15840 13436 4 0,'0'0'0'0,"0"0"11"0,0 0 2 15,0 0 6-15,0 0-1 0,0 0-9 0,0 0-3 0,0 0-5 16,0 0 1-16,0 0-2 0,0 0 0 0,0-1-7 16,0-1 8-16,0 0-5 0,0 0 17 0,0 0-15 15,0 0-1-15,0 0-4 0,0 1 9 0,0-1-7 16,0 0 8-16,-2 0-6 0,0 0 11 0,0 0-4 15,-1 0 3-15,-1 1-1 0,-3-1 19 0,-1 0 11 0,1 2-7 16,-1 0 7-16,3 0-2 0,-3 0-14 0,3 0 9 16,-1 0-12-16,-3-2 2 0,1 0-6 0,1 0 2 15,0 0-3-15,3 2-8 0,-2-1 5 0,3 1-5 16,-5-2 6-16,4 2-11 0,-3-4 6 0,1 2-7 16,-3-3 7-16,0-1-7 0,1 2 0 0,-1-1 4 0,2 1-2 15,-3-2 0-15,-1 1 0 0,0 1 1 0,0 0 0 16,-2 1 0-16,2-1 6 0,0 2-10 0,-2 0 8 15,0 0-2-15,0 1-4 0,0-1 1 0,-2 2-2 16,0 0 4-16,0 0 1 0,-2 0 4 0,1 0-4 16,1 0 6-16,0 0-7 0,0 2-1 0,4-1-1 15,-2 1 7-15,0 0-6 0,0 2 5 0,-4 0-6 0,3-1 0 16,-1 3 3-16,-2 1 0 0,0 1 2 0,-3-1 1 16,1 1-6-16,1 1 6 0,-1 0-6 0,2 0 10 15,1 1-3-15,1-3-2 0,-4 4 0 0,1-1-4 16,1-1-1-16,-5 2 1 0,7-4-1 0,-4 3 0 0,3-3 3 15,6-3 4-15,-5 3 1 0,1 1-5 0,1-3 6 16,-6 5-8-16,6-5 10 0,2 1-1 0,-2 1 3 16,2-1-1-16,0 1 1 0,1-1 3 0,3-1-10 15,-1 1 6-15,3-1-9 0,-3 3-4 0,3 1-1 16,-1 6 1-16,1-6 1 0,1 2 9 0,0 4-10 16,-1-5 0-16,3 4-4 0,-4-1 8 0,3 0-7 15,-1 0 9-15,-2 4-9 0,1 3 5 0,-1-3 2 16,3 2-7-16,-3-1 6 0,2 1-2 0,1 1 0 0,-1 1-1 15,0-1 0-15,0 4-1 0,1-1 4 0,1-1 1 16,0 0 0-16,-15 2-4 0,6-1-5 0,4 1 6 16,3-2-5-16,2-3 10 0,2 1-5 0,0 0 0 0,2 1-1 15,4 1-4-15,-1-3 4 0,3 3-3 0,1 0 4 16,0 2 6-16,2 2-8 0,0 0 3 0,1-3-5 16,-1 1 4-16,2 2-1 0,0-2 2 0,0 2-1 15,1 2 0-15,-2-8 5 0,-11 6-5 0,20-4 4 16,-4-1-7-16,3 1 4 0,4-5-1 0,2 0 2 15,2-1-2-15,0 1-2 0,-2 0 3 0,-6-2-4 16,14 1-1-16,-8-1 1 0,-2-2 2 0,7 2 1 0,-8-2 3 16,6 0-1-16,-1 2-2 0,-4-2 0 15,2 2-3-15,-3-4-3 0,3 0 2 0,0 0 0 0,0 0 4 16,2-1-7-16,1-1-1 0,6 2-3 0,1-4 7 16,3 1-1-16,9-1-1 0,-7-1 0 0,5 1-3 0,-1-1 9 15,-6-1 0-15,11 1 1 0,-7 0-1 0,-1-3 2 16,-3 3 2-16,-7-2-1 0,-2-1-6 0,1 1 3 15,1-2-3-15,-4 0 4 0,3 16-1 0,-1-7 0 16,0-5 0-16,3-4 1 0,0-2 7 0,1-4-4 16,5-3-3-16,0-3-1 0,4-1-7 0,1-2 7 15,-5-2 1-15,2-1 1 0,-4-1 0 0,2 0-4 16,-2-1 5-16,-3 1-3 0,-3 0 3 0,-7 2 2 0,2-1-4 16,-9 5 4-16,2 5 2 0,-5-13-1 0,1-1-6 15,-2 0 4-15,0-3-1 0,-2-1 3 0,-1-2 5 16,-1 0-4-16,0-7 5 0,1-3 0 0,-3 1 1 15,0-9 0-15,1 3 7 0,-1-6 0 0,1-3 5 0,-1 4-4 16,1-2-1-16,-5 1-8 0,-1 3-6 0,20 3 3 16,-9-2-3-16,-7 2 7 0,-6 0-1 0,-2 0 1 15,-3 1-1-15,-7-5-3 0,-1-3-1 0,-1-6-1 16,-5 0 3-16,-1-5-2 0,-5 1 1 0,-1 4-2 16,17-3 1-16,-37 10-7 0,-8 3 2 0,-13 8-6 15,-9 5-6-15,-11 5-11 0,1 5-6 0,-1 8-3 16,3 6-39-16,1-26-82 0,-12 23-45 0</inkml:trace>
  <inkml:trace contextRef="#ctx0" brushRef="#br0" timeOffset="88811.42">6911 14900 32 0,'0'0'0'0,"-2"0"101"0,0-2 3 0,0 0 12 16,1 0-1-16,-3 0-98 0,2 2-2 0,-7-4-14 15,-4 1 7-15,3 1-7 0,3 0-2 0,-4 0 1 0,5 2-3 16,3 0 5-16,-9-2 6 0,9 2-7 0,-5-2 3 16,-1 1-4-16,2-1 2 0,3 2 1 0,0 0 8 15,2 0-4-15,-1-2 14 0,-1 0-3 0,0 0 2 0,0 0-1 16,1 0-2-16,-1 1-14 0,0-1 1 0,1 0-4 15,-1 0 9-15,2 0-5 0,0 0 1 0,0 0-3 16,0 2-3-16,1 0 14 0,-1 0-7 0,0 0 10 16,0 0-10-16,-2 0 4 0,2 0-2 0,-1 0 2 15,-1 0-5-15,0 0 4 0,1 0 7 0,-3 0-3 16,-3 0 6-16,-2 2 3 0,1 0-7 0,1 0 4 16,2 0-8-16,1-2 6 0,0 2-2 0,3-2 3 15,-5 2-11-15,6-2 0 0,-1 1 5 0,1-1-4 0,-4 4-1 16,3 0 7-16,-1 0-6 0,2-1 8 0,0 1-5 15,2 0 3-15,0-1-4 0,0 1 3 0,2 0-12 16,0 0 6-16,2-1 2 0,5 5 2 0,11 3 5 0,4 0-16 16,1-2 3-16,-1-3-4 0,5 1 6 0,-3-3 2 15,4 0-2-15,-2-1 1 0,2-1-1 0,-1 0-4 16,3 0 4-16,1-2-4 0,1 2 1 0,1 1-4 16,2 1-2-16,2 0 1 0,6-2 8 0,5 1-5 15,2 1 2-15,2 0-4 0,-2 0 6 0,0-3-4 16,-2 1 0-16,2 0-2 0,-4-2 3 0,-3 0 0 15,1 0 4-15,-3 0-4 0,3 0 10 0,1 0-6 16,-1 0 1-16,4 2-3 0,2 0 1 0,4 2-1 0,0-1 3 16,-3-1-2-16,1 0 2 0,-5 2-9 0,-1 1 5 15,-2 1-5-15,-7-1 2 0,-5 1 1 0,-3-2 0 16,-3-1 2-16,-2-1-2 0,0 0 2 0,-2 0-1 16,0 0 2-16,-1-2 1 0,-3 0-6 0,-1 0 3 0,-5 0-4 15,1 0 0-15,-4-2 9 0,-1 0-10 0,-1 0 9 16,-2 0-14-16,-1 1 4 0,0-1-2 0,-5 2 0 15,1 0-15-15,2-2-162 0,0 0 7 0</inkml:trace>
  <inkml:trace contextRef="#ctx0" brushRef="#br0" timeOffset="89558.72">8586 14651 106 0,'0'0'50'0,"0"0"-39"15,-2-2 57-15,0 0-22 0,0 0-4 0,0 0-16 0,0 0 2 16,1 1-6-16,-1-1 4 0,0 0 1 0,-2 0 0 15,0-2 1-15,1 2 4 0,-1-1-5 0,2 3 6 16,-3-4-5-16,1 2 6 0,-2-2-1 0,3 3-3 16,-1-1 2-16,0-2 6 0,0 0-4 0,1 1 0 0,-1-1-1 15,0 0 5-15,1 2-8 0,1 0 4 0,0 1-8 16,0-1-12-16,0 0 3 0,0 0-7 0,0 0 6 16,1 0-7-16,-1 2-3 0,0 0 5 0,0 0-4 15,0 0 0-15,0 2-2 0,0 0-3 0,1 0 1 16,-1 0-5-16,0 0 6 0,0-1-4 0,2 1 4 15,0 0-4-15,0 0 1 0,0 2 4 0,0-1-2 16,0 1 1-16,2 0-3 0,0 0-2 0,0-1 0 16,-1 1 3-16,1 2 0 0,2 1 3 0,2 0-4 0,-1 1-3 15,-1-1 2-15,5 1 0 0,0-1 1 0,1 2-3 16,1-1 5-16,0-1-4 0,-2-1 3 0,2 1-9 16,1 1 14-16,1-1-5 0,-2 2 8 0,0-1-13 15,0 1 5-15,2 0-4 0,0-1 4 0,4-1-6 0,-2 3 1 16,3-3 3-16,1 0-1 0,-4 3 2 0,1-1 1 15,5 0 0-15,-5 1 1 0,-1-1 2 0,2 0-8 16,-10 0 4-16,6 1-5 0,4-1 6 0,-6 0-2 16,2 2-2-16,-3-1 1 0,-1-3 1 0,-4 1 4 15,3-1-1-15,-4 0 0 0,1 1-4 0,3 1 0 16,-7-3 2-16,5-1 2 0,-4 3 9 0,0-5-5 16,1 3-5-16,1-1 3 0,-4-3 2 0,0 0-1 0,0 0 2 15,0 0-3-15,0 2-2 0,2 3 1 0,-2-1 2 16,0-3-2-16,0-1 2 0,0 0-1 0,0 5-3 15,0-1 2-15,0 1 0 0,0-1 1 0,-2-2 2 16,0-1-1-16,-7 5-4 0,-10-3 2 0,3 3 0 0,5 3 2 16,-6-2-1-16,0 4 2 0,2 4 1 0,-7-4 0 15,0-2 2-15,1 0-6 0,-1 2 2 0,0 2-1 16,1-2 14-16,-3 2-15 0,-2-4 11 0,2-2-11 16,0 4 7-16,0-1 29 0,1 6-14 0,1-3 19 15,0 0-19-15,1-4-10 0,1-4 1 0,1 3-5 16,1 1-10-16,1 2 5 0,-3-2-4 0,1 2 5 15,1-4-2-15,-6 1-6 0,3 3-2 0,1 1-5 0,-1 3-41 16,-1 5-352-16</inkml:trace>
  <inkml:trace contextRef="#ctx0" brushRef="#br0" timeOffset="96874.74">7026 7463 44 0,'-2'0'0'0,"0"-2"5"0,1 1 58 0,-3-1-11 16,-2 0 4-16,-5-4-28 0,-4-1-4 0,0 1-20 15,-1 1-1-15,-1-1-3 0,-2 2-1 0,3 3 3 16,-1 1 0-16,-9 0 2 0,-2 0-3 0,-3 1-3 15,-5 1 6-15,5 2-4 0,-5 2 12 0,1 1-12 16,2 0 1-16,1 1-2 0,3-1 16 0,4 1-9 0,-2 3 4 16,1 0-5-16,3-2 3 0,1 2-3 0,2 2-4 15,-1 2 1-15,3-9-3 0,1 14 12 0,0 1-2 16,2 1 5-16,0 2-5 0,1 2-5 0,2 4 8 16,1 0-7-16,0 1 3 0,2 6 11 0,1-7-6 15,3 7 8-15,-1-3-7 0,3-3 1 0,-1 3 0 0,-13-8 0 16,4 5-9-16,6-3 4 0,1 0-4 0,4-2 4 15,0 2-8-15,2 1 5 0,0 5 0 0,2-1 2 16,0 2-7-16,4 3 2 0,1-1-2 0,1 4 2 16,3 3 0-16,2 3-3 0,2 3 2 0,1 0-2 15,1 0 1-15,2 4 4 0,1-4-8 0,0 0 5 16,3-4-6-16,-21-3 6 0,27-2-3 0,8-4 3 16,1-2-2-16,6 3-4 0,-1-5 7 0,-2 0-6 0,5-1 4 15,-1-2 3-15,-1-1-7 0,-1-3 4 0,-4 0-6 16,-4-1 2-16,0-3 8 0,1-2-4 0,1-3 7 0,0 1 3 15,0-3-9-15,0-4 8 0,4 4 4 0,6-4 13 16,-1-3-1-16,4-1 1 0,2-5-27 0,0 22 7 16,2-14-6-16,-2-9 5 0,-2-2-7 0,-4-7-3 15,-5 1 6-15,-7-4-3 0,-1-2 0 16,-3-2 6-16,1-4-6 0,3 15 8 0,-4-23-3 0,-1-3 2 16,3-3 1-16,-3-5-1 0,3 1-3 0,0-4 1 15,1 1 0-15,4-3 1 0,-3 0-4 0,-3-5 10 16,3-4-7-16,-12-13 8 0,2-4-11 0,-7-11 6 15,-6-1 1-15,-4 3 2 0,1 3 4 0,-3 9-3 0,23 6-1 16,-17 6 0-16,-9 2 2 0,-7 0-6 0,-5 2 10 16,-5-6-9-16,-7-7 11 0,-4-2-1 0,24-5-5 15,-40 5 3-15,3 0-8 0,-4 9 10 0,-4 6-6 16,1 5 6-16,-6 8-10 0,-2 8-7 0,-3 3-1 0,-10 11-3 16,-17 4-11-16,-16-25-49 0,-13 29-13 0,-14 18-19 15,9 21-103-15</inkml:trace>
  <inkml:trace contextRef="#ctx0" brushRef="#br0" timeOffset="101529">23241 12562 55 0,'-2'-2'0'16,"0"0"19"-16,-2-5 164 0,-3-12-77 0,0 2 3 16,-1 3-95-16,3 1-4 0,-3-2-1 0,1 0-2 0,-3 0 0 15,3 2-3-15,1 4 1 0,-1 0 2 0,5 3-1 16,-7 2 1-16,0 1-1 0,-3 1-2 0,1 0 1 16,-4-9 6-16,1 3 19 0,-5 1-6 0,-1 3 9 15,-4 4-14-15,-2 2 3 0,1 5-1 0,-4 8 1 16,-1 2-15-16,0-10 10 0,-5 25-8 0,9 1 8 15,0 6-8-15,7 0-9 0,3 2 8 0,5-2-8 16,5-2 11-16,4-3-3 0,-15-3-6 0,10-7 3 0,7-1 2 16,2-5-1-16,2-8 4 0,3 3-2 0,-5-10 12 15,24 1-2-15,0 0 5 0,4 12-5 0,1-8 10 0,1-8-15 16,3-6 5-16,-2-5-8 0,-1-4 3 0,-4-3-6 16,0 5-2-16,-4-19-1 0,2 2 2 0,-6 3-2 15,2-1 3-15,-5 0-3 0,-2 2 6 0,-2-2 10 16,-2 4-6-16,-2 0 7 0,1 3-5 0,-3 5 1 15,-1 3 4-15,-3 1-1 0,7 1 6 0,-7 4-9 16,3-2 0-16,-4 5-4 0,-2 0-3 0,2 0-10 16,-2 1 0-16,0 1-4 0,0 0 4 0,-2 0-2 15,0 2 2-15,0 0-2 0,0 2 2 0,-1 0 0 0,-1 2 0 16,-7 12 0-16,-2 10-3 0,3 4 0 0,5 3 1 16,3 3 1-16,2 5 1 0,4-1-1 0,3 5 0 15,4 1-1-15,0 1 2 0,-1-1 0 0,1 1-4 16,-2-5 4-16,-1 1 0 0,-3 0 1 0,1-4-1 0,-3 5-1 15,-1 1 1-15,-2 1-4 0,0 3 9 0,-5-5-6 16,-3 1 6-16,-3-4 1 0,0-6-3 0,0-7 2 16,0-6 4-16,-4 0 7 0,4-5 2 0,3-4 0 15,-8 0 5-15,-3-6 4 0,0-3-5 0,1 9 4 16,-3-4-15-16,5-3 9 0,-3-4-6 0,4-2 5 16,-1-2-12-16,1-2-6 0,2-1 0 0,-2-5-1 0,8 5 5 15,-3 1-12-15,5-5 7 0,-3-2-12 0,5 7-12 16,-1-2-42-16,2 3-14 0,-2-3-14 0,2 2-92 15,2 3-150-15,0-1 61 0</inkml:trace>
  <inkml:trace contextRef="#ctx0" brushRef="#br0" timeOffset="102090.4">23698 13117 821 0,'0'0'13'0,"0"0"-1"0,-2-2-1 0,0 0 1 16,0 0-7-16,0 1 1 0,-1 1-6 0,-1 0 7 15,0 0-7-15,2 0 0 0,-5 3 8 0,-2 3-9 16,-3 5 10-16,1 13-6 0,0 2-5 0,4 0 4 0,-3 0-4 16,9-2 3-16,-1-1 12 0,-13-1-4 0,6-2 7 15,1 1 2-15,3-6 15 0,1-1-2 0,2-2 7 16,0-1 1-16,2-4-16 0,0-1 6 0,0-4-11 15,0-1-7-15,0 5-3 0,0-2-6 0,0-1 6 16,0 1 1-16,0-2-4 0,0 0 7 0,0 0-8 16,0 0-2-16,0-1 3 0,2-1-5 0,0 0 3 15,0-1-4-15,0-3 4 0,3-7-2 0,6-12 4 0,2-1-5 16,0 2 0-16,2-2 0 0,0-2 0 0,0 0 0 16,0-2 2-16,-4 4 1 0,2 0-1 0,0 1-3 15,0 3 6-15,0 1-7 0,-2 5 6 0,-2 1-8 0,-7 3 6 16,9 3-2-16,-2 3 4 0,-1 0-5 0,-1 3-1 15,-1-3 0-15,1 0-1 0,-1 2-1 0,-1 0 6 16,1 2-2-16,-2 0 2 0,-2 0-5 0,1 0 8 16,-1 0-4-16,-2 2 4 0,2 13-10 0,0-4 7 15,2-1-1-15,-1-3 4 0,5 0-7 0,1-3 7 16,0-2-5-16,4 7 4 0,-2-1-3 0,4-1 1 16,2-3 2-16,2-2-2 0,-3-2 2 0,3 0-1 15,-2-2 2-15,3-2-2 0,-3 0-2 0,-1 1 7 16,3 1-6-16,-6 2 7 0,2 0 1 0,-2 0 7 0,-6 2 2 15,6 3-1-15,-3 1-4 0,-5-4-14 0,3 18 4 16,6 2-6-16,-2-1 1 0,-3-1-3 0,-2 1 1 16,-1-1-2-16,-2-3-5 0,-1-2-20 0,-1-6-4 15,0-3-4-15,-2-5-12 0,2 3-3 0,2 0-36 0,3-2 10 16,19 0-105-16,-2-6-41 0</inkml:trace>
  <inkml:trace contextRef="#ctx0" brushRef="#br0" timeOffset="102358.34">24721 12413 986 0,'-2'-1'49'0,"0"-1"4"0,0-2-7 15,-2-2-15-15,3-3-8 0,-5 2-14 0,2 1 10 16,2 2-2-16,2 3 4 0,0-1-17 0,0 0-2 15,-1-2 2-15,1 2-1 0,0 0 5 0,0-1-8 16,0-1 0-16,1 0-2 0,1 1-8 0,13 1-2 16,2 0-8-16,1-11 3 0,-3 5-22 0,0 3-26 15,0 1-17-15,-4 2-8 0,2 0-88 0,-5 2-38 0,-3 0 29 16</inkml:trace>
  <inkml:trace contextRef="#ctx0" brushRef="#br0" timeOffset="102498.79">24776 12660 338 0,'0'0'107'0,"0"0"-1"0,0 0 14 0,0 0-11 0,0 0-25 16,0 0-24-16,2 0 20 0,0 0-8 0,0 0 10 16,2 0-29-16,11-2-18 0,12-3-4 0,7-3-5 15,-1-3-23-15,8-4-4 0,4-1-3 0,1-3-3 16,-3 1-31-16,1-3-122 0,-1 3-6 0,-4 1-51 16,7-2-150-16</inkml:trace>
  <inkml:trace contextRef="#ctx0" brushRef="#br0" timeOffset="103043.43">26106 11383 325 0,'0'0'33'0,"-2"-2"-2"0,0 0 45 0,0-2-11 15,2 3 9-15,-7-14-29 0,-1-2-11 0,1 4-2 16,3-2-4-16,1 2-7 0,-9-2-2 0,3-3 5 16,4 3-4-16,3 6-6 0,2-3-3 0,0 5-6 0,2 0 5 15,3-5-4-15,-3 9 0 0,15-3 2 0,3-1-1 16,6-10-4-16,-4 6-1 0,3 2-2 0,1 5 3 15,-2 2 8-15,2 4-12 0,0 4 3 0,0 3-5 16,-2 4 1-16,0-10 7 0,-4 23-5 0,1 2 6 16,-3 2-10-16,-5-2 10 0,-3 2-6 0,-3-1 8 15,-3 1-2-15,-2 2-1 0,-1-3 2 0,20 5-2 16,-8-1-2-16,-6 4 6 0,-7-1 3 0,-3 4 0 16,-3 3-2-16,-5 2-3 0,-4 5-2 0,0 0 1 0,0-6 2 15,-3-5 5-15,-3 2-6 0,1-5 5 0,12-5-3 16,-18-5 5-16,-1-7-1 0,-1-4 2 0,2-4 1 15,2 0 8-15,-2-4 3 0,2 10 1 0,3-8-4 0,3-5 3 16,1-4-3-16,4 0 5 0,-2-4 2 0,8 1-3 16,-1-3-1-16,6-7-1 0,-16-17-12 0,3-7 2 15,7-2-5-15,7-5 5 0,4-3-7 0,7 1 1 16,6 3-3-16,5 2 1 0,-1 4-5 0,-12 6-2 16,21 3 4-16,1 2-5 0,2 3 2 0,1 7 0 15,0 1-2-15,1 6 1 0,-1-1-2 0,-1 7 0 0,3-1-7 16,0 2 1-16,-1-18-24 0,-1 7-35 15,-1 7-19-15,-8 4-8 0,2 2-91 0,-4 0-23 0,-1 0-9 16,5 0-2-16,-2 0 2 0</inkml:trace>
  <inkml:trace contextRef="#ctx0" brushRef="#br0" timeOffset="103344.49">27021 11323 503 0,'-2'-1'73'0,"0"-3"148"16,1-2-174-16,-7-9-13 0,3 4 1 0,-1-2-6 16,2 4-13-16,2 3-6 0,1 1-5 0,-1 1 2 0,0 0-10 15,0 3 4-15,0-1-2 0,0 0 3 0,0 2-2 16,1 0 2-16,-1 2 2 0,0 1 0 0,-4 10 1 16,-3 15 0-16,0 0 4 0,3-4-2 0,1 2 12 0,-1 2-2 15,0 0 0-15,3 0-2 0,1 0-5 0,0 0 0 16,2-2 1-16,0-2-1 0,0 0 0 0,0-4-3 15,2 1-6-15,0-6 4 0,1-1 2 0,1-2-1 16,0-3 2-16,-2-5-3 0,0-1-2 0,3 1-2 16,8 3-1-16,2-1 0 0,0-4-7 0,-2-2-19 15,2-2-3-15,-2-2-9 0,0-1-44 0,-4-1-66 16,-2 2 1-16,-3-12-28 0,2-3-69 0</inkml:trace>
  <inkml:trace contextRef="#ctx0" brushRef="#br0" timeOffset="103514.19">27212 10709 1058 0,'0'-2'47'15,"0"0"-5"-15,0-2 18 0,-1-9-1 0,-1 0-11 16,2 2-12-16,0 4-22 0,0 1 2 0,0 4-11 16,0-1-14-16,0-1-5 0,0 2-3 0,0 0-1 15,0 0-20-15,0 1-37 0,0-1-8 0,0 2-11 16,0 0-43-16,0 0-69 0,0 2-21 0</inkml:trace>
  <inkml:trace contextRef="#ctx0" brushRef="#br0" timeOffset="103929.15">27574 11689 494 0,'0'0'39'0,"0"0"0"0,0-2-16 16,0 1 0-16,0-1-17 0,0 0 5 0,2-2 0 16,0 0-4-16,0-1 1 0,4-8-6 0,-1 2 5 0,1-2 1 15,-1 2 1-15,1-2 16 0,-1 0 16 0,-1 1 1 16,0-1 3-16,-2 2 8 0,0 2 8 0,-2 0-6 16,0 1 3-16,0-1-29 0,0 2-5 0,-2 1 0 15,-2 0-3-15,4 5-7 0,-17-11-8 0,-9-1 5 0,0 4-5 16,-7 2-3-16,0 3 4 0,-3 4-7 0,1 4 5 15,2 1-5-15,-3 5 0 0,-1 3 0 0,4 0 1 16,1 3-2-16,6-1-3 0,6-11 4 0,3 22-3 16,2 0 2-16,2 4 4 0,2 1-6 0,2 4 5 15,3 3-1-15,4-1-4 0,-18-2 3 0,9 2-3 16,9-7 9-16,4-2-3 0,3-4 5 0,3-2-3 16,3 0 18-16,-6 2 0 0,25-3 4 0,11-6-5 15,2-4-5-15,1-6-8 0,3-1-4 0,3 22 0 0,6-13-9 16,1-9 2-16,2-8 2 0,-3-5 0 0,-2 0-5 15,-2-4-32-15,2 0-6 0,-6 0-18 0,-3 0-126 16,-1 3-117-16</inkml:trace>
  <inkml:trace contextRef="#ctx0" brushRef="#br0" timeOffset="104707.6">26214 12497 47 0,'0'0'28'0,"-2"0"-2"0,0 0 14 0,0 0 5 15,0 0-7-15,-11-2 7 0,0 0 13 0,0 0-4 16,2 0 7-16,-2 1-4 0,2-1-17 0,-2 0 4 0,-2 0-7 16,4 2 15-16,0 0-7 0,7 0-1 0,2 0-3 15,-3 0-21-15,3 0-2 0,-4 0 6 0,2 0-4 16,1 0 8-16,-1 0-1 0,0 0-13 0,1 0 8 16,1 0-11-16,0 0-10 0,0 0 9 0,0 0-10 15,0 0 8-15,0 0 0 0,1 0-5 0,-1 0 4 16,2 0-3-16,0 0-4 0,0 0 0 0,2 0-2 0,-1 2-1 15,1 0 5-15,2 0-1 0,9-1 2 0,7 3 0 16,5 0-3-16,2-2 7 0,7 0-7 0,1-1 5 16,4-1 11-16,7 0 7 0,10-1 3 0,4-3 24 15,12 0-25-15,2-3 3 0,2-1-10 0,4 1-4 0,-2-1-9 16,0 1-1-16,0 1-2 0,-2 1 2 0,4 1-2 16,6 0 3-16,-7 1-1 0,7 1 2 0,-8 0 0 15,-11 2-6-15,-8 0 5 0,-13 0-5 0,-3 0 0 16,-8 0 3-16,-5 0-2 0,-6 0 0 0,-5 0-4 15,-2 2 1-15,-6-2-3 0,-4 0 2 0,-1 0-14 16,-3 0-10-16,1 2-6 0,0 0-78 0,-2-1-99 16,0 1-42-16</inkml:trace>
  <inkml:trace contextRef="#ctx0" brushRef="#br0" timeOffset="106597.57">26548 12978 61 0,'0'0'14'0,"0"0"-1"0,-2 0 14 16,2 0 4-16,0 0-2 0,-2 0 1 0,0 0-10 15,0 0-1-15,0-2-3 0,1 0 1 0,-1 0 0 0,0 0-6 16,2 1 1-16,-2 1-9 0,0-2 8 0,0 0 1 15,0 0 2-15,1 0 5 0,-1 0-6 0,0 2 8 16,0-2-7-16,0 2 4 0,0-1-5 0,0 1 0 16,1-2 0-16,-1 0-3 0,0 2 3 0,0-2-4 15,0 2 3-15,0 0 1 0,0 0-7 0,1 0 6 0,-1-2-6 16,0 0 10-16,0 0-7 0,0 1 5 0,0-1-4 16,0 0 11-16,1 0-1 0,-1 0-3 0,0 0 2 15,0 0 2-15,0 1-15 0,0-1 8 0,0 0-10 16,1 0 7-16,-1 0-1 0,0 0-3 0,0 0 3 15,0 1 0-15,0-1-3 0,2 0-1 0,0 0-1 16,0 0-3-16,0 0 2 0,0 0 4 0,0 1-3 0,0-1 11 16,0 0-7-16,0 0 0 0,0 0-3 0,0 0-2 15,0 0 2-15,0-1-5 0,0-1 4 0,2 2-1 16,0 0 3-16,0 0 3 0,0 1-3 0,0-1-6 0,-1 0 1 16,1 0 2-16,0 0 0 0,2 0 0 0,0 0-1 15,-1 1 2-15,1 1 0 0,5-2 9 0,1 0-2 16,-3 0 0-16,4 0 0 0,-3 2-3 0,6-2-2 15,5 0 0-15,-2 1 0 0,-1 1-1 0,3 0 3 16,-2 0-5-16,-1 0 5 0,3 0-5 0,-4 0-2 16,5 0 3-16,-3 0-3 0,0 1 2 0,-4 1-2 15,2 2-1-15,-2 0 0 0,-2-1-1 0,0 3-2 0,-2 0 0 16,-1-3 0-16,-1 16 1 0,2-1 7 0,-1 1 2 16,-1 1 1-16,1-1 4 0,-5 1-6 0,1 3 1 15,-2-1-3-15,0 0-1 0,14 2 4 0,-3 2-3 16,-3 4 4-16,-5 0-7 0,-3 3 3 0,-2 1-4 15,-2-1 4-15,-3 6 0 0,-3 0 1 0,-3 0 0 0,-2 4-1 16,-4-1-5-16,-1-4 7 0,-4 4-5 0,1-5 5 16,12-1-6-16,-19-5 4 0,-4-3 1 0,-3-8-1 15,2 1 5-15,-8-4-5 0,4-4 3 0,5-2-3 16,-1-2 5-16,7-3 7 0,2-1 1 0,-2 12 3 16,7-8 24-16,2-3 3 0,2-4 4 0,8-2-5 15,-2 0-12-15,3-2-19 0,4 2 0 0,0-2-5 0,-12-20-7 16,4-8 1-16,7-2-2 0,3-1 0 0,5-8-3 15,4 10 1-15,4-8 1 0,2 1 1 0,2 5-2 16,2 0 1-16,-14 1-2 0,27 6 0 0,1 2 0 0,-3 2 0 16,-4 3 0-16,-6 2-2 0,4 2-5 0,-3 6-26 15,1 0 2-15,-1 1-12 0,-5 5-21 0,1-1-76 16,2 2-8-16,-5 0-24 0,1-9-38 0,0 2-7 16</inkml:trace>
  <inkml:trace contextRef="#ctx0" brushRef="#br0" timeOffset="107076.34">27261 13080 368 0,'0'-2'84'16,"0"-2"154"-16,-2-10-169 0,-2-5-24 0,2 6 0 15,-1 0-10-15,-1 2-7 0,2 2-13 0,0 1 3 0,2 4-7 16,-2 1-5-16,0-1-2 0,1 0 0 0,-1 2 0 15,2 1 1-15,-2-1 5 0,2 0 0 0,0 0 2 16,-2 0 9-16,2 2 3 0,-2 0 3 0,0 2-1 16,0 0-6-16,1 2-6 0,-3 7-5 0,-2 13 1 15,1-2-9-15,-1 4 0 0,1 2 0 0,-1 2-1 16,0 3-3-16,1 0 6 0,-1 5-3 0,3-5 5 0,-1 0-6 16,0 1 1-16,0-3 1 0,3 5 2 0,1-5-1 15,0-5-1-15,0 0 2 0,1-5 0 0,1-3 4 0,2-1 6 16,0 0-4-16,-2-10 5 0,1 2 1 0,1-1-7 15,-4-6 6-15,2 1-7 0,7-1 13 0,12 11-6 16,-1-5 2-16,2-5-2 0,4-3 4 0,-5-7-5 16,5-8 3-16,2 4-5 0,3-24 3 0,-1-4 5 15,1 0-6-15,1 2 4 0,-2-4-11 0,1 0 6 16,-3 0-3-16,-4 2 5 0,-2 2-1 0,-1 3-9 16,-4 3 6-16,-3 1-6 0,-2 4 6 0,-3 2-6 15,-4 2-4-15,1 3-2 0,-2-1-4 0,7 5 1 16,-4 4 2-16,-5 5-2 0,0 3-8 0,-2 1-46 15,2-2-2-15,-2 0-18 0,0 2-35 0,0 1 10 0,-2 1-13 16,0 0 8-16,0 1-43 0,-1 1-27 0,-1 2 27 16,-2 3-16-16,-5 10 93 0</inkml:trace>
  <inkml:trace contextRef="#ctx0" brushRef="#br0" timeOffset="107657.28">27732 13236 140 0,'0'0'82'0,"0"0"-49"0,0 2 81 0,2 0-25 16,0-1-40-16,0 3 8 0,0 0-6 0,0 11 5 15,-1 5-18-15,-1 6-10 0,0 4 0 0,0 0-5 16,-3 5 2-16,-3-2-6 0,1 4 5 0,-3 1-6 0,1 1 0 16,-3-2 3-16,1-4-5 0,2-3 5 0,-3 1-4 15,3-5-5-15,1 0 0 0,1-2-2 0,1-7 3 16,0-2-8-16,1 0 8 0,1-6-8 0,0 0 11 16,0-3-8-16,2-4 5 0,-2 2-5 0,0-1 6 0,1 1 1 15,1-2-4-15,0 0 3 0,0 0-14 0,0-2 1 16,0 0 2-16,0-2 0 0,0-2 7 0,-2-18-7 15,2-4-1-15,0-4-2 0,0-3 2 0,0-4 1 16,0 1 0-16,0-1 0 0,2 0-3 0,-1 2 6 16,1-8-2-16,0 4 4 0,0 4-8 0,2 1-1 15,1 5 2-15,3 1-1 0,-1 2 5 0,1 3-3 16,1 1 0-16,0 5-1 0,0 3 3 0,1 2 0 16,-1 3-2-16,8 4 1 0,-1 1-1 0,3-9 4 0,0 4-1 15,-1 1 2-15,-1 6 2 0,0 2 4 0,-1 2 3 16,3 4-3-16,-6-1-7 0,-2 3-2 0,-2 1 1 15,-5 15 0-15,0 0 10 0,12 2-7 0,-6-2-1 16,-5 4-2-16,-5-2-1 0,0 0 4 0,-5 6-1 0,-3-8 2 16,-3 0-5-16,2-5 0 0,1-8 1 0,5 0-1 15,-14-2 5-15,4-1-5 0,2-1 1 0,3-5-2 16,3 2 6-16,3-4-9 0,-2 3-1 0,1 1-3 16,-1-2-2-16,2 0 4 0,0 0-1 0,0 0 0 15,2-1 0-15,0-1-1 0,2 0 6 0,0 0-3 16,0 0 1-16,2 0 0 0,1 0 1 0,6 0 1 15,2 0 1-15,2 0-3 0,-2 0 0 0,2 0 0 0,0 2 3 16,-4-2 2-16,-2 2-3 0,-7-2 3 0,0 0-5 16,2 2 4-16,-1 0 5 0,1 2 0 0,-2-1 11 15,0 3 3-15,0 3-5 0,-2 2 4 0,-2-5-9 16,-6 3-7-16,-12-1 1 0,-8 1-4 0,-3 0 2 0,-1 0-3 16,0-1 3-16,1 1-3 0,1 0-3 0,2-1-1 15,0 1-1-15,6-1 0 0,0 1-14 0,3-4-17 16,4 3-11-16,4 1-2 0,4-5-49 0,5 1-67 15,2-3 12-15,-4 2-31 0,2 0-17 0</inkml:trace>
  <inkml:trace contextRef="#ctx0" brushRef="#br0" timeOffset="108056.16">28492 13169 686 0,'-2'-2'100'0,"0"0"197"16,-2 0-263-16,1 1-15 0,-12-11-6 0,5 7 0 15,1-1-11-15,2 3 1 0,1 1 0 0,-1 0-1 16,-1 0 4-16,-1 0-10 0,-2 2 5 0,0 0-6 16,-4 0 4-16,0 4 1 0,0 1 0 0,2 3 2 15,-2 1 1-15,-1 0 4 0,-1 14-4 0,-4 1 5 0,8 2-7 16,0 2 7-16,4 1-1 0,5 1 3 0,-9 2-4 15,6-6 1-15,3 3 1 0,1-4 1 0,-14 2-1 16,9-4 9-16,5-1-3 0,1-3 5 0,2-5 2 16,4 1-12-16,-1-4 7 0,1-3-8 0,3 1 10 0,1-7-11 15,10 2 3-15,-1 7-5 0,5 2 12 0,-3-6-7 16,1-1 0-16,1-2-3 0,-3-4-6 0,3 0 3 16,-3-2 0-16,1-2 1 0,0-2-1 0,-1 1-6 15,-1-1-1-15,-4 1-3 0,0-1-2 0,-6 2-11 16,3-3-4-16,-7-2-3 0,1-6-21 0,-2 0-72 15,9-2-1-15,-4 4-27 0,-1 0-24 0,-4 2-8 16,0 2-12-16</inkml:trace>
  <inkml:trace contextRef="#ctx0" brushRef="#br0" timeOffset="108418.53">28178 13347 250 0,'-2'0'86'0,"0"0"2"0,-2 0 64 0,1 0 2 15,-6 0-74-15,3 0-30 0,4 0 4 0,-2 0-16 16,1 0-20-16,1 0 2 0,0 0 1 0,2 0-1 16,0 0-2-16,2 0-3 0,0 0-2 0,1 0 0 15,12 2 4-15,13 2-1 0,0-4 1 0,0 0-2 0,1-2 0 16,-1-2 5-16,0-1-4 0,0-1 2 0,0-1-16 16,2-1 0-16,-3-1 1 0,-1 0 0 0,0-1 3 15,-5 3-13-15,-1-2 0 0,-1-1-6 0,-6 5-6 0,-2-3-32 16,-2 3-2-16,-5 3-9 0,-2-4-1 0,3-1 6 15,3-4 7-15,-4 3-3 0,-1-1 26 0,-1 2-1 16,-2-1 1-16,0 1-2 0,0 1-6 0,-2 1-8 16,-1-1 13-16,-12 2-9 0,-8 1 33 0,-1-1-3 15,0 0 1-15,0 1 0 0,0 1 11 0,2-2 10 16,-1 2 11-16,-1-2 1 0,4-3 53 0,3 3 5 16,0-1 2-16,10 1-3 0,-1 2-21 0,3-2-19 15,5 3-6-15,0-1-3 0,0 0-4 0,-2-2-4 0,0 0 2 16,2 1-5-16,0-1-8 0,2 0-8 0,-2 2 2 15,33-3-4-15,1-3-2 0,7-3-5 0,1 4-47 16,7 0 3-16,-1-1-249 0</inkml:trace>
  <inkml:trace contextRef="#ctx0" brushRef="#br0" timeOffset="109894.7">14241 13607 4 0,'-2'0'0'0,"-1"0"1"0,-1 0 23 0,-9-3-8 15,-2-1-1-15,4 2-15 0,0 0-9 0</inkml:trace>
  <inkml:trace contextRef="#ctx0" brushRef="#br0" timeOffset="115910.79">5184 8009 288 0,'-2'0'0'0,"1"-2"29"0,-1 0 13 15,0 1 12-15,-2-1 9 0,0 0-24 0,-1 0-6 0,-4-2-5 16,-3-1-3-16,9 5 1 0,-3-2-10 0,2 0 5 15,1 2 0-15,-1 0 3 0,2 0 15 0,0 0 10 16,0 0-10-16,1 0 6 0,-1 0-28 0,2 0-10 16,0 2 3-16,2 0-6 0,-1 0 0 0,1-1-3 15,2 3 3-15,9 4-2 0,4 6 4 0,-1 1-6 16,5 2 0-16,-3 2 0 0,-3-1 5 0,0 1-1 16,-4-3 1-16,2 5-2 0,0-3 2 0,-2 5-5 0,4-3 3 15,-6 2-3-15,1-1 5 0,1-3 0 0,-4 1 0 16,3 0 0-16,1-3 2 0,0-1 11 0,2 0-3 15,0-4 5-15,2 0-6 0,-2 0-2 0,2-5 2 16,1 0 0-16,3-5 6 0,-2 11-6 0,3-1 1 0,0-6-2 16,1-3-4-16,3-2 9 0,0-2-5 0,6-5 6 15,-2-4-9-15,5-6 6 0,6-5-6 0,0 14 5 16,6-25-4-16,7-4 7 0,-2-2-5 0,5-4 2 16,1-5-20-16,-6-12-1 0,8-8-7 0,-1-14 0 15,8-7-44-15,10-2-49 0,8 0-15 0,10 4-24 16,5 9-165-16</inkml:trace>
  <inkml:trace contextRef="#ctx0" brushRef="#br0" timeOffset="145450.7">10283 4086 256 0,'0'0'-59'0,"0"0"40"0,-2 0-4 16,0-2 4-16,0 0 47 0,-1 0-7 0,-1 1-4 15,-2-3 1-15,-3-2 1 0,2 3-2 0,-3-3-2 0,1 0-4 16,2 1 2-16,-1-1-4 0,1 1-7 0,-3-3 3 16,1 3-5-16,2-1 4 0,-3-1 4 0,-1-1-2 15,0 1 2-15,-2-1-10 0,2 1 5 0,-4-2-8 16,0-1 8-16,0 1 2 0,1 2-6 0,-5-3 5 0,-1 3-5 15,-5 0 2-15,1-1 1 0,-4 1-2 0,-3 1 0 16,-3 2 0-16,-3 3-1 0,-4-1 4 0,-3 0-3 16,3 2-5-16,-3-2 4 0,3-2 0 0,4 1 2 15,-2-1 7-15,5 2-7 0,1 0 0 0,3 0-1 16,0 0-3-16,2 2 6 0,1 0-3 0,-1 0 5 16,-2 2-5-16,0 0-2 0,-1 0 0 0,-3 4 0 0,-1-1 12 15,-6 1-10-15,0-1 6 0,-3 3-6 0,3 1 9 16,-2 2-4-16,6 0-1 0,-4 2-1 0,-1 0-6 15,4-2 7-15,-1 2-2 0,4 0 4 0,5 0-11 16,-1 2 8-16,1 2-3 0,0 0 5 0,3 1-5 0,-1-14 0 16,0 20-2-16,0 2 2 0,-2 2 2 0,1 2-2 15,1 1 0-15,-2 1-2 0,-3 5 2 0,1 2-4 16,-3 4 4-16,0 3-5 0,1 2 3 0,1 4 0 16,-3 0 3-16,7 0-1 0,3-3 7 0,0-7-6 15,5-1 0-15,1-2-2 0,3-2-4 0,0 2 6 16,6 0-1-16,0 4 4 0,2 1-4 0,3 5-1 15,-1 5-1-15,3 1 0 0,0 3 1 0,1 5-7 0,1-4 5 16,-28 6-4-16,19-5 11 0,7-8-2 0,4-4 1 16,2-7-1-16,4 2 4 0,-1-1-6 0,5 1 0 15,1 2 0-15,2 1 8 0,2 0 2 0,1 5 3 16,5 2-1-16,-1 1 4 0,4 6-8 0,2-3 1 16,-24-3-3-16,33 2 5 0,1-14-7 0,3-1 2 0,0-5-3 15,0-3 5-15,2-1 3 0,-8-3-1 0,0 1 0 16,1 0-10-16,-4 3 6 0,3-1-2 0,0 1 4 15,3 1-4-15,1-1-1 0,0 0 4 0,6 6-1 16,-1-3-1-16,5-1 1 0,7 9-4 0,-2-10 6 16,1 1 9-16,9 0-15 0,-8-3 8 0,1-4-10 15,-5 0 10-15,-5-6-4 0,-2-2-6 0,1-3 2 16,-1-4 0-16,1-4-2 0,1 3 3 0,3-3-4 0,2-4 1 16,6-1-6-16,2 22 5 0,-1-15-5 0,-1-9 11 15,0-6 1-15,-1-3-5 0,-6-4 3 0,-3-8-1 16,-3-3 5-16,-6 15 0 0,2-36-2 0,0 2-6 0,2-4 5 15,1-3 2-15,1-2 0 0,4 4-1 0,1-6 0 16,0 3 3-16,2 1-1 0,-3 0 2 0,5 1-2 16,-8-1-1-16,-1 2 1 0,-4-4 5 0,-11-10-4 15,-2-1 5-15,-4-6-4 0,-5-4 11 0,-2-1-3 16,-2 1 2-16,-4 3-1 0,0 5 6 0,0 3-4 16,1 3 2-16,-1-5-2 0,2 1 9 0,-2-9-8 15,-1-14 6-15,1-11-5 0,0-5 7 0,-1-4-5 0,-3 6-4 16,1 10 0-16,0 1-4 0,-3 5-7 0,-1-3 5 15,32-8-6-15,-21-7 1 0,-12-6 4 0,-4 8-1 16,-8 5 2-16,-6 11-9 0,-5 13 0 0,-8 5-11 16,13 2 3-16,-39 7-38 0,-22-9-65 0,-20 3-17 15,-23 9-30-15,-14 6-180 0</inkml:trace>
  <inkml:trace contextRef="#ctx0" brushRef="#br0" timeOffset="151425.1">21061 15182 36 0,'0'0'0'0,"0"0"10"0,0-2 108 0,-2 0-28 15,0 0 6-15,1 0-53 0,-1 0-12 0,2-1-15 0,0-1-3 16,0 2 1-16,0-5 0 0,0 1-7 0,-2-5 3 16,2 4-3-16,0-6 7 0,0 0-7 0,0 0 11 15,0 0-10-15,0 0 16 0,0-2-6 0,0 0-4 16,0-4 2-16,0 4-4 0,0-3 0 0,0 1-3 0,0 2 2 16,0 2-1-16,0 0 14 0,0 2 0 0,0 2 3 15,0 0 2-15,0 1 9 0,0 1 3 0,0-1 0 16,0 1-1-16,0 1 2 0,0 3-6 0,0-1 6 15,0 0-3-15,0 2-7 0,0-1-3 0,-2-1-3 16,0 0-16-16,0 1-1 0,0 1-2 0,1 0 0 16,1 0-8-16,0 0 1 0,0 0 4 0,0 0-1 0,0 1 4 15,0 1-4-15,0 0-2 0,0 0 0 0,0 0-7 16,0 0 9-16,0 1-3 0,0 1 7 0,0 0-4 16,0 2-3-16,0 7 2 0,0 9-2 0,0 1-2 15,-2 5 10-15,-2-2-9 0,-2 6 8 0,1 1-14 0,-1 1 9 16,3-1 1-16,-1 1 2 0,0 1-7 0,0-3 2 15,3 2-3-15,-1-3 3 0,2-3 0 0,-2 2 3 16,2-4 1-16,0-1 0 0,0 1 4 0,0-6-6 16,0-1 6-16,2-2-6 0,0-2 6 0,1 0 0 15,1-2-4-15,0-4 3 0,-1 1 1 0,1-3-4 16,0 1 0-16,3-4-2 0,10 9 7 0,-2-2-9 16,0-3 6-16,1-1-6 0,9-1 3 0,-1-4-4 15,2 0 1-15,-4-2-3 0,-4-1-6 0,1-3-7 0,0-1-7 16,-6 1 0-16,-2-1-36 0,2-3-92 0,-2 8 0 15,2-5-41-15,2 1-109 0</inkml:trace>
  <inkml:trace contextRef="#ctx0" brushRef="#br0" timeOffset="151690.47">21447 14716 651 0,'-2'-2'423'0,"1"0"-594"15,-3-4 507-15,-13-12-292 0,8 3-42 0,-2 6 1 16,3-2-1-16,3 1 2 0,-6 1-4 0,3 0 5 16,1-2-7-16,1 1 5 0,4 3-8 0,0-1 4 15,1 5 1-15,1 1 0 0,0-2 0 0,0-3-2 16,0 1 0-16,0 4-2 0,0-5-2 0,0 5-32 15,0 0-11-15,0-2-14 0,0 1-98 0,0-1-123 16,0 2 37-16</inkml:trace>
  <inkml:trace contextRef="#ctx0" brushRef="#br0" timeOffset="152107.41">21603 15438 333 0,'0'-2'37'0,"-2"0"60"0,1 0-43 15,-1-1 1-15,0-1-3 0,2 2 1 0,-2-3-19 0,2 3-15 16,-2-4 4-16,2 2-7 0,-2 1 8 0,0-1-11 16,1 0 7-16,-1 1-9 0,0-1 2 0,0 0 5 15,0 0-8-15,0 3 7 0,0-1-12 0,1 0 5 16,-1 2 5-16,2 0-3 0,0 2-3 0,0 0 6 16,0 1-5-16,0 1 5 0,-2 15-13 0,2-1 7 15,0 4-5-15,0 1 8 0,0 1 2 0,0 2 2 16,0 0-3-16,0 0 1 0,0 2-5 0,0-1 7 15,0 1-2-15,0 0 3 0,0 0-3 0,0-2 2 16,-2-2 3-16,0 0-1 0,0 0 2 0,0-5-9 0,1 1-1 16,-1-1-2-16,0-2-4 0,0-1 3 0,0-4-4 15,0-1 3-15,2-2-9 0,0-3-1 0,0 1-8 16,0-5 2-16,0 0-31 0,0 1-14 0,0 1-21 16,0-2 1-16,0 0-84 0,0-2-39 0</inkml:trace>
  <inkml:trace contextRef="#ctx0" brushRef="#br0" timeOffset="152702.14">21522 15464 683 0,'0'0'61'0,"0"0"3"0,-2 0-21 16,0-2-12-16,0 0-20 0,0 0-11 0,2 1 3 15,0-1-2-15,0 0 3 0,0 0 4 0,0 0-3 16,2 0 6-16,0 0-6 0,0 1-1 0,1-1 10 16,1 0-1-16,11-6 6 0,5-1 3 0,-1 2 10 15,3-1-3-15,-1 3 4 0,-1 1-6 0,1 0-21 16,-3 2 7-16,-1 2-11 0,-4 0 1 0,-2 2 1 16,0 2-4-16,-3 0 3 0,-1-1-1 0,-3-1 0 15,5 9 4-15,0 6-4 0,-3 0 4 0,-2 1-6 0,-4 1 1 16,-2 1-2-16,-4 1 1 0,-3-3 0 15,-2 3 2-15,7-3 1 0,-18 1 6 0,-2 1-5 0,1-1 0 16,1-1 0-16,-2 1 6 0,2-2 2 0,3-1-2 16,-3-3 1-16,3-1-5 0,6-3 1 0,-2 0 1 0,8 0-1 15,-1-3 0-15,1-4-3 0,3 0-2 0,1 0 1 16,1-2 2-16,-2 3-1 0,0 1 3 0,2-2-4 16,1 0-3-16,-1 0 4 0,2-1-3 0,0 1 5 15,2 0-7-15,-1 0 1 0,3-2 1 0,4 0 1 16,12 2-2-16,2 0 0 0,1 0 0 0,-1 1 0 15,-4 1 4-15,3 0-3 0,-1-1 1 0,1 1-2 16,-1 2-4-16,-3-1 4 0,-4 1-3 0,0-1 3 0,-2 3 1 16,-2-3 4-16,-1-3-1 0,-5 9 2 0,5-1-4 15,1 5 4-15,-5-6-1 0,0 2 3 0,-3 0-2 16,-1 0 4-16,0 2-3 0,-1-2 2 0,-1-3-8 0,-4 3 10 16,-1-2-3-16,-8-1 4 0,-9-1-12 0,1-1 5 15,-3-1 2-15,2 3 1 0,-4-3-7 0,4-1 7 16,0 3-11-16,4-1 9 0,-3 1-10 0,3 3 4 15,0-3 0-15,1-3 0 0,6 1-16 0,0 1-29 16,2 3 0-16,0-3-18 0,3-4-78 0,5-2-70 16,-1 0-14-16</inkml:trace>
  <inkml:trace contextRef="#ctx0" brushRef="#br0" timeOffset="153136.29">22337 15234 419 0,'-2'-2'50'0,"0"0"78"0,0 0-56 0,0 0-16 15,0-1 2-15,-1-1-7 0,-1 0 3 0,0 2-1 16,1 0 0-16,1-1-1 0,0 1-14 0,0-2-20 15,0 2 3-15,0 0-8 0,0 1 8 0,1-1-7 16,1 0 2-16,0 0-4 0,0 0 5 0,1 0-12 0,1 0 7 16,0 1-8-16,2-1 5 0,3-2-8 0,8-2 0 15,-4 3-2-15,2-1-3 0,0 2-6 0,-2 0-2 16,1 0-1-16,-1 1-11 0,-2 1-77 0,-2 0 4 16,1 0-33-16,-4 0-29 0,-1 0-45 0,-1 0 26 15</inkml:trace>
  <inkml:trace contextRef="#ctx0" brushRef="#br0" timeOffset="153268.4">22314 15349 430 0,'0'0'99'16,"0"0"-13"-16,-1 0 32 0,-1 0 2 0,0 2-32 15,0 0-38-15,0-1 8 0,0-1-2 0,0 2 2 16,1 0-17-16,-1 0-15 0,0 0 1 0,0 0-7 0,2 0-10 16,0-1 0-16,0 1-3 0,2-2 2 0,0 0-3 15,5 0-8-15,15-3-31 0,3-3 6 0,1-3-90 16,0 1-87-16,0-1-4 0,1 0-37 0,5-2-63 15</inkml:trace>
  <inkml:trace contextRef="#ctx0" brushRef="#br0" timeOffset="154254">23419 14777 181 0,'0'0'46'0,"0"0"51"0,0 0-15 0,0 0-27 16,-2-2 0-16,2 0-9 0,-2 0-8 0,1 1 0 15,-1-1-7-15,0 0 4 0,2 0-16 0,0 0 9 16,0 0 1-16,0 0 2 0,0 1-2 0,0-1 1 16,0 0-1-16,0-2 0 0,0 2-9 0,0-7-1 15,2 0 0-15,0-2 1 0,1-1-8 0,1 1 1 16,0 0-3-16,-1 0 4 0,1 0 0 0,2-2-4 0,-3 4 2 16,1-1-4-16,-2 3-2 0,2-2 4 0,-1-1-3 15,-1 1 4-15,0 3-10 0,2-5 1 0,0 2 3 16,-1-4-1-16,1 0 6 0,-2 2-10 0,2-2 1 15,-3 2-2-15,1 1 2 0,0 1 6 0,0 0-1 16,-2 5 2-16,2-5-8 0,-2 5 0 0,0-1 1 0,0 1 3 16,0 0 6-16,0-1-3 0,0 3-4 0,0 0 1 15,2-2-6-15,-2 0 8 0,2 1-1 0,-1-1 4 16,-1 0 4-16,0 1-14 0,0-1 7 0,0 0-9 16,0 0 6-16,2 1 0 0,0 1 2 0,0 0-2 15,0 0 5-15,0 0-8 0,0 0 0 0,-2 1-1 16,0-1 4-16,0 0 4 0,0 0-2 0,0 0 1 15,0 0-5-15,0 0 6 0,0 1-6 0,0-1 5 0,0 0-9 16,0 0 5-16,0 0 2 0,0 0 2 0,0 0 0 16,0 1-6-16,0 1 0 0,0 0-3 0,0 0-2 15,0 0 5-15,0 0 0 0,0 0 3 0,-2 0 0 0,0 0-2 16,2 0 4-16,-2 0-4 0,0 0-1 0,2 0 0 16,-2 0 1-16,0 0 1 0,1 1 1 0,-1 1-5 15,2 0 2-15,0 0-1 0,0 0 8 0,-2 0-8 16,0 0 1-16,0-1-2 0,0 1 7 0,0 0-7 15,1 0 3-15,1 0-4 0,0 0 8 0,0 0-4 16,-2-1-1-16,0 1 0 0,0 0-1 0,0 0-2 16,2 0 3-16,0 0-1 0,0 0 8 0,-2-1-5 15,0 1 0-15,2 0-2 0,0 0-1 0,0 0 2 0,0 0-3 16,0 0 3-16,0-1 0 0,0 1 2 0,0 0 3 16,0 0-2-16,0 2-1 0,0-1 8 0,0 5-6 15,-1 9 6-15,-3-3-4 0,0 1-6 0,-1 8 4 16,-1-5-5-16,0 4-1 0,1-1 1 0,-3-1 3 0,1-1 1 15,0 3-1-15,-1-1 4 0,1-3-7 0,1 1 4 16,1-4-7-16,1-1 2 0,0 1 1 0,2-4 0 16,0 2 7-16,2-1-4 0,0-3-2 0,2 0-1 15,0 0 1-15,0-3-5 0,0 0 8 0,0-1-6 16,0-1 9-16,5 0-7 0,2-3-4 0,6 1-1 16,0 9 1-16,-4-3-3 0,4-1-2 0,-8-5-3 0,3 0-29 15,-1 0-60-15,2 0-35 0,0 0-9 0,2-1-116 16</inkml:trace>
  <inkml:trace contextRef="#ctx0" brushRef="#br0" timeOffset="154662.4">23932 14786 528 0,'0'0'61'0,"0"0"3"0,0-2-12 0,0 1-12 16,0-1-17-16,0 0-17 0,1 0 14 0,1 0 1 16,0-2 6-16,0 1 1 0,0-1-12 0,0 0 1 15,0 1-4-15,-1-1 5 0,1 0 8 0,0 0-1 16,0 1 5-16,0-1 9 0,-2 0-4 0,0 2 1 16,0 1-4-16,-2-1-8 0,0 0 2 0,0 0 0 0,-1 2 0 15,-7 0-5-15,-6 0-10 0,-3 4 0 0,0 1-3 16,3 3-4-16,1-1-1 0,2 1 1 0,0 1-1 15,0-2 7-15,0 8-3 0,0 2-5 0,5 0 2 16,-1-3-7-16,5 3-1 0,3 0 5 0,-11-2-1 16,5-2 7-16,3 0 1 0,2-4 3 0,2-2-1 15,2 3 7-15,0-3-2 0,2 1-3 0,0-5 0 16,16 12-7-16,6-2 0 0,-2-7-1 0,4-3 1 0,0-3-5 16,-2 0 2-16,2-3-5 0,-2-1 2 0,-2-2-15 15,-2 3-12-15,-1-1-1 0,-5 0-5 0,-1 1-13 0,-6 1-21 16,1-2-9-16,-1 0-10 0,-3 2-93 0,-3 2-143 15</inkml:trace>
  <inkml:trace contextRef="#ctx0" brushRef="#br0" timeOffset="155146.84">23209 15444 244 0,'-2'0'35'16,"1"0"-5"-16,-3 0 37 0,-17 0 4 0,-3 0 1 15,2 0 41-15,3 0-28 0,1 0 15 0,1 0-22 0,-1 0-5 16,3 0-25-16,2 0-1 0,7 0-6 0,-1 0-8 16,3 0-11-16,0 0 1 0,1 0-4 0,1 0-6 15,0 0 6-15,2 0-8 0,0 0 7 0,2 0-12 16,0 0 2-16,1 0 5 0,18 0-4 0,7 0 3 0,5-2 19 16,0 0-7-16,8-2 9 0,2-1-19 0,3-1-4 15,6 0 0-15,6-1 0 0,1 1-7 0,1-3 7 16,1 0-6-16,-3-2 7 0,1 0-11 0,-3-1 7 15,-4 1-7-15,-4 2 8 0,0 0-6 0,-3 1-1 16,-4 1 6-16,1-1-5 0,-3 3 0 0,-1-1 2 16,-1 1-5-16,-4 1 2 0,-1 0-4 0,-4 1 6 15,-10 1-1-15,-1 0 3 0,-6 2-4 0,-4 0-8 16,1 0 5-16,-6 0-6 0,1 0-1 0,1 0-22 0,-2 0-2 16,0 0-9-16,-2 0-31 0,-2 2-43 0,-2 0-8 15,-16 7-10-15,-10 4-21 0,0 2-75 0,-3 0 43 16</inkml:trace>
  <inkml:trace contextRef="#ctx0" brushRef="#br0" timeOffset="155468.19">23666 15703 339 0,'-2'0'84'15,"0"0"-7"-15,1-1 13 0,-1-1 15 0,0 0-34 0,0 0 5 16,0 0-47-16,0 0 1 0,0 0-16 0,1-1 0 15,1-1 3-15,0 0-5 0,0 1 4 0,0-1 1 16,1 0 1-16,1 0 8 0,0 1-6 0,0-1 3 0,0 2 1 16,0 0-5-16,0 0 6 0,-2 1 2 0,0-1 4 15,0 2-4-15,0 0 4 0,0 2-10 0,0-1-11 16,0 3 6-16,-6 24-9 0,0 2-2 0,-1 3 6 16,-2 2-6-16,-2 3 5 0,-1 2-3 0,1 7 0 15,4-3 2-15,-1 1-1 0,-1 1 1 0,2-3 1 16,-1 0-1-16,1-6 1 0,1-4 1 0,1-3 2 15,1-4-2-15,0-2 3 0,1-2-5 0,-1-1 2 16,2-4-5-16,-2-1 3 0,2-1-10 0,1-4 0 16,-1 0-1-16,2-3 1 0,0-3-7 0,0 1-23 0,0-4-1 15,0 0-8-15,0 1-16 0,0 1-54 0,0 0 7 16,0-2-25-16,0 0-23 0,0-1-44 0</inkml:trace>
  <inkml:trace contextRef="#ctx0" brushRef="#br0" timeOffset="155972.96">23636 15780 538 0,'-1'0'140'0,"-1"-2"-110"0,-2 0 133 0,0 0-51 0,1 0-94 15,-1-2-6-15,2 1-2 0,0-1-1 0,0 0 2 16,2 1 6-16,0-1-3 0,2 0 1 0,-2 2-9 0,4-3 11 15,18-3 2-15,0 1 2 0,-1-1 14 0,1 1 11 16,-3-2-5-16,3 1 5 0,0 3-10 0,-1-1-11 16,1 4 2-16,-5-9-8 0,-3 2-11 0,-2 3-6 15,-5 4 1-15,-3 2-3 0,-1 0 4 0,1 0-2 16,-2 0 2-16,0 2-2 0,0 0 5 0,-2 2-5 16,-4 16 2-16,-7 3-3 0,9-1 7 0,-24 0-1 15,-4-3 2-15,4-1-2 0,2 1 1 0,-2-1 0 16,4-1-3-16,3-2 3 0,-3-4 1 0,5-3-7 15,6-1 3-15,2-5-5 0,5 5-6 0,-3-5 4 0,3 4-4 16,-1 1 6-16,5-5 2 0,-2 2-4 0,0-1 6 16,2 1-4-16,0 0 0 0,2-2 1 0,0 0-1 15,1-1 1-15,7 5 1 0,14 3 3 0,-2-3-4 16,-2-2 3-16,5-1-4 0,-1-1 0 0,0 0 2 0,4 0 0 16,-2 0 2-16,-2 1 2 0,0 1-3 0,-4-2 2 15,3 2-3-15,-3-1 2 0,-3 1 3 0,-2 0-3 16,-2 0 2-16,-4-3 0 0,-4 1-1 0,-1-2 2 15,-2 0 12-15,2 2 15 0,-1 0-5 0,-1 2 6 16,0-1-13-16,-2-1-12 0,-4 8 4 0,-3 1-8 16,-10 4-3-16,-18-4-2 0,-4 0-4 0,-4 0 1 15,-7-4-5-15,-9 3-128 0,-2-1-37 0,-6-3-55 0,-8 10-329 16</inkml:trace>
  <inkml:trace contextRef="#ctx0" brushRef="#br0" timeOffset="157554.13">23679 13977 384 0,'-2'0'264'16,"0"-2"-75"-16,-1 0 94 0,1 2 4 0,-7-6-197 15,3 5-55-15,4 1-28 0,-3-2 2 0,1 0-1 16,0 0 9-16,0 0-12 0,1 2 2 0,-1 0-6 15,2 0 4-15,0 0-28 0,0 2-26 0,2 0-15 16,0 0-220-16</inkml:trace>
  <inkml:trace contextRef="#ctx0" brushRef="#br0" timeOffset="176487.03">20151 7029 256 0,'0'-2'21'16,"-2"0"12"-16,-3-15 26 0,-8-9 11 0,0 2-9 15,-2 0-14-15,2 6-23 0,11-3-5 0,-18 1 1 0,-1 5-5 16,1 0 1-16,-8 0 7 0,0 6-5 0,-7 0 10 16,-6 1-5-16,4 3-6 0,-6 1 3 0,1 2-1 15,1-2-2-15,-2 2 5 0,0-22-6 0,1 13 5 0,3 7-4 16,-2 4-3-16,0 2 0 0,2 4-8 0,0 3-6 15,-2 4 7-15,2 0-7 0,-6 8 7 0,-3 3-2 16,-2-21-4-16,-7 33 2 0,-3-1-5 0,-3 6 7 16,7 0-5-16,-3 0 6 0,1 1-3 0,4-5-2 15,1 2 2-15,6 0-3 0,3-1 4 0,5-1-4 16,0 2 2-16,2 2-2 0,-1-1-1 0,7 7 5 16,-4 1-4-16,-1 6 3 0,10 2-5 0,-2 7 1 15,4 0 1-15,11 2 1 0,-2 0 5 0,2-8-3 0,0 1 1 16,4-6-1-16,-6-6 1 0,8 4-2 0,1 1 2 15,-3 1-1-15,3 5-1 0,-1 6 1 0,-2 4 1 16,-21 9 1-16,21 0 3 0,9 1 1 0,9-5-6 16,2-11 4-16,0-5-5 0,2-8 0 0,2-3 3 0,7-1-2 15,-18 3 10-15,30 1-10 0,-1 0 2 0,2 4-5 16,2 2-2-16,-1 5 4 0,1 3 2 0,2 1 0 16,0-2 2-16,0-9 1 0,4 2-3 0,3-9 0 15,4-5-2-15,8-1 2 0,-1-5 1 0,4-3-1 16,6 3-4-16,0-3 0 0,2-1-1 0,-2 0 1 15,-4-2-4-15,-4-6 4 0,4 2-4 0,6-2 4 16,11-3-6-16,0-4 4 0,3-2 2 0,-1-8 0 0,-8-1-3 16,4 28 3-16,-5-21-1 0,-1-9 2 0,-5-6-4 15,0-7 9-15,5-6-9 0,2-3 9 0,3-5-5 16,1-1 3-16,-6 0 2 0,-5-1-1 0,-4 23 0 0,-4-31-4 16,-3-2 4-16,-4-2-3 0,0-6-1 0,-4-9 0 15,-1-9 0-15,1-15 2 0,0-6 5 0,1-5-2 16,-3 0-4-16,2 6 1 0,-1 7-5 0,-3 1 7 15,-5-1-1-15,-7-9 3 0,-6-10-6 0,-10-15 6 16,-3 1 7-16,-3 5-3 0,-8 7 2 0,-1 16 0 16,27 6-3-16,-28-1 3 0,-7 0 4 0,-14-17-8 15,-5-5 5-15,-5-2-7 0,25-4 1 0,-42 15-5 0,-8 11-2 16,4 7-1-16,-5 6-15 0,-1 0-7 0,-1 2-13 16,-8 2-1-16,-7-1-67 0,-28 18-177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8.666"/>
    </inkml:context>
    <inkml:brush xml:id="br0">
      <inkml:brushProperty name="width" value="0.05" units="cm"/>
      <inkml:brushProperty name="height" value="0.05" units="cm"/>
      <inkml:brushProperty name="color" value="#FF0066"/>
    </inkml:brush>
  </inkml:definitions>
  <inkml:trace contextRef="#ctx0" brushRef="#br0">26 10 1840 0 0,'0'0'232'0'0,"-25"0"2938"0"0,119 3-3080 0 0,-50-1-559 0 0,0-1 1 0 0,0-3 0 0 0,58-9-1 0 0,-85 8-556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9.594"/>
    </inkml:context>
    <inkml:brush xml:id="br0">
      <inkml:brushProperty name="width" value="0.05" units="cm"/>
      <inkml:brushProperty name="height" value="0.05" units="cm"/>
      <inkml:brushProperty name="color" value="#FF0066"/>
    </inkml:brush>
  </inkml:definitions>
  <inkml:trace contextRef="#ctx0" brushRef="#br0">1 19 960 0 0,'0'0'3700'0'0,"10"0"-2999"0"0,32-5-454 0 0,159-9 305 0 0,-177 14-2083 0 0,-22 0 783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241"/>
    </inkml:context>
    <inkml:brush xml:id="br0">
      <inkml:brushProperty name="width" value="0.05" units="cm"/>
      <inkml:brushProperty name="height" value="0.05" units="cm"/>
      <inkml:brushProperty name="color" value="#FF0066"/>
    </inkml:brush>
  </inkml:definitions>
  <inkml:trace contextRef="#ctx0" brushRef="#br0">14 0 2232 0 0,'0'0'718'0'0,"-6"2"1851"0"0,-1 0-5846 0 0,7-1 2629 0 0,2 4-476 0 0,4-5 5140 0 0,-3 0-1767 0 0,-2 0-2251 0 0,19 72-876 0 0,-17-62-768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571"/>
    </inkml:context>
    <inkml:brush xml:id="br0">
      <inkml:brushProperty name="width" value="0.05" units="cm"/>
      <inkml:brushProperty name="height" value="0.05" units="cm"/>
      <inkml:brushProperty name="color" value="#FF0066"/>
    </inkml:brush>
  </inkml:definitions>
  <inkml:trace contextRef="#ctx0" brushRef="#br0">33 0 5473 0 0,'-2'0'3457'0'0,"0"0"-3209"0"0,1 0-184 0 0,-1 0-56 0 0,0 0-16 0 0,1 2-56 0 0,1 0-168 0 0,-2-1-48 0 0,0 3-64 0 0,1 4-312 0 0,-5 8-329 0 0,3-3 1 0 0,0 1-144 0 0,-2-1-312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902"/>
    </inkml:context>
    <inkml:brush xml:id="br0">
      <inkml:brushProperty name="width" value="0.05" units="cm"/>
      <inkml:brushProperty name="height" value="0.05" units="cm"/>
      <inkml:brushProperty name="color" value="#FF0066"/>
    </inkml:brush>
  </inkml:definitions>
  <inkml:trace contextRef="#ctx0" brushRef="#br0">22 1 5521 0 0,'0'0'160'0'0,"-1"0"-232"0"0,-1 2-40 0 0,0-1 32 0 0,2 1-264 0 0,-1 1-112 0 0,-1 1-168 0 0,2 1-1433 0 0</inkml:trace>
  <inkml:trace contextRef="#ctx0" brushRef="#br0" timeOffset="1">2 519 4377 0 0,'0'0'344'0'0,"0"2"-440"0"0,0-1-72 0 0,0 3-104 0 0,0 1-192 0 0,-2 15-400 0 0</inkml:trace>
</inkml:ink>
</file>

<file path=ppt/ink/ink110.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30:05.188"/>
    </inkml:context>
    <inkml:brush xml:id="br0">
      <inkml:brushProperty name="width" value="0.05292" units="cm"/>
      <inkml:brushProperty name="height" value="0.05292" units="cm"/>
      <inkml:brushProperty name="color" value="#FF0000"/>
    </inkml:brush>
  </inkml:definitions>
  <inkml:trace contextRef="#ctx0" brushRef="#br0">11857 6030 76 0,'0'-2'0'15,"0"0"15"-15,0 0 7 0,-2 1 7 0,1-1 4 16,-1 0-12-16,0 0-3 0,0 0-15 0,0 0 6 16,0 0-5-16,0 1 16 0,1-1 7 0,-1 0 1 0,-2 0 1 15,2 0 1-15,0 0 7 0,0 0-10 0,1 1 9 16,-1-1-15-16,0 0 4 0,0 0 2 0,0 0-1 16,0 0-7-16,0 0-5 0,1 1-7 0,-1-1 5 15,0 0-1-15,0 2-10 0,0 0 6 0,0 0-7 16,0 0 8-16,2 0 0 0,0 0-2 0,0 0 1 15,0 0-1-15,0 0 1 0,0 0 1 0,0 0-1 0,0 2 5 16,0 0 10-16,2-2-7 0,0 0 7 0,0 0-1 16,2 0 4-16,11 1 3 0,7 1-3 0,9 0-3 15,1 0 1-15,-2-2-2 0,5 0 1 0,-5-2 1 16,11-2-6-16,-2-1 2 0,5-3-3 0,4 3-2 0,-3-3 7 16,3 3-6-16,-1-1 6 0,-1-1-7 0,6 1-3 15,2-1-1-15,5-1-1 0,1 1 1 0,10 0-3 16,5-1 0-16,3 1-2 0,5-1-4 0,-7 1 6 15,0-1 0-15,-3-1 1 0,-3 2-9 0,6-1 3 16,4 1-1-16,4-1 4 0,3 3-5 0,0-1 4 16,-5 3-4-16,-8-3 4 0,-1 2-10 0,-6 1 6 15,-2-1-1-15,9 2 2 0,0 0 0 0,6 0 0 0,0 2 2 16,0 0 0-16,-2-2-3 0,-8 1 1 0,-1-1 0 16,-4 2 0-16,-4-2-2 0,4 2 1 15,2 0 0-15,3 0 2 0,7 0 0 0,-1-2-1 0,2 2-1 16,-6-2 0-16,-3 2 0 0,0-2 1 0,-6 0 0 15,2 2 0-15,-2-1-6 0,5-1 6 0,1 0 0 0,2 2 4 16,-1-2-5-16,-1 2 4 0,-2-2-2 0,-4 0 3 16,-5 0-3-16,-7 1 0 0,-2-1-3 0,-5-2 0 15,3 2-6-15,-6-2 8 0,-1 3 0 0,-2-1 4 16,-3 0 0-16,0 0-4 0,-3 0 1 0,-3 0-2 16,3 0 0-16,-8 1 3 0,-2-1 3 0,-7 0-1 15,-2 0 9-15,0 0-5 0,-7 2 5 0,3-2-4 16,0 0 11-16,-5 1-12 0,0-1 1 0,0 0-4 0,-1 0 0 15,-1 0-6-15,0 0 1 0,0 0-3 0,-2 1-6 16,0-1-7-16,-2 0-6 0,0 0-2 0,-3 2-41 16,-20-4-16-16,-4 2-2 0,-8 1-4 0,-1 1 3 0,-4 0 5 15,-5 0-7-15,1 0 5 0,-1 0-13 0,-1 0 28 16,-4 1 3-16,-4 3 6 0,-10-2 4 0,-5 4 3 16,-5-1-3-16,-11 1 0 0,3-1-44 0</inkml:trace>
  <inkml:trace contextRef="#ctx0" brushRef="#br0" timeOffset="576.2">11978 5982 39 0,'-2'0'13'0,"-3"0"0"0,-34 0 12 0,3 0 1 15,7 0 3-15,3 0 5 0,0 0-1 0,1 0 1 0,3 2-9 16,0-1-12-16,0 1 9 0,1 0-8 0,3 0 16 16,1 0 4-16,2 0-1 0,0 0 2 0,4-1 3 15,0 1 10-15,2 0-7 0,3-2 8 0,1 2-3 0,1-2-11 16,2 0-1-16,-2 2-6 0,1 0-12 0,-1 0-5 15,2-1 3-15,0 1-6 0,0 0 2 0,2 0 1 16,0 0-1-16,2 0 0 0,0 0-12 0,2-1 10 16,16 11-5-16,6 1 7 0,2-4-6 0,-2-4 2 15,5 1-3-15,5 0 3 0,3-3-1 0,11 5 0 16,6-3 2-16,-1-1-2 0,8 0-5 0,-3-3 3 16,1 1 0-16,6 0 1 0,-6-2 5 0,2 0 1 15,4 2 1-15,2 0 1 0,7 0 3 0,4 0 4 0,7-1 3 16,4 1-1-16,0 0 4 0,-2-2-11 0,-2 0 4 15,-3 2-6-15,1 0 9 0,8 0-12 0,8 1 1 16,3 1-4-16,1 0 1 0,-4 3-3 0,-9-1 0 16,-1 1 0-16,2 3-3 0,8-5 6 0,-1 4-5 15,7-1 4-15,-1-4-9 0,-7-1 7 0,3-1-4 0,-6 0 7 16,1 4-1-16,9-5-5 0,1 1 5 0,3 0-6 16,0-2 1-16,-16 0 6 0,3-2-7 0,-6 2 6 15,3-2-7-15,5 2 1 0,-1 0 2 0,-5-1-1 16,-4-3-1-16,-5 2-2 0,-8 2 2 0,-6 0-1 15,-1 2 6-15,0 0-7 0,0 0 1 0,-1-1-3 16,-3 3 7-16,0 2 1 0,-9-1-4 0,-4 1-1 16,-4 1-24-16,-9 3-279 0</inkml:trace>
  <inkml:trace contextRef="#ctx0" brushRef="#br0" timeOffset="8012.44">17208 4554 24 0,'0'0'0'0,"0"0"6"0,0 0 4 16,0-2 3-16,0 0 4 0,0 0-5 0,0 2 0 15,0-2-1-15,0 2-7 0,0 0 5 0,0-1 2 16,0-1 16-16,0 0 6 0,0 0 1 0,0 0 4 0,0 0-4 15,0 0-9-15,0 1 3 0,0-1-18 0,0 2 0 16,0 0 6-16,0 0-5 0,0 0-2 0,0-2-4 16,0 2-1-16,2 0 1 0,0 0 7 0,-2 0-1 15,0 0-3-15,2 0 2 0,0 0-1 0,0 0 6 16,-2 0 3-16,2 0-1 0,-1 0 2 0,-1 0-1 16,2 2-1-16,-2-2 1 0,2 2-1 0,0-1-6 15,0 1-1-15,0 0-1 0,0 0-13 0,-1 2 11 16,1-1-7-16,0 5 9 0,0 1-12 0,2 0 4 0,-1 3 3 15,1-3 1-15,2 4-1 0,-3-2 2 0,1-2-4 16,2 2 4-16,-3-1 3 0,1-3-7 0,-2-1 10 16,4 3-10-16,-5-3 9 0,5 5-1 0,-4-6-3 15,2 3 3-15,-1 1 1 0,-1-3-7 0,2 1 6 0,-2-1-4 16,1-1 14-16,1 1-3 0,-2-3 0 0,0 1-1 16,2 2-6-16,-3-3 4 0,1 1-5 0,2 0 5 15,2 0-6-15,3-3 2 0,-5 1 0 0,-3-2 0 16,1 0 3-16,2 2 8 0,2 2 2 0,-3-2 0 15,1 0-1-15,3 1-6 0,4 1-3 0,4-2 1 16,6 0 1-16,-1-2-10 0,4-2 4 0,-1-2-6 16,-1-3 7-16,6-4 3 0,-2-2 1 0,5-6 0 0,1 0-2 15,-1 6-1-15,7-20 4 0,2-8-3 0,5-2 1 16,3 3 0-16,6-7-9 0,9 3 5 0,10 1-9 16,5-2 0-16,1 3-3 0,5 3-1 0,-8-2-13 0,-2 4-172 15,-1 5-38-15</inkml:trace>
  <inkml:trace contextRef="#ctx0" brushRef="#br0" timeOffset="13957.11">13107 12452 256 0,'0'0'-82'0,"0"0"44"0,0 0-21 0,0 0 0 16,0 0 62-16,0 0-3 0,-2-2 10 0,0 1 3 15,0-1-1-15,0 0 7 0,1 0-11 0,-1 0 5 0,0 0-4 16,0 0 17-16,0 1 9 0,0-3 0 0,0 0 3 16,2 2 8-16,-1-3-10 0,-1-1-1 0,0 1-4 15,0-1-7-15,2 4 7 0,-2-3-5 0,0-1 4 16,0 2-18-16,1 1 0 0,-1-1-1 0,0 0 0 16,0 1-9-16,0-1 8 0,0 0-8 0,-7 0 8 15,2-1-8-15,-3 1 2 0,3 0 5 0,-6-1-5 16,2 1 2-16,0 0 5 0,-2-1-5 0,3 1 5 0,-8 0-4 15,-3 1-3-15,1-1-2 0,-2 2 0 16,3-11-2-16,-1 2-1 0,-3 2 3 0,-4 1-1 0,1 5 6 16,-2-1-10-16,-4 2 7 0,2 2-7 0,1 0 11 15,-3 0-7-15,4 2 2 0,-1 0-3 0,1 0 4 0,-2 1-2 16,2 1 1-16,0 0 0 0,2-1-2 0,2 3 4 16,-2 0-3-16,0-1 4 0,0 1 2 0,0-1-2 15,6 1 2-15,-6 1-2 0,-4 3 5 0,2-1-9 16,-1 0 5-16,-1 0-7 0,6 1 0 0,-2 1 5 15,2 0-5-15,3-2 4 0,1 1-4 0,5-3 3 16,0 2-1-16,0 0 0 0,4-1-7 0,-2-4 7 16,4 14-4-16,-1 1 5 0,1 1-6 0,2 2 4 15,-3 1 0-15,5 3 1 0,-1 0-2 0,3 3-4 0,-1-1 4 16,2-2-2-16,-4 2 1 0,3 2 3 0,1 3-2 16,-4 1 3-16,4 1-3 0,-16-3 3 0,3-3-1 15,6 1 0-15,5-4-7 0,0 0 4 0,2 0 1 0,1-4 1 16,1 4-1-16,0 0-1 0,0 2 1 0,1 2 2 15,3-1-1-15,0 3-1 0,3 1-2 0,3 1 2 16,3 3 9-16,0 2-9 0,3 4 7 0,3 3-8 16,-1-3 10-16,5 1-5 0,-21-1 0 0,22-6 0 15,4 6 6-15,-1-6 1 0,3-2 0 0,0-3 0 16,3-4 0-16,-3-2 8 0,-2-2-1 0,0 0 2 16,-2-2-5-16,0 2-3 0,3-1 2 0,1-1-1 0,2-2 10 15,1-1-6-15,2-2-1 0,4-2-2 0,4 1-3 16,2-5-4-16,3-3 3 0,9-1-3 0,-1-3-3 15,4-2 4-15,-1 0-7 0,-9 24 7 0,-2-13-7 16,-1-8 4-16,-5-5-2 0,-1 0 2 0,-2-3-3 0,-2-3-2 16,4 0 4-16,-4-1-4 0,4-2 5 0,-2-2-1 15,2-1-4-15,-2-1 3 0,2 0 3 0,0-1-7 16,-2-1 5-16,2-2-4 0,-4 0 9 0,-4 1-7 16,1-3 2-16,-5 0-4 0,-3 18 0 0,-2-24 8 15,-3-2-6-15,-1-5 5 0,-3-3-10 0,0-4 1 16,-4-4 3-16,-2-1 0 0,0-5 6 0,-2-1-7 15,1-2 3-15,-5 2-3 0,3 4 8 0,-3-3-6 0,19 5 1 16,-11-1-1-16,-5 1 4 0,-8 3-1 0,0 0 0 16,-4 2 1-16,-2 2 3 0,-1-2-7 0,-4-4 7 15,-2-3-5-15,-4-6 14 0,-3-6-12 0,-3 2 2 16,-3-5-5-16,-1 5 3 0,19 4 3 0,-25 4-7 16,-4 5 5-16,-8-1-7 0,-1 3 6 0,-3 2-1 0,-4 4 1 15,2 3-3-15,-4 4-8 0,-1 6 5 0,-2 2-6 16,-5 1 3-16,-2 4 1 0,-7 4-8 0,-14 6 4 15,-8-1-22-15,-10 4-71 0,-2-33-18 0,6 29-39 16,7 16-264-16</inkml:trace>
  <inkml:trace contextRef="#ctx0" brushRef="#br0" timeOffset="20122.05">23458 3234 256 0,'2'0'-16'0,"0"0"16"0,0 0 11 0,1-2 5 15,1 0 18-15,0 0-4 0,-2 2-17 0,7-4 1 16,2-1-6-16,0-1-10 0,-3 3 9 0,5-3-6 15,-6 2 7-15,2 1-3 0,6-5 11 0,-5 4-1 16,8-5 3-16,-3 4-2 0,2-3-7 0,-1 1 4 16,-1-1-3-16,-2 1 5 0,-2-1 0 0,2 1 1 0,-5 1-2 15,3-1 0-15,-4 1 3 0,1 1 0 0,-3 1 2 16,1 0 2-16,-1 1 0 0,-3-8-3 0,4 7 2 16,-4-4-4-16,0 1 3 0,-2 5 2 0,1-2 0 15,3-1 0-15,0 1 3 0,0 0-6 0,-4 3 5 16,1-3-6-16,1 0-4 0,0 2-2 0,-2 0 0 15,0 1-2-15,0 1-4 0,-2 0 5 0,0 1-5 0,1-1 5 16,-16 12-6-16,2-11 5 0,-2 22-5 0,1 1 4 16,1 0-9-16,-4-2 2 0,1 2-3 0,-3 1 3 15,1 1 4-15,5 0-4 0,2 3 3 0,-2 3-12 0,0 3 7 16,-3 2-1-16,-3 0 4 0,12 2 4 0,-2 6-5 16,5 3 2-16,1 2-3 0,-3 4-1 0,5 0 3 15,-7-4-2-15,7-3 4 0,-5-12-3 0,6-4-6 16,-14-5 7-16,4-1-5 0,5-1 8 0,3-8 0 15,4 1-3-15,0-4 3 0,0-2-9 0,2-1 12 16,0-3-6-16,-2-3 11 0,2-1-5 0,2 1-2 16,-1-2 1-16,14 9-3 0,-6-5-5 0,8-1-2 15,1-3 2-15,-11-2-4 0,4-2-23 0,4-3-25 0,-6-1-8 16,8-5-3-16,1-4-10 0,-1 2-15 0,5-20-14 16,-7-8-7-16,3-4-83 0</inkml:trace>
  <inkml:trace contextRef="#ctx0" brushRef="#br0" timeOffset="20300.29">23941 2898 427 0,'0'-11'69'0,"-2"-38"151"16,0 8-184-16,2 8 7 0,2 3-1 0,0 10 0 16,0 1-25-16,0 10-6 0,-1 2-8 0,1 3 3 0,0 0-7 15,0 2-10-15,0 0 2 0,0 1-7 0,0 1-13 16,-1 0-56-16,1 1-11 0,0 3-25 0,2 17-138 15</inkml:trace>
  <inkml:trace contextRef="#ctx0" brushRef="#br0" timeOffset="20684.93">23984 3949 813 0,'0'-2'5'0,"1"0"-2"0,1 0 5 16,0-2-3-16,0-1 2 0,5-6-1 0,-1 1-3 0,3-5 3 15,-5 10-6-15,0-1-7 0,-1 1 7 0,-1 1 0 16,2-2 3-16,0-3 3 0,-1 2-1 0,1-4 7 16,-2 3-3-16,0-1 7 0,-2-4 12 0,0 0-9 0,-2 2 10 15,0 5-13-15,-2-1-2 0,1-1 6 0,1-1-3 16,-15 3 3-16,-1-7-10 0,-1 6 0 0,-3 3-2 15,-1 4-2-15,3 2-2 0,-2 6 0 0,1 3 0 16,3-6 5-16,-1 25-6 0,2 0 1 0,-1-4-2 16,1-2-2-16,4 0-1 0,-2 0-1 0,6 0 1 15,2-1 9-15,1-3-3 0,4 2-3 0,0-3 0 16,-11-1-9-16,4 3 11 0,5-3 1 0,4 1 3 0,4-2-2 16,2-2-3-16,3-1 8 0,-5-1-7 0,22-1 6 15,1-5 0-15,7 0-4 0,-1-1 3 0,1-2-2 0,1-1-7 16,-2 18-2-16,3-8-3 0,-1-6-19 0,-2-5-18 15,5-2-7-15,-1-2-6 0,2-3-38 0,0-3-55 16,-4-1-31-16</inkml:trace>
  <inkml:trace contextRef="#ctx0" brushRef="#br0" timeOffset="21063.65">24689 3483 388 0,'0'0'64'0,"0"0"-21"0,-2-2 57 0,0 0-11 0,1 0-55 16,-1 0-6-16,0 0-4 0,0 0 0 0,2 1-10 15,0-1-5-15,0 0-2 0,0 0-1 0,2 0-3 16,0 0 2-16,0 0 6 0,1 1-1 0,8-3 18 16,10 0-4-16,1-1 2 0,2-1-4 0,-1 2-9 0,-1 1-6 15,2 1-3-15,-5 0 1 0,3 2-6 0,-4 0 0 16,-1 0 1-16,2 0 0 0,-4 0-2 0,-4 0-4 15,-4 0-8-15,-1 0 2 0,-4 0-40 0,1 2-66 16,1 0-5-16,-2-1-23 0,0 1-47 0</inkml:trace>
  <inkml:trace contextRef="#ctx0" brushRef="#br0" timeOffset="21233.58">24630 3631 248 0,'0'0'92'0,"0"0"-20"0,-2 0 83 16,0 0-13-16,0 0-65 0,0 0-31 0,0-2 0 15,1 0-10-15,-1 0-4 0,2 1-4 0,0-1 1 0,0 0-2 16,2 0-2-16,-1 0-4 0,3 0-6 0,15-3 1 16,7-3-10-16,0 1-2 0,0 1 3 0,2 3-3 15,-4 1-13-15,2 0-10 0,0 2-15 0,0 0 3 16,0 0-34-16,-2 0-99 0,2 0-10 0</inkml:trace>
  <inkml:trace contextRef="#ctx0" brushRef="#br0" timeOffset="22013.68">26291 2970 389 0,'0'-2'16'15,"0"0"-2"-15,4-14 9 0,5-14-3 0,-1 4-1 16,-1 2-4-16,-1 3-7 0,-1 3 6 0,-1 3-6 16,0 0 6-16,0 0-5 0,-3 4-2 0,1 0 2 15,-2 2 8-15,0-2 10 0,0 3 3 0,0 3 2 16,0-1 11-16,0 2-8 0,0 1-4 0,-2-1-2 0,1 0-6 16,-1 2-7-16,0 0-1 0,0 2-3 0,0 0-6 15,0 2 0-15,0 2 0 0,-7 13-2 0,-4 14-4 0,2 5 0 16,4-3 3-16,-1 4-2 0,3 0 5 15,-1 0-7-15,1-1 3 0,-1-1-2 0,2-5-3 0,1-1 8 16,-1-1-6-16,0-4 5 0,0-1-9 0,1-1 6 16,-1-2 2-16,2 1 2 0,-2-1 1 0,1 1-6 15,-1-3 1-15,0-1-1 0,1 1 7 0,-1-1-3 16,2-4 1-16,-2 0-2 0,1-2-3 0,-1-1 1 16,0-1 4-16,0-2-2 0,1-1 3 0,-5 1 5 15,-7-1-11-15,2-1 8 0,2 1-8 0,-5 0 5 16,-1-3-1-16,0 3 0 0,-1 7-4 0,-1-2 7 0,0-4-2 15,1-1 2-15,5-2-7 0,-4-1-3 0,6-1 2 16,-6 0-2-16,1-2 13 0,3 0-9 0,-4 0 4 16,8 0-6-16,-3 0 3 0,3 0-2 0,2 0 4 15,-1 0-2-15,5 0 10 0,-1 0-6 0,0 0 0 16,0 0-2-16,3 0 1 0,-1 0 10 0,0 0-2 0,2 0 5 16,2 0 2-16,0 0-9 0,11 0 3 0,22-2-5 15,2-1 3-15,2-1-2 0,6 2 1 0,-3-2-2 16,1 2-10-16,-4 1 5 0,-4-1-3 0,1 0 6 15,-5 0-7-15,-1 0 3 0,-1 2-3 0,-3 0 3 16,-1-2-7-16,-3 0 1 0,0 1-2 0,-7-1 2 0,-2 0 1 16,-2 0-13-16,-2 0 0 0,-5 2-6 0,0-2-11 15,0 0-8-15,-1-1-3 0,1-5-4 0,2-7-40 16,-3 1-18-16,-3-3-2 0,0 0-5 0,-3 0-7 16</inkml:trace>
  <inkml:trace contextRef="#ctx0" brushRef="#br0" timeOffset="22216.45">25931 2816 496 0,'0'-2'55'0,"0"-2"-5"0,-3-12 17 15,-1-8 14-15,2 5-23 0,2 4-2 0,2 4-18 16,2 2-11-16,1 1 3 0,25 1-12 0,9 3-7 16,4-1 8-16,7 1-8 0,-2 0 3 0,4-1 1 0,2 1 1 15,3 0 0-15,3 0 1 0,5 1-7 0,-2 1-4 16,-4-26 0-16,1 15-5 0,-10 9 2 0,-6 4-4 15,-5 0 1-15,-3 4-11 0,-12 0-4 0,-2 1-4 16,-5 1-3-16,-4-1-49 0,0 3-90 0,-4-3-28 0</inkml:trace>
  <inkml:trace contextRef="#ctx0" brushRef="#br0" timeOffset="22562.38">26858 3163 759 0,'0'-2'160'16,"0"0"-228"-16,0 1 191 0,0-3-109 0,0 0 1 15,0 0-9-15,0 3 0 0,-2-3-4 0,-2 0-8 0,1 2 6 16,-22-5-2-16,1 7 1 0,2 2-7 0,-2 3 7 16,5 1-2-16,1 1 4 0,-1 3 5 0,4-3-7 15,8-3 3-15,1-1-5 0,3-1 2 0,-7 9 2 16,3 1-2-16,3 1 2 0,4-2-6 0,0 4 7 15,2-2-5-15,4 1 5 0,3 5-9 0,2-2 10 16,-4 1-3-16,12 1 5 0,0-1-5 0,-1-1 0 16,-1 2 2-16,-2-3-2 0,-4 3-1 0,-2 1 0 15,-1-1 1-15,-7 0 0 0,3-1 1 0,7-1 11 0,-1 3 3 16,-5-3 4-16,-3-2 14 0,-2-2-1 0,-2-4 1 16,-2-2-2-16,-9 3-2 0,-14-7-16 0,-7-1 1 15,3 17-6-15,-1-8-2 0,-3-4 4 0,-1-5-9 16,5-2 6-16,1-3-9 0,8-3-10 0,3-1 0 0,4 1-7 15,4-1-42-15,2-1-41 0,5 3-1 0,-7-12-17 16,4 4-44-16,1-6-78 0</inkml:trace>
  <inkml:trace contextRef="#ctx0" brushRef="#br0" timeOffset="23327.53">27385 3185 224 0,'0'0'42'15,"0"0"-2"-15,0 0 5 0,0 0-9 0,0 0-8 16,-2 0-18-16,0 0-6 0,1 0 2 0,-1 0-4 16,0 0 7-16,0 0 1 0,2 0 2 0,0 0-1 0,0 0 10 15,0 0-5-15,0 0 11 0,0 0-7 0,2 0 23 16,0 0-7-16,0 0 3 0,1 0-4 0,1 0 1 0,11 0-6 16,7 0-2-16,0 0-1 0,4 0-11 0,-3-1-8 15,-1-1-1-15,4 0 0 0,2-2 7 0,0 0-12 16,3 1 6-16,-3-3-8 0,-4 1 1 0,4-1 7 15,-4 0-3-15,0-3 4 0,-1 0-5 0,-5 0-1 16,3-3 1-16,-5 1-1 0,1 0-1 0,-4 4 5 16,-2-14 0-16,0 3 1 0,-1 1 2 0,-5-2 6 15,1-1-2-15,-4 0 3 0,1 1 5 0,8 2 0 16,-1 1 1-16,-5-1-2 0,-3 2-7 0,-2 0-10 16,0 0 2-16,0 8-3 0,-4-6 8 0,-1 2-7 0,-1 2 1 15,1-1-4-15,-14 5-1 0,-1-1-1 0,-3 4 5 16,1-13-3-16,0 4 8 0,0 4-7 0,-3 3 0 15,3 4-2-15,0 2-1 0,-2 4 4 0,1 5-2 16,-1 4 4-16,0-10-9 0,-2 21 7 0,6 2-3 16,-6 2 5-16,5-1-5 0,1 1-4 0,-2-2 3 0,9-4-2 15,-2 2 9-15,4-4-4 0,5 2 4 0,1-1-5 16,-3-1 3-16,6-3 0 0,-1-1-7 0,-9-1 3 16,5-2-11-16,3 1 6 0,4-1 5 0,6 2 0 15,1-4 3-15,12 0 2 0,14-4 2 0,6-1 0 16,6-1 2-16,-1-5 0 0,10 0-3 0,2 26 3 15,0-17-11-15,5-7 2 0,0-6-3 0,6-2 3 0,-2-2-24 16,2 1-34-16,-8-3-8 0,-5 1-10 0,-8 0-39 16,-5-3-69-16,0 1-30 0</inkml:trace>
  <inkml:trace contextRef="#ctx0" brushRef="#br0" timeOffset="24041.25">28501 1709 73 0,'0'-2'37'16,"0"1"4"-16,0-1 31 0,0-2 0 0,0 2-31 0,0-7 3 16,0-2-7-16,0 3 4 0,0 1-16 0,0 1-8 15,0 3 2-15,0-1-4 0,0 2-3 0,0 0-3 16,0 0 1-16,0-1 0 0,0-1 15 0,0 0-5 16,0 2 7-16,0 1-8 0,0-1 10 0,0 0 1 15,0 2 3-15,0 0-2 0,0 2-5 0,0 0-9 16,0 1-5-16,-6 23 1 0,1 4-7 0,-1 3-5 15,1 3 2-15,-1-1-1 0,1 2 6 0,1 0-6 16,2-2 2-16,0 3-2 0,2-1 3 0,0-8 4 0,0 1-6 16,0-4 4-16,2-4-9 0,0-5 9 0,2 0-2 15,-1-4 5-15,-1-8-10 0,2 3 8 0,3 5-4 16,-5-9 5-16,4 3-7 0,-6-5 2 0,11 7-1 0,-2-3 2 16,0-3-3-16,3-1-2 0,-3-2 1 0,4 0-2 15,0-2 1-15,-4-1-1 0,2-5 3 0,0-1-1 16,-1-15 8-16,1-6-4 0,-2-1-4 0,2-3 2 15,-1-3-3-15,1 2 0 0,4-1 6 0,-4 1-4 16,5 4 4-16,1-3-4 0,-2 1-1 0,4 1 1 16,-3 2 0-16,-3 3 6 0,8 2 1 0,-3 3 1 15,-1 4-2-15,-2 1-3 0,-8 4-1 0,-3 2-1 16,0 2-5-16,1 1 2 0,3-1-3 0,-3 1 3 0,1-1 0 16,-6 7-8-16,0 0-1 0,2-1-7 0,-1-1-27 15,1 2-62-15,-2 0-30 0,0 0-18 0,0 1-182 0</inkml:trace>
  <inkml:trace contextRef="#ctx0" brushRef="#br0" timeOffset="24804.83">28919 1839 140 0,'0'0'58'15,"0"0"1"-15,0-2-8 0,0 1-11 0,0-1-16 0,2 0-20 16,-1 0-1-16,1 2 1 0,-2 0-1 0,0 2 1 16,0 0-4-16,0 1 2 0,-3 16 0 0,-7 9 12 15,-3 5 2-15,2 8-1 0,-2 2 1 0,0-2-1 0,2-4 7 16,0-4-2-16,2-3 3 0,-1-6-7 0,3-5 15 16,0-1 3-16,1-3 5 0,2-2 9 0,2-2-24 15,1-3 4-15,1-5-11 0,0 1 0 0,-2 2-8 16,2-4-2-16,-2 1 0 0,0 1 6 0,0 0-2 15,2-2-4-15,0-1 1 0,0-1-8 0,0 0 0 16,0-1 4-16,2-1-3 0,0-2-1 0,3-9 2 16,7-13 1-16,0-7 0 0,3-3-2 0,0 3-1 15,-2-4 0-15,0 1 0 0,0 7-1 0,0-3 1 16,2 2-2-16,-2 6 2 0,0 0 4 0,-2 4-6 0,0 3 2 16,-9 0-3-16,15 4 9 0,0 2-6 0,-1 4 3 15,-1-3-4-15,2 7 8 0,1-1-2 0,3 0-4 16,1-11 2-16,-5 8-3 0,-2 1 2 0,-4 5 5 15,-2 1-3-15,-1 0 1 0,-5 0 12 0,-1 0-10 0,7 13 9 16,1 7-16-16,-5 4 1 0,-5 0 3 0,-3 4-1 16,-3-4 11-16,-7 6-5 0,2-6-1 0,-2-3-1 15,4-7-3-15,7-2-1 0,-15-1-1 0,13 2 0 16,-5-2 0-16,3 0 7 0,5-5-4 0,-3-1 2 16,2-1-12-16,0 0-13 0,0-1 7 0,0 1-9 15,2 2 5-15,0-3 7 0,2 1 0 0,0 0 4 16,2-1 9-16,7 5-3 0,9 5-4 0,-3-2 2 0,-2-2 4 15,-6-1-4-15,-5-6 6 0,-2 9-6 0,7 2 14 16,0 5 6-16,-3 1 1 0,-4-1 0 0,-4-3-9 0,-4 0 5 16,-1-4-6-16,0-3 6 0,-12 1-11 0,-1-2 2 15,-1-1 1-15,-3-2 0 0,0-3 1 0,2 14-4 16,3-5 0-16,2-5-2 0,2-1 3 0,1 0-7 16,-1-3-2-16,7-1-2 0,1 0-9 0,1 0-10 15,3 0-5-15,-1 0-7 0,0 0-55 0,2 0 14 16,0-1-11-16,1-1 11 0,1 0-28 0,0 0-30 15,1 0-20-15</inkml:trace>
  <inkml:trace contextRef="#ctx0" brushRef="#br0" timeOffset="25124.6">29405 1988 336 0,'0'-2'212'0,"0"0"-292"0,0-2 254 0,0-9-144 15,0 2-15-15,0 6 1 0,0 1-4 0,0 0 1 16,0 1-19-16,0-1 6 0,0 2-5 0,0 0 5 16,0 2-5-16,0 0 4 0,-2 2 0 0,1 0 2 15,-1 2 9-15,-6 10-1 0,-3 12-1 0,4-7 0 0,-1 3 8 16,3-5-1-16,-3 2 4 0,1 3-3 0,-1-2 1 16,3 1-9-16,-1-3 8 0,3 3-8 0,1-8 14 15,2 0-8-15,0-4 0 0,0-2-2 0,0 5 1 0,0-7-6 16,2 1-2-16,1-1 0 0,-3-3-3 0,21 0 5 15,1 2-1-15,4 12 2 0,0-4-8 0,0-5 3 16,2-1-3-16,-2-5 4 0,0-1-2 0,0 0 0 16,2 0-2-16,-4 0 1 0,0-1-1 0,-6-3 1 15,-14 4-4-15,4-2 1 0,-5 0-17 0,1 0-1 16,-2 2-2-16,2-2-4 0,-1 1-54 0,1-3-43 16,-2 0 0-16,0 0-14 0,-2 3-25 0</inkml:trace>
  <inkml:trace contextRef="#ctx0" brushRef="#br0" timeOffset="25486.48">29351 2096 257 0,'0'0'82'0,"0"-2"-68"0,0 0 91 0,0 0-36 16,0 0-25-16,0 0 4 0,0 0 0 0,0 1 2 16,0 1 1-16,0 0-29 0,0 0 3 0,0 0-11 15,2 0-7-15,0 0 6 0,2 0-6 0,9 1 5 16,7 1-6-16,3 0-5 0,-1 0 0 0,2 0-2 15,-6-2-3-15,3 2 5 0,-4 0-4 0,-8-2 3 0,2 0-16 16,-5 0 2-16,-1 0 2 0,-1-2 0 0,0 0 3 16,-3-4-10-16,12-12 4 0,-3-1-4 0,-3-3 8 15,-3 3 0-15,-2 1 2 0,-2-1-1 0,-2-1 9 16,-2 1 1-16,-1 1 1 0,-1-1 0 0,0 4 4 0,-1 0 1 16,0-1 6-16,1 4-3 0,0-1 16 0,3 2 17 15,-1 2-3-15,2 2 9 0,0-3 10 0,2 5-15 16,0-3 1-16,0 3-10 0,0 1-26 0,0 0 1 15,2 1-5-15,-2 1 5 0,21 0-2 0,8-17-5 16,3 6 0-16,-8 6-1 0,-2 3-4 0,1 0-1 16,-1 3 0-16,2 1-1 0,0 0-7 0,4 1-6 15,-11 1-9-15,5 0 1 0,0 2-25 0,-5 0-21 16,5 1 2-16,-3-1-10 0,-4 0-6 0,-2-1-131 0</inkml:trace>
  <inkml:trace contextRef="#ctx0" brushRef="#br0" timeOffset="25798.2">30163 1797 686 0,'0'0'16'16,"0"0"-1"-16,0-2 13 0,0 0-5 0,-2 0-2 16,0 0-22-16,0 0-1 0,0 0 0 0,0 1 1 15,-1 1 0-15,-1 0 6 0,0 0-6 0,2 0 5 0,-7 1-3 16,2 3-1-16,-3 0 3 0,1 1-3 0,0-3 12 15,0 15 3-15,-2 5 0 0,-1 1-1 0,-6 8-14 16,1 3 2-16,-3 8 1 0,-3 7 2 0,3 1 3 0,-8-4-8 16,-3-7 0-16,-3-4-1 0,1-5 5 0,3 2-5 15,6-4 3-15,7-6-4 0,0 0 6 0,3-3-3 16,-1-1-1-16,0-3 0 0,2 2-2 0,0-6-1 16,0 2 2-16,5-2-2 0,-3 0-8 0,8 0-29 15,-1-3-2-15,2-1-12 0,0-3-33 0,0 0-56 16,2-3 5-16,0 1-15 0,0 0 52 0</inkml:trace>
  <inkml:trace contextRef="#ctx0" brushRef="#br0" timeOffset="26188.59">30029 2326 252 0,'0'-2'52'15,"0"0"80"-15,0 0-88 0,2 0-20 0,0-1 0 0,0-1-7 16,0 0-14-16,-1 0 3 0,1 3-5 0,0-1 6 15,0 0 4-15,0 0 0 0,0 0-3 0,0 0 3 16,-2 2 8-16,0 0-4 0,0 0 11 0,0 0-8 16,0 2 8-16,0 0-7 0,0 0-1 0,0 2-2 15,0-1-4-15,0 1-3 0,0 9-2 0,0 0 0 16,-2 4-7-16,-2-1 7 0,0 1-5 0,1 4 6 16,-1-5-12-16,-2 3 5 0,1-1 0 0,-1 1 3 0,1-2-3 15,1-2 5-15,0-2-4 0,2-2 5 0,0-2-6 16,2-2 4-16,0-1 2 0,0-4 1 0,0 0 9 15,0 1-2-15,0 1 6 0,2-2-3 0,0 0 14 0,0 0-12 16,0-2-2-16,16-4 0 0,1-3 7 0,0-3-1 16,1-3 2-16,0 8-2 0,1-16-2 0,-1-1-5 15,1 3 2-15,-3-1-4 0,1 0-3 0,-1 1-8 16,-5-1 5-16,4 5-6 0,-4-6 4 0,0 3-6 16,2 1-2-16,-8-2 0 0,1 5 1 0,-1 3-2 15,-3-2 0-15,-2 0-3 0,1 3-1 0,5 1-7 16,-6 5-5-16,-2 2-9 0,3-1-100 0,-1-1-77 15,0 2-61-15</inkml:trace>
  <inkml:trace contextRef="#ctx0" brushRef="#br0" timeOffset="26471.57">30540 2595 796 0,'0'-2'19'0,"0"0"-15"0,2 0 17 0,-1 1-7 16,1-1-13-16,-2 0-5 0,0 0-1 0,0 0-1 15,0 0-2-15,0 2 2 0,0 0-1 0,-2 0-1 0,1 2-10 16,-3 0 10-16,-2 0 3 0,-9 20 3 0,-3 0 12 16,3 1-3-16,0 3 3 0,4 0-3 0,-4-2 1 0,4 4-4 15,4-4 2-15,-1 2 0 0,3 2-1 0,1-10 2 16,-2 1-8-16,3-6 5 0,-7 0-11 0,3 0-4 15,1-2-3-15,4-6-2 0,1 1-28 0,1-4-5 16,0 0 1-16,-2 1-2 0,0 1-13 0,2-2-40 16,0 0-8-16</inkml:trace>
  <inkml:trace contextRef="#ctx0" brushRef="#br0" timeOffset="26673.93">30237 2554 489 0,'0'-2'134'0,"0"0"37"0,2 1-67 0,0-3-76 0,-2 2-6 15,3-4-5-15,1 3-9 0,15-10-2 0,3 2-2 16,0 3-5-16,2 3 1 0,8 1 1 0,1 2 0 16,6 0 2-16,10 2-3 0,-5 0 3 0,3 0-3 15,3 0 3-15,-7 2-4 0,-6 0 1 0,-6 0-4 16,-3 1-18-16,-11-1-109 0</inkml:trace>
  <inkml:trace contextRef="#ctx0" brushRef="#br0" timeOffset="27807.02">25265 4758 74 0,'0'0'22'0,"0"0"21"15,0-2 13-15,0 0-24 0,-2 1-1 0,0-1-8 16,0 0-3-16,0 0 22 0,0 0 4 0,2-2 5 0,0 1 5 16,0-5-11-16,-1-3-3 0,-1 2-2 0,2-4-8 15,0 4-5-15,0-3 0 0,0-2-2 0,0 6 0 16,2-3-5-16,-1 5 1 0,3-3-5 0,0 4-6 0,-2 1 11 15,5-5-7-15,8-3 7 0,-2 3-13 0,2 0 2 16,-4 3 4-16,2 1-3 0,2 1-4 0,2 0 3 16,1 1-3-16,4-1 4 0,-1 4-2 0,-3 0-9 15,1 0 1-15,0 4-2 0,1-1 6 0,-1 5-2 16,-1 1 4-16,-3 0-3 0,-2-7 3 0,-2 20 2 16,2 4 0-16,-2 0 2 0,-1 2 6 0,-7-2-12 15,1-2-3-15,11-1-1 0,-4 1 1 0,-4 0-2 0,-3 0 9 16,-2 0-8-16,-2 0 12 0,0-1-6 0,-2 1-2 15,-2-2 0-15,1 4-1 0,-3-2 3 0,0 0 1 16,-1 2 0-16,-2-2-4 0,0 1 5 0,-4 4-1 16,1-3 2-16,1-2-5 0,0-1 7 0,0-5-5 15,-2 3 6-15,9 1-5 0,-16-3-4 0,-2 1 1 0,-1-7-1 16,1-2 3-16,0-3 2 0,-1-5-4 0,3 1 3 16,-6 13-5-16,2-8-3 0,5-5 6 0,-7-4-4 15,10 0 6-15,-3-2-2 0,0-4 1 0,12 3-1 16,1-1 0-16,3-9-4 0,-12-9 0 0,4-1-1 15,3-1 7-15,8 0-11 0,2-2 7 0,4 2-8 16,3 0 12-16,4 1-6 0,-7 1 0 0,18 2-2 0,2 1 0 16,-4 2 1-16,4 4 2 0,-2 2 1 0,4 0 6 15,-2 4-10-15,0-1 1 0,-2 5-3 0,-3 1 5 16,-3 0-6-16,-3-9-2 0,-2 3-1 0,-2 5 5 0,-3 1-10 16,1 0 1-16,0 0-7 0,2 2-28 0,0 0-33 15,-1 0 0-15,1 0-12 0,-2 0-19 0,0 0-81 16,4 2 22-16,-3 0-34 0,6 0 68 0</inkml:trace>
  <inkml:trace contextRef="#ctx0" brushRef="#br0" timeOffset="28134.73">26119 4819 384 0,'0'-2'216'0,"0"1"-310"0,0-1 260 16,0 0-150-16,4-11 9 0,-3 6-13 0,1-1 5 0,0 4-8 16,0 1 2-16,0 1-10 0,0 0 1 0,0 0-4 15,-1 0-7-15,1 2 14 0,-2 0-2 0,0 0 6 16,0 2-3-16,0 0 15 0,-2 0-1 0,1 0 6 16,-1 1 1-16,2-1-14 0,-6 9 4 0,-1 2-7 15,-1 0 3-15,-1 2-1 0,2-2-5 0,-3 4 3 16,1 1-1-16,0 1-4 0,1 0 2 0,1 3-4 15,1 0-3-15,3-1 1 0,1 1 4 0,2-2-1 16,0-1 4-16,2-4-8 0,-1-2-1 0,5 2-1 0,1-2 2 16,1-2 4-16,-6-2 1 0,11-2 1 0,2-3-8 15,-2 2-6-15,1 1-2 0,1 4-3 0,-2-3-23 0,-2-3-23 16,1-3-9-16,1 0-10 0,-2-2-91 0,-2-2-34 16</inkml:trace>
  <inkml:trace contextRef="#ctx0" brushRef="#br0" timeOffset="28291.2">26384 4454 765 0,'0'-4'207'0,"0"-2"-296"0,0-31 251 16,2 9-146-16,0 10-12 0,0 5-8 0,0 7 2 15,0 2-6-15,-1 1-1 0,1 1-67 0,0 0-11 0,0 0-28 16,0 2-124-16</inkml:trace>
  <inkml:trace contextRef="#ctx0" brushRef="#br0" timeOffset="28647.8">26967 4970 734 0,'0'-2'31'0,"0"0"-28"15,2 0 37-15,0-2-14 0,0 1 8 0,-2-3-15 16,0-3 0-16,0 3-6 0,0-1-9 0,0 1-3 16,0 3-2-16,-2-3-1 0,0 2-2 0,0 1 6 15,-1-3 6-15,-9 2 0 0,-2 2 16 0,-5 1-3 16,-1-1 5-16,-4 0-4 0,-1-15 10 0,1 6-2 16,-5 5-6-16,-3 5 2 0,0 1-13 0,5 3-6 15,4 3 6-15,-1 3-6 0,-4 4-2 0,2 0 2 16,4 2-8-16,5-11 4 0,8 16-6 0,2 2 3 15,5 1 0-15,-11-5 1 0,3 3-8 0,7-3 5 0,3-3-1 16,7 4 3-16,2-6 6 0,12 2 5 0,10-4-8 16,-1-6 5-16,11 3-10 0,4-3 3 0,5 3 5 15,-2-3-2-15,0-1-8 0,-3-2 0 0,-1 22 0 16,3-11 0-16,-5-6-7 0,-4-1-32 0,-5-2-9 0,-7-2-9 16,-2-1-46-16,-7 1-24 0,-2 0-62 0</inkml:trace>
  <inkml:trace contextRef="#ctx0" brushRef="#br0" timeOffset="29126.91">25519 5636 316 0,'-2'0'51'0,"0"0"77"0,-1-2-60 0,-1 2-13 0,-11-3-6 16,2-1-4-16,0 0-27 0,4 2 2 0,1 1-4 15,3 1 2-15,-1 0-10 0,3 0 6 0,1 0-2 16,-2 0 2-16,0 0-5 0,2 0-5 0,1 0 2 0,-1 0-1 16,2 0 7-16,0 0 4 0,2 0 0 0,-1 0 1 15,11 0 3-15,17 0-2 0,3 0-3 0,3 0 0 16,4 0-4-16,2 0 1 0,15-2 2 0,3 0-2 16,4 0 1-16,10 0 1 0,-5 0 3 0,3-1-1 15,3-1-1-15,-3 0-2 0,-3 2-4 0,-1 0 2 16,-2 1-7-16,8 1 2 0,-3 0-2 0,-3 0 3 15,0 0-6-15,-15 0 7 0,0 0-6 0,-9 1 6 0,-6 3-8 16,-9-2-2-16,-8 0 2 0,-3 0-2 0,-2 0 2 16,-4-1 5-16,0 1-6 0,-2 0 4 0,-2-2-4 15,-3 0-3-15,2 0 5 0,-1 0-3 0,-1 0 2 0,2 2-18 16,-3-2-6-16,-1 0-6 0,2 0-38 0,0 2-54 16,-1 0 2-16,1 0-24 0,-2-1-42 0</inkml:trace>
  <inkml:trace contextRef="#ctx0" brushRef="#br0" timeOffset="29641.76">26052 5868 375 0,'-2'0'22'0,"-2"0"-2"0,-14-1 11 0,-14-1-4 15,1 0-2-15,7 0-4 0,-1 0 2 0,3 2-1 0,4-2 2 16,8 2 15-16,-5-2-2 0,10 2 1 0,3 0-4 15,0 0-6-15,-2-1-10 0,3-1 7 0,-1 0-9 16,2 0 5-16,2 0-4 0,-1 0-3 0,1 2 1 16,24-15-3-16,8 1 10 0,1 4-1 0,-2 3 3 15,5 3-6-15,-7 2-9 0,1 0 3 0,-8 2-7 16,-2 4-4-16,-3 2 4 0,-3-1-4 0,-1 3 6 16,-2 1-5-16,-3 2 8 0,-1 13-5 0,-2 4 5 0,1 0-5 15,-3 4 4-15,1-1 0 0,-2 10-1 0,-3-2-12 16,1 0 11-16,22 4-5 0,-12-6 8 0,-7 4-5 15,-3-4 0-15,-2-4 4 0,-2-1-2 0,-2-8-1 0,-1 2 4 16,-1-6-1-16,-1-1 3 0,-2-1-3 0,-1-1 3 16,1-2 0-16,0-2 2 0,-2 0-2 0,-10-4-2 15,-3 1-4-15,-2-3 3 0,-2-1-5 0,0-3 1 16,0 16 1-16,4-8-1 0,-2-4-6 0,6-5 10 16,-2-2-9-16,7 0 11 0,4-2-9 0,-4-1-1 15,11 3 6-15,0-2-6 0,1 0 0 0,-1-2 7 16,-2-5-7-16,1-4 8 0,3 0 0 0,2-2-1 15,0 2 3-15,2 2-4 0,3 0-3 0,3 0-5 16,3-2 2-16,13 0-1 0,2 3 7 0,-2 1-6 0,2 4 1 16,2 1-2-16,-4 0 2 0,-3 2-2 0,1-13-5 15,-4 6 1-15,3 4-8 0,-4 3-10 0,-3 0-3 16,3 2-4-16,0 0-17 0,0 0-71 0,1 0-15 16,1 2-24-16,-3 0-89 0</inkml:trace>
  <inkml:trace contextRef="#ctx0" brushRef="#br0" timeOffset="30063.43">26776 6073 763 0,'-2'-4'86'16,"0"-2"-99"-16,-9-31 95 0,6 11-46 0,1 6-9 15,0 5-14-15,1 4 3 0,1 3-7 0,2 5-1 0,0-3-11 16,0 2 4-16,0 1-6 0,0-1 7 0,0 2 1 15,0 0-4-15,0 0 2 0,0 1-1 0,0-1 9 16,0 2 4-16,0 0 2 0,2 2 6 0,-2-1-1 16,0 1-4-16,1 28 3 0,-1 0-5 0,0 5-7 15,-3 4 2-15,-5 5-5 0,1-1-2 0,-2-4 1 16,-3 6-1-16,5-6 1 0,0 0 1 0,-1-4-3 16,3-5 0-16,-1-8-1 0,2 0-6 0,2-3 9 15,2 1-3-15,0-5 4 0,0 0 0 0,2 0-4 0,2-4 4 16,0 0-4-16,1-3 6 0,-1-3-7 0,5 1 3 15,10-4-2-15,-8 7 11 0,6 0-5 0,-1-3 4 16,1-3-5-16,4-3 2 0,-7 0-2 0,3-3 0 16,0-3 0-16,1-3 6 0,1-2-1 0,-2 9-3 0,-1-20 1 15,3-1 1-15,-2-1-3 0,1-2 4 0,1 4-5 16,-4-6-7-16,-1-2 4 0,-1 1-1 0,-1-9 3 16,-3 9-1-16,-2 3-4 0,1-2-2 0,-3 13-2 15,-1-4-1-15,0 8-16 0,-2 4-7 0,1 1-10 16,-3 4-69-16,4-1-29 0,0-1 0 0,-1 2-8 15,1 0-3-15,0 0-57 0</inkml:trace>
  <inkml:trace contextRef="#ctx0" brushRef="#br0" timeOffset="30638.62">27235 6407 343 0,'0'0'38'0,"0"0"-3"0,0 0 31 15,0 2-4-15,-2 0-2 0,0-1-17 0,-2 3-6 16,2 0 0-16,-9 9-2 0,-4 4-4 0,1-3 2 15,-3 1 0-15,2 4 0 0,-2-2-8 0,1 3 2 16,-1 0-4-16,0 1 4 0,0 1-5 0,3 2-9 16,-1 0-3-16,-2-1-1 0,2 1 3 0,0-4-10 15,2 1 4-15,2-3-6 0,4-3 0 0,3 0-6 0,0 0-2 16,1-8-3-16,1 4-5 0,-4-3-28 0,4-5 13 16,0 1-17-16,1 0 18 0,-1-2-3 0,0 0-4 15,0-2 3-15,2 0 5 0,0-2 12 0,0-2 3 16,0-2 3-16,6-14 9 0,1-4 3 0,0 3 2 15,3 1 1-15,1 0-6 0,0-1 7 0,2-1-5 0,0 2 7 16,0-1-1-16,0 3-5 0,-2 1 5 0,-2 2-3 16,3 0 16-16,-1 0-1 0,-2 2 1 0,-7 2-1 15,11 2 0-15,0 1 7 0,0-1-2 0,2 4 4 16,0-5-4-16,1 5 2 0,1 1 3 0,2 0-3 16,-3-7-5-16,-1 4-4 0,-6 3 2 0,-5 4 0 15,2 0 11-15,-3 0-2 0,-1 2-4 0,0 0 1 0,-2 1-15 16,0 5-4-16,-7 10 2 0,-6 5-3 0,5-3-6 15,-14 1 6-15,0-3-4 0,1-3 7 0,1 0-5 16,1-2 0-16,4-2 1 0,4 0 0 0,4-3 1 0,5-1-3 16,0-1-1-16,-2-1-1 0,1 1-8 0,1-3 8 15,2 1-4-15,0 2 4 0,0-3-3 0,0-1 3 16,2 2 1-16,11 0 0 0,5 1 0 0,1 5-1 16,1-1 4-16,-5 4-2 0,0 2 8 0,0 3-6 15,-6 6-4-15,0-1 1 0,-5 4 3 0,15 1 3 16,-6 0 7-16,-4 0-5 0,-3 0 8 0,-5-4-2 15,-2-5-4-15,-3-5 2 0,0-6-2 0,0-3 1 16,-18 1 2-16,-4-4-3 0,-2 0-10 0,-3 16 4 16,-1-7-4-16,1-5 4 0,-1-4-7 0,2-2-6 0,1-2-5 15,4-2 0-15,5-1-25 0,5 1-28 0,4 0-11 16,2 1-7-16,5 1-61 0,0-2-45 0,1 0-15 16</inkml:trace>
  <inkml:trace contextRef="#ctx0" brushRef="#br0" timeOffset="30936.29">27691 6526 695 0,'0'-2'31'16,"0"0"1"-16,0 0-7 0,0 0 0 0,-1-1-12 0,-1-1 7 15,0 2-9-15,0 0-2 0,0 0-2 0,0 0-7 16,0 1-1-16,1-1 2 0,-1 2-1 0,-2 0 6 0,-3 0 8 15,-10 3-3-15,2 5 5 0,-5 3-2 0,1 2 0 16,-1-11 2-16,-3 18-2 0,5 3-2 0,5 1 0 16,0-2-7-16,5 0 5 0,-6 2-10 0,4-5 3 15,5 0 3-15,3 1-1 0,2-3 7 0,4-1 8 16,3 1-9-16,0-4 8 0,1-2-13 0,20-2 8 16,-1-3 0-16,5-2 0 0,-2-1-10 0,1 16 1 15,-1-6-3-15,2-4 2 0,-5-3 1 0,-1-4-5 0,0-2 1 16,-3 0-4-16,-3 0-7 0,-1-2-10 0,-3 0-1 15,1 0-6-15,-4-2-20 0,2-1-28 0,-2-3-49 16,-4 3 9-16,2-4-132 0</inkml:trace>
  <inkml:trace contextRef="#ctx0" brushRef="#br0" timeOffset="31185">27476 6658 975 0,'0'-2'30'0,"0"0"60"0,2-2-82 16,0 0 6-16,0 1-3 0,1-1 4 0,10-3-8 15,10-5 0-15,4 5-1 0,3 1 1 0,0 5 1 16,-2-1-2-16,3 0 3 0,3 2-1 0,-5 0 7 16,1 0-10-16,-6 0-2 0,-5 0-2 0,-4 0-3 0,-8 0 2 15,-3 0 0-15,0 0 0 0,-1 0-17 0,-1 0-99 16,0 0-2-16,-2 0-37 0,0 0-47 0,-2-2-31 15</inkml:trace>
  <inkml:trace contextRef="#ctx0" brushRef="#br0" timeOffset="31340.51">27565 6485 647 0,'0'0'45'0,"0"-2"72"0,2 0-46 0,0 0-10 15,0 0 0-15,1-1-7 0,10-7-21 0,15-4-9 0,8-1-7 16,-1 2 1-16,6 2-5 0,0 1-13 0,-2 5 6 15,-4 1-9-15,-4 0-3 0,-5 1-18 0,0-1 3 0,-3-2-9 16,-3 1-12-16,-3-1-48 0,-4 1-35 0,2-3-5 16,0 1-118-16</inkml:trace>
  <inkml:trace contextRef="#ctx0" brushRef="#br0" timeOffset="31854.01">27901 5386 284 0,'0'0'102'15,"0"-2"17"-15,0 0-10 0,0-2-42 0,0 1-5 0,-2-5-13 16,2 6-15-16,0-5-2 0,0 3-4 0,0 2-15 16,2-5 2-16,0 3-6 0,4-5 5 0,-3 3-2 15,25 3 11-15,-2-1 1 0,10-4 3 0,-1-1 4 0,2 2-17 16,2-1 1-16,-2 3-5 0,-7-1 0 0,1 1-12 15,-3 3 6-15,-6-13-7 0,-3 6 5 0,-2 1-2 16,-4 3-5-16,-2 1 2 0,0 0-5 0,-5 2-14 16,-5 2-7-16,3-2-6 0,0 2-58 0,0 0-52 15,-3 0-30-15</inkml:trace>
  <inkml:trace contextRef="#ctx0" brushRef="#br0" timeOffset="32074.29">27727 5586 905 0,'0'-2'6'0,"0"0"20"16,2 1-11-16,-1-1-13 0,1 0 6 0,2 0-8 16,7-5 3-16,10-3 6 0,1 3-2 0,2 1 0 15,4 1-13-15,2 1 8 0,1 0-1 0,4-1 5 16,6 1-7-16,0 0 4 0,4-1-3 0,-6 1 4 15,-4 0-10-15,-2 2-8 0,-5 2-10 0,-4 0 0 16,-1 0-50-16,-3 0-181 0</inkml:trace>
  <inkml:trace contextRef="#ctx0" brushRef="#br0" timeOffset="33132.65">29706 4636 107 0,'2'-2'32'0,"0"-2"45"16,1-13-37-16,1-1-3 0,-2-3-8 0,0 1 3 16,0 3-11-16,0-1-6 0,-1 3 3 0,-1 7-4 15,2-1 8-15,-2 2-1 0,0 1 5 0,2-1-3 0,-2 1 16 16,2-1-1-16,0 1 2 0,-2 4-3 0,0-2 0 16,2 1-9-16,0-1 5 0,-1 2-8 0,1 0-6 15,0 0 5-15,0 2-5 0,-2 0 6 0,0 2-7 0,0 0-6 16,0 7-5-16,0 17 2 0,-2 2-7 0,-2 4 6 15,-1-4-3-15,-3 0 3 0,1 1-11 0,0-3 7 16,-1 2-2-16,3-4 4 0,1-1-6 0,0-1 1 16,0-2 1-16,1-1 1 0,-3-1-4 0,2 1 3 15,3-1-1-15,-1 3 3 0,0-3-3 0,0-1 1 16,0 0-2-16,0-2 1 0,0 0-4 0,-1-2 4 16,-1 0-1-16,0-2 3 0,1-2-1 0,-1-2 0 15,0-1 0-15,0 0 1 0,4-5 3 0,-11 1-6 16,-4 2 7-16,-1 7-6 0,-5 0 9 0,1-3-6 0,-2-1-3 15,1-3 1-15,-1 0 4 0,1-3-7 0,1 1 3 16,0 0-3-16,-1-2 10 0,5 0-4 0,-3 0 1 16,0 0-4-16,1 0-7 0,1 0 8 0,2 0 1 15,0 0 5-15,4 0 6 0,2 0 2 0,0 0-3 0,3 0 3 16,4 0-7-16,-1 0 0 0,-1 0 0 0,2 0-1 16,0 0-2-16,2 0-3 0,0 0 6 0,2 0-2 15,2 0 11-15,18-4-8 0,6 3-4 0,3-1 0 16,8 0 0-16,2 2 0 0,6 0-1 0,5 0 0 15,0 0-3-15,5-2-1 0,-10 2 2 0,-1 0-1 16,-3 0-3-16,-8 0 6 0,-2 2-5 0,-7 0 6 16,-5 0-9-16,-4-1-4 0,-3-1 3 0,-4 0-3 0,-1 0 8 15,-3 0-13-15,-3 0-6 0,1 0-8 0,-2 0-52 16,0 0-22-16,0 0-6 0,-2 0-8 0,0-1-51 0,-2-1-39 16,-2 0 23-16</inkml:trace>
  <inkml:trace contextRef="#ctx0" brushRef="#br0" timeOffset="33396.68">29225 4513 766 0,'0'-4'10'16,"4"-14"19"-16,5-8-18 0,-1 9-1 0,-3 6 1 15,1 3-2-15,-3 5-9 0,16-3 6 0,3 4-3 0,4 0 6 16,2 1-2-16,4-3 4 0,5 0 7 0,5-1-2 16,5-1 17-16,3 2-13 0,-7-1-6 0,1 1-2 15,-5 2-12-15,-9 0-4 0,5-18 1 0,-16 12-2 16,1 3-1-16,-3 3-26 0,-6 2-20 0,2 0-13 16,-7 0-166-16</inkml:trace>
  <inkml:trace contextRef="#ctx0" brushRef="#br0" timeOffset="33784.31">30269 4849 796 0,'0'0'0'0,"0"0"1"0,0-2 7 15,0 0-5-15,0 0 5 0,0 1-16 0,0-1-5 16,0 0-3-16,-2 0 0 0,0 0-4 0,-2 0 9 0,-9 0 6 16,-7-1 1-16,-4-1 13 0,1 0 36 0,-3 1-11 15,2 1 18-15,0 2-12 0,2 0-13 0,-2 0 1 16,5 2-6-16,-1-1-15 0,3 3-1 0,4 0 1 16,-2 1-1-16,4 1-1 0,2 0-3 0,3-3-2 0,2 3 0 15,-5 9-6-15,4-2-7 0,1 0 4 0,4 0-3 16,2 2 13-16,3-1 2 0,5-1-3 0,-3 2 2 15,23-2 4-15,-4 0-1 0,2 0-1 0,-1-2-1 16,1 4 0-16,-2-2-3 0,-4 0 5 0,-1 0-5 16,-4-2 4-16,-4 6-2 0,-4-4 3 0,-5 4-3 15,-1-2 8-15,5-4 18 0,-1 2-4 0,-3-2 9 16,-4-2 0-16,0-3 2 0,-2 1-4 0,-2-1 1 16,-3-1-22-16,-21-3-3 0,-4 17 0 0,3-8 0 0,-3-5-6 15,1-3-7-15,3-1-10 0,-6-2-1 0,1 0-43 16,3 0-39-16,-3 0-10 0,9 0-16 0,1-2-103 15</inkml:trace>
  <inkml:trace contextRef="#ctx0" brushRef="#br0" timeOffset="34217.61">29134 5614 301 0,'-2'0'48'0,"0"-2"63"15,1 0-46-15,-1 0-18 0,0 1-6 0,0-1-3 16,0 0-11-16,0 0-15 0,0 0 3 0,1 0-8 0,1 0 6 16,0 1-11-16,1-1 6 0,3 0-8 0,15 0 15 15,12 0 1-15,1 2 3 0,3 0-2 0,0 0 5 16,3 0 1-16,2 0 5 0,5 2-2 0,5 0 8 0,6 0-12 16,7 0 3-16,0-1-6 0,4 1 0 0,0 0-5 15,0 2 1-15,-6-2-2 0,-4 0 6 0,-6-2-12 16,-3 0 1-16,-4 0-5 0,-5 1-1 0,-5 1 5 15,-5 0-6-15,-6 0 4 0,-5 0-8 0,-3 0 0 16,-4 0 1-16,-3-2-1 0,-3 0 3 0,-1 0-1 16,-2 0-8-16,2 1 0 0,-1-1-48 0,1 2-65 15,-2 0-24-15,0 0-23 0,0 0-161 0</inkml:trace>
  <inkml:trace contextRef="#ctx0" brushRef="#br0" timeOffset="34669.33">29576 5902 683 0,'0'-2'86'0,"0"0"-121"0,0 0 105 0,0 0-60 16,0-1-7-16,0 1 4 0,0 0-7 0,0 0 6 15,0 0-8-15,0 0 1 0,0 1-1 0,0-1 2 16,0 2 2-16,0 0 1 0,0 2 1 0,0-1 0 0,0 1 2 15,0 2 0-15,-4 15 2 0,1 3 0 0,-1 2 6 16,0 2-9-16,0 0 6 0,1 4-7 0,-1-1 7 16,2 3-7-16,2-4 0 0,0 1-1 0,0-3 3 15,2 4-1-15,2-2-1 0,-1-4 2 0,3 2-5 16,0-5 6-16,-1-1-6 0,1 0 6 0,-1-3-7 0,1-2 1 16,1-2 4-16,1-2-1 0,-1-2 1 0,-5-1-4 15,5-3 2-15,1 1-2 0,5-2 8 0,-6-2-8 16,4 1 5-16,-3 3-4 0,-6-6 6 0,7 5-3 15,-7-5 1-15,5 2-2 0,4 0 0 0,-3-2 9 16,3-2-4-16,2-1 5 0,-2-3-10 0,0-1 2 16,4 1-1-16,0-20 1 0,0 0 0 0,2-4 3 0,3 2 4 15,0-5-1-15,1 1 7 0,-1-5-5 0,-3-5-2 16,0 6 2-16,-1-3 0 0,-1 10-9 0,0 3-1 16,-6 2-2-16,3 7 3 0,-5 6-6 0,-1 1 1 15,-1 5-2-15,-1 1 3 0,0 0-5 0,-3 4-4 0,3-3-2 16,0 1-13-16,0 0-31 0,-1 0-11 0,-1 0-12 15,0 2-77-15,0 0-124 0</inkml:trace>
  <inkml:trace contextRef="#ctx0" brushRef="#br0" timeOffset="34956.17">30152 6420 673 0,'0'-2'33'0,"0"0"62"0,0 0-74 0,0-1-3 16,0-1-4-16,0 0 2 0,0 0-8 0,0 1-6 16,0 1 2-16,-2 0-4 0,0 0 0 0,0 0 0 15,0 2 4-15,0 0-3 0,0 0 3 0,2 2 7 16,0 0-5-16,0 0 7 0,0 2-1 0,-1 5 0 16,-1 8 0-16,-2 1-1 0,2 1-1 0,0 1 3 15,-1-1-6-15,-1 1 4 0,0-1-6 0,0 1-2 16,1 1 1-16,-1-3-2 0,0 3-5 0,1-5 0 0,-1 1 1 15,2-4 1-15,0 0-3 0,2-4-26 0,0-1-2 16,0-5-11-16,0 1-34 0,0 0-63 0,0 0-15 16</inkml:trace>
  <inkml:trace contextRef="#ctx0" brushRef="#br0" timeOffset="35188.17">30070 6355 824 0,'0'-2'17'0,"0"0"-2"16,2-2 7-16,-2 3-1 0,5-9-4 0,1 3-3 16,-1 3-7-16,10-7 3 0,6 0-5 0,-1 3 6 0,1 5 6 15,3-1 0-15,0 0 4 0,6 1 15 0,5 1-2 16,2-2 0-16,4 4-4 0,-6 0-24 0,-5 0-3 15,-2 2-5-15,-12-2 1 0,-1 2-9 0,0 0-32 16,-4-1-52-16,0 1-12 0,-1 0-344 0</inkml:trace>
  <inkml:trace contextRef="#ctx0" brushRef="#br0" timeOffset="36166.78">30646 5504 491 0,'0'-1'24'0,"0"-1"37"0,0 0-17 0,0 0-24 16,0 0 5-16,1 0-12 0,1 0 2 0,0 1-2 16,0-1 0-16,2 0-1 0,11-7-7 0,1-1 20 15,3 1-8-15,1 0 12 0,1 0-7 0,1-1 4 16,2 3 5-16,-2-1-3 0,1 1-6 0,-3 0-9 16,-1-1-1-16,-1 1-3 0,-1-1-8 0,0 1 6 15,-4-1-6-15,0 1 7 0,0-2-2 0,-2 7-6 16,5-9 5-16,-6-4-5 0,-1 0 12 0,0-4-9 0,-1-1 1 15,-5 1-3-15,1 3 10 0,-2 3 2 0,9-2 2 16,-3 2-1-16,-1-2 5 0,-3 2 1 0,-2 0-2 16,-2 2 0-16,-2 0-14 0,-2-2-1 0,0 5 1 15,2 5-1-15,-3-3-2 0,-14 2-1 0,-1 2 0 0,1 1 0 16,1-12 4-16,-1 3 3 0,1 5-4 0,-1 1 4 16,0 2-10-16,3 2 2 0,-3 4 3 0,1 3 0 15,1 3 3-15,2 1-4 0,-4-2-2 0,3 15 1 16,-1 2-3-16,0 4 3 0,2 3 0 0,1 3 1 15,2 1-2-15,3-8 4 0,6 7-3 0,1-8 5 16,-2-2-5-16,-13-2 0 0,8-6 4 0,3 1-1 16,5 1-2-16,1 2 1 0,3-3 0 0,3-2 1 0,1-2 4 15,1-2-3-15,-1-2-1 0,17 0 1 0,4-2 2 16,2-1 10-16,3 1-7 0,1-4 7 0,1 1-14 16,4-2 5-16,2 18-4 0,5-7 0 0,-5-8-19 0,4-3-17 15,-6-2 0-15,-6-2-11 0,8 0-42 0,-4-4-156 16,2-1-24-16</inkml:trace>
  <inkml:trace contextRef="#ctx0" brushRef="#br0" timeOffset="36837.51">31412 4144 189 0,'0'0'61'0,"0"0"5"0,0 0 20 15,0-2-26-15,-2 0 2 0,1 2-33 0,-1 0-9 16,0 0-1-16,0 0-2 0,0 0 2 0,0 2-7 15,-1 0 13-15,-1 1-10 0,-5 8 16 0,-4 8-4 16,1 1-1-16,3 1 0 0,2 1-11 0,1 4 6 16,4 0-5-16,2 2 5 0,0 0-3 0,2 0-5 0,0 1-2 15,-2 3-1-15,2-1-7 0,2 1 3 0,-1 3-2 16,3-3 1-16,1-2 1 0,3-3 3 0,-3-6 0 16,-1-1-1-16,-3-5-3 0,3 0-5 0,-2-4 4 15,-3-5-4-15,1-3 8 0,0 1 4 0,0-2-2 16,11 7 3-16,-2-1-3 0,0-5 4 0,2-1 2 0,2-2 0 15,-2 0 1-15,2-3-3 0,0-5-8 0,0-3 3 16,3-2-7-16,-1-17 8 0,0-3-3 0,-2-4 4 16,1-4-5-16,-1 2 0 0,-2-2 0 0,0 2 0 15,2 2 0-15,-2 0 6 0,0 3 2 0,0 3-1 16,-2 1-11-16,0 4 1 0,-1 2-1 0,1 5 3 0,-2 3 3 16,-2 4-7-16,-1 3-1 0,0 2-2 0,-1 3 0 15,-3 0 0-15,0 4 0 0,2-3 0 0,-1-1-2 16,1 2-5-16,-2 0 2 0,0 0-4 0,0 2-7 0,-2 0-18 15,0 2-5-15,0 0-8 0,0 2-46 0,-6 20-20 16,-1 2-12-16,-1 2-3 0,1 1-65 0</inkml:trace>
  <inkml:trace contextRef="#ctx0" brushRef="#br0" timeOffset="37057.08">31795 4571 128 0,'0'0'69'0,"0"0"-55"16,0-2 76-16,2 0-28 0,0 0-4 0,-1 0-22 0,1 0 5 15,0 0-11-15,0 1-4 0,0-1-1 0,0 0-1 16,0 0 0-16,-1 2 5 0,1 0 2 0,0 0-3 16,0 2 3-16,0 0-2 0,-2 1-8 0,2 14 1 15,0 7-5-15,-2-3-6 0,0-3 5 0,0 5-3 16,-2-5 2-16,0 1-9 0,0-1-3 0,0 1 1 0,0-6-2 16,0 0-5-16,1-4 3 0,-1 0-1 0,0 1 1 15,2-5-10-15,0 1-3 0,0-1-14 0,0-1 6 16,0-2-47-16,0 2-59 0,0-1 9 0,-2 1-25 15,0-2 4-15</inkml:trace>
  <inkml:trace contextRef="#ctx0" brushRef="#br0" timeOffset="37447.49">31724 4611 118 0,'0'0'81'0,"0"-1"-10"16,0-3 17-16,2-9 3 0,2-9-30 0,1 3-25 0,3-1-16 15,-3 7 1-15,3-2-8 0,-1 5-4 0,4 5 7 16,14-4-2-16,1 7 2 0,1-2-1 0,1 0 6 15,0-14 1-15,-2 7 0 0,-5 3-12 0,-5 4 17 16,-3 4-2-16,-7 0 7 0,-3 0-15 0,1 4-4 16,5 13-5-16,-1 11 5 0,-6 3-5 0,-6 3-4 15,-7-5 4-15,-4-1-2 0,0-5 8 0,-14-5 2 16,1 1-9-16,2-4 7 0,3-4-6 0,3-4-1 16,5 1 4-16,2-3-4 0,4 1-6 0,3-1 9 0,3-3-10 15,1 0 10-15,-2 2-12 0,0-1-9 0,2 1 9 16,1 0-10-16,-1 0 8 0,2-1-4 0,0 1 0 15,2-2 0-15,-1 0 0 0,3 0 7 0,11 5-1 16,5 0 3-16,1 1 2 0,-3-3 1 0,-1 1-2 16,-6-2 2-16,-1-1-3 0,-7-1-1 0,1 2 3 0,3 7-2 15,1 6 13-15,-6-1-3 0,-2-1 5 0,-2-2-3 16,-4 0 5-16,1-3 4 0,-5-3-9 0,-14-1 8 16,2-3-8-16,3-1-10 0,1 11 7 0,1-4-7 15,4-3 4-15,-2-2-7 0,0-1 0 0,4-1-2 16,-2-2-7-16,6 0-27 0,1 0-6 0,4 0-11 15,1 0-51-15,-3 0-48 0,0 0 10 0,0-2-23 16,3 1-9-16</inkml:trace>
  <inkml:trace contextRef="#ctx0" brushRef="#br0" timeOffset="37764.75">32272 4595 511 0,'0'-2'62'0,"0"-2"136"0,0 2-178 0,0-7-8 16,0 5 2-16,0 1-5 0,0-1-5 0,0 2-4 0,0 0-2 15,0 2 0-15,0 0 0 0,-2 2 2 0,0 0 0 16,0 2 1-16,-7 10-1 0,0 1 1 0,-4 6 2 16,4-5 1-16,1 1 7 0,-1 4-4 0,1-7 9 15,1 3-7-15,0 2 6 0,1-6-3 0,0 2-3 16,1-1 1-16,1-4-2 0,-1 3-4 0,1-2 3 0,2-4-2 15,0 4 14-15,2-5-11 0,0 1 0 0,0-3-3 16,0-2-1-16,0 2 5 0,0-3-5 0,0 1 4 16,15 9 1-16,7 1-7 0,1-3 4 0,1-4-6 15,-2-1 7-15,0-2-9 0,-1 0 2 0,-1-2-6 16,-1 0 0-16,-6 0 0 0,2-2-5 0,-4 0 2 16,-2 0-11-16,-2 0-3 0,-1 1-5 0,0-1-3 15,-3 0-45-15,1 0-73 0,0 0 7 0</inkml:trace>
  <inkml:trace contextRef="#ctx0" brushRef="#br0" timeOffset="37956.05">32239 4769 276 0,'0'0'120'0,"0"-2"13"0,0 1-32 16,0-1-28-16,0 0-28 0,0-2-6 0,0 2-16 15,0 0-1-15,1 1-3 0,1-1-2 0,0 0-9 16,2 0 2-16,0 2-4 0,14-6-4 0,3 3 9 15,-3-1-4-15,3 2 7 0,-3 0-6 0,-3 0-8 0,-2 2 1 16,-6 0-3-16,-1 0 1 0,-2 0-12 0,-1 0-11 16,1 0-6-16,-2 0-87 0,0 0-147 0</inkml:trace>
  <inkml:trace contextRef="#ctx0" brushRef="#br0" timeOffset="38136.18">32032 4591 306 0,'0'0'76'16,"0"0"-1"-16,0-2 26 0,0 0-14 0,0 0-9 15,0-1-25-15,0 1-9 0,0-2 2 0,2 0-5 16,2-1 1-16,11-1-7 0,9-5 1 0,6 2-3 16,-1 5-2-16,3-9-18 0,3 6 2 0,-5-3-7 15,-2-1-2-15,-4 6-3 0,-2-1-2 0,-1 4-1 0,-5-9-2 16,-3 4-33-16,-1 3-6 0,-3 2-13 0,0 0-63 16,-3 2-198-16</inkml:trace>
  <inkml:trace contextRef="#ctx0" brushRef="#br0" timeOffset="38476.39">32890 4392 701 0,'0'-2'8'0,"2"1"0"0,0-1 6 0,0 0-2 15,0 0 1-15,0 0-5 0,-1 0-8 0,-1 0-1 16,0 2-2-16,0 0 8 0,0 0-2 0,-1 2 4 0,-1 0-4 16,0 0 13-16,-2 2 3 0,0-1 9 0,-5 5-4 15,-4 7 9-15,-4-4-7 0,3 9-5 0,2 1 1 16,-6-1-8-16,1 4 3 0,-1 0-3 0,-5 4 2 16,1 6-12-16,0 1 0 0,-1 0 2 0,1 1-1 15,0-7-2-15,-4 3 3 0,2-1-6 0,-4-1 4 16,4 2-5-16,0-1 0 0,3 3 3 0,1-3-1 15,3 3 5-15,2-1-4 0,2-1 0 0,2-5-2 16,0-1-1-16,2 0-1 0,1-3 0 0,-1-7-1 0,3 1-3 16,1-4-39-16,-3 0-16 0,1-4-10 0,1-1-75 15,-1-4-118-15</inkml:trace>
  <inkml:trace contextRef="#ctx0" brushRef="#br0" timeOffset="38978.48">32667 4992 214 0,'0'0'13'0,"0"-2"0"0,0 0 1 0,2 0-4 0,0 1-1 15,0-3-5-15,0 0-4 0,0 0 2 0,0 1-3 16,-1-1 0-16,1-2 23 0,0 1-3 0,0-3 14 16,-2 5 30-16,0-1-9 0,2-2 9 0,-2 5-12 15,0-3-12-15,0 2-7 0,2-2-11 0,0 1 3 16,-1 1-27-16,1 0 6 0,0 0-3 0,0 2 5 16,0 0-5-16,0 0 7 0,-2 2-3 0,0 0 4 15,0 0 4-15,-6 20 0 0,-1 2 3 0,-1 2-3 0,-1 0-9 16,0 2 6-16,1 0-4 0,1 1 5 0,1 1-2 15,1 0-8-15,-1-4 7 0,2 2-6 0,3-2 5 16,-1-4 1-16,0 2-2 0,2-9 3 0,0 0 1 0,0-4 3 16,0-2-5-16,0 1 6 0,0-5 1 0,0-1 5 15,2 0 1-15,0-1 1 0,-1-1 8 0,1 0-3 16,0 0-1-16,2-2-2 0,3 0-10 0,16-8 4 16,-3-3-1-16,-3 4 1 0,1-30-6 0,1 1 4 15,-2-1 1-15,5 2 0 0,2 0 1 0,-5-1-7 16,7 5 3-16,-8 1-4 0,1 4-7 0,-4 4 2 15,-6 3-4-15,0 4 3 0,-1 2-1 0,-3 4-1 0,-3 2 1 16,4-1-2-16,-3 3-4 0,-3 3 3 0,0 0-11 16,2-2 4-16,0 1-53 0,-2 1-17 0,0 0-30 15,-2 0-1-15,0 2-160 0</inkml:trace>
  <inkml:trace contextRef="#ctx0" brushRef="#br0" timeOffset="39196.85">32937 5427 774 0,'0'0'8'15,"0"0"2"-15,0 0 3 0,0 1 0 0,0 1-1 0,-2 0 6 16,2 2-4-16,-6 14-1 0,3-3-1 0,-3 4-8 16,-1 1 1-16,1-3-3 0,0-6 3 0,1 2 0 15,1-4-2-15,0 1 3 0,-1 1-4 0,1-4-8 0,2-1 4 16,0-3-6-16,2-1 6 0,-1 2-3 0,1-2-72 15,-2 2-33-15,2-3-22 0,0 1-169 0</inkml:trace>
  <inkml:trace contextRef="#ctx0" brushRef="#br0" timeOffset="39341.65">32920 5414 586 0,'0'-2'305'0,"0"-2"-427"0,-2-20 375 15,4 2-211-15,5-1 15 0,3 7-22 0,-7 3 1 16,23 3-10-16,0-3-9 0,4 4-6 0,0-4-1 16,0 2-2-16,1 5-8 0,-1 3-16 0,-2-14-10 0,-2 6-5 15,-4 5-58-15,-3 2-200 0</inkml:trace>
  <inkml:trace contextRef="#ctx0" brushRef="#br0" timeOffset="41420.42">32328 3921 176 0,'0'0'23'16,"0"0"2"-16,0-2-1 0,-2 0 1 0,0 0-10 15,0 0-1-15,0 0-14 0,-1 1-3 0,-1-1-1 16,-2 0 10-16,-1 0-8 0,1 0 8 0,3 2-7 0,-3-2 14 16,2 0 9-16,1 1-2 0,-1-1 4 0,2-6 5 15,0-8 6-15,-2-1 1 0,-1 0 3 0,-1-3-3 16,1-1 2-16,-1 3-1 0,-1-3 0 0,-3 5-2 16,1 3-8-16,-2-2 3 0,-2-2-4 0,-4 4-6 0,1-4-3 15,-3 4-7-15,0-3 4 0,1 3-6 0,-1-2-5 16,1 2 10-16,-1-2-8 0,2 2 11 0,-5-2 3 15,2 2-5-15,-4-2 4 0,0 4-1 0,1 0 5 16,-3-2-4-16,4 4 3 0,-4-2-11 0,4-1-3 16,-1 3 2-16,-1-2-4 0,2 2-5 0,-2 1 9 15,0 3-5-15,-4-1 6 0,-2 1-3 0,-1 3-7 16,-1-2 7-16,-3-16-7 0,-1 7 3 0,-1 3 3 16,-4 5-9-16,1 1 5 0,-3 2-3 0,-2 0-2 0,5 0 7 15,-7 2-4-15,3 0 9 0,-5 0-5 0,5 0-3 16,5 0 1-16,0-1 2 0,3 1-4 0,-1 0 8 15,2 0-7-15,2 0 5 0,-3 0-4 0,1 0-4 16,-2 0 2-16,-6 1-1 0,-1 1 1 0,-1 2 3 0,4 0-2 16,-5-1-1-16,1-1-2 0,3 2-1 0,-5 0 2 15,8-1 7-15,0 1-3 0,2 0 0 0,2 0-1 16,-1-1 0-16,3 1-5 0,0-2 5 0,-3 2-4 16,-1-1 6-16,0 1-1 0,-2 0-4 0,-2-2 1 15,0 1 0-15,-1 1-4 0,-1 0 6 0,-2 1-4 16,-1 1 1-16,-2-1 3 0,3 1-3 0,4 0 3 15,4 1-5-15,0 2 3 0,4 1-1 0,3-1 1 0,-2 2-1 16,5 0 6-16,1 0-3 0,1 0 4 0,1 1-11 16,4 0 7-16,-1 3-2 0,3-13 3 0,1 17-6 15,0-1 3-15,1 5 0 0,3 3 1 0,-4-4-7 0,0 4 6 16,1 0-2-16,1-4 4 0,5 6-7 0,-3-2 6 16,4 2-4-16,-8 2 3 0,1-8-7 0,3 2 5 15,-8-4 1-15,6 1 1 0,-1 1 1 0,-3-1 0 16,-3-1-2-16,1 0-1 0,1 1-6 0,0-1 8 15,7 3 0-15,0 1 2 0,3 0-2 0,-1 0-14 16,2 2 10-16,3 0-9 0,-1 4 15 0,3-3-6 16,0 3-7-16,-14 0 1 0,7 0-4 0,3-1-10 15,5 1 7-15,3 0-7 0,2-2 23 0,1-2-9 0,5 1 8 16,-3-2-8-16,4 1 9 0,-1-2 0 0,-1-6 2 16,3 5-1-16,-3-5-2 0,0 1 2 0,3 1-5 15,-1-5 6-15,0 0 5 0,-7-2-1 0,17 0-1 16,-3 0-1-16,3 0-1 0,3-2 5 0,1 2 1 15,4-2-2-15,1 0-7 0,-5 2 4 0,4 0-3 0,-4-2 4 16,-3 2-3-16,1 0-1 0,-1 2-1 0,-3 0 1 16,1 2-2-16,-3 1 4 0,2 3-2 0,-4 1 1 15,0 0-3-15,-2 2 3 0,0 1 3 0,0 1 0 16,-1 1-8-16,1-1 8 0,-2-1-8 0,4 1 8 16,0-2 0-16,4 4-7 0,-1-1 5 0,3-2-6 15,1-1 8-15,3-8-4 0,1 3 3 0,4 0-3 0,1-5 0 16,1 1 2-16,3-2-1 0,-1-2 4 0,-6-1 1 15,6-1-2-15,-6-4-3 0,-2 3 1 0,4-3-3 16,-2 3 4-16,3 1-3 0,-1 0 3 0,4 3-3 0,-4-5 0 16,-1 0 0-16,1-1 0 0,2 0-4 0,2 1 5 15,-1 0 0-15,1 3 2 0,-3-1-3 0,-1-2 4 16,0 3-1-16,-4-3 2 0,-3 2-13 0,1 1 9 16,-4-1-2-16,5 0 5 0,-5-1-4 0,-1 1-3 15,-4 2 3-15,4-2-3 0,1 1 2 0,3 1 5 16,3-2-7-16,-4 2 6 0,3 0-4 0,10 1-7 15,-7-3 3-15,2-2-4 0,5 1 14 0,-5-3-3 16,6-1 5-16,-5 2-5 0,-1-3-3 0,0 1 4 0,0-2-4 16,-2 2 4-16,-2-3-4 0,-2 1-1 0,2 0 4 15,2 2-2-15,0 0 0 0,2-3 0 0,-2 3 0 16,0 0 0-16,4 0 1 0,0-1 2 0,-4 3-5 16,3-4 4-16,5 1-2 0,-1-1 2 0,8 0-1 0,-4 0 0 15,-3 0 0-15,1 18 8 0,4-7-4 0,0-5 3 16,0-3-8-16,0-1 4 0,-2-2 0 0,0-2 2 15,-2 0 1-15,-3 0-4 0,-2 0 3 0,-4 0-5 16,0 0-6-16,-2 0 5 0,0 0-2 0,0 0 3 16,0 2-3-16,-3-2 3 0,3 0 1 0,0 0 1 15,4 2-1-15,0-2-3 0,-4 0 1 0,5 0-2 16,-5 0 7-16,4-2-6 0,4 0 1 0,-4-2-1 0,1-1 6 16,9-3-7-16,-7 3 5 0,4-3-5 0,1 1 2 15,-1-1 0-15,0 1 2 0,-1-1 0 0,-1 1 1 16,-5 1 3-16,-2 1-6 0,0-1 3 0,-4 1-8 0,8-3 5 15,-6 3 0-15,0-1 3 0,0 1-4 0,0-3 3 16,1 1-3-16,1-1 3 0,1 1-1 0,-4-1-1 16,-3 1 5-16,2 0-3 0,-9 3 2 0,8-5 1 15,3-1-5-15,-5 1 4 0,1 0 3 0,-3-1-3 16,-4 3 4-16,-2 5-5 0,2-15-7 0,5 4 7 16,-3-3-2-16,2-5 5 0,0 3-8 0,-6-6 9 15,4-1-6-15,-4-2 9 0,0-3-10 0,2 6 3 16,0-6 2-16,-2 8 0 0,0-4-4 0,0-2 6 0,-1 4-1 15,-1-2 3-15,0 2-5 0,1 1 0 0,-1-3-2 16,0 2 2-16,0 2 0 0,-1 2 3 0,-1-1-4 16,1 3 4-16,-3-3-7 0,1 3 12 0,-1-1-10 15,1-1 11-15,-2 1-8 0,11-1 8 0,-6 1 1 16,-2-3 0-16,-1-1-1 0,-2-1 0 0,-3-4 0 0,-1-1-1 16,-1-1-5-16,-3-9 4 0,-4-4-2 0,-3-3 2 15,-4-12-5-15,-1-3 5 0,-5-2 0 0,1-4 1 16,-1 6-7-16,-1 5-6 0,2 6-3 0,-3 4-4 15,22 7-29-15,-33 5-148 0,-7 6-40 0</inkml:trace>
  <inkml:trace contextRef="#ctx0" brushRef="#br0" timeOffset="48722.44">29381 7422 256 0,'0'0'77'15,"0"0"-26"-15,0 0 31 0,0-1 3 0,0-1-59 16,0 0-10-16,0 0-8 0,0 0-8 0,0 0 7 0,2 0-6 15,0 2 1-15,2-1 3 0,7-1-4 0,11-2-1 16,6 0 0-16,0 1 0 0,5-1 0 0,0 2 1 16,1 0 3-16,-1 0-1 0,-10 2 0 0,-5 0-15 0,-5 0-79 15,-2 0-7-15,0 2-27 0,1 2-44 0</inkml:trace>
  <inkml:trace contextRef="#ctx0" brushRef="#br0" timeOffset="48887.21">29446 7753 311 0,'0'0'108'0,"0"-2"24"0,0 0-6 0,0-1-63 16,2-1 9-16,2-4-34 0,3-3-10 0,0 4-5 15,19-4 1-15,8 0-7 0,5-2-12 0,4 0 6 16,7 1-8-16,0 3-3 0,2 0 1 0,-6 0-1 16,-3 1 1-16,-2 3-7 0,-8-1-35 0,1 0-23 0,-5 5-6 15,1-3-107-15</inkml:trace>
  <inkml:trace contextRef="#ctx0" brushRef="#br0" timeOffset="49441.32">30837 6871 344 0,'0'-2'23'0,"0"0"41"0,0 0-44 0,0 1-20 16,0-1 6-16,-2 0-9 0,0 0 6 0,0 2 3 16,0 0-3-16,0 2 3 0,1 0 3 0,-5 9 18 15,-5 15-4-15,2 0 8 0,1 2-1 0,4-2-6 16,3 2 2-16,1-1-4 0,1 1-6 0,1-2 1 0,2 0-1 15,3 2 1-15,1-6-4 0,1 4-12 0,-1-3 3 16,1 1-4-16,-2 0 8 0,1-2 1 0,-3 1-2 16,-1-3 2-16,0 0-1 0,-2 1-3 0,-2-3 6 0,0-1-6 15,0-2-4-15,-2-2 5 0,0-2-3 16,-2-2 5-16,0 1-2 0,-1-1 2 0,1-4-3 0,-3 5 3 16,-8-5 3-16,-4 3-10 0,1-3 5 0,-1-1-5 15,1 0 6-15,-1-2 4 0,2-1-3 0,-1 3 4 16,1 7-6-16,4-3 2 0,0-3-2 0,6-1 2 15,-3 0-1-15,5-2 12 0,3-2-3 0,-2 0 5 16,1 1-8-16,-1-1 6 0,2 0-7 0,0 0 4 16,0 0-9-16,2 0 1 0,0 0 2 0,2-1-2 0,2-1 0 15,3-2-6-15,19-7 3 0,-2 2-3 0,1 1 7 16,-1 3-6-16,-6-1-1 0,-1 2-2 0,-2 2 0 0,-4 1 0 16,-2-1 0-16,-1 2-1 0,1 0 1 0,-2 0-19 15,1 0-1-15,-1-2-9 0,-1 2-25 0,-1-2-13 16,3 0-3-16,-3 0-1 0,3-1-2 0,-1-3 5 15,-1 4 12-15,-4-11-7 0,7 2-7 0,-2-2-68 16</inkml:trace>
  <inkml:trace contextRef="#ctx0" brushRef="#br0" timeOffset="49616.28">30317 6943 862 0,'0'-1'34'0,"0"-1"-6"0,0-37 2 0,4 7 13 15,3 8-22-15,4 7-7 0,6 4-5 0,18 0 0 16,13 0-1-16,3 0-4 0,6 2-2 0,8 0 1 0,-7 0 0 16,1 0-1-16,-3 1 0 0,3 3-2 0,-5 2 2 15,4 1 0-15,-3 2-5 0,-6-22-5 0,-3 11-1 16,-9 9-27-16,-5 4-64 0,1 2 2 0,-5 2-23 16,2 3-4-16</inkml:trace>
  <inkml:trace contextRef="#ctx0" brushRef="#br0" timeOffset="50483.73">31422 7335 341 0,'0'0'180'0,"0"-2"-236"15,-2 1 207-15,0-1-114 0,0 0-30 0,0-2-1 16,2 0 0-16,0 1-1 0,0-1-3 0,0 0 6 15,0 1-5-15,0-1 4 0,0 0-14 0,0 2 10 16,0 0-2-16,0 1 7 0,0-1-1 0,-2 0 20 0,0 0-5 16,1 0 9-16,-1 0 2 0,0 0-7 0,-2 1 3 15,-7 1-7-15,-6 0-5 0,1 1-1 0,-1 3 1 16,-2 2-2-16,6-1-6 0,4 1 0 0,0-1-7 16,5 1 5-16,2 9-5 0,-7 2 0 0,7-1 1 15,-11 3-1-15,4-1 0 0,5-1 9 0,2 0-4 0,2-2 5 16,2-1-5-16,4 3 10 0,1 0-5 0,2-4 5 15,-1 0-15-15,12-2 2 0,4 2-4 0,-1-2 0 16,-1-2-10-16,-4-1-28 0,1-4 1 0,0-3-12 16,-3 11-4-16,1-3-7 0,2-2 9 0,-5-5-7 15,5-2 16-15,0 0 26 0,1-4-6 0,-1-1 14 16,-1-3 3-16,-1-1-81 0,1-2 36 0,-1 0-44 16,2-2 80-16,-1 11 8 0,1-15-9 0,1 1 6 0,1 1-19 15,-1-2 18-15,2 4 0 0,-5-2 6 0,-2 2 2 16,-4-2-1-16,-3 2 8 0,1-2-1 0,0 2 53 15,-7-1-2-15,2 1 5 0,5 0-6 0,-3 2-17 0,-1-1-3 16,-1 3-3-16,-2 2 2 0,-2-3 3 0,0 1-8 16,0 2 5-16,0 1-7 0,0 2-4 0,0 3-2 15,-2-3-3-15,0 0 2 0,2 2-3 0,0 0-10 16,-4-1 3-16,2 3-5 0,-3-4 3 0,-1 2-6 16,-1 0 0-16,-1 0-2 0,-1 2 0 0,-2 0 7 15,2 2-3-15,-2 2 5 0,-2 2-4 0,1 1-4 16,1 2 0-16,-2-3-1 0,4 11 4 0,2-1-3 15,1 1 2-15,0 0-3 0,3-1-1 0,1 1 2 0,0 0 0 16,-9-1 0-16,2 1 0 0,3-2 1 0,2 0 3 16,4-2-1-16,0 2 10 0,2-4 8 0,2 0 1 15,1 0 2-15,-1-5-7 0,2-3 7 0,16-1-10 16,0 13 10-16,2-4-9 0,1-5-4 0,-1-4 6 0,2-2-6 16,0-2 2-16,0-4-2 0,-4-1-7 0,-3-2 4 15,-5-1-5-15,-2 3 7 0,2 1-4 0,-10-12 4 16,-2-1-11-16,11 1 0 0,-4-1 0 0,-3 0-3 15,-4 3-10-15,-2-1 11 0,-2 0-7 0,-6 1 8 16,1 1-6-16,-2 2 5 0,-4 2 0 0,-10 0 1 16,1 3-2-16,-2 3 3 0,4-1 0 0,3 4 0 15,0 0 0-15,10-3-2 0,-1-1 0 0,1 2 0 0,1 1-5 16,4 3 0-16,-1-2 0 0,-1 0 1 0,0 0 7 16,2 2 1-16,1 0 4 0,-1 0-1 0,0 0 4 15,2 2-7-15,0 0 1 0,0 0-2 0,2 1 0 0,-2-1 1 16,9 13 0-16,-3 0 0 0,10 0-2 0,7 2 5 15,-10-3 0-15,3 5 2 0,8-1-7 0,-5 3 5 16,5-1-2-16,-5 3 4 0,-1-3-2 0,-1 0 3 16,1 1-5-16,-1-3 3 0,0 1-12 0,1-4-10 15,1 0-2-15,-4-6-9 0,2-3-57 0,-4 1-67 16,1-3-22-16,1-1-13 0,-7 1-70 0</inkml:trace>
  <inkml:trace contextRef="#ctx0" brushRef="#br0" timeOffset="50935.31">30608 8150 469 0,'-1'-2'110'0,"-9"-1"209"0,-3-5-264 0,6 5-32 16,-2-3-4-16,3 2-11 0,0 1-19 0,3 1 2 15,1 0-1-15,0 0 3 0,0 0 1 0,2 0 5 16,0 2-3-16,2 0 4 0,2 0 0 0,9 0 4 15,16 0 0-15,3 0 2 0,5-2 7 0,4 1 0 16,3-1 5-16,7-2 0 0,4 0 23 0,12 1-15 16,11 1 5-16,8 0-9 0,3-2 4 0,2 2-11 15,-6 0-3-15,-5 1-3 0,0-1-1 0,-10 2-8 16,-3 0 5-16,0 2-5 0,-6 1 1 0,-1 3 2 0,-6-2-3 16,-10-1 1-16,-5 1-2 0,-9-2-6 0,-1 0 5 15,-12 0-7-15,2-1-15 0,-12-1-61 0,-3 2-3 16,0 0-20-16,-1-2-18 0,1 2-82 0,-2 0 25 15</inkml:trace>
  <inkml:trace contextRef="#ctx0" brushRef="#br0" timeOffset="51322.5">31236 8225 516 0,'0'0'93'0,"0"0"9"16,0-2-29-16,-2 0-22 0,0 2-25 0,0 0-23 15,1 0 6-15,-1 0-6 0,2 0 6 0,0 0-7 16,0 2 5-16,0 0-3 0,0 1 3 0,0-1-11 0,2 15-1 16,1 3 1-16,-1 4 0 0,0 2 4 0,-2 2 0 15,0 6 2-15,2 1 1 0,0 4-3 0,1 4 3 16,1-4 1-16,-2-2 1 0,2 0 10 0,-1-6 3 16,3 1-1-16,1-6 3 0,1-2-2 0,3 0 3 15,-4-7-1-15,3 0 0 0,-1-1 0 0,-3-6-8 16,-1-1 5-16,-1-3-6 0,3-1 10 0,3 3-8 15,4 1 5-15,-1-2-4 0,-3-3 11 0,4 0-7 16,-2-4-1-16,2 0-1 0,-1-4 0 0,0-2 13 0,0-3 1 16,0 2 3-16,2-17-4 0,-2-10 5 0,4 3-6 15,-2-1 4-15,0-5-4 0,0 3-7 0,-1 1 0 16,-1-2-3-16,0 7-12 0,-3-2 4 0,-5 2-3 16,-1 4 2-16,0 0-9 0,-2 7 0 0,1-1 0 15,-1 5 2-15,0 2-1 0,4 3-12 0,-3 3 1 0,1-1-7 16,-2 2-12-16,-2 3-43 0,2-3 1 0,0 0-16 15,-1 2 7-15,-1 0-37 0,0 1-12 0,0 1-17 16,0 0-110-16</inkml:trace>
  <inkml:trace contextRef="#ctx0" brushRef="#br0" timeOffset="51547.63">31888 8815 432 0,'0'0'53'0,"0"0"116"0,-2 0-146 0,0 0-10 15,0 0 11-15,0 2-9 0,0 0 20 0,-1 0-11 16,-1 1 1-16,0 7-3 0,-5 6 2 0,3 3-6 16,-3-4 5-16,4 1-5 0,1-1 7 0,0 2 2 15,0 0-6-15,1 1 5 0,-1-1-4 0,-7 0-13 16,2-1 8-16,1 1-9 0,3-2 7 0,1-2-7 16,2 0 0-16,0-2 0 0,0 0 10 0,0-3-12 15,2-1 2-15,0-1-7 0,0-4-6 0,0-1-23 16,0 3-6-16,-1 0-9 0,1 0-42 0,0-3-10 0,0 1-26 15,0 0 5-15,-2-2-82 0</inkml:trace>
  <inkml:trace contextRef="#ctx0" brushRef="#br0" timeOffset="51759.97">31474 8856 577 0,'0'0'43'15,"0"0"5"-15,0-2-16 0,1 0-12 0,1 0-11 16,0 0-11-16,2 1 13 0,22-9-8 0,4 3 11 0,5 1-8 16,2 1 7-16,4 1 6 0,5 2-1 15,4 0 23-15,8 0-1 0,9 1-9 0,-8-1 2 0,4-2-33 16,-7 0 2-16,-8 4-2 0,-1 0-1 0,-12 0-22 16,-9 0-144-16,-4 0-9 0</inkml:trace>
  <inkml:trace contextRef="#ctx0" brushRef="#br0" timeOffset="52891.15">19568 12658 106 0,'0'0'26'0,"0"-1"28"0,0-1 7 0,2 0-12 16,0-2 3-16,0 0-7 0,0 1-2 0,0-1-12 15,-2 0-1-15,0 1-5 0,1 1-10 0,-1 0 4 0,0 0-1 16,0 0 3-16,0 0 2 0,0 0-5 0,0 1 5 15,0 1-6-15,0 0 5 0,0 0-4 0,0 0 5 16,0 1-4-16,0 1 7 0,0 0-4 0,0 0-3 16,0 2 1-16,0-2 4 0,0 16 3 0,0 1-3 15,0-1 3-15,0 1-7 0,0-6 0 0,2 5 5 0,-2-5-5 16,0-1-2-16,0 1-1 0,0-2 0 0,2 0 1 16,2 0 1-16,0-2 0 0,-3-1-2 0,3 1 1 15,0-2 0-15,1 3-7 0,-1-3 2 0,0-1-2 16,0-1 5-16,-4-3-7 0,9 0 5 0,0 0-4 15,-1 0 10-15,3 7 7 0,2-2-1 0,3 1 5 16,1-4 0-16,4-4-7 0,-1-2 1 0,2-4-3 0,6-5-1 16,6-6-5-16,3 15 0 0,-2-25-2 0,6-7 2 15,5-5 1-15,4-4-1 0,12-10 0 0,6 1 4 16,16-2-11-16,5-4 3 0,11 2-7 0,4-3-1 0,2 0 0 16,2-4-3-16,3-4 0 0,6-6-21 0,11-7-48 15,2 1-42-15,-13 2-21 0,-9 9-309 0</inkml:trace>
  <inkml:trace contextRef="#ctx0" brushRef="#br0" timeOffset="77530.55">10455 13145 59 0,'0'0'2'0,"-1"0"31"0,-1 0 21 0,-4 0 10 15,-20-6 26-15,6 4-16 0,1 1 3 0,-1 1 1 16,3 0-8-16,-1 0-37 0,1 0-9 0,0 0-6 16,2 0 1-16,2 0-2 0,2 0-9 0,0 0 10 0,4 0-10 15,-3 0 9-15,3 0 4 0,1 0-6 0,1 0 4 16,-1 0-4-16,2 0-1 0,-1 0 2 0,3 0-3 15,-2 0 9-15,2 0-14 0,-1 0 8 0,-1 0-11 16,0 0 1-16,1 0 3 0,1 0-6 0,0 0 5 16,0 0-4-16,0 0 8 0,0 0-4 0,0 0 5 15,1 0-5-15,-1 0 3 0,2 0-5 0,0 1 3 16,0 1-8-16,2 0 4 0,-1 0 1 0,3-2 0 0,20 4 0 16,4-1-1-16,7 1 1 0,4-2-1 0,4-2-2 15,9 0 6-15,-6 0-4 0,8 0 4 0,2-2-9 16,0 0 1-16,3 0 2 0,-3-1-1 0,1 1 9 15,-3 0-6-15,2-2-1 0,-2 2-1 0,2-1 0 0,1 1 0 16,2 0 4-16,-3 0-4 0,-8 2 2 0,-1 0 0 16,-4 0-4-16,-8 0 2 0,2 0-2 0,-15 0 2 15,-5 0 5-15,-2 0-4 0,-6 0-2 0,-3 0 1 16,-3 0-7-16,1 0 2 0,0 2-25 0,-2 0-23 16,0 0-3-16,-1 0-11 0,-1-1-54 0,0 1-118 15</inkml:trace>
  <inkml:trace contextRef="#ctx0" brushRef="#br0" timeOffset="78180.16">11051 13037 120 0,'0'0'13'16,"0"0"-1"-16,0 0 3 0,0 0 6 0,0 0-7 0,0-2-1 15,0 1-4-15,0 1 0 0,0-2 1 0,0 0 4 16,0 0 9-16,0 0-1 0,0 0 7 0,0 0 16 0,0 1-7 16,-1-1 4-16,-1 0-5 0,0 0 8 0,0 0-4 15,0 0 4-15,0 0-3 0,0 1 7 0,1-1-12 16,-1 0 1-16,0 0-6 0,0 0-8 0,0 0-6 15,0 0-2-15,0 1 0 0,1-1-4 0,-1 2-6 16,0 0 3-16,0 0-3 0,0 0 5 0,0 0 0 16,2 0 3-16,0 0-3 0,0 0-1 0,0 0 0 15,0 0-8-15,2 0 6 0,0 0-3 0,0 0 2 16,0 0 0-16,1 0-2 0,1 0-12 0,4 0 6 0,3 2 0 16,2 1 3-16,0 1 5 0,2 2-7 0,1-1 0 15,-1 1-2-15,-2-1 6 0,2 1-3 0,0-1 4 16,0 3-5-16,5 1 6 0,-3-1 2 0,1-1-5 15,-1-2 3-15,-2 1-9 0,2 1 5 0,-1 1 2 16,-3-3 2-16,6 3 1 0,-4-3-2 0,2 3-1 0,-3-1-1 16,-4-1-9-16,1-1 6 0,0 3 0 0,0-1 2 15,-2-1 0-15,-1-1 3 0,-1 1-5 0,-3-4 3 16,0 3-6-16,1 3 5 0,1-1 0 0,-2-1 2 16,-1 1-7-16,1-1 6 0,0-1-3 0,-1 1 4 15,1 0 1-15,0 1 0 0,0 2 2 0,-3-1-1 16,-1 1-2-16,-1 0 0 0,-3 2-2 0,-5 2 1 15,-1-1-3-15,-16 1 6 0,-7 0-3 0,-1 1 3 0,3-1-11 16,-6 2 8-16,0 0-3 0,-1-2 5 0,-8 2-4 16,7-2-3-16,4 0 5 0,-1 6-4 0,7-10 4 15,-1 4 5-15,4-2-7 0,2-4 5 0,2 6-6 0,3-1-2 16,1 4 2-16,1-3-1 0,0-2 5 0,4 1-2 16,2-7-1-16,4 3 0 0,-1 1-2 0,3-2-1 15,1 6 2-15,0-2-2 0,0-3 2 0,3 1 0 16,-9 2 1-16,5-1-1 0,-1 3-1 0,2 0-118 15,3 1-42-15</inkml:trace>
  <inkml:trace contextRef="#ctx0" brushRef="#br0" timeOffset="80894.28">18475 11457 16 0,'0'0'19'16,"0"0"-3"-16,0 0 8 0,0 0 7 0,0-2-10 16,0 0-3-16,0 1 5 0,0-1-3 0,0 0 5 0,-2 0-7 15,0 0-6-15,0 0 1 0,0 0-1 0,0-1 2 16,1-1-4-16,-1 0-5 0,0 1 3 0,-2-1-5 0,0 0 4 15,1 0 3-15,-1 3-2 0,2 1-4 0,-5-6-3 16,5 6 0-16,-2-2-1 0,-1-2 2 0,3 4-2 16,-4-3 3-16,4 3-3 0,-1-2 1 0,-1 0 8 15,-2-2-5-15,-1 1 7 0,-1-1-12 0,3 0 1 16,-3 0-3-16,-1-1 2 0,4 3 0 0,-3-2 11 16,3 2-8-16,-3 1 9 0,1-1-17 0,-3-2 8 15,-3 0 2-15,6 2 0 0,0 1-7 0,-3-1 3 0,5 2 2 16,-6-2 2-16,1 2 7 0,-1-2-11 0,2 2 2 15,0 0-4-15,-6 0 5 0,0 0 3 0,-2 0-5 16,0 0 4-16,1 0 4 0,1 0-8 0,-4 0 7 16,1 0-8-16,1 0 6 0,0 0 8 0,1 0-7 15,-1 0 8-15,2 0-2 0,0 0-3 0,0 0 5 16,2 0-5-16,2 0 9 0,0 0-6 0,-2 0 1 0,2 0-4 16,0 0-5-16,0 0 3 0,0 0-2 0,-1 0 2 15,1 0-8-15,0 0 14 0,0 0-2 0,0 0 8 16,-2 0 1-16,2 0-6 0,0 0 0 0,-1 2 0 15,1-2 8-15,2 2-19 0,-2 0 6 0,2-1-10 16,-3 1 13-16,5 0-14 0,-2 0 5 0,-1 0-7 16,7-2 6-16,-7 4-4 0,1-1 5 0,2 1-4 0,-3 0 9 15,5-1-7-15,-3 1-2 0,3 0 1 0,-1 0-5 16,1-1 6-16,-1 7-5 0,-3-1 6 0,3 0-7 16,-5 2 2-16,4-1 3 0,1 1 0 0,-1 2 5 0,1-2-9 15,-1 2 5-15,3 0-4 0,-7 0 9 0,9 0-7 16,-4 0-3-16,3 0 0 0,1 0 9 0,-7-2-4 15,-1 4 2-15,5-4-4 0,-1 0-1 0,-1 2 1 16,1-2 0-16,-1 6 2 0,1-2 4 0,1 2-6 16,-1 1-2-16,2 1 0 0,1 1 8 0,1 1-4 15,0-3 2-15,0 1-4 0,0-1-6 0,0 1 6 16,2-1 2-16,0 1 2 0,0-1-3 0,0 3 5 16,0-3-3-16,0 3 6 0,0-4 1 0,0-4-3 0,2 3 1 15,-2-1-2-15,4 4-3 0,-2-4 6 0,1-1-7 16,-1-2 7-16,2-1-5 0,-2 0-4 0,2 0 6 15,-1 0-4-15,1 0 8 0,0-1-3 0,-1-1-4 16,1 0 3-16,2 0 2 0,-1 1-3 0,-1-3 5 0,3 2-5 16,1 1 3-16,-1-1 3 0,-5-2-5 0,2 1 3 15,3-1-10-15,3 1 1 0,-1-1 5 0,2-1-1 16,-5 1 5-16,1 1-6 0,0 1-4 0,1 0 0 16,-3 0 4-16,1 1-3 0,0 3 4 0,-1-2-4 15,3 4 3-15,-1-2 4 0,0 0-5 0,5 0 5 16,-3-2-6-16,2 2 4 0,0 0 4 0,0 0-4 0,4 0-5 15,-2 0 11-15,2-2-5 0,-2 0 7 16,4 4-10-16,-2-2 5 0,1 4-7 0,3-1 7 0,-1-1-6 16,5 4-2-16,-3-3 4 0,1 3-4 0,-1 1 2 15,-1-5-1-15,1 6 1 0,-1-6 0 0,3 1-4 0,0 5 6 16,-3-8-4-16,3 3 6 0,-4 1-4 0,1-4-1 16,0 4-1-16,-3-6 0 0,-1-4-4 0,11 5 14 15,-4-7-3-15,3 3 6 0,1-1-13 0,-4 0 5 16,2 1-2-16,-2-1 3 0,-1-1-7 0,-1-2 4 15,-3-3 1-15,1 5 2 0,3-2 0 0,-3 9-3 16,5 0 0-16,-3-4-1 0,1-2-2 0,-3-1-1 16,-1-2 0-16,0 1 0 0,1 1 4 0,-3-2 0 15,4-1 1-15,-3 1-2 0,1 0-1 0,1-1 0 0,1 1-1 16,3 0 0-16,-1 0 7 0,-3-1-3 0,3-1-3 16,1 2 0-16,-5-2-3 0,5 0 13 0,2-2-6 15,-2 0 7-15,8 1-11 0,-4-1 0 0,-4 0 10 16,8 0-7-16,-8-1 8 0,8-1-9 0,0-2-2 0,-6 0-1 15,2-1-1-15,-4-1 4 0,1-1-3 0,-1-1 5 16,-2 1-5-16,1-1 5 0,-1 1 1 0,-3 0 1 16,-1-3-11-16,1 1 8 0,0 0-2 0,0-1 5 15,-1-1-7-15,1 0 0 0,-2 6 3 0,2-12 0 16,-4 2 0-16,0-5-1 0,1 5-2 0,1-2 3 16,-2 0 0-16,4-3-3 0,-4 1 0 0,2 1-1 15,2-1-1-15,-6 1 5 0,2-3-2 0,0 4 5 0,-4 1-5 16,2-1 0-16,0 4-1 0,0-4 0 0,-1 2 3 15,-1 2-4-15,-2 2 4 0,1 0-4 0,-3-2 2 16,3 2-1-16,-6 0 0 0,5-4 0 0,-1 2 2 16,-4-2 2-16,3 0 0 0,6 1 1 0,-3 1-2 0,-3 0-2 15,3-2 0-15,-3 0-1 0,-1 2 0 0,0-4 2 16,-2 2-2-16,-1 2 3 0,-1-3-2 0,0 3 0 16,0-2 1-16,0 0-1 0,0 2-2 0,2-2-1 15,-2-2-2-15,0 2 3 0,0-5 6 0,0 3-4 16,0 1 3-16,0-3-4 0,-2 0 6 0,-1-3-6 15,-1 0 5-15,0 0-5 0,2 3-2 0,1 0 1 0,1 3-2 16,-2-3 3-16,-2-1 6 0,0 3-6 0,-1-3 4 16,1 5-4-16,-2-4 3 0,3 4-1 0,-1 0-3 15,0 1 0-15,1 1-1 0,-3 0-4 0,-1-2 7 16,1 2-4-16,-1 0 11 0,-3-2-6 0,3 4-2 16,-1 0 0-16,5-2-2 0,-10 0 0 0,-2-2 6 0,0 2-4 15,2-2 10-15,-4 2-10 0,1 0 0 0,-1 2-1 16,-2-2 3-16,3 2-2 0,-3 0 5 0,-1 1-5 15,1 1 6-15,2-2-6 0,1 2 1 0,-1-1-1 16,-2 1 5-16,3 2-6 0,-3-3-1 0,0 3-2 16,1-2 8-16,-1 1-5 0,-1-1 1 0,0 1-3 15,1 1 9-15,-3 0-6 0,-2-1 0 0,1 1-2 0,-3-3 3 16,8 5-1-16,-3-1 0 0,1 1 0 0,-1-1 0 16,-5 1-3-16,0 1 3 0,-1-2-4 0,4 3 4 15,-1-1 2-15,4 2-3 0,-4-4 2 0,-2 3-6 0,0 1 2 16,-4-4 3-16,6-9 0 0,-2 4 6 0,2 4-8 15,-2 1 2-15,1 1-5 0,-2 1 5 0,-1 0-2 16,-2 2-1-16,0 2 1 0,1 0-2 0,-3 2 0 16,1 0-1-16,-1 2 0 0,-7 0 4 0,4 1-4 15,-2 1 5-15,-6 1-4 0,9 1 5 0,-5 1-2 16,0 2-4-16,0 2 0 0,0 0-7 0,-1 2-7 16,3 2-3-16,-1 1-3 0,3 3-23 0,2-12-130 15,3 30-53-15</inkml:trace>
  <inkml:trace contextRef="#ctx0" brushRef="#br0" timeOffset="90022.59">19774 12198 59 0,'0'0'0'0,"0"0"14"16,0 0 15-16,0 0 23 0,0 0 3 0,0 0-5 15,0 0-12-15,0 0-22 0,0 0-1 0,0 0-3 16,0-2-1-16,0 0 0 0,2 0 8 0,0 1-7 15,0-1 5-15,0 0 8 0,0 0-2 0,0 0 6 16,-1 0 11-16,1 0-11 0,0 1 5 0,0-1-8 16,0 0 1-16,0-2-11 0,0 0-3 0,1-5-2 0,3-4-5 15,-2 2 4-15,-1-4-4 0,1-5 5 0,0-3 5 16,-1-4-2-16,-3 1 7 0,2-2-5 0,-2 0-3 16,0-4-1-16,0-5 1 0,0 0 1 0,0 2 1 0,0 0-7 15,0-1-3-15,2 3 1 0,4-2 5 0,-3-3 1 16,1 7 0-16,-2-1 0 0,2 1 5 0,-1 3-7 15,-1 2 6-15,0 4-7 0,0 1 2 0,-2 4-3 16,0-1 0-16,0 5 0 0,0 2 6 0,0 1-12 16,0 3 7-16,0 1-9 0,0 3 1 0,0 1 5 15,0 0-6-15,-2-2 5 0,2 1-12 0,-2-1 5 16,0 0-2-16,2 2 4 0,0 0 3 0,0 1-24 16,0-1-6-16,0 0-14 0,0 0-90 0,0 2-95 0</inkml:trace>
  <inkml:trace contextRef="#ctx0" brushRef="#br0" timeOffset="90462.45">19644 11463 333 0,'-1'0'31'0,"-1"0"-2"0,0 0-4 15,0-2 3-15,-2 0-13 0,1 0 3 0,1 2 0 16,-6-2-8-16,1 0 5 0,-1 1-6 0,1-1 14 16,0 0-3-16,-1 0 6 0,4 2 2 0,1 0 9 15,-1-2 4-15,0 0-1 0,1 0-5 0,1 1 2 16,0-1-4-16,0 0 3 0,2 0-5 0,0 0-18 15,0-2 7-15,2 1-11 0,-2 1 0 0,9-11-3 16,6 5-4-16,11-1 2 0,-4-4 1 0,2 4 3 0,-3-4-1 16,-1 0 1-16,3 4-4 0,-7-6 9 0,5 4-5 15,-3-1 5-15,-1 3-10 0,0 4 10 0,-6-3-3 16,2 6 3-16,-2-1-16 0,0-7 3 0,0 5 3 16,-3 1 2-16,1 2 6 0,2 0-8 0,0 2-1 0,0 2-1 15,0 2 2-15,1 0-3 0,1 1 1 0,0 3 0 16,1 1 3-16,1 2 0 0,2 0 0 0,0 0 0 15,-1 0 2-15,-1 1-3 0,0-1-3 0,0 0 1 16,0 0 1-16,-4-2-31 0,0-5-60 0,2 7-6 16,-4-2-303-16</inkml:trace>
  <inkml:trace contextRef="#ctx0" brushRef="#br0" timeOffset="91503.72">11560 12879 73 0,'0'0'50'0,"0"0"-8"0,0-1 40 16,0-1-4-16,-2 0-56 0,1 0 11 0,-1 2-2 0,0-2 6 16,0 0 4-16,0 0-15 0,2 1 0 0,-2-1-5 15,2 0-12-15,-2 0 12 0,1 0-4 0,-1 0 9 16,0 0 11-16,0-1 10 0,-4-12-3 0,-1-7 5 15,0-10-2-15,1 0-10 0,0 1 1 0,-1-8-6 16,0 2-10-16,1-2-2 0,0 0-4 0,-1 0 2 16,3 0-9-16,1 2 1 0,1-2-4 0,2 2 2 15,0-1-8-15,0 1 5 0,0 0-3 0,0 0 2 0,2-2-9 16,-1-6 5-16,1 3 0 0,-2-3 2 0,2 2 2 16,-2 4-5-16,2 2 1 0,0 4-1 0,-2-1 4 15,0 1-1-15,0 3-1 0,0 4 1 0,0 2 2 0,2 4-4 16,-2 1 0-16,2 4-1 0,-1 4 3 0,1 0-3 15,0 2 3-15,-2 1-5 0,0 3 1 0,0 1 1 16,0 0-2-16,0 3 2 0,0-1-3 0,0 0 5 16,0 0 0-16,2-2 2 0,0 1-3 0,0-1-6 15,1 2-10-15,1 0-3 0,0 0-64 0,0 0-107 16,-1 1-25-16</inkml:trace>
  <inkml:trace contextRef="#ctx0" brushRef="#br0" timeOffset="91910.5">11167 12027 603 0,'0'0'16'0,"-2"0"32"15,0 0-41-15,0-2-6 0,0 2 5 0,0 0-4 16,0 0 11-16,1 0 1 0,-1 0-6 0,0 0 4 15,0 0 0-15,0 0-4 0,0 0 8 0,0-2-7 0,2 1 10 16,0-1 6-16,0-2 1 0,0 2 3 0,8-24 2 16,3-2-6-16,2-3-6 0,4-5 2 0,1 1-6 15,3 0-1-15,-16 2 3 0,16-3-5 0,3 5-5 0,2 1 0 16,-2-2-2-16,0 5 1 0,-2-1-6 0,-1 4 1 16,-3 1-1-16,1 1 1 0,-2 2 5 15,-4 1-8-15,0 2 3 0,-4 2-3 0,0 2 9 0,-1 2-5 16,-1 2 3-16,-1 2-4 0,-1-1 2 0,-1 4-3 15,-2 3 2-15,2-1-1 0,-3 2 5 0,3-2-7 16,0 0 2-16,0 0-2 0,-1 0 5 0,3 0-4 16,-1 1 1-16,3 1-1 0,-1 0 7 0,1 1-11 15,1 5 7-15,0 1-8 0,2 5 7 0,2 8 3 0,0 2-5 16,2 1 5-16,0-1-7 0,0 0 1 0,2 0 1 16,1-1-1-16,3 3 1 0,1 0 3 0,0 2-7 15,4 4-8-15,2 1-131 0</inkml:trace>
  <inkml:trace contextRef="#ctx0" brushRef="#br0" timeOffset="142532.49">13630 14211 23 0,'0'0'0'0,"-1"0"7"0,-1 0 66 0,0 0-16 0,0-2-3 16,0 0-30-16,0 0-3 0,0 0-15 0,1 0 8 16,-3 1-10-16,0-1 3 0,0 0-6 0,3 0 2 0,-3 0-2 15,0 0 12-15,0 0-3 0,1 1-2 0,-1-1 0 16,0 0-4-16,1-2 3 0,1 4 1 0,-2-2 0 15,0-1-3-15,1 1 2 0,-3-2-1 0,-5-3 1 16,2 1-1-16,3 2-1 0,-3-1-3 0,0 1 0 16,-1 0-5-16,-1 1 3 0,-2-3 5 0,0 2-2 15,-2 1 1-15,0-1 1 0,1 0-3 0,1 2 3 16,-2 0 1-16,2 2 4 0,0 0-3 0,2 0 2 0,-2 0 2 16,1 0-3-16,-2 0 0 0,2 0-1 0,3 2-3 15,-2 0-4-15,4 0 7 0,-1 0-7 0,1 0 6 0,-1 0 0 16,3-1-5-16,-1 1 5 0,-1 0-4 15,1 0 1-15,1 0 0 0,-1 0 1 0,-1 1 2 0,-3 1-8 16,-1 2 6-16,2-3-6 0,-4 3 9 0,2-2-7 16,-2 1 0-16,0 1-1 0,-2-2-1 0,0-1 7 15,0 1-5-15,-3 0 3 0,-1 1-3 0,-1 1 6 16,-1-1 3-16,-1 1 0 0,0 0 0 0,-3-1-5 16,0 1 5-16,8-3-5 0,-4 1 8 0,1 0-13 15,0 0 2-15,-3-1-4 0,5 3 16 0,3-2-7 16,0-1-2-16,4 1-2 0,-4 2-5 0,-2-1 6 0,8-1-2 15,-6 1 4-15,4 1-3 0,2-2 0 0,-4 3 3 16,0 1-3-16,5-3 2 0,-5-3-5 0,4 9 2 16,-2 0-1-16,-2 0 6 0,2 4-6 0,-4 0 4 15,4 0-4-15,-2 3-1 0,0-1 2 0,2 2-2 16,-1-1 3-16,-1-5 4 0,2-2-3 0,2 2 3 0,-2-1-3 16,2 1-2-16,-1 1-2 0,3-1 1 0,-2 0 0 15,-3 0 9-15,3 0-9 0,-2-1 2 0,-2 1-3 16,4 1 1-16,-2-2 1 0,-2 1 0 0,1 0 2 15,1-2 9-15,-2 2-6 0,2 2-1 0,0-2-3 16,-4 0-5-16,2 3 3 0,-3 1 2 0,3 2 1 16,1 1-1-16,3-1 0 0,-2 3-2 0,0-2 2 0,-4 3-6 15,-4-1 6-15,10 0-5 0,-4 4 6 0,4-4-9 16,-2 2 6-16,-2-1 1 0,2 3 2 0,3 2-3 0,1-2 1 16,-4 1-1-16,1-2 0 0,1-1-1 0,2 4 5 15,-5-1-4-15,7 1 5 0,-4-4-14 0,1 4 6 16,4-2 1-16,-5-2 2 0,2 2-2 0,-4-1 8 15,5-3-7-15,0 0 7 0,3 2-7 0,-3-1 1 16,1 1 1-16,3 0-1 0,0 2 0 0,0 0 0 16,-2 0 0-16,-14 3-2 0,7-1-2 0,3 2 6 15,3 0-2-15,-1-1 5 0,0 3-1 0,3 1-4 16,-1 5-1-16,2-3-1 0,0 2 2 0,0-4-2 16,1-1 4-16,-1 1-3 0,0-5 8 0,2 0-8 0,0 2 5 15,0-8-6-15,0 0 4 0,2 3-1 0,1-1-2 16,1-4 2-16,4 2 3 0,-1-3-2 0,2-1 0 15,1 1 0-15,-1 1-4 0,2 1 3 0,2-1-4 0,0 1 4 16,0-1-4-16,0 2 2 0,-2-1 3 0,2 3-2 16,0 2 0-16,2 0-1 0,2 4 1 0,-2-1 0 15,1 3 1-15,1 3 4 0,-2-1-5 0,2 3 3 16,-3-2-10-16,-1 0 5 0,0-1 4 0,0-6 0 16,2 1-1-16,0 1 5 0,0-4-5 0,0 0 6 15,-2-4-15-15,2 2 8 0,-12 1-2 0,16-5 4 16,1-1-2-16,1-1 8 0,-1-1-6 0,2 0 7 15,4-1-9-15,-1-3 9 0,4 0-9 0,1 0 8 0,5 0-9 16,2 0 0-16,4-2 8 0,4-1-6 0,-2-1 9 16,3-2-10-16,0 1 0 0,5-1-3 0,-3-3 8 15,-4 0-7-15,-1 20 5 0,-4-11-5 0,2-6 9 0,0-3-4 16,0-2-2-16,-1-2 0 0,3 0-6 0,0 0 9 16,5-2-5-16,-1 0 6 0,3-2-1 0,0 1-8 15,-4-1 5-15,-1-2-6 0,-3 1 9 0,-3-3-9 16,2-1 7-16,-5-2-6 0,-1 0 11 0,0-4-7 15,-3 0 0-15,-1-2-3 0,3-3 3 0,-5 13 0 16,5-21 0-16,-1-2 0 0,-1-5 9 0,1 1-9 16,3-3 2-16,-3-4-4 0,-1 0 1 0,-1-7 2 15,-1 2 1-15,-4 1 1 0,-2 1 4 0,-2 3-8 16,-5 2 3-16,-2 0-3 0,0 4 7 0,-1-1 1 0,3 1-3 16,-6 2 2-16,4-1-4 0,-4 1 0 0,2-1 4 15,-2 3-4-15,-3-6-2 0,-1-2 2 0,-3-4 0 16,3-3 2-16,-3-3 7 0,22-5-9 0,-9 2 6 0,-8 0-7 15,-1-1 10-15,-3 4-4 0,-1-3 2 0,-2 2-3 16,0 4 1-16,-1-1 7 0,1 6-3 0,-2 2 5 16,2 2-12-16,0 0 9 0,-2-4-7 0,0-1 8 15,0-5-8-15,-4-1 0 0,1-2-1 0,-5-6 0 16,-1 2-1-16,1-1-1 0,-1 1 3 0,0 5-4 16,-2 1 3-16,0 5-1 0,-2 1-1 0,-2 3 0 15,0 0 3-15,-4 2 7 0,1 0-4 0,-3 1 3 0,-1-1-2 16,18 2 0-16,-24-6 6 0,1-4-6 0,-5 1-7 15,2-8 7-15,4 2-7 0,-1 0 7 0,-1 1-6 16,2 3 0-16,-2 3 1 0,2 6-1 0,2 0 1 16,-4 2 1-16,0 1-1 0,-2 5 2 0,1-1 2 0,-5 2-4 15,-1 6-1-15,-6-1-1 0,-5-1 3 0,-6 6-3 16,0-1 6-16,-6 2-6 0,2 4 7 0,1 0-10 16,-1 2 2-16,2 2-4 0,4 0 2 0,0 3-4 15,-4 1 1-15,4 3-2 0,-2-22-5 0,-8 14-19 16,-1 10-16-16,-11 6-2 0,-4 5-58 0,-4 8-274 15</inkml:trace>
  <inkml:trace contextRef="#ctx0" brushRef="#br0" timeOffset="157020.01">10897 3416 12 0,'0'0'0'0,"0"-2"9"0,-1 0 93 0,-1 0-30 16,0 0 5-16,0-1-51 0,0-1-6 0,0 0-22 15,0 0 0-15,-1 1-3 0,-1-1 12 0,0 0-4 16,1 1-1-16,-1-1-2 0,0 0 1 0,0 0 0 15,1 1 4-15,3 1-3 0,-2-2 9 0,-2 0 13 16,-5-1 0-16,0 1 3 0,-1-1 0 0,1 3-1 16,0-2 17-16,-2 2-7 0,-2 0 46 0,0-7-47 0,-4 0 0 15,0 1-14-15,-3 1 5 0,-3-1-10 0,-1 3 7 16,-2 1-8-16,4 2 1 0,-2 0 5 0,-2 1-7 16,-2-1 7-16,0 0 2 0,2 2-9 0,0 0 3 15,6 0-7-15,-6 0-3 0,3 0 2 0,1 0-3 16,-2 0 1-16,4 0-5 0,-4 0-3 0,1 0 4 0,1 2-4 15,2 0 4-15,-3 1-6 0,3 1 3 0,-4 2-2 16,1 1 9-16,1 0-7 0,0 1 1 0,1-1-2 16,-1 3 2-16,-2 1 1 0,-2 2-1 0,-4 3 1 15,-1 1 0-15,-5 2 4 0,-1 1 2 0,6-1 0 16,-3-17-2-16,3 24-2 0,-1 0-1 0,-1 5 1 16,1-1 3-16,3 3 1 0,3-1 1 0,1-1-1 0,1-1-4 15,4-2 5-15,-1 3-3 0,1 1 4 0,1 1-9 16,-1-3 5-16,0-4-4 0,1-2 6 0,0-3 0 0,5-1-3 15,-1 2 6-15,0-5-5 0,2 4 2 0,0-3 3 16,0 1-5-16,2-1 6 0,-2 3-4 0,2-1-7 16,-2 1 0-16,3 3-2 0,-1 0 9 0,0 2-5 15,-2 0 4-15,-2 2-4 0,2-1 1 0,6 7-3 16,-3-1-2-16,5 4 0 0,-1 2-1 0,-1-3 0 16,5 5 2-16,-2-2 0 0,2-2-3 0,-20 0 0 15,11-4 1-15,4-1-1 0,5-1-2 0,2-6 0 16,0 1-2-16,3-4 1 0,1-2-3 0,2 1 6 15,1-3 0-15,2 1 2 0,-1-3 1 0,3 3 2 0,0-2-1 16,2 1 2-16,-7-1-7 0,12 3 3 0,1-1-1 16,5 1 2-16,0 1-7 0,2 1 0 0,4 4 1 15,1-2 0-15,3 2 0 0,-4 4 0 0,7 2-8 16,5-1 4-16,3 3-11 0,5-5 1 0,2 3 4 0,-2-1-2 16,0 1 1-16,0-2-5 0,-3 1 2 15,-4-3-2-15,-4-2 5 0,-2-4 9 0,-2-1-9 0,4-5 10 16,2 3-1-16,2-2-2 0,1 1 8 0,4-1-7 15,4 0 12-15,8-1-10 0,-3-1 3 0,10-2-5 16,-4 0 9-16,-3-2 0 0,-1 1-3 0,-9-1 0 16,2 2-5-16,-2-2 10 0,2 2-4 0,2 0 6 15,2-2-4-15,9 2-3 0,4 0 1 0,7-2-5 0,5 2-1 16,-6-4 0-16,-1 4-4 0,-11-3 1 0,-5-3-9 16,3 2 15-16,2-1-5 0,6 1 9 0,3-1 1 15,14-1 0-15,1 0 8 0,4-1-6 0,-2-2 12 0,-7-1-10 16,-3 1 2-16,-2 2-3 0,-3-4 10 0,11-1-10 15,6 1 5-15,10 34-7 0,1-22 7 0,-10-8-5 16,-1-4 2-16,-7-2-2 0,0 0-1 0,7 0 1 16,14-2-1-16,3 0 1 0,5-5-2 0,-5 1-1 15,-11-1-2-15,-3-3 2 0,-3 3-2 0,10-2 0 16,4 1 2-16,9 1-1 0,-5-2 4 0,-10-1-3 0,-5 1 0 16,-10 2-1-16,7-1 1 0,2-3 2 0,7 2-2 15,2-1 1-15,-2 1-8 0,-3-2 9 0,-8 0-3 16,-7-2 4-16,1 0-4 0,10 0-2 0,5-2 4 15,5 2-3-15,-1-2 8 0,-9 0 2 0,-10-1-4 16,-7-1 3-16,-2-2-6 0,1 1-1 0,3-5 4 16,2 1-2-16,1-4 8 0,1-4-8 0,-4 1 4 0,-8 23-5 15,-6-33 10-15,-7 2-7 0,-7-7-1 0,-3-1-1 16,-1 6 4-16,-3-2-1 0,-4 8 4 0,4-1-5 16,-6 3 3-16,-2 1 2 0,4 2 1 0,-11-2 1 15,3 4 8-15,-3 0-5 0,-4 0 0 0,2 2-1 16,0 0-6-16,2-2 0 0,-6 2-3 0,-5-4 2 15,2 0-6-15,-3-3 7 0,-1-6-4 0,-2-4 5 16,-5-6-2-16,-1-1 2 0,-3-9-1 0,-2 5 1 0,24-2-9 16,-15 2 6-16,-7 9-3 0,-4 0 4 0,-4 4-4 15,-4 0-4-15,-1 6 2 0,-2 1-4 0,-2 3 7 0,-4 1-7 16,6 0 6-16,-24 2-6 0,-2-2 8 0,-4-2-4 16,-2 1-4-16,2-5 0 0,-5-5 2 0,0-5 0 15,1 1 4-15,-1-9-2 0,3 2-2 0,0 2 7 16,0 1-8-16,1 4 8 0,-5 4-10 0,-3 2 7 15,-7 2 2-15,-3 2 2 0,-3 1-5 0,-2 2 1 16,4 1-2-16,-2-1 1 0,5 4-5 0,2-2 6 16,3 2-1-16,2 2 4 0,-2-2-4 0,2 0 1 15,-6 0-2-15,-8 2 0 0,-6-8-5 0,-7 4 5 0,-5-5-1 16,5 0 1-16,2 5 0 0,5 0-1 0,4 4 3 16,0 0-4-16,-1 3-2 0,-6 1-1 0,-6 5 1 15,-13 4 0-15,-2-4 5 0,2 6-9 0,4-2 4 16,7 3-6-16,1 1 5 0,-3 1-1 0,-1 2-4 15,-10-29 4-15,-9 20-1 0,-5 7 4 0,-1 5 0 0,6 1-1 16,8 1 3-16,-5 7-9 0,-6 1 5 0,-12 0-4 16,-4 3 9-16,8-3-3 0,2 2 5 0,9 4-4 15,-4 2 1-15,-13 3 1 0,-5 0-6 0,-2 1 6 16,2-1-3-16,11 2 4 0,1 6 2 0,-12 6-1 16,-13-1-7-16,0 1 2 0,1 1-6 0,10-2 5 15,-2 4-17-15,-13 2-24 0,-7 0-10 0,3-33-9 16,8 44-74-16</inkml:trace>
  <inkml:trace contextRef="#ctx0" brushRef="#br0" timeOffset="158639.78">2590 4171 256 0,'0'0'-13'0,"0"0"26"0,0-1 24 16,-1-1 14-16,-1 0 13 0,0 0-10 0,0 0-29 15,2 0-8-15,0 0 3 0,0 1-13 0,0-1 0 0,0 0-3 16,0 0 3-16,0 0 5 0,2 0 10 0,0 0 0 15,0 1 4-15,1-1 9 0,7-4-6 0,10-3 5 16,4-2-8-16,0 3-3 0,2 1-14 16,-3 1 3-16,6 1-7 0,-8 3 3 0,3 0-8 0,-2 2 2 15,-3 0-2-15,1 0 6 0,2 2 1 0,-1 2-1 0,-5-1 2 16,-3 1 3-16,2 3-1 0,-2 1 5 0,-2-1-5 16,2 3 2-16,-1 8 20 0,-9 4-7 0,-1 2 11 15,15 2-10-15,-4 2 2 0,-6 2-7 0,-1 5 5 16,-4 2-7-16,-2 4-4 0,-6 2 3 0,1-2-5 15,-5-4 1-15,1 0-4 0,-4-3 3 0,-2-7-5 16,-3 3 3-16,8-6-1 0,-18-5-6 0,-3 1 3 0,-4-7-4 16,-4 0 5-16,5-3-3 0,-1-5 2 0,3 3-6 15,3-7 4-15,3 1 2 0,0 0-2 0,5 11-3 16,3-4 0-16,-1-3-2 0,6-4 2 0,0-2 0 0,4 0-2 16,0 0 6-16,3-2-4 0,2 0 6 0,2 2-4 15,-9-15-5-15,0-5 1 0,4-6-2 0,5-4-4 16,4-3 6-16,3-1-6 0,5 5 10 0,1-3-4 15,0 6-1-15,2 2-1 0,4-2 4 0,-16 13-2 16,24 0 7-16,-1 2-4 0,-4 5 4 0,1 1-5 16,-5 3-1-16,3-11-1 0,-4 7-2 0,0 4 1 15,1 2 0-15,-3 0 0 0,6 4 4 0,-3 2-2 0,5 3-2 16,-4-2-1-16,3 4-6 0,0 1-12 0,-8-7 0 16,8 6-7-16,-7-3-28 0,4 1-47 0,-1 0-18 15,1 1-18-15,0-3-139 0</inkml:trace>
  <inkml:trace contextRef="#ctx0" brushRef="#br0" timeOffset="159002.54">3296 4247 208 0,'0'-1'16'0,"0"-1"3"16,0 0 31-16,4-19-21 0,1 3 16 0,1 1-35 15,-1 6 4-15,1-2-2 0,0 4 2 0,-1 0-8 0,1 1-5 16,-3 3 2-16,-1 1-1 0,6 2 6 0,-3 0 12 16,1-2-4-16,-1 1 7 0,-1-1 4 0,0 0 7 15,0 2 2-15,-1 1-1 0,-1-1-9 0,0 0-7 16,0 0 1-16,0 2-2 0,0 0 2 0,-1 0-7 16,-1 2-4-16,0 0 0 0,0 1 2 0,0 1-10 15,0 15 7-15,0-1-9 0,0 3 6 0,0 1 4 16,-1-4 3-16,-1 5-2 0,2-1-4 0,0-2 0 15,0 1 2-15,2-1-1 0,1 1 3 0,3-5 0 16,-1 3-5-16,1-6 4 0,1 0-1 0,3 0-3 0,-3-4-1 16,-5 1-2-16,15-1-2 0,-1-4-1 0,5-1-1 15,-1-2 0-15,-7 7-6 0,4 2-28 0,-6-5-2 16,-4-4-13-16,5 0-42 0,-3-2-30 0,0 0-35 0</inkml:trace>
  <inkml:trace contextRef="#ctx0" brushRef="#br0" timeOffset="159189.63">3649 3761 848 0,'0'-4'-29'0,"0"-9"89"0,0-35-49 0,2 7 42 0,-1 10-31 15,1 12-21-15,0 8 4 0,-2 9-8 0,0 0 6 0,4-2-39 16,0 3 4-16,-3 1-20 0,7-2-14 0,-4 2-27 15,1 0-33-15,-1 0 1 0,0 2-124 0</inkml:trace>
  <inkml:trace contextRef="#ctx0" brushRef="#br0" timeOffset="159809.37">3907 4114 275 0,'0'0'78'0,"0"0"32"0,-2 0-33 0,0 2-68 16,0 0 18-16,0-1-2 0,1 3-9 0,-5 24 3 15,-7 5-6-15,2 6-7 0,-4 6-1 0,2 1-6 0,2 6 3 16,-4 2 3-16,4-6-4 0,2 3 2 0,-3-9-3 16,3-6-3-16,4-5 9 0,-1-9 3 0,0-1 5 15,5-4 18-15,-1-6 5 0,-6-2-2 0,5-5 0 16,-3 1-11-16,4-1-11 0,-2 0-3 0,1-1-2 15,-3-1-7-15,4-2 3 0,0 0 2 0,-3 4 1 16,1 0 0-16,0-1-7 0,1-1-4 0,-1 0-1 16,0 0-16-16,2 0-8 0,1-2 0 0,-1 0-2 0,0-2 2 15,0 0 6-15,0 0 2 0,0-1 1 0,-3-18 15 16,-1-5-11-16,1-4 11 0,3-1-9 0,2-1 9 0,0-3-2 16,3 2 4-16,5-3-1 0,-1-3 6 0,3 8-3 15,1-1 0-15,-2 4-1 0,2 2 7 0,-2 6 4 16,3-2-1-16,-3 5 3 0,2 0 3 0,-2 4-2 15,-1 2 1-15,7 2-1 0,-4 3 5 0,2 2 5 16,-2 1-1-16,-2-5 3 0,0 3-3 0,-1 1 6 16,-3 2-4-16,-1 2 5 0,0 0-6 0,0 2-7 15,-1 0 2-15,-3 0-4 0,10 24 8 0,-7 2-9 0,-5-1 1 16,-5 3-5-16,-4 2-7 0,0-8 7 0,-2 9-5 16,0-7 6-16,3-5-12 0,1-1 3 0,5-12-1 15,1-1 2-15,1-1-5 0,0-3 10 0,2 1-6 16,-2 0 7-16,2-1-10 0,0 1-3 0,2-2 6 15,2 0-4-15,-1-2 7 0,20-2 0 0,-3-2 2 0,2-3-2 16,1-1-3-16,-1 3 2 0,0-1 0 0,2 3 3 16,-3 3 12-16,-3 0-1 0,-3 0 0 0,-2 1-1 15,-2 3 2-15,-3 0-8 0,-3 0 6 0,-3-4-5 16,4 7 6-16,1 6 2 0,-1 4-3 0,-4-2 3 16,-4 5-4-16,-6-1-7 0,-5-1 1 0,-5-1-3 15,-17 1 2-15,1 3-5 0,-1-6-2 0,0 3-1 16,3-5-2-16,0-2-12 0,-1 2 2 0,-2-3-9 0,1-1-20 15,1 0-21-15,3-1-3 0,12 3-6 0,1-6-22 16,-4 3-119-16,10-1-15 0</inkml:trace>
  <inkml:trace contextRef="#ctx0" brushRef="#br0" timeOffset="160294.06">2557 5388 52 0,'0'0'35'0,"0"0"-19"0,0 0 38 0,0 0-10 16,0-2 3-16,0 0-9 0,0 0 3 0,0 2-6 16,0-2 2-16,0 0-9 0,0 0-1 0,0 1-3 15,0-1-1-15,0 0-16 0,2 2 12 0,0 0-14 16,0 0 2-16,1 0-4 0,1 0-1 0,11 0 1 0,2 0 3 16,1-2 1-16,4 0 0 0,4 0 1 0,-1 0 0 15,2-1 11-15,3-1-4 0,-2-2 6 0,5-1-10 16,6-2-3-16,4-2 7 0,2-2-5 0,-1 0 11 0,-1 1 1 15,0 1-10-15,1-4 7 0,3 1-6 0,5-1-4 16,1 2 7-16,9-2-8 0,1 2-2 0,4-2 1 16,-1 0 1-16,7-2 1 0,-6 3-1 0,-8-1 1 15,-1 0 1-15,-16 2 2 0,1 0 1 0,-4 0 2 16,-4 2-6-16,-1 0 7 0,-3 1 1 0,-5 1-9 16,-5 2 10-16,-3 1-10 0,-3 2 5 0,2-1-8 15,-2 1 0-15,-4 0-2 0,-2 2 4 0,-5 2-21 16,-2 0-3-16,1-1-9 0,1-1-24 0,-2 2-23 0,0 0-8 15,-2 0-7-15,0 0-57 0</inkml:trace>
  <inkml:trace contextRef="#ctx0" brushRef="#br0" timeOffset="160793.18">2817 5822 300 0,'-2'0'44'0,"0"0"13"15,-2 0-12-15,1 0-26 0,-10-4 3 0,2 1 3 16,5 3-11-16,2-2 2 0,1 0-6 0,1 0 7 0,0 0-1 16,2 2 0-16,2-2 1 0,1 0 6 0,22-3 6 15,6-3 2-15,3 3 1 0,3-3 9 0,0 3 1 16,-2 1-5-16,-5 2 0 0,0 0-15 0,-4 2-10 15,-2 2 2-15,-2 2-5 0,0 3-5 0,-3 5 6 16,1 2-2-16,-5-2 4 0,-2 17-2 0,-2 8-4 16,-3 4-2-16,-5 9 0 0,-1 2-4 0,24 8 2 15,-16-3 3-15,-9-1 0 0,-4 2 1 0,-5-14-7 16,-1-1 1-16,-2-8-1 0,-2-3 12 0,0-6-2 0,0-2-2 16,0-4-1-16,11-1-9 0,-17-6 9 0,1 0 1 15,-4-2 3-15,-3-4-2 0,1 3-5 0,-4-5 3 16,2-3-3-16,2 15 11 0,-5-6-9 0,4-5 1 15,-1-6-2-15,2 0 5 0,6-4 1 0,3-2 4 0,2 1-2 16,0-5 4-16,7 3-1 0,-1-15-3 0,-8-1 2 16,4-1-10-16,5-2 2 0,6-3-1 0,6 3 2 15,5-2 5-15,6-4-10 0,-15 2 4 0,29-7-6 16,-1 4 3-16,1 1 1 0,3 4 0 0,-3 10 0 16,-3 1 0-16,-5 6-14 0,-3 4-5 0,-3 3-6 15,-1 0-29-15,3-9-29 0,-4 6-1 0,0 3-11 16,0 2-21-16,-2 2-152 0</inkml:trace>
  <inkml:trace contextRef="#ctx0" brushRef="#br0" timeOffset="161243.1">3435 5876 522 0,'0'-2'52'0,"0"0"-51"16,0-2 57-16,0-5-25 0,-2-4-26 0,2 6-2 0,0-1 1 16,0 3-1-16,0 1-2 0,0 2-1 0,0 0-4 15,2-1 2-15,0-1-2 0,2 0 2 0,-1 2 0 16,-1 2 1-16,6-3-1 0,-1 1 15 0,-3 2 2 0,0 0 5 16,-3 0 7-16,1 0-5 0,0 0-5 0,13 22 2 15,-2 2-5-15,-4 4-4 0,-1 0 3 0,-3 7-6 16,-3 0-3-16,2 3-3 0,-2 2 1 0,0-4-3 15,1 4-2-15,-1-2-1 0,0-3 0 0,0-2 1 16,2-3 8-16,-1-4-8 0,1-4 6 0,0-5-8 16,-1-4 5-16,1-2 13 0,-2-3-6 0,0-5 9 15,0 1 14-15,1 0-10 0,1-2 8 0,0-1-10 16,11 3-2-16,0-4 1 0,1-4-4 0,5-5 1 16,1 5-8-16,0-25 5 0,-3-8-2 0,-4-6 2 0,1 0-7 15,1-5-3-15,-2 1 1 0,-2 3-1 0,0 1 7 16,-6 4-9-16,3 4 0 0,-1 5-1 0,-2 2 8 0,-1 6-8 15,0 2 5-15,-3 3-6 0,7 4-7 0,-5 4-17 16,1-1-5-16,-4 5-4 0,-1 1-21 0,-1 2-20 16,2-1 1-16,0-1-6 0,-2 0 6 0,0 2-2 15,0 0-8-15,0 1-2 0,0-1-57 0</inkml:trace>
  <inkml:trace contextRef="#ctx0" brushRef="#br0" timeOffset="161480.63">3940 5846 149 0,'0'0'28'0,"0"0"41"0,0 0-10 0,0 2 2 0,0 0-1 16,0 0 0-16,2 0-12 0,-2 1-10 0,0 7 1 16,2 10-5-16,-2 0-4 0,0 3 3 0,0 3 0 15,-2 0 0-15,0 3-7 0,0-1-2 0,1 0-6 16,-1 0 4-16,2-6-5 0,0 4-11 0,0-2 9 0,0-1-8 16,0 1 5-16,0-2-6 0,0-2 0 0,0-3-1 15,0 2 1-15,0-3 0 0,0-1-6 0,0 2 5 16,0-4 2-16,0-6-14 0,0 1 1 0,0-6-8 15,0 3-13-15,0-1-16 0,0 0 2 0,0-2-8 16,0-1-4-16,-2 3 1 0,0 0-1 0,0-2 2 0,0 0 11 16,0-1-31-16,1 1 1 0,-1-2-17 0,0 0-32 15</inkml:trace>
  <inkml:trace contextRef="#ctx0" brushRef="#br0" timeOffset="161850.99">3911 6199 80 0,'0'-2'30'0,"0"-17"36"0,0-8-6 0,1-3 5 15,1 2-15-15,2 4 8 0,2-2-30 0,-1 6 24 16,1 3-2-16,1 2 8 0,1 4-9 0,-3 3-4 15,10-1 2-15,4 2-4 0,-3 1 3 0,3 2-13 16,-1-9 0-16,-1 4-5 0,-2 4-1 0,-6 3-13 16,-1 2 5-16,-7 0-7 0,3 2 8 0,0 3-7 15,7 17-2-15,-5 6-3 0,-6 2-6 0,-6 0 9 16,-5 7-3-16,-4-4 3 0,-4 2-14 0,1-5 11 16,14-2-6-16,-16-8 9 0,1 1-11 0,4-4-4 0,4-4 5 15,2-2-3-15,0-2 9 0,3-2-10 0,2-1 3 16,3 0-4-16,-1-3 8 0,2-1-10 0,-2 2 5 15,2-2-5-15,0 0 6 0,0-1-3 0,-2 3 0 16,2 0-1-16,0-2 3 0,2 0 1 0,0-1-4 16,1 1 4-16,12 8 0 0,2-1-1 0,-4-2 2 0,2 1-1 15,-2-1 6-15,-2 1 0 0,-2-3-2 0,-1 1 1 16,-3-3 1-16,-3 3 13 0,4 1-3 0,-1 3 4 16,-1-1-6-16,-4-2 3 0,0 5-1 0,-2-3 1 15,-4 0-2-15,-7 2-6 0,-18-1-2 0,-2-1 0 16,3 2-5-16,-2-2-2 0,3 1 3 0,1-1-2 15,-2-2 5-15,4 1-11 0,6-1 0 0,-3-1-7 0,3-3-18 16,9-1-21-16,0 0-6 0,7 0-5 0,0 2-29 16,0-1-1-16,3-1-2 0,-1 0 1 0,0 0 10 15,2-2-65-15</inkml:trace>
  <inkml:trace contextRef="#ctx0" brushRef="#br0" timeOffset="162161.34">4252 6134 180 0,'2'-2'60'0,"0"-2"-7"0,5-11 5 15,6-11 10-15,0 4-27 0,-11 0 0 0,9 2-17 16,4 5 3-16,-4 2-8 0,-9 0 9 0,6 5 4 16,-3 1 5-16,1-1-1 0,-4 5 15 0,-1-3-10 15,1 2-1-15,0 1-6 0,-2-1-13 0,0 0 10 0,0 1-3 16,0 1 3-16,-2 0-19 0,0 0 0 0,1 2-1 16,-3 0 2-16,-4 0-6 0,-1 4 1 0,-4 5-5 15,9 6 4-15,-1 11-5 0,3 2 8 0,0 3-4 16,-16 1 4-16,5-1-11 0,5-1 7 0,3 5 0 0,1-7 3 15,4 0-2-15,2 0 6 0,1-4-8 0,1-2 8 16,4 1-8-16,-3-7 9 0,3-3 1 0,1 0 2 16,13-3-2-16,2-5-7 0,6-1 3 0,-10 11-4 15,10-2 3-15,0-6-8 0,-6-3 2 0,2-4-4 16,-2 0-4-16,-2 0-3 0,-3-4-8 0,-2 0 4 16,-2-1-16-16,-2-3-7 0,1-1 0 0,1 0-5 15,-4 7-15-15,1-13-15 0,-5-2-2 0,0-1-9 16,-1-1-66-16,-2-1-47 0</inkml:trace>
  <inkml:trace contextRef="#ctx0" brushRef="#br0" timeOffset="162531.94">4174 6232 703 0,'0'-2'22'0,"0"1"-6"0,0-1 30 15,0-2 2-15,0 0-1 0,0 1-20 0,0-1-17 0,2 0-1 16,2 0-3-16,14 1 2 0,12-8-2 0,0-2-1 16,-2-4-1-16,7 4-3 0,2-2 15 0,2 0 0 15,-2-3 5-15,2-3 8 0,-7 1-15 0,-1-1 6 16,-1 3-10-16,-6 1-6 0,0 2 1 0,-3 2-4 0,-3 6 3 16,-5 1-5-16,-2 1-30 0,-3 3 0 0,-5-2-12 15,-1 0-19-15,0 1-7 0,-2 1-1 0,0 0 1 16,2-2 12-16,0 1-15 0,-2-1 20 0,0 0-14 15,-2 2 58-15,-2 0-2 0,-5-3 3 0,-15-6-2 16,0 3 10-16,-2 3 0 0,-2-3 5 0,4 5-2 16,-6-3 24-16,4 2 19 0,0 1 1 0,2-1 6 15,9 2 8-15,2 0 0 0,8 2-1 0,-1 0 0 16,2-2-14-16,1 0-9 0,-1 1 4 0,2-1-6 0,2 0-1 16,0 0-15-16,2-2-5 0,13-7-1 0,20-9-3 15,-2 3-1-15,3-2 0 0,1 3-1 0,-2 1-5 16,-3 0-28-16,1 2-25 0,-3 2-9 0,-1 2-143 0</inkml:trace>
  <inkml:trace contextRef="#ctx0" brushRef="#br0" timeOffset="164735.44">4761 4853 28 0,'0'0'0'0,"0"0"6"0,0 0 59 0,0 0-16 16,0 0 6-16,0 0-23 0,0 0 2 0,0 0-9 15,0 0 1-15,2 0-3 0,0 0 1 0,-1 0-3 16,3 0 1-16,13 0-1 0,3-2 7 0,6-2-11 15,0 0 5-15,4 1-7 0,-2-3 1 0,3 1-8 16,-1-1-2-16,0 0-1 0,-4 1 6 0,2-1-5 0,-4 1 1 16,-2 1-4-16,-1 0-9 0,-5 1 4 0,-1-1-3 15,-2 0 5-15,-2 2 0 0,-1 1-20 0,-3 1 0 16,-5 0-11-16,0 0-17 0,0 0-82 0</inkml:trace>
  <inkml:trace contextRef="#ctx0" brushRef="#br0" timeOffset="165002.07">4785 5035 255 0,'0'0'18'0,"0"0"0"16,0 0 11-16,0 0-6 0,-2 0 0 0,0 2-16 0,0-1-2 15,1 1 2-15,1 0-2 0,0 0 6 0,0 0 10 16,0 0-1-16,0 0 6 0,1-1 6 0,1-1 3 16,0 0 0-16,6 0 0 0,19-3-6 0,7-5-1 15,3-1-6-15,9-4 4 0,3-2-8 0,5-2-12 16,1 1 2-16,1 1-5 0,3 0 3 0,-5 2-48 16,2 0-16-16,-12 2-20 0,1 2-128 0</inkml:trace>
  <inkml:trace contextRef="#ctx0" brushRef="#br0" timeOffset="168020.43">6189 3408 83 0,'0'-2'0'0,"0"1"5"0,0-1 64 0,0 0-11 16,0-2 9-16,0 0-24 0,0 1-4 0,0-1-11 16,0 2-1-16,0-2-1 0,0 1-4 0,0-1-2 0,0 2-3 15,0-2 1-15,0 3-7 0,0-1 12 0,0-2-5 16,0 0 8-16,0 1-4 0,0-1-7 0,0 2 2 16,0 0-6-16,0 0-5 0,0 0-2 0,0 1 6 15,0-1-4-15,0 2 4 0,0 0-3 0,0 0-2 0,0 2 0 16,0 1-1-16,-4 18-5 0,-2 8 1 0,1 5-1 15,-1 5 10-15,1 4-10 0,1 7 1 0,0-2-3 16,1 0 8-16,1 0-5 0,0-3 2 0,2-6-4 16,0 0 2-16,0-6 4 0,0-7-3 0,0 2 4 15,0-4-4-15,0-3 2 0,2-3-1 0,-2-3 0 16,0-2-8-16,0 0 12 0,0-2-6 0,0 1 6 0,0-3-5 16,0-2 1-16,0-1 1 0,0-1-2 0,0-1-2 15,0 0 6-15,0-2 3 0,0 0 0 0,-2 1-8 16,-2 1 0-16,-5 2 2 0,-13 5 2 0,5-6 1 0,-4-1-1 15,-1 0-2-15,4-2 1 0,-3-2-1 0,-3 0-1 16,-2 0-1-16,-5 1-1 0,-5-1-5 0,3 2 7 16,-2 0-1-16,3-2 2 0,6 0-2 0,2 2 1 15,3 0-1-15,7-2 0 0,1 0-4 0,5 0 4 16,3 0-4-16,1 0 4 0,2 0 1 0,-2 0 3 16,1 0 0-16,1 0 0 0,0 0-5 0,2 0 6 15,0 0 1-15,2 0 2 0,1-2-4 0,16-4-2 16,13 1 3-16,7-3-1 0,0 3 7 0,5-3-1 15,6 1-2-15,-2-2 0 0,6-1-2 0,-7 1-1 0,-5 0 1 16,-1-2 0-16,-2 0 6 0,-2-1-4 0,4-1 2 16,-4 2-4-16,1 4-6 0,-7 1 6 0,-1 1-6 15,0-1 7-15,-6 2-7 0,-4 1 0 0,2 1 1 0,-12 2-1 16,3-2-10-16,-4 2-5 0,-5 0-4 0,-1 0-1 16,1 0-27-16,-2-2-21 0,0 2-6 0,0 0-7 15,-2-2-62-15</inkml:trace>
  <inkml:trace contextRef="#ctx0" brushRef="#br0" timeOffset="168279.21">5819 3601 274 0,'0'0'6'0,"2"-2"-2"0,0 1 24 16,0-1-2-16,2-2 6 0,7-5-7 0,9 5-1 15,10-7 4-15,5-4-3 0,-2 0 3 0,8 2-15 16,-7-3 2-16,1 1-6 0,0-2 1 0,-1 2-4 0,-3 0-2 16,-3 2 1-16,0 2 3 0,-4 0-8 0,-2 4 3 15,-1 1-3-15,-4 2-5 0,-4 1-22 0,-2 1-28 16,-6-2-1-16,5-2-121 0</inkml:trace>
  <inkml:trace contextRef="#ctx0" brushRef="#br0" timeOffset="169455.05">6714 3943 96 0,'0'0'49'0,"0"0"-40"0,0-2 55 16,0 0-20-16,0 0 5 0,0-1-12 0,0-1-4 15,-2-2-4-15,-1-5-20 0,-1 2 1 0,4 5-1 16,-2-5 2-16,0 3 6 0,0 1-15 0,0-4 8 0,2 7-10 15,0 0 19-15,0-6-2 0,0 7 7 0,0-3-6 16,0 0 9-16,0 0-3 0,0 3-3 0,0-1 3 16,0 0 7-16,-1 2-12 0,-1 0 5 0,0 2-9 15,0 1-10-15,-9 16 5 0,-2 5-7 0,-2 0 5 16,2 0-8-16,2-3 3 0,0-1-1 0,0 1 3 16,1-1 1-16,3-3-3 0,-2 3-3 0,1-1 1 15,1 1 2-15,1 1-5 0,1-1 9 0,-1-3-9 0,2-2 1 16,-1-1 7-16,1-1-6 0,0-1 7 0,1-3-3 15,1-2-4-15,2-3 3 0,0 0-3 0,0-1-3 16,-2 1-18-16,2 0 2 0,0 0-8 0,0-1-16 0,0-1-58 16,0 0-12-16,0 0-17 0,0-2-63 0</inkml:trace>
  <inkml:trace contextRef="#ctx0" brushRef="#br0" timeOffset="169936.24">6467 3995 70 0,'0'0'42'0,"0"-2"-2"0,0 0 13 16,0 0-4-16,0-1-9 0,2-1-14 0,0-2-2 16,2-3 3-16,-1 2-2 0,5-6-2 0,-1 2-7 0,-5-1-3 15,15 1 1-15,0 2-6 0,1-2 16 0,8 3 2 16,4-1 5-16,-2-2-5 0,1 5-4 0,-1-1-1 16,-4 5 1-16,-1-13-11 0,-5 8 10 0,-5 5-10 0,-4 2 10 15,1 4-14-15,-5-1 6 0,-1 9-5 0,11 12 5 16,-6-2-14-16,-3 2 4 0,-6-3-1 0,-2-3 5 15,-4-1 4-15,-1-2-6 0,-2 0 3 0,7-1-4 16,-15-1-2-16,-5-3 7 0,-2-1-5 0,3-2 5 16,1 1-8-16,-4-3 7 0,7 1-4 0,0-2 4 15,0-2-9-15,8-1 0 0,-2 1 4 0,7 0-2 16,1 2 2-16,-1 0 6 0,2-1-6 0,0-1 6 0,0 0-9 16,2 0 1-16,2 0-1 0,2 0 0 0,11-1-8 15,9 3 11-15,4-2-3 0,1 0 5 0,-3-2-4 16,-1 0-1-16,-5 2 2 0,-3 0-2 0,-4-1-2 0,-4 1 2 15,-3 0-3-15,-1 0 4 0,-3-2 2 0,0 7 5 16,7 6-3-16,-3 2 4 0,-3 0-3 0,-3 0 0 16,-3 2 5-16,-7-1-2 0,-3 1 9 0,-22 2-9 15,-8-3-5-15,3 1-1 0,4 3 0 0,1-5 3 16,3 0 1-16,7-4-3 0,-1-3-9 0,3-1 11 16,7-1-6-16,4-3 8 0,1-1-11 0,6 2 3 15,1-2-3-15,0 2 1 0,1-1-18 0,-1-1-18 0,2 0-5 16,0-2-4-16,2 0-10 0,0-2-6 0,2 0 4 15,2 0-6-15,35-9 7 0,0-11-10 0,3-2 3 16,5 0-5-16,-3-2 4 0,6-2-8 0</inkml:trace>
  <inkml:trace contextRef="#ctx0" brushRef="#br0" timeOffset="170577.16">7143 3930 116 0,'0'-2'26'0,"2"0"26"16,0 0-3-16,0 1 3 0,0-3-3 0,-1 0 4 15,-1 2 10-15,2-9-18 0,-2 4 6 0,0 3-10 16,0 0 1-16,0-1-11 0,0 1 0 0,0-2-4 15,0 1 2-15,0 3-12 0,0-2 7 0,-2 1-10 16,1-1 3-16,-1 0-11 0,0 2 4 0,-2 0-4 16,0 1 2-16,1 1-2 0,-1 0-4 0,-2 0 3 0,-1 1 0 15,1 1-6-15,-3 6 1 0,2 3-2 0,-1 6 10 16,1-1-10-16,1 3 4 0,1-2-5 0,-1-1 10 16,1 3-10-16,1 3 5 0,0-3-7 0,0 1 8 0,3-1 5 15,-3-1-5-15,-9 1 3 0,4-1-12 0,3 1 6 16,2-2-2-16,4-2 4 0,0-1-2 0,0-3-1 15,2 2 2-15,0-3 1 0,0-5 11 0,0-1 0 16,0 0 6-16,1-1-3 0,3 1-3 0,9 4-4 16,3-5-3-16,5-3 2 0,-1-2 0 0,2-3 4 15,-2-3-6-15,2-1 5 0,-3 0-6 0,-3 0-4 16,1-3 5-16,-8 5-5 0,8 5 7 0,-6-11-8 0,0 0 7 16,-2-2-7-16,-2-1 7 0,-3-1-3 0,1 0 1 15,-5-3 0-15,13-1 3 0,-6 1-5 0,-2-6-3 16,-5 4 0-16,-2-2-3 0,-3 1 8 0,-3-1 1 15,-5-2 2-15,-2 2-4 0,0 5-2 0,7 6-2 16,-18 2 0-16,2 6-2 0,-4-1-1 0,2 1 1 16,2-10-2-16,-1 5 0 0,3 5 4 0,1 5-1 0,3 0 2 15,1 2-5-15,4 1 5 0,-1 1-3 0,7 0 3 16,1-2-1-16,2 14-5 0,-13 5 5 0,6-4-6 16,4-1 4-16,1 3 4 0,4-4-3 0,0 0 2 15,2 1-8-15,1-5 6 0,3 2-4 0,0 0 5 16,-1-3 3-16,-3 1-3 0,17-2 3 0,1 2-4 15,0 2-1-15,1-2 2 0,5 4 1 0,-2-2 1 0,-2 0-2 16,2 0 0-16,-1 2 0 0,3 0 0 0,0 0-2 16,-6-2 8-16,6 0-6 0,-9 0 6 0,-1-2-6 0,7 0 1 15,-7 0 3-15,1-2-2 0,0 1 2 16,-2-5-3-16,-4 1 0 0,4-2-1 0,-4 1 2 0,-2-3 2 16,-1 4 1-16,-5-5-1 0,3 3-2 0,-1 0 0 15,-1-2 3-15,0 0-1 0,0-1 3 0,-1 1-2 16,-1 0 0-16,0 0 1 0,0 0-4 0,0 0-37 15,0-2-6-15,-1 0-16 0,-1 2-51 0,0-1-50 16,-1 1 5-16</inkml:trace>
  <inkml:trace contextRef="#ctx0" brushRef="#br0" timeOffset="171169.59">6191 4940 131 0,'0'0'39'0,"0"0"53"0,-2-2-33 0,0 0-19 16,0 0-3-16,0 1-6 0,0-1-8 0,0 0-15 15,1 0 8-15,-1 0-10 0,2 2 6 0,0 0-10 16,0 0 4-16,0 0-5 0,0 0 13 0,0 0 5 16,0 0 3-16,0 0 2 0,0 0 2 0,2 0 0 15,-1 0-9-15,1 0 5 0,0-2-13 0,0 2 5 16,2-2-2-16,-1 2 4 0,-1 0 2 0,8-1-2 15,-1-1-1-15,2 0-1 0,-2 0-4 0,4 0-3 0,-2 0 0 16,2 2-2-16,4-2 4 0,2 1-4 0,-1-1 2 16,5-2-3-16,3 0 6 0,3-1-2 0,5-1 5 15,5-1-5-15,2-1 8 0,9-1 12 0,2 0-6 16,1-2 8-16,1-1-10 0,-2-1-4 0,0-1 0 0,-3-1-3 16,3-4-2-16,-2 3 5 0,4-1-5 0,-1 0 4 15,-1 0-9-15,8 1-3 0,-5 3 2 0,-1 3-3 16,-2 3 5-16,-9 1 0 0,0 1 1 0,-8 1-1 15,-9 0-8-15,-2-1 1 0,-7-1 0 0,-2 1 4 16,-2 1 8-16,-8 2 1 0,1 0-1 0,-4 2 0 16,1-2-8-16,1 1 7 0,-2-1-5 0,0 0 4 15,0 0-10-15,0 0 4 0,-2 0 0 0,0 0 1 0,-2 1-3 16,0-1-1-16,0 0 3 0,0 0-4 0,0 0-1 16,-1 0-1-16,-1 0-2 0,-2 1 1 0,-5-1-20 15,4 2-33-15,-1 0-15 0,1 0-10 0,-1 0-87 16,-5 5-110-16</inkml:trace>
  <inkml:trace contextRef="#ctx0" brushRef="#br0" timeOffset="171915.07">6831 5131 222 0,'0'-2'37'0,"0"1"-4"0,0-1 23 16,0 0 0-16,2-13-6 0,0 4-8 0,0 0-16 15,0 3 1-15,1-1-6 0,-1 3 5 0,0 1-15 16,0 1 8-16,-2 2-10 0,0 0 5 0,2-1 0 16,0-1 0-16,1 0 2 0,-1 2 11 0,0 1-4 15,0-1 4-15,0 0-4 0,0 0 7 0,-1 0-12 16,1 2 3-16,0 0-7 0,0 2-6 0,0 0 2 0,0 0-4 16,0 1 4-16,3 12-5 0,3 8-2 0,-5-3 0 15,3 6-1-15,-2 0 7 0,-1-2-10 0,1 4 4 16,-2 0-5-16,0-2 5 0,0 5 0 0,-1 1-4 15,1-2 1-15,0-2 3 0,0-2-3 0,0-4 2 0,0 0-3 16,0-3-3-16,-1-1 5 0,1 1 1 0,0-3 2 16,0-3 3-16,0 0-2 0,0-5-5 0,0 1 2 15,-1 2-6-15,1-3 4 0,0-1 7 0,-2-3-3 16,0-2 0-16,0 0 3 0,2 1 2 0,0 1 2 16,2 0 13-16,-1-2-4 0,1-1 0 0,0 1-1 15,-1-2-1-15,7 0-9 0,1-3-1 0,-2-1-2 16,0-2-2-16,1-1 2 0,-1-15-2 0,2-6 1 0,-2 0 6 15,3-7-9-15,1 1 4 0,-4-3-5 0,2-4 9 16,2 0-10-16,-2-1 3 0,4 3-6 0,0 2 5 0,-2 3-2 16,-2 3 3-16,0 5-2 0,2-2 8 0,0 7-12 15,0 1 5-15,-6 3-6 0,3 2 7 0,-7 6-4 16,1 2 0-16,4 1-1 0,-7 2 9 0,-1 2-17 16,0 1-3-16,4-3-7 0,0 0-15 0,0 2-13 15,-3 0-3-15,1 1-5 0,0 1-28 0,0 0-60 16,0 0 5-16</inkml:trace>
  <inkml:trace contextRef="#ctx0" brushRef="#br0" timeOffset="172326.45">7572 5718 294 0,'0'0'56'16,"0"-2"11"-16,-2 0-10 0,0 0-33 0,-1 1 2 15,1 1-16-15,-4-4-10 0,1 0 4 0,-1 0-6 0,-1-1 9 16,-3-1-6-16,-1-1 7 0,6 3-7 0,-3 0 16 16,1 1 17-16,1-1 2 0,1 0 7 0,3 4 15 15,-2-3-8-15,0-1 3 0,1 0-5 0,-1 2-5 0,0 0-22 16,0 1-3-16,1-1-5 0,1 0-7 0,0 0 3 15,0 0-4-15,0 2 3 0,0 0-9 0,1 0 5 16,1 2-4-16,0 0 4 0,0 0-4 0,0 1 2 16,0 9 3-16,0 4-3 0,0 1-6 0,1 3 7 15,1 3-4-15,0-1 5 0,-2 0-2 0,0 1 3 16,0-1-2-16,0 0 3 0,0-1 0 0,0 1-2 16,0-2 1-16,0 1-2 0,0-1 5 0,-2-1-6 15,2-3 1-15,0-1-3 0,0-7 0 0,0-1 5 0,0-1-1 16,0-3 2-16,0 1 2 0,0-2-4 0,0 2 4 15,0-1-6-15,0 1-11 0,0-2-15 0,0 0-3 16,-2 0-5-16,1 0-26 0,-1-2-29 0,0 0-8 16,0 0-7-16,-2-2-38 0,-1 0-28 0</inkml:trace>
  <inkml:trace contextRef="#ctx0" brushRef="#br0" timeOffset="172655.21">7143 5716 307 0,'0'0'28'0,"0"0"20"0,-2-2 19 0,0 0 7 0,1 1-35 16,-1-1-17-16,0 0 0 0,0 0-6 0,0 2-8 0,0 0-7 16,0 0 2-16,1 0-3 0,1 0 5 0,0 0 4 15,0 0 2-15,0 0 3 0,1 0 16 0,1 0 16 16,0-2-1-16,2 0 5 0,14-5-8 0,8-2 1 15,4-1-6-15,5-1 3 0,1 0-18 0,4-2-5 16,5-2 1-16,1 2-3 0,-1 2-5 0,-4 0-6 16,-2 2-1-16,-6-1-1 0,-3 3-3 0,-2-1 3 15,-4 3 0-15,-5-1 3 0,-1 1-4 0,-3 1-3 16,-2 2 0-16,-2 0 0 0,-2 0 5 0,-3 2 4 0,1 0-3 16,-5 0 1-16,0 0-8 0,0 0 10 0,2-1-3 15,-1 1 7-15,1-2-3 0,0 2-15 0,-2 0-1 16,0 0-11-16,-1 0-54 0,1 0-168 0</inkml:trace>
  <inkml:trace contextRef="#ctx0" brushRef="#br0" timeOffset="175136.81">16826 14699 256 0,'0'0'36'0,"0"0"-13"0,0 0 9 16,0 0 6-16,0 0-26 0,0 0-1 0,0 0 10 15,0 0-5-15,0 0 6 0,0 0-2 0,0 0-12 0,0 0 3 16,0 0-6-16,0 0 1 0,0 0 8 0,2 0-8 16,0 2 9-16,-1 0 4 0,1 0-8 0,0-1 5 15,0 1-7-15,0 0-1 0,0 0-1 0,0 2-4 16,-1-1 3-16,1 1-5 0,0 0 5 0,4 7 2 16,-1 0 0-16,1 0 5 0,-1 0-4 0,-1 1 8 0,0-1-6 15,0 0 8-15,-1 0 1 0,-1-2-7 0,0 1 6 16,0-1 2-16,0-4-8 0,0 3 5 0,-1-3-6 15,1-1 19-15,-2-2-4 0,2 2 5 0,2-1-7 16,0 1 0-16,-1 0 0 0,-1-4 0 0,9 4 1 16,2-3 3-16,2-1-4 0,4-1 1 0,3-7-3 15,4-5 2-15,4-5-8 0,7 6 4 0,7-21-6 16,10-4 1-16,8-8-11 0,4-3 0 0,5-13-3 0,-1-1-2 16,-6-8-37-16,-7-6-8 0,-5 7-14 0,-5 0-52 15,-5 10-117-15,3 9-6 0</inkml:trace>
  <inkml:trace contextRef="#ctx0" brushRef="#br0" timeOffset="176450.72">16312 14556 51 0,'0'0'30'0,"-2"-2"-2"0,0 0 22 15,-2 0-4-15,-1-1-1 0,-10-12-14 0,4-2 6 16,-2-3-9-16,0 5 8 0,-2-6-17 0,4 3-5 16,-4-1 0-16,2-3-3 0,2 5-3 0,-1-1 4 15,-1 5-2-15,0 0 3 0,-3 0 4 0,-3 2-4 16,-1 0 9-16,-6-1-7 0,2 3 10 0,-2-2-6 15,2 4 3-15,-2-1-4 0,3 6 4 0,-1-5-9 16,0 5-1-16,-2-15-2 0,-4 2 4 0,4 8-4 16,-2 1-1-16,4 3-2 0,0 1-4 0,-2 2 8 0,2 0-2 15,0 2 3-15,0 1-8 0,1 1 0 0,-1 4-2 16,2 1 1-16,0 2-1 0,3-9 4 0,-3 22 0 16,1 4 1-16,-1 0-3 0,2 1 2 0,-1-1-6 15,3 2 4-15,-3 1-4 0,1 1 0 0,3 1 3 0,-3-3-3 16,3-2-1-16,0-2 5 0,4-2 1 0,-1-2 1 15,-7 1-8-15,8-3 0 0,-2 1 2 0,2-3 0 16,10 3 3-16,-3-1-1 0,2 2 0 0,-11-1 0 16,6-1-3-16,2 1 5 0,3-1-8 0,0 2 7 0,4 2-10 15,0 1 12-15,4 1-3 0,3 1 5 16,1 3-15-16,1 2 9 0,0-5 1 0,1 3 4 0,3 2 8 16,-2-4-9-16,2 1 5 0,0-3-6 0,-2-3 13 15,2 1-6-15,2 0 0 0,-2-6-1 0,-9 3 2 0,12-6-1 16,3 1 0-16,1-1-2 0,1-2-3 0,-1-2 5 15,2-1-1-15,4-1 1 0,4 2-3 0,2-2-4 16,5 3 3-16,5-5-3 0,-1-1 4 0,8-3-2 16,3 3-1-16,-2-2-1 0,4-1-2 0,-2 1-1 15,-8-2-1-15,1 22 0 0,-3-11 2 0,-6-7 2 16,3-3 1-16,-2-3-1 0,0-3 2 0,4-3 0 16,1-3-5-16,7-2 3 0,1-1-3 0,7-2 2 15,5-3 1-15,-1-4-1 0,-2 1-1 0,1-2 4 16,-6-1-2-16,-4-1 1 0,-6 0-5 0,-7 2 0 0,-1 18 2 15,-7-14-2-15,-1-5-3 0,0-1 5 0,-4 0-4 16,0-2 7-16,1 2 6 0,-5 0-7 0,0 0 5 16,-3-1-6-16,-2-1 1 0,2 4 0 0,-4-2-4 15,-2-2 3-15,-2 2 0 0,-1-4-1 0,-5 0 5 0,1 0-3 16,15-1 3-16,-10-1 1 0,-7-2-2 0,-2-1 3 16,-6 1 0-16,-3-3-6 0,-4-2 5 0,-4-6-5 15,-1-3 7-15,-5-2-10 0,1-1 0 0,-4-5-3 16,24 1 11-16,-28 3 0 0,-1-1 0 0,-4 12 0 15,-4 2-4-15,-12 6-6 0,-2 3 6 0,-14 6-6 16,-7 5 3-16,-6 6-22 0,-2 7-12 0,2-24-10 16,4 24-84-16,2 17-177 0</inkml:trace>
  <inkml:trace contextRef="#ctx0" brushRef="#br0" timeOffset="180657.83">28481 11860 123 0,'0'-2'0'0,"0"-2"10"0,0 1 93 16,-4-8-33-16,0-4 8 0,2 4-50 0,0-1-1 16,2 3-13-16,0 0 0 0,0-2-3 0,0 0 1 0,0-2-12 15,0 5 0-15,0-1 0 0,0 0 8 0,0-1 3 16,2 1-2-16,-2 2 0 0,2-3 6 0,-2 3-4 15,2-2 4-15,-2 1-6 0,0 1-2 0,0 3 3 16,0-1 3-16,0 1-1 0,0 0-9 0,0 2 2 16,0 0-5-16,0-1 5 0,-2-1-1 0,0 0 0 15,0 2-1-15,1 1 0 0,-1-1-4 0,0 0 4 16,0 0 0-16,0 0 1 0,0 2-3 0,0 0-2 16,1 0 1-16,-1 0 0 0,0 0 3 0,0 0 0 0,0 0-3 15,0 0 0-15,0 2-1 0,2 0 4 0,0 0 0 16,0 0 2-16,0-1-6 0,0 1-1 0,0 0 1 15,0 0 0-15,0 0 6 0,0 0-7 0,0 0 4 16,0-1-5-16,0 1 3 0,0 0 6 0,0 0-6 0,0 0 6 16,0 0 0-16,0 0-6 0,0-1 7 0,0 1-7 15,0 0 12-15,0 0-2 0,0 0-3 0,0 0 0 16,-1 0-9-16,1 1 7 0,-2 1-5 0,2 0 5 16,-2-1 0-16,2 1-3 0,-2 7 3 0,0 2-4 15,-2 4-6-15,3 3 3 0,-1 1 0 0,0 1 2 16,0 0 3-16,2 4 0 0,-2 2-2 0,0 2 0 0,2 3 2 15,-2-5-3-15,2-2 4 0,0-2-4 0,0-5 6 16,0 1 3-16,0-3 3 0,0 2-1 0,0-3 3 16,0-1-3-16,2-2-4 0,0-2 3 0,0 0-5 0,0 1 0 15,-2-3 2-15,2 0-1 0,0 0 6 0,-2-1-12 16,0-1-1-16,0-1-4 0,0-1-4 0,0 1 7 16,0-2-12-16,0-1 7 0,0-1-34 0,0 2-29 15,0-2-8-15,0 0-10 0,0 1-52 0,0 1-14 16</inkml:trace>
  <inkml:trace contextRef="#ctx0" brushRef="#br0" timeOffset="181020.63">28098 12382 118 0,'-2'0'96'0,"0"0"-6"0,-3 0 1 0,-14-2-7 0,6 2-32 15,-3 0-29-15,1 0 30 0,2 0-5 0,0 0 11 16,5 0-16-16,1 0-26 0,-2 0 2 0,3 0-10 16,0 0 2-16,3 0 2 0,-1 0 2 0,0 0-1 15,1-2 3-15,-1 2 15 0,2 0-1 0,0-2 5 16,0 2-7-16,0-2-9 0,1 1-6 0,1-1 2 16,0 2-10-16,1-2 5 0,3 0-2 0,11 0 2 0,15-3-3 15,-1 1 2-15,7 0 0 0,5 0-2 0,-1 1-4 16,7-3 8-16,-5 2-5 0,-3 1 5 0,0-3-8 15,-5 1-1-15,1-1-1 0,-3 2-1 0,-4 1 0 0,-2-1 3 16,-4 0 2-16,-4 2 0 0,-1 0-5 0,-4 2-1 16,0-1 0-16,-4 1 0 0,-1 0 0 0,-3 0 0 15,-1 0-3-15,0 0 0 0,0 0-16 0,-1 0-29 16,-1 0-15-16,0-2-5 0,0 0-64 0,0 0-42 16,0 0-5-16</inkml:trace>
  <inkml:trace contextRef="#ctx0" brushRef="#br0" timeOffset="181268.8">28183 11593 670 0,'0'0'35'15,"-1"-2"-2"-15,-1 0 0 0,0 0 3 0,0 0-13 16,0-1 8-16,0-1-6 0,2 0 0 0,0 0-3 16,2 1-4-16,-2 1-7 0,4-4 3 0,13 1-3 15,3-1 7-15,4 1-10 0,2-1 3 0,0 0-7 0,-2 3-4 16,2 1-1-16,0-15 0 0,-3 6 0 0,-1 4 4 16,-2 3-40-16,-1 2-37 0,-2 2-9 0,-1 0-181 15</inkml:trace>
  <inkml:trace contextRef="#ctx0" brushRef="#br0" timeOffset="182389.55">29088 12241 91 0,'0'0'47'0,"0"0"-4"0,0 0 28 0,0 0-9 16,0-2-3-16,0 0-18 0,0 0-6 0,0 0 9 15,0 0-9-15,0 1-1 0,0-1-1 0,0 0-4 0,-2 0 3 16,0-2 0-16,0 1-3 0,0-1 3 0,0 0-3 16,1 0 3-16,-1 1-9 0,0-1 1 0,0 0-5 15,0-1 0-15,-2-1 0 0,1 1-1 0,-1 1 2 16,0 0-10-16,1 0 1 0,-3 1 1 0,-3-3 1 15,1 2-2-15,-1 1-5 0,-2-3 0 0,-4 2-1 16,-4 1 5-16,5 1 2 0,2 2-9 0,-2 0 7 0,1 0-7 16,-2 2 7-16,-4 1-1 0,6 1 0 0,-5 2-7 15,5-1 6-15,1 1-3 0,-1-1 3 0,2 3-11 16,-2 1 4-16,0 0 1 0,6-3 0 0,0-2-2 16,1 7 4-16,0 2 2 0,3-2 2 0,1 2 2 0,-7-2-5 15,1 2 0-15,3 0 0 0,1-2 6 0,0 0-1 16,2 2-2-16,2-1 0 0,0 1-4 0,4-2 2 15,2 2-2-15,-1-4 0 0,-1 0-3 0,13 1 2 16,1-3 7-16,6-1-5 0,-3-1 1 0,6-1 1 16,7-2-6-16,-3 0 5 0,1 16 1 0,3-5-4 15,-3-7 2-15,-1-5-4 0,7-1-4 0,-7-1 3 16,-3-3-4-16,-2 0 2 0,-2-1-20 0,-5-1-1 16,-3 0-12-16,-3 3 5 0,-1-3-38 0,-3 3-46 0,0-3-3 15,-3 2-19-15,-1 1-46 0</inkml:trace>
  <inkml:trace contextRef="#ctx0" brushRef="#br0" timeOffset="182796.31">29398 11799 663 0,'0'0'42'0,"-2"-2"-6"0,0 0-10 15,0 0 11-15,0 0-26 0,-1 1-2 0,-1-1 17 16,0 0-11-16,1 0 12 0,1 0-20 0,0 0 14 15,0 0 2-15,0 1 4 0,0 1 6 0,0 0-15 16,2 0 3-16,0 0-6 0,0 0 6 0,2 0 2 16,0 0-1-16,2 0 0 0,1 0-4 0,18-4-3 0,1 0-1 15,4 0-1-15,-2 3-9 0,5-1-5 0,-5 2 3 16,0 0-3-16,-4 2 2 0,-1-1 4 0,-1 3-9 16,-3-2 7-16,-2 2-2 0,5-1-5 0,-5-1 4 0,2 2-7 15,0 0-3-15,-10-2-18 0,6-1-13 0,-6 1-5 16,-3-2-88-16,2 2-31 0,-4-2-8 0,1 2-7 15,1 0-48-15</inkml:trace>
  <inkml:trace contextRef="#ctx0" brushRef="#br0" timeOffset="183031.87">29372 12051 772 0,'0'0'50'0,"0"0"-7"0,-2-2-13 15,0 1 10-15,0-1-30 0,0 0-11 0,1 2 29 16,1 0-9-16,0 0 16 0,0 0-20 0,0 0-12 16,1 0 2-16,1 0-5 0,2 0 2 0,-2 0 4 15,16 4-3-15,7-3 2 0,0 1 0 0,1 0 2 16,10-2-4-16,-7 0 3 0,5 0-4 0,5 0-9 16,-8-2 3-16,5 0-9 0,-5-3-17 0,-5-1-3 15,2 1-12-15,-2-3 5 0,-5 3-40 0,5-3-95 16,-6 1 16-16,0-1-38 0,1 1 51 0</inkml:trace>
  <inkml:trace contextRef="#ctx0" brushRef="#br0" timeOffset="183491.97">30391 11578 296 0,'0'-2'28'0,"0"0"55"16,-2-2-48-16,0 1 14 0,1-3-1 0,-3-3 2 0,0 1-12 16,0 3 1-16,1-1-6 0,-1 1 3 0,2 1-9 15,-2 0 7-15,-3 2-3 0,0 1 1 0,-1-5-20 16,1 0 5-16,1 3-4 0,-1-1 5 0,1 0-2 0,2 2 4 16,-1 1-3-16,3 1 2 0,-2-2-9 0,1 0 4 15,1 2 1-15,-2 0-1 0,2 0-5 0,-2 0-7 16,3 0 1-16,-3 0-3 0,0 0 5 0,0 2-2 15,3 0 1-15,-1-1-1 0,0 3 4 0,-4 7-8 16,1 8 3-16,1 1-5 0,2 1 9 0,2 1-2 16,0 2-3-16,0 2 2 0,0 8 3 0,0 1-4 15,0 4 5-15,0 7-5 0,0 4 10 0,0 4-5 16,-4 4 0-16,-1 1-2 0,-1-1-5 0,-1-3 7 0,-1-1 4 16,-1-2-1-16,0 0-9 0,0 2 6 0,-1 0-7 15,1-2 5-15,0-6-2 0,1-1-1 0,1 1-2 16,3-7 1-16,0-2 1 0,1-9 2 0,-1-4 0 15,2-5 0-15,0-2-4 0,0-2-4 0,1-6 1 16,1-4-4-16,0-3-3 0,-2 2-43 0,0-2 1 0,0 0-19 16,0-2-32-16,0 0-49 0,0-2 12 0,-3-20-25 15,1-19-6-15</inkml:trace>
  <inkml:trace contextRef="#ctx0" brushRef="#br0" timeOffset="184054.12">30124 11491 705 0,'0'0'39'0,"0"-2"-6"0,-2 0-5 16,0 0 4-16,0-2-20 0,0 1-4 0,2 1-3 16,0-4 2-16,0 1-3 0,2-3-3 0,0 3 5 15,2-1 0-15,11 0 1 0,9 1-4 0,4-3 4 16,-1 3-5-16,5-1 6 0,3 1 4 0,-1 3 0 15,-1 0 5-15,-1-17-3 0,-6 10 11 0,2 5-1 16,1 4-5-16,-8 2 1 0,1 2-9 0,-7 2-3 16,-8-3 0-16,1 3-3 0,-5 5-2 0,-1 8 3 15,2 1 1-15,11 2 0 0,-6 1 3 0,-3 1-7 0,-4 2 7 16,-4-2-8-16,-2 2 8 0,-5-2-4 0,-4 2-2 16,-2-2 0-16,11 0 2 0,-16 2 3 0,-8-3-5 15,-2-1 3-15,-1-4-6 0,1 1 2 0,2-4 4 16,4 3-3-16,3-7 0 0,1-5 6 0,7 3-7 0,2-7 7 15,3 4-4-15,5-4-1 0,-3-1 1 0,4-1-2 16,0 0-3-16,-1 4-6 0,-1 0 3 0,2-2-4 16,0 0 2-16,0-1 1 0,2 1-1 0,0 0 2 15,2 0-6-15,2-2 8 0,9 0-2 0,20 0 4 16,-8-2 2-16,4-2-5 0,-1 1 2 0,-4 1-4 16,6 2 0-16,0 4 5 0,1 1-3 0,-8 3 4 0,-7-3-3 15,-5 1-3-15,-1-1 5 0,-1-1-4 0,0 11 9 16,-1-2-4-16,-5 2-2 0,3 0 1 0,-4 1 4 0,9-1 0 15,-4-2 4-15,-3-2-3 0,-2-1 3 0,-2 3 0 16,-2 1-6-16,-3-2 4 0,3 1-5 0,-26-4 6 16,-2-2 2-16,2 1 0 0,-3-5-7 0,-1 3 3 15,-1 0-5-15,1-5 5 0,2 3-5 0,3 15 1 16,2-8 0-16,5-4-1 0,3-3-6 0,6-2 1 16,2 0-2-16,1-2 1 0,1 0-8 0,5 0-21 15,0 0-3-15,-1 0-10 0,-1 0-46 0,2 0-26 16,0 0 3-16,2-2-12 0,2 0-38 0,0 0-44 15</inkml:trace>
  <inkml:trace contextRef="#ctx0" brushRef="#br0" timeOffset="184656.84">31177 11440 198 0,'-2'-1'125'16,"0"-1"-6"-16,0-2-34 0,-2-2 4 0,-3-8-59 0,-1-5-9 16,3 2 1-16,-1-3-1 0,3 3-1 0,3 0-3 15,0 3-1-15,0-1 7 0,0-2-5 0,0 4 4 16,0 2 5-16,0 0 1 0,0 1 3 0,0 3 2 0,0 0-1 16,0 1 0-16,0-1 2 0,0-1 8 0,0 3-12 15,0 1-1-15,0 0-5 0,0 0 2 0,0 3-14 16,0-1 3-16,0 0-7 0,0 0 1 0,0 0-4 15,0 2 1-15,0 0-3 0,0 2-4 0,0 2 0 16,-2 5 1-16,0 10 0 0,0 3 0 0,0-4 0 16,0 3 1-16,0-1 2 0,1-1-3 0,-1 1 3 15,0 1-3-15,0 3 1 0,0-4-1 0,-2 4-1 16,1-1 0-16,-1 3 1 0,0 0 0 0,1 2 5 0,-1 1-4 16,0-1 4-16,0 0-10 0,1-2 9 0,-1 0-3 15,2 2 5-15,0-2-7 0,0 0-2 0,2-4 3 16,0-5-2-16,0 3 3 0,0-5 1 0,-1 4-1 15,-1-6 1-15,0-2-2 0,0-2 0 0,0-2 2 16,0 1-1-16,2-6 3 0,0 0-4 0,-2 1 0 0,-1 1 0 16,-1 0 3-16,0-2-3 0,1-1 2 0,1-1-2 15,-4 2 5-15,1 0-5 0,-1 0 1 0,0-2-2 16,1 0-1-16,-1 0 4 0,1 0-2 0,1 0 4 16,-2 0-4-16,1 0 0 0,-1 0 0 0,1-2 0 15,1 2 7-15,2 0-7 0,0 0 3 0,0 0-3 16,-1-4 0-16,-1 1 1 0,0 1-1 0,2 0-1 0,1 0-5 15,-1 0 6-15,2 0-1 0,0 1 2 0,2-3-5 16,-1 0-1-16,3 0 1 0,15-7 0 0,9-2 3 16,3 0 3-16,3 2 0 0,-1 4 0 0,2-3-5 0,4 3 4 15,0 3 0-15,-5 1 2 0,-6-1-2 0,-6 2-4 16,-4 0 1-16,-1 2-1 0,0 0 3 0,-6 0 0 16,-2 0-2-16,-3 0 1 0,-4 0-2 0,-1 0-1 15,3 2 0-15,0 0-1 0,0-2-6 0,-3 0-55 16,1 0-21-16,0 0-20 0,-2 0-139 0</inkml:trace>
  <inkml:trace contextRef="#ctx0" brushRef="#br0" timeOffset="184946.22">30805 11218 282 0,'0'-2'152'16,"-2"0"16"-16,0 0-37 0,2-2-53 0,-3-9-26 15,1 4-46-15,2 0 0 0,0 1 7 0,0 1-5 16,2-2 1-16,1-1 9 0,3 3-2 0,11-2 6 16,11-2 7-16,3-2 9 0,3-4-2 0,5 6 4 0,0 1-15 15,3 1-14-15,3 7-1 0,-8-5-2 0,2-15-2 16,-6 10-9-16,-7 5 1 0,0 3-4 0,-7 2 1 0,0 2-11 15,-1 0-11-15,-7 0-6 0,0 2-97 0,1 0-112 16,-3 0-4-16</inkml:trace>
  <inkml:trace contextRef="#ctx0" brushRef="#br0" timeOffset="185410.98">31459 11830 257 0,'0'-2'70'16,"0"1"-4"-16,-2-1 0 0,0-2 2 0,2 2-27 0,-2-7-17 16,0 0-3-16,0-1-10 0,1-1 6 0,1 2-12 15,0-4 0-15,0 4 1 0,0 1-1 0,0 1 0 16,0-1 6-16,1 1 5 0,-1 1-1 0,2 1 7 0,-2 1 0 16,0 0-2-16,2 1 2 0,-2 1 5 0,2-2-8 15,0 0 6-15,0 1-7 0,0-1 6 0,-1 2 4 16,1 0-4-16,0 0 3 0,0 1-2 0,0 1-10 15,0 0 2-15,0 1-4 0,-1 1 8 0,1 2-16 16,0 16 10-16,-2 8-13 0,0 4 10 0,-2-4-12 16,0 3 4-16,-1 3-6 0,-1-5 4 0,0 3 4 15,2-8-3-15,-1 4 3 0,1-6-4 0,0 0-6 16,0 1 6-16,0-7-4 0,0 3 5 0,1-4-9 16,-1-4-3-16,2 0-1 0,0-2-5 0,0-3-24 0,0 0-5 15,0-5-10-15,0 3-50 0,0-2-88 0,0 0 7 16</inkml:trace>
  <inkml:trace contextRef="#ctx0" brushRef="#br0" timeOffset="185858.39">31403 11595 644 0,'0'-2'44'15,"0"0"-3"-15,-2 0 3 0,0-2 2 0,0 1-16 16,1-1 5-16,1 2-16 0,0-4-2 0,0 3-6 15,0-1-11-15,0 2 3 0,0-2 7 0,0 3-1 0,0-1 9 16,0 0-2-16,7 0-1 0,8 0 2 0,3-11 16 16,1 4-11-16,1 1 6 0,3 5-10 0,-5 1 1 0,1 2-1 15,-4 2-1-15,-2 1 2 0,-4 1-1 0,-2 2-11 16,-3-1-1-16,9 14-3 0,-4-1 1 0,-1 3 4 16,-6-3-1-16,-2 1 2 0,-4 1 1 0,-2 1-5 15,-3-1 3-15,-2 1-5 0,0-5-1 0,7-4 2 16,-13 2 0-16,3-4 0 0,-3-1-6 0,4 0 2 15,2 1-1-15,-2-3 3 0,5 2 2 0,3 0-8 16,1-5-4-16,0 2-1 0,1-3-1 0,1 1 1 16,0 0 3-16,0 0-2 0,2-1 3 0,0 1-6 15,2-2 5-15,0 0-3 0,1 0 15 0,-1-2-5 0,15 7 0 16,0-1-1-16,-2-3 0 0,1 3-1 0,3 1 2 16,-2 1-1-16,-1-1 1 0,-1 2 1 0,0 1 2 15,-2-1 0-15,0-3 4 0,-4 16 2 0,-1-2-5 16,-5-1 4-16,9-4-4 0,-5-2 12 0,0 3-2 0,-3-3 4 15,-2 4 2-15,-2-4-11 0,-2 2 6 0,-2-2-8 16,-1-2 13-16,-4 2-16 0,-4-4 4 0,-15 1-8 16,0 1 3-16,0-2-4 0,2-1 1 0,-4-1-1 15,6-1-5-15,-2-5-25 0,4 14-29 0,0-4-2 16,3-3-132-16,8-6-94 0</inkml:trace>
  <inkml:trace contextRef="#ctx0" brushRef="#br0" timeOffset="186934.27">31977 11078 416 0,'0'-1'30'0,"0"-1"-1"0,0-8 1 0,-2-12 0 16,-2 0-9-16,1 1 15 0,-3 3-6 0,-1-3 6 0,-3 3-7 16,-1-3-7-16,-2 1 8 0,0 1-6 0,-2-1 6 15,2 1-8-15,11 1-3 0,-16-3 2 0,1 3-3 16,-3-4-4-16,3 3 2 0,-2-1-3 0,1 1 3 15,-3-1-7-15,1-1 13 0,-2-1-8 0,-4 1 8 16,0-1-15-16,-2 2 6 0,-4-1-8 0,3 1 6 16,-5 1-13-16,-1 1 5 0,-8-1 8 0,-5-3-3 15,-6-4 4-15,0 4-8 0,-3-2-3 0,1 5 1 0,2 2 9 16,-3-3-5-16,5-1 5 0,1 3-6 0,5-1-1 16,3 6-2-16,1 0 0 0,-5 0 1 0,-5 0 9 15,-2 2-6-15,-7-2-2 0,0 0-1 0,-4 4-8 16,-4 1 5-16,2 3 0 0,4-1 1 0,4 1 2 0,1 1 0 15,2-24-2-15,-1 13 0 0,3 8-1 0,-5 3 3 16,-6 2 0-16,-6 2 0 0,2 2-6 0,-5 0 3 16,7 2 0-16,0 1 2 0,-1-1-1 0,8 3-1 15,3 5 1-15,3-1-1 0,-2 4-8 0,-1-2 9 16,-6 1-3-16,-4 1 4 0,-4 4-4 0,-3-1 5 16,0 3 0-16,7 1 2 0,2-3 0 0,5 1 3 0,5 2 2 15,-5 1 1-15,5 1 1 0,1-2 2 0,-4 4-3 16,1-2 3-16,3-1-7 0,-6 1-3 0,5-2 1 15,3 0-1-15,2 2-3 0,5-1 1 0,4-20-4 16,4 27 3-16,2 2-1 0,7 1-1 0,0 0 5 16,4 5-4-16,2-1 0 0,3 2 4 0,0 2-8 0,5-1 6 15,1 9-2-15,3 1 3 0,-1-2-2 0,4 6 0 16,3-6-7-16,0-1 6 0,1-3 1 0,-20-5 1 16,10 0-8-16,6-2 7 0,7 4-4 0,0 0 4 15,2 2-9-15,1 3 8 0,3 2-1 0,0 4 1 16,3 0 5-16,2 6-7 0,0-2 3 0,0 1-5 15,2 3 0-15,0-8-3 0,4 0 3 0,0-4-3 0,-1-5 0 16,5-1 2-16,-17-3-4 0,27-3 5 0,8 1-7 16,2 0 7-16,9 0-6 0,6 2 6 0,1-4-3 15,10 2 5-15,-4 0 2 0,4 2 0 0,-4 0-4 0,0 4 1 16,-3 0 1-16,3 3 1 0,0 1 0 0,6-5-5 16,5-1 0-16,8 0 0 0,-2-6 10 0,1 1-8 15,-6-5 4-15,-3-1-5 0,-3 2-1 0,-1-3 3 16,3 5-1-16,7-3 1 0,7 3 1 0,4-3-1 15,-5-3 1-15,1 0 1 0,-5-4 2 0,-4-4-1 16,6 3 4-16,-4-8-2 0,2 1 14 0,13-3-12 16,0-9 4-16,3-2-6 0,1 31 11 0,-10-25-9 15,-2-8 3-15,-1-8-4 0,-4-3 7 0,7-2-6 0,2-4-1 16,6-3-2-16,-2 0-1 0,-8-5 6 0,-3-1-5 16,-10-1 7-16,-1-1-1 0,-4-2-5 0,3 0 5 15,1 27-7-15,3-31 0 0,0-3 8 0,-5-2-3 16,-4-4 4-16,-4-5-5 0,-5-8-2 0,-6-5 6 0,-5-2-3 15,-6-2 18-15,-4 2-8 0,-2 3 6 0,-3 1-6 16,-2 1 7-16,-2 5-5 0,0-3 0 0,-4 4 1 16,-1-2 9-16,-3-3-14 0,1-8 7 0,-6-8-10 15,-2-3 11-15,-4-6-10 0,-5 1-2 0,2 3-1 16,-2 2 6-16,27 9 5 0,-16 4-3 0,-9 3 2 16,-6-1-8-16,-5-6 3 0,-10-5 2 0,-3-8-1 0,-4-6-3 15,-4 3 0-15,0 1-2 0,-2 10 3 16,25 3 1-16,-36 6-11 0,-6 7 3 0,-5 2-5 0,-7 2-4 15,-14-2-31-15,-6-1-6 0,-18 3-11 0,-7 4-42 16,-5 16-134-16,-12 12-49 0</inkml:trace>
  <inkml:trace contextRef="#ctx0" brushRef="#br0" timeOffset="194107.17">19410 14539 12 0,'0'0'0'0,"0"0"3"16,0-2 38-16,0 1 11 0,0-1 11 0,0 0-3 15,-1 0 1-15,-1 0-23 0,0-2 3 0,0 1-7 0,0-1 1 16,2 0-15-16,0 1 4 0,0 1-6 0,0-2 2 16,0 2-7-16,0 0-7 0,0 0 4 0,0 1 4 15,0-1-5-15,0 0 10 0,0 0-10 0,0 0-3 0,2 0 11 16,0 0-6-16,0 2 9 0,0 0-10 0,-1 0 2 15,1 2-1-15,0 0 2 0,0 0-1 0,0 2 4 16,0 1-5-16,3 8 4 0,1 2-6 0,-2 0-1 16,-1-2 1-16,3 2-2 0,-1 0 1 0,-1-4-7 15,0 0 4-15,0-2-5 0,-1 1 6 0,-1-3 1 16,0 0-2-16,2 3 1 0,-1-1-4 0,-1-3 2 16,2 1 3-16,0-1-2 0,-2-3 1 0,-1 1 7 15,-1-2-2-15,8 2 5 0,-6-3 1 0,1 1 5 16,3 0-2-16,-4-2 4 0,3 4-2 0,3 1 1 0,-3-1 3 15,8 2-1-15,0-4 11 0,6-2-7 0,3-4 2 16,-1-4-4-16,7-8-7 0,5 5-3 0,6-30-4 16,9-8 2-16,-3-6 2 0,1-8-13 0,-1-6 9 0,1-5-11 15,8 3 7-15,5-3-13 0,12 1-18 0,16 5-7 16,2-3-132-16</inkml:trace>
  <inkml:trace contextRef="#ctx0" brushRef="#br0" timeOffset="201176.96">16059 5181 256 0,'0'0'-30'0,"0"0"27"0,0 0 3 0,0-1 4 0,0-1 27 16,0 0-9-16,0 0-12 0,0 0 0 0,0-2-2 15,0 1-3-15,2-1 3 0,0 0-4 0,-2 2 4 16,2-3-6-16,0-1 3 0,-1 1-4 0,3-3 2 15,-2 3-2-15,0-1 5 0,0 2-1 0,0-1-1 16,-1 1-4-16,1 0 10 0,0 1 0 0,-2 1 3 0,2-2-2 16,-2 2 3-16,0 0-4 0,0 1 4 0,0-1-2 15,0 0-4-15,0-2 6 0,0 0-4 0,0 1 6 16,0-1 4-16,0 0-3 0,-2 1 2 0,0-1-8 0,0 0 6 16,1 0-2-16,-1 1 4 0,2 1-7 0,-2-4-1 15,-9 3 1-15,-8-5-1 0,6 3 0 0,-4-3-3 16,1 3 2-16,-1 1-3 0,-3-2 1 0,5 3 2 15,-4-3-4-15,2 2 2 0,-1-1-3 0,-3-1 0 16,3 1 3-16,-3-1-3 0,3 0 4 0,-3 1 2 16,1-1-5-16,1 1 3 0,-1-3-4 0,3 3 2 15,1-1 0-15,1 1 0 0,0-1-5 0,2 2 2 16,-2 1 1-16,0-3-1 0,2 4 5 0,0-2-6 16,-2 1 2-16,2-1-3 0,0 2 0 0,0-7 7 0,-2 0-4 15,-1 1 4-15,-3 1-3 0,2 3-3 0,-5 0 1 16,4 1-1-16,-1 1 5 0,1 2-8 0,-1 0 6 15,-1 0-6-15,3 0 9 0,-4 0-5 0,5 0-3 0,-7 0 1 16,1 0 5-16,0 0-10 0,-2 0 5 0,7 0-6 16,-3 0 11-16,-3 0-7 0,5 2 0 0,-8-1-3 15,7 1 2-15,-1 0 5 0,-1 0-3 0,8 0 5 16,-2 0-6-16,1 1-2 0,2 1 4 0,-2 0-2 16,1 1-1-16,1 1 1 0,1 0-1 0,0 1 1 15,-2 2 1-15,2-3-1 0,0 12-2 0,2 3 1 16,-3 1 4-16,-1 2-4 0,-1 4 2 0,-1 0-2 0,-2 4 6 15,4-1-7-15,-2 1 2 0,2 5-3 0,0 2 3 16,4 0 0-16,-2 0-1 0,2-2 1 0,1-2 0 16,1 1 4-16,1-3-6 0,2 0 4 0,1-1-9 0,1-4 5 15,0 1 3-15,-15-3 0 0,6 0-2 0,4 0 5 16,1 2-8-16,4 0 7 0,2 0-10 0,2 4 5 16,2-3 0-16,1 3 2 0,5-2 0 0,1 1-6 15,4 1 3-15,1 1-4 0,5 1 0 0,-16 3 7 16,21 2-1-16,4-6 2 0,3 0-8 0,1-5 1 15,5 2 5-15,5 0 0 0,7-1 7 0,-3-4-7 16,6-3 1-16,-12-7-5 0,-1-4 5 0,2 4 0 16,-6-8-1-16,2-1 1 0,0-1 4 0,-4 16 5 0,-1-10-6 15,1-4 4-15,0-5-4 0,1-2 4 0,-1 0 5 16,2-5-4-16,4-1 7 0,0-3-10 0,0-1 2 16,-2-1-4-16,-2-2-2 0,-6-2 12 0,-1-1-6 15,-2 6 8-15,-4-23 0 0,4 0 0 0,-2-3 5 16,-4-3-4-16,-3 2 5 0,-3 0-5 0,3-2 0 0,-4 4-1 15,0-2-7-15,-2-2 3 0,1 2-5 0,1 1 4 16,-2 1-10-16,-2 0 1 0,1-1 3 0,-5 3 0 16,0-2 8-16,-3-4-9 0,0 0 6 0,22-11-5 15,-15 1 14-15,-7-4-4 0,-4-3-4 0,-6 0 1 16,-1-1 2-16,-3 5 3 0,-3 5 2 0,-1 3-2 16,-5 5-2-16,17 3 7 0,-31 3-1 0,-6 5 1 0,-8 2-5 15,1 7-9-15,0 1-1 0,-5 3-4 16,9 6-14-16,-10 3-47 0,-2 4-26 0,0-20-19 0,-5 16-197 15</inkml:trace>
  <inkml:trace contextRef="#ctx0" brushRef="#br0" timeOffset="211852.17">22266 14391 51 0,'0'0'12'15,"0"0"10"-15,-2 0 23 0,0 0 8 0,1 0-3 16,-1 0-9-16,0-2-18 0,0 0-5 0,-2 0 2 16,1 0-4-16,-1 0-4 0,0 1 6 0,0-1-7 15,1 0 1-15,-1 0 1 0,2 0-4 0,0 0 3 16,0 0-3-16,1-1-5 0,-1-1 4 0,0 0-5 15,0 1 7-15,0-1-4 0,0 0 2 0,0 0-3 0,1 1 3 16,-1-1-2-16,0 0-1 0,0 1 0 0,0-1 2 16,0 0-5-16,2 2 0 0,-2-1-1 0,-3-5-2 15,-1-1 3-15,3 3 4 0,1 1 0 0,-9-1-1 0,1 3 6 16,-1-1-2-16,4 0 4 0,-6-1 1 0,5 1-5 16,-1-2-2-16,0 3 0 0,7-3 4 0,-7 2-5 15,-1-1 3-15,5-3-6 0,-6 3 1 0,1-1 3 16,5-1 1-16,-3 1 0 0,-1-1 0 0,5-1-2 15,-3 1 0-15,-1 1 0 0,7-1-2 0,-5 3-1 16,-3-1 0-16,3-1-1 0,-5-1 4 0,2 3-5 16,5-2 5-16,-5 3-3 0,1-1 6 0,-3 0 3 0,-2 0-3 15,0 3 3-15,6-3-5 0,-6 2 2 0,3 0-5 16,1 0 4-16,-6 0-3 0,4-1-3 0,0 1 3 16,0 0-4-16,0 0-1 0,2 0 9 0,-3 0-5 15,-1 1 5-15,2-9-14 0,-2 3 11 0,0 1-2 16,2 1 6-16,0 1-5 0,0 0-3 0,2 2 0 15,-1 1 0-15,1 1-2 0,0 0 0 0,-2 0 0 0,-1 0 0 16,1 0 12-16,0 1-12 0,-2 1 1 0,2 0-4 16,-2 2 7-16,2 0-2 0,0-1 4 0,-2 3-4 15,-2 1 0-15,2-1-1 0,0-1-1 0,-2 3-2 16,4-3-1-16,0 1 6 0,-2 1-3 0,2 1 4 16,-4 1-9-16,4-3 5 0,1-1 0 0,-5 5 3 15,2-1 4-15,-1 0-3 0,-5 4-4 0,6-4 1 0,-4 3-6 16,-1 1 7-16,1-2 1 0,4-2 2 0,-7 4-10 15,5-4 4-15,-4 2 0 0,2 1 3 0,6-5 6 16,-2-3-7-16,2 11-2 0,-4-6-1 0,2 4 4 0,0-2-5 16,-1-2 6-16,1 2-6 0,-2-1 8 0,4 1-2 15,-1 2 0-15,3 2-2 0,0-2-2 0,-2 3 0 16,1 3-1-16,1-6 1 0,0 0-4 0,-2 4 7 16,0-3 1-16,-1 1 2 0,-1 6-1 0,2-3-8 15,-2-1 2-15,2 3-4 0,2-3 11 0,-2 0-3 16,3 1-1-16,-1-1-1 0,2 0 1 0,-1 0-2 15,1-3 3-15,-1 3-3 0,3 2 4 0,1-3-3 16,0 3 1-16,2-2-1 0,1 1 1 0,-1 1-1 16,0 1 0-16,0-1 0 0,0 3 3 0,0-1-3 0,0 5 2 15,-16 3-2-15,5-1-5 0,4 5 8 0,3-3-3 16,2 2 4-16,1 1-10 0,1 1 9 0,0 8-3 16,0-1 5-16,0 2-8 0,2-4 6 0,-2-4-6 0,0-3 6 15,1-1-2-15,-1-1 0 0,0 0 4 0,0-4-5 16,0 0-9-16,0 2 7 0,0-3 2 0,1 3 1 15,-1 0 9-15,2-2-10 0,0 4-3 0,0-2 0 16,0 1-1-16,0 5 3 0,0-3 4 0,0 7-2 16,2 1 6-16,1-2-6 0,1 0-1 0,0-2 0 15,-1-1-7-15,1 1 7 0,0-4 1 0,1 1 1 16,1 0 0-16,0-5-4 0,-1 3 2 0,1-6-2 16,-1-2 1-16,1 4 1 0,-1-1-5 0,1-3 5 0,0 2 4 15,1-2-5-15,0 1 3 0,1-5-5 0,1 4 2 16,0-1 2-16,1-1-1 0,-1 1 2 0,2-1-3 0,0 1 4 15,0-1 1-15,4 4 1 0,-2-3-2 0,2 3-8 16,-11 4 4-16,16-4-4 0,4 4 14 0,-1-2-10 16,-5-8 5-16,10 4-5 0,2 3 7 0,-4-3-10 15,5 0 1-15,-5-3-3 0,-3-6 7 0,4 1 8 16,5 1-5-16,-6-5 4 0,2 1-8 0,-4-2 1 16,-4-2 5-16,5 1-3 0,-3-3-1 0,0 1 9 15,-1-2-6-15,1 11 7 0,0-4-8 0,2-2-5 16,0-3 2-16,2-1-1 0,0-1 13 0,-1 0-13 0,1-1 5 15,1 1-7-15,-2-2 7 0,2 0-5 0,5 0 7 16,0-2-5-16,1 0 12 0,0 0-4 0,-1 0-2 16,3-2 1-16,4-4 2 0,0 1-5 0,0-3 5 15,-2 1-5-15,-7-1 3 0,2-1-2 0,-5-2 2 0,-2-2 0 16,2-4 2-16,-4 15-9 0,3-20 3 0,-2 0-3 16,0-1 4-16,0 1 0 0,0-4-4 0,0 0 2 15,1-2-3-15,0 4 5 0,-2-2 0 0,-3 0 1 16,4-2-7-16,-3 1 4 0,3-1-2 0,-2 2 5 15,-3-2-6-15,7 0 3 0,-4 0-3 0,-2-2 2 16,1 3-2-16,-4-3 2 0,-3 2-1 0,1-2 0 16,-4 2-6-16,-5-5 7 0,3 0-3 0,-5-5 3 0,-2 0-3 15,2 4 2-15,18-7-2 0,-9 2 3 0,-9-3-2 16,-4-7-5-16,-2 5 6 0,-2-6-5 0,0 7 11 16,-1-4-6-16,-1 3 2 0,1 1-3 0,-1 0 0 0,2 3 4 15,1 1-5-15,-1-2 3 0,0 0-6 0,0-2 8 16,1-5 1-16,-3-6 2 0,1 0-7 0,-7-7-1 15,5 3-2-15,-4 3 2 0,-2-5 3 0,4 8 0 16,-3 2 1-16,3 4-2 0,0 1-1 0,0-1 2 16,-1 7-2-16,1-2 3 0,2 0 1 0,-1 4-6 15,1-4 6-15,-1-2-6 0,-1-1 8 0,-2-6-3 16,2-2-4-16,-1 2 3 0,-1-2 2 0,0 1-5 16,2 5 7-16,-2-2-6 0,-1 5 10 0,-1-1-3 0,0 3-1 15,0 4-1-15,-1-1-2 0,1 5 1 0,-2 0 5 16,-2 1-2-16,2 4 2 0,-1 0-2 0,-1 2 0 15,13 0 2-15,-20 0 11 0,0 4-13 0,-2 0-1 16,-4 1-2-16,2-1 2 0,-9-2-7 0,0 4 6 0,-6 3-7 16,1 4 4-16,-1 4-16 0,-4-1-11 0,-1 5-6 15,-2 3-65-15,9-20-224 0</inkml:trace>
  <inkml:trace contextRef="#ctx0" brushRef="#br0" timeOffset="-207189.5">8755 15861 56 0,'-2'0'0'0,"0"0"5"0,0 0 53 16,0 0-12-16,-1 0 9 0,-1 2-17 0,2-2 2 0,-7 2 0 15,-1 0 0-15,1 0 0 0,-2 1 10 0,0-1-12 16,0 0-2-16,0 0-5 0,-1 2-6 0,-1-1-3 16,2-1 4-16,-2 2-5 0,0 0-7 0,2-2 7 15,0-1-7-15,0 1 7 0,0 2-19 0,-2 0 11 16,2-1-7-16,1 1 7 0,1-2-11 0,0 2 7 16,1-2-4-16,-1 1 4 0,0 1 2 0,1-2-7 0,-1 2 2 15,5-3-5-15,-1 3 1 0,3-4-1 0,-2 2 6 16,-1 0-6-16,1 0 0 0,0 0 2 0,1-1-1 15,-1 1 3-15,2 0 3 0,0 0-5 0,0 2 3 16,0-2-4-16,1-1 2 0,-1 1 7 0,2 0-7 16,0 0 7-16,0 0-4 0,0 0-5 0,0 0 6 0,0-1-6 15,2 1 5-15,-1 0 0 0,1 0 0 0,0 0-1 16,2 0-2-16,0-2 1 0,5 0-5 0,6 2 3 16,1-2-6-16,1 0 0 0,2 0 1 0,-1 0 1 15,4 0 7-15,-1 0-1 0,3 0 2 0,0 0-3 16,-2 0-5-16,4-2 2 0,6 0-3 0,-2-2 4 15,1 0 3-15,6 1-1 0,-5 1 2 0,-2 0-3 16,9 0-1-16,-10 0-1 0,7 0-1 0,-3 1 1 16,-7 1 7-16,-2 0-6 0,-1 0 6 0,-1 0-6 0,-5 0 1 15,-3 0-4-15,-4 0 2 0,1 0-1 0,2 0 8 16,-4 0-8-16,2 0 4 0,-3 0-4 0,-1 0 6 0,-1 0-2 16,-1 0-6-16,1 0 2 0,-3 0-8 0,1 0-5 15,-2 0 5-15,2 0-7 0,-2 0-17 0,1-2-95 16,1 0-10-16,0 2-31 0,-1 0-58 0</inkml:trace>
  <inkml:trace contextRef="#ctx0" brushRef="#br0" timeOffset="-206482.67">9126 15659 42 0,'-2'0'22'0,"0"0"0"0,0 0 11 16,1 0-6-16,-3 0 1 0,0 0 3 0,-5 0 7 16,0 0-5-16,-4 0 5 0,2 0-3 0,3 0-6 15,-5 0 3-15,6 0-4 0,-3 0 6 0,-1 0 3 16,4 0 5-16,1 0-4 0,3 0 1 0,1 0 1 16,0 0-2-16,-2 0 1 0,0 0-14 0,1 0-10 15,1 0 0-15,0 0-2 0,0 0 0 0,0 0-8 16,0 0 1-16,1 0-2 0,-1 0 1 0,2 0-5 15,0 2-1-15,0 0-1 0,0-1 3 0,0 1-2 16,0 2 1-16,2 0-2 0,-1 1 3 0,3 5-1 0,4 1 4 16,-3-2-3-16,12 0 3 0,-2 2 0 0,0-3-3 15,-2 1 2-15,1 0-3 0,5 1 0 0,-2 1-3 16,3-2 3-16,-3 2 0 0,-1-1 2 0,1 1 3 16,-2 0-2-16,0-2 3 0,0 4-8 0,-2-4 5 0,2 3-6 15,-2-3 3-15,1-2 6 0,-1-1-5 0,-1 3 6 16,1-1-7-16,0-1 1 0,-2 2 3 0,2-5-1 15,-4 0-1-15,0-1 0 0,1 3 1 0,-5 0 0 16,1 1 1-16,-1-1-4 0,1-3 1 0,-2-1 1 16,-1 0 5-16,-1-2-1 0,0 2-2 0,-2 0 1 15,4 1-1-15,-1 1 24 0,1 0-4 0,-2-2 9 16,0 0-11-16,0-1-6 0,0 1-4 0,-1 0 1 0,-1 0-5 16,0-2-3-16,0 0 7 0,-1 0-6 0,-1 0 13 15,0 0-14-15,-2 0 1 0,-5 0-3 0,-6 0 8 16,2 2-6-16,-2 0 3 0,0 0-4 0,-1 1 10 0,1-1-5 15,-2 4-3-15,0-1-1 0,2 1-7 0,1 1 8 16,-1 1 2-16,-2 3 2 0,-5 4 0 0,1-2 0 16,-1 2-1-16,-2-1 0 0,3-10-8 0,1 9-1 15,5 4 0-15,4 0 0 0,-7-4 4 0,5 3-3 16,0-5-3-16,1 1 2 0,7-1 1 0,3-2-7 16,-2 2 6-16,-3-2-8 0,-1 2-5 0,3 1-41 15,1-1-55-15,0 0-4 0,3 0-254 0</inkml:trace>
  <inkml:trace contextRef="#ctx0" brushRef="#br0" timeOffset="-194232.03">27315 14090 8 0,'0'0'0'0,"1"0"15"0,1 0 4 0,0 0 14 0,0-2 6 15,0 0-6-15,0 0 2 0,0 1-5 0,-1-1-2 16,1 0 0-16,0 0-8 0,0 0 9 0,0 0 0 15,0 0 3-15,0 1-2 0,-1-1 14 0,1 0-9 16,0-2 10-16,0 0-14 0,0 1-1 0,0-1-6 0,0 0 1 16,-2 2-13-16,5-5-8 0,-1 1 6 0,1-1-7 15,1 0 5-15,-2 1 2 0,1-1-5 0,1-1 5 16,-1 1 1-16,1-3 4 0,0 1 8 0,-1 0-6 16,1 0 5-16,-1-3 6 0,1 1-1 0,-2 2 1 15,-1-2-6-15,-1 3-5 0,0-1 0 0,0-2-1 16,-2 2 1-16,0-2-5 0,0 1 4 0,-2 1-4 15,0 0 2-15,-2-1 1 0,3 3-7 0,-3 0 5 0,0-1-8 16,-1 1 6-16,-3-3-2 0,4 5 2 0,-3 1-2 16,-2-1 6-16,-2 3-2 0,1 0 2 0,-1-4-10 15,0 4 12-15,-2-3-2 0,-2-1 4 0,6 4-11 0,0 1 7 16,-4-9-2-16,1 3 3 0,-1 1-9 0,-1 3 2 16,2 1-4-16,-1 2 4 0,0 0-1 0,0 0-4 15,-1 2-1-15,-3 1-2 0,2 1 0 0,2 2-2 16,-2 1 3-16,4 0-3 0,-4 3 1 0,4-3 5 15,0-3-5-15,0 7 4 0,0 2-5 0,1 2 1 16,1-2 3-16,0 2-3 0,-1 0-3 0,1-1 0 16,2 1 0-16,-1 0 1 0,1 2 3 0,3 0-1 15,-1-1 3-15,1 1-3 0,0 0-1 0,0-2 4 0,1-1-7 16,-8 1 7-16,1 0-4 0,5-4-2 0,-1 2 4 16,4-3-3-16,0-1 0 0,2-2-3 0,0 1 1 15,0-5-1-15,0 3 6 0,0-2 5 0,0-2-5 16,4 1 4-16,0 1-12 0,3 2 9 0,8 1-2 0,2-1 5 15,1-3-3-15,3-1-1 0,-1-2 0 0,1-2-1 16,-3-1 0-16,-1-1 3 0,2-4-3 0,-3 3 0 16,-1-3 2-16,0 1-5 0,-4 0 9 0,4-5-9 15,-6 5 5-15,1 1 3 0,-1-5-7 0,4-2 5 16,2 0-5-16,-2 2 5 0,-4 2-3 0,-7 1 3 16,3 1-4-16,-1 1 3 0,2 1 2 0,-4-1-1 15,-1 3 3-15,1-1-3 0,0 0-1 0,0 0-1 16,-2 3 6-16,0-1-1 0,0 0 6 0,0 0-6 0,0 0-2 15,0 0 5-15,2-1-1 0,-2-1 3 0,0 0-5 16,0 2 0-16,0 0-3 0,0 1 3 0,0-1-2 0,0 0 2 16,0 0-4-16,0 2 3 0,0 0-9 0,-2 0 7 15,0 0-5-15,0 2 5 0,0 0-4 0,1 0-2 16,-1 1 7-16,0 1-5 0,0 5 2 0,0 4-1 16,0 2-2-16,0 0 2 0,1 4 0 0,1-3 3 15,0 3-1-15,0-1 2 0,1-1-5 0,3 4-1 16,-2-3-2-16,2 3 2 0,-2 1 2 0,-1 0 3 15,3 2 1-15,0 4-1 0,-2 0-4 0,0-2-1 16,-2 4-2-16,0-6 2 0,0 4 1 0,-4-1 4 0,0-2 1 16,-1-1 0-16,-1-2 0 0,0-2 1 0,-1 1-2 15,0-4 0-15,-3-3-2 0,8-1 1 0,-12 0 6 16,-3-1-4-16,2-3 10 0,-2 0-11 0,1-3 7 16,-3-3-7-16,-1 12 13 0,1-4 3 0,-1-1 2 0,-1-5 0 15,3-1-1-15,-3 0-2 0,1-2-6 0,3-2 5 16,-5 0 2-16,5 0-5 0,-2-2 2 0,3-2-6 15,3 0-2-15,-2-1-3 0,2-1 0 0,0 1-1 16,4-1-4-16,1 0-7 0,3 3 3 0,3-3-5 16,0-1 0-16,0 3-6 0,0 0-1 0,2 2-2 15,0 1-8-15,-2-3-5 0,1 0 1 0,-1 0-3 16,0 1 1-16,2 1-35 0,0 0-25 0,2 0-8 16,0 0-135-16,-1 2-80 0</inkml:trace>
  <inkml:trace contextRef="#ctx0" brushRef="#br0" timeOffset="-193561.46">27465 14647 547 0,'0'-2'60'0,"0"0"133"0,-2 0-191 0,2-1-3 0,0-1-1 16,0 0 1-16,0 1 8 0,0-3-6 0,2-5 3 16,0 2-4-16,0 1 7 0,1-3 0 0,-1 5 6 15,4-3-4-15,1-6 10 0,-3 8 9 0,2-6 2 0,-3 5 1 16,-3 7 6-16,2-5-7 0,0 0 0 0,2 1-1 16,-2-1-1-16,-1 3-5 0,1-1-1 0,0 0 1 15,0 2 1-15,0 0-8 0,0 1 2 0,0-1-5 16,-1 2-5-16,1 2 4 0,0-1-5 0,-2 1 4 15,0 6-5-15,2 7 6 0,-2 3-5 0,0 4 5 16,0-3-8-16,-2 3 0 0,0-1 6 0,0-1-5 0,-1 1 5 16,-1-1-3-16,-2 0-7 0,3 1 3 0,-3-3-6 15,1 1 3-15,-1 0 1 0,0-1 0 0,1-1 1 16,1-2-6-16,2-2 4 0,-1 0-4 0,1-2 4 16,2-2-14-16,0 2-4 0,0-1-3 0,0-3-21 0,2-1-39 15,-1-1-2-15,-1-3-13 0,4 2-10 0,4 1 16 16,3 1-20-16,0-2 15 0,4-3-36 0,0-1 38 15,-3-1 10-15,5-5 8 0,-4 0 46 0,4-3 16 16,0-2 4-16,-6 7 3 0,0-12 9 0,-2-3 7 16,-1 2 3-16,1 4 1 0,2-2 13 0,-4 1 0 15,1-1-1-15,-3 0 2 0,-3 2 8 0,0 2 25 16,0 1-4-16,4 3 11 0,-1 0-4 0,-1-1-10 16,0 1 6-16,-3 1-8 0,-1 2-1 0,0 3-1 0,0-1-10 15,0-2 6-15,0 0-17 0,0 1 8 0,0-1-3 16,0 2 3-16,0 0-17 0,-1 0-8 0,-1 0 1 15,0 1-4-15,0 1-5 0,0 0 7 0,0 1-8 16,0 1 8-16,1 2-6 0,-1 2-6 0,-4 10 4 0,1 1-5 16,-1 2 3-16,2-1 6 0,1 3-2 0,-1-1 2 15,0 0-3-15,2-1-4 0,0 0 3 0,1-1-3 16,1 1 1-16,0-4 4 0,0 1-4 0,0-3 5 16,0 2-2-16,0-2-8 0,0 2 5 0,0-4-5 15,0-2 10-15,1 1-12 0,-1-3 2 0,0-3-7 16,0 1-4-16,0-3-32 0,0 2-16 0,2 0-12 0,0-1-118 15,0 1-81-15</inkml:trace>
  <inkml:trace contextRef="#ctx0" brushRef="#br0" timeOffset="-193206.46">27302 14259 286 0,'0'0'113'0,"0"0"-109"0,0 0 120 16,0 0-54-16,-2-2-54 0,0 0 1 0,0 0 1 15,0 2 4-15,0 0 20 0,0 0 17 0,1 0 0 0,-1 0 3 16,0 0-13-16,2 0-9 0,0 0-1 0,0 0-1 15,0 0-2-15,2 0-9 0,0 0 2 0,-1 0-4 16,3 0 8-16,15-3 2 0,7-1-6 0,3 0 3 16,5 1-18-16,-3 1-7 0,-1-2 2 0,-2 0-4 15,-6 2 3-15,4 1-8 0,-4 1 2 0,-3 0-3 16,-4 0-3-16,-2 1-1 0,-2 1-2 0,-2 0 2 0,2 2-3 16,-1 0-14-16,-3-3-5 0,-1 1-7 15,1 2-60-15,-3-2-42 0,1 0-11 0,5 1-19 0,-5-1-126 16</inkml:trace>
  <inkml:trace contextRef="#ctx0" brushRef="#br0" timeOffset="-192831.89">28315 14155 635 0,'0'0'24'0,"-2"0"4"0,1-2-8 0,-1 0-11 16,0 0-3-16,-2 1-6 0,0-1 11 0,1 0-3 16,-1 2 9-16,-2 0 6 0,-3-2-5 0,5 2 3 0,-3 0-3 15,1 0 4-15,1 0 19 0,3 0 2 0,-2-2 6 16,2 0-5-16,1 0-23 0,-1 2-3 0,0 0-5 15,0 0-5-15,2-1 3 0,0 1-4 0,2 0 3 16,0-2-3-16,1 0 0 0,5 2 1 0,10-4-2 16,5 2-11-16,-1 0 5 0,0 1 0 0,-3 1 2 15,-1 0-2-15,1 0 0 0,-2 0-3 0,-1 0 3 0,-1 0 1 16,-2 0-4-16,-2 0 2 0,-1 0-5 0,1 0 0 16,-4 0-8-16,3 0-4 0,-5 0-3 0,-1 0-30 15,0 0-45-15,-3 0-9 0,1 0-14 0,2 0-65 0</inkml:trace>
  <inkml:trace contextRef="#ctx0" brushRef="#br0" timeOffset="-192626.59">28248 14283 377 0,'-1'0'169'0,"-1"0"3"0,0 0-39 0,-2 0-22 15,0 0-58-15,1 0-48 0,1 0 14 0,-2 0 8 16,2 0 5-16,-1 0 40 0,-1 2-39 0,2 0-1 15,0 0-14-15,2 0-12 0,0-1 7 0,2 1-5 16,0 2 5-16,2 0-10 0,12 7-5 0,8 0 3 0,2-2-2 16,2-1 1-16,0-3-16 0,0-5-1 0,0 0-10 15,2-2-28-15,-3-1-175 0,1-3-25 0</inkml:trace>
  <inkml:trace contextRef="#ctx0" brushRef="#br0" timeOffset="-191732.81">29426 13893 419 0,'0'0'74'0,"0"-2"145"16,0 0-196-16,0 1-19 0,0-3-2 0,0 0-2 15,0-1 3-15,0-7 13 0,0 1-6 0,0 2 6 16,2-2-13-16,-1-4 5 0,1 0 6 0,0 0-1 16,-2-1 4-16,0-1 15 0,0 0-7 0,2-3 11 15,-2 1-7-15,0-1 10 0,0-1-6 0,-2 3 6 0,0 1-5 16,-1 0 1-16,-1-1-1 0,-2 1 0 0,-1-1-4 15,1 5-9-15,1 0-2 0,-1 3-2 0,-1 1-7 16,5 3 2-16,-11-3 2 0,-2 4-2 0,0-1 1 0,0 4-4 16,-1 0-2-16,1-9-1 0,-2 2-1 0,2 5 0 15,0 2-2-15,0 2 0 0,1 2 1 0,-1 4-7 16,-6 3 8-16,6-7-8 0,-1 20 3 0,-3 4 0 16,10 8-2-16,-8-8 0 0,8 3 2 0,3 3 0 15,-1-4 0-15,5-2 0 0,-4-4-6 0,3-4 6 16,1-1-7-16,-7-4 7 0,3 4-8 0,4-6 1 15,2 0-1-15,0-3 0 0,2-3-8 0,0-1 9 16,0 0 6-16,9 5 0 0,6 0 8 0,7 0-7 16,-4-5 0-16,4-4 0 0,2 0 13 0,-3-4-10 0,-3 1 2 15,0-3-5-15,-1-1 0 0,-4-1-1 0,2-1 2 16,-4 2-1-16,-2-1 8 0,0 4-7 0,0-5 2 16,-2 0-4-16,-1-2-4 0,-1 1 5 0,-3 1 0 0,0 4 3 15,-1 1-3-15,-1 4 4 0,-2-2-1 0,4-2 2 16,0 1-5-16,-1-1 5 0,1 2 2 0,-2 0 2 15,0 0-2-15,0 2 2 0,-1 0-8 0,1 0 7 16,0 2-7-16,0 0 0 0,0 2-1 0,2 11 0 16,-1 3-6-16,1-1 4 0,-2 0 1 0,0-1 2 15,0 3 4-15,-1 1-3 0,1 3-3 0,-2-1 0 16,0 2 4-16,0 2-2 0,0 0 6 0,-2 2-5 0,-1 0 6 16,-1-4-4-16,-2 4 1 0,1-4-1 0,-1-2 8 15,-1-1-6-15,-1-1 5 0,-1 0-6 0,0-1 12 16,-2 1-5-16,0-1 6 0,1-6-5 0,3 0 4 0,-12-6 3 15,1 5-5-15,-3-7 5 0,5 3 0 0,-5-7-6 16,3 12 1-16,-5-1-4 0,-1-3-4 0,7-6-10 16,1-1 3-16,5-2-4 0,-1 0 4 0,1 0-9 15,4 0-1-15,-2-2-4 0,-1 1 4 0,7 1-10 16,-9-6-4-16,5 2-3 0,3 3-25 0,1-1-23 16,1 2-7-16,-2-4-8 0,0 0-34 0,2 1-33 15,1-1-15-15,1 0-8 0,0 0-68 0</inkml:trace>
  <inkml:trace contextRef="#ctx0" brushRef="#br0" timeOffset="-190770.68">29569 14077 427 0,'0'0'115'15,"0"-2"7"-15,0 0-34 0,0 0-28 0,0 1-30 16,0-1-26-16,0 0-1 0,0 0 4 0,0 0-4 16,0 0 3-16,0 0 0 0,0 1-5 0,0-1 4 0,1 0-2 15,1 0 5-15,0 0-2 0,0 0 2 0,0 0-5 16,0 1 4-16,0-1 5 0,-1 2-1 0,1 0 11 0,-2 0-5 16,0 0 4-16,0 0-4 0,0 0 9 0,2 0-18 15,-2 0 4-15,0 0-7 0,2 0 9 0,-2 0-2 16,0 2 2-16,0-1-2 0,0 1-1 0,0 2-2 15,0 9-2-15,0 7 1 0,-2-1-3 0,0 0 5 16,-1 1-5-16,-3 0 5 0,0 5-3 0,1-5-4 16,-1 6 9-16,3-6-7 0,-1 1 5 0,0-4-1 15,2-4-3-15,-1-2 4 0,1-2 8 0,0 2-5 16,0-5 3-16,0 1-4 0,2-5 0 0,0 0 1 16,0 1-2-16,-2 1 1 0,0 0-6 0,1 0 11 0,-1-3-6 15,0 1 8-15,0 0-13 0,0 0-6 0,0-2 5 16,0 0-5-16,2 0 3 0,0-2 0 0,0 0-2 15,0 0 1-15,0 1 2 0,4-16-2 0,0 4 0 0,3-7-1 16,1-3 0-16,-3 7-1 0,3-5-2 0,-1 6 0 16,2 0-2-16,3-1 4 0,-1 1 0 0,0-2 0 15,-2 0-8-15,0 1 8 0,1-1 2 0,-3 4 2 16,1-2-1-16,-1 4-6 0,0 0 3 0,1 0-6 16,-6 1 6-16,5 1 0 0,8 2 1 0,-4 1 1 15,-5 1-2-15,7 1 0 0,-6 2-2 0,1 0 2 16,-1-3 0-16,-1 1 0 0,1 0 0 0,-3 2 0 0,1 0-3 15,-1 1 5-15,-2 1 3 0,0 0 1 0,1 0 8 16,1 0-8-16,0 0 5 0,0 1-6 0,-3 1-4 16,1 2 4-16,0 0-8 0,4 11 8 0,-3-1 3 0,-1 1-6 15,-2 2 5-15,0-2-6 0,-2 0 3 0,-1 1-4 16,-1-1 0-16,0 2 0 0,1 0 1 0,-1-4 5 16,0 0-2-16,0-6 0 0,1 2-10 0,1-3 9 15,0 0-3-15,2-3 6 0,-2 1 0 0,0 3-8 16,2-5 4-16,0 2-4 0,-2 0 7 0,1-1-2 15,-1 1 2-15,0-2-2 0,0 0-2 0,0 0 0 16,0 0-3-16,0-1 1 0,2 1-3 0,0-2 6 16,0 0-2-16,0 0 1 0,0-2-3 0,2 1 2 0,0-1-1 15,0-2 1-15,2-3-6 0,5-10 5 0,0 2-1 16,1 0 1-16,1-2-6 0,0 1 4 0,2-3-2 16,0 1 3-16,-8 1 6 0,14 0-4 0,1 0 4 15,-1 3-5-15,-2 1-1 0,-4 1-2 0,0 3 1 16,-2 4 1-16,0-1 9 0,-2 4-8 0,-1-2 1 0,-1-1-5 15,-1 1 8-15,-4 4-4 0,1-2 8 0,1 0-7 16,0 1 12-16,-1-1-2 0,1 2-2 0,-2 0 2 16,0 2-2-16,0-1-2 0,0 3 0 0,-1 5-1 15,1 8-5-15,0 0 6 0,-2 1-6 0,0-3 6 16,0 2-6-16,0-2 1 0,0 0-1 0,0-2 0 16,0 2-2-16,0-1 4 0,0-4 0 0,0 1 1 0,0-2-5 15,2-1 1-15,2 5 1 0,-4-10 0 16,2 3 0-16,-1-1 0 0,1-1-5 0,4 5 4 0,-4-5-1 15,-2-2-3-15,7 4 1 0,1-1-3 0,-3-1-5 16,3 1-13-16,-3-1-4 0,1 0-6 0,-1 0-36 0,-1-3-25 16,1 1-26-16,-3-2-9 0,2 2-189 0</inkml:trace>
  <inkml:trace contextRef="#ctx0" brushRef="#br0" timeOffset="-190082.94">28986 14848 221 0,'0'0'108'0,"0"0"-6"16,-2-2-43-16,0 0 4 0,2 0-56 0,-2 0-10 0,0 0 3 15,0 0 1-15,2-1-1 0,0-1-11 0,0 0 3 16,-2 1-4-16,2-1 4 0,0 0 2 0,-1 0 9 15,-1 1 0-15,0-1 4 0,0 0-3 0,0 1 17 16,0-1-1-16,-1 0 7 0,1 4 9 0,-11-9 10 16,2 1-4-16,-1 1 6 0,-1 1 6 0,2 1-12 15,-4-1 4-15,4 3-10 0,-2-1-12 0,6 2 1 16,-2 0-4-16,5 2 2 0,0 0-10 0,-3-2-7 16,1 2 4-16,2 0-5 0,1 0 0 0,-1 0 6 15,0 0-3-15,-5 0 4 0,7 0-5 0,-1 0 6 0,-1 0-8 16,0 0 6-16,2 0-11 0,0 0 3 0,-1 0 2 15,-1 0 0-15,0 0 5 0,2 0-7 0,1 0 5 16,-1 0-5-16,0 0 6 0,0 2-6 0,2 0 0 16,0 0-2-16,0 0 0 0,2 0 6 0,0-1-1 0,1-1 2 15,14 2 3-15,13 2-2 0,-1-2 0 0,9 0 0 16,1-2 2-16,3 0 9 0,7 0 1 0,-1-2 1 16,4-2-8-16,0-1 2 0,4-1-4 0,1-1 3 15,6 1-11-15,10-1 2 0,6-1-3 0,1 3 2 16,4-3-5-16,-6 1 4 0,-6 1 0 0,-3 2 2 15,-8-1 0-15,-5 1-1 0,0 2-4 0,-6 0 3 0,-4 2-4 16,-5 0 0-16,-2 0 1 0,-7 2 1 0,-6-2 7 16,-4 2-5-16,-4 0 2 0,-5-2-3 0,0 2 4 15,-3-2-4-15,-5 0 1 0,1 0-3 0,-4 0-2 0,1 0 6 16,1 2-3-16,0-2 5 0,0 2-7 0,-3-1-34 16,1-1-4-16,0 0-14 0,-2 2-41 0,-2-2-97 15,0 2 10-15,-1 0-41 0,-5 0-3 0</inkml:trace>
  <inkml:trace contextRef="#ctx0" brushRef="#br0" timeOffset="-189638.51">29355 15052 766 0,'0'-2'24'16,"0"0"-2"-16,0 0-6 0,0 0 3 0,0-1-12 16,0-1 6-16,0 0 17 0,0 0-6 0,0-3 8 15,0 1-17-15,0 1-4 0,0 1 2 0,0 0-3 0,0 3 0 16,0-3 9-16,0 0 0 0,2 0 3 0,-2 1-2 15,2-1 0-15,0 2-2 0,-2 0 1 0,2 0-5 16,-1 1 16-16,1-1-8 0,0 0 9 0,0 2-6 0,-2 0-15 16,0 0 6-16,0 2-9 0,0 0 7 0,0 1-9 15,0 5 5-15,0 14-8 0,-2 2 4 0,-2 4 6 16,-1 0-1-16,-1-4 3 0,-3 8-11 0,0-3 6 16,-1 1-5-16,-3 7 5 0,2-5-5 0,-2 5 6 15,0-4-4-15,0-3 5 0,-2 2-1 0,1-5-4 16,-1 3 0-16,0 0-2 0,-2-2 2 0,-1 5-6 15,-1-5 4-15,0 2-4 0,1 3 0 0,3-3 1 16,0-1-1-16,2-1 1 0,4-2 6 0,1-2-10 0,3-5 3 16,-1 0-4-16,4-6 5 0,1-4-16 0,-1 2 1 15,2-5-11-15,0-3-25 0,0 1-58 0,0 0 6 16,0-1-26-16,0-1-35 0,0 0-97 0</inkml:trace>
  <inkml:trace contextRef="#ctx0" brushRef="#br0" timeOffset="-189008.65">29223 15039 922 0,'0'0'69'0,"-2"-2"6"0,1 0-23 15,-1 0-18-15,0 0-19 0,0-1-7 0,0-1-8 16,0 2 0-16,0-2-2 0,2 1-4 0,0-1 5 16,0 2-4-16,2-2 5 0,0 1 5 0,2-1-5 15,9-5 10-15,11-6-10 0,2 2 12 0,4 0 7 16,3 0-6-16,4 2 5 0,0 1-7 0,0 3 2 16,-1 3-5-16,1 1 2 0,-4 3-9 0,-5 0 9 15,-6 1 1-15,-7 1 3 0,-2 2 6 0,-3 0 6 16,-1 1-5-16,-5-3 4 0,-3 4-25 0,1 9 9 0,9 1 1 15,-3 1 4-15,-3 3 6 0,-3-1 0 0,-2-1-3 16,-3-1 2-16,-5-4-13 0,-5 8 6 0,9-5-6 16,-20 5 6-16,0-3-9 0,-2-5 1 0,2 0 3 0,4 2-1 15,1-4 1-15,2 2-2 0,4 0-2 0,2-2 1 16,4-1-5-16,1-5 1 0,2-3-8 0,3 2 5 16,-3 0-16-16,0-1 0 0,2 1 5 0,0 0-3 15,1-1 12-15,1-1 5 0,0 0 1 0,1 0 2 16,1 0-3-16,2 0 0 0,15 1 0 0,10-3 1 15,3 0 6-15,-1-1 0 0,1-1-1 0,-2 0 2 16,-1 0-2-16,1 2-3 0,-2-2-2 0,-6 2 0 0,-3 0 6 16,-2 0-9-16,-4 0 6 0,-4 0-7 0,-2 2 12 15,-1-2-2-15,-2 2 5 0,-1 0-4 0,1 0 12 16,-2-1 8-16,0 1-3 0,0 0 4 0,-1 2-12 0,-1 0-2 16,0-1-1-16,-1 1-1 0,-1-2 0 0,-2 0-5 15,-13 7 1-15,-9 0-2 0,0-3-4 0,-7-2 4 16,3-4-3-16,-3 0 4 0,-6-4-5 0,2 0 0 15,-4 0 1-15,2-3-2 0,2 0-2 0,3-1-4 16,3 3-4-16,3-1-1 0,0-1-18 0,6 1-49 16,-2 0-5-16,3 1-19 0,4-1-55 0,1 1-90 15,1-1-11-15</inkml:trace>
  <inkml:trace contextRef="#ctx0" brushRef="#br0" timeOffset="-182703.75">1510 13392 236 0,'0'-2'0'0,"0"0"83"0,0-2 8 0,0 1 7 16,0-14 4-16,2 4-77 0,-1 0-2 0,1 2-9 16,2-2-2-16,2-2-2 0,-1 2 1 0,3-2-5 0,-3 2 0 15,1 2-4-15,-1 0-3 0,1 0 3 0,-1 0 1 16,-1 1 1-16,0 1 7 0,-2 2-1 0,0-1 5 16,-1 1-4-16,1 1 10 0,0-1 9 0,-2 1-4 15,0 1 5-15,0 1-9 0,0 0-10 0,0-1 2 16,0 3-5-16,0-2-9 0,0 2 6 0,0 0-2 0,-4-1 5 15,3 3 1-15,-12-10-4 0,-2 3 6 0,-6-1-6 16,3 7-3-16,-3 1 8 0,-3 0-7 0,-2 3 7 16,-5 7-9-16,-5 1 11 0,5 4-1 0,-8 5 5 15,4 0 6-15,-1-8-8 0,-1 23 4 0,6 0-6 16,-1 4-4-16,4 0 1 0,6 4-4 0,3-2 4 0,4-2-2 16,4-2-10-16,2 0 4 0,5-2-4 15,2-7 9-15,-14 0-8 0,8-6-1 0,6-5-2 0,2-2 8 16,0-6 2-16,2-1 2 0,-2-7-2 0,4 3 2 15,13 7-1-15,11 0-1 0,-1-5 1 0,1-6-1 16,4-2 0-16,1-9 4 0,3-4-4 0,-3-3 2 0,-5 16-5 16,7-19 0-16,-9-3-1 0,6 2 2 0,-6-4-3 15,-10-2 2-15,1 2-2 0,-2 4 2 0,-4-2 2 16,2 5-5-16,-2 0 3 0,-5 5-4 0,-1 1 2 16,5 0 2-16,-3 0 1 0,-1 3 7 0,-5 5 2 15,1-1-2-15,0 1 1 0,-2 3-10 0,0 0 7 16,0-2 1-16,0 0 1 0,0 1-9 0,0 1 2 15,0 0-2-15,0 0 2 0,0 2-8 0,-2 0 5 0,0 2-1 16,1 2 2-16,-5 12 4 0,-1 12-7 0,1-5-1 16,-1 4-3-16,1 5 4 0,1-2 1 0,1 9 3 15,0 0 1-15,0-2-2 0,3 6-2 0,-1-1 0 16,-4-3-2-16,2-2 2 0,-1 4 5 0,-3 0-4 16,3 0 4-16,-4 2-5 0,-1-1 6 0,-1 3-4 0,2-4 4 15,-4 1-1-15,2-6 2 0,-2 3 2 0,0-8-2 16,0-3-1-16,-2-4 6 0,11-7 0 0,-14-2 2 15,-3 0 3-15,-1-4 9 0,1-2-1 0,-5-3 3 16,2-5-1-16,0 1-13 0,0 15 2 0,4-8-6 16,-3-3 9-16,5-4-10 0,-3-2 3 0,3-4-7 0,1 0-3 15,0-1-4-15,4-1-1 0,2 1-1 0,0-3-4 16,2 6-5-16,1-7-2 0,3 0-1 0,-1 1-9 16,4 7-12-16,2-1-5 0,0 0-5 0,0 0-34 15,0 0-81-15,0 0 8 0,-2-1-38 0,1-1-50 0</inkml:trace>
  <inkml:trace contextRef="#ctx0" brushRef="#br0" timeOffset="-181987.59">1519 14170 488 0,'-2'0'70'0,"0"-2"10"0,0 0-15 0,1 0-25 16,-1 0-8-16,0-1-7 0,0-1-3 0,0 0 0 0,0 1-2 16,0 1-6-16,1 0-1 0,-1 0-3 0,0 0 1 15,0 0-5-15,0 0 8 0,0 1-1 0,1 1 2 16,1 0 0-16,0 0 2 0,0 1 4 0,0 1-2 16,0 2 6-16,0 0-7 0,-4 18-3 0,0 4 0 15,0 4-5-15,-1 3-3 0,1-1 5 0,-1 1-5 16,1-1 2-16,-2-1-4 0,1 3-3 0,-1-8 1 0,-1 0 5 15,-1-4-1-15,1-2 4 0,-1-3-2 0,1-2 14 16,1-2-1-16,3-6 5 0,-1 3-5 0,2-3 0 16,-2 0 2-16,3-1-5 0,1-4 3 0,-2 2-10 15,0-1-4-15,0 1 2 0,0 0-5 0,0-2-4 0,0-1 0 16,1 1 0-16,1-2 0 0,0 0-2 0,0-2 0 16,0 1-6-16,1-3 5 0,3-4-8 0,11-16 5 15,0 0-1-15,2-6 3 0,-3 3 4 0,5-7-3 16,-2 4 2-16,1 1-4 0,-1 3 0 0,0 2 3 15,-14-2-1-15,12 7 2 0,2 1 6 0,-2 3-4 16,-4 5 2-16,4 5-3 0,-6-3-1 0,-2 3 3 16,1 1-3-16,-4 2 3 0,1 0 6 0,1 2-4 15,-3 0 1-15,-1 0-3 0,0 0 2 0,2 4-7 0,3 7 2 16,4 12-3-16,-3-1 8 0,-3-2-2 0,-1 2 1 16,-4-7-2-16,0 0-2 0,0-4 7 0,0-5-2 15,0 1 3-15,0 1-12 0,0-6 4 0,0-1 0 16,0 3 1-16,0 0-1 0,0 0-5 0,0-3-1 0,2 1 1 15,0-2 6-15,0 0-4 0,0-2 0 0,1 1-3 16,1-9 0-16,11-12 7 0,0-2-1 0,0 2 2 16,1-2-7-16,1 1 2 0,2 5 1 0,1 1 2 15,-1 6 0-15,-5 0 0 0,-1 3 0 0,-5 5 0 16,-1-1 1-16,-1 0 3 0,-1 0-2 0,3 1 4 16,-3 1 6-16,-1 2-6 0,2 0 5 0,-3 0-5 15,1 0 8-15,0 2-10 0,0 0 1 0,-1 1-5 0,5 10 4 16,1 6 5-16,-3-1-3 0,-1 7 2 0,-3-7-8 15,-2 4 4-15,0 1-3 0,0-7 2 0,0 7-6 0,0-7 4 16,-2 1 1-16,-2 2 0 0,3-3-2 0,-1 1 0 16,0-4-1-16,2-2-1 0,0 0-11 0,0 2-38 15,-2-2-11-15,0 1-13 0,0-1-63 0,2-6-60 16,0 1-7-16,0-2-21 0,0-1-50 0</inkml:trace>
  <inkml:trace contextRef="#ctx0" brushRef="#br0" timeOffset="-181674.07">2288 13919 653 0,'0'0'125'0,"0"0"-158"0,-2 0 146 0,0-2-79 16,0 0-28-16,0 1 7 0,0-1-1 0,2 0 7 0,0 0 11 15,0 0-11-15,0 0 0 0,2 0-3 0,0 1 6 16,2-1 4-16,3-2-2 0,12-5 3 0,1-1 0 0,4 1-4 16,2 0 1-16,-1 1-5 0,1 3-15 0,-2 1-3 15,-2 2 2-15,-2 0-1 0,-1 2 4 0,-6 0-13 16,0 0-2-16,-4 0-4 0,-1 0-8 0,-5 0-54 15,-1 0-17-15,2 2-18 0,0 0-106 0,-2 0-43 16</inkml:trace>
  <inkml:trace contextRef="#ctx0" brushRef="#br0" timeOffset="-181503.88">2312 14018 446 0,'0'0'278'0,"-2"0"-336"16,0 0 314-16,0 0-162 0,0 0-57 0,1 0-5 0,-1 0 10 15,0 0-6-15,2 0 19 0,0 0-26 0,0 0-4 16,2 0-7-16,0 0-11 0,1 0-6 0,8 0 2 0,14 0-4 16,-1-2 0-16,2 0-15 0,0 0-6 0,-6 0-10 15,2 2-64-15,-1 0-87 0,1 0-25 0,2 0-20 16,2 0-91-16</inkml:trace>
  <inkml:trace contextRef="#ctx0" brushRef="#br0" timeOffset="-181129.93">3294 13505 1075 0,'0'-2'10'0,"0"0"0"0,-2 1-4 16,0-3 3-16,1-4-7 0,-3 1-1 0,2 0 5 15,0-1-5-15,2 4 4 0,-2-1-7 0,2 3 3 16,0 0 1-16,0-2 1 0,0 1 1 0,0-1-3 16,0 2 3-16,0 0-1 0,0 0 15 0,0 1 4 15,0 1 0-15,0 0 1 0,0 0-8 0,0 1-1 0,0 3-1 16,0 20 1-16,0 12-6 0,0-5 4 0,0 12-7 16,-2-6 6-16,-1 6-10 0,-1 3 6 0,-2-5 1 15,-1 3 0-15,0 1 0 0,-1 0-2 0,-1 1-2 16,0 2 0-16,-3 2 2 0,1-1-3 0,0-5 5 0,0 1-4 15,0-1 4-15,0-3-6 0,0 0 1 0,-1-2-3 16,3-7 1-16,0-3-1 0,0 1-4 0,1-8 3 16,1-1 2-16,1-6-16 0,1-1-1 0,3-6-13 15,0-3-57-15,2-3-59 0,-2 2-1 0,0 0-19 16,0-2-23-16</inkml:trace>
  <inkml:trace contextRef="#ctx0" brushRef="#br0" timeOffset="-180622.84">3209 13574 928 0,'0'-2'82'0,"0"0"-93"16,0 0 86-16,0-16-43 0,0-1-23 0,2 4-1 15,3 2 4-15,3 0-4 0,3-2-3 0,22 1 4 16,4-1-1-16,6 0 2 0,3 0-1 0,1 2 1 15,-1 2 0-15,-5 5 1 0,-2 3 3 0,2 1 4 0,-10-15-3 16,-1 10 4-16,-6 5-5 0,-11 2-11 0,0 3-1 16,-2 3-2-16,-5-2 2 0,-2 11 8 0,12 9 2 15,-8 0 0-15,-4 0-2 0,-4 4 2 0,-4-4 1 16,-4 0-1-16,-5-2-9 0,4-5 7 0,-22 0-7 16,-5-2 8-16,5 1-8 0,1-1-3 0,2 0 3 0,-3-2-3 15,1-2 5-15,2-5-2 0,0-1-1 0,11 1-1 16,-3-2-5-16,7 5 5 0,0-5 0 0,2-1 2 15,5 1-4-15,3-2 2 0,1 0-4 0,2 0 3 16,-4 1-10-16,0 1 6 0,3 0 2 0,-1-1 1 16,2-1 2-16,0 0-2 0,0 2-3 0,2 0 1 15,-1-1-4-15,3 1 6 0,15 9-1 0,3 0 2 0,4 0-1 16,-2-2 4-16,-2-2-4 0,-1 1 4 0,-3-1-3 16,-5-2-4-16,-2-1 9 0,-5-2-6 0,0-1 6 15,-3 3 5-15,5 5-8 0,-3 0 7 0,-1 0-9 0,-2 2 7 16,-2-1 4-16,-2 1-2 0,-4 0 0 0,-1-2 0 15,0 2-4-15,-21-4 3 0,-4 2-8 0,2-2 8 16,-1 1-5-16,-1-1 7 0,1-2-6 0,1 1-4 16,2-3 0-16,2-1-3 0,4 0 2 0,5 7-4 15,1-2 0-15,4-3-2 0,-1-2-7 0,6-3-38 16,1-1-6-16,5 0-16 0,-3 0-73 0,0 0-8 16,2-1-34-16,0-1 13 0,2-2-86 0</inkml:trace>
  <inkml:trace contextRef="#ctx0" brushRef="#br0" timeOffset="-179905.06">4286 13656 626 0,'0'0'22'16,"0"-2"0"-16,0 0-12 0,1-2 2 0,3-9-12 15,5-5 1-15,3-1 6 0,2-5-6 0,1 0 5 16,-11 0 1-16,18-6-5 0,-5 6 1 0,3-2-3 0,-3 2 0 16,-2 1 7-16,2 3 1 0,-8 1 1 0,0 3 0 15,-5 1 12-15,7 0-3 0,-3 2 8 0,-3 2 18 0,1 0 20 16,-3 1-5-16,-3 3 7 0,0-1-25 0,0 5-15 16,0-1 0-16,-1 0-6 0,-1 1-7 0,-2-1-7 15,-5-2 1-15,-12-1-2 0,1 5 0 0,-6 2 3 16,7 2-4-16,-9 5 3 0,1 4-3 0,-1 2 2 15,-6 6-2-15,8-17 0 0,4 24-7 0,-2 4 7 16,2-1 0-16,1 1 3 0,1-4-2 0,5-2-7 16,4 2 3-16,0-2-2 0,3-3 11 0,3-1-9 15,1-3 3-15,-7-2-4 0,3-2 1 0,3 0-3 16,3-6-1-16,0 4-1 0,2-5 8 0,0-2 0 16,0-1-1-16,2 1-2 0,0-2-6 0,3 0 4 0,21 3 1 15,4-3 0-15,0-4 6 0,1-7-7 0,-1-2 4 16,2-4-5-16,1-2 2 0,-3 1 5 0,-2-3-3 15,-8 17 6-15,-3-18-2 0,3 3-10 0,-1 0 3 0,-4-1-5 16,-2-1 7-16,-4 4 1 0,0 2 3 0,0 0-1 16,3 6 1-16,-7-1-2 0,3 3-1 0,-5 1 0 15,-1 2 2-15,-2 0 0 0,0 1 3 0,4-3-2 16,0 0 5-16,-1 2 1 0,1 0-6 0,0 1 5 16,-1 1-1-16,-1 0-2 0,0 1 5 0,0 1-7 15,-2 0-6-15,11 24 5 0,-3 2-3 0,-3 4 6 0,-1-1-9 16,-2 3 5-16,0 5 2 0,-2-6 0 0,0 4-6 15,-2 0 8-15,-2-5-7 0,-2 3 8 0,-1-2-3 16,0-3 1-16,-3 0 1 0,1-6-2 0,-4 2-3 0,2-4 8 16,-4 1-1-16,2-5 3 0,6 1-4 0,-16-3 10 15,7-1-1-15,-5-5 7 0,6 1 8 0,-5-4-6 16,-1-3 6-16,1 1-7 0,-2-3-1 0,1 13-1 16,1-6-5-16,-1-1 4 0,5-6-4 0,-1-2-10 15,2 0 1-15,2 0-4 0,-2-4-3 0,0 0-2 16,6 1 2-16,0-1-2 0,0-2 0 0,3 3-3 15,-1-3-3-15,1 2 1 0,-1-1-2 0,1 1-10 16,0 0 2-16,5 4-8 0,-3-2-17 0,0-1-24 0,0 1-5 16,3 0-7-16,-1 0-32 0,0 0-60 0,2 0-3 15,0 1-24-15,0-1-64 0</inkml:trace>
  <inkml:trace contextRef="#ctx0" brushRef="#br0" timeOffset="-179291.56">4818 13954 251 0,'0'0'124'0,"0"0"-8"15,0-1-41-15,0-1 12 0,0 0-65 0,0-2-2 16,2 0 15-16,-2 1-6 0,4-7 8 0,0 3-12 0,-1 0 0 15,1-1-3-15,0 3 1 0,0-1-1 0,-3 2 8 16,3-1 8-16,-2 1-2 0,0 0 13 0,0 1 0 16,0-1-2-16,-1 0 0 0,1 2-17 0,0 0-6 15,-2 1-5-15,0-1 1 0,0 2-8 0,-2 0-2 16,0 2 0-16,1-1-1 0,-3 3 2 0,2 7 1 16,-9 10 0-16,3 3-1 0,-1 0-7 0,0-2 3 15,1 2-3-15,3-1 3 0,-1-1-1 0,4-3-6 16,-1-1 5-16,1-3-5 0,-7-2 13 0,1-2-12 0,3 0 3 15,1-3-5-15,2-3-1 0,0 3 0 0,2-6-3 16,0 1 1-16,0-1-9 0,-2 2-8 0,2 0 0 16,0-1-5-16,0-1-15 0,0 0-10 0,2-2 1 15,0 0-2-15,0-2 15 0,2 0 4 0,-3-1 4 16,18-20-2-16,1 1 6 0,3 0 7 0,-5-2-4 0,5-1 6 16,-1 3 4-16,0 4 5 0,4-1 3 0,-4 2-1 15,-1 2 11-15,-3 1-2 0,-3 2 3 0,-2 1-4 16,-2 2 0-16,1 2 5 0,2 1 2 0,-10 2 2 15,4 1 8-15,-5 1 21 0,1-2-7 0,-2 4 10 16,2-2-13-16,-1 0-4 0,1 0-2 0,-2 1-1 16,0 1-12-16,-2 0 2 0,0 1-3 0,-2 1 2 0,0 2-10 15,-7 9 9-15,-2 4-6 0,-4 3 5 0,2-1-8 16,2-1 5-16,-1 1 0 0,1-1 0 0,2 1-8 16,2-2 6-16,1-2 0 0,2-1 2 0,1 1 2 0,1-4-6 15,2 1 0-15,0-1-2 0,0-2 0 0,0-2-2 16,0 1 1-16,0-3-1 0,0-1 1 0,0 0-4 15,0-2-1-15,2 1-2 0,-1 1-5 0,1 0-12 16,-2-2-14-16,0 0 1 0,0-1-44 0,0 1-39 16,0-2-11-16,0 0-11 0,0 0-49 0</inkml:trace>
  <inkml:trace contextRef="#ctx0" brushRef="#br0" timeOffset="-179010.7">4804 13689 896 0,'0'0'16'16,"0"0"0"-16,-2 0 3 0,0-2-6 0,0 0-1 16,0 0-1-16,0 1 2 0,0-1 5 0,1 0-3 15,-1 0 10-15,0 0-4 0,0 0 5 0,0 0-4 16,0 1 4-16,2-1-3 0,0 0 1 0,0 0 0 15,0 0 2-15,2-2-6 0,0 1 2 0,2-1-2 0,-1 2 14 16,20-13-11-16,1 4 6 0,2 2-8 0,4 1-2 16,1 1-1-16,3 1-4 0,3-1 1 0,0 0-10 0,0-1-4 15,-2 1 1-15,1-1-2 0,-5 3-1 0,1 1-22 16,-3 2-21-16,-6 0-12 0,-3 2-190 0</inkml:trace>
  <inkml:trace contextRef="#ctx0" brushRef="#br0" timeOffset="-176184.89">4603 12749 80 0,'0'0'17'0,"0"0"16"15,-2 0 9-15,0 0-10 0,1 0-1 0,-1-1-4 16,0 1-6-16,0-2-10 0,0 0 0 0,0 0-4 16,-1 0-8-16,-1 2 1 0,0 0-1 0,0 0 1 15,1 0-6-15,-1 0 5 0,-3 0-2 0,-3 0 2 0,-1-2 4 16,2 2-4-16,0 0 3 0,-4-2-4 0,3 2 2 16,1 0 3-16,0 0 1 0,3 0 0 0,1 0-2 15,-3 0-2-15,-1 0 0 0,1 0 0 0,3 0 5 0,-1 0-9 16,3 0 4-16,-1 0-4 0,0 0 11 0,-1 0-10 15,1 0 3-15,0 0-5 0,0 0 8 0,1 0-2 16,-1 0-2-16,0 0 0 0,-1 0-8 0,3 0 9 16,-2 0-1-16,2 0 3 0,-1 2-2 0,-1 0 0 15,0 0 0-15,2 0 0 0,0 0 8 0,1 0-7 16,-1-1-1-16,0 1-1 0,0 0 2 0,0 0-2 16,0 0 5-16,0 0-5 0,1 0 6 0,-1-1-5 0,0 1 1 15,0 0 0-15,0 0 11 0,0 0-8 0,0 0-1 16,-1 0-2-16,-1-1 2 0,0-1-1 0,-3 2 5 15,-1 0-3-15,-1 0 9 0,4 0-8 0,-3 0 6 16,-1 1-4-16,0 1 13 0,3-2-15 0,2 0 6 16,-3 2-7-16,-1-1 17 0,-3 5-16 0,4-5 8 0,-2 5-9 15,3-4 9-15,0 1-5 0,-3 3-1 0,2 1 0 16,-1 2 0-16,-1 4-5 0,2 2-2 0,-3-1 0 16,3-1-1-16,-1 0 5 0,1-2 0 0,0 4 0 15,-1-2-9-15,3-1 6 0,-3 1-2 0,3 0 4 16,-3 2 6-16,4 0-11 0,1-1 7 0,-1 1-7 15,2 1 7-15,0 1-3 0,0 0-1 0,1 1 1 16,-14 0 6-16,4 3-2 0,3-1 1 0,3 0-2 0,1 4-7 16,2-3 4-16,2 4 0 0,0 1 3 0,0-4 3 15,0 6 0-15,2 4-2 0,0-7 1 0,0 3-7 16,-2 0 1-16,0-4 1 0,0 11 0 0,0-2 8 0,0-5 1 16,0 3 2-16,0-7-1 0,0 4 0 0,0 2-9 15,0-3 4-15,0-1-3 0,0 0 2 0,0-2-1 16,1 2-6-16,1 2 3 0,2-3-3 0,0 3 6 15,-1 0-4-15,1 1 6 0,0-1-3 0,1 2-3 16,1-3 2-16,0 1-3 0,1 5 4 0,0-1-4 16,3-1 7-16,-1 6-7 0,2-5 1 0,0-1 13 15,2 0 1-15,-2-5 6 0,1-5 17 0,1 3-14 16,0-4-2-16,0-2-6 0,-6 1-16 0,17-5 5 0,-2-1-1 16,3 0 3-16,-1-2 3 0,2 0-9 0,-2-2 5 15,2 2-6-15,-4-2 7 0,-3 1-3 0,1-3-2 16,-3-2-2-16,1 1 0 0,-3-3-5 0,2 1 5 15,2-1-4-15,-5-3 4 0,3 9 6 0,-2-1-7 16,-4-5 7-16,6-1 0 0,1-2-4 0,5-2 6 0,1-4-7 16,0-1-2-16,0-3 8 0,2-3-4 0,-2 0 7 15,4-4-6-15,2 0-5 0,-1-2 1 0,3 1-2 16,3-3 5-16,-1 1-1 0,-3 1 5 0,1 2-4 16,-6 2 7-16,-2-2-7 0,0 0-3 0,-2 0 0 15,1 12 2-15,1-16-7 0,-6-3 7 0,1 0-6 0,1-1 11 16,1-3-4-16,-1 2 1 0,-1-4-1 15,-2 0 8-15,-3 1 1 0,1-1 1 0,0 4 1 0,2-4 7 16,-2 2-13-16,1 2 4 0,-3-2-7 0,0 0 1 16,-2 2 0-16,-1-1 0 0,-1 1-1 0,0 0-6 0,-1 2 5 15,-3-4 1-15,-1-2 3 0,0 0 2 0,-2-2 0 16,16 1 1-16,-5-5 0 0,-4-5 3 0,-5-5 4 16,-4-3-2-16,-2-3 2 0,-3 4-2 0,-3-2-2 15,-3-3-1-15,0 5 0 0,-4 1 11 0,-2 1 1 16,-1 7-1-16,-3 1 1 0,8 3-5 0,-27 1-10 15,-5 6-5-15,-9 6-5 0,-5 5-25 0,-14 6-108 16,-5 5-29-16,-11-26-51 0,-9 29-302 0</inkml:trace>
  <inkml:trace contextRef="#ctx0" brushRef="#br0" timeOffset="-173560.35">5983 13230 256 0,'0'0'-49'0,"0"0"31"0,0 0-2 0,0 0 4 16,0 0 45-16,0 0-2 0,-2 0-3 0,0 0 0 15,0 0 0-15,0 0 10 0,0 0-9 0,0 0 4 16,1 0-6-16,-1 2 10 0,0-2-8 0,0 2 5 16,0-2-6-16,0 2 3 0,0 0-1 0,1 0-5 0,-1-2 3 15,-2 0-3-15,0 0-9 0,1 0 4 0,-3 0-7 16,1 0 9-16,3 0 4 0,-8 1 4 0,5 1-1 16,-3 0 1-16,-1 0-9 0,5-2 3 0,1 0-5 15,1 0 7-15,0 0 5 0,-2 2-3 0,1 0 4 16,-1 0 8-16,2-1-6 0,0-1 3 0,2 0-5 15,0 0-3-15,2 0-10 0,2 0 9 0,5-1-9 16,19-5 11-16,0-1-10 0,3-3 2 0,-1 3-3 0,3-2 10 16,-5 1-17-16,-2 1 0 0,-5 1-7 0,-3 1 2 15,-1 1 1-15,-4 2 1 0,0 0-1 0,-2 0-3 0,-4 2-1 16,-1 0 1-16,-2 0-1 0,-2 0 6 0,-1 0 0 16,3 0-1-16,0 0 1 0,0 0-6 0,-3 0 3 15,1 0-4-15,0 0 2 0,0 0-2 0,0 0-10 16,-2 0 3-16,0 0-7 0,0 0-10 0,0 0-39 15,0 0-7-15,0 0-13 0,0 0-42 0,0 0-23 16,0 0-12-16,0 2-1 0,0 0-1 0</inkml:trace>
  <inkml:trace contextRef="#ctx0" brushRef="#br0" timeOffset="-173288.52">5933 13451 462 0,'-2'0'53'0,"0"0"89"16,-2 0-94-16,0 0 9 0,1 0-5 0,1 0 7 15,-4 0-3-15,4 0 2 0,-1 0-3 0,1 0 0 16,-2 2-29-16,0 0-13 0,3 0 3 0,-1 0-4 16,2 0 1-16,0-1-1 0,2 1-2 0,-1 0 3 0,1-2 4 15,21 2-7-15,1-2 0 0,0 0-2 0,4-4-2 16,-4 2-5-16,-2-1 5 0,0-1-4 0,-3 0 5 15,-4 2-12-15,1-1 1 0,-4 1-6 0,1 0-10 16,0 0-42-16,0 2-70 0,-2 0-2 0,0 0-333 0</inkml:trace>
  <inkml:trace contextRef="#ctx0" brushRef="#br0" timeOffset="-170009.39">7295 12558 107 0,'0'-2'41'0,"0"0"45"0,0 1-20 0,0-3-16 16,0 0-5-16,0-5-1 0,0-2-7 0,0 0-7 16,0 1 2-16,0-1-4 0,0 0 5 0,0 0-4 15,0-2 3-15,2 2-4 0,0 0 7 0,2 1-6 16,-1 3 1-16,3-2-1 0,-2 1 1 0,-1 1-2 16,1-1-2-16,0 3-1 0,-2 1-1 0,1-1-5 15,-1-1 11-15,9 0-9 0,-5 3 5 0,-4-1 4 16,0 0-2-16,0 1 4 0,-2 1-5 0,0 0 6 0,0 0-7 15,3-2 5-15,1 1-12 0,0-1 0 0,-1 2-5 16,-1 0 3-16,0 0-14 0,0 0 3 0,0 2 3 16,0 0 1-16,0 2 6 0,-2 0-11 0,0 2-1 15,0 9 0-15,0 11 9 0,-2 4-11 0,-2-2 10 0,-3 7-11 16,-1 2 6-16,3 4 2 0,-1 4-6 0,2 2 5 16,-1-4-4-16,-3-1 1 0,1 3 2 0,-1-4 0 15,1 0 1-15,0 4-1 0,-1-8-1 0,-1-3 0 16,-2-1-1-16,1-5-2 0,-1 0 5 0,0-3-4 15,0-1 1-15,0-2 1 0,-4 1-6 0,0-1 4 16,2 0-9-16,2-3 2 0,0 0-2 0,2-2 1 16,-2 0-8-16,3-4-6 0,1 0-9 0,3-6 0 15,0 1-47-15,4-4-65 0,-2 2 0 0,1-1-28 0,-1 1-67 16</inkml:trace>
  <inkml:trace contextRef="#ctx0" brushRef="#br0" timeOffset="-169465.97">7280 12430 483 0,'0'-2'59'15,"-1"0"106"-15,-1 1-145 0,0-3-13 0,0 0-1 16,2 0 0-16,0 3 5 0,0-5-2 0,2-1 1 0,2-3 0 15,-1 3-1-15,-1-2 6 0,22 1 4 0,6-1 3 16,-2-2 14-16,0 0 18 0,0-1-6 0,-2 1 10 16,5 4-14-16,-3 1-15 0,-4 3-4 0,-2-12-2 15,-5 5-6-15,-2 5 5 0,0 3-7 0,-6 2 5 16,-3 0-16-16,1 0-5 0,-5 0 2 0,2 4-4 16,-1-1-3-16,5 12 11 0,-3 6-4 0,-3-1 8 15,-4 4-5-15,-3-5 3 0,-4 3 0 0,-3-5 1 16,1 1-2-16,-13-1-3 0,-4 0-2 0,8-1 0 0,-2-1-1 15,1-2 0-15,1-2 3 0,7 1-1 0,0-5 6 16,3 2-5-16,5-3-2 0,1-2-1 0,0 1-6 16,4-3-2-16,-1 2 2 0,-1-1-1 0,2-1 5 0,0 0 4 15,0 0 0-15,0 2 3 0,2 1-4 0,1 1 3 16,1-1-5-16,20 1 2 0,2 3-6 0,0 1 6 16,-2-1-1-16,4 2 1 0,-4-4-2 0,-1 1 6 15,-1 3-5-15,-5 0 5 0,-1 2-7 0,-3 2 2 16,-2-4 5-16,-3 4-2 0,-1 0 5 0,-3-4 4 15,5 0 4-15,-5-3 0 0,0 1 13 0,-2-2 0 16,-2 1-2-16,0 1 0 0,-4 2-1 0,-2-2-13 16,4 1 3-16,-24 1-5 0,0-7 7 0,-9 5-8 0,-2-5 1 15,-2-3-4-15,-4 1 1 0,10 2-6 0,3 0 4 16,0-2-6-16,4 1-1 0,-1 16 0 0,4-8-6 16,3-4 5-16,3-3-14 0,6-2-26 0,2-2-9 15,5 0-13-15,0 0-92 0,1 0-168 0,1 0-2 0</inkml:trace>
  <inkml:trace contextRef="#ctx0" brushRef="#br0" timeOffset="-168950.1">6664 13759 37 0,'-2'0'24'0,"0"0"20"0,0 0 30 16,-18 0 7-16,1 0 44 0,1-1-24 0,5 1-4 15,4-2-10-15,-1 2-25 0,7 0 4 0,-3 0-4 16,2 0 1-16,1-2-20 0,-1 0-24 0,0 0 7 16,2 0-13-16,1 0 8 0,1 1-14 0,0-1 4 15,0 0-6-15,1 0 9 0,1 0 1 0,4 0-7 0,18-3 5 16,-6 1 1-16,10-2-2 0,-2 1 13 0,8-3-10 16,5 1 11-16,2-4 6 0,1 0-4 0,3-4 6 15,3 0-2-15,6 0 6 0,4 0-8 0,8 1 6 16,9-3-17-16,4-2-5 0,7-3 4 0,1-2-6 15,-1 3 4-15,-3 3-13 0,-9 3 5 0,-7 4-8 16,-4 2-2-16,-9 1 6 0,-4 4-3 0,2 3 5 16,-11-3-9-16,4 2 4 0,-1 2-1 0,-8 0 3 0,1 0 1 15,-9 0-2-15,-6 0-1 0,-4 0 1 0,-1 0-2 16,-2 0-1-16,-8 0 0 0,3 2-1 0,-3 0-6 16,-3 0-6-16,0-1-9 0,-1 1-1 0,-1 0-49 0,0 0-45 15,-2 0-8-15,0 0-15 0,-2 0-64 0,0-1-71 16</inkml:trace>
  <inkml:trace contextRef="#ctx0" brushRef="#br0" timeOffset="-168404.03">7232 13941 425 0,'0'-1'62'16,"0"-1"147"-16,0 0-208 0,0 0 7 0,0 0-5 0,0-2 4 16,0 1-4-16,0-1-5 0,0 2 3 0,0 0-3 15,0 0 6-15,0 1 4 0,0-1 8 0,0 0-3 16,0 0 9-16,0 0 12 0,0 2-7 0,0 0 10 16,0 0-1-16,0 2-4 0,0 0 4 0,0 0-5 15,0 1 4-15,-2 14-1 0,0 7 0 0,1 2-2 0,-1 4-10 16,0 0-8-16,0 1 0 0,0 5-2 0,0 1-1 15,2 0 0-15,0 0-3 0,0-2 3 0,0 2 0 16,0-1-1-16,0 1 3 0,0-4-1 0,2-5 8 16,0 0-3-16,-2-4-2 0,0-5 0 0,0 1 5 0,0-3-3 15,0-4 2-15,0 0-3 0,0-4-2 0,0-2-7 16,-2 3 3-16,0-3-4 0,0-1 3 0,1 1-9 16,-1-1 3-16,0-3-3 0,2-1 1 0,0 0 2 15,-2 0-1-15,-3 2 2 0,-3 1-2 0,4-3 2 16,1 0-2-16,-1 0 2 0,0-2-4 0,1 0 0 15,-1 0-2-15,0 0 0 0,0-2 0 0,3 0 0 16,-1-2 2-16,-6-14-2 0,5-3 1 0,1-5-1 16,2-3 3-16,2-3-1 0,1-3 1 0,1-4 5 0,0 2-7 15,3 0 6-15,1 0-10 0,1-1 6 0,0 3-1 16,4-2 3-16,2 2 2 0,2 1-5 0,1 1 1 16,-16 3-3-16,22 0-1 0,2 4 10 0,0 2-6 15,4 4 9-15,1 1-10 0,3 3 5 0,-3 1 0 16,1 4 1-16,-6-1 1 0,0 3-3 0,-2 4 1 0,0-12-3 15,-3 8-5-15,-3 3 1 0,-3 2 2 0,-2 2 1 16,-2 2 0-16,-1 0 0 0,-3 0-2 0,0 2 0 16,-3-2-10-16,-2 0-44 0,2 4-11 0,-1 0-15 15,-1-1-69-15,4 10-103 0,-1 0-33 0</inkml:trace>
  <inkml:trace contextRef="#ctx0" brushRef="#br0" timeOffset="-167780.11">7602 14523 592 0,'0'-2'28'0,"0"0"53"0,0-2-71 0,0-1 7 15,-2-8-3-15,0 0 5 0,2 3-2 0,0 3 6 16,0-1-1-16,0 5 2 0,0-5-12 0,0 5 16 0,0 1-5 16,0-2 11-16,2 0 10 0,-2 1 11 0,0-1 6 15,2 2-2-15,0 0 0 0,-1 0-12 0,1 2-5 16,0 0 0-16,-2 2-7 0,0 0-7 0,0 5 5 0,0 16-9 16,0-1-12-16,-2 4-3 0,-1 0 0 0,-1 0 1 15,0 4 3-15,0-8-4 0,1 4 1 0,-1-6-1 16,-2 1-1-16,1-1-3 0,1-3-1 0,0-2 0 15,1 2 5-15,-1-4-8 0,0 0 1 0,2-2-2 16,-1 0 2-16,1-4-5 0,0-1 1 0,2-1-7 16,0-1-13-16,0-2-31 0,0 2-4 0,0-1-9 15,0 1-17-15,2-2 25 0,0 0-8 0,0-2 13 0,1 0-1 16,3-2 22-16,12-7 5 0,-1-2 3 0,2-2 5 16,-3 7-18-16,-1-14-2 0,2-3-4 0,0 1 9 0,-2 0 16 15,1-2 6-15,-1-1 1 0,-2 5 12 0,-2-4 2 16,0 3-3-16,-1 7 1 0,-1-5-1 0,-3 6 3 15,-3 2 6-15,1 3 0 0,-2 5 19 0,2-3 14 16,-1 2 0-16,1 1 4 0,-2-1-2 0,0 2 1 16,0 0 0-16,-1 0-1 0,1 1-9 0,-2-1-6 15,0 2 1-15,0 0-2 0,0 2-1 0,0-1-8 16,-2 1 0-16,2 0-3 0,-3 11-5 0,-3 6 2 16,1-1 0-16,1-1 1 0,2 2-5 0,0-3-4 15,2 3 1-15,0-6-2 0,0 2-2 0,0-2 7 16,0 2-6-16,0-2 6 0,2 0-6 0,0-2-3 0,2 0 2 15,-1 0-2-15,-1-2-1 0,0-1 4 0,0-1-3 16,0 1 2-16,-2-5-9 0,0 1 2 0,0-2-5 16,2 2 2-16,-1-1-23 0,1 1-44 0,0-2-28 0,-2 0-10 15,0 0-130-15,0-2 29 0</inkml:trace>
  <inkml:trace contextRef="#ctx0" brushRef="#br0" timeOffset="-167467.96">7498 14317 653 0,'0'0'22'0,"-2"0"-1"0,0 0-2 15,0 0 7-15,0-2-12 0,0 0 11 0,1 0 18 16,-1 2-1-16,0 0 7 0,0 0-2 0,0 0-16 15,0 0 1-15,0 0-5 0,2 0 7 0,0 0-2 16,0 0-1-16,2-2 0 0,0 0 6 0,2 0 3 16,1 1 2-16,20-9 0 0,1-1 8 0,1 0-18 15,3-2 7-15,0 0-9 0,1-2 12 0,7 0-18 16,-1 0 4-16,2 1-10 0,0 1-1 0,0 3-17 0,0 1 2 16,-2 2-6-16,-6 3 7 0,-3 0-7 0,0 2 4 15,-6 2-7-15,-5 0-2 0,2 0-74 0,-6 0-41 16,-8 0-34-16,4 0-346 0</inkml:trace>
  <inkml:trace contextRef="#ctx0" brushRef="#br0" timeOffset="-164613.25">2379 16173 104 0,'0'-2'31'0,"0"-1"33"0,0-1 8 0,2-9-1 0,-2 6-4 16,1-5 0-16,1 5-21 0,-2 1 14 0,2-1-4 16,-2 1 7-16,0 3-1 0,2-1-10 0,0 0 8 0,0 1-9 15,-2 1 6-15,0 0-3 0,0 0-6 0,0 0 2 16,0 0-13-16,0 2-9 0,0 0 2 0,0 2-4 16,0 0-3-16,0 4-10 0,2 18 3 0,-1-2-5 15,1-2 1-15,-2 1 3 0,0 1-8 0,0 0 6 16,0 1-10-16,0-5-3 0,0-1 8 0,0-2-7 15,0 0 5-15,0-2-4 0,0-2 1 0,0 0 0 16,0 0 1-16,0-4-3 0,0 3-4 0,0-5 1 0,0 1 0 16,0-2-10-16,0-1 2 0,-2 1-10 0,2-2-30 15,-1 2-53-15,-1-1-2 0,0 1-17 0,0-2-26 16,-2 0 7-16,1 0-6 0,-1-2 4 0,0 0-35 16</inkml:trace>
  <inkml:trace contextRef="#ctx0" brushRef="#br0" timeOffset="-164409.78">2033 16047 455 0,'0'0'16'0,"0"0"-1"0,0 0 2 0,0 0-4 16,0 0-3-16,0 0 3 0,0 0 3 0,2 0 6 15,0 0-4-15,0 0-1 0,2 0 2 0,-1 0-5 0,1 0 3 16,2 0-21-16,-1 0 3 0,3 0-10 0,-6 0-6 16,3 0-144-16</inkml:trace>
  <inkml:trace contextRef="#ctx0" brushRef="#br0" timeOffset="-162936.45">22270 11780 80 0,'0'0'6'15,"0"-2"36"-15,0 1 21 0,0-3 7 0,0-2 9 16,0-7-29-16,0 2-20 0,0 2 7 0,0 3-10 16,0 1 8-16,0-1-3 0,0 1-2 0,0-1 1 15,0 0 11-15,0-1-8 0,0 3 6 0,0 1-9 0,0 1-5 16,0 0-6-16,0-2 1 0,0 0-3 0,0 1-4 16,2-1 3-16,0 2 0 0,-1 0 2 0,1 0 3 15,0 1-3-15,0 1-3 0,2 0 0 0,-1 1-10 0,1 1-1 16,2 8 2-16,10 23-2 0,-3 6 1 0,-3 2-2 15,-3 0-1-15,-1 3 2 0,-1-1 3 0,-1 0-3 16,0-3-2-16,-1-1-1 0,1-1-2 0,-2-7 0 16,2 3 3-16,-2-8-1 0,1 1 0 0,-1-4 5 15,0-3-7-15,-2-1 7 0,0-3 1 0,0-3 2 16,0 0 5-16,0-5-4 0,0-1 3 0,0-3-1 16,0 0 2-16,0-2-1 0,0-1 11 0,-2 3-14 15,-2 0 3-15,1-2-7 0,-1 0-1 0,-3-1 6 0,-1-1-3 16,1 0 4-16,1-1-5 0,-1-3 9 0,5-2 0 15,-13-16 4-15,2-4 2 0,6-2-9 0,3-2 5 16,2-1-6-16,4-3 3 0,2-5 0 0,1 0-9 16,4 0 6-16,3-1-10 0,1-1 3 0,1 2 1 0,5-2-1 15,0 6-5-15,-16 1 5 0,25 5-4 0,2 3 4 16,1 5-5-16,-5 6 3 0,0 4-3 0,0 4 3 16,-5 1-8-16,3 4 4 0,-7 0 0 0,-8-5 1 15,4 0-11-15,-6 3-10 0,1 0-9 0,-3 2 0 16,-3 2-35-16,2 0 11 0,0 0 4 0,-1 0 2 15,1 2 3-15,-2 0-8 0,0 0-17 0,0 2 3 0,1 5-49 16,1 9-134-16,-2 1 42 0</inkml:trace>
  <inkml:trace contextRef="#ctx0" brushRef="#br0" timeOffset="-162353.95">22667 12352 699 0,'0'-2'232'0,"0"0"-323"0,-2 1 272 16,0-1-156-16,1-2-28 0,-1 0 8 0,0 1-3 15,2-1 4-15,-2 0-1 0,2 2 4 0,0 0 0 16,0 1 0-16,0-1 0 0,0 0-3 0,0 0 2 15,0 0-1-15,0 0 10 0,0 0 4 0,0 2 4 0,0 0-1 16,0 0 5-16,0 0-8 0,0 2-3 0,2 0-3 16,0 2-12-16,1 13 7 0,1 3-2 0,0 2 3 15,-2 2-7-15,0-3 0 0,-1 1 0 0,1 0-1 16,2-1 0-16,-2-3 4 0,0 3-4 0,0-5 4 16,-2-1-8-16,0-2 2 0,0-2 4 0,0-3-3 15,0-1-5-15,0-3-11 0,0 0-7 0,0-1 2 16,1 1-6-16,1-2-6 0,-2 0 3 0,2 0-3 15,0-2 5-15,0 0 9 0,0-2-1 0,0 0 3 0,1-2 3 16,8-11 11-16,1-5 1 0,1-2 1 0,0 1-3 16,0-1 3-16,0 2 1 0,-2-3 0 0,4 3-6 0,-6 1 13 15,2 3-7-15,-2 3 11 0,-1 2 4 0,1 3 0 16,0 1 6-16,-3 3-5 0,-1-2-1 0,3 5-3 16,-8-1-5-16,4 0 4 0,-1 0 0 0,1-2 0 15,0 2 3-15,-2 2-1 0,1-1 1 0,1 1-2 16,0 0 1-16,-2 1-1 0,-1 1 0 0,1 2-9 15,2 5 2-15,3 10-4 0,-3-1 6 0,-2-1-6 16,0 2-1-16,0-1-1 0,-2 1-1 0,0-3 3 16,0 1 1-16,2-2-1 0,-2-2-3 0,1 0 2 0,1-4 2 15,-2-1-1-15,2-1-3 0,-2-3-14 0,2 0-6 16,0-1 0-16,0 1-10 0,0-2-8 0,-2 0 0 16,0 0-5-16,0-1-30 0,0-1-36 0,0 0 2 0,0 0-13 15,0-1-3-15,0-1-30 0,0-2 4 0</inkml:trace>
  <inkml:trace contextRef="#ctx0" brushRef="#br0" timeOffset="-162132.96">22636 12311 417 0,'-2'-2'95'0,"0"1"171"0,0-1-180 16,-2-2-39-16,1 0 9 0,-1 1-19 0,0-1 5 15,2 0-13-15,0 0-3 0,1 1-4 0,-1-1-8 0,0 0 10 16,2 2-1-16,0 1 5 0,0-1-3 15,2 0-1-15,0 0-7 0,1 0 3 0,10-3-14 0,11-3 5 16,2 3 0-16,-1 3-1 0,-5 0-6 0,4 2-1 16,-2 0-1-16,-1 0-1 0,-1 2-6 0,-5 0-39 15,-4-1-2-15,4 1-16 0,0 0-46 0,-2 0-24 16,4 2 9-16,-2-2-18 0,3-1-62 0</inkml:trace>
  <inkml:trace contextRef="#ctx0" brushRef="#br0" timeOffset="-161779.28">23293 12198 647 0,'0'0'43'16,"0"0"-1"-16,0 0 2 0,0-2-5 0,0 0-11 0,0 2-10 15,0 0 12-15,0-2-3 0,0 1 6 0,0 1-8 16,0-2 12-16,0 0 2 0,0 2 3 0,2-2-2 16,0 0 3-16,-1 0-10 0,3 0 8 0,7-1-17 0,10-1 6 15,3-2-6-15,2 3 4 0,5-1-21 0,1 2-1 16,-2 0 2-16,-2 2-2 0,-6 0-6 0,-4 0 3 15,-3 0-3-15,-4 0 4 0,6 0-3 0,-2 0-1 16,0 0-10-16,-4 0 4 0,0 2-21 0,-3-2-21 16,1 2 2-16,0 0-14 0,-3-2-31 0,3 2-46 15,-5-2-17-15,1 0-21 0,-3 0-187 0</inkml:trace>
  <inkml:trace contextRef="#ctx0" brushRef="#br0" timeOffset="-161576.29">23367 12332 886 0,'0'0'286'0,"0"0"-380"0,0 0 327 0,0-2-182 16,-2 2-55-16,2 0 2 0,0 0 0 0,0 0 0 16,0 0-2-16,2 0 6 0,0 2 0 0,0 0 2 15,2-1 5-15,16 5-13 0,-3-2 7 0,5-1-9 0,4-1-4 16,-6 0-42-16,6-2-15 0,-3 0-9 0,-1 0-58 15,6 0-176-15,0-2 65 0</inkml:trace>
  <inkml:trace contextRef="#ctx0" brushRef="#br0" timeOffset="-160537.43">24788 11680 476 0,'0'-2'52'0,"0"0"98"15,0-1-140-15,0-1-4 0,0 0-7 0,0 0 4 16,1-1-4-16,1-1 5 0,0 3 1 0,0-3 0 0,0 0-1 16,0 3 3-16,0-3 2 0,-1 2 0 0,1-1 1 15,0-1 16-15,0-1-3 0,-2 1 9 0,0 1 6 16,0-3-2-16,0 3-3 0,0-1 0 0,0 1-16 0,0 1 7 15,0-2-6-15,0 4 6 0,0-1-7 0,0 1-3 16,0 0 8-16,-2 2-7 0,-11-9 5 0,-2-1-6 16,-3 3-2-16,-3 1-1 0,1 3-10 0,-1 1 10 15,-1 2-4-15,2 0 6 0,-1 0-2 0,1 2-3 16,-1 0 6-16,-1-1-4 0,2 1-1 0,5 0 3 16,0 0-6-16,4 0 6 0,0 2 0 0,-4-1-4 15,2 1 1-15,0 2-4 0,0-1-6 0,-2 4 0 16,4-1 1-16,0-1 1 0,3 12 7 0,-1 1-8 0,0 1 0 15,5 3-2-15,-7-6 2 0,5 5 0 0,-1-1 0 16,1-5 0-16,-10 9 3 0,6-6-3 0,7-1 4 16,1-3-3-16,2-3 7 0,0-3 5 0,0-1-1 15,0-2 3-15,2 3-1 0,0-5-7 0,1 1 5 0,-1-3-4 16,7-1 4-16,8 9-4 0,0-3 2 0,5-3-1 16,-2-3-3-16,6-2 6 0,-3-5-5 0,3-5 5 15,3-1-6-15,1-4 2 0,2 2-6 0,-1-3 3 16,-3 1-5-16,-2 0 1 0,-2 0 3 0,-1 0 0 15,-3 2-2-15,-3 2 0 0,-2 2 0 0,-4 2-1 16,0-1-2-16,-2 1 6 0,0 1-4 0,-1 1 5 16,-1-1-3-16,-3 4 0 0,2-2 0 0,-3 3-1 0,-1 1-1 15,0-2 5-15,-2 0-1 0,0 0 2 0,2-2-3 16,-2 2 4-16,0 1-2 0,4-3 1 0,-3 0-5 0,1 0-2 16,0 3-4-16,0-1 1 0,0 0 3 0,0 0 1 15,0 0 2-15,-1 2-3 0,1 0-2 0,0 0-1 16,0 2 2-16,0 0-2 0,0 2 3 0,0-1-1 15,-1 10-1-15,1 2 0 0,0 2 6 0,2 1-4 16,0-1 2-16,-1 0-3 0,1 0-1 0,0 1 6 16,-1 1-7-16,1 3 6 0,2 4-3 0,-3-2 0 15,1-4 3-15,0-3-3 0,-2 4 0 0,0-3 3 16,-1-1-5-16,-1 5 2 0,0-1-2 0,0-1 0 16,-1-1 5-16,-3-3-3 0,-2 1 8 0,3-6-5 15,-5 4-1-15,-3 0 2 0,5-6 7 0,-16 2-6 0,2-1 6 16,-6-1-6-16,0-2 4 0,0 3 0 0,-2-5-5 15,0 1 3-15,-2-3 1 0,2-1-3 0,4 0 4 16,2 13-4-16,3-6-1 0,-1-1 5 0,1-5 0 16,3-1 1-16,5-2 2 0,1 0-3 0,-1 0-1 0,7 0-2 15,-1 0-6-15,3 0 7 0,-2-2 0 0,1 1 2 16,-1-1-5-16,2 0-4 0,0 0-2 0,0 0 0 16,0 0 0-16,1 0-5 0,1 1 3 0,0-1-3 15,0 0 11-15,0 0-11 0,0 0 6 0,0 0-10 0,0 0-1 16,1 2-15-16,1 0-5 0,0 0-3 15,0 0-14-15,0 0-20 0,0 0-1 0,0 0-7 0,-1 0-13 16,1 0-46-16,2 0-15 0,0 0-9 0,1 0-20 16</inkml:trace>
  <inkml:trace contextRef="#ctx0" brushRef="#br0" timeOffset="-158151.95">24745 11671 252 0,'0'-2'46'0,"0"0"-6"0,0-4 14 0,0-18 13 15,2 4-20-15,0 1 0 0,-1 3-19 0,1 1-12 16,0 2 1-16,0 0-16 0,0 2 3 0,0-1 2 16,0 1-1-16,-1 0 3 0,1 2 11 0,-2 0 2 15,0 1 5-15,0 1 28 0,0 1 2 0,0 2 3 16,0 1-3-16,0-1-18 0,0 2 0 0,0-2-8 0,0 3 6 16,0-1-3-16,0-2-10 0,0 0 7 0,0 1-10 15,0 1-2-15,-2 0-3 0,1 0 0 0,-1 0 0 16,0 2-1-16,0 2 0 0,0 0-6 0,0 2 5 15,-9 12-3-15,0 8-6 0,0 4 3 0,3 2-4 16,1 3-1-16,0 5 3 0,1 1-3 0,2 1 3 16,-1 3 0-16,1 7-8 0,-2 0 6 0,1-1-5 15,-3 4 12-15,1-4-1 0,-2 1-1 0,-1 0 3 0,3-5 3 16,-2-5 5-16,-2-1-4 0,-2-1 2 0,1-3-8 0,-1 0 10 16,0-3-2-16,0-1 3 0,2-3-17 0,0 0 8 15,2-4-6-15,0 0 8 0,-3 0-6 0,3 0-1 16,-2 1 1-16,4-7-1 0,-3 1 0 0,5-8-3 15,-1 0 1-15,1 0-1 0,1-5 1 0,-2 3-3 16,3-2-2-16,-1-3-1 0,2 0-21 0,-2 0-40 16,1-3-3-16,-1 1-15 0,2 0-43 0,0 0-39 15,0-2 6-15,0 0-19 0,1-2-32 0</inkml:trace>
  <inkml:trace contextRef="#ctx0" brushRef="#br0" timeOffset="-157542.84">24565 11726 522 0,'-2'-3'113'0,"-6"-14"226"15,-3-5-283-15,2-1-31 0,3 5 2 0,3 3-12 16,1 0 4-16,2 2 2 0,0 0 5 0,0 2-3 16,0 0 2-16,2 0-6 0,1 0 5 0,3-1-3 15,1 3 9-15,5-2 5 0,15 2-6 0,1-2 4 16,4-1-11-16,3 3 2 0,6-2-3 0,4 4 1 15,3 1-11-15,4 0 2 0,4 5-4 0,-4-25 2 0,-2 13-9 16,-10 7-2-16,-2 4 1 0,-1 2-1 0,-9 4 8 16,-4 1 3-16,-6 3-8 0,-5-3 7 0,-3 1-5 15,-7 0 5-15,1 14-1 0,9 0 2 0,-4 3-5 0,-5 1 10 16,-4 2-3-16,-4-4 3 0,-3 4-10 0,-4-4 7 16,-6 3-1-16,6-5 2 0,-19 0-3 0,-1-1 6 15,-3 0-3-15,3-1 4 0,-5-1-9 0,3-6 3 16,-2 2-7-16,7 0 6 0,-2-2-11 0,4 2 5 15,2 2-1-15,2-8 2 0,3-1-6 0,2 5 1 16,4-5-1-16,0-3 2 0,4 5 1 0,2-3 0 16,1-1-3-16,4-4 0 0,-1 4-6 0,-1-1-3 0,0 1 0 15,2 0-1-15,0 0 0 0,1-1-3 0,1 1 7 16,0-2-6-16,1 0 8 0,1 0 4 0,4-1-4 16,20 11 4-16,0-5-5 0,2-1 2 0,-2-1 3 15,0 1 0-15,0-1-1 0,2 3 1 0,3 1-7 16,-1 2 5-16,-2 2-6 0,-8-2 8 0,-5-1 0 0,-6-3 3 15,0 6 3-15,-3 2-3 0,-4 0 2 0,3 3-2 16,5-7 8-16,-3 2-5 0,1 2 5 0,-7-5-3 16,-1 1 1-16,0-2 2 0,-1 0-5 0,-5 1 6 15,4-1 8-15,-28-4-11 0,1 3 8 0,-1-4-10 16,2 1 7-16,-3-3-1 0,-3 0-1 0,1 0-1 16,1 16 1-16,3-7-4 0,1-3 1 0,0-3-3 0,4-3 2 15,1 0-3-15,1-2-1 0,4 0-1 0,1 0-3 16,4 0 1-16,2-2 1 0,1 0-1 0,3 2 3 15,1 0-30-15,3 0-3 0,-1 0-14 0,2 0-48 0,-2-1-65 16,1 1-14-16,-1 0-22 0,2 0-103 0</inkml:trace>
  <inkml:trace contextRef="#ctx0" brushRef="#br0" timeOffset="-156936.97">23950 12941 550 0,'-2'-2'68'0,"0"0"135"0,1 0-181 0,-3 0-10 15,-7-5 10-15,0 1-4 0,-2-1 46 0,1 1-14 16,5 3 3-16,-2-1-8 0,-4-2-5 0,7 4-2 16,-1 1-6-16,3 1 2 0,0-2-10 0,1 0-6 15,-1 0-1-15,2 0-2 0,0 0 1 0,0 0 4 16,0 1 0-16,2-1 0 0,0 0-5 0,2 2-3 16,0-2 0-16,2 2-1 0,24-11-10 0,5 3 5 0,4 1-5 15,8 1 5-15,9 1-2 0,9-3 6 16,6 1 3-16,10 0 1 0,1 1 2 0,2-3-5 0,1 1 3 15,-3-3-2-15,2 4 8 0,3-1-3 0,1 1-3 16,7 3 1-16,-6-1 0 0,4 3 0 0,-6-2-1 16,-7-2 0-16,0 5-8 0,-16-3-3 0,-1 4 3 0,-9 0-3 15,-6 0 2-15,-1 0 1 0,-6 0-1 0,-6 2 1 16,-3-2-6-16,-10 0 5 0,-7 0-5 0,-2 0 5 16,-5 0-10-16,-2 0-21 0,-1 0-9 0,1 0-9 15,-2 0-57-15,0 0-14 0,-2 0 0 0,-2 0-4 16,-2 0 8-16,-22 3-78 0,-7 3 14 0,-2 1-39 15,1 1-39-15</inkml:trace>
  <inkml:trace contextRef="#ctx0" brushRef="#br0" timeOffset="-156296.89">24879 13100 670 0,'0'0'281'0,"0"-2"-369"15,0 1 319-15,0-1-175 0,0-2-56 0,0 0-3 16,0 1 4-16,0-1-4 0,0 0 3 0,0 0 7 16,0 1-7-16,0-1 6 0,0 0 1 0,0 1-6 15,0-1 9-15,-2 0-8 0,0 1 15 0,0-1 11 0,-2 0-5 16,-11-5 5-16,-3 0-12 0,-3-1 12 0,-1 3-7 16,0 3 8-16,0 2-6 0,-3 2-14 0,1 2 9 15,0 2-12-15,-2 1 8 0,2 3-11 0,0 1 3 16,0 0-6-16,5 1 2 0,-3 1 3 0,1 0-3 0,5-2 3 15,-3 4-6-15,6-4 1 0,6-7-2 0,-3 11 3 16,3 0 8-16,-2 0-7 0,1-2 9 0,3 1-8 16,3-3 11-16,2-2-4 0,0-1-1 0,0-2 1 15,0-1 9-15,2 1-3 0,1-2-3 0,18 9 0 16,3-4-6-16,2-5 2 0,4-2-3 0,-4-2 3 16,2-3-3-16,-4-3-6 0,-2-1 6 0,0 0-6 15,-1 0 3-15,-6 1 6 0,-2 1-4 0,-4-1 4 16,2-1-5-16,-4 3-5 0,-1 3 3 0,0-7-3 0,-3 5 3 15,1-1 4-15,0 1-2 0,-2 1 1 0,-1 0-8 0,-1 2 2 16,4-1-1-16,-2-1 2 0,0 0 6 16,0 2-8-16,0 1 1 0,-1-1-4 0,1 0 2 0,0 2 1 15,0 0 0-15,0 2 0 0,0 0-3 0,0-1 5 16,-1 3 0-16,1 4 2 0,2 8-2 0,0 5 0 16,-2-1-4-16,1 4 1 0,-1 0-1 0,-2 1 5 15,0 2-1-15,0-1 3 0,-2 0-3 0,-3 2-2 16,-1 0 5-16,-1 2-3 0,-4 1 2 0,-2 1 6 15,-2-4-1-15,0-2 4 0,13-6 4 0,-22-1-1 16,-2-4-1-16,-2 1 0 0,0-3 4 0,-2 2-4 0,1-5 5 16,-7-9-3-16,9 7 7 0,-5-4-6 0,4-3-2 15,4 1-1-15,2 13-9 0,1-6 4 0,5-3-3 16,3-4 4-16,-4-2-5 0,4 0-4 0,0 0 1 16,4-2-1-16,-1 0-1 0,3 0-18 0,0-1-5 0,1 1-4 15,2 0-15-15,1 0-21 0,-1-2 1 0,0 1-9 16,0-1-21-16,3 0 2 0,-1 0-4 0,0 1-1 15,2-1-50-15,2 0-49 0,1 1-20 0,14-9-2 16,17-2 7-16</inkml:trace>
  <inkml:trace contextRef="#ctx0" brushRef="#br0" timeOffset="-155592.65">24945 13420 689 0,'0'0'67'0,"0"0"0"0,0-2-9 15,-1 0-4-15,-1 0-23 0,0 0-1 0,0 0-2 16,2 1-3-16,-2-1 0 0,0 0-13 0,2 0-5 16,-2 0 1-16,2 0-3 0,0 0 6 0,0 1 2 15,0 1-1-15,-1 0 1 0,-1 0 0 0,2 1-1 16,-2 1 3-16,0 2-2 0,2 0 7 0,-6 11-7 16,1 3 6-16,-1 1-6 0,-1 1 5 0,1-1-4 15,-1-1-3-15,-1 1 2 0,3-4-3 0,-3 3 3 16,3-3 0-16,-1 2 0 0,-1 1-3 0,1-3 2 0,3-2-3 15,-1-3 1-15,0-1-2 0,2-2 2 0,2-3 5 16,-3 3-3-16,1-1 4 0,2-4-9 0,-2 3 0 16,0-1-2-16,2-2 1 0,0 0-3 0,-2 1 6 15,0 1-3-15,0 0 19 0,1 0-7 0,-1-3 0 16,0 1-2-16,0 0-2 0,2-2-5 0,0 0-4 0,0 0 1 16,0-2-4-16,0 0 2 0,2-1 0 0,0-5-2 15,5-10-7-15,2-1 6 0,3-1-2 0,1-1 2 16,1-1-6-16,-12-2 4 0,13 0 1 0,2 2 1 15,0-3 3-15,-1 5-4 0,5 0-3 0,1 1 1 16,2 6 2-16,-5 2-4 0,3 7 4 0,-5 0-3 16,-6-1-1-16,0-4 8 0,-6 5-7 0,-1 2 7 15,4 0-7-15,-5 2 6 0,1 0-1 0,0 2 3 0,3 9-1 16,4 17-1-16,-5 2 2 0,-4 1-2 0,-2-3 8 16,-2 2-5-16,-2-4-2 0,-1-2-1 0,-3-2 1 0,3-3-1 15,-1-1 3-15,0-5-4 0,3-1 0 0,1-5 3 16,0-2 1-16,2-3 1 0,-2 4 3 0,0-2 5 15,0-1 1-15,2 1 2 0,0-2 4 0,0 0-6 16,0 0-3-16,0-2 0 0,2 0-7 0,0-2-3 16,0 0 0-16,2-2-1 0,3-7 0 0,6-11-2 15,9 3-1-15,-7-5-1 0,-4 0 2 0,8 2 0 16,-4-6-2-16,3 2 2 0,3 7 0 0,-4-1 1 0,-3 1 1 16,1 4-2-16,-4-1-5 0,-1 6 2 0,-3 1-2 15,-1 7 3-15,-1-1-3 0,1-1 3 0,-4 4-3 16,0 0 2-16,-1 0-1 0,1 0 4 0,0 0 1 15,0 0 0-15,2 0-2 0,-1 0 1 0,1 2 1 16,0 0 0-16,-2 1-1 0,0 1 0 0,7 13 3 0,-2 3-1 16,1-1 9-16,-3-1-2 0,-1 1 0 0,0-1-2 15,-1-1-6-15,1 2 3 0,-2-4-4 0,0 1 3 16,0 1-4-16,0-2 4 0,-1 0-2 0,-1-8 5 16,2 4-6-16,0-1-5 0,0 1-5 0,-2-6-5 15,0 3-43-15,0-5-33 0,0-1-14 0,0 2-3 16,0-2-30-16,2 1-107 0,0 1-19 0</inkml:trace>
  <inkml:trace contextRef="#ctx0" brushRef="#br0" timeOffset="-154651.04">22381 11494 141 0,'0'-2'16'16,"-2"-1"23"-16,1-5-27 0,-3-8-3 0,-2-5-5 0,3 4 2 16,-1 3-9-16,0-7 4 0,0 3-2 0,1-3 3 15,-1-1-7-15,2 3 3 0,0 3 11 0,0-7 0 16,1 1 45-16,-1 3 13 0,0-3 10 0,0 4 0 15,2 6 0-15,0 3-25 0,0-4-10 0,0 8-1 16,0-1-14-16,0-1-11 0,0 5 2 0,0-2-6 16,0 0-6-16,0 3-3 0,0-1-2 0,0 0 2 0,0 0 8 15,-2 2-7-15,0 0 3 0,0 2-5 0,1 2 0 16,-5 9 6-16,-1 9-5 0,-1 0 5 0,1 4-1 16,-1 0-6-16,3 0 4 0,-1 2-5 0,1-2 3 0,-1 2 6 15,0 5-5-15,3 1 5 0,-1 5-4 0,0 1-2 16,-1 5 1-16,1 1-2 0,-3 6-6 0,-1 4 8 15,1 5 0-15,-1 6 4 0,1 2-8 0,-2 0 0 16,-1-4 1-16,1-6 0 0,2-3 0 0,-1-4 5 16,-1-2-5-16,1 2 6 0,-1 2-5 0,0 5 12 15,1 2-2-15,1 4 5 0,0 4-2 0,-1 5 3 16,3-1-2-16,-3-1 2 0,1-3 2 0,-1-12-14 16,-1-1 10-16,2-6-11 0,-5-2 10 0,3-1-6 0,2-4-1 15,-1-6-1-15,3 0 0 0,1-9 6 0,0-2-5 16,2 0 4-16,-1-8-8 0,1 1 8 0,0-6-5 15,0-4 5-15,2-1-5 0,0-7-22 0,-2 3 1 16,0 0-14-16,1-2-43 0,-1 0-47 0,0-1-13 0,0-1-11 16,-2 0-51-16</inkml:trace>
  <inkml:trace contextRef="#ctx0" brushRef="#br0" timeOffset="-153699.31">22329 11442 941 0,'0'0'20'0,"-2"-2"3"0,1 1-3 16,-1-1-13-16,0-2 0 0,0 0-18 0,2 1 1 15,0-1-4-15,0 0 3 0,0 0-7 0,2 1 3 16,0-1-3-16,1 0 4 0,18-9 9 0,3 2 7 15,4 0 2-15,3 2 1 0,5-1 4 0,4 1 6 16,3 2 5-16,9-1 0 0,4 1 0 0,5-1 1 16,4 1-8-16,-4-2 6 0,4-1-11 0,-5 3 5 15,3 1-3-15,4 1 2 0,0 1-5 0,9-1 2 0,9-1 1 16,6 0-2-16,2 3-5 0,4-1 7 0,-6-3-3 16,-4-3 4-16,0-1-11 0,0 4 6 0,4 5 1 15,6 0 2-15,3 0 1 0,0-3 2 0,-5-3-6 0,-4 1 5 16,-6 1-5-16,3 1 6 0,-1 3-1 0,8-2 0 15,3-1-8-15,4-1 0 0,-5-1 2 0,-10-1 0 16,-3 1 0-16,-8 1-1 0,-4 2-3 0,1 3 2 16,-7-3 0-16,1 0 3 0,-2 0 0 0,-5 1 0 15,1 1-7-15,-5 2 1 0,-10 0 0 0,-7 0 2 16,-7 2 5-16,-6 0-2 0,-6-1-1 0,-5 1 0 16,-4 0 5-16,-4 0 0 0,-1 0 7 0,-4-2-4 0,0 0 2 15,1 4-1-15,1-1-1 0,0 1 0 0,-2 0-4 16,0-1-4-16,-1 5 0 0,1 5 0 0,0-2-1 15,-2 2 3-15,0 0-6 0,0 2 3 0,-2 3-3 0,0 3 0 16,-1-1 0-16,-1 6-2 0,0-4-2 0,1 3 4 16,1 1 0-16,0 0 0 0,0 1 0 0,0 7-1 15,2 1 0-15,0 2 0 0,2 4-5 0,2 2 5 16,-1 5 1-16,3 0 1 0,0 4 3 0,1 2-8 16,0-6 3-16,3 1-4 0,-1-3 5 0,2-3 5 15,0 0-6-15,0-4 4 0,1 0-6 0,-1-2 4 16,2 2 2-16,0 2 0 0,0-2-3 0,0 3-1 15,-2 1 0-15,-2 0-1 0,0 3 2 0,-1 0 3 0,-3 3-1 16,-1 3 1-16,0 0 0 0,-2-2-1 0,-2-2-1 16,0-3 0-16,-2-1 3 0,0-3-4 0,0-2 4 15,0-5-3-15,-2-5 8 0,3-3-9 0,-1-2 0 16,0 1-1-16,0-1 7 0,2 0-5 0,0-2 1 16,0 0-2-16,0 1 3 0,-2-3 0 0,0 2 5 0,0-3-3 15,1 1-2-15,-1-1 8 0,-2-1-10 0,0 1 9 16,-1 1-7-16,-3-1 3 0,1 0 2 0,-2-3 0 15,-3 1 5-15,1 0 3 0,6-1 0 0,-17-1 0 16,-1 2-2-16,1-2-1 0,-6-2 3 0,2 7-4 16,-4-10 0-16,-1-3-6 0,-3 2 3 0,5-5-4 15,-5 3 7-15,5-1-7 0,-3-2-1 0,-5-2-1 0,5 1 1 16,-7 3-3-16,-2 1 2 0,6-1-3 0,-4-4 0 16,0 0 2-16,2 20 3 0,0-7-1 0,-2-8-4 15,0 1 5-15,-2-1-7 0,-3-1 7 0,-1-1-2 16,-1 1 1-16,-8-1 0 0,4 1-1 0,-1-1-4 0,-8 3 1 15,5-3 2-15,-5-1 1 0,1 2 0 0,4-3 3 16,4 3-3-16,2-2 2 0,0-1-4 0,3 1 0 16,-3 0 2-16,3 1-3 0,-5-1 1 0,-2 3 2 15,-4-1-3-15,-3 0 3 0,2-1 0 0,-8 1 5 16,0 3-4-16,1-2 4 0,1 3-8 0,8-3 8 16,-5 1-2-16,3 1 2 0,-5 0-9 0,-3 0 4 15,-3-1 1-15,-3 1 2 0,-1-1-5 0,-8-1 1 0,6 0-2 16,-3 3 0-16,5-3-5 0,5 2-25 0,-3 3-9 15,-1-1-12-15,-3-2-104 0,-8 4-384 0</inkml:trace>
  <inkml:trace contextRef="#ctx0" brushRef="#br0" timeOffset="-147206.58">10979 14868 256 0,'0'-2'-15'0,"0"0"27"0,-2 0 24 15,2 1 13-15,-7-16 26 0,-1-2-7 0,1 3-37 16,0-3-4-16,1 2-8 0,0 2-8 0,1-1-11 0,-3-1 9 15,3 2-10-15,-3 0 1 0,3 4 8 0,-3-4-10 16,1 2 8-16,-2 2-9 0,1-2 3 0,-8 2 6 16,-3 4-2-16,2-3 10 0,-1 5-5 0,-3 3 0 0,-1-2 0 15,-2 2-2-15,-4-16-2 0,-2 7-2 0,-1 5 1 16,-6 4-3-16,-6 2-1 0,2 2 1 0,-7 4-1 16,1 1 6-16,1 2-2 0,-2 1 0 0,7-3 0 15,2 0-2-15,2 3 0 0,0-1 1 0,-2 4 0 16,3 0 9-16,1 2 0 0,-2 0 0 0,5 1-1 15,-1 3-2-15,-8-17 8 0,0 22-7 0,-2 2 6 16,1 2-17-16,-1 2 8 0,4 1-2 0,2 1 3 16,-2 5-9-16,6 4 6 0,1-1-5 0,0 5 4 0,1 0-3 15,-1-1 0-15,3 3 2 0,-1 1-2 0,4 0-2 16,4 2 1-16,-1 0-4 0,5-5 3 0,-1 0 1 0,2-3-4 16,1 3 8-16,1 1-7 0,4 6 6 0,5 2-4 15,-1 5 1-15,3 5-2 0,-26 2 3 0,17 1 4 16,8-2-8-16,5-2 5 0,5-3-8 0,3-6 8 15,1-4-3-15,4-2 4 0,2-3-6 0,2 1 3 16,1 0 2-16,4 3-1 0,-20-1-4 0,30 0-3 16,3 1 4-16,6-7-3 0,4 8 4 0,3-3 5 15,6-3-2-15,3-1 5 0,1-8 5 0,1-7-3 16,1 0 5-16,-1-6-4 0,-1-5 10 0,-1-2-5 16,-1-4-1-16,3-5-1 0,4-3-6 0,6-1-5 0,5 28 2 15,6-21-3-15,0-9 9 0,0-9-5 0,-6-6 1 16,-3-5-2-16,-4-5 1 0,-4-1 2 0,0 23-5 15,0-40 5-15,6-3 4 0,5-10-4 0,2 0 2 16,0-5-4-16,-3 2-2 0,-7-1 5 0,-4-5-3 0,-7 4 3 16,-3-2 2-16,-7-10-3 0,-2-7 2 0,-6-9-4 15,-4-5-2-15,-9-5-6 0,-3 5 2 0,-14 4-4 16,-5 7-1-16,24 10-15 0,-24 1-9 0,-17-8-1 16,-13-3-18-16,21-8 26 0,-51-2 0 0,-9 9 6 15,-16 10-8-15,-25 9-34 0,-14 15-12 0,-12 9-17 16,-2 8-136-16</inkml:trace>
  <inkml:trace contextRef="#ctx0" brushRef="#br0" timeOffset="-1495.64">4430 7283 8 0,'0'0'5'0,"0"0"11"15,0 0 6-15,0 0 2 0,0 0-1 0,0 0-11 0,-1 0 9 16,-1 0-1-16,0-2 5 0,0 1-8 0,2-1 6 15,-2 0-4-15,0 0 5 0,0 0 3 0,1 0-10 16,-1 0 6-16,0 1-6 0,-2-1 4 0,2 2-4 16,-11-6 2-16,-3-1 1 0,-1 1 17 0,-4 2-6 15,-5-1-1-15,4 1-2 0,-2 2 4 0,-2 0-7 16,4 2 7-16,-4 0-7 0,2 0 1 0,1 0-5 0,1 2-2 16,0 0-1-16,-2 2-10 0,-1 0-6 15,1 1 2-15,2 1-2 0,0 1 9 0,1 1-9 0,1 1 2 16,0 0-4-16,1 0 4 0,4-1-3 0,0-1 1 15,6-1-2-15,-2 1-5 0,2 1 2 0,1-5-1 16,1 9 3-16,3-1 1 0,2 0 2 0,-2 0-1 0,3 0 4 16,-9 0 1-16,5-2-5 0,1 1 2 0,2 1-3 15,2-4-4-15,0 3 5 0,2-3 4 0,0-1 0 16,2-1 1-16,3-1-1 0,13-2-6 0,3 13 4 16,1-4-2-16,2-4 1 0,2-3 6 0,0-2-4 15,1-2 8-15,-1-4-15 0,4 0 3 0,-5-1-5 16,5-3 6-16,0-1 2 0,3 0 1 0,-2-2 0 15,-1 1-2-15,-1 1 4 0,-5 0-3 0,-3-1 3 0,-1 1-9 16,-5 2 5-16,-1-1-2 0,-3 3 4 0,0-1 0 16,-3 2-3-16,-7 3 5 0,1-3-5 0,0 0 4 15,0 0-5-15,-1 1 2 0,-1-1-2 0,0 0 9 0,0 1-9 16,-2-1 7-16,0 2-7 0,0 0 5 0,-2 0-4 16,0 1-3-16,-2-1 2 0,-7 0 1 0,-4 0 0 15,-1 2-2-15,3 2 0 0,0 0-7 0,2 1 8 16,-2 3 2-16,3-1 0 0,3-1-4 0,-2 4 1 15,7-5 1-15,0 12 0 0,-7-2 1 0,-1 2-1 16,3 0-3-16,3 2 1 0,0 1-2 0,4 1 2 16,0 1 2-16,2 4 0 0,2 0 3 0,-2 2 0 15,2 2-3-15,-3 0 1 0,1 2-7 0,-2-2 4 0,-2 5-2 16,1 1 4-16,-5 1 2 0,-1 2 0 0,-1-9 3 16,-1 2-3-16,-2-1 2 0,0-8-4 0,-4 3 0 15,11-4 0-15,-16-5 3 0,-1-2-3 0,-3-2 3 16,4 0-2-16,-5-1 5 0,1-3 4 0,-2-3-5 15,2-1 6-15,-2-1-2 0,4 0 29 0,-2 15-9 0,0-6 15 16,1-5-11-16,1-5-7 0,2-1 0 0,3 0-5 16,-2-3-11-16,6-1-4 0,2-2 3 0,0-1-4 15,6 3 2-15,-1-1-3 0,-3-8-2 0,1 0 1 16,3 0-3-16,-1 0-5 0,2-4-5 0,3 4-2 16,1 2-46-16,0 4-92 0,0 1-41 0</inkml:trace>
  <inkml:trace contextRef="#ctx0" brushRef="#br0" timeOffset="-292.92">4490 8072 41 0,'0'0'19'15,"0"0"-13"-15,0-2 19 0,2 1-5 0,0-1 2 0,-1 0-2 16,1 0-3-16,0 0-1 0,0 0-11 0,0 0 2 16,0 1 5-16,0-1-3 0,-1 0 5 0,1 0-6 15,-2 0 6-15,0 0-5 0,0 0 18 0,0 1-4 16,2-1 5-16,0 0-4 0,-2 0 8 0,0 0 6 15,0 0-6-15,2 2 5 0,-2 0-11 0,0 0-9 16,0 2 2-16,0 0-4 0,0 0 4 0,0 2-6 16,0 3-2-16,0 10-2 0,-2-2-4 0,-2 1-3 15,1 1 2-15,-1 2-3 0,0-3-1 0,0 1 6 0,1 0-6 16,-1-2 5-16,0 1-7 0,1-3 8 0,-1 0-5 16,0-2 5-16,0 1-9 0,3-3 5 0,-1-2 7 15,2-1-5-15,0-1-3 0,0-3 7 0,0 0-3 16,0 2 6-16,0 0-4 0,0-3-3 0,2 1-3 15,-1 0-1-15,1 0-16 0,2-2 2 0,2 0-7 0,8-4 6 16,3-3-1-16,0-4-2 0,0 9-6 0,-3-19 1 16,-1 3-12-16,0 1 24 0,0-1 1 0,-1 1 7 15,-1 2 1-15,-2-4 7 0,-2 5-3 0,-1-1 5 16,0-2-7-16,-1 0 0 0,-1 2 3 0,0 1-2 16,-3 2 10-16,1 3 0 0,4 2 4 0,-3 1-1 15,-1 2 22-15,2-1-12 0,-2 1 6 0,0 0-9 0,-2 3-7 16,2-3-4-16,-1 0-6 0,1 2 3 0,0 0-1 15,0 1-3-15,-2-1 2 0,0 0-1 0,0 2 14 16,0 0-11-16,0 2 5 0,0 0-8 0,0 1-1 0,-4 14-2 16,-1 3-1-16,-1-1 1 0,1 1 5 0,1 1-1 15,-2-4-3-15,1 3-1 0,1-1-5 0,0 1 6 16,1 0-1-16,-1-1 2 0,0 0-6 0,2-3 8 16,1 3-2-16,1-4 2 0,0-2-10 0,0 0 7 15,0-2-2-15,0-2 3 0,0-1 0 0,0-3-1 16,0-1 6-16,0-2-5 0,0 0-1 0,1 1 7 15,1 1-7-15,2 0 6 0,0-2-6 0,-1-1 3 16,1-1-2-16,4 2-2 0,-1-2-44 0,0 0-44 0,-1 0-15 16,-2 0-11-16,-1-2-89 0</inkml:trace>
  <inkml:trace contextRef="#ctx0" brushRef="#br0" timeOffset="-11.24">4429 7950 384 0,'-2'-2'21'0,"0"0"19"0,0 0 0 16,0 0-12-16,0 1-2 0,0-1-2 0,1 0 8 15,1 0 2-15,0 0 1 0,1 0-3 0,1 2-18 16,0 0 1-16,4 0 0 0,12-2 2 0,3 1 2 0,5 1-1 15,-4-2-3-15,2 0 2 0,2-2 3 0,2-1-11 16,0-1 2-16,2 0-8 0,1 1-3 0,-1 1 1 16,3-1-3-16,-3 1-5 0,1 2-76 0,3 0-178 15</inkml:trace>
  <inkml:trace contextRef="#ctx0" brushRef="#br0" timeOffset="910.17">7462 7200 416 0,'0'-2'26'0,"0"-2"53"0,0-18-61 0,0-2 12 15,-1 1-7-15,-1 5 8 0,0 1-14 0,0 4-12 16,0 0 5-16,-3-4-9 0,1 6-5 0,-2-2 12 0,-1 2-5 16,1 7 8-16,-18-1-12 0,2 3 1 0,0-13 0 15,-3 4 1-15,-1 4 12 0,0 5-1 0,-1 2 0 16,-3 3-1-16,0 1-1 0,2 4-3 0,-3 3 4 15,-1 4-3-15,1-14 8 0,-3 33-7 0,-1-1 1 0,0 1-3 16,-1-3-1-16,1 1-2 0,2-4-2 0,1-2 1 16,2-2 4-16,4-4-9 0,6 3 4 0,5-7-5 15,4 1 11-15,4 0-8 0,-3-4 9 0,3 0-8 16,1 0 11-16,3-2-2 0,1-2 2 0,2-2 0 16,0-1 12-16,0 0 0 0,2-1 1 0,-2-3 0 15,16 0-2-15,10 15-10 0,4-6 3 0,2-6-5 16,-3-5-3-16,3-2-2 0,-1-3 0 0,1-3 0 0,0-1 0 15,-3-2-1-15,5-2 1 0,-3 0 0 0,-3 0 1 16,2-2-3-16,-2 0-1 0,-2 1 0 0,0-3 0 0,-2 2-1 16,-2 0-1-16,-3 13 1 0,-3-16 2 0,-1 1-4 15,0 2 4-15,-6-2-4 0,-3 4 6 0,-1 2-1 16,5-2-5-16,-7 8 1 0,3-3 0 0,-4 5-4 16,0-3 9-16,-2 4-7 0,0 0 1 0,0-1 3 15,0-1-4-15,0 2 4 0,-2 0-4 0,0 2 1 16,-2 0-3-16,-3 4 1 0,-8 5 1 0,2-3-2 15,2 18 4-15,3-4-3 0,1 4-2 0,1 2 3 16,1 0-2-16,-3 4 3 0,3 2 3 0,-1 1-1 16,3 4-2-16,-1 4 0 0,-2 2-1 0,1 3 0 0,-3-1 1 15,1 3-2-15,-2-5-3 0,-1-2 6 0,-1-1 3 16,-4-2 1-16,2 1-5 0,-1-2-1 0,-1-4 0 16,-2-3 1-16,-2-4 3 0,-1-6 1 0,0-1-1 15,-1-6 2-15,1-2 2 0,1-4-6 0,2-1 5 0,1-4-6 16,1 9 10-16,-4 0 0 0,4-4 0 0,-1-1 0 15,1-4 0-15,4-2 5 0,-8 0-3 0,4-2 3 16,-1-2-10-16,-1-1 0 0,6-1-1 0,0 1 0 16,1-1-4-16,1-1 5 0,2 3-5 0,3-4 5 15,0-1-5-15,0 4 0 0,3 1 0 0,1 2 0 16,-2-2-2-16,-2 1-8 0,0-1-10 0,2 0-3 0,1 2-71 16,1 0-39-16,0 1 0 0,1-1-17 0,3 2-66 15</inkml:trace>
  <inkml:trace contextRef="#ctx0" brushRef="#br0" timeOffset="1643.88">7429 7961 589 0,'0'-2'34'0,"0"0"11"0,0 0-10 16,0-18-26-16,0 7 5 0,0 4-13 0,0 3 1 0,0-1-2 15,0 1 1-15,0 2 3 0,0 1-1 0,0-1-1 16,0 2-2-16,0 0-1 0,0 0 6 0,0 1 1 16,0-1 1-16,-2 0 2 0,0 2 4 0,0 0 0 15,1 2 1-15,-3 0-4 0,2-2 1 0,-7 16 1 0,-6 7 0 16,0-7-5-16,4 7-3 0,-4-5 1 0,4 6-2 16,0-2-1-16,-4-3 1 0,6 1-2 0,1-3 4 15,3 0 5-15,-1-2-9 0,0-2 3 0,1 2-4 16,-1-2 13-16,3 0-3 0,-7-2 2 0,5-4-3 15,-1 2 5-15,4-5-1 0,0 0 0 0,1 0 0 16,1-3 1-16,-2 3 3 0,0 0 5 0,0 0-4 16,0-3-5-16,0 1-1 0,0 0-4 0,1 0 4 0,-1 0-5 15,2-2 3-15,0 0-5 0,0 0 3 0,0-2-14 16,0 0 9-16,0 0-4 0,2-1 5 0,-1-7 1 16,7-5-3-16,-1 1 0 0,4-3-2 0,1 2 0 0,-3-2 0 15,9 1 1-15,1 1 0 0,0-2-1 0,-1 2-3 16,1 0 7-16,-4 2-3 0,1 4 6 0,1 0-8 15,0 1-3-15,1 3 0 0,-7 3 8 0,1-6-8 16,-7 5 3-16,3-1-7 0,-5 4 5 0,1 0 3 16,0 0 0-16,-2 0 0 0,1 4 0 0,5 7-1 15,1 9 7-15,-3-1-3 0,-3 1 4 0,-3-3-7 16,0 2-3-16,0-5 0 0,-2-1 1 0,1-1 8 0,-3-1-4 16,2-2 6-16,0 0-6 0,0-1 0 0,2-5 3 15,0 1-3-15,0-2 7 0,0 0 4 0,-2 2 2 16,1-1 0-16,-1 1 2 0,0-2-8 0,0 0 3 15,2 0-4-15,0-1 2 0,0-1 0 0,0 0-6 16,0 0 3-16,0-1-7 0,2-1 6 0,0-2-1 16,1-5 3-16,7-10-13 0,1 1 5 0,2-3 0 0,-11-3 5 15,16 2-3-15,1 1-2 0,-1 1 0 0,1-2-1 16,1-1-3-16,-5 1 0 0,4 5 4 0,-2 8-2 16,-1 4 1-16,-3 1-2 0,-2 2-3 0,1-5 2 15,-3 1 2-15,-2 4 2 0,1 2-2 0,-1 0 2 16,-1 2-2-16,-1 0 2 0,-1 24 0 0,0-2 0 15,-2 2-3-15,14 0 4 0,-5 0-1 0,-3-2 2 0,-3-2-2 16,1 1-1-16,-2-3 0 0,-1-1 1 0,3-3-2 16,-1-1 8-16,1-2-5 0,0 0 6 0,-3-4-8 15,1-1 4-15,0-3 3 0,-2-1 1 0,-1 0 1 0,12-2-1 16,0 7 0-16,0-2-1 0,8 1 0 0,-3-4-3 16,1-3 0-16,1-1-2 0,-3-1-9 0,4-3-124 15,5-4-10-15</inkml:trace>
  <inkml:trace contextRef="#ctx0" brushRef="#br0" timeOffset="17304.49">5550 7380 417 0,'0'0'1'0,"0"0"25"0,0-2 23 16,0 0 2-16,0 0 12 0,-2 0-21 0,0 0-23 15,0 1 3-15,1-1-8 0,-1 0-4 0,0 0-10 16,0 0 8-16,0 0-8 0,0 0 2 0,0 1 8 0,1-1-5 16,-1 0 7-16,0 0-3 0,0 0 15 0,0 0-6 15,0 1 8-15,0-1-2 0,1 0 3 0,-1 0-6 16,0 0 2-16,-2 0-20 0,0 0 2 0,1 1 2 16,-1-1-1-16,2 2 3 0,-5-2 4 0,-1 2-3 0,-3 0 3 15,2 0-7-15,-6 0 2 0,0 2-2 0,0 0 2 16,-3 3-1-16,-3 1-1 0,-1 1-1 0,-6 2-1 15,2 1-2-15,4-3-1 0,-6 2 7 0,2 1-6 16,6-1 2-16,-3 2 0 0,3-2-4 0,5-1 4 16,-3 1 0-16,5-3-7 0,1-1 5 0,-1 3-4 15,8-5 3-15,-3 3 2 0,7-6-2 0,-1 9 3 0,-2 2-4 16,-5 0-2-16,-1 4 1 0,5-2 0 0,1 0 11 16,0 2-9-16,4-4 3 0,0 2-4 0,0 2 8 15,2 0-1-15,2-2 3 0,2 0-1 0,1-2 15 0,0-2-6 16,6 1 5-16,10-3-5 0,-3 1 3 0,8-1-8 15,0 4 1-15,-4-3-2 0,2 3 2 0,-4-6-9 16,1 5 0-16,-1-1-2 0,-2-4 4 0,-3-1-3 16,-4-2 1-16,2 9-2 0,-2-3-3 0,0-3 1 15,0 1 2-15,-4-3 0 0,2 1 0 0,-2-2 3 16,-1 0-3-16,1 0 2 0,-3-2-10 0,-1 0 5 16,-1 0-3-16,2 0 4 0,-3 0 0 0,-1 0-3 15,0 0 2-15,0 0-2 0,0 0-2 0,1 2-45 16,1-2-15-16,0 0-12 0,0 0-68 0,-3 0-146 0,1 0 51 15</inkml:trace>
  <inkml:trace contextRef="#ctx0" brushRef="#br0" timeOffset="17741.1">6105 7443 231 0,'0'-2'69'0,"0"0"125"0,0 0-171 15,0 0-10-15,0 1-7 0,0-1 3 0,0 0-1 16,0 0-2-16,0 0-3 0,2 0 0 0,0 0-12 0,0 1 12 16,0-1-2-16,-2 0 8 0,0 0 10 0,0 0-2 15,0 0 8-15,0 0-6 0,0 1 14 0,0-1-3 16,0 0-5-16,0 0 1 0,-2 0-6 0,0 0 2 15,0 2 0-15,0 0-2 0,-2 0-13 0,-5 0 9 16,-8 0-5-16,1 0 6 0,-3 2-11 0,-3 2 9 16,-2 1-4-16,1 3 5 0,-4 3-6 0,-1 0-5 15,2-2 2-15,-4 3-3 0,6-1-1 0,4-2 3 16,1 2-2-16,2-2 2 0,1 3 2 0,4-5-4 0,3-3-2 16,4 9-2-16,1 0-5 0,-2-2 7 0,3 0 1 15,-7 0 1-15,3 0-7 0,1 0 7 0,3 1-5 16,-1-1 5-16,2 2-8 0,2 2 4 0,0-6 2 15,4 2 1-15,-1-2 5 0,-1-5 5 0,8 7-1 0,12-5 2 16,6 1-2-16,1-3-3 0,-4 13 0 0,2-4 0 16,3-6 3-16,4-1-9 0,4-3 0 0,0-3-2 15,-3 0 2-15,-4 0-3 0,-1-2 3 0,-2 1-2 16,2-3 0-16,-2 0-45 0,1 0-44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12.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35:18.470"/>
    </inkml:context>
    <inkml:brush xml:id="br0">
      <inkml:brushProperty name="width" value="0.05292" units="cm"/>
      <inkml:brushProperty name="height" value="0.05292" units="cm"/>
      <inkml:brushProperty name="color" value="#FF0000"/>
    </inkml:brush>
  </inkml:definitions>
  <inkml:trace contextRef="#ctx0" brushRef="#br0">13274 10039 9 0,'0'0'0'0,"0"0"4"16,0 0 7-16,0 0 9 0,-2 0 6 0,0 0 1 16,0-2 0-16,1 0-11 0,-1 0 0 0,0 0-1 0,0 0 11 15,0 0 2-15,-2 1-3 0,1-1 1 0,-1 0-2 16,0 0 2-16,1 0-1 0,-1 2 0 0,0 0 0 0,0 0-9 15,1 0 5-15,-1-2-7 0,0 2 1 0,1 0-9 16,-1 0 3-16,2 0-4 0,0 0 3 0,0 0 10 16,0 0-4-16,-1 0 6 0,1 0-6 0,-2 0-1 15,2 2 5-15,0 0-5 0,-1 0 5 0,1 0-7 16,0 0-4-16,0-1 1 0,0 1 7 0,0 0-5 16,1 2 4-16,-1 0-6 0,2-1 2 0,0 1 6 15,0 0-3-15,2-2 4 0,-1-1 5 0,3 1-5 16,9 4 0-16,11 1-2 0,-1-5 1 0,3-2-5 0,1 0 4 15,1 0-6-15,2 0-5 0,-8 0 0 16,6-2-3-16,0 2 3 0,-2 0-2 0,2 0 1 0,-11 0 0 16,-1 0-1-16,-1 0 0 0,4 2-4 0,-3-2 4 15,-6 0-3-15,-5 0 6 0,-1 0-2 0,1 0 1 16,1 0-1-16,1 0 6 0,-3 0-13 0,0 2-1 0,0-2-6 16,-1 2-21-16,1-2-40 0,0 2-13 0,-1-2-13 15,1 0-72-15</inkml:trace>
  <inkml:trace contextRef="#ctx0" brushRef="#br0" timeOffset="370.03">13361 9935 59 0,'0'0'42'0,"0"0"-4"0,0-2 17 16,-2 0 9-16,1 0-15 0,-1 0-1 0,0 0-11 0,0 0-6 15,0 1 0-15,0-1-14 0,0 0 14 0,1 0-7 16,-1 0 9-16,0 0-3 0,0 0-11 0,0 1 1 15,0-1-6-15,0 0-10 0,1 0 6 0,1 2 1 16,0 0 1-16,0 0-3 0,0 0-5 0,0 2 5 0,1 0-2 16,1 1 21-16,2 14-9 0,0 11 0 0,-1 5-3 15,-3 1-9-15,0 7 2 0,-1 1-5 0,-5 3 3 16,2 1-1-16,1-1-7 0,1 0 3 0,2-3-4 16,0-6 3-16,0 1-5 0,2-8-14 0,1-3-3 15,3 0-83-15</inkml:trace>
  <inkml:trace contextRef="#ctx0" brushRef="#br0" timeOffset="814.52">13144 12033 244 0,'0'0'37'0,"0"0"-2"16,0 0 2-16,0 0 0 0,-2 0-10 0,0 0 15 15,2 0-19-15,0 0 7 0,0 0-12 0,0 0-1 16,0 0 3-16,0 0-3 0,0 0 4 0,2 0-6 15,0 0 2-15,0 0 2 0,0 0 0 0,1 0-4 0,-1 0 0 16,13-2-2-16,2 0 2 0,1 0-5 0,3-2-5 16,-1 1 3-16,3-1-3 0,1-2 4 0,7 1-21 15,1-1-9-15,3 1-12 0,0-3-99 0</inkml:trace>
  <inkml:trace contextRef="#ctx0" brushRef="#br0" timeOffset="3291.1">26139 8217 259 0,'0'-2'7'16,"0"-1"2"-16,0-9 20 0,0-4 17 0,0-1-6 0,0 2 8 16,0 2-17-16,0-2-18 0,0 2 6 0,0 0-10 15,0-2 10-15,0 4-11 0,2 0 1 0,0 0-4 16,0 2 10-16,-2 5-7 0,0 2 6 0,2-2-6 15,0 1 4-15,-1 1 4 0,1 0-3 0,0 0 4 16,-2 2 0-16,0 0-3 0,0 2 1 0,0 0-3 16,0 0-8-16,-2 18 1 0,-1 4-2 0,-1 0 3 15,0 1 0-15,0 2-7 0,1 1 1 0,1 4-3 16,0-1 11-16,2 3-8 0,0-1 1 0,2 3-4 0,2 1-2 16,-1 2 4-16,3 0 4 0,1 2-2 0,3-1 1 15,-3-6 3-15,2 1-7 0,1-5 4 0,1-1-4 16,0-1 1-16,-2-5 3 0,0-3-1 0,1-3 1 15,-3-4 4-15,1-2 0 0,-5-9 2 0,8 1-2 0,2 1-3 16,0 5 0-16,-2-1 1 0,1-3 4 0,-1-3-3 16,0-2 4-16,2-2-4 0,2-3 3 0,5-6 3 15,2 0-5-15,-1-32 6 0,1-4 3 0,6 1-8 16,-4-4 2-16,4 0-5 0,0 3-1 0,-4-1 0 16,0 2 0-16,-5-1 0 0,9 5 1 0,-6 1 0 15,-5 5 0-15,1 3 0 0,-10 1 6 0,-1 8-10 16,-1 2 8-16,8 0-8 0,-6 7 12 0,-3 0-12 0,-1 4 0 15,-4 7-6-15,0 2-11 0,0-1-55 0,0 1-13 16,0 0-24-16,-2 2-142 0</inkml:trace>
  <inkml:trace contextRef="#ctx0" brushRef="#br0" timeOffset="3591.3">27066 8718 487 0,'0'0'30'0,"0"-1"-29"0,0-1 30 0,-2-2-12 0,0 0-9 16,0 1 4-16,0-1 0 0,0 0 0 0,1 0-6 0,-1 1 0 16,0-1 2-16,-2 2 0 0,0 0 5 0,-9-3 1 15,0-1 6-15,-1 4-2 0,-5 0 24 0,2 2 1 16,-3 0-6-16,-2 4 4 0,-4 2-6 0,2 3-7 15,-1 6 0-15,1-13-4 0,4 20-12 0,-1 0-4 16,7-3-3-16,1 3 0 0,3-1-2 0,3-3-1 16,1-1 2-16,-5-2-2 0,4-2 11 0,3-2-5 15,2 0 8-15,2-2-7 0,2 1 10 0,0-5-16 16,2 1 1-16,-1-1-6 0,16-1-1 0,5-2-31 0,-2 0-3 16,1 13-13-16,3-2-43 0,0-6-121 0</inkml:trace>
  <inkml:trace contextRef="#ctx0" brushRef="#br0" timeOffset="4022.46">27272 8871 610 0,'0'0'46'15,"0"0"-10"-15,-2-2-2 0,0 0 17 0,0 0-31 0,0 2 7 16,1 0 5-16,-1 0 0 0,0 0 1 0,0 0-11 15,2 0 4-15,0 0-3 0,0 0 4 0,2 0-2 16,2 0-6-16,9 0 6 0,14-2-6 0,1-1 5 0,6-1-3 16,1-4-7-16,2-1 3 0,2-2-3 0,-4 0-7 15,1 0-1-15,-5 0-2 0,-5-1-1 0,-2 1-2 16,-3 0 3-16,-5 2-4 0,3-4 5 0,-6 4-1 16,0-1 1-16,-4 3-2 0,-1 5-4 0,-5-7 2 15,1-1 4-15,-2-1 0 0,2 6-4 0,-2 1 2 16,-1 0-5-16,1 1 3 0,0-1-4 0,-2 0-4 15,0 2 1-15,-2 0-1 0,-1 1 7 0,-14 1 6 16,-13 5-4-16,-1 4 5 0,-1 6-7 0,0 4-1 0,1-17 1 16,-2 22 1-16,1 2 5 0,4-2-4 0,4 0 2 15,4-3-4-15,5-1-4 0,0-3 4 0,4-1-3 16,5 1 3-16,2-4-4 0,-5 2 5 0,4-4-1 16,3 2 1-16,2-2 2 0,2-1 4 0,1-1 4 15,-1 0-3-15,22-1 2 0,13-5-13 0,4 3-4 0,4-2-6 16,3-3-23-16,-3 24-32 0,1-14-7 0,2-6-13 15,4-5-72-15</inkml:trace>
  <inkml:trace contextRef="#ctx0" brushRef="#br0" timeOffset="4411.13">28635 8973 507 0,'0'0'35'0,"0"0"-6"0,2 0 27 0,-1 0 8 0,1 0-8 16,0 0 3-16,0 2-23 0,0 0-1 0,-2-1-10 15,0 25-19-15,-4 4-13 0,-5 5 0 0,-8 3-5 16,-5 2-6-16,16 1-13 0,-25-2 9 0,-3 0-11 15,8-7 8-15,4-10-3 0,3-2-10 0,8-8 3 16,2-3-35-16,5-4-123 0</inkml:trace>
  <inkml:trace contextRef="#ctx0" brushRef="#br0" timeOffset="4785.25">29452 8371 213 0,'0'-2'23'0,"0"1"-1"0,0-1 28 0,0-2-12 15,0-2 7-15,1-5-19 0,1 2 6 0,2-2-2 16,-2 3 3-16,2 1-7 0,-3 1-4 0,1 3 4 15,0-1-5-15,0 0 6 0,0 1 12 0,0-1-4 0,0 2 6 16,-1 0 0-16,-1 2-8 0,0 0 2 0,0 2-5 16,-1 0-13-16,-3 7 2 0,-11 23-7 0,-2 3 4 15,1 4-10-15,-3 6-2 0,4-1 1 0,2 1-1 16,2-3-5-16,2 1 1 0,3-6 0 0,3 0 1 16,1-5 7-16,2-10 6 0,0 2 2 0,0-9 1 15,2 0 6-15,1-2 7 0,1-6-8 0,0-1 5 16,1-2-17-16,16 11-7 0,3-4-3 0,0-6-5 15,4-1-41-15,1-4-16 0,-3-2-10 0,2-5-4 0,-2-3-61 16,2-3-79-16</inkml:trace>
  <inkml:trace contextRef="#ctx0" brushRef="#br0" timeOffset="4922.41">29725 8024 687 0,'-2'-2'49'0,"2"0"-8"0,0-1 35 15,-10-16 1-15,1-3-10 0,2 5-30 0,1 6-20 16,2 2 2-16,4 7-10 0,-1-2-10 0,-1 0-22 16,0 3-13-16,0-1-5 0,0 2-66 0</inkml:trace>
  <inkml:trace contextRef="#ctx0" brushRef="#br0" timeOffset="5204.03">30090 8700 794 0,'0'-2'50'15,"0"0"2"-15,0 0-9 0,2-1-7 0,0-3-17 16,0 0-9-16,-2 3 2 0,0 1 0 0,2-2 0 0,0 0-9 16,-1 1 6-16,1 1-7 0,0 0 8 0,-2 0-2 15,0 2 1-15,-2 0 4 0,0 0-3 0,-27 19 2 0,-3-6-1 16,-3 16 2-16,0 1-1 0,-2 0 8 15,1-2-9-15,-1-2-2 0,4-4-2 0,5 0-5 0,9-1 10 16,6-3 3-16,6-3 1 0,1-2 10 0,-1-2 4 16,1 0-1-16,4-1 1 0,2-3-5 0,2 1-7 15,0-5-7-15,26 1 1 0,13-2-13 0,2 22-24 16,-1-13-4-16,8-5-12 0,1-4-56 0,6-4-203 16</inkml:trace>
  <inkml:trace contextRef="#ctx0" brushRef="#br0" timeOffset="17618.1">26797 10035 8 0,'0'-2'0'0,"0"0"5"16,0 0 67-16,0-1-12 0,0-7 1 0,0-1-27 15,0 0-11-15,0-2-10 0,0 2 8 0,0 2-4 16,0-1 9-16,0 3 0 0,0-1-1 0,0 1 1 15,0 0-4-15,0 1 7 0,1 0-4 0,-1 3 6 16,0 1-6-16,2-2-12 0,2 1 2 0,0-1-4 0,-1 0 15 16,1 2-9-16,0 0 6 0,0 1-9 0,-1-1-3 15,1 2 4-15,0 0-7 0,-1 0 5 0,1 2 0 16,0-1-10-16,0 3 8 0,3 7-9 0,2 10 6 0,1 3 1 16,-3 2-8-16,-1 2 5 0,-1 3-9 15,-1 4 5-15,-1 3-2 0,1 4 4 0,-2 3 0 0,0 1-7 16,0 1 6-16,1-3-7 0,1-1 12 0,0-2-8 15,0-2 3-15,1-4-4 0,-1 0 1 0,1 1-4 16,1-1 6-16,-2 2-4 0,-1 2 2 0,3 4 3 16,0-1-2-16,-3 3 3 0,3 3-4 0,-2 4 0 15,1 6-1-15,-1 3 1 0,0-1 5 0,-1 1-6 16,1-4 0-16,-2-5-2 0,2 0 3 0,-1-2 0 0,1-5 2 16,-2 3-1-16,2 1 6 0,-3 3-5 0,3 5-3 15,0 4 0-15,-2 4 2 0,0 6 0 0,-1-4 3 16,1-2-2-16,0-2-4 0,0-11 7 0,0 2-5 15,0-10 4-15,1-1-10 0,1 2 7 0,0-3 1 16,1 5 4-16,-1-1 2 0,0 2-6 0,1 6 3 0,1 2-4 16,0 3 0-16,-3 4 4 0,1 2-5 0,0 0 4 15,-1-1-6-15,1-5 2 0,-2-5-2 0,0-4 3 16,0-4 4-16,0 3-9 0,-1 1 8 0,1-2-7 16,2 4 9-16,-2 2-7 0,0 0-1 0,1 1-1 15,1 1 12-15,-2-2-8 0,0 2 3 0,0-4-4 16,0 0 3-16,-1-6-3 0,1-5 3 0,0-6-3 15,2 0 1-15,-2-1 2 0,1-3-4 0,1 1 3 0,2 0 0 16,-1-5 5-16,1 3 2 0,-1-4-1 0,1-2-12 16,0-1 8-16,-1-1-5 0,3 0 6 0,-3 0-8 15,1-1-1-15,-1 3 2 0,1-5 0 0,-2 1 1 0,1 2-5 16,-1-3-10-16,-2-4 4 0,0-2-23 0,-1-2-9 16,1 2-6-16,0 2-8 0,-2-4-69 0</inkml:trace>
  <inkml:trace contextRef="#ctx0" brushRef="#br0" timeOffset="18195.72">27043 14493 119 0,'0'0'-1'0,"0"0"1"0,0-2 15 0,0 0-10 0,0 0 12 16,-1 0-9-16,-1 1-6 0,2-1 7 0,-2 0-7 16,0 0 4-16,2 0 3 0,-2 2 0 0,0 0 6 15,0 0 23-15,1 0 14 0,-1 0-3 0,0 0 5 16,0 0-7-16,0 0 0 0,0 0 1 0,0 0-2 16,1-2-4-16,-1 0-13 0,0 1 6 0,0-1-8 0,0 0-2 15,0 2-18-15,0 0-2 0,1 0-4 0,-1 0-4 16,0-2 1-16,0 0-1 0,2 2 1 0,0 0-2 15,0 0 6-15,2 0-6 0,0 0 6 0,1 0-1 16,9-2-3-16,10-1 7 0,4 1-6 0,0 2 7 0,7 0-6 16,6 0 5-16,8 0-4 0,5-2 7 0,11 0-9 15,0 0 1-15,2 0-2 0,2 0 12 0,-8-3-8 16,2-1-1-16,3 1-1 0,-1-1-4 0,7 4 0 16,5 0 4-16,6 1-2 0,5 1 7 0,1 1-10 15,-2 1 5-15,-5 2-5 0,-2 0 14 0,-2-1-10 16,0 1 2-16,8 2-3 0,5-4 7 0,8-1-5 15,7 5 0-15,-4-4-1 0,0 0 1 0,-5 1 1 16,-10-1-3-16,12 0 2 0,9 4-4 0,5-3 3 0,2-1-1 16,-9-2 1-16,-7 0-1 0,-4 0 4 0,-2-2-2 15,9-1 1-15,-2 1-6 0,16-4 4 0,-7 4 1 16,-6 2 0-16,-9 0 0 0,-8 0 2 0,-4 4 0 16,7 2 0-16,-2-1-2 0,1 3 0 0,-4-1-3 0,-10 1 3 15,-2 1-4-15,-10-4 2 0,-3 1 2 0,-3 0 0 16,-2-1 8-16,-2 4-11 0,2 1 6 0,6 1-7 15,-2-2 11-15,7 0-7 0,-2 1 1 0,-3-3-2 16,3 1-3-16,-11-3 7 0,-2 3-3 0,-3-3 3 16,-6-1-8-16,0 0 4 0,0-1-3 0,-2 3 1 15,0-1-31-15,-2 1-84 0</inkml:trace>
  <inkml:trace contextRef="#ctx0" brushRef="#br0" timeOffset="19983.14">25486 9862 80 0,'0'0'19'16,"0"0"0"-16,0-2 12 0,0 1-1 0,0-1-2 0,0 0-6 16,0-2 2-16,0 0-5 0,0 1 5 15,0-1-10-15,0 0 1 0,0 1 1 0,0-1 1 0,0 2 17 16,0 0-7-16,0 0 4 0,-2 0-4 0,0 2 11 0,0 2-1 15,0 2 0-15,-13 29-3 0,-1 16-12 0,1 10 6 16,0 10-5-16,2 11 6 0,2 3-14 0,3 1 0 16,-1-4-8-16,2-14 4 0,-1-6-10 0,5-12 0 15,-1-5 6-15,0-6-3 0,2-4 6 0,2-3-8 16,-2-2 1-16,2-6-2 0,0-3 6 0,0-4-12 16,0-6-4-16,0-2-5 0,0-3-27 0,2 0-24 15,0-1-1-15,0-1-12 0,0 0-56 0</inkml:trace>
  <inkml:trace contextRef="#ctx0" brushRef="#br0" timeOffset="20169.14">25662 9784 885 0,'-2'-2'14'0,"0"-1"6"16,-7-12 4-16,-2-4-14 0,3 8 1 0,3 2-4 15,-1 0 3-15,5 5-8 0,-1 0 0 0,0 2-2 16,0 0-8-16,0 1-29 0,0-1 0 0,0 2-12 0,1 0-17 16,1 2-43-16,0-1-8 0</inkml:trace>
  <inkml:trace contextRef="#ctx0" brushRef="#br0" timeOffset="20465.75">26063 10497 443 0,'0'0'29'0,"-2"-2"51"0,0 1-56 0,1-1 7 15,-1 0 0-15,-2 0 3 0,-2-2-4 0,-5-3-14 16,2 1-1-16,-8-5-3 0,4 4 3 0,-5-4-16 0,-1 3 3 16,4 4-6-16,-11 1 8 0,4 1 5 0,-6 0-1 15,4 2 2-15,-4 4-1 0,-2 5 14 0,4 2-5 16,-7 8 7-16,9-16-11 0,0 25-4 0,0-2 1 15,7 0-2-15,0 2 0 0,6 0-1 0,4 0-3 0,1 0 0 16,4-4-5-16,-13-2 3 0,8-2 5 0,3-3 1 16,4-4 10-16,2-2 0 0,2-1 1 0,1-3-2 15,20-3-6-15,10-2 2 0,6 20-6 0,7-9 5 16,2-8-12-16,6-3-24 0,1-4-1 0,-5 1-13 16,4-5-34-16,-4 2-57 0,-2 1-106 0</inkml:trace>
  <inkml:trace contextRef="#ctx0" brushRef="#br0" timeOffset="21201.26">30503 15020 347 0,'0'-2'29'0,"0"-7"25"0,0-19-4 0,0 4-8 16,0 4-2-16,0 1 0 0,0 2-8 0,1 6-9 16,3 0-5-16,0 2 0 0,-2 3-5 0,0 3-4 15,-2 1 3-15,3-2-4 0,5 0 3 0,-1 1 11 16,2 1-8-16,-1 2 8 0,-1 2-8 0,3 5-8 0,-5 17 4 15,1 15-6-15,-3 4 6 0,3 3-10 0,0 8 7 16,3-2-7-16,-4 2 7 0,3 0-7 0,1-6 0 16,-3-2-2-16,3-5 2 0,0-7 3 0,1-5-2 0,3-4 4 15,0-5-1-15,0-3 11 0,-1-2-3 0,1-2 4 16,2-4-9-16,2-2 6 0,-2-1 4 0,2-4 0 16,1 11 5-16,-1-6 13 0,5-1-10 0,0-4 11 15,3-4-9-15,1-4-10 0,0-3 5 0,-2-4-8 16,2-4 3-16,-2 10-5 0,0-21 5 0,-4 0-6 15,-3-2-1-15,4 1-4 0,-7-7-3 0,-1 3 1 16,2 3-5-16,-5 6-6 0,-5 2-2 0,3 3-3 0,-1 4-25 16,4-1-24-16,-5 6-12 0,-4 7-4 0,-1-1-44 15,1 0-136-15</inkml:trace>
  <inkml:trace contextRef="#ctx0" brushRef="#br0" timeOffset="21451.23">31492 15453 240 0,'0'0'146'0,"0"0"-181"15,-2 0 173-15,0 0-92 0,1 0-19 0,-3-2-14 16,-4 0 0-16,-6 0-4 0,1 0 5 0,0 2-1 0,-2 0-3 16,-9 0 1-16,3 0 2 0,-5 2 3 0,0 2 7 15,6 2-3-15,-2 1 9 0,-3 4-2 0,5 0 2 16,-4 4-1-16,2-13-6 0,3 17-5 0,4 3-2 15,4-4 1-15,2 1-3 0,1 0-5 0,3-3 2 0,-6 1-1 16,1 0-1-16,5-3 3 0,3 1-8 0,2-2 7 16,0-2 1-16,2-1-4 0,1-3 1 0,1-1-4 15,20-1-9-15,4-3-18 0,0 0-10 0,4 17-5 16,1-6-52-16,-1-8-52 0,-1-3-73 0</inkml:trace>
  <inkml:trace contextRef="#ctx0" brushRef="#br0" timeOffset="21808.7">31784 15676 451 0,'0'0'30'0,"0"0"-19"15,-2 0 26-15,0 0-7 0,0 0-23 0,0 0 6 16,0 0 2-16,-1 0 1 0,-1 0 4 0,0 0-7 16,2 0 7-16,1 0-7 0,-1 0 4 0,0 0 7 15,0 0-2-15,0 0 4 0,2 0 1 0,0 0-14 16,2-2 8-16,0 0-9 0,2 0 6 0,14-9-8 15,12-6-6-15,-6 2 3 0,0 2-3 0,-3 0-3 16,-7 2 3-16,-2 9-4 0,1-12-4 0,-6 1 7 16,-1-4-3-16,-3-2 5 0,8 3-1 0,1-7 4 0,-7 3-1 15,-3 1 2-15,-2 1-2 0,-4 5 4 0,-1 2 3 16,3 7 0-16,-11 2 6 0,-9-13-6 0,-1 8-2 16,-3 5 0-16,-3 2 7 0,-1 7-11 0,2 6 2 15,2 2-6-15,4-2-2 0,1 17-4 0,3 1 5 0,1 1-4 16,2 0 1-16,8-3 4 0,1-1-7 0,-11-2 6 15,6 0 1-15,8-4-5 0,3-1 5 0,3-3-5 16,5-3 11-16,-5-2-10 0,31-4 3 0,9-7-4 16,5 0 0-16,17 24-14 0,2-18 2 0,13-10-7 15,1-11-25-15,-5-2-56 0,-1-4-69 0</inkml:trace>
  <inkml:trace contextRef="#ctx0" brushRef="#br0" timeOffset="23327.6">27281 14330 38 0,'0'0'12'0,"0"0"20"0,2 0-7 15,0 1 6-15,0 1-1 0,0 0 0 0,-2 0-16 16,0 0 10-16,1 1-9 0,-1 1 9 0,0 0-16 16,0 0 19-16,0-1-5 0,0 1 8 0,0 0-10 0,0-1 10 15,0 1-5-15,0-2 6 0,0 4-6 0,0-1 0 16,0 1 3-16,0 1-4 0,0-5-5 0,0 2 5 16,-1-1-7-16,-1 1 7 0,2 0-3 0,0 0-1 15,0-1 5-15,0-1-5 0,0 0 2 0,0 0 0 16,0 0 3-16,0 0-2 0,0-2-4 0,0 0-3 15,2 0 4-15,-1 0-2 0,1-2 2 0,0 0-7 16,0 0-3-16,0 0-1 0,0-2 1 0,-2-3 2 0,2-12-2 16,-1 1 1-16,-1-3-10 0,0-1 13 0,0 2-9 15,0-2 8-15,-1-1-13 0,-1-1 1 0,-4-2 7 16,4 0-3-16,0-2 4 0,2-1 1 0,2-1-5 16,0 0 5-16,2-1-7 0,1-3 3 0,1 3 1 0,1-3-1 15,1-1-2-15,-1-2-1 0,1-2-2 0,3-10 1 16,0 5 4-16,2-4-6 0,2-4 6 0,0 2-5 15,0-2 8-15,-1 3-7 0,-1 3 0 0,-1 7-1 16,-1 2-1-16,0 1-1 0,-2 7 1 0,2-1-1 16,-1 0 4-16,-3 4-2 0,-1 0 0 0,-1 2-1 15,3-4 2-15,-3 2-2 0,4-3 0 0,-1-3-1 16,1-3 4-16,-2-4-3 0,3-2-1 0,-1 0-3 0,-2 2 1 16,5 0 3-16,-3-2 3 0,0 2-1 0,-1 0 3 15,-1 6-8-15,0 1 3 0,1 4-5 0,-3 4 5 16,3 0 2-16,-1 2 0 0,1 0 0 0,-1 1 1 15,1-3-3-15,-1 2 0 0,0 1-1 0,1 1 3 0,-1 1-6 16,3-1 2-16,-1 1-3 0,0 1 6 0,0 1-2 16,3 0 2-16,-3 4-1 0,2-1 0 0,-7-1-4 15,11 2-1-15,-1 0 0 0,5 0 3 0,-4 0 6 16,3 0-4-16,3-2 4 0,-3 2-4 0,5 0-1 16,5-2 0-16,-2 0-1 0,1-2 2 0,1-1-1 15,-2 1 3-15,0 0-2 0,0-1-3 0,-2 1 2 16,0 0-2-16,2 3 3 0,-1-3 6 0,2 4-7 0,-2-4 1 15,1 4-3-15,-2-2 1 0,0-1 2 0,2 3 1 16,-2 0 1-16,0 0 1 0,4-2-7 0,-2 2 2 16,0 0-4-16,2 3 6 0,-2 3 3 0,0-4-1 15,2 2 1-15,0-2 1 0,1 1-5 0,8 3-2 0,-3-1-1 16,3 3 2-16,-2-3 0 0,-1 1 5 0,3 0-3 16,4-1 8-16,3 3-11 0,-3 1 3 0,0-2-4 15,-2 1 6-15,-4-1 0 0,0 2-2 0,-3-1 2 16,1 1-2-16,-1-1 0 0,1 1-3 0,5 0 3 15,1 0 0-15,1 1-3 0,7-3 5 0,3 1-4 16,4-1 2-16,1 0 3 0,3-1-3 0,-2 0 2 16,1-3-6-16,3-1 5 0,-6 2-1 0,-1 0 2 0,-2 1-2 15,1-1-1-15,-1 3 2 0,3-3-1 0,2 3-4 16,5-1 1-16,2 0 3 0,4 1 0 0,-4-1 0 16,2 1 0-16,-7 0-1 0,-4 1 1 0,0-3 6 0,-6 3-5 15,0-1-1-15,2 3-1 0,0 1-4 0,4 0 6 16,4-2 0-16,3 0 2 0,4 1-3 0,-2-1-1 15,-3 2 4-15,-3 0-2 0,-9-3 1 0,3 1 0 16,-7-2-5-16,-3 5 3 0,0-1 3 0,-6-19-5 16,-1 8 7-16,-5 6-7 0,1 1-3 0,0 3 5 15,-1 1-4-15,1 0 4 0,2 0 1 0,1 2-18 16,-5-2-7-16,4 2-7 0,-6 0-48 0,0 0-109 16</inkml:trace>
  <inkml:trace contextRef="#ctx0" brushRef="#br0" timeOffset="24648.02">27173 14354 81 0,'0'0'15'0,"0"1"27"16,0 1-21-16,0 0 8 0,0 0-7 0,0 0 5 0,0 0-12 16,0 0 8-16,0-1 8 0,0 3-3 0,0 0 3 15,2-2 8-15,0 0-2 0,-2-1 7 0,0 1 24 0,0 0-21 16,0 0 8-16,0 0-15 0,0 0-7 0,0 0-15 15,0-1 1-15,0 1-5 0,0 0 1 0,0 0 1 16,0 0-5-16,0-2 3 0,0 0-6 0,0 0 3 16,0 0 1-16,0 0 0 0,0 0-2 0,-2 0-1 15,0 0-1-15,1 0 2 0,-1 0 4 0,0 0-7 16,0 0 8-16,0 0-6 0,0 0 4 0,0 0 0 16,1 0-4-16,-1 0 3 0,0-2 5 0,0 0-9 15,0 0 4-15,0-3-5 0,-5-12 1 0,-1-5-1 16,3 0 2-16,-1-3-2 0,3-2-1 0,1 1-2 0,2 0 0 15,0-4 2-15,0 0 3 0,0-1-3 0,2-1 1 16,-1-1-2-16,1 1-2 0,2-1 5 0,-2 1-8 16,2-1 8-16,-3-1-3 0,1 1-2 0,2-4 2 15,-2-1-4-15,0-2-7 0,0-3 10 0,-1-2-3 16,1 1 6-16,-2-3-6 0,2 1-4 0,0 3 4 0,0 1-3 16,2 4 2-16,-1-1 1 0,1 0-1 0,3 0 0 15,1 0 6-15,5 2-2 0,0 0-4 0,2 2 0 16,1-2-9-16,1-2 9 0,2-2 0 0,-1-4 2 15,-1-1-3-15,0-6 1 0,1 4 4 0,-1-2-3 16,2-2 0-16,-3 3 4 0,1-1-5 0,-4 2 3 16,-2 7-6-16,2 2 4 0,-2 0-1 0,0 4 2 0,1-2-5 15,-1 3 7-15,-2 3-6 0,0-1 5 0,-1 2-9 16,1-1 7-16,2-3 3 0,0-3 1 0,2-5-5 0,-2-1-2 16,0 0 2-16,1 0-2 0,-1 1 0 0,0-3 5 15,0 1-3-15,-2 1 5 0,1 4-5 0,-1 2 0 16,0 2-3-16,0 3 2 0,1 0 0 0,1 3 0 15,0 3 1-15,0 0-1 0,0 2-3 0,2-2 1 16,-2 3 5-16,1 1-2 0,-1 0 4 0,0 3-4 16,4-3-1-16,-2 1 0 0,2-1-3 0,-2 0 6 15,0 1-3-15,1-5 2 0,-1 2-4 0,0 0 3 16,2-2 0-16,-2 4 0 0,2-2 4 0,2-4-6 0,1-2 2 16,-3 6-3-16,-13-2 8 0,20 4-5 0,1 1-1 15,-3-1-3-15,-1 4 0 0,-3 1 5 0,7 0-1 16,1 2 1-16,-2 2-1 0,6-2-4 0,-2 4 4 15,0-2-2-15,4 2 6 0,-4 0-6 0,0 2 3 16,0-2-3-16,1-1 4 0,3 1-2 0,2 0-1 0,-1 0-2 16,5-2-5-16,-1 4 8 0,2-1-3 0,4 1 3 15,-2 4-3-15,9-5 4 0,0 3 0 0,3 1 3 16,2-1-7-16,3 1 7 0,0 1-8 0,5-1 8 16,-2 1-7-16,-3-3 2 0,0 1 3 0,-4-1-2 15,4 1 4-15,5 1-4 0,4-1-1 0,9 1-2 16,4-1-1-16,4-1 0 0,1 3 6 0,-7-4-2 0,1-3 5 15,-7 3-6-15,1-2-2 0,3 4 0 0,4-3 8 16,2 3-5-16,5-1 3 0,-3 1-4 0,-2 3-5 16,-4-3 8-16,-9 1-5 0,-6-1 6 0,-5 0-6 15,-4 3 5-15,-2 2 1 0,-2-22 1 0,0 11-2 0,1 7-4 16,1 4 1-16,-9 2-3 0,1 0 2 0,-5 0 2 16,-3 0-4-16,1 0 4 0,-1 0 6 0,-5 2-6 15,-3-2 4-15,-4 2-6 0,-5 0-17 0,2 0-25 16,-3 0-19-16,-4 0-4 0,-1-1-94 0</inkml:trace>
  <inkml:trace contextRef="#ctx0" brushRef="#br0" timeOffset="25917">27108 14556 112 0,'0'0'21'16,"0"0"-2"-16,0 0 21 0,0 2 0 0,0 0-1 15,0-2 5-15,2 2-17 0,0-2 5 0,0 1-9 16,0 1 6-16,0 0-8 0,0 0 6 0,-1 0-6 15,1 0 7-15,2 0 1 0,0-1 2 0,-1 1 0 16,1 0 2-16,0 0 6 0,0 0-8 0,-1 0 6 16,-1 0-13-16,0-1-5 0,0 1 5 0,0-2-5 0,0 0 6 15,-1 0-1-15,1 0-4 0,0 0 3 0,0-2-2 16,0 1-2-16,0-1 3 0,0-2-4 0,1-9-3 0,3-11-1 16,-1 0-1-16,1-2 1 0,-2-2-7 0,-1-2-2 15,-1-3 1-15,-2 1-1 0,0-3 3 0,0 2 0 16,0-1-3-16,0-1 1 0,0-2 0 0,-2-4-1 15,1 4-2-15,-1-4 1 0,-2 0-5 0,2 2 1 16,0-4 6-16,0 1-3 0,1-1-1 0,-1-11 5 16,0-2-4-16,2-3 5 0,0-6-8 0,0 7 2 15,0-1-3-15,-2 5 1 0,0 4-5 0,0 4 8 16,0 5-2-16,-1 2 3 0,1 2-5 0,0 3 3 0,-2-1-2 16,2 3 1-16,-1-1 0 0,-1-2-2 0,0-4 7 15,1-2-6-15,1-6 6 0,0-3-7 0,2-4 2 16,-2-3-2-16,2-3 8 0,0 1-7 0,0 5-1 15,2 6-1-15,2 1 8 0,-1 5-6 0,1 1 3 0,0 4-5 16,-2 0 2-16,-1 1-1 0,3 5 1 0,0-3 1 16,0 3 3-16,3-6-5 0,0-2 1 0,3-2 0 15,-1-4 7-15,2-3-7 0,0-2 2 0,4 0-4 16,0 0 2-16,-2 1 7 0,2 5-4 0,-4 1 3 16,2 0-9-16,0 3 0 0,-2 1 3 0,0 3 0 15,0 1 7-15,1 3-9 0,-3 1-1 0,0-1-2 16,0-1 15-16,-1-2-10 0,-1 5 4 0,4-7-5 0,2-2 2 15,0 3-3-15,0-6 2 0,2-3-3 0,-2 3 2 16,0-7 5-16,0 8-4 0,2-1 5 0,0 1-2 16,2 2-3-16,-1 0 2 0,-1 4-2 0,2 1 2 0,0 3-2 15,-1 1-2-15,1 2 1 0,0 0 1 0,-1 0 0 16,-1 2 0-16,0 2 0 0,0 0 5 0,4-4-6 16,-3 0 4-16,3-3-4 0,-17 3 3 0,16 0 1 15,1-2 0-15,-1 3 0 0,1-3 0 0,0-4-3 16,-1 5 3-16,4-1-2 0,-5 2 5 0,4 4-3 15,-1 0-4-15,-1 0 1 0,3 3-1 0,0-1 3 16,6 2-2-16,-2-1 3 0,4 1-8 0,1 3 4 16,-1-2 1-16,5 3 2 0,-1-3-2 0,5 2 0 0,-8 3-3 15,3-1 3-15,-3 2 0 0,-1 2 0 0,3-2-1 16,-1 2 1-16,-1 1 2 0,1 1-1 0,1 2 1 16,-1-1-2-16,3 1-3 0,2 1-1 0,1 1 1 15,2-1-1-15,1-1 6 0,4 1-2 0,3 0 2 0,2-1-2 16,0 1 2-16,0-1 0 0,-5-2-1 0,0 1 1 15,-1 1-2-15,-3-1-1 0,4-1 0 0,1 2-1 16,6-1 3-16,4 1-4 0,7 1 4 0,5-1-4 16,1-2 6-16,7-1-1 0,-5 3-2 0,-4-1 0 15,-4 1-5-15,-4 0 6 0,3-5-1 0,-3 7 4 16,-2-1-4-16,8 3-4 0,-1-1 3 0,-1 0-2 16,15 0 11-16,-8-1-7 0,3-1-1 0,-3-5-2 0,-16 2 2 15,2 1 0-15,-2 3 3 0,1-1-3 0,5 1 3 16,5-5-4-16,5 3 1 0,6 3-1 0,2-5-2 15,6 0 4-15,-8-4-1 0,-4-6 0 0,-3 8-8 0,-8-2-9 16,1 4-7-16,1-2-4 0,0-1-60 0,4 1-103 16,7 2-97-16</inkml:trace>
  <inkml:trace contextRef="#ctx0" brushRef="#br0" timeOffset="27840.19">32053 11247 113 0,'0'0'25'0,"0"-2"39"0,0 1-18 0,0-1-19 0,2-2 8 16,-2 2-13-16,3-9-2 0,3-2-14 0,1 0 4 15,1 2-6-15,-1 0 6 0,4-4-3 0,-3 4 5 16,1-4-1-16,0 2 20 0,1-2 0 0,1-2 0 0,-2 4 2 15,-1 0-1-15,-5 4-5 0,1 0 6 0,-2 3-4 16,0 1-2-16,0-1-5 0,-1 2-1 0,-1 3 2 16,2-3 10-16,0 0-16 0,0 0 5 0,0 3-7 15,-2-1 21-15,0 0-5 0,0 2 1 0,-2 0-3 16,0 2-9-16,0 1 0 0,-1 18-3 0,-10 5 1 16,-4-2-11-16,0-2-2 0,8 1 3 0,-4 1-3 15,7 0 1-15,4-2-8 0,-3-2 2 0,-10 1-2 0,4-1 8 16,3-1-4-16,3-1-3 0,3-1 1 0,2-2-4 15,0 0 10-15,2-2 0 0,0-2 2 0,1 0-10 16,1-2 8-16,0-1-6 0,-2-1 8 0,9-1-6 0,0-1-1 16,0-1-2-16,-2 0-2 0,4 0-19 0,-3 3-24 15,-3-1 0-15,1-3-10 0,-3-1-14 0,-1 0-110 16,0 0-1-16</inkml:trace>
  <inkml:trace contextRef="#ctx0" brushRef="#br0" timeOffset="28001.15">32335 10794 906 0,'-2'-2'19'0,"2"1"24"16,-9-18-30-16,5 10-6 0,1 1-4 0,3 6 2 15,-2-1 1-15,0-1-26 0,0 2-6 0,0 0-11 16,0 0-53-16,0 2-25 0,1 0-11 0</inkml:trace>
  <inkml:trace contextRef="#ctx0" brushRef="#br0" timeOffset="28415.53">32424 11171 167 0,'0'2'31'0,"0"0"44"0,0 0-23 0,0 0-15 15,-2-1 3-15,1 3-9 0,-5 9-5 0,-3 6-9 16,-1 1 6-16,1 1-7 0,-2 1 8 0,0 0 1 16,2-1-6-16,-1-1 4 0,-1 2-6 0,2-1 5 15,0-3 7-15,1-3-3 0,1 2 11 0,1-6-7 16,2-2 6-16,3-1-5 0,-1-3 11 0,2-1-8 16,0-2 1-16,0 2-2 0,0-1-1 0,0 1-15 15,0-2 1-15,0 0-5 0,2 0 2 0,-1-1-10 0,3-1 3 16,5 0-4-16,12 0 3 0,-3-3-1 0,3-1-7 15,-1-2 4-15,-1 3-3 0,1-1 0 0,-3 0 5 16,0 2-4-16,-4 1-3 0,-2 1 8 0,0 0-6 16,-5 0 5-16,5 0-11 0,-4 1 9 0,1 1 0 15,-3 0 3-15,-3-2-11 0,0 0 8 0,7 11-4 0,-1 2 6 16,-3-2-6-16,-1 1 5 0,-2-3 1 0,-2 0 2 16,0-1 2-16,-2-1-2 0,-2 0 1 0,2 1-2 15,-22-3 2-15,-4 1-6 0,0 0 6 0,1-3-7 16,-1 3 8-16,2 11-11 0,2-6-6 0,3-4-1 15,3-3-26-15,5-2-43 0,1-2-8 0,7 0-19 16,-1 0-103-16</inkml:trace>
  <inkml:trace contextRef="#ctx0" brushRef="#br0" timeOffset="29014.42">32105 10135 217 0,'0'-2'24'0,"0"0"31"0,0-1-15 0,-2-7-4 16,2-1-8-16,0 0 2 0,0 2-19 0,0 1 9 15,0-1-5-15,0 0 5 0,0 1-5 0,0 1 2 16,0 1 6-16,0 3-2 0,0-1 10 0,0 2-15 15,0 0 2-15,0-1-5 0,0-1 8 0,0 0-3 16,-2 2-1-16,2 0-1 0,-2 1-4 0,0 1 2 0,1 0 2 16,-1 0-3-16,0 1-9 0,0 1 1 0,2 0-1 15,-11 17 2-15,0 3-6 0,1 0 5 0,3 1-4 16,0 3 5-16,1 1-3 0,2-2-3 0,2-1 3 16,2-9-2-16,0 3 2 0,2 1 6 0,0-3-3 0,2 1 3 15,-2-6-12-15,0-1 5 0,-2-7 1 0,1 3 3 16,1-1-1-16,0 1-5 0,0 1-7 0,0-3-1 15,-2-2-28-15,2 2-106 0,-2-1-62 0</inkml:trace>
  <inkml:trace contextRef="#ctx0" brushRef="#br0" timeOffset="29188.8">32404 9803 488 0,'0'-2'310'0,"0"0"-456"16,-2 0 379-16,0-1-223 0,0-3-12 0,2 4 6 16,-2-2-7-16,1 1 7 0,-1-1-8 0,0 2-39 15,0 0-9-15,-2 0-15 0,1 2-69 0</inkml:trace>
  <inkml:trace contextRef="#ctx0" brushRef="#br0" timeOffset="29537.91">32382 9918 248 0,'0'0'29'0,"0"0"-5"0,0 0-4 0,0 2 15 15,0 0-21-15,-2 1 5 0,-2 14-2 0,-2 5-6 0,1 2 4 16,-3 4-9-16,1 2-1 0,0 0-2 0,-1-1 0 16,1-3 8-16,-1 0 5 0,3-3 3 0,1-3-1 15,0 1-2-15,2-5 9 0,1 1 1 0,1-2 2 16,0-8 1-16,0-1 8 0,0-2 0 0,0-3 5 15,0 1 2-15,1 2-16 0,1 0-2 0,2-2-4 16,-2-2-3-16,15 3-8 0,-1-1 3 0,1 0-4 0,2 0-2 16,-5-2 14-16,3 0-5 0,-2 0 6 0,0 2-11 15,0 1 5-15,-2 3-2 0,0 3 3 0,0 1-10 16,-2 3 9-16,-4 5 1 0,1 1 3 0,-5-4 1 0,9 1-7 16,-3 1 0-16,-5-6 0 0,-3 0 9 0,-1-1-10 15,0-5 1-15,-3 1-4 0,-7-1-10 0,-17-1 2 16,-5-2 1-16,-1 0 0 0,-1 18-4 0,-1-5-37 15,-2-6-18-15,1-3-8 0,1-3-79 0,5-3-224 16</inkml:trace>
  <inkml:trace contextRef="#ctx0" brushRef="#br0" timeOffset="32170.25">29656 11552 36 0,'0'0'-5'0</inkml:trace>
  <inkml:trace contextRef="#ctx0" brushRef="#br0" timeOffset="34903.37">28956 11351 84 0,'0'0'11'0,"0"0"0"15,-2 0 10-15,0 0-5 0,0 0 4 0,0 0 7 0,-1 0-3 16,-5 0 0-16,1 2-3 0,-6 0-2 0,2 0 13 16,1 0-3-16,-3 1 4 0,-5 1-4 0,3 0-6 15,-2 0 2-15,1-1-6 0,3 1-1 0,-2 0-8 16,0-1 2-16,-2 3-4 0,4 0 5 0,-2 1-11 15,-1 0 2-15,1 1-4 0,-4 1 0 0,3 0 2 16,-1 1 4-16,0-1-5 0,-1 2-6 0,1 0 8 16,-2 2-4-16,1 0 7 0,-1-2-6 0,2 1-1 15,1-1 5-15,5-4-2 0,1 1 9 0,3-3-7 16,1-3-4-16,1 5 1 0,-1 3 1 0,2-3 2 0,1 2 0 16,1 1-1-16,0 1-3 0,-7 0 0 0,-1 4-1 15,5-4-1-15,-3 4 7 0,3 0-1 0,1 0-2 16,0 3-2-16,3-1-7 0,1 0 5 0,0-3 5 15,1 1-1-15,1-2 1 0,2 4 3 0,2 1-5 16,-3-5 4-16,3 2-11 0,-1-4 6 0,1-1-3 0,3 1 5 16,-3-6-2-16,7 7-2 0,4-5 3 0,-1 2-1 15,3 2 0-15,-1-3 13 0,3 1-11 0,3-5 13 16,-2 7-1-16,4-5 2 0,2-5 4 0,2 5-4 16,5 14-8-16,6-5 7 0,-4-4-6 0,9-3 5 15,-1-3-11-15,3-1 5 0,1-2 3 0,1 0-1 0,-8-2-2 16,1 0-6-16,-2-2-3 0,-2 2 1 0,-2 0 0 15,2 0-4-15,2 0 6 0,0 0-5 0,3 0 4 16,1 2 2-16,1 3-6 0,6 1 4 0,-5 1 3 0,3 1-4 16,-2-3 4-16,0 1-4 0,-3 0-6 0,-4-3 6 15,-4 1-3-15,0 0 4 0,0-1-1 0,-5-1-2 16,5 0 4-16,-2 0-2 0,2-2 7 0,2 0-6 16,-2 0 2-16,8 0-3 0,0 0 6 0,5 0 0 15,2-2-4-15,0-2 3 0,2 1-4 0,-2-3 0 16,0 1 4-16,-2-3-3 0,-6-1-2 0,-1 0 0 15,0-3 2-15,-4 3 0 0,1-2 2 0,1 0-4 16,2 0 1-16,2-2-1 0,1 2 5 0,2-4-5 0,2 0 2 16,-1 2-3-16,1-2 3 0,-6 0-4 0,-3 0 2 15,2-3-3-15,-10 1 3 0,4-3 0 0,-5 1-2 16,-4 2 2-16,-4 14 7 0,2-20-2 0,0 3-3 16,-4-2 0-16,4-1-5 0,-5 3 3 0,-1-2 1 0,-1-1 1 15,1 1 9-15,-3 0-9 0,1-2-1 0,-1 1-1 16,2 1 2-16,-3 0 0 0,3-2 2 0,-4 5-3 15,0-3 1-15,-4 3 0 0,-2 1 4 0,-1-1-3 16,-7 1 3-16,1 3 9 0,9-2-4 0,-3 2 6 16,-3 2-5-16,-1-2 0 0,-2-3-4 0,-2-1 4 15,0 1 0-15,-2 1-7 0,-2 4 8 0,-1 2-8 16,-4-4 9-16,-1 2-8 0,8 2-1 0,-16-6-1 16,-1 0 5-16,1 4-4 0,-3-1 2 0,3 2-2 0,-5 1 8 15,-1 0-9-15,0-2 8 0,-4 4-8 0,0-4-1 16,1 2 6-16,-5 0-7 0,-3-1 6 0,-4 3-6 0,-8 2 5 15,-1-1-2-15,0 5 1 0,-8-5-11 0,-5 1 8 16,1 1-3-16,-3-1 7 0,2 1-7 0,3 2 6 16,-3-1-6-16,-4 3 7 0,0 0-5 0,-11 0-2 15,-6-29 1-15,-1 18-1 0,-4 7 5 0,5 4 6 16,8 0 0-16,7 2 1 0,7 0-7 0,5 0-2 16,-1 0 4-16,0 0-4 0,-3 2 0 0,-1 2 3 15,1 2-4-15,0-1 4 0,-3 3-6 0,5 1-3 0,-1 0-2 16,8 2 1-16,2 0 4 0,1 4-16 0,1 6 0 15,-2-18-10-15,-2 33-16 0,-6 5-8 0,-5-1-6 16,-10 5-1-16,-1 1-32 0,-6 3-87 0</inkml:trace>
  <inkml:trace contextRef="#ctx0" brushRef="#br0" timeOffset="37951.33">29507 11231 83 0,'0'-2'29'0,"0"0"26"16,0-2 12-16,2-7-8 0,0-8-2 0,0 3-3 16,0 1-9-16,1-4 5 0,-1 3 0 0,0-3 1 15,0 2-10-15,0 6-8 0,-2 2-7 0,0 2 2 16,0-1-11-16,0 1-1 0,0-1 0 0,0 5 1 0,0-3 6 15,0 4-5-15,0-2-2 0,0 1-1 0,0-1-5 16,0 2-3-16,0 0 2 0,0 0-5 0,0 1-7 16,0 1 6-16,-2 0 3 0,0 1 2 0,0 1-5 15,0 2 4-15,-7 16-4 0,-2 6 5 0,2 0-7 0,1-3 7 16,1 1-8-16,-1-2 6 0,3 4-6 0,-1 0 3 16,1-2 2-16,1 0 0 0,0-1-5 0,1-1 9 15,-3 0-6-15,1 0 5 0,-1 3-7 0,2-5 9 16,1 2-3-16,-1-3 4 0,0-1-5 0,2-1 0 15,0 0 0-15,2-2 0 0,0-2 0 0,0-2 9 16,0 0-3-16,0-4 3 0,0 1-11 0,0-4 1 16,0-3-1-16,0 1 0 0,2 2-7 0,0 0-8 15,0-1-4-15,0-1 0 0,2 0-4 0,-1 0-18 0,-1-2-1 16,4 0-11-16,-3 0-38 0,1 0-125 0</inkml:trace>
  <inkml:trace contextRef="#ctx0" brushRef="#br0" timeOffset="38144.71">29669 10896 558 0,'-2'-1'125'0,"0"-3"276"0,-2-4-382 15,-1-1-15-15,3 5 0 0,0 1-4 0,0-1-4 16,-1 0-7-16,-1 2 1 0,0 1-6 0,2-1-28 15,0 2-30-15,1 0-14 0,-1 0-4 0,0 2-52 0</inkml:trace>
  <inkml:trace contextRef="#ctx0" brushRef="#br0" timeOffset="38575.75">29758 11466 340 0,'0'0'97'0,"0"0"-104"0,0 0 101 16,-2-1-48-16,0-1-31 0,0 0 19 0,1 0-1 15,-1 0 5-15,0 0-16 0,0 0-7 0,0 1-7 0,0-1 3 16,2 0-11-16,0 0 8 0,0-2 2 0,0 1 3 16,0-1 2-16,0 0 4 0,-2 0-1 0,2 3 3 15,-1-7 9-15,-1 3-7 0,0 1 2 0,0 0-6 16,0 0-5-16,-2 3 2 0,-5-7 2 0,-6-1-2 15,2 1 1-15,0 3-6 0,-7-1-1 0,5 4-1 16,-5 2-5-16,3 0 6 0,0 2-7 0,-1 2 7 0,3 2-1 16,-2 1-7-16,4 0 2 0,0 3-5 15,2-1-5-15,2 10 8 0,1-3-2 0,3 3 4 0,1-2-5 16,2-3 1-16,-9 3 1 0,5-4 0 0,3 2 1 16,1-2 3-16,2 0 1 0,0-2-1 0,2-2 2 0,1-1 2 15,3 1-1-15,5-1 1 0,13-5-3 0,6 3 3 16,0-2-1-16,5 16 2 0,-2-7 3 0,3-4-5 15,-1-3 4-15,0-4-6 0,0-2 4 0,-1-2-7 16,-3-2 1-16,-5 0-2 0,0 1 4 0,-7-1 1 16,-2 0-6-16,-4 2 2 0,-4 1-9 0,-2-1-21 15,-1 0 3-15,-2 2-11 0,-1-2-20 0,1 0-30 16,0 0-6-16,0 0-18 0,-3 1-119 0</inkml:trace>
  <inkml:trace contextRef="#ctx0" brushRef="#br0" timeOffset="39276.58">30101 11218 172 0,'0'0'75'0,"0"-2"-62"0,-1 0 79 0,-1 0-30 16,0 0-8-16,-2 0-2 0,0 0 3 0,3 2-5 15,-7-3-23-15,3 1-10 0,-3 0-1 0,3 2-1 0,-3 0 3 16,3 0 0-16,1 0 2 0,0 0 0 0,-1 0 10 0,3 0 5 15,-2 0-2-15,0 0 4 0,1 0-2 0,1 0 6 16,0 0-3-16,0-2 2 0,0 0-11 0,0 0-16 16,2 1 3-16,0-1-6 0,2 0 8 0,0 0-8 15,0 0 2-15,2-2-5 0,5-1-9 0,8-4 7 16,-2 1-3-16,-1 3 5 0,-1 1-9 0,-2 2 4 16,1 0-2-16,-3 2 4 0,-2 0-2 0,-1 0-1 15,-2 0 1-15,-1 0-2 0,1 0 0 0,0 0-10 16,-1 2-7-16,1 0-3 0,-2 0-27 0,0 0-20 15,0 0 1-15,0-1-8 0,-2 3-8 0,0 0-8 0,0 3-48 16,0-1 19-16,-2 1-95 0</inkml:trace>
  <inkml:trace contextRef="#ctx0" brushRef="#br0" timeOffset="39517.24">29999 11377 344 0,'0'0'41'0,"-1"0"73"16,-1 0-81-16,0 0-10 0,-2 0 3 0,0 0-3 16,1 0 11-16,-1 0-14 0,0 0 4 0,1 2-6 15,1-2 20-15,0 2-5 0,0-2 4 0,0 0-4 0,2 0 5 16,0 0-4-16,0 0 1 0,2 0-4 0,0 0-5 16,2 0-12-16,5 0-1 0,11 0-3 0,-1-2-2 0,-1 0 2 15,1 0-3-15,-2 1 1 0,-3-1-10 0,-1 2-10 16,-1 0-4-16,-3 0-4 0,-2 0-30 0,1 0-30 15,-3 0-5-15,3 0-10 0,-1 0-37 0</inkml:trace>
  <inkml:trace contextRef="#ctx0" brushRef="#br0" timeOffset="40046.51">30588 10906 244 0,'-2'-2'47'0,"0"0"90"16,0 0-122-16,-1-2 3 0,-1 1-5 0,-2-1 4 0,-7-5 5 15,4 3 1-15,4 2-6 0,1 1 1 0,0-1-14 16,2 0 7-16,0 1 6 0,1-1-1 0,-1 0 6 16,0 0-3-16,0 3-3 0,0-1 1 0,0 0 8 0,0-2-5 15,1 2-1-15,-1 0-3 0,0 1-4 0,2-1-3 16,0 0 7-16,0 0-7 0,0 0-8 0,0 0 10 16,0 2-11-16,0 0 11 0,0 0-7 0,0 2 8 15,0 0 2-15,0 0 0 0,0 2-2 0,0 3 3 16,-4 10-1-16,0 3 2 0,-1 1 0 0,-3 1-13 15,3 2 2-15,-3 0-4 0,1 6 5 0,1 0 0 16,1-4 2-16,-3 5-2 0,3-1-6 0,-1 1 0 16,1-1 0-16,-1 0 1 0,-1-1 1 0,-1 1 0 15,3 2 2-15,-3-1-1 0,1-5 1 0,-1 2-3 0,-1 2-2 16,0 0 1-16,0-1 3 0,-1 1-1 0,1 2 0 16,2-3-2-16,-1 3-2 0,1-4 4 0,1 0 0 15,1-2 2-15,1 0-1 0,-2 0-1 0,1-4 3 16,1-5-1-16,0-3 9 0,1-1-10 0,-1-2 5 0,0 1-6 15,2-3 3-15,2-5 4 0,0-3-8 0,0 3 6 16,-2 0-22-16,1 0-29 0,-1-3 0 0,0 1-12 16,0-2-27-16,0 0-75 0,2-2-23 0</inkml:trace>
  <inkml:trace contextRef="#ctx0" brushRef="#br0" timeOffset="40575.11">30417 11026 499 0,'0'-1'46'0,"0"-1"73"0,-2-2-100 0,0-5-13 16,1-1-4-16,1 7 0 0,0-3 2 0,0 2 3 16,0-1 4-16,0-1-2 0,1 1 5 0,1-1-1 15,0-3 2-15,24 1 0 0,0-1 7 0,2 0 6 16,0 3-4-16,-4 1 3 0,2 1-15 0,-4-11 1 15,1 4-3-15,-5 5 4 0,-3 5-4 0,-2 1 10 0,-6 0-6 16,-1 1 7-16,-2 1-1 0,-2 2-3 0,12 20 5 16,-3 4-6-16,-5-2-9 0,-6 0 1 0,-2 0-1 15,-5 2 2-15,-2 0 7 0,-3-4-9 0,1-2 0 16,8-3-2-16,-20-3 3 0,-3-1-8 0,-3 0 4 0,4-4-4 16,-1-5 5-16,2 1 3 0,8-3 0 0,1 0-1 15,5-1-7-15,5 1 0 0,-3 2 3 0,5-3 0 16,-1 1 6-16,0-2-11 0,1 0-1 0,1 0-2 15,0-1 6-15,0 1 0 0,2 0 3 0,0 0-3 16,2 0-1-16,0-2 3 0,1 0-4 0,7 2 2 16,8 0-6-16,1-1 6 0,5 1-1 0,-4 2 2 0,1 0-3 15,-1 1 1-15,-7 1-2 0,-5-2 2 0,1 1-5 16,-5-3 5-16,-2-2 3 0,1 7 1 0,3 1-5 16,-1 1 4-16,1 0-2 0,-2 3 5 0,-2-5-4 15,-2 2 0-15,-2 1 0 0,0-3 1 0,-4 2 5 0,-5 1-5 16,-13-3-1-16,-8 0-1 0,5-1-4 0,1 0 10 15,-2-1-2-15,5-1 6 0,-4 0-7 0,4-1-6 16,8 1 2-16,1-2-5 0,6 0 8 0,3 1 4 16,-1 1-6-16,4-4 4 0,0 0-9 0,-1 4-34 15,-1-2 3-15,2 0-15 0,0-1-16 0,2 1-19 16,2-2-6-16,0 0-13 0,11-2-98 0</inkml:trace>
  <inkml:trace contextRef="#ctx0" brushRef="#br0" timeOffset="40973.61">30980 11004 551 0,'0'-2'37'0,"0"0"-4"0,0 1 0 0,-2-3 5 0,2 0-17 16,-4-5-3-16,2 3 2 0,0 1 4 0,1-1-4 15,-1 1-9-15,0-1 2 0,0 2-4 0,0 1 5 16,2 1 3-16,-2-2-1 0,0 0 1 0,1 1 0 0,-1 1 4 15,0 0 6-15,0 0-6 0,0 0 6 0,0 0-3 16,0 0-3-16,1 1 4 0,-1 1-5 0,0 0 0 16,0 0-8-16,0 1 1 0,-2 3-3 0,-5 11 3 0,-8 15-6 15,1 7 2-15,3-4-2 0,2 1 6 0,-1-1-13 16,5-5 9-16,0 2-9 0,-1-4 10 0,3-4-6 16,1 2-5-16,2-5 1 0,0-5-4 0,2 1 7 15,0-4 1-15,0-1 2 0,2-1 4 0,-2-3-4 16,2 1 5-16,2-1-6 0,-3-3 3 0,12 1-7 15,6-2 1-15,1 13-2 0,-1-6 6 0,1-2-1 16,3-1-2-16,1-2 1 0,-6-2-9 0,-3-2-6 16,0 0-3-16,-6 0-1 0,4-2-14 0,-5 0-14 15,-4 2 0-15,1-2-6 0,-3 2-7 0,0-6-32 16,11-12-17-16,-6 3-7 0,-1-2-65 0</inkml:trace>
  <inkml:trace contextRef="#ctx0" brushRef="#br0" timeOffset="41114.68">31201 10707 549 0,'0'0'53'16,"0"-2"-4"-16,2 0 34 0,-2 0-3 0,0-1-7 15,0-1-24-15,0 0-24 0,0 1 0 0,0-1-9 16,0 0-7-16,0 2-10 0,0 0-2 0,-2 1-5 16,0-1-22-16,0 0-33 0,2 0-10 0,0 0-9 0,0 0-54 15</inkml:trace>
  <inkml:trace contextRef="#ctx0" brushRef="#br0" timeOffset="41533.01">31323 10883 458 0,'0'0'31'0,"0"0"-1"0,-2 2 27 16,1 0-8-16,-1 0 3 0,-2 2-10 0,-3 5-14 15,-5 6 4-15,3 2-7 0,2 3-1 0,1-1-11 16,-1 5 5-16,-3 0-6 0,-1-6 8 0,0 7-10 15,6-1-1-15,-3 4-2 0,4-1 7 0,-1-2 2 0,-1-1-2 16,1-8 0-16,-1-1-6 0,4 2 5 0,-3-2-1 16,1-2 2-16,0 0-7 0,-1-6 10 0,-1 1-4 15,2-1 5-15,3-3-4 0,-1-1-7 0,0 1 4 16,2-2-5-16,-2 2-1 0,0-1 10 0,0 1-4 0,0 0 5 16,1-2-10-16,-1 0 4 0,0-1-5 0,2 1 3 15,0-2-6-15,2 0-2 0,0 0 1 0,1-2-1 16,8-1 5-16,2-3-1 0,2-1-2 0,4-3 1 15,5 1-3-15,-4 2-3 0,5 1 4 0,-11 4-3 16,-1 0 1-16,2 1-2 0,-2 1 0 0,4 0 1 16,-2 0 2-16,-6 1 0 0,0 3 0 0,-5-2 0 15,2 2 5-15,-5-1-3 0,9 10 6 0,-1 4-6 0,-3-4 6 16,-3 0-2-16,-1-2 2 0,0 0 0 0,-2 1 7 16,0-3-1-16,-2-2 3 0,-2 1-2 0,1-3 3 15,-21 1-11-15,-4 1 0 0,-9-1-2 0,1-1 3 0,-3-1-5 16,0-2 3-16,0 0-3 0,0 0 2 0,6 18-22 15,0-7-9-15,7-7-5 0,5-4-44 0,8-2-33 16,4 0-7-16,3 0-13 0,3 0-77 0</inkml:trace>
  <inkml:trace contextRef="#ctx0" brushRef="#br0" timeOffset="42265.39">31591 10672 331 0,'0'0'38'15,"0"-2"4"-15,-2 0 13 0,0-2-13 0,0 1 1 0,-4-10-3 16,-1 0-4-16,0 1 1 0,-1 1-2 0,1 0 4 16,-8-2-19-16,-4 2 4 0,-3-2-10 0,2 0-2 0,-6 2 4 15,-2-4-3-15,2 2 4 0,-4 0-7 0,-3 0 9 16,3 0-3-16,-3-4 4 0,-1 1-8 0,-1 1 2 16,-2 0-6-16,-2 2 4 0,0-2-1 0,2-2-1 15,1 3 2-15,1 4-3 0,0 3-4 0,1 1 3 16,-1 1 2-16,-2-5 0 0,0 3-4 0,-4 5 2 15,0-20-2-15,-9 7 2 0,2 9 2 0,-6 5-2 16,-2 1-4-16,4 1 1 0,-4 5-5 0,4 0 0 16,2 1 8-16,2 4-5 0,0 0-1 0,-1 4-4 15,1 4-5-15,-2-1 4 0,-2 5 4 0,0-3-1 0,-4 0 4 16,-1 1-4-16,-3-1 17 0,-3 1-12 0,2-5-1 16,3 3-3-16,3-1 3 0,8 1-4 0,6 0 2 15,3 1-3-15,4-18 1 0,3 28 0 0,1 1 2 0,0 4-2 16,-1 3-4-16,3 2 6 0,-4 7-2 15,2 7 4-15,3 9-10 0,-1-2 4 0,0 0 2 0,2-1 1 16,4-4 5-16,1-1-6 0,8-3-5 0,8-2 2 16,-5-5-3-16,-14 3 10 0,11-5-1 0,9 1 4 15,4 3-7-15,8 1 3 0,3 2-2 0,4 0 2 16,5 4 0-16,4 0 4 0,-18-6 1 0,31 1 1 16,0-7-3-16,6-5 3 0,0-1-4 0,5-5 2 15,6-3-4-15,7-4 7 0,17-1-1 0,9-9 2 0,12-2-8 16,5-1 1-16,-6-6-2 0,6-1 1 0,-5 0-4 15,4-1 7-15,11-1-3 0,8 35 5 0,-1-25-10 16,-4-12 4-16,-9-2-2 0,-8-4 3 0,0-3 2 0,13-4-12 16,-1-2 9-16,-1-2-9 0,-3-3 12 0,-19-6-5 15,-5-6-2-15,-12 21-1 0,0-37-1 0,1-6 9 16,-8-11 1-16,-4-6 2 0,-7-5-5 0,-11-3 6 16,-3-1-5-16,-8-4 6 0,-17-7 0 0,-10-17 6 15,25-16-3-15,-39-10 5 0,-17 4 6 0,15 13-2 16,-56 13-5-16,-11 4-1 0,-13 0-25 0,-11-6-30 15,-15 2-4-15,-30 15-15 0,-18 15-74 0,-11 25-253 0</inkml:trace>
  <inkml:trace contextRef="#ctx0" brushRef="#br0" timeOffset="56757.61">27859 4643 84 0,'0'-2'-9'0,"0"-2"8"0,0-20 2 16,0-5 1-16,0-3 12 0,1 2-1 0,1 1-7 15,0-3 5-15,2 2-5 0,0 4-7 0,1 2 8 0,1 0-2 16,-1 2 8-16,1 1 12 0,-1 3 8 0,1 1 1 16,0 0 2-16,-3 4 11 0,1 2-10 0,2 0 6 15,-3 4-8-15,1-1-3 0,-2 4-17 0,0 1 3 16,1-1-6-16,1 0-4 0,-2 4 11 0,5-3-8 15,-5 3 8-15,2 0-9 0,0 0 5 0,-1 1-5 16,-1 3 4-16,4 7-5 0,5 23-3 0,-7-3 1 0,-2 8-2 16,-2 2 4-16,0 2 0 0,0 0 2 0,0-4 0 15,1-6 6-15,3-1-7 0,2-3 7 0,-1-3-7 16,1-3 4-16,-1-7-7 0,3 3 2 0,-1-4-3 16,1 1 1-16,-1-3 0 0,1-1-7 0,-3-5 3 15,-3-3-19-15,5-2-27 0,5 7 3 0,-3-4-14 0,6 3-21 16,3-3-73-16</inkml:trace>
  <inkml:trace contextRef="#ctx0" brushRef="#br0" timeOffset="56920.85">28330 3633 932 0,'-2'-4'11'0,"-1"-13"1"0,-7-27 1 15,5 12-5-15,1 14 0 0,2 9-8 0,2 7-13 16,-2-2-3-16,-1 2-5 0,-1 0-35 0,2 2-21 0,-11 4-17 16,4 2-11-16,-1-1-172 0</inkml:trace>
  <inkml:trace contextRef="#ctx0" brushRef="#br0" timeOffset="57230.53">28553 4385 432 0,'0'0'18'16,"0"-2"-3"-16,-2 0 34 0,0 0-8 0,0 0 8 0,1 1-22 16,-3-1-16-16,-5-2 4 0,-6-2-9 0,-2 3 0 15,-3 1-3-15,-3 2 2 0,-3 5-1 0,-2 7 8 0,-3 4-8 16,1-12 4-16,-1 20-4 0,-1 4 8 0,6 0 8 15,-2 0-8-15,2-2 7 0,11 2-8 0,4-6 9 16,4-2-4-16,-6-1 5 0,5-4-3 0,5-6 5 16,1 0 3-16,2-3-2 0,0-1-7 0,7 8-1 15,6-9-3-15,28 2 1 0,5-4-11 0,-1 22 0 16,0-11-3-16,-5-10 1 0,-1 1-17 0,-1-2-15 16,-3-2-8-16,-4 0-1 0,1 0-21 0,-4 0-24 15,0 0-20-15,0 0-7 0,-1-2-97 0</inkml:trace>
  <inkml:trace contextRef="#ctx0" brushRef="#br0" timeOffset="57445.3">28902 4288 875 0,'0'-2'3'0,"0"-1"4"15,0-7 2-15,0 5-9 0,0 3 4 0,2-2-5 0,2 2-5 16,12-5-37-16,5 3 4 0,-5 4-15 16,3 2-14-16,-6 0-5 0,-4 0-48 0,2 2 16 0,1 1-131 15</inkml:trace>
  <inkml:trace contextRef="#ctx0" brushRef="#br0" timeOffset="57591.65">28935 4470 140 0,'0'0'44'0,"-1"2"-4"0,-1 0 29 15,0 0-1-15,0 0-7 0,0 0-9 0,0-1 4 16,0 1-7-16,1 0 3 0,-1 0-18 0,2 0-18 16,0 0 5-16,2 0-7 0,-1-1 10 0,3 1-15 15,15 0 7-15,14-4-10 0,-3-3 2 0,3-6-19 0,1-1-7 16,-3 3-4-16,3-2-20 0,-5 2-32 0,1-2-1 16,-2-2-18-16,2 0-89 0,-2 0 97 0</inkml:trace>
  <inkml:trace contextRef="#ctx0" brushRef="#br0" timeOffset="57849.49">29569 4095 638 0,'0'0'18'16,"0"-2"-5"-16,-2 1 9 0,0-1 8 0,0 0-11 15,0 0-15-15,-2 0 1 0,1 0-8 0,-1 2 5 0,0 0-7 16,1 2 5-16,-1 0 1 0,-2 4 1 0,3 21 0 15,1 5 8-15,-21 5-10 0,9 0 8 0,2 8-15 16,5 1 12-16,3 4-1 0,1 4 5 0,1 0-7 0,0-2 1 16,2-2 2-16,0-7-1 0,0-2-3 0,0-8 8 15,0-7-9-15,0-4 6 0,2-3-30 0,0-2-23 16,-1-4-10-16,1-2-14 0,0-2-130 0</inkml:trace>
  <inkml:trace contextRef="#ctx0" brushRef="#br0" timeOffset="58287.09">29374 4121 596 0,'0'-2'1'0,"0"-1"-4"15,0 1 8-15,2-9-4 0,-1 1 0 0,1 5-1 16,4-3-3-16,7 1-3 0,13 1 1 0,5 1 0 15,10-3 10-15,2 3 5 0,3 1 0 0,3-20 1 16,-5 11 1-16,-5 9-3 0,-2 4 5 0,-13 4-3 16,-3 2 11-16,-6 1-5 0,-10-3 3 0,-1 1-1 15,9 16 11-15,-6 1-14 0,-7 2 3 0,-3-2-7 0,-5 1 6 16,-1-5-10-16,-2 1 3 0,5-3-5 0,-14-3-2 16,3-1 4-16,0-5-7 0,10 0 5 0,0-3-6 15,5 0 3-15,-2 1 3 0,4-3-3 0,0 0-8 0,-2 2 7 16,2-2-3-16,-2 1 5 0,2 1-3 0,0-2 0 15,2 0-1-15,2 0 0 0,11 1 7 0,5 1-9 16,4-2 7-16,-7-2-9 0,2 0-1 0,-1 0 5 16,-9 0-1-16,-1 2 3 0,-3 0 0 0,-1 0-7 15,0 1 5-15,5 16-4 0,-5 1 12 0,-4 1-2 16,-6 1-3-16,-3-5 3 0,-2 3 13 0,-19-5-13 16,-3 0 9-16,5-4-11 0,-4-4 1 0,3 1-1 15,-1 10-2-15,4-6 2 0,5-5-3 0,7-3 2 16,4-2-3-16,-3-2 1 0,6 0-12 0,3 0-36 0,0 0 4 15,3 0-16-15,-1-2-17 0,0 0-44 0,2 0-5 16,2-2-11-16,3-7 5 0</inkml:trace>
  <inkml:trace contextRef="#ctx0" brushRef="#br0" timeOffset="58566.62">30153 4086 513 0,'0'-2'16'0,"0"0"34"16,0-3-33-16,0-8-1 0,0 0 3 0,0 2-4 0,0-1-3 16,0-1-10-16,0 4 1 0,0 2-3 0,0 3 0 15,0 2 7-15,0 0 1 0,0 0 4 0,0-1 7 16,0 1 3-16,0-2-6 0,0 0 4 0,0 3-5 16,0-1 2-16,-1 2-4 0,-1 2 1 0,0-1-11 0,0 3 8 15,-9 13 0-15,-2 7 0 0,2 0-6 0,1 2-5 16,5-2 3-16,1 0-3 0,4-1 0 0,2-1 10 15,2-2-7-15,3-1 7 0,2-2-10 0,-1-4 6 16,-6 0-2-16,16-4 3 0,-1-2-9 0,0-3-28 16,-1 0-2-16,-1 7-10 0,4-2-29 0,-2-3-75 15,3-3 14-15</inkml:trace>
  <inkml:trace contextRef="#ctx0" brushRef="#br0" timeOffset="58703.71">30412 3659 824 0,'-2'-4'31'16,"-2"-9"7"-16,-7-33-1 0,5 10-18 0,3 12 2 15,1 8-12-15,2 10-13 0,0 4-10 0,-2-1-3 16,0 1-43-16,0 0-46 0,-2 2-44 0</inkml:trace>
  <inkml:trace contextRef="#ctx0" brushRef="#br0" timeOffset="59050.63">30441 3958 147 0,'0'2'47'0,"0"0"62"0,0-1-44 0,0 1-41 15,2 19 3-15,-2-1-15 0,0 1 7 0,0 3-2 16,-2-2 4-16,-3 4-4 0,-3 0 3 0,-3 0 4 16,0 2-1-16,0-2 4 0,0-2-1 0,1-4-2 15,3-1-1-15,3-6 1 0,1-2 10 0,1-4-7 16,2-3 0-16,0-2-4 0,-2 2-1 0,2-1-8 15,0 1 7-15,0-2-8 0,2 0 3 0,1-2-9 16,5 0-6-16,16-4 1 0,2-3-3 0,-2-1-2 16,2-3 5-16,2 0-3 0,-2 0 5 0,0 0-6 0,2 0-1 15,-4 3-2-15,0 3 5 0,-3 1 3 0,-5 0-1 16,-3 4-1-16,-2 0-8 0,-3 0 14 0,-6 0-3 16,0 0 8-16,-2 2-8 0,11 17 1 0,-4 5-1 0,-5-2 1 15,-4 2 3-15,-4-3 5 0,-3-3 0 0,4-3 0 16,-27-6-5-16,-5 1-3 0,0-3-1 0,-4-1-1 15,-4-3-11-15,-1 21-30 0,-2-12-12 0,7-9-10 16,4-1-78-16</inkml:trace>
  <inkml:trace contextRef="#ctx0" brushRef="#br0" timeOffset="60014.94">31522 3644 94 0,'-2'0'14'15,"-2"-2"1"-15,-20-7 19 0,-11-4 2 0,0-2 4 16,-3-2 14-16,-4-1-9 0,-1-3 3 0,0 3-4 0,1-1-2 16,3 3-16-16,-2-1-6 0,6 2-1 0,-3-2-5 15,3 2-5-15,0 1 7 0,-4-3-5 0,2 0 11 16,1 2 2-16,-3-1 0 0,-1-1 0 0,-3 0 1 0,-2 2 0 16,-8-1 0-16,-1 3 0 0,0 0-12 15,-4-2 1-15,6 4-5 0,-2-1 4 0,-1 1-3 0,1 4-4 16,0-1 2-16,0 3-3 0,2-1 3 0,-3 1-8 15,-7 1 4-15,-5 0-6 0,-5 2 1 0,-4 1 9 16,-4-1-9-16,6 0 8 0,-2 0-11 0,11 2 2 16,-2 0 3-16,4 2 0 0,-6 2 8 0,-7 3-9 15,-11 2 0-15,-10 1-4 0,-1 1-1 0,5-2 3 0,4 2 2 16,5 2 1-16,2 0 4 0,-3 4-1 16,-6 0-1-16,-9 1-1 0,-1 1 1 0,5 3-6 0,5-2 0 15,11 3-2-15,6 1 2 0,5 0 2 0,6 4 2 16,-8-26-1-16,8 37 0 0,-5 3 0 0,3 5 0 15,7 3-1-15,1 2-8 0,8 0 9 0,7-2-3 16,6-2 5-16,3-3-1 0,3-2-1 0,2-3 0 0,4 5-2 16,2 0-5-16,7 7 1 0,-2 5-5 0,6 6 3 15,4 4-17-15,3 9 13 0,-28 2-4 0,21-2 8 16,11-1-6-16,8-14 5 0,5-7 5 0,7-6-3 16,-18-7 3-16,37 1-3 0,7-3-1 0,10 2 2 15,7 0 6-15,12 0 1 0,3 0-3 0,5-4 2 16,-1 2-4-16,-2 2 6 0,1-2-1 0,5 4 2 0,7-6-2 15,12-2 0-15,11-3 1 0,-1-8-2 0,0-2-5 16,-6-5 7-16,-3 1 6 0,15-5-1 0,5 0-1 16,11-2-1-16,-1-5-1 0,-8 1 3 0,-7-1 5 0,1 31-5 15,8-24-2-15,4-9 0 0,-2-6-1 0,-10-2 7 16,-10-3-4-16,-5-1 4 0,9 1-10 0,-3-6 1 16,2-2 3-16,-11-5-1 0,-15-8-1 0,-5-2 12 15,-5 28-10-15,1-42 11 0,2-1-1 0,0-7 1 16,-4-2 4-16,-2 2-5 0,-8-2 2 0,-4 4-6 15,-12 0 3-15,-6 0-2 0,-7 0 10 0,-4-8-10 16,-1-5 6-16,-6-13-6 0,-2-6 9 0,-4-9-4 16,-4-1-2-16,-1 6 0 0,-2 4-2 0,0 14 6 0,-2 7-1 15,-11 3 3-15,26 0 0 0,-21-7-4 0,-11-7 4 16,-9-8-5-16,-7-2-2 0,-4 4-6 0,-4 8-6 16,19 11 1-16,-36 5-9 0,-7 7-1 0,-13 6 1 15,-13 6 1-15,-6 4 2 0,-12 5-13 0,-4 1 4 16,-1 3-8-16,-3 4 2 0,2 3-12 0,-7 5-8 0,-12 7-1 15,-11 1-28-15,-3-33-52 0,5 31-19 0</inkml:trace>
  <inkml:trace contextRef="#ctx0" brushRef="#br0" timeOffset="63703.84">21479 16623 98 0,'0'0'21'0,"0"0"-3"16,0 0 11-16,0 0 11 0,-2 0-10 0,0 0 9 15,0 0 4-15,0-2-2 0,1 0 3 0,-1 0-7 16,0 0 2-16,-2 0-4 0,0 0 3 0,1 1 0 15,-1 1-1-15,2 0 2 0,-5-2-1 0,-4 0 2 0,-1 0-13 16,1 0 1-16,-2 0-5 0,0 2 2 0,0 0 2 16,6 0-4-16,-4 0 3 0,3 0 3 0,-3 0 4 15,-2 0 6-15,6 0-5 0,-1 0 1 0,6 0-4 16,-1 0-6-16,1 0 2 0,-4 0-10 0,3 0-8 16,-1 0 1-16,0 0-4 0,2 0 6 0,-1 0-11 15,-1 0 7-15,2 0-8 0,0 0 6 0,0 2-5 16,0 0-1-16,1 0 0 0,-1 0 0 0,2 0-2 15,0-1 1-15,0 1-1 0,0 0-1 0,2 0-2 0,-1 0 1 16,1 0 0-16,2 0 7 0,5 1-4 0,10 3 0 16,1-2-2-16,8 1 2 0,0-1-1 0,-2 0 3 15,0-3-1-15,-2 1 2 0,2 2-4 0,4 0 3 16,1-1-2-16,5 3 6 0,-1-2-9 0,4-1 4 0,-2 3-3 16,4-2 7-16,7-1-4 0,4 1-2 0,9 0 0 15,1-2-3-15,1 0 3 0,0-2 1 0,-2 0 0 16,4 0 8-16,-7-2-6 0,1 2 2 0,3-2-3 15,-1 2-3-15,4 0 3 0,5-2-3 0,5 2 3 16,-1 0 1-16,4 2-1 0,-11 2 2 0,-4 1-2 16,-4-1 7-16,-7 0-7 0,4 1 3 0,-2 1-4 15,1 3 8-15,1-2-3 0,5 3-3 0,6 1-1 0,-4-6-3 16,8 1 12-16,-4 0-8 0,-6-1 9 0,2 1-10 16,-3-3 3-16,-3 1 7 0,-3-4-4 0,0 0-2 15,0 0-2-15,0 0-2 0,5 2 0 0,-3 0-2 0,-2 0 3 16,-4 0 2-16,-6-1 0 0,1 3-2 0,-4 0 1 15,-8 0-3-15,-5-1 1 0,-2 1 0 0,-4 0 3 16,-1-1-1-16,-7 1 2 0,-1 0-7 0,-3-2-6 16,1 1 1-16,-6-1-4 0,3 2-23 0,-4-2-26 15,-3-2-8-15,3 4-6 0,-2-1-28 0,7 10-92 16</inkml:trace>
  <inkml:trace contextRef="#ctx0" brushRef="#br0" timeOffset="64344.88">23995 16441 54 0,'0'0'42'0,"-2"0"-4"16,0-2 35-16,-2 0 0 0,1 0-4 0,-7-4-3 15,-3-1 9-15,-2 0-5 0,2 1 4 0,-3-1-17 0,3 1-12 16,0 0-3-16,-2 1-4 0,2-1-10 0,2 3-3 16,-2-1 4-16,3 0-4 0,1 2 3 0,2 0-9 15,1 1 3-15,-1-1-4 0,3 2-1 0,2 0-4 16,0 0-1-16,-1-2 0 0,-1 0-1 0,2 2-5 15,0 0 1-15,0 0-2 0,0 0-1 0,2 0 2 16,0 0-3-16,0 0 2 0,2 0-6 0,0 0 1 16,2 2 0-16,0 0 0 0,9 1-1 0,3 3 3 0,1 1 0 15,0 1 1-15,1 1-5 0,1 2 1 0,3 0-5 16,0 1 6-16,3-1 0 0,1 2 2 0,-2-2 0 16,4 2 1-16,1-2-1 0,-1 0-7 0,7 0 4 15,3 0-5-15,-5 1 10 0,6-3-3 0,-7-2 3 16,-3 1-3-16,10 1 0 0,-4 0 8 0,3 1-9 0,-5-3 7 15,-7 0-7-15,0 3 1 0,-6-3 3 0,3 4-3 16,-1 0-2-16,-5-1 4 0,-1 1-1 0,-1 0 3 16,-2-2-1-16,-2-3 0 0,1 11 2 0,-3-4-2 15,-2 0-4-15,1-4 1 0,-3 4 0 0,1 0 1 16,-1 0 0-16,-1 2-2 0,0-4 0 0,-2-4 0 16,5 3 7-16,-1-1-2 0,1 2-3 0,-3-2 1 15,1 2 0-15,-1-1 0 0,-2-3 5 0,-2-1-5 0,0-3-1 16,0 3 5-16,0-2-7 0,0 3 5 0,-2 2-2 15,-2-1-5-15,-1 1 7 0,-4 2-7 0,-3-2 2 0,-12 3 7 16,-4-3-8-16,-5 4 5 0,-4-4-8 0,-8 4 12 16,-3 0-5-16,-2-2 8 0,-2 2-8 0,-7 2 3 15,1-4 2-15,-3-1 0 0,1-1-2 0,6 2 2 16,4-2-7-16,2 2 4 0,3 1-4 0,3-1-11 16,1 0-10-16,0-2-6 0,9 0-76 0,5 1-180 15</inkml:trace>
  <inkml:trace contextRef="#ctx0" brushRef="#br0" timeOffset="67186.85">19672 12878 9 0</inkml:trace>
  <inkml:trace contextRef="#ctx0" brushRef="#br0" timeOffset="67228.63">19676 12874 3 0</inkml:trace>
  <inkml:trace contextRef="#ctx0" brushRef="#br0" timeOffset="67287.23">19771 12842 1 0</inkml:trace>
  <inkml:trace contextRef="#ctx0" brushRef="#br0" timeOffset="67337.08">19784 12829 8 0,'0'0'1'0,"0"0"6"16,0 0-2-16</inkml:trace>
  <inkml:trace contextRef="#ctx0" brushRef="#br0" timeOffset="87011.53">10344 15481 351 0,'0'0'30'0,"0"-2"23"0,0 0 41 16,0-2 6-16,0-3-17 0,0-12-34 0,0 1-18 16,0-1-9-16,-4-7 7 0,-3 2-16 0,0-2 1 15,-3 2 3-15,3 5-1 0,-1 4 5 0,-1 2 10 16,2 4 0-16,-16 4 3 0,-1 3-3 0,0-13-1 0,-2 7 1 15,0 7 0-15,0 1 0 0,2 5-18 0,-2 6 1 16,2-7-6-16,-2 29 2 0,0 8-4 0,-2 0-1 16,-5 0 0-16,3 2 3 0,-2 3-6 0,-1 2 0 15,3 8-2-15,2 3 7 0,0 6-1 0,3 10 1 0,0 1-3 16,1 4-8-16,2-4 10 0,5-4-5 0,6-9 7 16,-6-7-7-16,14-10 4 0,1-5 5 0,-19-5-1 15,14-3 3-15,5-1 14 0,4-5-2 0,5-1 6 16,5 0-6-16,2-1 4 0,-10-5-2 0,20 2 3 15,8-3-9-15,3-1-5 0,6-3-1 0,3-5-1 16,-1-1-5-16,-6-5-3 0,2-3 0 0,0 20 0 0,0-14-6 16,0-7 5-16,2-5-4 0,2-6 6 0,1-6 0 15,1-5-6-15,-2 14 5 0,-1-23-5 0,-3-5 5 16,2 1-2-16,-2-2-2 0,-9 0 2 0,-2-2-1 16,-13-4 3-16,-1 0 2 0,-6-7 0 0,-3-4-2 0,-3-1 1 15,26-12-3-15,-20 0 3 0,-8-2-5 0,-6 4 0 16,-3 2 3-16,-4 2-2 0,2 3 10 0,-2 4-10 15,0 3 0-15,-4-5-3 0,-2 4 1 0,-3-2 7 16,-2 2-7-16,2 9 7 0,-1 6-9 0,14 4-1 16,-21 5 5-16,-1 4-3 0,-1 1 2 0,1 10-2 15,-1 4 0-15,1 7-2 0,-5-18 0 0,5 11-2 16,-3 9-1-16,-1 9 0 0,-4 11 2 0,2-7-2 0,-6 37 1 16,0 6 0-16,6 4 3 0,-5-3-3 0,6 1 0 15,5-4-2-15,-3 3-10 0,12 4-37 0,0 2 0 16,7 6-20-16,4 4-70 0</inkml:trace>
  <inkml:trace contextRef="#ctx0" brushRef="#br0" timeOffset="94370.93">18790 11973 256 0,'0'0'-49'0,"0"0"38"0,0 0 11 16,-2 0 5-16,1 0 50 0,-1 0-7 0,0 0-26 15,0 0 1-15,0 0-6 0,0 0-3 0,0 0 6 0,1 0 0 16,-1 0 1-16,0 0-2 0,0 0-2 0,-2 0 6 15,2 0-3-15,1 0 12 0,-1 0-13 0,0 0-1 16,0 0-4-16,0 0-1 0,0 0 4 0,0 0 2 16,1 0 0-16,-1 0-13 0,0 0 7 0,0 0-8 15,0 0 8-15,0 0-9 0,0 0 5 0,2 0 0 0,0 0 0 16,0 0-6-16,0 0 8 0,2-2-4 0,0 1 4 16,2-1-13-16,3-2 5 0,12-5-5 0,1 1 5 15,1 1 0-15,-1 1 0 0,1 1 0 0,-1-3-2 16,2 1-3-16,-1-2 2 0,3-3 5 0,2 1-1 15,4 2 1-15,-4 0-3 0,0-1-2 0,-4 1 0 16,2-2 5-16,0 0-6 0,-2 2 2 0,1-3-3 0,-3 3 3 16,1-2 6-16,1 0-3 0,0 0 3 0,2-2-5 15,-2 2-7-15,4-2 2 0,0 2-4 0,0-1 9 16,4 1-7-16,-2 0 3 0,4 0-5 0,-1 2-1 0,8-2 1 16,-7 1 2-16,9-1 1 0,-2 0 1 0,-2 0 6 15,11-2-6-15,-7 0 6 0,3-2-2 0,-1 2-4 16,-6 0 5-16,-2 0-4 0,1 0 0 0,-3-2 2 15,2 0 1-15,3 0 1 0,-3 2 0 0,4-1 2 16,2-1-4-16,5 2 2 0,1 0-2 0,3-2-6 16,2 0 3-16,2 0-3 0,1-2 14 0,-1 3-8 15,0-5 2-15,-8 0-5 0,-1-1 3 0,-1 0 6 16,3-3-6-16,-1-1 4 0,1 0-4 0,-1 0 0 0,2 0 0 16,6 2 0-16,0-1-3 0,4 1 1 0,1 2 5 15,-5 1-3-15,-4 0 4 0,-5 1-2 0,-6 1-2 16,-8 2 0-16,3 2-8 0,-7 0 10 0,1 0-4 15,-2 0 5-15,0 0-4 0,-3 2 1 0,-1-2 1 16,0 0 0-16,2-2-1 0,0 2 0 0,1 0 3 0,-3 0-2 16,0 0 5-16,2 0-5 0,6-3-2 0,0 1-1 15,1 2-3-15,1 2 5 0,-3-1 2 0,-3 3 0 16,-5 2-3-16,-8 1 4 0,4-1-4 0,-4 1 4 16,0 2-11-16,-2 1 5 0,-4 1-2 0,-3 0 2 15,-2 0-14-15,0 0 12 0,-1 0-8 0,1 1 9 16,-2-1-30-16,0 2-64 0,0 0-10 0</inkml:trace>
  <inkml:trace contextRef="#ctx0" brushRef="#br0" timeOffset="95061.57">19390 11795 19 0,'-2'0'5'0,"0"0"2"0,-1 2 10 0,-3 0-3 15,-11 3 4-15,1 1-2 0,-1-1-9 0,0-1 1 0,2 0-3 16,0 0 5-16,1-3 15 0,-1 1-2 0,-2 0 8 15,-3 0 10-15,1 0 9 0,-1 0 2 0,-6 0 0 16,5-1-9-16,-3 3-4 0,-2 0-1 0,8 0-2 16,-5-1-13-16,5 1 0 0,1 0 0 0,-3-1 1 15,1 1 4-15,0 0-11 0,3 0 3 0,3-1-4 16,0 1 8-16,2-2-5 0,5-2-4 0,2 2 1 0,1 0 2 16,-1-1-10-16,0 1 11 0,0-2-10 0,3 2 9 15,-1-2-6-15,0 0-1 0,0 0-1 0,0 0 1 16,2 0 6-16,0 0-3 0,0 0 4 0,0 2-1 0,2-2-4 15,0 2 1-15,0 0-4 0,1 0-3 0,9 1-5 16,1 1-2-16,3 2 0 0,-1-3-2 0,7 1 2 16,-1 0 2-16,-3-2 0 0,5-2 0 0,1 0-1 15,2 0 1-15,2-2-2 0,1-2 6 0,1-5-1 16,2-4 5-16,3-4-4 0,0-3 0 0,8 16 1 16,3-24-4-16,14-4 5 0,-3-5 0 0,16 4 1 15,3-8 0-15,11 2 0 0,6 0-8 0,-6-2 7 16,2 0-4-16,-13 1 5 0,6 2-5 0,4-1 0 0,10 2 2 15,3-4-2-15,-3-3-3 0,-3-3 8 0,-13 1-7 16,0 2 6-16,-4-1-14 0,-2 4 5 0,6-2 0 16,2 6 2-16,5 0 7 0,2 4-10 0,-4 3 4 15,-9 0-4-15,-3 2 5 0,-6 2-7 0,-2 4 0 0,-4 0-3 16,2 1 7-16,-3 5 1 0,4-1-1 0,-2 0 2 16,-3 1-6-16,4 1 2 0,-9 0-3 0,-7-2 3 15,-5 2-6-15,-10 2 7 0,-2-2-3 0,-6 4 4 16,-4 0-3-16,-1 0-1 0,-4 2-6 0,-4-1 2 15,-2 5-9-15,-5 1-21 0,-2 4 7 0,1-3-14 16,1-1-11-16,0 0-21 0,-2 0 5 0,-1 3-14 16,-1-1-44-16</inkml:trace>
  <inkml:trace contextRef="#ctx0" brushRef="#br0" timeOffset="95595.4">18477 12146 166 0,'0'0'35'0,"0"0"41"16,0 0-44-16,0 0-3 0,0 0 0 0,1 0 1 15,1-2 4-15,0 0 4 0,2 0-3 0,0 2 3 16,12-5-12-16,1-1 2 0,2-1-5 0,3-2 4 0,2-1-15 15,2 1 5-15,4-2-3 0,3 0 4 0,-1 1-7 16,1 3-6-16,12 0-1 0,-8-1-1 0,9 3 3 16,4 1-5-16,-7 0 6 0,3 0-4 0,1-3 7 0,-4 0-5 15,-1-5 2-15,3 1-1 0,3-2 10 0,6-3 6 16,5-3-1-16,12-5 2 0,12-8 0 0,12 29 5 16,2-38-2-16,5 0 3 0,-9-2-9 0,1 2-2 15,1 2-1-15,11 0 0 0,5 0 4 0,10 2-10 16,2-4 3-16,-8 1-7 0,-2-3-1 0,-2-4 3 15,6-5-2-15,8-1 1 0,6-3-2 0,-8-9-1 16,-8 2 0-16,-11 2-1 0,-4-1-4 0,6 8 2 16,2 8 1-16,-2 1 0 0,-6 5 3 0,-9 2-3 15,-11 3-1-15,-6 2 0 0,-1 3-3 0,1 0 4 0,-2 6-5 16,2 2 6-16,-3 0 1 0,-2-1-8 0,-8-1-4 16,-7 2-7-16,-6 0-46 0,-3 1-158 0,-3-1-22 15</inkml:trace>
  <inkml:trace contextRef="#ctx0" brushRef="#br0" timeOffset="102704.04">23453 15570 20 0,'0'0'-2'0,"0"0"3"0,-2 0 7 0,0-2 6 0,0 0 8 15,0 2 2-15,-13-5-3 0,2-1 8 0,0 2-4 16,0-1 20-16,0 1 3 0,-2 0-5 0,2 1 4 16,0-1-11-16,-1 0-3 0,1 0 1 0,-2 1-2 15,-2-3-2-15,2 2-5 0,-3-1-2 0,-1-1 0 16,-1 1-6-16,-3-1-4 0,-1 1-2 0,-4-3 0 16,-1 1-11-16,-7-1-1 0,-3 1 1 0,-1 1-1 0,-3 1 11 15,-2-1 12-15,-1 1-1 0,-1 1 4 0,3 0 0 16,5 0 7-16,5 3-1 0,7-1 2 0,1 0-11 15,1 0 4-15,3 2-9 0,2 0 8 0,3 0-11 0,0 0-6 16,-1 2 7-16,3 0-7 0,0 0 5 0,0 1-5 16,4-1-2-16,-2 2 0 0,0 0 0 0,2-1-3 15,0 3 6-15,2-2-5 0,-1 1 7 0,1 1-3 16,0-1-2-16,-1 1 1 0,-3 3-3 0,2-1 0 16,-5-7 1-16,-3 12-1 0,-1 4-1 0,-5 0 4 15,-2 1-1-15,1 3 1 0,-4-1-7 0,-4 2 7 16,7 4-6-16,-3 0 7 0,0 2-7 0,4 4 0 15,0-2 7-15,0 1-4 0,4 3 5 0,0-3-4 0,1 6-5 16,6 0 2-16,2-1-3 0,6-1 2 0,-1-5 5 16,7-1-2-16,-3-1-1 0,-13-2 5 0,6 0-8 15,5-3 7-15,5-1-7 0,2 0-4 0,3 0 6 16,4-1-3-16,3 1 7 0,2-2 0 0,-4 3 2 16,24 1-1-16,3-2 1 0,-3 4-4 0,1-4 1 0,-5 1-2 15,7-1 2-15,1-2-8 0,0-1 1 0,-2 0-3 16,-1-3 10-16,1-1-5 0,-2-6 0 0,3-1-4 15,1-6-1-15,4 20 8 0,1-11 0 0,10-9 2 16,6-4-9-16,7-5 10 0,7-6-8 0,1-6 9 16,-1 1-8-16,-3-1-1 0,-8 2 3 0,-7 1-2 0,-4-3 7 15,-9 2 1-15,0-1-4 0,-4-1 1 0,-2 1-1 16,-5 16 0-16,-1-24 2 0,-3-4-2 0,4-3-1 16,-4-5 2-16,6-6 3 0,-3-6 0 0,1-4 9 15,-2-9-8-15,-6-2-1 0,-1 2-2 0,-10-2-2 0,6 5 8 16,-8 6 5-16,-4 6 0 0,1 5 8 0,14 4 4 15,-10 4-4-15,-10 4 3 0,-6-3-11 0,-5 3-8 16,-6-1-2-16,-1-1-3 0,-29 3-25 0,-10 2-18 16,-10 6-7-16,-6 11-3 0,-6 5-33 0,-18-27-52 15,-16 25-61-15</inkml:trace>
  <inkml:trace contextRef="#ctx0" brushRef="#br0" timeOffset="104314.71">16761 8978 190 0,'-2'-1'21'0,"0"-1"16"0,0-2-4 0,-1-13-26 16,-7 2 8-16,-1 2-12 0,0-1 11 0,-2-1 3 15,0-4 1-15,0 2 2 0,-4 3 5 0,4-1-7 0,-3 0 0 16,-1 2-1-16,0-2-2 0,-9 0-4 0,2 8-1 16,-2-4 1-16,2 7 5 0,4-11 12 0,-5 4-5 15,1 3 8-15,2 3 5 0,-2 3-16 0,0 2 7 16,0 0-10-16,-1 6 6 0,1 3-11 0,0 6-1 16,2-12-1-16,-2 22-1 0,0-1-4 0,-1 0-2 15,-1 2-1-15,-3-2-5 0,3 6 3 0,-6-2 2 0,-1 3 0 16,5 3-2-16,-4 3 5 0,1 4-4 0,5 3 4 15,-4 3-5-15,2 6 3 0,6 1-1 0,2 9 4 16,1 0 0-16,0 2-7 0,5-3 6 0,1-5-6 16,5-3 7-16,4-9 0 0,3-3-4 0,-22-1 3 15,12 0-5-15,6 2 6 0,5 1 0 0,7 1 3 16,4 1-1-16,6 4-5 0,1 2-2 0,7 2 0 0,-24 0-4 16,33-2 7-16,1 4 1 0,-1-8 2 0,1 0-1 15,4-5-3-15,2-9 1 0,-4-1-2 0,2-3 3 16,-8-3-3-16,3 1 0 0,-1-4-1 0,-1-3-6 0,-1-1 6 15,3-1-3-15,-1-4 4 0,1-2 2 0,-1-4-3 16,4-2 5-16,0-5-4 0,2 21 6 0,8-12-3 16,-1-11 1-16,6-6-1 0,-2-7 8 0,2-5-5 15,-4-3-2-15,-1-3-1 0,-1 15-1 0,-9-27 0 16,1-4 5-16,-3-7-4 0,-4-5 4 0,-1-9-7 16,-2-10 3-16,-2-3-4 0,0-4 2 0,-2 2 5 15,-2 5-1-15,1 1 4 0,-5 3 5 0,-1 6 11 16,-6-2-2-16,-3-4 7 0,-5-9 11 0,27-6 3 0,-23-3-2 15,-8 5 0-15,-11 5-19 0,-6 14-8 0,-6 6-2 16,1 10-3-16,14 6-18 0,-28 7-15 0,0 8-12 16,-10 8-2-16,-5 4-56 0,-3 11-59 0,-16-29-40 15</inkml:trace>
  <inkml:trace contextRef="#ctx0" brushRef="#br0" timeOffset="108205.54">3140 9030 256 0,'0'0'39'16,"0"-1"1"-16,-2-1 19 0,0 0 11 0,0-2-23 15,1 0-13-15,-1 1 1 0,0-3-8 0,-2-1 9 0,2-1 3 16,2 5-12-16,-2-3 12 0,2 0-13 0,0 1 8 15,0-1-6-15,0 1-4 0,0 1 1 0,2-2 5 0,-2 5-13 16,15-3 11-16,7 2-9 0,3-15 24 0,-1 6-10 16,2 6-2-16,-2 5-5 0,0 1-16 0,-2 5-4 15,-5 1 4-15,2 5-3 0,-3-1-1 0,-3-2 11 16,-2 15-10-16,1 2 11 0,-5 2-10 0,-2 4 4 16,-1 3 1-16,17 0 0 0,-8 6-9 0,-10 5-2 15,-3 3 0-15,-7 4 0 0,-4-1 5 0,-6-1 0 16,-3 1-3-16,-1-8 2 0,-3 3-6 0,2-10 7 0,14-2-3 15,-19-7 3-15,-3-4-3 0,0 2 2 0,0-9 0 16,-1-4-1-16,-1 2-1 0,1-4-2 0,-3-4 5 16,3-1-4-16,-3-3 4 0,3-1 7 0,5 15-3 15,2-6 5-15,7-5 0 0,0-4 0 0,6-2 0 0,4 0-1 16,-3-2-7-16,7 0 6 0,-1 0-9 0,2-2 8 16,-4-7-14-16,3-6 6 0,3-5-3 0,3 0 5 15,7-2-7-15,5 0 0 0,-4-2 0 0,24 1 0 16,-2 3-7-16,3 0 8 0,-3 3 1 0,1 4 3 15,-7 2 0-15,-1 8-6 0,0 1 0 0,-5 2-3 16,-1-11 0-16,-1 6 1 0,-2 3 4 0,1 4-1 16,-1 2 5-16,0 4-14 0,-4-1-2 0,-2 1-5 15,-2-1-16-15,0 3-21 0,2 1-6 0,-1-2-4 0,-3-1-14 16,2-4-7-16,1 5 0 0,3-1-16 0,0-2-131 16</inkml:trace>
  <inkml:trace contextRef="#ctx0" brushRef="#br0" timeOffset="108555.8">3955 9233 614 0,'0'-2'24'0,"0"0"-5"0,0 0 8 15,0-1 7-15,0-3-12 0,0-1 5 0,0 1-7 0,0 0 1 16,0 5-4-16,0-1 4 0,-2-2-20 0,0 0 11 15,1 1-13-15,-1 1 9 0,0 0 6 0,0 0-4 16,0 0 4-16,0 2-5 0,-1 0 10 0,1 0-4 0,-9 8 5 16,-1 6-11-16,1 14 5 0,0 6 1 0,0 5 1 15,-2 1 0-15,0 3-2 0,0-2-2 0,4-4 2 16,-1 2 1-16,5-2 4 0,-3-5-3 0,3-4 0 16,3-4-7-16,0-4 7 0,-11 1-1 0,6-6 2 15,1-1-3-15,4-1-10 0,2-1 6 0,0-3-7 16,2-2 4-16,0-1-4 0,0-2-4 0,-2-3 0 15,4 1-9-15,7 8-19 0,2-3-7 0,2-1-7 0,-1-3-41 16,1-1-26-16,2-2-16 0,0-2-7 0,-1-3-92 16</inkml:trace>
  <inkml:trace contextRef="#ctx0" brushRef="#br0" timeOffset="108712.82">4349 8915 871 0,'0'0'53'0,"0"-2"-9"0,-2 1 29 16,0-1 0-16,0 0-14 0,0 0-34 0,0 0-16 16,1 0-1-16,-1 0-5 0,0 1-4 0,0-1-33 15,0 2-7-15,0 0-11 0,0 0-45 0,1 2-29 0,-1-1-51 16</inkml:trace>
  <inkml:trace contextRef="#ctx0" brushRef="#br0" timeOffset="109045.07">4568 9491 816 0,'0'0'24'16,"0"-2"-5"-16,0 0 5 0,0-2 3 0,0 1-11 16,0-7-5-16,0 3 1 0,-2-8 3 0,0 4-2 15,2 5-4-15,-2-5-3 0,2 6-6 0,-2-1 3 0,1 1-3 16,1 3 8-16,-2-2 6 0,-2 0 2 0,-3 1 10 15,-14-7 2-15,-3 5-5 0,-4 5 3 0,4 3-7 0,-6 9-6 16,1 4 5-16,-1-10-5 0,-5 18-1 0,1 4-3 16,4 0-2-16,3 0 1 0,4-1-7 0,3-2 3 15,3-1-3-15,4-6 3 0,4 3 6 0,5-5-5 16,2-1 5-16,-7-2-5 0,3-3 9 0,5-3 3 16,1 2-7-16,0-3 5 0,1 1-6 0,1-3 1 15,28-2 1-15,9 0-1 0,2 20-6 0,3-7 1 16,8-8 1-16,-5-5-1 0,1-2-3 0,-3 0-1 15,-4-4-1-15,-2 1 0 0,-2-3-15 0,-4 2-21 16,-1 1-9-16,-6-1-2 0,-4-2-18 0,-5 3-17 0,-3 1 1 16,-6 2-11-16,-1 0-37 0,-3 0-132 0</inkml:trace>
  <inkml:trace contextRef="#ctx0" brushRef="#br0" timeOffset="109482.04">2538 10410 544 0,'-1'-2'47'0,"-1"0"69"0,0 0-71 0,0 1-19 16,-2-1 1-16,1 0-5 0,1 0-3 0,0 0 3 15,0 0-4-15,0 0 4 0,0 1-4 0,0-1 3 16,2 0-7-16,0 0 4 0,2 0-8 0,0 0-2 16,2 0 8-16,16-1-6 0,12-3 1 0,1 1 8 15,6-1-6-15,6 0 7 0,-1 3-6 0,18 1 8 0,-5 0-6 16,6-4 6-16,0 1 0 0,-1-4-11 0,5-3 13 15,3 3-13-15,12-2 3 0,9-2-1 0,2 2-3 16,11-6 3-16,-2 6 0 0,-8 2-8 0,5 1 1 16,-14-1-3-16,-1 0-3 0,-3 1 4 0,5 1-4 0,-3 3 3 15,-5 0-3-15,-11 1 0 0,-9 1 3 0,-12 0-1 16,-10 0-2-16,-7 0-16 0,-10 0-2 0,-8 2-7 16,-4 0-25-16,-5 0-13 0,2 0 2 0,0 0-5 15,-2 0-12-15,-1 0-49 0,-1 2-36 0</inkml:trace>
  <inkml:trace contextRef="#ctx0" brushRef="#br0" timeOffset="110044.12">2821 10783 379 0,'0'0'53'0,"0"-2"84"0,0 0-97 0,0 1-6 0,1-1-6 16,1 0 2-16,0 0-7 0,0 0 8 0,2 0-5 16,22-11 5-16,0 2-10 0,0 4-2 0,5-1 2 15,-3 3-1-15,0 1 5 0,2 2-4 0,-8 0 3 16,2 2-5-16,4 0-3 0,-4 2 3 0,6 2 0 0,-2 1 0 15,-2 1-8-15,0 3-6 0,-2 1-5 0,-4 1 1 16,-3 0-4-16,-4-2 5 0,-2 17-1 0,-2 6 3 16,-3 5-4-16,-4 2 1 0,22 7 1 0,-11 1 1 15,-11-1 7-15,-4-3-3 0,-4 1 2 0,-1-5-2 16,-4 0 7-16,-2-2-2 0,0-9 1 0,0-2-2 16,-2-2 6-16,13 2-6 0,-16-5 2 0,-3 1-5 15,-1-1 3-15,1-5-6 0,1 1 0 0,0-2-2 0,-3 0 0 16,1-4 2-16,-4 0-3 0,4-2 3 0,-1-1-3 15,-6-1 0-15,5-1 3 0,-4-3-3 0,0 1 9 0,6-2-12 16,1 13 4-16,4-6-5 0,4-3 14 0,4-4-8 16,0-2 8-16,5 0-8 0,-1 0 7 0,3 0-4 15,-2-2-5-15,4 0 2 0,-9-19-4 0,5 1-4 16,4-2 8-16,6-2-5 0,3 1 6 0,4 1-7 16,-6 0-2-16,19 1-2 0,-3-3 6 0,-1 6-2 15,0-3 3-15,0 4-1 0,1 3 2 0,-5-1 0 16,3 2 0-16,-5 2 0 0,1 5-3 0,0 4 5 15,1 0-5-15,-3 0 6 0,4-11-6 0,-2 4 2 16,-1 4 2-16,-1 1 0 0,0 0-3 0,-2 4-21 0,4 0-16 16,-4 0-6-16,-4 2-102 0,-2 0-171 0</inkml:trace>
  <inkml:trace contextRef="#ctx0" brushRef="#br0" timeOffset="110875.27">3563 10867 160 0,'0'-2'30'0,"0"0"30"15,0-4-33-15,0-14 13 0,0-2-9 0,4-1 13 0,3 1 8 16,1 0-10-16,3 0-2 0,0 3-3 0,-9 0-15 16,17 5 6-16,-3 1 7 0,-1 3-2 0,-4 1 6 0,0 2-6 15,1-1-3-15,-3 3 2 0,2 1 2 0,0 0-3 16,-3 0-4-16,3 3 0 0,-4-5 1 0,-1 2-5 16,3-1 7-16,-5 5-7 0,1 0 4 0,-3 0-4 15,0 0-8-15,2 2 2 0,-1 1-15 0,5 10 4 16,1 11 2-16,-1 6-1 0,-7-2-2 0,-1 4 0 15,0-1-2-15,-3 4 1 0,-1 4-8 0,-2 0 10 16,-1 6-6-16,1 1 8 0,1-5-7 0,-1 0 0 16,3-2-1-16,-1-5 0 0,2 1-2 0,0-4 6 0,0-3-4 15,0-2 4-15,2-5-7 0,-1-7 9 0,-1 1-4 16,2-5 5-16,0-1-12 0,0 0 12 0,0-3-2 16,0-3 5-16,0 1-11 0,0 0 14 0,0 0-4 15,0-3 9-15,2 1-9 0,-1 0 7 0,1-2-6 0,0-2 5 16,2 0-3-16,-2-9-3 0,13-22 1 0,1-2-4 15,1-6-1-15,2-2 2 0,1-3 0 0,0-4-1 16,5-1 4-16,-1-1-7 0,2 6 6 0,2 5-7 16,-2 4 7-16,-8 5-9 0,-1 6 4 0,-4 6-5 15,-4 1 4-15,0 8 0 0,-1 0-3 0,-3 4 0 16,1 3-8-16,-4 0-24 0,0 4-16 0,-1 0-4 0,3-3-68 16,0 1-33-16,-2 0 3 0,0 0-33 15,-1 2-193-15</inkml:trace>
  <inkml:trace contextRef="#ctx0" brushRef="#br0" timeOffset="111166.87">4468 11325 686 0,'0'-2'41'0,"-2"1"78"0,0-1-104 0,0-2 0 16,2 2-6-16,-6-9 4 0,1 0-8 0,-1 0 4 15,1 0-6-15,1 3 5 0,-3-3-8 0,1 4 6 0,2-1 4 16,-9 3 0-16,-2-7 8 0,1 3 9 0,-7 0 0 16,1 3 3-16,-4 3-3 0,1 3 10 0,1 0-9 15,-4 3 8-15,6 5-14 0,-3 3 6 0,5 2-5 16,-1-11 4-16,4 20-18 0,0 0 7 0,2 2 0 0,2 1 3 16,0-1-3-16,4-2 4 0,-1 0 0 0,6-1 1 15,1-1-5-15,-12-1-1 0,3-1-5 0,7-1 2 16,1 0-6-16,2-2-4 0,2-1 4 0,1-1-4 15,3 0 4-15,1-1-6 0,1-3-3 0,-1-2-3 16,10-1-31-16,3-2-51 0,1 1-6 0,-1-3-15 16,2 0-32-16,3 15-62 0,1-6-13 0</inkml:trace>
  <inkml:trace contextRef="#ctx0" brushRef="#br0" timeOffset="111654.27">4557 11569 482 0,'0'0'102'0,"0"0"204"0,-2-2-257 0,0 0-12 16,0 0 2-16,0 0-5 0,-1 0-6 0,-1 0 1 15,2 1-7-15,0 1 4 0,0 0-13 0,0 0-1 16,1 0 2-16,-1-2-1 0,2 0 7 0,0 0 2 16,2 0-4-16,1 0 3 0,3 0-9 0,14-7 11 15,3-2-1-15,-1 0 3 0,0 0-9 0,4 0 1 0,-4 1-5 16,1 1 4-16,-5 0-12 0,-3 1-2 0,0 1 3 15,-2 1-1-15,0-1 2 0,-2 1-5 0,-2 1 2 16,-1-1-1-16,-3 2 8 0,-3-3-2 0,0-4-4 0,7-2 2 16,-3 4 2-16,-1-3 1 0,-3 1 2 0,-2 4-2 15,0-2-5-15,-2 1-3 0,1 4 5 0,1 3-4 16,-8-5 3-16,-14-7-7 0,1 6 1 0,-5 1-2 16,4 4 9-16,-2 2-7 0,-2 2-1 0,-2 4-2 15,-1 3 2-15,3 0 1 0,-4 4 1 0,0 2 0 16,6-2 6-16,-4 4-6 0,6-2 5 0,1-1-6 15,-1-12-3-15,5 17 3 0,1-1-4 0,8 3 5 0,3-3 4 16,-3 3-4-16,-7-1 0 0,6-1 0 0,2 1 3 16,3-3-3-16,2 2 5 0,2-3-5 0,2-1 5 15,4 2-4-15,1-4-2 0,-3 2 0 0,22-2-3 0,3-4 6 16,1 0 0-16,4-3 1 0,-3-1-1 0,4-3 3 16,1 19-5-16,-1-10 4 0,0-7 0 0,4-4 3 15,2-6 1-15,2-3-2 0,-2-2-6 0,-1-1 7 16,3 1-5-16,-8 0 6 0,-1 0-8 0,-10 2-30 15,-5-1 0-15,1-1-17 0,-11 6-63 0,1-3-69 16,-7 3-12-16,7-6-36 0,-5-1-233 0</inkml:trace>
  <inkml:trace contextRef="#ctx0" brushRef="#br0" timeOffset="113162.63">5353 9968 372 0,'0'0'60'0,"0"0"88"0,-2-2-100 0,0 0-13 16,1 0-7-16,-1 1 2 0,0-1 5 0,-2 0-15 0,0 2 1 15,3 0-7-15,-1 0 3 0,0 0 2 0,0 0 3 16,0 0 0-16,0 0 7 0,2 0-11 0,0 0 8 16,0 0-8-16,2 0 4 0,0 0 3 0,2 0-1 15,5 0 2-15,11-2-3 0,5-2-5 0,-1 1 1 0,4-1-3 16,-1 0-2-16,3 0-8 0,0 1-3 0,0-1 0 16,1 0 4-16,-3 2-3 0,4 1 2 0,-5 1-4 15,1 0-2-15,-4 0-7 0,-5 0 2 0,3 0-4 16,-3 0-7-16,-1 0-15 0,-5 0-3 0,-3 0-4 15,-8 0-13-15,1 0-37 0,1 0-3 0,-2 0-16 16,0 1-58-16</inkml:trace>
  <inkml:trace contextRef="#ctx0" brushRef="#br0" timeOffset="113417.77">5212 10185 597 0,'-2'0'23'0,"-1"0"26"0,-3 0-25 0,-5 0-3 15,0 0-9-15,3 0 6 0,5 0-1 0,-1 0-2 16,2 0 5-16,-2 2-7 0,1 0-6 0,1 0 13 16,0 0-3-16,0 1 6 0,2 1 0 0,0 0 11 0,2 0-2 15,2-1 4-15,18 8-7 0,9 1 2 0,7-7-4 16,-1-5 4-16,2 0-1 0,0-4-4 0,1-3 2 15,3-2-5-15,4-2-13 0,1-1-1 0,2 1-4 0,4 4 2 16,0-1-6-16,-2 3-21 0,-4 3-10 0,-2 0-10 16,-3 2-81-16,0 0-163 0</inkml:trace>
  <inkml:trace contextRef="#ctx0" brushRef="#br0" timeOffset="133106.84">7080 9656 256 0,'0'-2'160'16,"0"0"-69"-16,2 1 44 0,0-1 4 0,0-2-120 0,3-7-9 15,4-10 6-15,3 1 3 0,1-6 3 0,0 4 1 16,0-4-8-16,1-4-3 0,-2 2 1 0,-1-2-4 15,0 1 16-15,0-5-1 0,-2 6 6 0,-1 2 2 0,-3 0 7 16,-1 6-2-16,0 2 4 0,-3 1-12 0,-1 0 4 16,0 4-9-16,-1 2 7 0,-1 2-10 0,0 3-4 15,-2 1 0-15,0 3-3 0,-16-11-14 0,-2 2 8 16,-2 3-8-16,-4 4 7 0,-2 4 0 0,0 4 0 16,-3 4 2-16,0 5-4 0,3 0-3 0,-2 5 3 15,4 1 3-15,4-12-3 0,2 21-1 0,2-2 7 16,-5 2-8-16,12 3 7 0,-3-3-13 0,6 0 6 15,5-2 1-15,-3-2 1 0,5 0-1 0,-12-1 3 0,6-1 0 16,5-4 0-16,4-1 2 0,2-6-6 0,0-5 4 16,1 1-5-16,7-3-1 0,17-2 3 0,5 16-2 15,0-6 3-15,1-7 2 0,-3-5-4 0,3-2 1 16,-1-5-2-16,1-4-2 0,-5 0 7 0,2-6-5 0,-2 0 5 16,-2 13-12-16,-2-20 9 0,0 0-6 0,0-4 7 15,-4 4-2-15,-5 2-3 0,-4-2 5 0,-3 3-5 16,-1 5 6-16,-3-3-2 0,1 6-1 0,5 2 1 15,-3 0 0-15,-3 1-4 0,0 1-2 0,-4 4 0 16,0-3 1-16,0 3 4 0,0 3 1 0,0 0-1 16,-2-2-5-16,0 1-2 0,-2 1 1 0,-5-2 0 15,-2 0 6-15,0 2-2 0,1 2-1 0,1 0-2 0,2 2-8 16,1 0 8-16,0 2 2 0,5-4 0 0,-10 16-5 16,-1 7 6-16,5-3-6 0,1 10 6 0,5-4 0 15,1-4-3-15,1 6 3 0,1-2-4 0,4 9 3 16,-1-1 1-16,1-3-2 0,0 1 1 0,-1-4-1 0,-1 0-4 15,1 3 5-15,-1-1-2 0,0 0 9 0,-2 1-8 16,-2 3 2-16,0-1-4 0,-2 4 6 0,-2 2-3 16,0 0-1-16,-1 0-1 0,-3 4 2 0,1-2 0 15,0-1 2-15,-1-6-1 0,1 1 2 0,-1-3 0 16,1-4-2-16,-2 1 2 0,-1-3-3 0,3-5 1 16,-4 3 0-16,0-2 2 0,-1-5 7 0,11 1-4 15,-20-6 2-15,-1-5-4 0,0-1 5 0,-1-3-2 0,1 12 3 16,0-4-2-16,3-3 4 0,1-5 1 0,-1-1-5 15,6-2 3-15,0-2-4 0,2-1 6 0,5-1 1 16,-7-5 0-16,4-6-10 0,2-6-2 0,-3-3-1 16,-5 2 0-16,8 3-4 0,1-3 5 0,3 0-4 0,-1 0 3 15,2 3-20-15,0 4-18 0,2 2-5 0,0 2-6 16,0 0-36-16,0-2-35 0,0 5-7 0,2 3-19 16,0-1-140-16</inkml:trace>
  <inkml:trace contextRef="#ctx0" brushRef="#br0" timeOffset="133570.41">7383 10317 944 0,'0'-2'12'0,"0"0"21"0,1-1-25 0,1-1 4 16,-2 2-3-16,4-5 3 0,0-1-1 0,1-1-3 15,-3 5-2-15,0 1-1 0,0-3-7 0,5 0 18 16,-1 3-2-16,1-1 7 0,-3 2-4 0,0 0 6 16,-1 0 2-16,1 1 3 0,0 1 12 0,-2 0-7 15,0 0-4-15,-1 1 0 0,1 1-13 0,-2 0 2 0,0 2 4 16,-2 0-3-16,-1 7-11 0,-5 9 2 0,1-3-3 16,-2 1 3-16,-3 1-2 0,3-2-3 0,2-2-5 15,-1-2 2-15,1 0 1 0,3-4-2 0,-1 4 5 16,1-2-3-16,2-2 5 0,0-1-8 0,2-3 1 15,0 1-2-15,0-2 6 0,0-1 0 0,4 3 1 0,-4-4-1 16,22 0-3-16,2 1 0 0,4-1-3 0,0 0 2 16,2 17 5-16,1-6-6 0,1-6 7 0,-4-3-7 15,1-3 6-15,-4-1-4 0,-1 0 0 0,-2-1-1 16,0-3 2-16,-1 0 3 0,-3-1 2 0,-1-3 0 16,-4 1-4-16,-2-1 4 0,2-1-4 0,-4 4 4 15,-1-14-6-15,-1 0 7 0,-1-3 0 0,-2 0 2 0,-3-2 0 16,14 1 5-16,-4-4 3 0,-5 1 1 0,-4 3 12 15,-2-3-11-15,-2 8 2 0,-2-1-6 0,-1 1-9 16,-3 3-3-16,1 2-4 0,1 2 1 0,-20 1-7 16,-5 7-44-16,-5-18-3 0,-1 10-21 0,-9 7-77 0,-4 10-386 15</inkml:trace>
  <inkml:trace contextRef="#ctx0" brushRef="#br0" timeOffset="137050.37">19563 12801 43 0,'0'0'39'0,"0"0"4"0,0 0 34 15,0-1 7-15,0-1-10 0,0 0-13 0,0 0-2 16,0 0-1-16,0 0-3 0,0 0-27 0,0 1-6 15,0-1-1-15,0 0 0 0,-2 0 2 0,0-2-3 0,0 1-1 16,0-1 0-16,0 0 8 0,1 0 2 0,-1 1-1 16,0-1-1-16,0 0 2 0,0 1-7 0,0-1 7 15,0 0-8-15,1 0-3 0,-1 1 11 0,0 1-7 16,0 0 7-16,0 0-13 0,0 0 1 0,0 0-5 0,1 1 3 16,-1-1 0-16,-2 0-8 0,0 2 7 0,1 0-7 15,-1 0 10-15,0 0-7 0,0 2 1 0,1 0-4 16,-1-1-5-16,0 1 3 0,1 2-4 0,-1 0 3 15,4-2-4-15,-2 11 7 0,0 3-1 0,-11 3 3 16,6-4-5-16,-1 1 7 0,5-1-5 0,-1 2 4 16,2 0-8-16,2-2 6 0,0-2 4 0,0 1-2 15,0-2-7-15,2-1 10 0,0-2-5 0,1-2 7 0,-1-1-6 16,-2-4 3-16,4 2 0 0,9-3 1 0,2 11 1 16,2-3 1-16,-3-4-1 0,5-1 0 0,-2-2-9 15,-2-2 3-15,7 0-4 0,-7-2 3 0,9-3-2 0,-7-1-1 16,-4 0 1-16,0-1-1 0,-8 3 7 0,3 1-5 15,1-14 3-15,-5 0-5 0,-1-1-4 0,7 3 2 16,-9 0-2-16,3 0 2 0,7-2 11 0,-3 1-10 16,-3-3 3-16,-3 4-6 0,-2-2-2 0,-2 3 8 15,-1-3-3-15,-1 4 4 0,0 0-7 0,0 4 6 16,1 3-1-16,-3-1 4 0,4 3-3 0,-16 0-6 16,1 0 2-16,4 3-2 0,-7-14 1 0,5 7 1 15,0 5-1-15,2 1 0 0,0 2-2 0,2 0-1 0,-2 2 0 16,3-1-1-16,-3 5 0 0,6-2 3 0,-2 3 0 15,3 2 2-15,1 8-2 0,-1-2-4 0,4 9 3 16,-3-2-3-16,1-1 4 0,-13 3 2 0,8-4-5 16,3-3 3-16,1 4-5 0,1-8 3 0,2 1 0 0,0 3 1 15,2-4 0-15,0 0 1 0,2-5 2 0,0 1-1 16,2-2-1-16,-2-1-4 0,1 1 4 0,1-1-4 16,2-4 2-16,8 1 6 0,-1 1-4 0,0 5 4 15,-1-1-9-15,1-1 9 0,0-1-4 0,1-2 7 16,5-1-8-16,-4-1 4 0,0-2-1 0,-2 0 3 15,-4 0 4-15,-3-2-2 0,-1 0-1 0,-3 2-1 16,0 0 1-16,2-7-1 0,5-6 0 0,0-2-2 16,-1 0-3-16,-5 0 1 0,-1 2 0 0,0-5 1 0,-2 3-1 15,-2 2 2-15,-2 2 0 0,3 5 1 0,-7-5 5 16,6 4-7-16,-18-3 2 0,-4 5-3 0,3-10 5 0,-1 4-4 16,2 3 1-16,-1 3-3 0,1 3-2 0,-1 2 2 15,1 0 0-15,3 2 1 0,2 2 4 0,2 1-4 16,2 1 3-16,2-1-4 0,0 1-3 0,3-2 2 15,0 1-2-15,3 4 3 0,1-3 1 0,0 3-12 16,-5 1-10-16,-1 3-8 0,3 0-81 0,1 1-96 16,2-2-106-16</inkml:trace>
  <inkml:trace contextRef="#ctx0" brushRef="#br0" timeOffset="138029.66">19585 13943 85 0,'0'0'30'15,"0"0"-6"-15,0 0 26 0,2 0 5 0,0-2-7 16,0 1 1-16,-1-1-1 0,1 0 5 0,0 0-3 0,0 0 1 16,0 0-6-16,0-1-3 0,0-1 1 0,-1 0 7 15,-1 0 4-15,2-1 3 0,0 1-2 0,0-1-6 0,-2 3-1 16,0 0 1-16,0-2-1 0,0 2-4 0,0 0-12 15,0 1-3-15,0-3-2 0,0 0-4 0,-2 0-10 16,0 3 2-16,0-1-6 0,1 0 5 0,-1 0 3 16,0 0-1-16,0 2 0 0,0 0-12 0,0 0 8 15,-1 0-3-15,-1 2 3 0,0 0-5 0,0 0 7 16,3 0-5-16,-1-1 5 0,0 3-13 0,0 0 10 16,0 0-8-16,0-1 9 0,0 1-5 0,2-2-4 15,0 2 10-15,0-1-8 0,0 1 7 0,0 0-5 0,0-1 2 16,2 1-3-16,0 0-1 0,0 0 3 0,2-1-6 15,1 1 6-15,8 2-4 0,0-3 0 0,0-1-1 16,-2-2 1-16,2 0 0 0,-1 0-3 0,-5 0 6 16,0 0-4-16,-1-2 6 0,-2 2-4 0,1-2-5 15,1-1 2-15,-2 1-3 0,-1-2 4 0,-1 0 1 0,6-7 1 16,-3 2-3-16,1-2 3 0,-3 0-2 0,-1 3 2 16,-2-1-3-16,0 3-1 0,0 1 0 0,0 1-1 15,-2-3-4-15,1 1 6 0,1 2-1 0,0 3 2 16,0-1 0-16,-4 0-3 0,-9-7 3 0,-2-1-3 15,2 5-7-15,0 3 6 0,0 2 0 0,-4 0 2 16,-1 2-1-16,3 0 0 0,0 1-1 0,6 1 2 0,-1 2-3 16,-1 1 5-16,2 0-3 0,2-5 4 0,1 9-5 15,2-1-6-15,2-1 3 0,-3-2-3 0,-1 3 10 16,3-3-3-16,-1 1 0 0,2-1 0 0,2-1 1 0,0-1-1 16,0-1-3-16,0-2 1 0,2 1 6 0,2-1-7 15,18 13 6-15,-5-6-5 0,1-1 7 0,1-4 0 16,-3-3 1-16,1 1-1 0,2-2-6 0,-6 0-4 15,-4 0-16-15,0-2 2 0,-5 2-76 0,3-1-89 16,-1-1-3-16,0 0-46 0,1-2-187 0</inkml:trace>
  <inkml:trace contextRef="#ctx0" brushRef="#br0" timeOffset="138859.7">19368 11600 512 0,'0'0'57'16,"0"0"2"-16,0 0-15 0,0 0-11 0,0 0-17 16,0 0-16-16,0 0 26 0,0-2-4 0,2 0 9 15,-1 1-23-15,1-1-1 0,0 0-2 0,0 0 3 16,2 0-2-16,-1 0 7 0,1 0 0 0,0 1 4 0,0-3 5 16,-1 0 11-16,-1 0-1 0,0 1 5 0,0-1 12 15,0-2-4-15,0-1 0 0,-1 1-1 0,-1 3-3 16,0-1-8-16,0 0 0 0,0 1-4 0,-1-1-4 0,-1 2-11 15,0 0-2-15,0 2-3 0,-13-2 0 0,-2 2-3 16,1 6 1-16,1 1-2 0,0 3 0 0,4-5 1 16,-2 14-4-16,4 1 2 0,-1-1-3 0,5-3 1 15,3-1 4-15,0 0-3 0,-9 0 9 0,4-4-8 16,3 0 5-16,2-1-6 0,2-5 4 0,0 3 1 16,0-3-4-16,2-1 3 0,0 0-9 0,1-1 8 15,7 3-4-15,8 3 7 0,-1-5-4 0,1-2-3 16,3-2 1-16,-3-4-1 0,1-2 3 0,-2-1 3 15,-4 0 1-15,2-3 1 0,-2 1-4 0,-6 5 5 0,2-9 0 16,1 0 3-16,-3 0 10 0,-1 2 2 0,-3 0-1 16,-1 2 1-16,-2-1-7 0,0 3-6 0,0 0-1 15,-2 1-3-15,0 2-6 0,2 2-4 0,0 1 2 0,-13-9-2 16,-1 1 5-16,-3 2-10 0,2 3-6 0,0 2-4 16,2 2-25-16,2 0-15 0,-2 2-10 0,2 0-3 15,0 1-42-15,1 1-41 0,3 0-121 0</inkml:trace>
  <inkml:trace contextRef="#ctx0" brushRef="#br0" timeOffset="147706.81">7646 8861 64 0,'0'-1'0'0,"-2"-3"10"0,-1-11 105 0,-3-7-20 15,1 1 1-15,-3-3-45 0,1 0-10 0,-1 4-5 16,1-1 1-16,-2-1 1 0,-1 3-9 0,-5-3 10 0,1 2-5 15,8-1 6-15,-13-1-3 0,1 3-10 0,1 1-2 16,2 3-3-16,-3-2 0 0,-6 2-9 0,-2 2 2 16,0-1-4-16,1 6 0 0,3 3-4 0,-2 1 3 15,0 2-3-15,-4 0-1 0,-2-16 1 0,-3 5-3 0,1 7 2 16,-1 4-1-16,0 2 5 0,-1 0-1 0,-1 2 1 16,1 2-4-16,-3-1 11 0,2 3-6 0,0 0 5 15,-2 1-8-15,5-1 8 0,-3 1 0 0,1 0 1 16,3 1-10-16,1 1 2 0,2 2-4 0,-2 2 2 15,6 0-6-15,-5 6-3 0,3-15 2 0,3 25-2 16,-4-3 7-16,8 4-7 0,0 0 2 0,1 1-4 16,-3 6 11-16,3-1-7 0,-4 1 4 0,1-2-5 15,1 0-3-15,1 1 3 0,-3 3 0 0,3-4 1 0,1 2 6 16,-3 2-6-16,6-2 0 0,1 2-1 0,1-2 1 16,3 6-1-16,1 0-1 0,2 1 0 0,-1 6 3 15,1-1-1-15,1 1 0 0,1 0 0 0,-3-4 3 0,-16-1-3 16,9-4 2-16,8-6-2 0,1 0 2 0,2-3-6 15,-1 1 7-15,3 1-6 0,0 1 5 0,2-2 1 16,0 5-2-16,4-3 2 0,1 2 6 0,3 0-6 16,-1 2-1-16,1 0-1 0,1 4-1 0,0 1-3 15,2-3 5-15,2 4-4 0,-1-6 11 0,1 3-10 16,1-1 1-16,1-5-4 0,0-1 4 0,0-5-1 16,0-1 3-16,2-1-1 0,-1 0 7 0,3 3-8 15,-2-5 1-15,-12 2-2 0,19-2 2 0,-1 0-1 0,6 0-1 16,1-2 1-16,0 2 5 0,3 0 4 0,1-1 2 15,-3-1-2-15,2 2-7 0,3-2 7 0,1 0-9 16,0 2 8-16,2-4-7 0,-6 1-1 0,1-7 4 16,-1 1-4-16,-1-10 3 0,3-1-3 0,2-2 2 0,-1 16-2 15,3-5 0-15,1-8 3 0,1-5-3 0,8-4 5 16,-1-7 3-16,6-4-6 0,7-4-1 0,-7 3-1 16,-2-3 0-16,0-2 2 0,-10 3 2 0,5-3-2 15,-4-1-4-15,-4-1 7 0,-2 19-4 0,-4-22 6 16,2-2-5-16,-1 2-2 0,-1-2 3 0,2 0-2 15,1-4 10-15,1-1-9 0,2 1 5 0,4-3-6 16,1-1 10-16,-1-5-11 0,-2-2 6 0,0-7-6 0,-6-8 3 16,0-7 2-16,2-5-3 0,-7-7 3 0,0-1-2 15,-4 2 7-15,-4 1-2 0,0 3 3 0,-1 3-2 0,-3-3-4 16,-1-7 2-16,-4-6-3 0,-2-8 0 0,-4-6-2 16,-3 3 2-16,30 3-2 0,-25 7 0 0,-9 10 6 15,-8 5-5-15,-5 6 8 0,-7 0 12 0,-6-4-7 16,22-4 9-16,-42-3-9 0,-8 0-3 0,-9 3 3 15,-9 8-9-15,-1 9 8 0,1 8-2 0,-6 5-14 16,5 2 10-16,-3 6-10 0,-4 5 4 0,-9 0 0 16,-4 8-7-16,-11 3 4 0,-3 4-17 0,3 5-10 15,2 5-6-15,7-29-4 0,4 28-48 0,-13 17-84 16,-11 13-73-16</inkml:trace>
  <inkml:trace contextRef="#ctx0" brushRef="#br0" timeOffset="156703.54">2687 12924 256 0,'0'0'34'16,"0"0"10"-16,0-2 37 0,0 0 12 0,-2 0-15 16,0-1-18-16,2-3-23 0,-2-9-7 0,1 4 2 0,-1-2-11 15,0 2 2-15,0-4-3 0,2 4 1 0,0 4-8 16,0-5 0-16,0 11 4 0,0-3-2 0,0 0 6 0,0-1 1 16,0-1 4-16,0 2-1 0,0 1 10 0,2-1-6 15,0 0 5-15,0 2-5 0,-1 0 1 0,1 1-3 16,2 1-6-16,0 0 4 0,-1 1 1 0,-1 3-15 15,15 24 7-15,0 4-10 0,-6-3 4 0,-4 5-1 16,1-1-5-16,-3 1 3 0,3-1-1 0,-1 0-3 16,-1-1 2-16,-1 1-2 0,1 4-3 0,-1 1 1 15,1 2 4-15,-1 1-2 0,1 4-4 0,0-1 2 16,-3 3-3-16,1 1 4 0,0-3 3 0,-2-6 1 16,-2-2-5-16,0-2 3 0,0 0-1 0,-2 1-3 0,0-7 1 15,-2-5-1-15,0-3 0 0,1-4 3 0,-1-3 1 16,0-1-1-16,2-5 4 0,1-3 2 0,1-3 3 15,0 0-2-15,-4 2 5 0,0-2-8 0,2-2 4 16,-5 3-5-16,1-1-5 0,3-2 6 0,-3 0-3 0,2-2 4 16,1-3-10-16,1-27 5 0,-19-3-5 0,10-4 5 15,8-2-9-15,3-5 5 0,5-2 0 0,3-4 2 16,1-2-9-16,2 4 5 0,2-1-1 0,2 5 3 16,1 3 5-16,3 2-3 0,0 6-2 0,-1 4 0 15,-10 1 0-15,25 0-2 0,-1 4 1 0,-3 2 0 16,3 0 4-16,-4 0-3 0,0 5-1 0,-1 1 1 0,-2 3 5 15,-3 9-8-15,0-5 0 0,-3 9-5 0,-3-9-9 16,-1 2-1-16,0 3-8 0,0 4 2 0,-4 2-30 16,-2 0-13-16,3 2-8 0,-5 0-10 0,0 2-104 0</inkml:trace>
  <inkml:trace contextRef="#ctx0" brushRef="#br0" timeOffset="157169.51">3285 13717 658 0,'0'-2'16'0,"0"0"39"16,0 0-47-16,0-2-2 0,0 1 4 0,0-1-4 15,0 0 8-15,0 1-3 0,0 1 1 0,0 0-1 16,0 0 7-16,0 0-3 0,0 2 0 0,0 0 0 16,-2 2 5-16,0 0 2 0,0 2 2 0,0 1-2 15,-7 14-1-15,0 1 0 0,-2 2-3 0,0 3 2 16,1-3-10-16,3 0-6 0,-1 0 1 0,5-1-2 0,-1 1 8 16,2-3-10-16,2 1 6 0,0 1-6 0,2-5 11 15,2-1-3-15,-1-2 5 0,1-4-4 0,2 1 10 16,-1-3 2-16,8-3-6 0,8 11 6 0,-1-6-7 15,4-3 0-15,-1-5 0 0,4-1-2 0,-1-3-7 16,2-5 3-16,0-1-1 0,-2-2 2 0,0-2-1 0,-2 2-4 16,-3 0 1-16,-8 1-3 0,-2 8 4 0,-6-12-2 15,6-3-3-15,-1 0 1 0,-3-1-3 0,-5-3 0 16,-4 3 7-16,-3-3-5 0,-7-1 5 0,-1 3-5 16,4-3 3-16,-15 5-3 0,-2 2 2 0,0 2-1 15,-4-1-7-15,6 10 4 0,2 0-4 0,0-11-4 16,1 6 3-16,1 2-6 0,-1 3-15 0,7 4-7 0,1 0-15 15,3 2 3-15,3 0-52 0,5-2-77 0,0 0-83 16</inkml:trace>
  <inkml:trace contextRef="#ctx0" brushRef="#br0" timeOffset="157513.63">4059 13180 573 0,'0'0'78'0,"0"0"12"0,0-2-11 16,0 0-33-16,0 1-5 0,0-1-14 0,0 0 9 15,0 0-7-15,0 0 7 0,2 0-11 0,0 0-9 16,1 2 7-16,23-9-11 0,0 2-7 0,6-3 7 0,-8 5-6 16,8-3 6-16,1 3-12 0,-1-1 5 0,1 1-4 15,-11 1 5-15,-1 0-6 0,-3 1-19 0,-1 1 1 16,0 0-8-16,-8 0-14 0,0 0-34 0,-5 2-3 15,-2 0-11-15,2 0-17 0</inkml:trace>
  <inkml:trace contextRef="#ctx0" brushRef="#br0" timeOffset="157699.57">3823 13461 788 0,'0'0'34'0,"-2"0"44"16,1 0-39-16,-1 0 2 0,0 0-6 0,2 0 6 0,0 0 0 15,0 0-5-15,2 0-3 0,1 0-2 0,12 1-29 16,17-1-2-16,5 0 2 0,6-3-1 0,7-5 0 16,4-3-30-16,7-4-4 0,4-1-13 0,2-1-60 0,9 0-71 15,-6 2-56-15</inkml:trace>
  <inkml:trace contextRef="#ctx0" brushRef="#br0" timeOffset="158185.09">5039 12569 749 0,'-1'-2'52'0,"-1"1"-53"0,0-3 52 0,0-2-25 15,-2-1-17-15,1-1-4 0,1 5 3 0,0-1-4 16,2 0 5-16,0 1-9 0,0-1 2 0,0 0-3 16,2 0 1-16,14-1 12 0,9-1 4 0,6-1 2 15,3-1 9-15,3 3 5 0,4-4-5 0,-6 3 7 16,4 4 2-16,-4 0-6 0,-2-18 2 0,1 9-6 0,-1 7-7 16,-1 6-5-16,-1 3-5 0,-1 7 2 0,-4 2-3 15,-2-2-1-15,-5 23-1 0,-6 6-1 0,0 5-5 16,-8-1 3-16,1 9 2 0,20-2-1 0,-17-2 2 15,-9 0-8-15,-3-9 2 0,-9 0-4 0,-2-2 5 16,-5-4 3-16,13 0 1 0,-29-2 0 0,2 1 4 0,-4-3 0 16,-1-1 5-16,-4-2-3 0,3-4 1 0,-2-7 5 15,-2-2-3-15,8-4 4 0,2-4-4 0,7-5 6 16,0 15-5-16,9-10 6 0,2-3 1 0,2-4 0 16,7 0-2-16,-3-4 1 0,4 1-6 0,-5-10-10 15,-5-15 1-15,10-2-5 0,5 2 3 0,5-2-4 16,7 3 1-16,2-3-3 0,3 2 2 0,-6 2-5 0,21 0 4 15,3 2-6-15,4 0-2 0,-2 0 7 0,-3 1-1 16,-1 3 2-16,-1 3-15 0,-3 1-45 0,1 1-2 16,-4 2-15-16,0 3-32 0,-4 5-10 0,-1 3 2 15,-1-11-17-15,-3 4-136 0</inkml:trace>
  <inkml:trace contextRef="#ctx0" brushRef="#br0" timeOffset="158632.72">5803 12621 418 0,'0'-2'60'0,"0"-1"-2"15,-2-16 7-15,2-5 0 0,0 0-17 0,0 3 1 16,0 3-15-16,0 1 3 0,2 2-7 0,-1-1-1 16,1 6-6-16,2-1 1 0,-2 2-3 0,-2 5 1 0,2-3-6 15,-2 5 4-15,2-2-4 0,-1 1 7 0,3-1-2 16,0 0-2-16,0 2 2 0,-1 0 0 0,1 1-1 15,0 1 4-15,3 0-5 0,-3 0-4 0,1 1-1 16,1 3-2-16,0 4 1 0,7 16 1 0,-2 5-10 16,-2 3 4-16,-2 5-6 0,-1 2 1 0,-2 0 2 15,-2 6-5-15,-2-5 5 0,0-1-6 0,0 4 4 16,0-6-1-16,0-1 2 0,0-1-7 0,0-13 9 16,-2 0-4-16,2-5 6 0,0-2-11 0,0-2 7 15,2-2 3-15,-1-2 1 0,1-3 4 0,0 0 1 0,-2-5-2 16,2 3 3-16,2 0 14 0,-1-2-7 0,3 0 5 15,5-1-7-15,6-1-2 0,-2-3-3 0,1-7 0 16,7 3-1-16,-3-26-4 0,-1-8-1 0,-3-2-7 16,-1-2 5-16,2-7-2 0,0 0 0 0,1 0 1 0,1 0-2 15,-1 4-4-15,-1 5 1 0,-2 4 2 0,-2 4-1 16,-4 4-1-16,0 7 1 0,-1 1-5 0,-4 7 4 16,1 3-3-16,-3 1-33 0,0 5-1 0,0 3-16 15,-2 2-50-15,3-1-24 0,1-1-8 0,-2 2-3 0,0 0-14 16</inkml:trace>
  <inkml:trace contextRef="#ctx0" brushRef="#br0" timeOffset="158902.63">6556 12800 949 0,'0'0'22'0,"0"-2"29"0,-1 0-30 0,-1 0 9 16,0 0-6-16,0 0 6 0,0 0-14 0,-2 1-2 15,1 1-3-15,-5 0 2 0,-7-2-9 0,-3 0 2 16,5 2-1-16,-2 0 3 0,0 0 8 0,2 0 7 16,-5 4-4-16,1-1 4 0,-2 5 1 0,3-1 2 15,-3 4-3-15,-1-9 1 0,-1 13-9 0,4 11 2 0,-1-2 3 16,1 0-3-16,4 6-6 0,2-6-6 0,4-2-2 16,5-1 0-16,0-3 1 0,-11 1-3 0,7-4 3 15,3-2-3-15,3 0-3 0,0-2 5 0,1-2-5 16,3-1 6-16,0-3-4 0,24-1 1 0,0 0-1 15,-1 14-2-15,5-5-21 0,0-5-44 0,1-5-7 0,4-1-17 16,2-2-64-16,2-2-193 0</inkml:trace>
  <inkml:trace contextRef="#ctx0" brushRef="#br0" timeOffset="159353.19">6839 13089 597 0,'-2'0'50'0,"0"0"7"0,0 0-1 16,-2 0-19-16,-3 0-2 0,-4 2-2 0,1 0-2 16,3 0-3-16,5-2 1 0,-2 2 2 0,1-1 1 15,1 1 1-15,0 0-1 0,2-2-2 0,0 0 0 16,2 0 0-16,0 0-1 0,7-2-10 0,13-5 3 16,2-2-4-16,1-3 3 0,-1 1-11 0,-2-2-4 15,0-1 4-15,-1 8-4 0,-1-13 0 0,-3 1-4 16,-2-1 3-16,-6-3-2 0,0 2 6 0,-3-5-6 15,-2 5-2-15,-1 0 0 0,-1-3 7 0,11 5-3 16,-2-5 0-16,-5 7 0 0,-4 3 6 0,-2-4-3 0,0 4 4 16,-2 4-5-16,-2-1-3 0,4 9 7 0,0-1-4 15,-20-11 4-15,-1 3-4 0,-3 9-2 0,-2 2 1 16,-2 9-2-16,2 3-2 0,-2-10 1 0,-1 29 0 16,1 3 1-16,-4 4-2 0,-1-5 0 0,3 1-2 0,4-2 0 15,6-3-3-15,7-2 3 0,7-2 1 0,-1-2 0 16,5 0-4-16,-11-3 2 0,4-1-1 0,7-3 1 15,2-1-1-15,3-3 5 0,5 0 0 0,-3-1 3 16,29-1-8-16,-1-4 6 0,-1-1-6 0,1-3 6 16,1-1-3-16,3 21-2 0,0-10 5 0,6-6-4 15,-6-5-1-15,0-2-1 0,-2-2-9 0,1 0 3 16,-3-2-29-16,-1 1-33 0,1-1-5 0,-7 2-10 0,-6 0-41 16,-5 0-147-16</inkml:trace>
  <inkml:trace contextRef="#ctx0" brushRef="#br0" timeOffset="159725.69">5233 14005 688 0,'-2'0'36'15,"-2"-2"64"-15,-7 0-79 0,5 0 10 0,-1 0-9 0,5 2 9 16,-2-2-20-16,2 0 9 0,1 2-3 0,1-1 5 16,0-1-8-16,1 0 8 0,11-2-2 0,23-5 4 15,-2 1 3-15,2-1 5 0,6-2 1 0,2 0 2 16,3 0-5-16,8-2-5 0,4 0 1 0,5 0-3 15,11-2-6-15,8 0-7 0,2 0-1 0,1 2-2 16,-3 0-4-16,-10 2-1 0,0 0-1 0,-7 3 2 0,-1 1 5 16,-5 1-7-16,-1 3 6 0,-6 3-6 0,3-2 6 15,-8 2-8-15,1 4 1 0,-11-1-5 0,-5-1-8 16,-10 0-31-16,-4 0-12 0,-5 0-8 0,-5 0-62 0,-4-2-48 16,-1 1-75-16</inkml:trace>
  <inkml:trace contextRef="#ctx0" brushRef="#br0" timeOffset="160063.5">5518 14283 719 0,'0'0'46'0,"0"-2"-48"0,0 0 44 0,2 1-21 16,0-3-22-16,2 0 2 0,-2 0 1 0,9-1-1 16,4-1-1-16,-4 1 3 0,-2 3-3 0,-3-2 4 15,-3 2 9-15,-1 2 11 0,2-2 7 0,0 1-1 16,-1-1 11-16,-1 2 6 0,0 2-4 0,0 1 5 16,-2 21-10-16,-4 15-9 0,-3-2 0 0,-4 6-5 15,-2 0-8-15,0-2-7 0,0 1 6 0,2-8-6 16,1-1 4-16,3-1 1 0,1-6-5 0,3-6 4 0,1-3 2 15,2 0-1-15,0-6 2 0,0-4-1 0,0 1 2 16,0-5-15-16,2 1 2 0,1-2-5 0,18 9 0 16,-1-3-21-16,4-7-3 0,0-1-10 0,1-3-48 0,1-5-71 15,3-3-15-15,-1-2-32 0,-2 2-200 0</inkml:trace>
  <inkml:trace contextRef="#ctx0" brushRef="#br0" timeOffset="160600.6">5349 14177 929 0,'0'-2'15'16,"0"1"1"-16,0-3-3 0,0-2-3 0,0-5-3 0,0 2 10 16,0 1 9-16,0 5 0 0,2-3 3 0,2 2-4 15,15-9 5-15,3 4 1 0,2 5 2 0,4 4 11 16,2 6-15-16,-1 5 3 0,5 6-8 0,-3-13-8 0,-1 33-7 15,-2 4-1-15,-2 5-2 0,-6 2 2 0,-3 4-5 16,-6 0 4-16,-5 2-4 0,22 2-3 0,-17-6 6 16,-11-4-7-16,-8 1 6 0,-5-5-2 0,-9 3 5 15,18 1-3-15,-35-1 2 0,-2 0-6 0,-3-3 6 16,-3 3 3-16,3-8 1 0,1-2 3 0,0-1 5 16,4-10-1-16,-1-6 1 0,-1-3-11 0,7-6 12 15,-1-3-8-15,5-2 9 0,4-2-15 0,2 12 4 16,0-6 1-16,4-8 0 0,-3-4-5 0,9-1 0 0,2-3-6 15,7 3 5-15,-10-16-6 0,4-1-7 0,5 1 2 16,6 3-3-16,2 1 8 0,6 0-4 0,5-1-2 16,3-1 0-16,21 1 5 0,12-3-4 0,-1 3 5 15,0-1-5-15,4 1 6 0,-7 1-9 0,3 2-13 16,0 0-4-16,-1 4-82 0,-1 0-44 0,1 2 1 0,1 3-21 16,-2-1-54-16</inkml:trace>
  <inkml:trace contextRef="#ctx0" brushRef="#br0" timeOffset="160989.34">6040 14753 835 0,'0'0'67'0,"-2"0"140"0,0-2-188 0,1 0-1 16,-1 0 0-16,0 0 0 0,2 1 8 0,0-1-6 15,2 0-9-15,1-2 2 0,10-3-16 0,12-10 3 16,-1-2 1-16,2-5-1 0,2 2 4 0,-2-6-1 16,0 0 3-16,-2 0-3 0,0-5-3 0,-4 1 2 15,-1-1-2-15,-1 5 3 0,-1 2-3 0,-6-2 10 0,2 2-1 16,-5-1 3-16,-1 2-5 0,-1 7 0 0,1 1-1 16,-3 4 1-16,0 4-3 0,-3 5 10 0,1 0 1 15,2 1 1-15,0-1-5 0,-2 2 2 0,-1 0-2 16,1 2 4-16,-2 0 5 0,0 2-7 0,-2 7-4 15,-12 32 0-15,-1-2-4 0,-2 6-1 0,0-1 3 0,2 1-3 16,2-2-1-16,2-4 0 0,2-4-1 16,3-5 2-16,3-3-2 0,1-2 0 0,2-3-2 0,0-4 2 15,2 1 4-15,1-4-5 0,5 0 5 0,-1-4-6 16,-5-2 0-16,19-3-8 0,3-3-15 0,0-1 3 16,2 15-50-16,4-6-70 0,-4-5 7 0,5-4-38 15,-3-4-90-15</inkml:trace>
  <inkml:trace contextRef="#ctx0" brushRef="#br0" timeOffset="161098.23">6814 13956 649 0,'0'0'1'0,"0"0"4"0,-1 0-243 16</inkml:trace>
  <inkml:trace contextRef="#ctx0" brushRef="#br0" timeOffset="161297.64">6922 14556 789 0,'0'2'25'0,"-2"0"48"0,2 0-42 0,-13 25 11 0,4-2-3 16,-4 2 5-16,0 1-2 0,0 0 9 0,4-4 4 15,3-1 0-15,1-5 2 0,1-1-21 0,2-2-8 0,2-4-3 16,0-2-15-16,2-1 0 0,2-1 0 0,-4-5-2 15,13 0-6-15,16 16-14 0,3-7-9 0,7-7-8 16,7-4-71-16,6-7-163 0</inkml:trace>
  <inkml:trace contextRef="#ctx0" brushRef="#br0" timeOffset="162606.81">14104 9769 41 0,'0'0'33'16,"0"0"-4"-16,0 0 23 0,0 0 1 0,0-1-5 15,0-1-2-15,0 0-17 0,0 0 1 0,0 0-7 16,0 0 1-16,0 0-5 0,0 1 6 0,0-1-7 0,0 0 4 16,0 0 10-16,0 2-4 0,0 0 5 0,-2 0-12 15,0 0 4-15,0 2-6 0,1 0 6 0,-3 0-10 16,-4 3 7-16,-3 6 0 0,2 6 1 0,0-2-7 15,1 2-5-15,3-1 3 0,1 1-2 0,0 0 6 0,-7-2-9 16,2-1 3-16,1 1-3 0,5-2 13 0,1 0-4 16,0-2 3-16,2-1-3 0,0-3 4 0,0-3 7 15,0-2-10-15,2 1 9 0,2 1-13 0,-3-4 7 16,16 9 0-16,2-3-1 0,-1-4-13 0,3-2 6 16,3-6-7-16,-2-1 7 0,0-3-1 0,1-1-7 15,-8 0 5-15,1 4-8 0,-3-12 2 0,-2 1 4 16,2 1-1-16,-5 0 1 0,3 1-3 0,-4 3 9 15,-3 0-5-15,-2 0 6 0,-2 3-6 0,0 3 5 0,-4-2 2 16,-1-1-1-16,1 5-7 0,-15 1-4 0,-3 0-2 16,-4-12 2-16,-2 3 4 0,2 5-10 0,2 6 4 15,2 2-6-15,0 0 1 0,5 2-20 0,0 2-6 0,4 1-7 16,0 1-46-16,6-2-69 0,-1-2-5 0,5 14-33 16,-1 1-144-16</inkml:trace>
  <inkml:trace contextRef="#ctx0" brushRef="#br0" timeOffset="164177.49">13118 9006 128 0,'0'-2'48'0,"-2"1"54"15,0-1-21-15,0-2-23 0,2 2-5 0,-5-7-5 16,1 1-11-16,2 5-11 0,-1-3 2 0,1 2-5 16,0 1-3-16,-2-1 7 0,0 0-7 0,1 1 5 15,-1 1-16-15,0 0 5 0,2 0-3 0,1 0 3 16,-1 0-1-16,0 0 4 0,0 1-1 0,0-1-1 16,0 0-9-16,0 2 10 0,2 0 1 0,0 0 2 0,0 0-2 15,2 0 0-15,0 0-2 0,0 2 1 0,0 0-5 16,2-1 6-16,9 3-3 0,5 2 3 0,3 1 4 0,-1-1 1 15,4-1 3-15,4 3-1 0,2-3-1 0,1-1-12 16,1-2 1-16,3 0-4 0,6-2 10 0,0 0-14 16,5 0 7-16,-3 0-10 0,-6-2 6 0,0 0-3 15,-3 0 2-15,-3-2 0 0,1 1 3 0,-1-1-7 16,-3-2-2-16,-4 3 0 0,0-1 6 0,-3 0-2 16,-1 1 0-16,-5 1-1 0,-4 0-4 0,-1 0 1 15,-1 0 5-15,-5 2-2 0,-1 0 1 0,-1 0 7 16,2 0-7-16,0 0 9 0,-1 0 1 0,-1 0-8 0,0 0 6 15,0 2-8-15,0 0 6 0,-2 0-11 0,0 1 1 16,0 1-4-16,-2 5 5 0,0 4 1 0,-2 0 1 16,1 0-1-16,-1 2 2 0,2 0-3 0,-2 0-3 15,2 0 1-15,1 2 1 0,-1 1-3 0,0-1 3 0,2 3-3 16,0 1 7-16,0 1-6 0,2 0 3 0,0 4-4 16,1 2 7-16,3 0-3 0,-1 5-2 0,3 1 0 15,-3 1-1-15,3 4 2 0,-1 0 0 0,-1 2 1 16,-1-2-1-16,-1-2-2 0,0-2 4 0,0 1-4 15,-1-1 6-15,1 2-4 0,0 2 2 0,-1 0-2 16,1 2 2-16,2 2-4 0,1 1 0 0,1 2-2 16,-1 6 8-16,2 2-5 0,1 2 3 0,-1 3-4 0,-2-5-1 15,3 2 0-15,-3-2 0 0,2-6 0 16,1 2 6-16,-1-3-1 0,0-5-2 0,-1 3-1 0,1-1-3 16,-2 3 3-16,1 3 1 0,1 4 0 0,-2 3 5 15,1 5-7-15,-3-1 5 0,1 2-4 0,-2 0 3 0,-1-1-2 16,1-3 0-16,-2-7-1 0,2-4-3 0,1-3 4 15,1-3-1-15,-1 1 2 0,-1 2 3 0,0-1-2 16,3 6-2-16,-1 1 1 0,-1 2 1 0,3 5-1 16,-5-2-1-16,1 1 0 0,0 1 0 0,-2-4 2 15,1-1 2-15,3-4-3 0,-2-1-1 0,-1-7-1 16,5-4 0-16,-1 2-1 0,3 0-2 0,-1 0 5 16,0 0 1-16,0 0 2 0,1 0-10 0,1-2 6 15,-2 2 0-15,0 4 3 0,3-1-4 0,-3-3 0 0,0-1 1 16,0-7 2-16,3 3 3 0,-5-3-3 0,-1 1-3 15,-3-6 1-15,-1-2 1 0,0 0 2 0,0-2-2 16,0 2 2-16,1-5-3 0,1 0 0 0,0-3 4 16,-2-1-3-16,-2-2 4 0,0 2-6 0,0 0 1 0,0-2-1 15,0 0 10-15,-2 2-9 0,0-2 0 0,0 0-2 16,-2 0 3-16,1-2 4 0,-1 2 1 0,0-4-1 16,1 0-8-16,-1 1 8 0,0-3-4 0,0-1 8 15,-1 1-7-15,-12-3 0 0,4 1 2 0,-2-1-1 16,-1 0 0-16,-1-1-3 0,0 1 0 0,-1 0 0 15,-3 0 7-15,1-3-7 0,-4 1 0 0,3 0-1 0,-1 0 0 16,0 13 8-16,1-6-3 0,3-1 3 0,-3-3-10 16,3-1 2-16,-1 0 4 0,2-3-2 0,1-1 6 15,1 0-3-15,0 0-6 0,-2 0 3 0,4 0-1 0,2 0 0 16,2 0 3-16,1 0-1 0,3 0-2 0,1 0 0 16,0 0 0-16,1 0 0 0,-1 0 4 0,2 0-2 15,-2 0-3-15,1 0-1 0,-1 0-4 0,0 0 7 16,1 0-1-16,1 0 2 0,0 0-1 0,0 0-13 15,0 0-7-15,0 0-6 0,0 0-30 0,1 0-28 16,-1 2 1-16,0-2-15 0,0 0-31 0,0 0-74 16,0 0-25-16</inkml:trace>
  <inkml:trace contextRef="#ctx0" brushRef="#br0" timeOffset="164505.6">13967 13056 797 0,'0'0'18'16,"0"0"-2"-16,-2 0 16 0,0 0-6 0,0 0 1 15,0 0-13-15,0 0-7 0,-1 0 3 0,-1 0-4 16,-4 0-3-16,-3 0 3 0,-4 2-2 0,1 1 4 16,-3 5 5-16,-2 1-3 0,-1 2 2 0,-2 0-4 15,1 0 3-15,-3 4 9 0,0-2 1 0,-6 4 4 16,4-4 8-16,0 0-3 0,4-2 3 0,5-2-3 0,4-1-1 15,-4 1-7-15,4-1 1 0,6-5-3 0,-6 5-1 16,11-8-10-16,0 0 5 0,0 3-7 0,-3 7 8 0,1-1-11 16,2-3 1-16,1 3-3 0,1-2 5 0,0 1-5 15,1-1 2-15,3-1-4 0,0-3 1 0,20 1-2 16,0 13 1-16,6-4-1 0,-1-4 4 0,-3-3 0 16,2-3 2-16,-2-1-1 0,2 2-4 0,-4-2-10 15,0 0-7-15,2 0-4 0,0-1-57 0,-1-1-65 16,2 0-25-16</inkml:trace>
  <inkml:trace contextRef="#ctx0" brushRef="#br0" timeOffset="165314.54">13125 8672 186 0,'0'-2'100'15,"0"0"-65"-15,0 0 95 0,0-1-30 0,2-8-50 0,0 3-6 16,0 1-1-16,-2 3-3 0,2-1-11 0,0 1 1 16,0 0-3-16,-1 0 1 0,1 3-5 0,0-1-4 15,0 0 6-15,0 2-5 0,0 0 2 0,0 2-1 16,-1 0-2-16,-1-1 1 0,0 1-10 0,-1 13 6 15,-3-2-4-15,-2 2 4 0,-5 5-8 0,2-5-4 16,3 2 3-16,-20-2-3 0,2-2 6 0,-2 2 3 16,-7-1-3-16,1 5 2 0,-1-2-6 0,-6 1 3 15,2 1-2-15,1-4 3 0,-3 0-2 0,4-1-2 0,4-2 4 16,3 1-3-16,5-2 2 0,5-2 1 0,5 2 1 16,2-3 1-16,3-1 7 0,5 0-7 0,1-1 4 15,-2 0-6-15,2-3 2 0,0 1 0 0,0 0-3 16,2-2 2-16,0-1-10 0,2 3 5 0,2 0-7 0,16 7 6 15,16 2-2-15,-3-6-4 0,10-3 4 0,9-2-5 16,-8-2-3-16,8 0-20 0,-2 0-17 0,-7 0-9 16,2 0-128-16</inkml:trace>
  <inkml:trace contextRef="#ctx0" brushRef="#br0" timeOffset="173152.41">2958 12278 155 0,'0'0'57'0,"0"0"-13"15,-2 0 36-15,0-2 9 0,0 0-27 0,1 0-6 16,-1 0-6-16,0 1-2 0,0-1 0 0,0 0-11 16,0 0-17-16,0 0-1 0,1 0-7 0,-1 0-8 0,0 1-1 15,2-3-3-15,0 2 1 0,0-2-3 0,0 2 3 16,0 1 5-16,0-1-1 0,0 0 3 0,-2 0 3 16,0 0-9-16,0 0 8 0,-1 2-1 0,-10 0-4 15,-8 6 3-15,4 1-4 0,-7 6 1 0,-7-11-1 16,-1 22-1-16,-9 4 1 0,4 4-1 0,8 1-1 15,-5 2 6-15,6 4-6 0,0 0 0 0,-1 8-2 16,1 3 3-16,2 0-3 0,0 6 3 0,4 3 0 16,-1-1-2-16,3 1 3 0,1-1 3 0,3-6 1 0,1 2-4 15,2-1 2-15,2 3-3 0,1 5-3 0,1 2 0 16,5 2 0-16,1 6 1 0,-1 3-2 0,0 4 3 16,2-2-2-16,-27-7 9 0,17-6-7 0,9-7-1 15,3-2-1-15,2 0 2 0,3 1 0 0,3 1 3 0,3 2-2 16,2-1-1-16,2 8 2 0,1-2 0 0,3 0 2 15,3-1 2-15,0-7 12 0,3-5 1 0,-20-5 4 16,34-4-5-16,4-8-5 0,5-3-6 0,10-4 2 16,1-2-9-16,8-3 12 0,2-5-6 0,-3-3 7 15,1-3-3-15,-9-5-8 0,1 23 6 0,-1-17-7 16,3-9 6-16,8-6-10 0,7-5 5 0,2-6-6 16,7-3 2-16,-3-3 0 0,-6-1-6 0,-9-2 5 15,-8-2 0-15,-8 22 1 0,-5-33-1 0,-1-8-1 0,-3 1 0 16,1-1 7-16,-6-1-5 0,0 1 4 0,2-1-8 15,-5-4 10-15,1 1-2 0,-7 3 4 0,-4 0-9 0,-4 1 1 16,-5-1 8-16,-6-1-5 0,-3-1 12 0,20-6-6 16,-15-2-5-16,-9-11 1 0,-9-7 4 0,-8-7-6 15,-8-9 6-15,-3 3-7 0,-3-4 4 0,-3 4 5 16,1 1-3-16,-3-3 5 0,3 0 1 0,29-4 6 16,-35-1-3-16,-2 1 5 0,0 7 1 0,-2 16-1 15,2 9 0-15,-6 12-3 0,-5 8-18 0,-9 8 3 16,-6 7-9-16,-8 8 5 0,5 5-16 0,1 5-12 15,4 4-3-15,7-23-7 0,6 15-22 0,9 11-53 16,6 2-3-16,11 3-23 0,5 2-70 0</inkml:trace>
  <inkml:trace contextRef="#ctx0" brushRef="#br0" timeOffset="182232.63">19034 13058 16 0,'0'0'0'0,"0"0"0"0,1 0 11 0,1 0-6 16,0 0 0-16,2 0-7 0,-2 0-2 0,18-2-7 0</inkml:trace>
  <inkml:trace contextRef="#ctx0" brushRef="#br0" timeOffset="196861.62">1744 12592 337 0,'0'-2'0'0,"-2"0"42"0,0-4 20 0,-7-18 11 15,1 2 10-15,3 3-38 0,1 3-13 0,0-1-1 0,1 2-9 16,1 2 7-16,0 2-21 0,2 3 8 0,0 3-5 16,0 3 4-16,0-2-15 0,0 1 3 0,0-1-2 15,0 0 1-15,0 2-10 0,0 1 11 0,0-1-3 16,0 2 6-16,0 0-8 0,0 2 8 0,0-1 1 0,0 3 4 15,-2 7-3-15,0 11 3 0,0 3-8 0,0 2 7 16,1 5-8-16,1-4 5 0,0 5-4 0,0 6 3 16,0-2-1-16,0 4-6 0,0 2 3 0,0 0-4 15,0 3 8-15,0 1-10 0,0 3 4 0,0-2-8 16,0 0-8-16,0 2 11 0,0 4-3 0,0 7 8 16,-2 4 9-16,0 8-9 0,-2 1 1 0,-1 6-3 15,-3 0 7-15,3-4 0 0,-3-2-1 0,1-5-1 16,-1-2 0-16,-1 0 5 0,0-2 4 0,-1 0 1 0,3-2 12 15,0 0-5-15,-1-6 2 0,3-3-3 0,-1-2-3 16,2-2-5-16,1-3 4 0,1-3-5 0,0-3-7 0,0-7 5 16,0-5-5-16,2-5 5 0,0-3-2 0,0-3-3 15,0-3-2-15,0-4 1 0,0-1 0 0,0-5-23 16,0-1-2-16,0 0-12 0,0-1-45 0,0-1-91 16,0 0-14-16</inkml:trace>
  <inkml:trace contextRef="#ctx0" brushRef="#br0" timeOffset="197296.87">1148 12939 639 0,'-2'0'32'16,"0"0"-2"-16,0-2-5 0,-2 0 5 0,1 0-17 15,-1 0 8-15,0 1-7 0,1-1 1 0,-1-2-2 0,2 0 0 16,0 1 4-16,0-1-2 0,2 0 3 0,-2-7-4 16,2-2-3-16,0 0 6 0,2 0-5 0,4-2-1 15,1-2 6-15,1 1-9 0,3-7 9 0,2-1-7 0,2 0-2 16,1-2-1-16,-1 0 0 0,-13-4 6 0,19-3-8 15,1-2 3-15,8 1-5 0,-4 1 4 0,5-4-4 16,-1 0 4-16,1-2-4 0,-3 2 5 0,-4 1-9 16,1 3 1-16,-7-1-2 0,4 1 12 0,-3 3-7 15,-1 2 2-15,-1 1-5 0,0 2 4 0,-4 3 1 16,2 2-1-16,-4 3 0 0,-2 4-4 0,0 0 5 16,1 4 2-16,-5 5-1 0,3-2-2 0,-1 5 5 0,1-5 0 15,-1 2 2-15,0 2 7 0,3 2-4 16,-5 0 3-16,3 4-3 0,-1 15-2 0,-1 14-4 0,-1 2-4 15,1 1 1-15,-1-5-4 0,5-1-1 0,1-2 2 16,7 0-1-16,-3 0-1 0,2-2-1 0,3 1 1 16,3-2 0-16,3-1-10 0,5-2-62 0,1 0-35 0</inkml:trace>
  <inkml:trace contextRef="#ctx0" brushRef="#br0" timeOffset="198326.61">8497 12746 700 0,'0'0'9'0,"0"0"2"0,0 0 7 0,0 0-4 16,0 0 2-16,0 0 8 0,0-2-10 0,0 0 2 15,0 0-4-15,0 0-3 0,1 0-7 0,1-1 1 16,0-1-2-16,0 0 9 0,2 2-10 0,-1 1 10 15,1-1-6-15,0 2 41 0,-2 2-4 0,0 1 7 0,1 18-8 16,-3 18-11-16,-7 5-6 0,-8 3-8 0,-9-1 4 16,15 1-16-16,-32-3 7 0,-7 1-2 0,3-1 2 15,-14-1-11-15,-3-4 15 0,-1 0-1 0,0-6 10 16,7-3 23-16,4-6 16 0,8-7 2 0,7-6 2 16,1-2-11-16,10-7-18 0,2 15-6 0,4-10-3 15,1-3-24-15,6-4 4 0,4-2-6 0,2-2 4 16,3 3-8-16,-7-16-4 0,-2-9 2 0,7-4-2 0,6 0 6 15,4-3-3-15,5 1 2 0,4 1-3 0,2-1-2 16,2 3-3-16,-15-3 3 0,25 6-3 0,3-2 7 0,-2 6 1 16,5 0-1-16,-1 1 1 0,-1 6-2 0,5 4-1 15,3 2 0-15,-4 2 1 0,2 3 4 0,-3-17-1 16,-5 10 1-16,3 6-1 0,-4 5 0 0,-2 2-5 16,0 1 4-16,-6 5-3 0,1 1 7 0,-3 2-3 15,-3-7-2-15,-2 14 0 0,2 3 2 0,-4-3 0 16,0 1-1-16,0 0-1 0,-1-3 1 0,1 1-2 15,0 2 4-15,0-5-4 0,0 3 4 0,2-2 4 16,0-4-3-16,2 0 4 0,0-2-9 0,0-1 3 0,-2-3 1 16,1-1 2-16,-1-2 1 0,2 9-4 0,-2-3 3 15,2-3-3-15,-2-1 3 0,2-2 2 0,2-2-3 16,1-4 2-16,5-3-2 0,1-5 0 0,-2 1-1 16,-2-2 0-16,-3 6-2 0,-2-15 6 0,0 1 2 15,-4 1 1-15,2-1-5 0,4-3 0 0,-6 0 3 16,-6-2-2-16,-5 0 4 0,-5-2 3 0,-6-1-5 0,-6-3 5 15,0 6-1-15,4-2-4 0,-20 0-1 0,-2 0-2 16,-1-1-4-16,1 5-2 0,2-1 1 0,1 5-3 16,2-4-22-16,4-2-74 0,2 4-16 0,6-1-23 15,-1 1-96-15</inkml:trace>
  <inkml:trace contextRef="#ctx0" brushRef="#br0" timeOffset="198715.5">7862 9233 463 0,'0'-2'83'0,"0"0"170"16,0 0-232-16,1-1-14 0,1-1-2 0,2 0-2 15,3-1 8-15,16-10 13 0,5 2-2 0,1 2 5 16,1 1-12-16,2 3-7 0,-1 1-5 0,-3 3 1 0,-4 1-4 16,0 2-10-16,-5 0 8 0,-2 0-10 0,1 0-2 15,1 2-54-15,1-2-19 0,-7 0-30 0,-4 0-228 16</inkml:trace>
  <inkml:trace contextRef="#ctx0" brushRef="#br0" timeOffset="198841.95">7951 9476 711 0,'0'0'125'0,"0"0"-131"16,0-2 133-16,0 0-64 0,0 0-51 0,2 1-8 15,-1-1 2-15,3-2-3 0,13 2 5 0,18-11-9 16,8-4-2-16,3 4-4 0,3 0-16 0,3-5-101 16,-12-4-9-16,11 3-43 0,-7 0-152 0</inkml:trace>
  <inkml:trace contextRef="#ctx0" brushRef="#br0" timeOffset="199184.64">9245 8919 144 0,'0'0'65'15,"0"0"2"-15,0 0 24 0,-2-2-20 0,0 0-1 16,0 0-15-16,-1 1-1 0,-9-1-1 0,-2-2 0 16,1 2 1-16,-2 0-17 0,-4 2 0 0,1 0-7 15,-3 2-1-15,-5 0-10 0,6 2 5 0,-1 1-8 16,7 1 0-16,-1 1-6 0,0 3-1 0,2-7-1 0,-4 18 3 15,2 1-4-15,4 0 1 0,-2 4-3 0,8 0 1 16,-1 0 2-16,-13 2 2 0,6-2 1 0,4 2 12 16,5-2-5-16,4 2 4 0,6-2-3 0,1-4 7 15,5 0-7-15,2 2 3 0,-10-7-4 0,26 2 4 0,0-4-6 16,-1-2-2-16,5 0-1 0,3-6-1 0,-2-1 11 16,4 14-4-16,-4-11 5 0,2-7-12 0,1-4 0 15,1-5 1-15,0-6-2 0,-2-4 0 0,0-3-6 16,-6 16 1-16,-1-28-2 0,-2 5 2 0,-8-5-1 15,-1-3 5-15,-6 3-3 0,-4-3 14 0,1 2-3 16,10-1 0-16,-11 3-2 0,-7 1-6 0,-7-2 0 16,-7 1-2-16,-4 1 1 0,6-2 1 0,-30 6-29 0,-5 2-10 15,-3 9-13-15,-8 8-83 0</inkml:trace>
  <inkml:trace contextRef="#ctx0" brushRef="#br0" timeOffset="-134072.62">19546 12666 53 0,'0'0'16'0,"0"0"6"16,0 0 25-16,0 0 13 0,0 0-4 0,0 0-4 0,0 0-18 15,0 0-7-15,-2 0 1 0,0 0-13 0,0 0 11 16,1 0 0-16,-1 0 3 0,0 0-11 0,-2 0 17 16,0 0-3-16,1 0 10 0,-7 0 3 0,3 0-12 15,-2 0-1-15,1 0-4 0,1 0-11 0,-2 0 3 16,-1 0 3-16,1 0 0 0,0 0 2 0,-1 0-11 16,3 0 1-16,0 0-4 0,-1 0-1 0,1 2 5 15,-3 1-4-15,3 1 5 0,0 0-5 0,1 0-8 16,0-1 0-16,1 5-2 0,1 1 8 0,0 0-4 0,3 4 3 15,-1-3-4-15,0-1-2 0,0 0-2 0,0 2 3 16,-5-1-3-16,-1 3 0 0,3-2 6 0,-1 4-2 16,1-1 5-16,1-1-6 0,2 2 4 0,2 0-2 15,0 0 4-15,0 5 2 0,0-5-9 0,2 4 1 0,2-2-1 16,-1-1 10-16,1 1-10 0,0-2 5 0,1 2-7 16,-1-4 12-16,2 0-11 0,-1 0 5 0,1-4-6 15,1 2 8-15,-3-4 2 0,1 1 1 0,-1-3 1 16,2-1 1-16,5 5 5 0,4 1-2 0,1-3 5 15,-1-3 0-15,4-2-11 0,3-2 1 0,-1-2-5 16,3-4-1-16,-4-1 5 0,-5 1-2 0,4-3 2 16,1-2-1-16,-1 0-7 0,1-2 5 0,-5 11-5 0,-4-13 10 15,-7-2-13-15,1 2 7 0,3 1-8 0,-5-3 10 16,3 2-9-16,9-7 3 0,-6-1-4 0,-3-3 7 16,-4 0 0-16,-2 4-6 0,-2-4 3 0,-2 2-2 0,-5-8 1 15,-1 5 4-15,1 2-3 0,-4 1 0 0,2 8 0 16,0 1-2-16,9 0 2 0,-13 4-4 0,-2 1 1 15,-1 3 3-15,1 3-1 0,2-7 0 0,-1 2 2 16,-1 3-3-16,-2 3 4 0,-1 3 0 0,1 1 1 16,-1 5 0-16,-2 3 0 0,3 1-2 0,2 1 1 15,2-8-4-15,2 20 2 0,0-5-2 0,4 3-2 16,-2-5 5-16,4 1-4 0,-1 2-1 0,3-6 3 16,1 3 0-16,0-3 3 0,-11 8-2 0,6-4-2 0,2 3 1 15,3 0-1-15,2-5 4 0,2 0-4 0,0 2 3 16,2-4-2-16,2-2 2 0,-1-2 1 0,1-3-5 15,2 1 4-15,1-1 1 0,12 7 0 0,3-2 6 16,0-4-5-16,4-3-2 0,0-4-2 0,-2 0 2 0,6-4-1 16,-6-1 4-16,4-3-3 0,0-1-1 0,0-2 1 15,1-2 2-15,-6 2-3 0,-1-4-1 0,-2 13 0 16,-7-16 0-16,0-3 1 0,-1 4 1 0,-9 1 0 16,3-3 3-16,-1 4-5 0,8-3 2 0,-5-1-2 15,-4 1 4-15,-4-5-3 0,0 7-1 0,-2 1-1 16,-4 0-6-16,1 6 5 0,3-3-1 0,-15 3 2 15,-3 4-4-15,3 3 0 0,-7 0-2 0,0-13 1 0,1 6 1 16,-6 3 2-16,4 6 2 0,-1 2-1 0,0 4-1 16,4 1 2-16,-2 4 2 0,4 0 0 0,3-9-2 15,2 19-1-15,2-1-2 0,4 2 2 0,-1 4 4 0,5-2-2 16,1 1-1-16,2-5 1 0,0-1 3 0,-9-3-5 16,2-1 1-16,3 0-4 0,3 0 4 0,1-2 1 15,2-2 1-15,0-4 0 0,0 1 4 0,2-1-4 16,0-3 0-16,-2-2-2 0,18 11 4 0,3-2 3 15,1-4-2-15,0-3 1 0,6-2-9 0,-2-2 8 16,4-4 1-16,-1-1 2 0,-4-3-8 0,-3-3 2 16,-2 0-3-16,-1 0 4 0,-4 9 4 0,-2-17-8 15,-8-1 4-15,-1-2-5 0,0 1 5 0,11 1-3 0,-6 1 0 16,-4 1 0-16,-5-8 3 0,-1 5-3 0,-5 1 0 16,0 7-1-16,-1 0 0 0,0 4-2 0,-8-1 2 15,-13-1-2-15,6 7-2 0,-3 1 3 0,5-1-1 0,0-9 2 16,-3 4-3-16,5 3 4 0,-3 4-4 15,1 2 4-15,1 4-2 0,4 3 2 0,1 3 0 0,2 1 0 16,1 15-5-16,4-2 7 0,-1 0-6 0,5 2 6 16,-1 2-6-16,-15 0 2 0,10-4 4 0,4 2-1 15,3-6 3-15,2 1-6 0,0-4 2 0,3-3-1 16,1 1 9-16,2-2-6 0,-1-3 0 0,3-1-2 16,12-4 4-16,2-3-3 0,3 2 5 0,-1 13-4 15,4-6 10-15,1-6-9 0,-1-3 7 0,-2-2-7 0,2-2-3 16,0-3 8-16,-6-3-11 0,0 1 9 0,-7 0-9 15,-2-1 3-15,-3 6 5 0,-1-18-1 0,-5-4 8 16,-3 1-12-16,1-4 3 0,13 2-5 0,-7 3 2 0,-7-2 6 16,-2 0-8-16,-5 0 7 0,-5-2-5 0,-2 3-1 15,2 9 3-15,1-1-4 0,-12 2 1 0,-2 7-1 16,-4-3 0-16,2 5 0 0,2-13 4 0,-2 6-2 16,0 4 2-16,-2 3-3 0,0 4-1 0,6 4 2 15,0 3-3-15,3 4 4 0,1 2 1 0,3-3-1 16,4 14-1-16,-1-2 0 0,5 4-2 0,3-2 0 15,1-1 4-15,-12-1-2 0,5-2 3 0,7-5-4 16,1 0 2-16,2 0-2 0,2-6 6 0,1 2-7 0,1-3 2 16,0-3-4-16,7 1 4 0,9-4 7 0,6 0-4 15,0 14 4-15,0-5-8 0,2-3 1 0,2-6 1 16,-6-2 2-16,4-2 1 0,0-2 1 0,-4-1-4 16,2-3 3-16,-4 1-5 0,-5-1 3 0,-2-1 0 15,-10 3 2-15,3-18 2 0,-3 4-4 0,-1-4 4 0,11 1-4 16,-4-1 6-16,-5-2-10 0,-4 2 2 0,-2-2-3 15,-4 4 6-15,-2 1-3 0,-3 3 0 0,0 3-3 16,7 0-1-16,-17 4 2 0,1 2-4 0,1 7 3 16,-2-11-4-16,1 4 5 0,-1 3-2 0,1 2 2 15,-1 4-1-15,1 6-4 0,-1 3 7 0,2 2-5 0,1 2 6 16,3 15 1-16,0 4-2 0,3 1 0 0,3-5-5 16,1 2 5-16,3-2-3 0,-14-2 4 0,6-2-2 15,5-8 3-15,2 3 1 0,4-4 0 0,0-2-9 0,2 2 7 16,0-6-1-16,2-2 5 0,1 1-2 0,1-6 1 15,16 1 2-15,1-1-1 0,3 15 3 0,1-8-8 16,3-3 0-16,4-6-1 0,-1-2 6 0,0-5-1 16,-3-3 2-16,-6-1-2 0,-3 0-5 0,-3 0 1 15,1-2 0-15,-2 5 2 0,-4-8 3 0,-8-8 0 16,-1 3-3-16,9 1 1 0,-4-1-2 0,-5 1 1 16,-4-4-2-16,-2 3 0 0,-4-1-4 0,-1 5 3 15,-2 1 1-15,-2 1 0 0,7 2-4 0,-18 5-1 0,-3 1 3 16,1 1-1-16,-2 4 3 0,4-12 0 0,0 4-2 15,1 7 2-15,-5 3 4 0,6 0-6 0,-1 3 0 16,5 3-4-16,-1 3 0 0,4 0 2 0,0 1 3 16,2 14-1-16,2 0 7 0,3 0-5 0,2 2 0 15,1 0-2-15,-16 2-4 0,8-2 6 0,5-4-2 0,4-5 4 16,2 2 0-16,0-1-2 0,2 1 1 0,2-3-1 16,0-1-2-16,1-2 0 0,5 2-2 0,-3-4 2 15,-3-1 2-15,12-1 2 0,1-4 1 0,5-1 1 16,-5 0-2-16,2 9 3 0,-1-4 1 0,-3-3-1 15,6-3-1-15,1-3 2 0,2-1 0 0,-5-3 2 16,-5-2 4-16,-2 1-13 0,-1-1 1 0,0-18-3 16,-6-2 6-16,-1-6-2 0,0 1 6 0,16-6-6 0,-9 0 3 15,-5 3-3-15,-6-1 0 0,-2 1 0 0,-5-3-1 16,-4 4 2-16,-4 1-2 0,2 8 3 0,0 4-1 16,7 3-2-16,-12 0 3 0,-7 6-3 0,-2 2-1 0,2 1-4 15,-1 5 0-15,2-14 0 0,-2 6 2 0,0 5 3 16,2 4-1-16,0 2 1 0,4 4 0 0,1 4-7 15,0 3 6-15,3-4-7 0,1 19 7 0,0 6-2 16,2 1-6-16,4 2 6 0,1-3 10 0,5-2-8 16,-1-4 3-16,-13 0-4 0,4 2 1 0,6-1 0 15,3 3-3-15,4-2 2 0,0-2 2 0,4-2-2 16,1 0 2-16,1-3-1 0,1-1-2 0,1-1 3 16,-1-3 0-16,2-1 0 0,1-2 0 0,-8-4 1 0,18-1 3 15,2-6 0-15,2 1 7 0,4 16-2 0,0-8-2 16,7-5 1-16,1-6-8 0,-5-2 3 0,5-4 2 15,-12-1 1-15,0-2-2 0,-2-3-3 0,-5 3-1 16,0-2 0-16,-4 2 9 0,-4-4-6 0,0-11 1 0,-3 1-2 16,-4-1 0-16,16-5 2 0,-9-1-1 0,-7-2 0 15,-2-1-6-15,-3 5 4 0,-5 6-2 0,-1-1 2 16,-2 3-1-16,0 3-2 0,3 2 0 0,-18 2-1 16,2 6 2-16,-2 3-4 0,-2 1-1 0,4-14 0 15,-6 6-2-15,2 5 8 0,1 6-2 0,-3 4 2 0,8 3-1 16,-1 6-4-16,5-2 2 0,1 15-2 15,4 4 3-15,2 0 2 0,2 0-2 0,1-3 2 0,6 3 0 16,-14-4 1-16,4 0-2 0,7 0-1 0,3-7-5 16,2 3 7-16,2-3 0 0,2-1 1 0,3 1-2 0,0-4 1 15,1-3 3-15,-6 0 0 0,20-3 1 0,0-4-3 16,1 1 2-16,1-4-2 0,2 15 2 0,5-4 4 16,1-8 0-16,1-3 1 0,4-2-7 0,-5-4 3 15,-2-3-4-15,-4-2 2 0,-4-1-1 0,-5 3 3 16,3-4 1-16,-9 3 1 0,-3 3 0 0,-1-5-3 15,4-4 1-15,-1-5-2 0,-3 1 1 0,-3-1-2 16,-2-1 0-16,-2 1-1 0,-2 0-1 0,-4-1-3 16,-1 1 5-16,-1 3-3 0,-1 1-1 0,3 2 3 0,-18 4-4 15,2 1 4-15,-2-1 0 0,-2 5-5 0,4-1 1 16,-4 1-3-16,0-11 5 0,3 8 1 0,1 3-1 16,-2 4 2-16,3 2-2 0,1 1 2 0,0 5-5 15,5-1 4-15,2 3-3 0,2-3 0 0,1 12 3 0,3 1-1 16,1 2 5-16,4 1-7 0,-1 1 6 0,-12-4-5 15,6 1 4-15,1-1-2 0,4-1-5 0,3 1 2 16,1-1 6-16,0-3-1 0,1-1 1 0,1-2-2 16,2 0-4-16,0-2 7 0,1-2-3 0,-1-3 3 15,-2 0-2-15,13-3 4 0,0-1-1 0,-2 7 1 16,3 1-10-16,1-5 12 0,3-1 1 0,1-4 4 16,-1-2-6-16,1-2-5 0,-8-1 1 0,3-4 0 15,-1-3 6-15,-2 7-6 0,2-16 0 0,-6-1 0 0,-5-2 0 16,2 0 2-16,-4 2-1 0,14-6 1 0,-6 6-4 15,-7-3-1-15,-3-1 0 0,-2 6 0 0,-1-2 1 0,-5-1 4 16,3 7-4-16,-3-3 3 0,1 4-3 0,1 6 0 16,1 2-2-16,-10 1 0 0,0 4-2 0,0-2-3 15,-2-7 3-15,4 6-3 0,-1 1 5 0,-1 4-7 16,-2 2 0-16,2 3-1 0,0 5 5 0,2 5 5 16,0 14 0-16,4 1 2 0,0-2-4 0,3-2 2 15,2-2 0-15,1-4 0 0,1 3-1 0,-13-3-1 16,6-1 1-16,3-4-1 0,2-1 4 0,3-1 0 15,1-2-1-15,0 1 1 0,0-3-1 0,1-2 0 0,1-1-1 16,0-2 0-16,0-1 2 0,17 10 2 0,-1-3 1 16,1-3-1-16,1-3 0 0,1-2-4 0,1-2 6 15,0 0-5-15,-3-4 7 0,-1 0-6 0,-7 0 2 16,2-1-2-16,-1-3 1 0,-3 1 2 0,0-4-5 16,-3-11 3-16,9-1-3 0,-6 3 3 0,0-4-2 0,-1 2 1 15,-5-1 1-15,-3-1-3 0,0 0 2 0,-2 4-3 16,-1 1 1-16,1 8 2 0,-4-4 0 0,1 6 1 15,-1 1-6-15,1 3 2 0,-8-5-6 0,-2 1 5 16,-2 4-9-16,2 3 11 0,-3 2-3 0,1 2 3 16,0 3-1-16,2 3-1 0,-1 3-2 0,3-4 1 15,0 15 0-15,5-3 3 0,1-2 0 0,3-4 1 16,0 2-4-16,-5-4 3 0,3-2 0 0,3-2 1 0,1 1-1 16,0-1 3-16,2-5 1 0,0 2 0 0,2 0-4 15,2-1 2-15,3 1 0 0,19 7 3 0,2-5 3 16,0-4-6-16,-4-2-2 0,-2 0 0 0,-3-2-2 0,-6 0 2 15,3 0 4-15,-8 2-3 0,-3 0-1 0,1 0-10 16,-2 0-15-16,-2 0-6 0,-1 0-124 0</inkml:trace>
  <inkml:trace contextRef="#ctx0" brushRef="#br0" timeOffset="-131107.49">20374 13037 76 0,'0'0'0'0,"-2"0"-1"0</inkml:trace>
  <inkml:trace contextRef="#ctx0" brushRef="#br0" timeOffset="-129220.04">20187 12781 101 0,'0'0'40'15,"0"0"-3"-15,0 0 6 0,0-2 5 0,0 0-17 0,0 0 0 16,0 2 7-16,0 0 0 0,0 0 2 0,0-1 8 0,0 1-13 15,-2-2 3-15,0 0-8 0,0 0-9 0,2 0 6 16,-2 0-5-16,0 0 6 0,2 1-17 0,-2-1 9 16,2 0-6-16,0 0 7 0,-1 0 0 0,1 2 2 15,0 0-2-15,0 0 1 0,0 0-5 0,0 0 12 16,-2 0-5-16,2 0 5 0,0 0-14 0,0 0 11 16,0 0-4-16,0 0 4 0,0 0-12 0,0 0 9 15,0-2-3-15,0 0 6 0,0 1-8 0,0-1 3 16,0 0 1-16,2 0 1 0,-1 0-3 0,1 0 0 0,0 0-6 15,2 1 3-15,7-5-13 0,6-3 0 0,-1 1 2 16,5-1-1-16,-1 2-2 0,-1 3 1 0,-1 0-1 16,-6 2 1-16,1 0 2 0,0 1-6 0,-4 1 2 15,4 0-2-15,-2 0 15 0,-4 0-5 0,6 3 3 0,-5 1-3 16,-6-4 6-16,1 2-4 0,1 2 1 0,2 3-2 16,-1 4-1-16,3 4-1 0,-5 0 7 0,5-6-5 15,-3-1 9-15,1 3-11 0,-2-4-3 0,1 6 0 16,-1-2 0-16,-2-1 8 0,2 1-4 0,-3-4 5 15,1 4-3-15,-2-5-10 0,0-1 6 0,0 5-8 16,0-3 7-16,0 2 0 0,0 3 1 0,-2 1-1 16,1 0-7-16,-3 0 2 0,-2 0-1 0,1 0 4 0,-3 0 2 15,-1 1-1-15,-2 1-4 0,7-2 4 0,-13 0-5 16,1 0 1-16,-1 0 0 0,4 2 0 0,-2-2-2 16,6 2 4-16,0-2-2 0,-1 2 3 0,1-2 2 0,2 0-9 15,-3 0 5-15,3 2-5 0,-1-1 11 0,5 1-9 16,-3 2 2-16,4-2-3 0,-5 0 0 0,1 1 1 15,3 3-2-15,-3-2 2 0,2-1 9 0,2 3-7 16,-1-2 1-16,1 3-3 0,0 1 0 0,-11-3 3 16,2 4 0-16,2 3 0 0,3-5-8 0,2 6 5 15,2-6 0-15,2-1 2 0,0 1-2 0,0-3 1 16,0 0-1-16,0 0 1 0,2-3-2 0,0 1 2 16,0-2 0-16,0-5 2 0,0-1-2 0,0-1 1 0,-1-1 1 15,1-1 0-15,0 0 0 0,4-1 1 0,7 7-2 16,5 1 2-16,-3-4-2 0,4-1 3 0,-3-3 0 15,-1-1 0-15,2 0-5 0,-2-2 3 0,0 0-5 16,-2 0 3-16,-2 0 0 0,-2 0-3 0,2 0 3 0,-1 0-3 16,-5 0 10-16,-1 0-6 0,1-2 1 0,-1 0-3 15,0 1 3-15,-2 1 0 0,1-2-1 0,1 0 1 16,-2 0 1-16,0 0-6 0,0 0 4 0,0 0-4 16,-1 1 14-16,1-1-12 0,0 0 3 0,-2 0-4 15,0 0 4-15,0 2 0 0,-2 0 0 0,0 0-1 16,1 0-2-16,-3 0-2 0,2 0 2 0,-5 2-1 15,-1 2 8-15,-1-1-3 0,-4 3 1 0,5-2-3 0,-1 1 1 16,2-1-3-16,1 0 4 0,-5 3-4 0,5-3 9 16,1 0-9-16,-1 9-1 0,3 0-3 0,-3 0 4 15,0 1 3-15,3-1 1 0,-3 2-1 0,1 0-2 0,1-2-1 16,-2 2 0-16,3 0 1 0,-1 0 3 0,2 1 0 16,-2 1-4-16,-7 0 3 0,0 1-3 0,4-1-2 15,1 4 3-15,2-3-1 0,2 3 6 0,2-1-5 16,0 0-1-16,0 1 0 0,0 1 5 0,2-1-6 15,0 5 4-15,0 1-5 0,-2 1 0 0,0 2 3 16,0-2-1-16,0 2 5 0,0-3-3 0,0 3-3 16,-2 2-1-16,0-3 0 0,2 1 8 0,0 0-4 15,0-6 3-15,0-2-5 0,0-1 0 0,2-1 0 0,0 0 0 16,2 1 0-16,-1-1 3 0,1-1-3 0,0-1 0 16,1 3-1-16,1-3 1 0,1 5 0 0,1-3 2 15,-1 1-1-15,1-1 7 0,-3 0-8 0,1 1 0 16,-2 1-3-16,1 0 3 0,1 3-1 0,-3-3 1 0,3 7-1 15,0-1 4-15,-3 0-3 0,3 6 3 0,-2-3-3 16,-1-1 7-16,3 1-3 0,-1 1-2 0,1-4 1 16,-2 2 3-16,-1 1-4 0,1-5 0 0,-2 0-2 15,0-4-4-15,0 1 7 0,0-1-3 0,-1-3 4 16,-1-5-7-16,0-1 3 0,0 0 4 0,0-1-1 16,0-3 3-16,0 0-3 0,0-1-3 0,0-1 2 0,0 0-6 15,0-3 10-15,0 0-6 0,0 0 8 0,0-1-11 16,0 1 8-16,0-2-1 0,0 0 3 0,0 0-12 15,0-1 7-15,0 1-2 0,-5 0 4 0,-6 0-5 16,-4 0-1-16,4 0 2 0,-4 1-1 0,2-1 2 0,-4 2 3 16,0 0-4-16,1 1 2 0,-1-1 1 0,4 0-4 15,-2 1 3-15,2 1-3 0,-2-1-1 0,-3 1 7 16,3 0-5-16,-2-1 6 0,2 1-11 0,2-1 6 16,-2-1-2-16,2 1 2 0,0 1-4 0,2 0 4 15,0-1 1-15,0 1 1 0,2 1-3 0,1 1-1 16,-1-3 1-16,0 3-2 0,-1-3 0 0,3 3 2 15,0-1-2-15,1 2 2 0,0-3 1 0,3 1-1 16,-3-3 0-16,1 0 0 0,1-1 2 0,0-1 0 16,-1 2-1-16,3 0-1 0,0-2-3 0,-4-1 7 0,4 1-2 15,-1 0 5-15,-1 0-8 0,0 0 2 0,1 2 0 16,-1-1 1-16,0-1-2 0,0 0 3 0,3 0 1 16,-3 0 2-16,2 0-5 0,0-1 6 0,0 1-7 0,0 0 5 15,1 0-11-15,-1 0 5 0,0 0 0 0,0 0 1 16,0-2-9-16,0 0-81 0,1 0-74 0,1 0-37 15,0 0-554-15</inkml:trace>
  <inkml:trace contextRef="#ctx0" brushRef="#br0" timeOffset="-127041.97">10970 16184 256 0,'0'0'-17'0,"0"0"26"16,-2 0 19-16,0-1 11 0,0-1 18 0,0 0-11 0,1 0-27 16,-1 0-5-16,-2 0-1 0,0 0-11 0,1 1-9 15,-1-1 7-15,0 0-6 0,0 0 14 0,1 0-2 16,-1 0-1-16,2 0 3 0,0 1 15 0,0-3 20 16,1 2 4-16,-1 0 2 0,0 0 0 0,0 0-15 15,0 1-3-15,0-1-3 0,0 0-2 0,1 0-4 16,-1 0 6-16,0 0-5 0,0 0 4 0,0 1-9 15,0 1-4-15,0 0 0 0,1 0-4 0,-1 0 3 16,0 0 5-16,0 0-1 0,0 0 5 0,2 0 0 0,0 0-5 16,0 0 5-16,0 0 0 0,0 1 0 0,0 1-2 15,0 0 0-15,0 0-9 0,0 2 5 0,0-1-3 16,0 1 3-16,0 4 1 0,0 1-1 0,0 2 6 16,0 0-5-16,2 2 12 0,0 0-9 0,2 2 6 0,-3-4-7 15,3 4 2-15,0-4 3 0,3 4-8 0,1-2 6 16,-1 0-10-16,1 0 5 0,-1-2-1 0,-5 2 1 15,15-2-2-15,-3 2-2 0,7 2 1 0,-1-2-2 16,4 0-5-16,0 0-1 0,-3-2 1 0,7 0 0 16,0 0 10-16,3-1-10 0,3-3 0 0,-3 1-4 15,1-3 2-15,7-3-1 0,-4 18 3 0,4-7-4 16,-6-7 2-16,1-4-6 0,1-2 5 0,-3 0-5 0,1-2 4 16,2 0-3-16,1-2-1 0,1 1 1 0,-4-1 4 15,2 0-4-15,4 1 2 0,-1-3-2 0,2 0 1 16,5 1 0-16,0-1 0 0,3 1-1 0,-5-1-2 0,-3 1 4 15,3-3-4-15,-9 1 3 0,3-1 2 0,-4 1-2 16,-1-1 0-16,3-1-1 0,-5 2-9 0,1-3 13 16,1 1-4-16,1 0 6 0,2 0-8 0,1 1 2 15,5-1-2-15,-2 1 2 0,5 1 0 0,3-2-3 16,-8 1 5-16,3 1-3 0,-1 1 5 0,2 1-4 16,0-1 3-16,-1 1-3 0,-7 1-5 0,1-2 5 15,-1 1-1-15,-3 1 2 0,3-2 3 0,-2 1-5 16,3-1 1-16,1-1-1 0,-2-1 3 0,2 1 1 0,6 0-3 15,-2-1 1-15,5 3-4 0,2 1 3 0,-3 0 0 16,1 2 0-16,-3 1-3 0,-2-1 4 0,3 0-1 16,-6 0 3-16,-1 0-1 0,0 0-2 0,-6 2 2 15,3 0-2-15,-1 0-3 0,-1 2 2 0,-1 2 0 0,3 1 1 16,-1 1 4-16,1 3-3 0,1 2-1 0,0 0 0 16,-1 1 0-16,1-1 2 0,0 2 0 0,0 0 1 15,-1-2-8-15,-4 0 4 0,-1-2 3 0,-5 1 0 16,10 1 2-16,-4 0 0 0,1 0-4 0,-3 0 3 15,-4-2-2-15,-2 1 2 0,-3-3-2 0,0 1 3 16,-3-1-4-16,1 0 6 0,0-1-4 0,1 1 4 16,1 1-10-16,-2-3 7 0,-1 1-2 0,-3 0 5 0,2-1-4 15,-2 1-5-15,-2-3 2 0,0 1-2 0,1 2 9 16,-5-3-6-16,0 1 2 0,-1-2-2 0,-4-2 8 16,3 2-7-16,-1 0 5 0,-2-2-5 0,0 0-3 0,0 0 7 15,1 2-5-15,1-1 6 0,0 1-5 0,0 0 1 16,-3 0 0-16,1-2 0 0,0 0 4 0,0 0-6 15,0 0 4-15,0 0-5 0,0-2 7 0,-1 0-6 16,1 0-2-16,0 1 0 0,0-1 5 0,0-2-4 16,0 0 2-16,0-1-4 0,3-6-1 0,1-1 4 15,-1 1-2-15,3 0 2 0,-1 0-4 0,0 2 4 16,1-1-3-16,7-1 3 0,3 2-6 0,3 0 6 16,1-2-2-16,6-1 3 0,-4-1-2 0,2 0-2 15,0 0-2-15,0 0 1 0,2 0 3 0,5 2 1 0,-1 0 1 16,-4 2 0-16,5 0-4 0,-5 1 0 0,0-1 0 15,3 0 1-15,-1 1 0 0,-4 1 2 0,4 3-1 16,0 2 1-16,-1-3-1 0,1 3-2 0,3-2 4 0,1 0-2 16,3-16 6-16,0 9-5 0,8 3 0 0,-1 5-1 15,-3 1-4-15,2 2 8 0,-2 0-3 0,-1 0 4 16,3 2-5-16,-4 0 1 0,-4-2-2 0,1 1 2 16,-5 1 0-16,1 0-1 0,-1 2 1 0,3 1 0 15,-1 1-2-15,1 0 2 0,1-3 0 0,2 1 0 16,-2 0 2-16,4 1-5 0,0 1 4 0,4 1-4 15,2 1 5-15,-5-1-2 0,3 1-3 0,0-1 1 0,-4 0 2 16,5 3-1-16,-7-3 4 0,1 2-3 0,-1 1 5 16,-2-1-7-16,-3-2-1 0,-1 1-1 0,1-1 8 15,-3 1-6-15,5-1 2 0,-3 0-4 0,5 3 10 0,1-3-5 16,7 1 4-16,-1-3-5 0,-2 1 0 0,0-3 0 16,0 3-2-16,1 0 1 0,3-3-3 0,-1 1 4 15,-3 0-2-15,-2-2 4 0,-2 1 1 0,-3-1-1 16,1 0-2-16,-1 0 0 0,-1 0-6 0,2 1 6 15,-1 1 0-15,-1-2 3 0,4 2-3 0,4-1 0 16,0 1-3-16,4 0 3 0,3 0-3 0,-2-1 3 16,-1-1 1-16,-3 0 1 0,-1-2 2 0,6 0-2 15,-3 0-1-15,1 0 1 0,-4 0-4 0,-4-2 4 0,0-2-2 16,0 1 1-16,2-1-6 0,-2 0 5 0,4-1-1 16,2-1 2-16,1-1 0 0,6-3-2 0,4 1-2 15,0-2 1-15,-2 0 8 0,0-2-8 0,-2 0 2 16,-1-2-4-16,-1 0 0 0,-5 0 9 0,-6 0-5 15,0-1 6-15,-4 1-6 0,-3 0 0 0,0 0 0 0,-1 2-1 16,-1 2-4-16,-2 0 8 0,-2 2-2 0,0-1 5 16,-1 1-11-16,-5 2-18 0,5-1-4 0,-10 3-9 15,1-1-49-15,-2 2-169 0,2-1 3 0,5-3-64 16,0 3-58-16</inkml:trace>
  <inkml:trace contextRef="#ctx0" brushRef="#br0" timeOffset="-124968.61">21275 13230 173 0,'0'0'38'0,"0"-2"46"0,0 1 19 0,0-1-51 16,0-2 15-16,0 0-30 0,0-3-2 0,0-2-11 16,0-3 2-16,0 5-4 0,0-4-7 0,0 2 5 15,0 1-1-15,1-1 3 0,-1 3 2 0,2 1 6 16,0-1-4-16,-2 2 6 0,0 3 4 0,0-1-1 15,0 0 2-15,2-2-1 0,0 0 12 0,0 1-19 16,0 1 4-16,-2 0-10 0,0 0-7 0,0 0 6 16,0 2-1-16,0 0 3 0,-2 2-4 0,0 2-11 0,-2 3 1 15,-5 19-4-15,-2 0-5 0,0 2 9 0,-1 2-5 16,3 0 4-16,0 1-12 0,0 1 11 0,1 1-7 16,-1 6 9-16,1 0-4 0,1-4 5 0,-2 6-1 15,1-4 0-15,-1 2-10 0,2 0 7 0,1-3 2 0,1-5 2 16,-3-3 1-16,1 0-6 0,-1-2-2 0,-1-2 0 15,0-2-4-15,-1 1 7 0,1-5 0 0,0-1 2 16,0-2 0-16,-1-2 1 0,3-2-1 0,1-4 2 16,3 3 0-16,-5-5-6 0,3-1 5 0,-1 0-5 15,0-3 5-15,-1 1-9 0,0 0 1 0,-1 4-2 16,3-3 8-16,-3 1-3 0,1 0 2 0,1-2-4 0,1 0-3 16,1-2 3-16,0 0 2 0,0 0 1 0,1 0 6 15,1 0-3-15,0 0-4 0,-2 0 3 0,1 0-2 16,-1 0-5-16,2 0 4 0,0 0-5 0,0-2 4 15,2 0 4-15,0 0-4 0,0 0 2 0,2 0-10 16,0 0 7-16,2 1 2 0,-1-1 1 0,20-9-7 0,-1 1 6 16,2 1-3-16,6 2 6 0,-2 1 0 0,3 0-2 15,1 3-1-15,-2-1 0 0,-1 2-6 0,-3 0 4 16,-2 0 3-16,2 2 0 0,-7 0 2 0,3 0-7 16,-1 0-2-16,-7 0-1 0,1 0 2 0,-7 0-1 15,-5 0 5-15,1 0-3 0,0 0 8 0,0 0-14 16,-1 0-1-16,1 0-8 0,0 0-23 0,-2 0-31 15,-1 0-4-15,1 0-10 0,-2 0-20 0,0 0-31 0,0-1 17 16,-2-1-20-16,1 0 18 0</inkml:trace>
  <inkml:trace contextRef="#ctx0" brushRef="#br0" timeOffset="-124728.93">20907 13119 769 0,'-2'0'218'0,"0"-2"-288"0,0 0 253 0,-1 0-139 16,-3-1-34-16,2 1 9 0,1 0-4 0,1 2 6 0,-2-4-5 15,0 0-4-15,3 1 3 0,-1-1-4 0,2 0 1 16,2 1 1-16,-1-1 0 0,3 2 2 0,24 0 8 16,4-7-3-16,10-2 3 0,1-2-4 0,3 2-1 15,6 3-16-15,-13 1 5 0,0 1-7 0,-2-14-6 0,-9 11-12 16,4 3-16-16,-8 6 3 0,-7 0-49 0,-1 0-58 15,-1 2-9-15,0 2-28 0,-2 1-149 0</inkml:trace>
  <inkml:trace contextRef="#ctx0" brushRef="#br0" timeOffset="-124304.56">21923 13654 786 0,'0'0'93'0,"0"0"-128"0,-2 0 107 0,0 0-61 16,0-2-11-16,0 0-5 0,0 0 3 0,0 0-2 16,2 0 13-16,0 1-9 0,0-1 6 0,0 0-7 15,-1 0 14-15,-1 0-10 0,0 0 7 0,0-1-6 16,-2-1 21-16,-5-2-2 0,-10-5 4 0,1 2-1 15,-1 3 6-15,1 1 3 0,-1 1-2 0,-3 0 2 0,0 4-4 16,1 0-7-16,1 2-3 0,-1 4-1 0,5-1-8 16,-3 5-6-16,1 1 2 0,1-6-3 0,2 19 1 15,4 4-2-15,0 2 0 0,3-8 0 0,-1 0 0 0,2 3 3 16,-1-1-2-16,3-2 3 0,3 0 2 0,0 1 8 16,-11-5 0-16,4 3 1 0,3-3 0 0,4-1-9 15,2 0 6-15,0-1-7 0,2-3 3 0,2-2-3 16,1 2-1-16,1-3 0 0,-2-1 2 0,18 0-4 15,2-3 1-15,0-2-3 0,2 1-4 0,0-3-12 16,2 4-9-16,-4-5-1 0,0 3-26 0,2 0-30 16,0-2-5-16,4 16-12 0,5-5-51 0,-3-7-58 15,7-6-19-15</inkml:trace>
  <inkml:trace contextRef="#ctx0" brushRef="#br0" timeOffset="-123640.2">22561 13388 802 0,'-2'0'159'0,"1"0"-213"0,-3-2 186 0,0 2-104 16,-11-5-22-16,0-1 12 0,2 2-5 0,2 3 8 16,2 1 2-16,0 0-13 0,-1 0 5 0,3 0-7 0,-2 1 5 15,1 1 9-15,-1 2-4 0,-2 3 6 0,0-3-2 16,0 11-3-16,0 7 6 0,-2-1-6 0,0 3-1 15,3 4-1-15,1-4-3 0,2 4 2 0,-1 3-4 0,-3-3-7 16,0 2-1-16,2 0 0 0,-4-4 0 0,7 1 3 16,-3 1 1-16,-4-2-1 0,7 0-7 0,2-2 3 15,1-1 0-15,-12 1 1 0,6-2-2 0,3 0-2 16,2 1-1-16,4-1 1 0,0 0 9 0,2-3-6 16,2 1 5-16,1-1-5 0,3-3 12 0,-1-1-7 15,3-2 5-15,-7-5-5 0,16-3 8 0,3-1-5 16,-1-2-1-16,3 15 0 0,2-6 0 0,0-6-2 15,2-3 2-15,3-2-3 0,4-5 3 0,1-5-1 16,1-5 2-16,7-3-1 0,-1-3 2 0,3-1-6 0,-1 0 1 16,-12 3-3-16,-8 3 5 0,-3 10 0 0,-4-16-1 15,-1 1 0-15,-4-1-8 0,-7 0 12 0,10-2-5 16,-4-1 6-16,-7-1-13 0,-5 0 3 0,-5 0-4 16,-8-3 2-16,-2 5-13 0,4 0-2 0,-19 1-1 0,-2 5-2 15,-1-1-13-15,-6 4 8 0,-4 2-3 0,6 0 6 16,0 8 1-16,3-3 8 0,3 6-2 0,3-14 5 15,2 5 3-15,4 5 2 0,1 2 0 0,7 2 0 16,-3 2-3-16,6 0 5 0,1 0-3 0,1 0 2 16,4 0-6-16,3 0-2 0,-2 2 3 0,0 2-2 15,1 0 1-15,-5 7 11 0,3 2-4 0,-1 11 7 16,6 0-3-16,0-2 1 0,6 6 0 0,-1-7 0 0,3-1-3 16,1 0 3-16,4 3 1 0,0-5 0 0,-9 1 5 15,18 1-6-15,-2-1 1 0,-1-4-2 0,1 1-2 0,1-1 6 16,-1-2 0-16,6 2 1 0,0-2 2 0,2 2 2 15,0-2-2-15,-2 0 2 0,0-2-10 0,-4 0 7 16,2 0-2-16,-2 1 4 0,1 1-6 0,1-2 1 16,0 0-1-16,-5-2 1 0,-1 0-2 0,-5-1 6 15,-2-1-5-15,0-1 5 0,-1-1-7 0,-1-1-1 16,-2 2 6-16,1-3-4 0,-4-1 3 0,-1 0-2 16,1 0-10-16,-2-2 2 0,2 4-43 0,-1-2-95 15,1-1-32-15,-2 1-26 0,0 0-168 0</inkml:trace>
  <inkml:trace contextRef="#ctx0" brushRef="#br0" timeOffset="-118431.54">10771 16708 256 0,'0'0'-23'0,"0"0"17"0,0 0 27 15,0 0 17-15,0 0 38 0,0 0 9 0,0 0-31 16,0 2-2-16,0-2-6 0,0 0-11 0,0 0-2 16,0 0-4-16,0 2-2 0,0 0-20 0,0-1-1 15,0 1 3-15,0-2-1 0,0 2 1 0,0-2 5 0,0 0-6 16,0 2 6-16,2-2-3 0,0 0-5 0,0 2 3 16,0-2-3-16,-1 0 3 0,1 0-2 0,2 0 7 15,0 2-4-15,-1-2 6 0,7 2-13 0,3-1 5 16,-2 1-7-16,2 0 8 0,0 0 9 0,4 0-11 15,3 0 9-15,0 0-12 0,5-1 0 0,1 1 5 16,3 2-4-16,3-2 2 0,3 0-2 0,4 0 0 0,2-2-1 16,3 0 0-16,10 0 8 0,-2 0-1 0,4 0 2 15,-4 0-1-15,-7 0-1 0,1 0-1 0,-1-2 1 16,3 2-8-16,2 0 7 0,4 2-3 0,7 1 5 16,0 1 3-16,6-2-7 0,7 2 5 0,-1-1-5 15,5 1-4-15,-8-2 0 0,-1-2-5 0,-2 0 3 0,0 0 1 16,3 0 0-16,6 0 3 0,4-2-2 0,9-4 0 15,2 1-1-15,2-1 2 0,-7 3-3 0,-8-1-7 16,0 0 7-16,-4 0-4 0,9 1 5 0,8 1-8 0,0 0 12 16,2 0-7-16,-2 0 8 0,-9 0-12 0,-4 1 9 15,-2-1-5-15,0 2 5 0,6 0-9 0,9 0 4 16,3 0 2-16,-1 2 0 0,2-1 9 0,-11-1-9 16,-5 0 2-16,3 0-4 0,-2 0 5 0,9 0-1 15,6 0 1-15,9 0-1 0,0-1-2 0,-10-3 0 16,-3 2 4-16,-7-2-3 0,-1 1 5 0,5-1-6 15,8 2 4-15,6-2-5 0,-1 2 2 0,-5 2 2 16,-8-1-7-16,-7-1 5 0,-1 0-1 0,0 2-2 0,2 0 4 16,1 0-4-16,6 0-3 0,-3 0 5 0,1 0-2 15,-7 0 4-15,-6 0-2 0,-3 0 1 0,-5 0 1 16,1 0-1-16,4 0 1 0,1 0-4 0,3 0 1 16,-3 0-1-16,-2 0-2 0,-1-2 6 0,-6-2-5 0,-5 1 6 15,-4-1-6-15,-4 0 1 0,-2 0 4 0,2 1-1 16,-1-1 2-16,4 0-4 0,3 1 2 0,-4 1-1 15,0-2 2-15,-2 0 0 0,-7 1-1 0,3 1 2 16,-1 0-1-16,-6-2-2 0,-4 2-1 0,-5 0 1 16,-2-1 6-16,-2-1-3 0,-2 0-1 0,0 2-1 15,-4 1-3-15,-1-1 1 0,-2 2 3 0,-4 0-2 16,0-2 10-16,-4 2-5 0,2-2-3 0,-2 2-1 0,1 0-2 16,-3 0 6-16,1 0 1 0,-3 0 1 0,1 0-3 15,-4 0 0-15,1 0-4 0,1 0 2 0,-2 0-9 16,0 0 6-16,1 0 3 0,1 0 0 0,0 0 2 0,-2 0-3 15,-1 0-8-15,1 0 1 0,0 0-41 0,0 0-53 16,-2 0-8-16,0 0-17 0,0 0-40 0,0-2-42 16,-2 0-48-16</inkml:trace>
  <inkml:trace contextRef="#ctx0" brushRef="#br0" timeOffset="-117984.83">18426 16389 400 0,'0'0'58'0,"0"0"-2"0,-1-2 14 0,-1 0-6 15,0 0-14-15,0 0-22 0,-2 0 38 0,1 0-13 16,1 2 20-16,-6-3-18 0,3-1-10 0,3 4 3 16,0 0-7-16,-4-4-17 0,5 4-6 0,-3-2-3 0,2 2 2 15,-2-1-4-15,1-1 7 0,-1 0-6 0,2 0 6 16,0 0-10-16,0 0 5 0,0 0-5 0,2 1 4 16,0 1-7-16,0 0 5 0,2 0-1 0,0 0 0 15,0 0-1-15,2 0-2 0,9 0 0 0,5 1-1 16,1 1 3-16,1 2 0 0,3 0 3 0,-1 1-3 15,2 1 4-15,2 1-9 0,0 1 4 0,4-1-5 16,3 2 5-16,2 1-2 0,2-1 1 0,4 0-1 16,4 1-7-16,1-1 0 0,1 0 1 0,-5-1 2 0,-1-1 2 15,4 0-3-15,-4-1-4 0,-2 0 2 0,-6-1 5 16,1 1-3-16,-1 1 2 0,-1-1-3 0,-1-1-4 0,-5 1 4 16,0 1 3-16,-2-1-1 0,0 1-1 15,-3-1-2-15,-1 1-1 0,-3-1 0 0,-2-1 0 0,-4 1 4 16,0 0 2-16,-4-3 1 0,-1 1 1 0,-4-4 2 15,2 4 0-15,-1-1 1 0,-1 1 2 0,0 0-2 16,-2-2-2-16,0 5 0 0,-2 1-6 0,0-5 3 16,0 3-1-16,-25 1 1 0,-1-1-9 0,-4-2 4 15,1-1-2-15,-5 3 3 0,-1-1-4 0,-5 1 0 16,-7 0 2-16,-6-3 1 0,-5-1 9 0,-9 0-7 0,6 0 5 16,-7 2-4-16,1-1 11 0,8 5-4 0,-6-1 0 15,8 1-3-15,-3 3-7 0,1-4 1 0,-4 4-1 16,0 2 1-16,-7-5-6 0,-1 3-46 0,1-2-10 15,1 4-17-15,8 0-70 0,4-4-98 0</inkml:trace>
  <inkml:trace contextRef="#ctx0" brushRef="#br0" timeOffset="-117155.61">10621 16745 224 0,'2'0'4'0,"-1"0"30"0,3-2-55 16,0 2-10-16,11-7 11 0,0-1-7 0,-2 1 35 15,1-2-2-15,-1-1-1 0,0 1 1 0,0 0 11 0,0 0-15 16,4-3 13-16,-4 3-14 0,2 7 11 0,-2-11 16 16,0 2 4-16,-2 0 6 0,0 0 17 0,-3 2-9 15,1-1-2-15,-3 3-1 0,-1-1-9 0,1 3 4 16,-3-1 0-16,-1 1 1 0,0 1 4 0,0 0-7 16,0 1 2-16,-2 1-4 0,2-2 8 0,0 0-9 15,-1 1 3-15,-1-1-7 0,0 2-1 0,-1 0-3 16,-1 0 4-16,-2 0-4 0,-9-1 3 0,-9-1-4 15,-1 4-3-15,1 2 0 0,-6 2 2 0,0 3-2 0,-1 2 2 16,-8 4-2-16,-1 2 6 0,1 2-5 0,-2 1 1 16,2 3-2-16,0-17-6 0,-2 22-6 0,0 0-2 15,8 3 0-15,-3-5 4 0,8 4-2 0,4-4-2 16,1-3 0-16,7 3-3 0,2-4-5 0,7-1 3 0,1 1-4 16,-7-5 12-16,4 0-5 0,1 0 1 0,4-4-3 15,2 0 0-15,2 0 5 0,4 0 2 0,1 1 0 16,12-3-2-16,14-2-2 0,4-1 2 0,11-1-2 15,-1-1 3-15,10 2 1 0,-1 22-6 0,2-14 5 16,-3-4 0-16,-1-7-9 0,4-1 7 0,-3 0-7 16,1-2 5-16,2 2-1 0,5 2-2 0,0-1-1 15,6 3-14-15,1 1-55 0,-3 1-22 0,-4 1-23 0,-9 0-189 16</inkml:trace>
  <inkml:trace contextRef="#ctx0" brushRef="#br0" timeOffset="-108176.04">13411 15419 185 0,'-1'0'0'16,"-1"0"4"-16,0 0 50 0,0 0-5 0,0 0 7 0,0 0-15 16,-1-1-3-16,1 1-5 0,-6-4-5 0,1 0 3 15,5 4-11-15,-2-2 4 0,1-1-2 0,-1-1 0 16,-2-5-12-16,-1-4 6 0,1 1 0 0,3-1 2 15,-1 0 3-15,0 0-4 0,2 2 6 0,0 0-5 16,1 2 13-16,-1-2-6 0,0 1 1 0,0-1-1 16,2 4 13-16,-2-1-13 0,0 1 5 0,0-4-7 15,2 5 8-15,-1-3 2 0,-1 2 1 0,2 3-1 0,-2-2 2 16,0 1-8-16,0-3 3 0,2 6-4 0,0 1-2 16,0-1-12-16,-2-2-3 0,2 0-3 0,0 1-4 0,0-1 5 15,0 2-2-15,0 0 1 0,0 0-9 0,0 0 6 16,0 2-1-16,0 0 3 0,0 2-3 0,2 0-2 15,0 6 1-15,5 21-1 0,-1-1 5 0,0 4-4 16,-1-1-1-16,-1 1 0 0,0-1-2 0,-1-1 2 16,1 0 0-16,0-4 1 0,-1 0 2 0,1-4-4 15,0 2 4-15,0 0-4 0,-1-3 6 0,1-1-6 16,0 1 2-16,-1-3-2 0,1 1 1 0,0-1 7 16,0 1-9-16,-1-1 6 0,1 1-9 0,0-2 5 0,-1-2 2 15,-1-2 0-15,2-2 2 0,-2-2-3 0,0-2 5 16,0-3-5-16,-1 2 0 0,-1-4 12 0,4 1-8 15,0 1 10-15,0-2 0 0,-3-2-10 0,14 2 2 16,-2-2-5-16,2-4-2 0,4-7 1 0,-10 5 1 16,10-22 0-16,-1-1 0 0,4-1 3 0,2-2-3 0,4-1 2 15,-4 0-6-15,2-4 3 0,0-2 3 0,-1-2 1 16,2-2 4-16,-1-7 10 0,0 2-5 0,0-6 6 16,0 0-14-16,2 7 5 0,-4 1-2 0,-5 7 1 15,0 6-8-15,-8 7 0 0,0 3 2 0,-6 7 0 16,1 3 1-16,-4 3-7 0,5 1-1 0,-5 5-2 15,-2 3-4-15,2-3-8 0,0 0-5 0,0 2 0 0,0 0-12 16,-2 1-29-16,0 1-2 0,0 1-13 0,-2 1-39 16,0 4-43-16,-9 20-24 0,0 3-9 0,-1 5-92 15</inkml:trace>
  <inkml:trace contextRef="#ctx0" brushRef="#br0" timeOffset="-107647.64">14149 15405 583 0,'0'0'98'0,"0"0"14"0,-2-2-41 0,0 0-35 16,0 0-19-16,-2 0-7 0,1 0 8 0,-1 2-7 16,-7 0 6-16,0 2-17 0,1 2 9 0,-3 3 1 15,0 1 1-15,2 18-5 0,-2 2 2 0,0 1-5 16,0 1 6-16,0 2 0 0,2-3 7 0,0 3 7 15,0-3-1-15,0 1 10 0,1-6 2 0,3 0 0 0,-1-5 2 16,-1 0 1-16,7-6-6 0,-1-4 2 0,-3-2-1 16,0 1 4-16,5-5-9 0,-1 1 1 0,0 0-4 15,0-2-6-15,0 0-3 0,2-1-5 0,0-1 2 16,0 0-11-16,0-1 4 0,2-1-3 0,-2-2 3 16,11-20-5-16,0-2-5 0,2 0 5 0,2-2-5 15,-2 2 5-15,2-2-4 0,2 0 2 0,1-1-2 0,-1 1 4 16,0 2 1-16,-1-2 0 0,-1 4 2 0,-2-2 1 15,-2 4-5-15,1-1-1 0,-3 5 0 0,-2 5 8 16,-1 3-2-16,-1 1 1 0,-5 7-2 0,4-1 3 0,0-1-6 16,0 0 1-16,-1 2-2 0,1 0 1 0,0 1 1 15,-1 1-1-15,1 0 0 0,0 1 3 0,0 1-5 16,-1 2 5-16,6 9-4 0,3 7 9 0,-3-1-4 16,0 3-2-16,-1-3 1 0,-3-1-1 0,3 3-3 15,-3-3 1-15,1 1-2 0,1-2 5 0,1-1-2 16,1 1 4-16,0-2-3 0,0 0-1 0,1 0 2 15,-1-1-5-15,-2-1 3 0,3 2 0 0,-3-4-2 16,1 2 5-16,-3-1-5 0,1-3 5 0,-4-4-14 0,1 3-1 16,-1-4-6-16,-2-3-13 0,0 1-25 0,2 2-12 15,0 0-7-15,0-2-59 0,0-1-46 0,-1 1-1 16,-1-2-20-16,0 0-62 0</inkml:trace>
  <inkml:trace contextRef="#ctx0" brushRef="#br0" timeOffset="-107477.74">14022 15638 496 0,'0'0'359'0,"-2"0"-471"0,1-1 417 0,-1-1-229 16,0 0-51-16,0 0-12 0,0 0 6 0,0 0-7 0,0 0 13 16,1 1-4-16,-1-1-4 0,2 2 2 0,0 0-4 15,0 0-3-15,2 0-1 0,-1 0-1 0,3 0-1 16,7 0-7-16,19 0 3 0,2 0-5 0,8 0 0 0,9 0-15 15,1 0-13-15,5 0-7 0,5 0-99 0</inkml:trace>
  <inkml:trace contextRef="#ctx0" brushRef="#br0" timeOffset="-106213.95">17767 15234 114 0,'0'0'37'16,"0"0"56"-16,0-2-34 0,0 0 0 0,0 0-5 16,0-2 0-16,0 3-25 0,-2-11-16 0,1-1 7 0,-3-3-10 15,2 3 10-15,0 2 9 0,0-4-5 0,0 4 8 16,-1-4 5-16,-1 0-1 0,2 4 4 0,0 0-3 15,0 1 1-15,1 3-8 0,-1 1-2 0,2 3-3 16,0-1-5-16,0 0 5 0,0 2-3 0,-2-1 3 16,0-1-8-16,0 2-14 0,0 0 9 0,0 0-10 15,1 0 6-15,-1 1-2 0,0 1-3 0,0 0 1 0,0 1-3 16,0 1 1-16,2 2 0 0,0 3 1 0,-2 12 10 16,1 3-8-16,-1 2-1 0,2 2-3 0,0-1-2 15,0 1 4-15,0 0 4 0,2 3 0 0,-1 1-2 16,3 0 3-16,0-1-7 0,-2-4 6 0,1 1 0 15,1-6-6-15,0 0 9 0,0 1-8 0,-1-3 13 0,-1-1-6 16,0 0 0-16,0-2-2 0,0-2 6 0,0-2-1 16,-1 0 3-16,1-2-3 0,0 2 0 0,-2-3-4 15,2-1-4-15,0 1 1 0,0-1-1 0,-2-1 0 16,2-1 6-16,-1 1-6 0,1-1-4 0,-2-1 0 16,0 0 1-16,0-1 1 0,0-1 3 0,2 2 2 15,0 0 0-15,0-1 2 0,0-1-1 0,0 0 6 16,-1 0-1-16,1-2 4 0,0 0-6 0,0-2 10 0,0 0-10 15,0-1 10-15,5-16-15 0,4-5 4 0,0-4 1 16,1 2 1-16,1-5-5 0,1-1-2 0,3-3-3 16,4-6 1-16,-3 2 2 0,3-8-4 0,-3 5 3 15,1-1-3-15,1 4 6 0,-3 4-6 0,-1 1 2 0,-3 10-2 16,-1 0 3-16,-1 5-1 0,-4 5-3 16,-1 1 1-16,-3 5-4 0,-1 3 5 0,0 1-3 0,-2 2 1 15,2-2-26-15,0 1-19 0,0-1-7 0,0 2-6 16,-1 0-38-16,-1 0-74 0,0 2-29 0,0 0-23 15,-1 2-167-15</inkml:trace>
  <inkml:trace contextRef="#ctx0" brushRef="#br0" timeOffset="-105890.83">18330 15392 436 0,'-2'-2'96'0,"0"0"214"0,0 0-291 0,0 0-13 16,-1 0 4-16,-1 0-7 0,2 2 1 0,-5-3 6 15,-3-1-4-15,-1 0 4 0,2 2-6 0,-4 1-3 16,0 1 4-16,0 0-3 0,-4 1 17 0,-3 3-10 16,1 0 7-16,-5 3-7 0,2 1 15 0,3-1 1 15,-3 2 5-15,2 1-1 0,-1-1 9 0,1 2-12 0,3-2 3 16,2 1-5-16,0 1-2 0,6-4-8 0,0 3-2 15,3 4-1-15,1 3-10 0,3 0 5 0,-9 0-3 0,1-3 4 16,5-1 5-16,-1 2-1 0,4-2 2 0,2-2-1 16,0 2 5-16,2-2-4 0,2-1 1 0,2-1-2 15,-1-2 5-15,4-1-2 0,12-2 0 0,5-2-3 16,0-1-12-16,-2 16 4 0,4-6-6 0,-2-5 2 16,5-2-24-16,-5-3-26 0,4-1-9 0,-2 0-7 15,-10 0-45-15,1-1-185 0,0-3 17 0</inkml:trace>
  <inkml:trace contextRef="#ctx0" brushRef="#br0" timeOffset="-105452.61">18456 15403 508 0,'-2'-2'276'0,"0"0"-375"15,1 0 319-15,-1 0-178 0,0 0-38 0,-2 1-1 16,0-1 3-16,1 0-4 0,-1 0-2 0,2 0 0 16,0 0 5-16,0 0-2 0,1 2 6 0,-1 0-12 0,0 0 4 15,0 0-5-15,0 0 12 0,0 0-1 0,0 0-3 16,2 0 3-16,0 2-4 0,0 0 6 0,-1 0 3 16,-1 0 1-16,0 0 8 0,0 1-9 0,-2 7 0 15,-3 5-2-15,-1-1 5 0,3-1 3 0,-3 4-2 16,1 0 2-16,1 0-10 0,1-1-2 0,-1 1 2 0,3-2-1 15,-1 0 5-15,2-2-5 0,0 0 3 0,2-2-3 16,0 2 9-16,0-4-4 0,0-2 6 0,0 1-5 16,2-1 8-16,0-1-3 0,0-1 0 0,0-1 0 15,-1 0 5-15,11-2-12 0,-3 5 1 0,0-1-5 16,4 1 2-16,2-1-1 0,2-3 3 0,1-1-4 16,1-2 0-16,-1 0-12 0,-1-2-4 0,0-1-4 0,-4 1-19 15,-4-2-18-15,0 0-1 0,-1 1-5 0,-3 1-13 16,-3 2-7-16,2-4-3 0,0 0-4 0,-2 1-33 15,1-5 7-15,1 1-9 0,-2-1 8 0,-2 3-22 0,0-1 15 16,0 3 13-16</inkml:trace>
  <inkml:trace contextRef="#ctx0" brushRef="#br0" timeOffset="-104794.99">18404 15557 107 0,'-2'0'45'0,"0"0"35"0,1 0 41 0,-3 0-10 16,-5 0-3-16,-3-2-1 0,-1 0 0 0,4 2-27 15,4 0 4-15,-1 0-16 0,2 0-12 0,1 0-13 16,-1 0 7-16,2 0-9 0,0 0 2 0,0 0-18 15,2 0-3-15,0-2-5 0,2 2-11 0,0-2 5 0,2 1-6 16,12-3 5-16,7-2-3 0,-1 1-8 0,2-1 3 16,0 1-5-16,-1-3-5 0,-1 1-23 0,-2-1 3 15,-3 3-7-15,-4-1 20 0,0 1 0 0,-2-1 3 16,-2 0 0-16,1 1 12 0,-5 3-5 0,1-15 5 0,-4 1-6 16,13-5 5-16,-4-1 3 0,-6 5 4 0,3-7 0 15,-5 7 1-15,-1 2-1 0,0-5 2 0,-2 9 0 16,0-6 11-16,0 4-11 0,0 4 2 0,0 1-4 15,0 5 7-15,0-7-4 0,0 9 0 0,0-1-2 16,0-2-5-16,0 0-3 0,0 2 3 0,0 1-2 16,0-1 7-16,0 0-4 0,0 0-2 0,0 2 0 15,0 0 2-15,0 2-2 0,0 0 0 0,0 1 0 16,0 20 5-16,0 6-3 0,0 1-1 0,-2-4 1 0,-1 2 3 16,-1 0-3-16,0-2 4 0,0 0-6 0,1-2-4 15,-1-2 8-15,0-1-8 0,1-1 9 0,1-3-2 0,0-2-4 16,2 0 5-16,0-6-6 0,0 2-1 0,0-4 8 15,2 1 0-15,0-3 5 0,-1-1 8 0,-1-2 0 16,0 0-2-16,15 9 1 0,2-2 0 0,1-3-4 16,5-3 7-16,3-3-7 0,0-3 0 0,3-5-2 15,-3-1 1-15,2-2 0 0,2-4-1 0,-6 2-1 16,4-4-3-16,-8 4 2 0,-7 10-7 0,0-16 2 16,-3 1-5-16,-8-3 5 0,-1 1 2 0,12-1-7 15,-3-3 7-15,-8 2-7 0,-2 1 2 0,-4-1-6 0,-5-2 0 16,-3 4-1-16,9-1 9 0,-23 3-8 0,3 6 3 15,1 1-6-15,2-2 7 0,-3 8-3 0,-3-6 2 16,4 5-3-16,2-9 9 0,3 6-6 0,2 5 2 16,2 2-3-16,-2 0 6 0,4 2-5 0,2 0 0 15,1 2-4-15,3 0 1 0,1 0 2 0,2 5 1 0,0 14 0 16,-12 1 3-16,4-1 1 0,3 3 0 0,3 0-1 16,2 2-5-16,2-2 4 0,2-2 0 0,2 1 3 15,1-3-7-15,3-1 7 0,1-1-1 0,2 1 6 16,2-1 1-16,-3-1-4 0,16 2 3 0,3-3-5 15,7-1 3-15,-1 2-2 0,2-2-1 0,-4-1 1 16,5 1-1-16,2 0-3 0,-2-2-1 0,-5 0-2 16,-1 0-3-16,-3 0-46 0,1-2-6 0,2 0-26 0,-5-3-122 15</inkml:trace>
  <inkml:trace contextRef="#ctx0" brushRef="#br0" timeOffset="-100951.08">21596 7281 376 0,'0'0'11'15,"0"-1"-3"-15,-2-1 10 0,2 0 5 0,-4-13-4 16,1 0 1-16,1 2-12 0,2 2-3 0,0 2 0 16,0-2 2-16,0 1-5 0,0-1 2 0,0 7-4 15,0-3-3-15,0 1 11 0,0 3 0 0,2-7 7 0,-2 7 7 16,1-3 0-16,1-1 2 0,-2 3-1 0,2-2 8 15,0 3-14-15,0-1 0 0,0 0-7 0,0 1-6 16,-1 1 2-16,1 0 0 0,0 2 1 0,0 2 3 0,0 1-8 16,-2 7 4-16,0 14-5 0,0 2-1 0,-2 2 0 15,0-2 2-15,0-2 1 0,0 2 6 0,-1 0-5 16,-1-2-2-16,0 0-1 0,2 2 4 0,1-2-2 16,-1 0-1-16,2 0-2 0,0 2 0 0,-2 0-1 15,0 0 4-15,0-1-3 0,0-1 9 0,0 2-7 16,1-4 1-16,-1 0-3 0,0-3 0 0,2-2 3 15,-2-1-2-15,2-8 2 0,0 3-6 0,0-9 8 16,0 1-6-16,0 3 7 0,-2-2-6 0,0-1 5 16,0 1 7-16,1 0-4 0,-1-2 1 0,-2 0 3 0,0-1-5 15,-7 3 4-15,-4 2-10 0,-5-1 0 0,3-1 0 16,-3-2 0-16,-1-2-1 0,1 0 4 0,-4 0-2 16,0 0 5-16,3 0 1 0,-1-2-3 0,7 0 6 15,-4 0-4-15,1-1 7 0,3 1 0 0,-2 0-1 0,4 2 2 16,8 0 3-16,1 0-5 0,0 0-1 0,1 0 0 15,1 0 0-15,0 2 0 0,0 0-4 0,2-1 3 16,0 1-5-16,2 0 1 0,0 0 7 0,1 0-6 16,9 2-4-16,14 1 6 0,5 1-7 0,-1-3 8 15,7 1-10-15,-5-4 9 0,-1-2-4 0,3 0 5 16,-3-1-13-16,1-1 0 0,-1 0-1 0,-1 2 1 16,0 1 1-16,-6 1 2 0,0 0-1 0,0 1 0 0,-2 1-5 15,-1 0 2-15,-3 2-1 0,-1-2 0 0,2 1-15 16,-1-1-7-16,1 0 2 0,-4 0-4 0,1 0-5 0,-8-2-43 15,-5 0-18-15,1 0-14 0,-2 0-116 0,0 0 37 16</inkml:trace>
  <inkml:trace contextRef="#ctx0" brushRef="#br0" timeOffset="-100686.68">21135 7172 561 0,'0'-2'18'0,"0"0"3"0,-3-11 14 0,-7-20-13 15,7 7 7-15,1 5-11 0,0 1-1 0,2 7 3 16,0 4-4-16,0 3-2 0,0 2 12 0,2-1 0 0,3-3 5 16,5 1 9-16,18-2-5 0,1-1 1 0,3 3-2 15,7-1 1-15,0-3-11 0,2 4 0 0,1-1-5 16,-1 3-8-16,-7 1-8 0,-3 0 1 0,-5-12-3 15,-2 8-1-15,-1 5-1 0,-3 3-6 0,-3 0 2 16,-1 1-17-16,1 5-30 0,-2 0-19 0,2 3-8 16,-2 0-100-16</inkml:trace>
  <inkml:trace contextRef="#ctx0" brushRef="#br0" timeOffset="-100295.06">22166 7519 176 0,'0'0'22'0,"0"0"-3"0,0 0 11 0,0 0 2 15,2 0-6-15,0 0-14 0,-1 0 1 0,1 0 2 16,0 0 0-16,0 0 3 0,-2 0 10 0,0 0 4 15,0-2 3-15,0 0 7 0,-2 0-2 0,0 1-1 16,0-1 3-16,1 0 9 0,-3 0-8 0,-5-2-3 16,-6 1-2-16,0-1-12 0,-4 0 3 0,6 2-4 0,-2 2 2 15,-3 0-14-15,1 0-1 0,-3 4-6 0,-1 3 3 16,3 3-4-16,-1 3-1 0,1-2 0 0,-3 17-2 16,6 0-5-16,-1 1 8 0,4 3-1 0,5-1 4 15,1-1-7-15,5 0 2 0,-16-4-4 0,6-2 1 16,5 2-2-16,4-6 11 0,2-3 1 0,2 4 4 0,2-7 5 15,1 1 2-15,5 0-1 0,-3-4 0 0,-1 0-12 16,20 1-8-16,2-1 2 0,-2-2-3 0,3 2 3 16,-6-4-4-16,1 1-1 0,2-4-3 0,-2-1-14 15,-2 1-34-15,2 0-3 0,-5-1-18 0,1-1-95 0</inkml:trace>
  <inkml:trace contextRef="#ctx0" brushRef="#br0" timeOffset="-99656.27">22574 7575 454 0,'-2'-2'118'0,"1"0"31"0,-1 0-61 0,-2-2-65 16,4 3-6-16,-4-5-9 0,-1 2-1 0,-1 2-3 15,2 1 1-15,1-1-7 0,1 2 5 0,-2-2-2 16,0 0 3-16,1 0-8 0,-1 2 6 0,0 0-1 0,1 0 3 15,1 0-5-15,-6 4 4 0,3 0-3 0,-3 7 2 16,1 9-2-16,-1 2 2 0,1 4 9 0,0-1-5 16,1 2 4-16,-1 5 5 0,1-4-7 0,1 0 6 15,-1-2-8-15,4 2 0 0,-2 1-3 0,1 1 1 16,-14-4-5-16,8-7 6 0,1 1 0 0,5-1 2 16,1-3-2-16,2 1 21 0,0-4 1 0,0-4 6 0,2 2 2 15,-1-3-8-15,1-3 2 0,0-1-4 0,11 0-9 16,8-2 0-16,1 12-11 0,2-2 8 0,2-5-8 15,2-5-1-15,3-2 4 0,-1-4-5 0,0-1 3 16,-1-3-1-16,-6 1-2 0,1-3-1 0,-4-1-5 0,-5 2 8 16,2 5 1-16,-12-22 3 0,5 0-11 0,-5-3 8 15,-1-7-6-15,2 3 6 0,14-4-3 0,-11 0 0 16,-7-2 6-16,-4 2-3 0,-3 1 12 0,-5 3 0 16,1 7 3-16,-4 0-3 0,11 4 2 0,-26 1-6 15,-5 4-5-15,7 4 0 0,-2 4-14 0,0 0 8 16,2 3-5-16,-2 3 7 0,1-1-5 0,1-13-2 15,1 8 3-15,3 3-3 0,0 3-3 0,5 3 8 16,-1 0-3-16,5 1 3 0,0 1-12 0,5 0 5 0,1 2 0 16,5-4 2-16,0 2 3 0,-9 13-3 0,4-1 0 15,3 3-2-15,4 2 3 0,0-3 1 0,5 7 1 16,5-1 0-16,1 2-2 0,2 2 1 0,2 0-2 16,1 0 3-16,-10 2 6 0,14 4-7 0,3-6 3 0,-1 0-3 15,-2-2 6-15,1-2-5 0,3 4 0 0,-2 0-2 16,4-6 4-16,2-1-3 0,0-2 4 0,-2-1-4 15,-4-3 2-15,0 0 1 0,-1 0-1 0,-4-3 0 16,3 3-6-16,-1-4 7 0,-10-2-4 0,6 3 4 16,-6-5-3-16,0 1-2 0,4-3 1 0,-7 1-4 15,1 0-6-15,-1 0-51 0,-1-3-25 0,1 3-23 16,0 0-211-16</inkml:trace>
  <inkml:trace contextRef="#ctx0" brushRef="#br0" timeOffset="-98863.7">20519 8355 501 0,'-2'0'27'0,"0"-2"-2"0,0 0 23 15,-1 0-5-15,-5-2 0 0,-1-1-14 0,-6-3-15 16,6 5 2-16,3 1-5 0,1 0 6 0,-1 0-17 16,1 0 10-16,1 2-10 0,-4-2 9 0,7 2-4 0,-3 0 1 15,0 0-1-15,2 0 3 0,-1 0 12 0,-3 0-3 16,2 0 6-16,2 0 4 0,-1 0-2 0,1 0-1 16,-2-2-1-16,0 1-10 0,1 1 0 0,1 0-2 15,0 0 3-15,0 0 7 0,0 0 5 0,0 0 0 16,2 0 0-16,0 0-8 0,2 0 1 0,0 0-2 0,2 1 1 15,7 1-10-15,11 2-3 0,6 0-3 0,-2-2 2 16,4-1 0-16,5 1-2 0,0 0 4 0,4 0-5 16,0-2 2-16,2 0 2 0,4 0-3 0,5 0 3 15,2-2-2-15,5-2-1 0,7-1 0 0,8-1 0 16,8-1-2-16,7-1 0 0,4 1 4 0,-6-2-2 16,1-1 3-16,-1 3 2 0,-5-2-7 0,6 1 5 15,3-1-7-15,7 0 12 0,1-1-4 0,-6 3 6 0,-4 0-3 16,-7-1 0-16,-4 1 0 0,0-1-1 0,2 3-8 15,2-1 10-15,0 2-7 0,0 1 6 0,-12-1-13 16,-5 2 6-16,-9 2 2 0,-9 0 0 0,-4 0-6 0,-8 0 2 16,-3 0 0-16,-8 0 2 0,-3 0 0 0,-6 0 1 15,0 0 1-15,-2 0 1 0,-2 0 4 0,-2 0-6 16,-1 0-3-16,-2 0 0 0,1 0 0 0,-3 0 1 16,2 0 0-16,0 0 0 0,-3 0-1 0,1 0-8 15,0 0 1-15,2 0-6 0,0 0-19 0,-1 0-158 16,1 0-12-16</inkml:trace>
  <inkml:trace contextRef="#ctx0" brushRef="#br0" timeOffset="-98170.27">19990 8640 528 0,'0'-1'198'0,"-2"-1"-283"15,-2-11 248-15,-5-13-142 0,1 7 9 0,5 8-17 0,-1 0-3 16,0 2-2-16,2 5-4 0,1-2 12 0,-1 3-2 15,2 1 4-15,0 0-10 0,-2-2 5 0,0 1-6 16,0-1 5-16,0 2-2 0,0 0 5 0,1 0-3 16,-1 2 2-16,2 0-9 0,0 2 1 0,0 0 1 0,0 9-1 15,-2 15-6-15,2 6 5 0,0-3-5 0,2 1 5 16,-2 2-8-16,2 1 2 0,-2 0 2 0,1-1 0 16,1-2 2-16,0-2-3 0,0-1 4 0,0 1-2 15,0-2 1-15,0 0 5 0,-1-2-8 0,1 1 8 16,2-1-5-16,0-2 2 0,-1 0 1 0,1-1 1 15,0-1 7-15,0-3 4 0,1 1 1 0,-1-5-1 16,0-1 0-16,-1-1-2 0,-1-4 3 0,2 1-3 16,-2-5 3-16,-2-1-2 0,2 2-3 0,-1 0 3 0,3-1-3 15,0-1-7-15,0 0 1 0,-1-2-4 0,1 0 2 16,0-2-4-16,-1 0 4 0,9-5-4 0,-1-19 11 0,2-2-10 16,2-2 6-16,3-1-6 0,1-3 6 0,3-1 4 15,0 0-4-15,2-1 4 0,4-1 2 0,-2-5-8 16,0-3 3-16,0 4-6 0,-2 0 0 0,-1 10-4 15,-1-1 3-15,-9 4-2 0,-4 2 1 0,-1 8 0 16,1 3-2-16,-5 6 2 0,-2 3-5 0,-1 2-14 16,3 1-4-16,-2-1-2 0,0 2-23 0,0 0-25 15,-2 2-6-15,0 2-9 0,0 0-39 0,-2 5-24 16,-7 19-7-16,-1 0-11 0,1 2-90 0</inkml:trace>
  <inkml:trace contextRef="#ctx0" brushRef="#br0" timeOffset="-97667.74">20413 8982 114 0,'0'0'32'0,"2"2"38"16,0 0-23-16,0 0 6 0,0 0-6 0,-1-1 7 16,-1 1-3-16,0 2 6 0,0 0 2 0,0-1 1 15,0 1 9-15,-3 5-11 0,-1 3-3 0,-3 2-3 16,-1 1-12-16,-3 4-13 0,-2 1 0 0,-2 4-6 16,-2 4-9-16,1 4 0 0,1 1 4 0,0 1-3 15,-2 3-3-15,2 2 1 0,2-2-3 0,4-4 3 16,2-1 4-16,-1-6 9 0,3-2 1 0,-1-2 2 0,2-5 3 15,-1 0 0-15,1-6-2 0,0 0 2 0,3-4-5 16,-1-1-7-16,2-2 1 0,0-2-3 0,-2 1 0 0,0 1-1 16,0 0-1-16,0-2-2 0,0-1-12 0,1 1 4 15,1-2-3-15,0 0 4 0,0-2-6 0,0 1-4 16,0-5 3-16,0-18-3 0,1 0 6 0,3-4-1 16,0-2 2-16,1-1-2 0,1-5-3 0,0 5 4 15,1-3-3-15,2 3 4 0,2 1-3 0,2-1 1 16,0 5-2-16,-1 3 1 0,1 3-3 0,-4 7 1 15,-2 2 0-15,-5 5 1 0,7 1 0 0,6 3 2 16,0-9 1-16,0 1 1 0,4 3-1 0,-10 5 0 16,4 0 0-16,-4 2 0 0,0 2-1 0,4 2 0 0,-7-1 2 15,1-1-1-15,1 19 1 0,-3 3-5 0,3 0 3 16,-1 0-3-16,1 2 5 0,-1 0-2 0,-1 2 0 16,-3 2 0-16,1-6 6 0,4-2-4 0,-1 2-2 15,0-5 0-15,-1-1-5 0,-2-1 4 0,1-2 1 0,4-4 1 16,-1 0-1-16,-3-3 1 0,3 3-6 0,-3-2 5 15,-1-2-4-15,-2-1-12 0,-2-2 1 0,2-1-7 16,0 1-17-16,0 0-65 0,-1-2-2 0,-1 0-21 16,0-1-6-16,0 1 11 0,0-2 0 0,-1 0-1 15,-1 0-31-15</inkml:trace>
  <inkml:trace contextRef="#ctx0" brushRef="#br0" timeOffset="-97508.74">20240 9415 309 0,'-1'0'52'0,"-1"0"93"0,0 0-90 15,0 0 12-15,0 0 2 0,-2 0 2 0,1 0 2 0,-1 0-10 16,2 0 1-16,0 0-3 0,0 0 0 0,1 0-22 16,-1 0-3-16,2 2-7 0,0-2-22 0,2 0 2 15,-1 0-1-15,11 0-1 0,21 0-11 0,8 0 8 16,5-2-4-16,1-2 6 0,-1-3-7 0,2-1-11 16,-9 3-8-16,2-1-3 0,-4 2-45 0,-3 2-142 15,-3 1-2-15</inkml:trace>
  <inkml:trace contextRef="#ctx0" brushRef="#br0" timeOffset="-97245.8">20894 9121 1070 0,'-2'0'10'16,"0"-1"1"-16,0-1 14 0,1 0-4 0,-3 0 3 15,0 0-14-15,0 0 1 0,3 0-3 0,-1 1 3 16,0-1 0-16,2 0-10 0,0 2 5 0,2 0-5 16,0 0 11-16,3 0-11 0,17-4 4 0,6 0-5 0,2 1 3 15,3-3 4-15,3 1-2 0,-3-1 2 0,1 0-7 16,-5 3-1-16,3 1 0 0,-6 0-1 0,0 2 0 0,-2-2-11 16,-4 0-3-16,1 2-4 0,3-2-30 15,-6 1-114-15,-3-1 19 0,-4 2-58 0,-7 0-76 0</inkml:trace>
  <inkml:trace contextRef="#ctx0" brushRef="#br0" timeOffset="-96994.98">21095 8936 599 0,'0'-2'66'0,"-2"0"94"0,0-2-85 0,-4-7-28 0,1 0-5 15,1 4-6-15,0-1-9 0,2 4-19 0,2 3 8 16,-1-3-12-16,-1 0 6 0,0 2-5 0,0 0 7 15,0 2-4-15,0 2 14 0,0 0-2 0,2 6-3 16,-5 19 1-16,1 1-10 0,2 2 5 0,0 2-5 16,2 1 5-16,0 2-5 0,0 2-5 0,0 1 6 0,2-3-5 15,0 2-3-15,0 0 4 0,0-2-8 0,0 2 6 16,0-3-6-16,1-6-11 0,1-2-1 0,0-4-6 16,-1-3-18-16,1-3-43 0,0-3-35 0,0-2-2 15,-3-5-96-15</inkml:trace>
  <inkml:trace contextRef="#ctx0" brushRef="#br0" timeOffset="-96575.97">21663 8757 1018 0,'0'-1'32'0,"0"-1"-37"16,-2-8 38-16,-2-3-19 0,2 6-13 0,2 5 9 15,-2-2-7-15,1 1 7 0,-1 1-8 0,0 0-2 16,0 2-3-16,0 2 1 0,0 2-1 0,0 3 4 16,-3 21 3-16,3-2 0 0,0 2-2 0,0 1-2 0,0-1 0 15,2-2 1-15,-1 2 3 0,-1 0 1 0,2-4-2 16,-2 4 2-16,2-2-1 0,-2 0-2 0,0 2 2 16,2-2-1-16,0 0 4 0,0-2 2 0,0-2-4 15,0-3 1-15,0 1-6 0,0-9 6 0,2 2 2 16,0-3 2-16,0-5 3 0,0 1-4 0,-1-3 0 15,1 1-1-15,0 0 5 0,2-2-3 0,0 0 1 0,-3-2-1 16,11 0-4-16,-1-4-4 0,2-4 5 0,-2 5-4 16,2-21 6-16,2-4 0 0,-2-2-4 0,5-1 3 15,1-5-3-15,3 3 16 0,4-1-4 0,-4-1 8 16,4 4-7-16,-2 1-9 0,-7-7 1 0,0 7-4 16,-4-5 0-16,-8 5 1 0,8 6-1 0,-5 2 2 15,-4 3 1-15,-3 0-4 0,11 3-1 0,-7 5-2 16,-1 3-5-16,-2 4-3 0,0 1 2 0,-1-1-3 0,1 0-3 15,0 2-55-15,0 1-13 0,-2-1-18 0,0 2-85 16,0 2-72-16,0-1-26 0</inkml:trace>
  <inkml:trace contextRef="#ctx0" brushRef="#br0" timeOffset="-96234.42">22296 9131 784 0,'0'0'75'0,"-2"-2"-86"16,0 0 89-16,-2 0-44 0,1 0 5 0,-10-3-8 0,0-1-1 16,3 2-4-16,1 1-13 0,0-3-3 0,-2 1-2 15,0-1-1-15,-2 0-7 0,-2 1 4 0,2-1-2 16,-2 1 3-16,-4-1 1 0,4 2 8 0,-3 1 6 16,-6-1 0-16,3 2 12 0,-1 0 3 0,-2 0-9 15,3 2 6-15,-3 0-11 0,0 4-7 0,0 2 2 0,5-1-5 16,3 1-7-16,6-1 5 0,1 1-1 0,2-2 1 15,3 12 2-15,2-1 0 0,-9 2-1 0,2 2 1 16,3-3 2-16,2 3 0 0,4-4 0 0,0 0-1 16,4 1-3-16,2-3-4 0,3 2 0 0,-3 0-3 15,16-2-2-15,-2-2 0 0,1-2 0 0,-1-3-1 16,1 3-11-16,-1-7-20 0,-1 0-3 0,-1 0-7 0,-5 7-27 16,4 0-19-16,1-1-29 0,-1-6 9 0,4-2-54 15,-5-2 34-15,-3-4 1 0,6-3 4 0,-6 1-23 16,5 5 40-16,-3-16 7 0</inkml:trace>
  <inkml:trace contextRef="#ctx0" brushRef="#br0" timeOffset="-95908.93">22352 9016 313 0,'0'0'78'0,"0"-2"-19"16,0 0 66-16,0 0-9 0,0 0-50 0,0-2-29 15,-2 1 6-15,2-1-15 0,0 0-4 0,0 1-9 16,-2-1-3-16,2 0-2 0,0 0-6 0,-2 3 8 0,2-1 0 15,0 0 3-15,-2 2 7 0,0 0-5 0,0 0 4 16,1 2-5-16,-1 1 1 0,-2 3-4 0,-7 14 4 16,-4 5-4-16,2-5 7 0,-2 4-3 0,0-2-3 0,0 3 1 15,1-3-3-15,1 2 11 0,1-4 3 0,3-1 2 16,2-2-1-16,1-1 1 0,2-3-6 0,3 2 4 16,1-6-6-16,0-1-7 0,0-3 1 0,1 1-3 15,1-2-3-15,0-1-8 0,11-1-1 0,4 9-1 16,1-1 9-16,5-3-5 0,1-3 3 0,-2-4-5 15,0 0 0-15,-1-2 0 0,1-4 2 0,-1 1-1 16,-3-1-1-16,-1 1-6 0,-2-1-5 0,-4 1 0 16,0-1-17-16,-2 0-12 0,-1 1-3 0,-3 1-12 15,-1-3-96-15,-2-3-19 0,7-1-29 0,-2 0 13 0,-3 2-72 16</inkml:trace>
  <inkml:trace contextRef="#ctx0" brushRef="#br0" timeOffset="-95128.24">22236 9134 553 0,'-1'0'45'0,"-1"0"-2"0,0 0 39 16,0 0-7-16,0 0 1 0,0 0-12 0,2 0-16 15,0 2-2-15,0 0-6 0,2 0-18 0,0 0-5 16,2 0 1-16,7 1-3 0,11 5-2 0,0-3-3 0,3-1-1 16,1-2 0-16,-2-2-1 0,0 0-3 0,0 0 3 15,-2 0-4-15,-1-2 0 0,-7 0-8 0,1 0-3 16,-4 1-2-16,-1-1-3 0,-7 2-9 0,1 0-2 15,0-2-6-15,0 0-34 0,-3 0 2 0,1-2 4 16,-2 1 5-16,0-3 39 0,-3-5 13 0,-3 2-1 16,-3-4 3-16,-4 2-3 0,-6-1 6 0,-3 1-2 0,2 0 3 15,-3 0-7-15,1 2 5 0,-2-1 2 0,2 1 3 16,1 0 2-16,1 0 24 0,7 3-6 0,2-1 12 16,3 1-4-16,3 0 4 0,1 3-4 0,2-3 0 15,0-1-22-15,-2 1 1 0,3 1-4 0,1-1 1 16,0 0-12-16,0 3 4 0,7-7-4 0,12-1 5 15,14 0-6-15,4 0 6 0,2 0-5 0,4 2 5 0,-1 1-4 16,5 3-5-16,1-1 8 0,4-20-7 0,0 13 9 16,-5 6-5-16,-5 5-5 0,-3 2 2 0,-5 2-7 0,-8-1 11 15,-6 3-1-15,-7 0 4 0,-4 0-9 16,-1-1 7-16,-3-1-3 0,-1 2 6 0,0 0 1 0,-4-3-3 16,5 11 4-16,-3-3-5 0,0 2-4 0,-2 2 7 15,-4-2-6-15,-3 4 7 0,-4 2-9 0,-6-1 7 16,-5 3-2-16,-10-2 5 0,1 1-3 0,1 3-4 15,-3-1 3-15,5 1-5 0,0-1 0 0,6-1 0 16,5 1 2-16,2-1 1 0,6-1 9 0,1-1-12 16,1-2 3-16,3-2-4 0,0 0 11 0,-3-4 15 0,1 0 0 15,3-1 3-15,3-5-12 0,0 1-4 0,0-2-4 16,2 2 3-16,1-1-1 0,18 7-9 0,12-3 8 16,1-7-8-16,-1-2 7 0,-1-3-4 0,-5-3-5 15,-1-1 2-15,2-4 1 0,-7 2-2 0,-3-2 4 16,-3 2-4-16,-6 3 3 0,-1-10-3 0,-4-3 0 0,-1 1 0 15,12-1-2-15,-6 3 7 0,1-4-4 0,-7 1 7 16,1-1-11-16,-4 1-3 0,-2 1 3 0,-3 0-3 16,-1 3-1-16,-3 0 8 0,-4-1-2 0,7 5 3 15,-12-2-2-15,1 2 0 0,-2 3-1 0,5 3 2 16,-3 1 0-16,4-3-1 0,5 5 0 0,3 1 0 16,-3-1-6-16,5 4 5 0,-1 0-2 0,0 0 3 0,1 2 6 15,1 0-4-15,0 1 2 0,0 7-4 0,-2 12 0 16,4-2 4-16,2 1-4 0,2-1 4 0,3 3-3 15,4-1-2-15,1 0 6 0,2 0-5 0,1-1 4 0,-7 1 1 16,20-1-3-16,-4-3 3 0,5-1-1 0,3-2 4 16,0-2 4-16,5-2 0 0,-2-2-3 0,0 0-3 15,-1-3-8-15,-5 0 2 0,-5-3 0 0,-3 1-14 16,-4 7 5-16,-3-2-11 0,-2-3-25 0,-3-2-66 16,-4-4-43-16,-1 0-7 0,-2 0-128 0</inkml:trace>
  <inkml:trace contextRef="#ctx0" brushRef="#br0" timeOffset="-94597.2">18564 8288 546 0,'0'0'36'0,"-2"-2"-2"0,0 0 62 0,0 0-12 16,0 0 12-16,1 0-37 0,-1 1 0 0,0-1-2 16,0 0 2-16,2 0 2 0,0 0-29 0,2 0 7 0,0 0-14 15,0 2 3-15,22-9-16 0,4 2 1 0,1 1-5 16,-1 2-4-16,4 1-4 0,-1 1 0 0,-1 2 0 16,5 0 2-16,-9 0-1 0,-2 0-1 0,-1 0 1 15,-1 0-1-15,0 0-13 0,2 2-9 0,-1 0-3 16,-7-2-39-16,-5 1-101 0,-3-1 16 0,-4 0-43 15,-1 2 21-15,1 0-22 0</inkml:trace>
  <inkml:trace contextRef="#ctx0" brushRef="#br0" timeOffset="-94455.43">18690 8338 321 0,'-2'0'57'0,"0"0"-7"0,-1 2 36 16,-5 0 2-16,-5 1-11 0,2 1-8 0,2 0-17 16,3-2 3-16,4-2-8 0,-1 3-6 0,-1 1 11 15,2 0 6-15,0-1 2 0,2-1 4 0,0 0-31 16,2 0-5-16,11 4-7 0,28 3-16 0,9-7-5 15,8-6 0-15,10-3-5 0,8-3-24 0,12-3-154 16,-5 2-20-16</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15.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39:59.705"/>
    </inkml:context>
    <inkml:brush xml:id="br0">
      <inkml:brushProperty name="width" value="0.05292" units="cm"/>
      <inkml:brushProperty name="height" value="0.05292" units="cm"/>
      <inkml:brushProperty name="color" value="#FF0000"/>
    </inkml:brush>
  </inkml:definitions>
  <inkml:trace contextRef="#ctx0" brushRef="#br0">19468 3100 1 0,'0'0'0'0,"0"-2"11"0,-2 0 3 0,0 0 3 15,0 1 2-15,1-3-12 0,-1 0-1 0,-8-13-4 16,3 4-4-16,0 0 2 0,-1 0 1 0,3 2 1 16,-3 0 1-16,1 0-2 0,-3-2-4 0,1 0 5 0,-2-2 3 15,0 0 0-15,0-1-3 0,9 3 3 0,-13-4-2 16,2 4 2-16,-2 6-6 0,4-5 0 0,-4 5-1 16,0-2 2-16,-1 1 4 0,-1 5-11 0,0-1 8 0,-1 2-8 15,-5-4 0-15,3 5-15 0</inkml:trace>
  <inkml:trace contextRef="#ctx0" brushRef="#br0" timeOffset="1046.18">17999 3028 13 0,'0'1'4'16,"0"1"0"-16,-1 0 10 0,-1 2-3 0,0 0 4 15,-9 10-5-15,0 1-5 0,-1 2 3 0,9 0-3 0,-12-2 9 16,0 3-14-16,0 1 5 0,2 1-6 0,-4 2 3 16,1 4-3-16,-5 0 1 0,5 6-2 0,-3 3 3 15,2 4-2-15,2 4 1 0,-1 5 0 0,-1 4 1 16,4 9 0-16,-2 1-1 0,4 8 0 0,-2-5 4 0,2-7-2 16,2-1-2-16,1-16 0 0,1 4-10 0,5-8 11 15,-2 2-1-15,-18 2 3 0,9-2-6 0,5 5 16 16,8 1-2-16,8 1 8 0,3 6-2 0,4 0 4 15,0 10-3-15,1-3 4 0,1 2 6 0,2-3-12 16,-3-4 0-16,3-8-6 0,0-7-5 0,-1 0 3 16,1-4-1-16,-1-1 0 0,-14 1-1 0,20 0-9 15,2 2 8-15,2 2-8 0,-2 0 3 0,4 2 1 16,-1 4-6-16,-1-2 5 0,6 5-1 0,1 0-1 0,0-1-3 16,6 1 1-16,-6-4-6 0,2 1-6 0,1-4 1 15,-3-4-5-15,-4-6-7 0,-1-1 5 0,0-2 3 16,-6-4 0-16,4 0 8 0,-2 0-4 0,0 1 4 15,2-1-3-15,0 2 8 0,-2-2-1 0,1-2 0 0,5-1 2 16,1-1 7-16,4-1-3 0,2-5-1 0,4 1-3 16,5 0-12-16,3-4 15 0,2-3-1 0,1-1 4 15,-2-5-8-15,2 24 10 0,-7-15-12 0,-1-7 12 16,-5-4-5-16,0-4 2 0,1-5 7 0,1-2-4 16,2-4-5-16,-3 0 11 0,5-4-5 0,1-1 9 15,-2 1-7-15,3-1 10 0,-7 1-2 0,-4 1 6 0,-5-1 5 16,0 1-1-16,-5 1 3 0,0 13-3 0,0-20 2 15,-8-4-1-15,3-3-6 0,-5-5 3 0,-1-1-5 16,-2-7-9-16,0-5 7 0,-1-6-9 0,1-3 7 0,-2-5-4 16,0 0 1-16,-2 5-2 0,2 1 5 0,-3 3-7 15,1 6 7-15,-2-1-6 0,2 5 18 0,-3-3 3 16,-1-3 1-16,1-9 1 0,-5-8-7 0,1-9 0 16,0-2-7-16,27 4 3 0,-18 3-15 0,-9 8 10 15,-2 4-1-15,-2 7 3 0,-4 5-8 0,-1 5-1 16,-3 1-1-16,1 4 1 0,-4-4-3 0,-1-2 2 15,-2-5 0-15,-5-8 0 0,0-2-2 0,-1-5 0 16,-2-2-4-16,-2 2 3 0,-2 4-2 0,22 3 4 16,-31 8 7-16,-6 1-4 0,2 5 3 0,-8 3-5 0,1 2-1 15,0 3 0-15,-3 1 9 0,3-4-3 0,-1-1 5 16,3-1-3-16,1-5 22 0,2 1 18 0,0-3-11 16,-3 1 9-16,1 6-37 0,-3 4 3 0,-4 2-3 15,-6 5 3-15,-3 2 2 0,-5 5-4 0,-1 6-1 16,2 2-2-16,-2 4-3 0,4 4-9 0,2 3 5 0,1-24-5 15,2 18 4-15,4 10-12 0,-3 11-6 0,-3 9-5 16,-3-18-38-16,-4 44-122 0,-9 16-38 0</inkml:trace>
  <inkml:trace contextRef="#ctx0" brushRef="#br0" timeOffset="61391.46">23092 3230 152 0,'0'0'0'16,"0"0"48"-16,0-2 9 0,-2 0 7 0,1 0 18 15,-1 1-17-15,2-1 12 0,0 0 12 0,0-2-3 0,0 2-9 16,0-9-43-16,0-2-5 0,0-4 1 0,2 1-2 16,1 1-1-16,1 0 7 0,0 2-2 0,1-4 4 15,3-1-5-15,-3 1 5 0,3-3 0 0,-3 5 1 16,1 0 5-16,-2 0-6 0,-3 6 3 0,1 1-3 15,0 3-2-15,-2 1 14 0,0 0-10 0,0 1 10 0,2-1-14 16,0 0-16-16,0 2 2 0,-2 0-7 0,0 1-7 16,0-1 4-16,0 2-4 0,0 2 4 0,0-1-8 15,0 12 4-15,-2 12-4 0,-2 1 3 0,-1 5-10 0,-1 1 7 16,0 1 1-16,3-3 3 0,-1 0-4 0,0-3-2 16,1-1 0-16,-1-1 0 0,2 1 0 0,0-2 2 15,0 0-2-15,-1-2 4 0,1 0 0 0,0-3-2 16,-2 0 1-16,2-3 0 0,-1 1-3 0,-1 0-1 15,0-2 2-15,1-2-1 0,-1-2 5 0,0-2-2 16,2-3 0-16,-5 5 0 0,1-4-3 0,4-1 1 16,-12-1 0-16,1-1 2 0,-2-2 3 0,0 1-5 15,0 9 0-15,-4-1-1 0,1-4-6 0,3-3 10 16,-2 0-4-16,1-1 5 0,-1-1-5 0,4 0 3 16,2-2-2-16,7 0 0 0,2 0-1 0,-2 0 0 0,1 0 3 15,-1 0-2-15,2 0 9 0,0 0-6 0,0 0 4 16,2 0-5-16,0 0 1 0,2 0 0 0,2 0-3 15,18 2 2-15,4-2-3 0,6 0 6 0,1-2-5 16,1-4 5-16,-1 1-1 0,1-1 1 0,3-1 9 0,3-1-5 16,-1 1 17-16,-1 0-6 0,-1-3-4 0,-6 3 0 15,-1 1-13-15,-6 3-3 0,-2-1-1 0,-7 2 0 16,0 0 0-16,-2-1-1 0,-2 1 3 0,-3 0-3 16,-3 0-3-16,-1 0-35 0,0 0-15 0,-1 0-12 15,-1 1-98-15,0-3-72 0,-2 0-6 0,0 2-34 0,-2-1-155 16</inkml:trace>
  <inkml:trace contextRef="#ctx0" brushRef="#br0" timeOffset="61591.23">22793 3067 1327 0,'0'-2'11'0,"0"0"27"0,0 0-46 0,0-2 17 15,2 1 12-15,0-1 4 0,-2 2 40 0,30-13-32 16,1 2 0-16,12-2-10 0,-2 0 0 0,9-1-11 0,2-1 6 16,4 4-7-16,1-4 8 0,-3 6-18 0,0 2 1 15,-8-15-7-15,-5 13-16 0,-4 9-92 0,-3 2-26 16,-6 5-36-16,0 3-227 0</inkml:trace>
  <inkml:trace contextRef="#ctx0" brushRef="#br0" timeOffset="61921.65">24086 3254 860 0,'0'0'54'0,"-2"0"12"15,0 0-29-15,-2 0-24 0,1 0-8 0,-18-4 7 16,1 3 39-16,1-1-11 0,-1 2 18 0,-3 2-34 0,3 1 2 15,-4 3-6-15,0 1 5 0,1 3 2 0,3 1 2 16,0 2-2-16,-1-6 2 0,3 14-9 0,3 3 6 16,2-2-3-16,2 2 3 0,3-2-3 0,6 3 20 15,-3-1-1-15,-10-4 5 0,4 2-10 0,5-3-2 16,4-2 1-16,2 3-1 0,0-3-7 0,4-2-9 16,4 3 0-16,-3-5-3 0,4 0-4 0,-7 0-10 15,19-5-1-15,3-1-3 0,0-1-13 0,4 12-25 16,1-7-6-16,3-5-11 0,1-4-74 0,1-2-159 0,-1-2-26 15</inkml:trace>
  <inkml:trace contextRef="#ctx0" brushRef="#br0" timeOffset="62453.45">24702 3271 1064 0,'0'0'38'16,"-2"-2"7"-16,0 0-14 0,1 0-6 0,-1 2-7 15,-15-9 47-15,-2 0 14 0,-1-1-9 0,-4 3 5 16,0 1-45-16,1 3 0 0,-1 1-4 0,2 2 2 16,-2 2-8-16,2 1-1 0,-3 5-2 0,1 3 0 0,4 0-9 15,-2 4 3-15,5-13 0 0,6 20 0 0,-6 4-3 16,6 0 0-16,2 0 2 0,1 2-2 0,5-2-6 16,-1 4 4-16,0-2-5 0,-14 1 7 0,6 1 2 0,7-4 1 15,5 2 2-15,2 0-1 0,3-4 1 0,5 2 3 16,-1-6-2-16,0-3 3 0,4 1 1 0,-7-5-6 15,22 0 3-15,-1-7-5 0,-1-4 2 0,8 0 2 16,-5 16-4-16,3-7 3 0,5-5-1 0,-2-8-2 16,1-5 0-16,5-8-2 0,-4-4 2 0,-4 1 0 15,-1 14-5-15,-4-18 2 0,-6-4-4 0,-4-2-2 16,-5 2 1-16,0-4-3 0,-5-1-7 0,-4 3-4 16,14 0-2-16,-9-2-3 0,-7 6-20 0,-4-2-21 0,-5 4 2 15,-2 1-7-15,-2 5 4 0,-1 3 29 0,-12 3-2 16,-2 5 11-16,0-3 7 0,0 7 3 0,2-16-2 15,2 6 2-15,0 5 1 0,3 4 9 0,0 2 1 16,6 0 0-16,6 0-2 0,0 0 9 0,3 0-8 0,2 0 8 16,-2 2-4-16,1 2 4 0,3-2 7 0,-12 14-4 15,7 1 7-15,1 2 6 0,4 1 3 0,0 1 3 16,4 1 14-16,1 2-6 0,3-2 4 0,5 4-3 16,2 2 4-16,-2-6-7 0,2 4-3 0,-1-2 1 15,-10 1 3-15,17 1-11 0,1-4 2 0,0-4-6 16,2 1-5-16,-1-2-7 0,1-2 1 0,-2-2-4 15,-2-2-6-15,-5-4-6 0,2 4-6 0,-6-3 1 16,0-1-20-16,-3-1-78 0,-3-4-16 0,-1-1-29 0,0 3-134 16,-1 0-204-16</inkml:trace>
  <inkml:trace contextRef="#ctx0" brushRef="#br0" timeOffset="62919.49">22582 4223 1176 0,'-2'0'110'0,"-2"0"-153"0,-18-7 130 0,-4-1-74 16,4 1-9-16,3 1 19 0,0 1 6 0,5 1 6 16,1 0 29-16,3 3-26 0,5-1 0 0,1 2-10 15,0-2-15-15,1 0-3 0,1 0-5 0,0 2 2 16,2 0-10-16,0 0 6 0,2 0 6 0,2 0-1 16,16 4 4-16,11 1-6 0,1 1-1 0,5 1 0 15,4 3 7-15,7-1 2 0,2-2 0 0,6 3 1 0,4-3 3 16,6-1-1-16,5-3 4 0,5-1-2 0,4 0 3 15,7-2-4-15,10-4-3 0,5-3 0 0,13 0 2 0,4-5-4 16,0 1 1-16,-1 0-3 0,1 0 0 0,6 0-11 16,3 0 3-16,0 0-4 0,-6 1 8 0,-10 3-7 15,-4 1 3-15,-3 1-4 0,-4-1 6 0,-1 3-1 16,-11-1-2-16,-11 2 1 0,-4-2 3 0,-9 2-6 16,-3 1 6-16,-10 1-6 0,-6-2 1 0,-7 2 7 15,-7-2-6-15,-6 2 7 0,-6-2-3 0,-9 2-5 16,-3 0 3-16,-3 0-4 0,-1 0 7 0,0 0-8 15,-1 0-13-15,-1 0-2 0,0 0-71 0,-2-2-66 16,-2 2-48-16,0 0-22 0,-11 0-306 0</inkml:trace>
  <inkml:trace contextRef="#ctx0" brushRef="#br0" timeOffset="63608.16">22251 4782 591 0,'0'-2'35'0,"-2"1"72"15,1-3-90-15,-3-7 9 0,-2-4 15 0,1-2 2 16,1 2 76-16,0 4-32 0,2 2 11 0,-1-2-23 16,1 1-22-16,2 7-9 0,0 1-4 0,-2-2 0 15,0 0-10-15,0 3-14 0,0-1 0 0,2 0-3 16,0 0 3-16,0 0-5 0,0 2 4 0,0 0-5 15,0 2-6-15,0 2 1 0,0 18-4 0,2 6 4 0,-2-2-1 16,0 5-4-16,2-1 5 0,-2 0-5 0,0 1 3 16,0-1 4-16,0 0-7 0,2-1 7 0,2-1-11 15,-1 0 13-15,1-2-2 0,2-5 8 0,1-1 12 16,1-3-7-16,-1-2 3 0,2-1-6 0,-3-6-8 0,-1-1 1 16,8-5-2-16,2 9 1 0,-2-3-6 0,0-3 5 15,4-1 3-15,-4-4 0 0,2-2 2 0,-2-3 1 16,4-7-6-16,-3 3 5 0,3-19 3 0,-2 0-7 15,0 1 5-15,1-1-5 0,1-2 8 0,2 0 4 16,-3-1-6-16,-1 1 3 0,2 2-12 0,-4 4 2 16,0-2 0-16,-4 6-1 0,-3-1-5 0,-4 1-2 15,0 7 0-15,7 2-1 0,-5 3-9 0,-3 5-15 16,1-1-2-16,0 0-9 0,0 0-49 0,0 3-52 0,0-1-7 16,0 2-15-16,-1 2-39 0,-1 1-99 0</inkml:trace>
  <inkml:trace contextRef="#ctx0" brushRef="#br0" timeOffset="63885.75">22961 4977 929 0,'-2'0'27'0,"0"0"61"16,0-2-88-16,0 0 47 0,-2 2 1 0,-14-3 18 16,-1-1 1-16,-3 0-24 0,3 2-2 0,-3 1-4 15,5 1-2-15,-3 0-7 0,-6 1-3 0,4 3-1 16,-6 4-2-16,6-1 2 0,3 2 0 0,0 2 0 0,1 2 1 15,-1-5 0-15,4 16 4 0,6 0-3 0,0 0-4 16,3 0 4-16,3 2-5 0,-14-1 5 0,6-1-2 0,5-2-4 16,4-2-1-16,4 1-1 0,2-3-10 0,1-3-3 15,5 0-1-15,-3-4-1 0,14-1-7 0,5-3-4 16,1 0-4-16,3-3 1 0,0-2-17 0,1 0-31 16,1 16-23-16,1-6-7 0,-3-9-124 0,0-1-74 15,-2-2-75-15</inkml:trace>
  <inkml:trace contextRef="#ctx0" brushRef="#br0" timeOffset="64213.93">23198 4901 684 0,'0'0'140'0,"-2"0"17"0,0-2-76 0,1 0-38 0,-1 0-41 15,-2 2-9-15,2 0 14 0,-9 0 5 0,0 0 3 16,2 0 4-16,-3 2-6 0,3 0 3 0,0 2-2 15,1 0 6-15,3 1-5 0,-3 14-1 0,3 3 2 16,-3 4 11-16,1 0-6 0,2 2 7 0,-1 2-5 16,2-1 10-16,1-1-8 0,1 2 2 0,-17-2-1 15,8-4 13-15,4 2-1 0,3-4-1 0,4-5 0 0,0 3-9 16,0-7-3-16,2 0-4 0,0-3 0 0,-1-3-12 16,1-1 4-16,4 1 1 0,1-1 1 0,14-3-3 15,-1 12-8-15,2-6 6 0,2-1-5 0,4-4 6 16,0-4-6-16,2 0-4 0,0-4 0 0,1-2 0 0,-3-1-7 15,-2-2-3-15,-2-3-4 0,-5 5-22 0,-3 0-8 16,5-5-10-16,-4 3-5 0,-1-2-76 0,-6 5-49 16,-7 5-11-16,1-5-15 0,2-1-82 0</inkml:trace>
  <inkml:trace contextRef="#ctx0" brushRef="#br0" timeOffset="64416.7">22994 5248 726 0,'-2'0'177'16,"0"0"394"-16,0-2-572 0,1 1 5 0,-1-1-4 15,2 0 9-15,0 0 23 0,2 0 8 0,-1 0 6 0,3 0-2 16,15-9 2-16,10-5-17 0,3-1 1 0,5 0-7 16,0 0-14-16,0 3-4 0,-1 2-7 0,-5 1 2 15,-3 2-12-15,-2 2-6 0,-4-1 1 0,-3 3-8 16,-2-1-50-16,-4 0-77 0,-4 3-27 0,-2-1-18 15,-1 2-126-15</inkml:trace>
  <inkml:trace contextRef="#ctx0" brushRef="#br0" timeOffset="64807.08">23133 4886 587 0,'-2'-2'117'0,"0"0"251"0,1 1-351 16,-1-3-1-16,0 0-5 0,2 0 5 0,0 1 13 0,0 1 7 15,2-4-3-15,1-1 1 0,-1-2-11 0,24-1 12 16,6-1 0-16,1-2 3 0,3 4-8 0,4 2-8 15,1-1 1-15,4 3-3 0,-1-1-2 0,-6 2-8 16,-9-1-1-16,-5-12-3 0,-7 10 1 0,2-1 7 16,-4 6 0-16,-2 0 3 0,-2 2 3 0,-4 0 3 15,-5 0 2-15,2 2 0 0,-1 0 2 0,1 2-6 16,4 9-4-16,-3 5 0 0,-3 5-14 0,-2-3 0 0,-6 6 0 16,-3 0-1-16,-2 0-1 0,-4 2 3 0,0 0-3 15,0 1 4-15,2 1-3 0,2 0 0 0,-2 0-1 16,4-4 1-16,2 0-2 0,1-6 4 0,2 4 2 15,4-7 1-15,0-2-6 0,2 0 12 0,2-6-8 16,0-2 8-16,-4-5-6 0,16 0 12 0,8 13-3 0,6-4 5 16,4-5-15-16,-1-6 6 0,2-6 3 0,-1-5 1 15,-1-4 12-15,2-4-12 0,1-1 3 0,-1 13-5 16,-4-21 4-16,-3 0-6 0,-2 0-1 0,-7 2-3 16,-4 2-10-16,-8 0 4 0,-5 0-4 0,15-1 2 15,-8-1-13-15,-5 0-23 0,-6 2-9 0,-4 4-8 16,-5 1-62-16,7 3-12 0,-25-1 1 0,-1 6-2 15,-3 0 13-15,3 7-44 0,-2 2 11 0,4-15-25 0,1 8-21 16</inkml:trace>
  <inkml:trace contextRef="#ctx0" brushRef="#br0" timeOffset="64967.54">23594 4799 282 0,'2'0'69'0,"-1"0"98"0,1 0-87 0,0 2-27 16,2 0 10-16,9 1-11 0,0 1 38 0,4 2-5 16,-1-1 1-16,1 1-2 0,5 1 2 0,-3-1-11 15,-3-1-1-15,1 3-5 0,0-1-13 0,-2 2 2 16,1 3 2-16,-1-1-2 0,-2-6 2 0,-2 14-5 15,1 1-2-15,-3 1-1 0,0 1-14 0,0-2-12 16,-3 3-5-16,1-3-1 0,1-1-5 0,-1-1-13 16,3-1 3-16,-3-2-5 0,4 0 1 0,-2-4-6 0,1-2-6 15,1-1-2-15,-2-1-19 0,2-5-85 0,2 2-15 16,0 5-35-16,2 0-151 0</inkml:trace>
  <inkml:trace contextRef="#ctx0" brushRef="#br0" timeOffset="65197.97">24307 4964 1254 0,'0'0'190'0,"-2"0"-278"0,0 0 228 0,0 0-133 0,0 0-5 16,0 0 45-16,2 0-3 0,0 2 16 0,0 0-12 15,2 0-20-15,0 0-1 0,0-2-4 0,28 5 15 16,7-1-21-16,2-4 7 0,2 0-13 0,-2 0 2 0,0-2-13 15,-6 0 0-15,-3 0-6 0,-4 2-19 0,-2-2-51 16,-2 1-3-16,-3-1-22 0,-3 2-64 0,-1-2-133 16</inkml:trace>
  <inkml:trace contextRef="#ctx0" brushRef="#br0" timeOffset="65415.5">24557 4749 679 0,'0'-2'144'0,"0"0"307"0,-2 0-434 0,1 0 6 0,-1 1 14 16,0-1 1-16,0 0 71 0,2 2-34 0,0 0 1 15,-2 2-16-15,0 0-29 0,2 1 1 0,-5 20-9 16,-1 1 5-16,1 2-19 0,-1 0-2 0,0 1-1 0,1 1 0 16,1 2-2-16,0 0-4 0,1-1-1 0,1 3-1 15,0 0-14-15,2-3-16 0,0 3-4 0,0-2-8 16,4-3-54-16,-1-2-69 0,3-1-12 0,0-4-19 15,1-1-57-15</inkml:trace>
  <inkml:trace contextRef="#ctx0" brushRef="#br0" timeOffset="65790.11">24999 4715 628 0,'0'-1'126'0,"0"-1"12"0,0-13-29 16,-3-13-30-16,-1 9-26 0,0 1 4 0,2 5 27 15,0 2-12-15,1 1 13 0,1 7-41 0,-2-1-24 16,0 0-2-16,0 2-7 0,0 1 2 0,0 1-4 16,0 1 3-16,1 3-4 0,-11 22-7 0,1 11 5 15,0 2-7-15,6-3 5 0,-1 3-3 0,0-6-1 16,3 0 3-16,-3 3-4 0,1-3 1 0,1 0 1 16,2 1 2-16,2-4 0 0,0-1 3 0,0-3 1 0,2 0-4 15,2-5 4-15,1-1 0 0,-1-5 24 0,0-4-4 16,-1-2 11-16,-1-3 1 0,-2-4 5 0,4 2-3 15,7 3 3-15,6 0 2 0,-1-5-11 0,3-4 4 16,-1-5-7-16,5-6 3 0,3 2-10 0,0-21 6 16,2-1-7-16,1-4 2 0,3 0-10 0,1-4-3 0,-5 2 0 15,-2 0-7-15,-7-6 1 0,-3 3 1 0,-4-3 0 16,-3-3-6-16,-2 11 3 0,-3-1-6 0,0 5 4 16,-2 7-4-16,-1 0-6 0,14 6 4 0,-9 8-6 15,-2 5-14-15,-4 5-56 0,1-2-19 0,1 1-15 16,0 1-69-16,-2 0-57 0,0 2-8 0,0 2-28 15,0 2-112-15</inkml:trace>
  <inkml:trace contextRef="#ctx0" brushRef="#br0" timeOffset="66254.61">25623 4838 1122 0,'0'0'7'0,"-2"0"-2"0,0 2 4 16,1 0 24-16,-1 1-7 0,-13 20 91 0,-4 1-29 15,-1-2-1-15,1 4-13 0,-1 2-18 0,-1 2-6 16,3 1-6-16,-1 1 1 0,3 1-15 0,1 1-1 16,4-1 1-16,-1-3-3 0,7-2-5 0,-1-4 8 0,3-4-1 15,-10-1 2-15,5-6-4 0,4-4-5 0,3-2-2 16,1-3-2-16,0-2-15 0,-2 2 11 0,2-1-4 16,0-1 5-16,0 0-8 0,0 0-5 0,2-2 2 15,-1-2-1-15,1-2 8 0,9-12-7 0,8-16 2 16,0-1-3-16,-3-1-1 0,1-3 0 0,-2 2-1 15,2-2 1-15,-3 0-1 0,1-1 0 0,0 1-1 0,0 0 2 16,0 2 0-16,-2 3-7 0,-2 4 2 0,0 2-3 16,-2 4 9-16,-1 2-6 0,-3 3 3 0,-1 6-5 15,0 4 3-15,-2 1 0 0,-1 2-1 0,1 1 1 16,0 1 2-16,0 0-1 0,0 2 1 0,0 0-2 16,0 2-5-16,-1 0 7 0,-1-1 0 0,8 24 2 0,-4-5 1 15,-1 0-4-15,3 3 1 0,-1-1-1 0,1-2 1 16,1-1 5-16,-1-1-5 0,1 1 7 0,1 0-3 15,1-1-1-15,0 1 2 0,3-1-2 0,-1 1 5 16,-2-4 0-16,2 1-1 0,0-1 0 0,0 2-5 0,-1-2-4 16,-3-2-1-16,1 0 0 0,-5-6 4 0,3 3-17 15,-2-3 1-15,-3-3-13 0,1 1-42 0,0-1-81 16,0 0-2-16,-2-1-29 0,0 1-42 0,0 0-77 16,-2 0-45-16</inkml:trace>
  <inkml:trace contextRef="#ctx0" brushRef="#br0" timeOffset="66426.73">25452 5068 780 0,'-2'0'79'15,"1"0"164"-15,-1 0-217 0,0-2 44 0,0 2 0 16,0 0 15-16,0 0 3 0,2-2-35 0,0 1-4 0,2 1-7 16,0-2 1-16,2 0-7 0,16-2 6 0,8-1-9 15,2-1-3-15,1 0-15 0,5 1 3 0,-1-1-8 16,6 3-3-16,-2-1-4 0,-2 0-4 0,-6 0 1 15,1 1-12-15,-2 1-81 0,-3 0-37 0,3 0-32 16,-9 2-279-16</inkml:trace>
  <inkml:trace contextRef="#ctx0" brushRef="#br0" timeOffset="68136.82">27799 1720 67 0,'0'0'0'16,"0"-1"28"-16,0-3 252 0,0 0-120 0,0-1 9 0,0-5-128 16,0 3 4-16,0-1 25 0,-2 1-4 0,2 3-1 15,-2-1-30-15,2 3-7 0,0 0-4 0,-1-2-2 16,-1 1-16-16,0 1-1 0,0 0 0 0,0 2-1 16,0 0-4-16,0 2 4 0,1 1 0 0,-9 16 1 15,1 11-5-15,2 3 1 0,1 2-1 0,2 6 1 0,2 8 8 16,1 3-11-16,-1 1 6 0,2 5-6 0,0 0 9 15,0-3-7-15,0-1 3 0,2-4-3 0,-1-7 9 16,3-4-4-16,-2-4 4 0,2-3-3 0,-1-3 18 16,3-1 10-16,-2-4 3 0,-1-5 0 0,1-2-11 0,0-4-5 15,0 0 0-15,-3-6 1 0,1-1 7 0,0-3-2 16,-2-1 3-16,4 2-2 0,0 0 0 0,-1-2-3 16,10 1-5-16,0-3 3 0,0-2-2 0,4-7-8 15,0 7 2-15,5-24-5 0,-2-3-4 0,3 1-1 16,-3-4 1-16,2-3-1 0,8 0 3 0,-9-4 1 15,8-2-4-15,-6-4 3 0,-3-1-9 0,4-8 7 16,-2 0-1-16,4 4 6 0,0-2 10 0,-3 9-5 16,-5 4 3-16,-1 4-5 0,0 5-2 0,-3 6-9 15,1 6 1-15,-5 5-3 0,-3 3 3 0,-5 7-5 0,0-1-2 16,-2 2-3-16,3-2-15 0,1 1-37 0,-2 1-4 16,0 0-13-16,0 2-39 0,-2 2-21 0,0 7-5 15,-2 30-6-15,-2 2-40 0</inkml:trace>
  <inkml:trace contextRef="#ctx0" brushRef="#br0" timeOffset="68670.48">28611 2259 455 0,'0'0'73'0,"0"-2"157"16,0 0-220-16,-2 0 4 0,0 2 4 0,0 0 2 0,0 0 30 15,-2 0-10-15,-3 2-1 0,-6 6-5 0,0 1-8 16,-2 8-5-16,2 7 0 0,-4 4-4 0,4 1-6 15,-1 1 10-15,1 3-2 0,1 3 6 0,-1-1-1 0,2-2 18 16,0 1-5-16,4-3 9 0,-3-1 0 0,1-2-14 16,4 0 6-16,1-4-7 0,0-2 16 0,-7-5-4 15,2-2-3-15,5-6-2 0,0-1-7 0,1-1-8 16,1-3 3-16,0-1-6 0,0 1 3 0,2-2 3 16,0 0-3-16,0 0 2 0,0-2-12 0,0-2-5 15,0 0 1-15,0 0-2 0,7-22 3 0,1-4-8 16,-1 2 5-16,3-2-7 0,-1 2 2 0,2-3 3 15,0-1-3-15,2 0 3 0,0-1-7 0,0 1 4 0,0 2-2 16,0 0 2-16,-2 0-2 0,0 0-1 0,-1 2 1 16,-1 0-2-16,0 2 5 0,1 0-2 0,-3 2 0 15,0 3-1-15,-1 3 0 0,0 1-5 0,-3 6 0 16,1 1-3-16,-4 6 0 0,2-1 0 0,0-1-1 16,0 0 1-16,-1 2-1 0,1 0-1 0,2 1 1 0,0 1-1 15,-1 0 7-15,1 0-1 0,4 3 1 0,-3-1-2 16,4 19 3-16,1 3 1 0,-3-4-2 0,4 2 1 15,-1 1-3-15,-1-5 2 0,4 4 3 0,2 1-1 16,-2-3 1-16,0 4 0 0,0-3-5 0,-2 3 5 16,0-2 3-16,4 2-3 0,-2 0 1 0,-4 2-2 15,0 0-3-15,-5 0 8 0,-2 0 1 0,3 2 2 16,-1-2-7-16,-2-2 4 0,13-1 1 0,-6-5 1 0,-3-1 2 16,-3 0-5-16,-1-2 2 0,0-2-2 0,-2 0 3 15,0-4-16-15,0-5-8 0,0 1-5 0,0-1-47 16,0 0-39-16,-2-1-12 0,0 1-12 0,2 0-83 0,0-1-95 15</inkml:trace>
  <inkml:trace contextRef="#ctx0" brushRef="#br0" timeOffset="68997">28382 2632 440 0,'-2'0'87'0,"-1"0"181"16,-5 0-245-16,-7-2 17 0,-1 0 4 0,3 1 8 15,-2-1 36-15,4 0-16 0,5 2 1 0,4 0-9 16,-3 0-19-16,1 0-14 0,0 0-3 0,0 0-3 15,3 0-10-15,-1 0-4 0,2 0-2 0,2 0-1 16,-1 0 1-16,16-2-1 0,17-4 5 0,1 1-5 0,6-1 0 16,0-1 2-16,1 1-2 0,-1 1 3 0,-2-1-7 15,-4 2 0-15,-3 1 2 0,-4 1 0 0,-4 2 0 0,-7 0-9 16,-4 0-2-16,-4 0-6 0,-2 0-46 0,-1 0-135 16,0 0-29-16</inkml:trace>
  <inkml:trace contextRef="#ctx0" brushRef="#br0" timeOffset="69884.23">29153 2021 484 0,'-2'-2'61'16,"0"1"9"-16,0-1-19 0,0 2-27 0,-11-10-6 0,2 3-9 15,0 1 17-15,2 1 6 0,3 1 3 0,2 2 12 16,-1 0-18-16,1 1-10 0,0-1 0 0,1 0-18 16,-1 0 8-16,2 0 5 0,0 2-2 0,0 0 5 0,2 0 2 15,0 0-5-15,0 2 4 0,2 0-5 0,2 0-3 16,3 3 5-16,19-3-4 0,0 11 8 0,2 0-9 15,4 4 4-15,-2-6-5 0,1 2-2 0,1-2 1 16,-1-3-2-16,3 3 1 0,-3 0 5 0,3 4-9 16,-7-8 3-16,-1 6-3 0,-3-4 8 0,-7-3-7 15,3 7 7-15,-4-6-6 0,0 3 11 0,-2-1 0 16,-6-2-1-16,-3-3 1 0,-2-4 10 0,0 2-3 16,-1 0 9-16,3 2-5 0,0-1 23 0,0 1-8 15,-3 0-3-15,-1-2-2 0,2 5-13 0,-2 2-6 0,-2 4 0 16,-3-2-2-16,3 4 0 0,-22-2-6 0,-4 4 4 15,2-2-5-15,-4-2 7 0,1 2-11 0,1-2 8 16,2 1-9-16,4 1 4 0,-1-4 4 0,3 1-8 16,1-3 7-16,3 0-2 0,3 0-4 0,1-1 7 0,5-3-8 15,1 1 0-15,3 0-2 0,1-3-1 0,0 1 1 16,0 0 2-16,0-1-8 0,0 1-2 0,1 0-4 16,1-2-23-16,-2 1-36 0,2-1-11 0,0 0-12 15,0 0-96-15,0 2-253 0</inkml:trace>
  <inkml:trace contextRef="#ctx0" brushRef="#br0" timeOffset="70317">29563 1956 520 0,'-2'-2'102'0,"-2"1"213"0,-3-3-292 0,-6-4 3 16,4 3 1-16,-1-1 7 0,5 4 49 0,1 1-17 16,2 1 2-16,-1-2-13 0,-1 0-45 0,0 0-4 15,2 0-1-15,0 2 1 0,1 0 2 0,1 0 1 0,1 0-2 16,1 2 2-16,2 0-7 0,9 2 7 0,11 3-1 16,6 2 3-16,3-1-5 0,3 1 5 0,-3-2-6 15,2 1 5-15,-1-1-2 0,-1 1-4 0,6-1 5 16,-4 1-5-16,1-3 8 0,-5 1-5 0,1-1 3 15,-4 1-3-15,1-1 1 0,-3 1-8 0,0 1 1 0,-7-1-1 16,-2 1 4-16,-4 1-4 0,-2-1 2 0,-4-1-2 16,-1-2 1-16,-4-1 6 0,-1 10-3 0,11 2 4 15,-5 2 0-15,-1 0 0 0,-5-3 2 0,-1 1-1 16,-3 0 3-16,-3-4 0 0,-1 0-2 0,-6 6 1 16,-15-4-7-16,2 0 7 0,0 0-2 0,-2-2 5 0,-3 0-4 15,3-1 0-15,-4 1-6 0,6-4 4 0,0 1-5 16,4 1-6-16,0-2 5 0,1 3-5 0,8-3 3 15,2 2-23-15,4-1-7 0,1-1-7 0,0 1-44 16,5-3-13-16,-1 3-15 0,2-1-2 0,0-1-84 0,2 1-183 16</inkml:trace>
  <inkml:trace contextRef="#ctx0" brushRef="#br0" timeOffset="70814.53">30558 1841 384 0,'-2'-2'132'0,"1"0"-7"0,1 1-23 0,-8-20 9 15,3 4-60-15,1-1 5 0,0 3 27 0,0 0-6 16,1 4 11-16,-1 0-22 0,0 0-16 0,2 3-3 16,1 3-4-16,-1-3-13 0,2 5-8 0,0 1 2 0,0 0-5 15,-2-2-1-15,0 0-7 0,0 1-1 0,2 1-1 16,0 0-4-16,0 0-5 0,0 0 5 0,0 2-5 15,0 0 4-15,0 2 3 0,0 0-7 0,0 2 6 16,2 16-3-16,2 6-3 0,-1 2 5 0,1 4-5 16,0 1 4-16,0 2-4 0,-1 2 0 0,1 4 0 15,-2-5 7-15,0-1-7 0,1 2 4 0,-1-13-4 16,2 6 6-16,0-6-5 0,-2-4 2 0,-1 3-3 0,1-7 2 16,0-1 4-16,0-2-3 0,0 0 3 0,0-3-4 15,0-3 7-15,-2-5-4 0,1 2 4 0,1-1-1 0,0 1 5 16,0 0 5-16,0-2-4 0,0-1-5 0,0 1 7 15,-1-2-3-15,3-2 5 0,2-1-8 0,9-7-7 16,-1-25 3-16,-1 2-3 0,6-4 8 0,-4-4-7 16,3-2 0-16,3 0-1 0,-3-5 3 0,6 3-3 15,1 3 1-15,-1 1 0 0,2 2 8 0,0 4-4 16,-4 1 3-16,0 4-3 0,-1 4 17 0,-3 8-1 16,-1 1-5-16,-4 4 1 0,-4 2-16 0,-1 4-1 15,-5 1 4-15,-1 4-3 0,-2 0 2 0,2 2-11 0,2-3 1 16,0 1-6-16,-1 0-12 0,-1 0-17 0,0 2-17 15,0 2 2-15,0 0-49 0,-2 2-30 0,2 23-14 16,-2 3-23-16,1 2-223 0</inkml:trace>
  <inkml:trace contextRef="#ctx0" brushRef="#br0" timeOffset="71112.3">31281 2112 726 0,'0'0'18'16,"0"-2"-2"-16,0 1 16 0,0-1 16 0,-2-2-7 0,2 0 42 16,-6-7-14-16,1 0-8 0,1 4-2 0,-2-3-37 15,4 7-8-15,1-1-1 0,-1 0-2 0,-2 0 0 0,-3 1-2 16,-5-1 3-16,-4 0-2 0,-3 4 3 0,1 6 12 16,-3 5-5-16,1-9 7 0,1 22-1 0,-3 0 9 15,1 0-5-15,3 2 6 0,1 0-10 0,2-2 1 16,-1-1 0-16,4-1 0 0,-1-5-3 0,4 1 3 15,2-1-2-15,1 0 1 0,2-1-9 0,3-1-4 16,-1 0-1-16,-8-2-1 0,3-2-1 0,1 0-4 16,5 0 2-16,1 1-4 0,0-3-4 0,1-2 1 15,1-1-6-15,0-2 3 0,13-1-25 0,11 14-35 16,4-4-8-16,1-4-14 0,8-5-67 0,-3-2-144 0,-1-2-38 16</inkml:trace>
  <inkml:trace contextRef="#ctx0" brushRef="#br0" timeOffset="71439.2">31472 2292 408 0,'0'-2'116'0,"0"1"223"15,0-3-282-15,-2-7-1 0,-2-2-3 0,2 4 4 16,2 5 8-16,0-4-8 0,0 5-2 0,-2-7-5 16,2 9-20-16,-1-3-18 0,-1 0 1 0,0 2-7 15,0 0-8-15,0 2 11 0,0 0-3 0,0 2 7 16,1 2-2-16,-3 3 1 0,-7 19 0 0,0-1 0 0,1-1-6 15,1 0 7-15,0-2-5 0,1 0 4 0,1-1-11 16,-1-1 9-16,1 1-6 0,1-5 6 0,3 1-10 16,1-4 15-16,2 2-2 0,0-4 6 0,0-2-7 0,0 1 5 15,0-5 2-15,0-1 2 0,0-2 2 0,4 1-5 16,12 9-7-16,5-3 3 0,1-4-7 0,-2-3 2 16,3-2-3-16,-3-3 0 0,4-3-11 0,2-1 5 15,0-3 1-15,-3 3 0 0,-1-1-13 0,-7 3-8 16,-2-1-6-16,-2 3-1 0,-2-1-27 0,-1 0-29 15,-3 2-10-15,-1 0-9 0,-2 2-64 0,1-1-66 16,1-1-44-16</inkml:trace>
  <inkml:trace contextRef="#ctx0" brushRef="#br0" timeOffset="71642.78">31243 2445 429 0,'0'0'269'0,"0"0"-315"0,0-2 301 0,0 0-152 15,0 0-42-15,0 0 20 0,0 0-2 0,0 0 5 16,0 1-14-16,2-1-12 0,0 0-1 0,4 0-4 16,20-9-8-16,0 2-2 0,3 1-1 0,3 1-2 15,1-1-19-15,-1 3-4 0,-1-1-3 0,1 1 1 16,-4-1-8-16,-2 0-7 0,-4 1 0 0,-3 1-3 0,-8 2-8 16,-4 2-39-16,-1 0-15 0,-2 0-13 0,-1-2-81 15,-1 2-43-15,0-1 2 0,0 1-18 0,-2 0-36 16</inkml:trace>
  <inkml:trace contextRef="#ctx0" brushRef="#br0" timeOffset="72203.69">31438 2261 141 0,'-2'0'73'0,"1"-2"40"16,-3 0 44-16,-2-2 19 0,-1-5-96 0,5 0 3 16,0 0 2-16,-2 3 0 0,-1-3 1 0,1-2-37 15,2 1-1-15,2 3-13 0,0-2-8 0,4-1-1 16,-2 5-4-16,28-6 1 0,3 3-8 0,0 1 9 16,6-6 1-16,0 2 3 0,0 1 3 0,-3-1-4 15,-1 2 3-15,-2 1-6 0,1 1-7 0,-4 1 5 0,-1 1-2 16,-5 3 3-16,2 0-6 0,-7-11-8 15,-2 4 0-15,-4 3-1 0,-6 4 7 0,-1 1-3 0,-3 1 1 16,1 0-1-16,0 0 5 0,0 0 1 0,-3 0-3 16,1 1 2-16,0 1-5 0,0 2-4 0,0 11 2 15,-2 0-3-15,-4 9-1 0,-1-2 3 0,-3-1-6 0,-3 5 4 16,4-8-10-16,-3 3 3 0,1 1 4 16,2-2-1-16,-1 3 5 0,3-3-8 0,1 0 0 0,-2-1-2 15,3-1 3-15,1-3 3 0,-2 2-4 0,2-4 2 16,0 2-2-16,2-4 2 0,0 0-1 0,0-2 1 15,2 1 0-15,0-3 6 0,2-1 0 0,-2-1 1 16,16-3 4-16,3 13-5 0,-3-6 1 0,6-1-3 0,2-3 3 16,-4-3-5-16,4-2 7 0,-3-2-6 0,1-1 7 15,-2-3-5-15,-5 0-3 0,3-1 0 0,-1-2 6 16,-4-1-4-16,-4 1 1 0,2 0-4 0,-8-13 1 0,3-3 2 16,-1-1 0-16,-3-1-2 0,-2-1-3 0,18-7 0 15,-9 1 1-15,-7 1 0 0,-4-1-2 0,-2 6-5 16,0 2-1-16,-3 0-2 0,-3 6-2 0,3 7 3 15,-1 2-1-15,1 3 1 0,-1 1-3 0,2 3-2 16,-9-5 0-16,-3 0 0 0,6 5 2 0,-4 2 5 16,-1 2-1-16,7 2 2 0,-7 5-4 0,6-1 6 15,2 7-3-15,-6 9 4 0,3 4-5 0,-1 4 7 16,2 2-4-16,3-5 4 0,-1 3-1 0,0 0-1 16,3-4 4-16,-2 0-4 0,-1-4-1 0,-8-2 8 15,6 1-4-15,5-1 6 0,4 1 2 0,2-3 0 0,2 1 4 16,1-2-4-16,3-3 2 0,-5 1-1 0,25 0-7 15,0-4 3-15,-4-1-7 0,-3-5 6 0,1 1-3 16,-4-3 4-16,1 1-19 0,-4-2-36 0,-2 2-23 0,2 7-12 16,-4-4-144-16</inkml:trace>
  <inkml:trace contextRef="#ctx0" brushRef="#br0" timeOffset="73028.09">26169 3989 287 0,'0'0'57'0,"0"0"-8"0,0 0 4 15,-2 0 20-15,0 0-29 0,0 0 49 0,1 0 0 0,-1 0 0 16,2-1-6-16,0-1-45 0,0 0-17 0,0 0-3 15,0 0-2-15,2 0-6 0,-1 0 0 0,1 1-5 16,0-1 4-16,0 0 4 0,0 0 5 0,2 0 6 16,-1 0-2-16,1 0 12 0,0 1-6 0,-1-1 3 0,1 0-4 15,0 0-3-15,0 0 3 0,5-3-2 0,2-3 3 16,2 1-4-16,4-3 0 0,-1 3-3 0,1 0 2 16,2-1-4-16,-1 3-11 0,-1-1 5 0,5 0-6 15,2 3 1-15,-3 1 0 0,-3 2-2 0,-5 0 1 16,2 0-4-16,0 2-1 0,4 1 1 0,-3 1-2 15,-1 0-2-15,-2 0 14 0,-2-3-5 0,-5-1 8 16,1 2-4-16,1-2-2 0,3 2 5 0,6-2-4 0,-4 0 0 16,0 0 4-16,5-2-6 0,-1-3 5 0,0-3-7 15,-1-1-5-15,-5 2 1 0,1 5-1 0,-1-17-4 16,-4 4 3-16,-1 0-2 0,-3 2 2 0,3 0-5 16,0 6-1-16,1-2-4 0,-1 1-1 0,-5 5-19 0,3-3-20 15,-2 2-16-15,2 1-4 0,-2-1-79 0,-1 0-20 16,1 2-30-16,0 0-6 0,0 2-204 0</inkml:trace>
  <inkml:trace contextRef="#ctx0" brushRef="#br0" timeOffset="73402.55">26343 4272 639 0,'0'0'4'0,"0"0"1"0,-1 0 6 0,-1 0-3 0,0 0 6 16,0 0 36-16,0 0 23 0,0 0 4 0,0 0 1 15,1 0-20-15,-1-2-15 0,0 0-3 0,0 0-4 16,0 0-14-16,0 0 0 0,2 0-1 0,0-1 0 16,0-1-7-16,4-11 4 0,0 0 2 0,1 0 2 15,3 2 7-15,-1 2 11 0,-3 0-8 0,13 4 8 0,1 1-19 16,-5 3-9-16,4-1-1 0,-6-5-4 0,-5 5-7 15,3 0 11-15,-4 2-4 0,5 0 7 0,-1 2-8 16,0 0-1-16,6 4 1 0,-7-2-2 0,1 4 0 16,2 1 2-16,-7-5-3 0,5 0 4 0,-2 3-7 0,1-1 10 15,7 2-4-15,-4 3 6 0,2-2-3 0,0-1 5 16,2-1 0-16,1-1 0 0,1-4-8 0,0 0-2 16,-2-4 3-16,1-1-2 0,1-5 2 0,-6 3-24 15,0 0-8-15,1-3-10 0,1 9-76 0,0-12-179 16,-4 1-28-16</inkml:trace>
  <inkml:trace contextRef="#ctx0" brushRef="#br0" timeOffset="74334.93">28042 3546 490 0,'0'-2'62'16,"0"0"-7"-16,0-2-6 0,-3-11 17 0,-1-5-32 16,-2 0 41-16,1 1-2 0,-1 0 2 0,1 1-4 0,-1 1-14 15,1 0-13-15,1 4 0 0,2 2-4 0,0 2-2 16,2 2-10-16,0 1-1 0,0 0-4 0,0 3-2 0,0 1 3 16,0 0 0-16,0-2-1 0,0 1-13 0,0-1-3 15,0 2 2-15,0 0-1 0,0 0 11 0,0 2 0 16,0 2-3-16,0 0 3 0,0 2-3 0,0 18-3 15,2 8 4-15,-2 1-5 0,0-1 4 0,-4 2-10 16,1-1 2-16,-1 4-4 0,-2-1 3 0,1 3-4 16,-1-2-1-16,1-5 0 0,-3 0 6 0,1-4-5 15,-1-2 4-15,-1 5-4 0,2-3-2 0,1-3 2 16,0-5 2-16,3-5-1 0,-1-2-2 0,0-1 9 16,1-1-10-16,1-3 10 0,0-3-11 0,-2 3 4 0,-1-4 1 15,-8 3 1-15,0-1-7 0,0-2 1 0,-4 2 0 16,-2-3 2-16,3 3-2 0,-3-2 0 0,2 2-3 15,2 1 3-15,1-3 1 0,1 7-1 0,1-1 5 16,3-3-5-16,4-3 1 0,1 0-2 0,0 0-5 0,0 0 3 16,1 0 4-16,1 0 1 0,0-1 6 0,0 1-5 15,2 0 3-15,2-2-4 0,0 0-2 0,2 0 2 16,16 0 2-16,6-2-2 0,6-1-1 0,-3-3-1 16,3 0-4-16,1-1 10 0,1 0-2 0,5 1 4 15,2 0-9-15,-2 1 6 0,0-1-5 0,-10 3 5 0,-1-3-2 16,-6 2 0-16,-5 1 3 0,0-1-4 0,-2 2-2 15,-2 0-2-15,-4 0-8 0,2-1 3 0,-2 1-35 16,-3 0-34-16,3-2-6 0,-1 0-12 0,-3 1-38 16,3-1-123-16,-3 0 13 0,-3 4-54 0,4-3-45 15</inkml:trace>
  <inkml:trace contextRef="#ctx0" brushRef="#br0" timeOffset="74496.9">27630 3380 1214 0,'-2'-1'31'0,"0"-1"54"0,1 0-70 0,-1 0 0 0,0-2 1 16,0 1 3-16,2-1 23 0,0 0 0 15,2 0-4-15,-2 3-1 0,15-7-29 0,16 3-4 0,6-3-1 16,8 3-1-16,0-1 2 0,8 2 0 0,5 2-4 16,1 1 0-16,6-29-22 0,-5 17-56 0,1 7-19 0,-2 6-27 15,-7 2-199-15</inkml:trace>
  <inkml:trace contextRef="#ctx0" brushRef="#br0" timeOffset="74818.5">29004 3633 972 0,'-2'-2'31'0,"0"0"62"0,-1 0-83 16,-1 0 42-16,-11-7-3 0,6 4 19 0,-6-5 12 0,2 3-41 15,2 1 8-15,-6-3-20 0,-1 2-7 0,-1 1-6 16,2 2-2-16,2 2 0 0,-1 2-6 0,-3 0 2 16,-3 6-3-16,-4 5 3 0,6 2 3 0,-3-5 9 15,1 21-5-15,2-1 6 0,1 4-4 0,2-1 0 16,1 1 8-16,1 1-4 0,2-5 5 0,2 2-5 16,3-2-2-16,3-2 1 0,-1-4 0 0,-9 0-1 15,6-3-4-15,1 1 1 0,5-1-5 0,1-1-4 16,2 3 2-16,2-6-4 0,1 1 1 0,3-3-6 15,1 0 0-15,3-1-6 0,1-3-8 0,11-4-34 0,2 1-7 16,4-4-12-16,6 18-62 0,3-7-115 0,5-7-56 16</inkml:trace>
  <inkml:trace contextRef="#ctx0" brushRef="#br0" timeOffset="75315.73">29479 3711 473 0,'0'-2'205'15,"0"0"11"-15,0-2-90 0,-1-3-31 0,-3-2-74 16,0-1 9-16,0 3 45 0,1 1-4 0,-5-1 14 0,-5 1-26 16,-1 5-21-16,-1-1-5 0,0-9-6 0,-2 3-18 15,0 4 2-15,1 4-2 0,-1 0 0 0,-2 6-6 16,1 5 8-16,-3-2 1 0,1 27 3 0,0-5 0 0,1 3 0 16,0 3 0-16,1-6 0 0,-3 3-1 0,7-1-6 15,-1-7 2-15,7 4-3 0,5-2 5 0,-12-6-6 16,4 2 4-16,3-5-4 0,4-1 7 0,3-3 5 15,1 0-3-15,1-2 3 0,3-2-10 0,2-1 5 16,-3-5-2-16,22-1 5 0,-1 13 0 0,-2-8-6 16,2-4-1-16,2-3-1 0,0-2-2 0,2-5 3 15,-2-5-1-15,-4-1 1 0,1-2-5 0,-5 0 5 16,-3 4-2-16,-4-15 2 0,-2 2-3 0,-5-4-15 16,-2 0 6-16,17-6-11 0,-8-3-2 0,-6 1-9 15,-5 1-2-15,-2-2 1 0,-3 5 5 0,-4-4 9 0,-1 5-4 16,1 3 6-16,0 5 5 0,-1 3 0 0,3 5 1 15,0 3-1-15,3 1 2 0,-5 5-1 0,-3 3 0 16,5-5-2-16,0 0-2 0,-1 3 1 0,3 1 3 16,-3 2-2-16,4 0 1 0,-1 2 4 0,1 0-2 0,0 9 3 15,1 17 2-15,1 1 2 0,-19 7-2 0,8-1 2 16,6-2 2-16,1 1-2 0,5-3 6 0,1 1-4 16,0-2 8-16,1-4 0 0,3 0 2 0,2-2-1 15,1-2 1-15,2 0-1 0,1-3-1 0,1-2 1 16,0-1-8-16,-5-1 0 0,14 0-3 0,-1 0 1 15,-3-4-6-15,-3 0-47 0,2-2-20 0,-4 1-20 0,0-3-162 16</inkml:trace>
  <inkml:trace contextRef="#ctx0" brushRef="#br0" timeOffset="75763.89">27760 4519 650 0,'-2'0'87'16,"0"0"15"-16,1 0-47 0,-1 0-31 0,0-2-18 16,-2 0 4-16,0 2 42 0,1 0-5 0,-1 0 18 15,0 0-5-15,1 0-28 0,1 0-1 0,0 0-10 16,0 0-8-16,0 0 4 0,0 0-1 0,0 0 1 16,2 0-2-16,0 0 9 0,0 0-5 0,2 2 7 0,0 0-1 15,2-1 2-15,5 1 2 0,17 4-3 0,4-1-3 16,7 1-3-16,6-2 4 0,9-2-4 0,7 1-4 15,10-1 1-15,1 0-3 0,5 2 2 0,-3-4-2 0,0 2 2 16,3-2-4-16,1 0 4 0,6 1-3 0,-1 1-7 16,8 0 3-16,-1 0-4 0,-3-2 9 0,-1 0-1 15,-12-2 2-15,-1 0-2 0,-8-1 4 0,-9 1-10 16,-1-2 1-16,-8 0-4 0,-4 2-3 0,-6 1 1 16,-7-3 2-16,-6 2-3 0,0 0-14 0,-10 2-12 15,2 0-15-15,-12 0 0 0,2 0-59 0,0 0-76 16,-2 0-24-16,-1 0-32 0,1 0-230 0</inkml:trace>
  <inkml:trace contextRef="#ctx0" brushRef="#br0" timeOffset="76295.85">28367 4691 588 0,'0'0'205'15,"0"-2"-266"-15,-2 1 239 0,1-1-129 0,-1-2-24 16,0-2 44-16,-2-5-8 0,0 4 19 0,3 1-19 16,-1 3-20-16,0-1-3 0,0 0-5 0,0 0-12 0,0 1-16 15,0 1 1-15,1 0-6 0,-1 0 9 0,0 2 0 16,0 0 5-16,0 2-3 0,0 2-1 0,0 9-1 15,-1 9 0-15,-1 8 1 0,2-2 5 0,-2-1-5 16,3 3 1-16,-1 0-4 0,0-1-3 0,0 3 1 16,0 0 0-16,2-3 1 0,0 3 3 0,0-1-6 15,0-1 3-15,0 0-4 0,0-2-1 0,0-2 3 16,0 0-4-16,2-2 3 0,2 0-2 0,-1-5 5 16,1-3 1-16,0-1 2 0,0-6 10 0,-3-1-6 0,3 1 3 15,-2-5-5-15,2 0 8 0,-1-1 1 0,1 1 0 16,-2-4 1-16,9 4 11 0,0-4-2 0,2-2 7 15,6-6-6-15,-2-3 3 0,5-4-6 0,0-16-4 16,4-6 1-16,0-2-7 0,4-2-2 0,5 0 3 16,2-2-1-16,2-1 0 0,6 3-5 0,1-4 1 0,-3 4-1 15,-4 4 6-15,-2 0-10 0,-9 6 3 0,-8 3-6 16,3 2 2-16,-12 2-2 0,0 7-1 0,-2 4 0 16,-3 0-2-16,-1 11-6 0,1-5-2 0,-6 5-3 15,4-2-16-15,-3 0-47 0,1 1-3 0,-2 1-18 16,0 0-43-16,0 2-76 0,-2 2-16 0,1 2-48 0,-18 33-334 15</inkml:trace>
  <inkml:trace contextRef="#ctx0" brushRef="#br0" timeOffset="76822.78">29026 4979 789 0,'0'0'207'0,"-1"0"-253"16,-1 0 232-16,-2-2-119 0,0 0-22 0,-5 0 42 15,-4 1-9-15,4-1 14 0,-2 0-48 0,9 2-19 16,-4 0-1-16,2 0-7 0,1 0-5 0,-1 2 3 16,0 0-6-16,1-1 4 0,-1 18-4 0,2 7-1 15,-4 0 6-15,1 2-5 0,-10 3 3 0,2 3 1 0,0-3-1 16,0 1 1-16,2 3 0 0,0-5 6 0,-4 3-4 16,2-1 5-16,0-6-6 0,0 0-6 0,0-6 4 15,0-1-5-15,4-4 0 0,1-2 2 0,1 2-3 16,1-6 2-16,3 0-7 0,1-1 6 0,-2-3-5 0,0 1 5 15,2-3-2-15,2-1-3 0,-3 2 2 0,1 0-4 16,0-1 0-16,0-1 4 0,0 0-4 0,2-2 3 16,0 0-9-16,0-2 6 0,0 0 0 0,2-5 1 15,9-21-1-15,0 0-1 0,1 1 1 0,-1-5-1 16,0-3-3-16,2-4 3 0,4 0-2 0,-1 0 3 16,3-4-2-16,-3 4 1 0,5-2 0 0,-3 4 1 0,-1 4-4 15,0 7 4-15,-13 1-4 0,10 9 4 0,5 1-1 16,-6 4-3-16,-2 1 3 0,0 5-3 0,-3 1 8 15,-1 2-7-15,1-3 3 0,-5 3-5 0,5-2 5 0,-1 0 1 16,2 3 0-16,3 1 3 0,-3 1 6 0,-5 1-9 16,1 2 6-16,-1 5-7 0,0 15 4 0,-1 1-1 15,3-1 3-15,1 0 0 0,-1-2 8 0,-1 2-3 16,1 0 0-16,-2 2-1 0,-1 0 3 0,3-1-3 16,0 4-1-16,-5-1-1 0,18 0-3 0,-6 2-5 15,-6-4 6-15,-1 0-5 0,-2-2 6 0,-2 0-4 16,-1-2 0-16,-1-5-1 0,0 1 4 0,0-5-3 15,0 2-3-15,0-2-1 0,0-2-18 0,0-1-43 16,0 1-6-16,0-4-19 0,0 1-58 0,0-5-146 0,0-1-19 16</inkml:trace>
  <inkml:trace contextRef="#ctx0" brushRef="#br0" timeOffset="77121.55">28995 5347 504 0,'-2'-2'99'0,"-9"-2"190"0,-4-1-245 15,-2-1 14-15,2 0 7 0,-1 1 4 0,3 1 37 16,0 0-25-16,0 1-5 0,3 1-7 0,-1 0-30 16,8 2-9-16,1 0-7 0,-2 0 1 0,0 0-18 0,2 0 10 15,1 0-4-15,-1 2 6 0,2 0 1 0,0 0-5 16,2-1 6-16,-1 1-5 0,12 4 15 0,12 1-4 15,8 1 3-15,4-5-4 0,-2-1 2 0,6-2-7 16,-2-3-1-16,0-1-2 0,-2-4 2 0,-3 1-7 16,-3 0-1-16,-1-1-2 0,-6 3-3 0,-5 1-6 15,-4 2 6-15,-6 2-6 0,-2 0 1 0,-3 0-11 16,-2 0-1-16,0 0-7 0,2 0-40 0,-1 0-158 16,-1 0-83-16</inkml:trace>
  <inkml:trace contextRef="#ctx0" brushRef="#br0" timeOffset="83577.88">25254 2671 91 0,'0'0'0'0,"0"0"47"0,-2-2 24 16,0 0 11-16,0 1 3 0,-2-1-37 16,1-2-20-16,1 4 18 0,-4-4-7 0,2-1 8 0,-5-3-20 15,5 1 3-15,-3-1-5 0,1 1 2 0,-1-2-18 0,3 1-1 16,1 1 0-16,-1-1-2 0,0 1-7 0,0 0 10 15,1-1 3-15,-1 3 5 0,0-1 16 0,1 0-5 16,1-1 4-16,-9 3-4 0,1-1-3 0,3-1 6 16,-6 1-6-16,-2-1 7 0,4 0-10 0,-6 1 2 15,6-1-8-15,-8-1 6 0,3-2-6 0,1-3 1 16,0 3 4-16,8 2-5 0,-4-3-6 0,1 1-2 16,-1-2 0-16,4-2 0 0,-4 0 2 0,3 2-12 15,-1-4 3-15,1 2-5 0,-1 0 6 0,0 0 9 16,0 2-11-16,-3-4 7 0,3 4-12 0,-2 0 8 0,0 0 0 15,-2 0 2-15,0 1-5 0,-2 1 4 0,-2-2 2 16,1 3 2-16,-3-1 7 0,0-2-3 0,-1 4 3 16,1-1-3-16,-3 3-5 0,2-1 5 0,-1 2-6 0,-1-1 7 15,0 1-9-15,-4-2 4 0,3 5 0 0,-4-1 1 16,-3-2-2-16,0 2-5 0,-1-3 4 0,1 3-5 16,-4-2 0-16,-1-16 6 0,-4 3-6 0,2 8 6 15,0 1-1-15,2 3-3 0,1 3 0 0,-1 0-2 16,3 0 1-16,1 0-1 0,-1 0 4 0,3 2-4 15,-1 0 0-15,0 2 7 0,0 0-5 0,-3 2 5 16,3-1-7-16,-3 3-3 0,-6 1 2 0,-7 3-2 0,1-3 1 16,-5 2 5-16,0 1-5 0,3-1 4 0,-3 0-6 15,0 1 2-15,5-3 2 0,5 0 0 0,1 1 1 16,1 1-1-16,1 0 2 0,2 1-1 0,2-1 3 0,3-2-3 16,-4 3-1-16,5-1-1 0,-5 0-2 0,-3 1 5 15,-5 1-4-15,1 0 4 0,-2 2-7 0,0 0 5 16,2-2-1-16,-3 2 3 0,-1 0-7 0,1 2 5 15,3 0-2-15,0 1 3 0,4 3 0 0,3-2 0 16,1 1 0-16,2-16 1 0,3 24-1 0,-6 0-1 16,6 2-2-16,1 0-1 0,-5 0-3 0,0 3 4 15,3 1 2-15,-5 1 0 0,5 2 0 0,-5-1-2 16,1 3-1-16,-1-2 1 0,-3-1 4 0,0 5-2 16,2 0 0-16,-1 1-2 0,9 5-3 0,-1-4 6 0,4-2-4 15,3 0 3-15,1 0-6 0,1 2 5 0,1 0 0 16,1-1 2-16,2 3 4 0,4 0-10 0,2 1 6 15,1 3-7-15,3 1 5 0,-1 6 0 0,2-2-3 0,3 0 3 16,-1 5 4-16,0-1-5 0,-24-2 3 0,13 0-4 16,5-6 0-16,5-1 1 0,1-3 0 0,2-1 1 15,0 0 1-15,0-1 3 0,0 3-3 0,0-3 2 16,0 3-6-16,0-2 1 0,0-4 0 0,0 2 2 16,0-1 2-16,0 3 1 0,2 0-3 0,1 1 2 15,1-3 1-15,2 4-5 0,-1-4 6 0,3-2-6 16,1 0 8-16,4 0-5 0,0-2 1 0,2 4-2 15,2-1-6-15,1 7 8 0,4 1-2 0,3 0 5 0,-24 1-11 16,35 1 6-16,-5-2 0 0,3-3 2 0,-1-4 4 16,-1-2-6-16,-3-4 1 0,-1-2-1 0,0-3 3 0,4-2 1 15,-3-4 1-15,5 0 1 0,1-4 11 0,0-3 1 16,6 0-7-16,0-8 4 0,4 6-11 0,3-4 3 16,8 0-1-16,8 0 0 0,13 1-7 0,4 1 4 15,5 1 1-15,-8 1 2 0,-10-2-6 0,-6 2 1 16,-1 0 3-16,2 0-1 0,0 0-1 0,8 0 4 15,5-1-7-15,6-2 6 0,9-1-8 0,-4-4 1 16,-5 2 1-16,-6-3 0 0,-8-2 2 0,-1-2 2 16,4 27 0-16,5-14 0 0,11-9 6 0,6-6-7 15,0-6 8-15,-4-1-7 0,-11-3 6 0,-9 3-1 0,-6-2 0 16,0-2 1-16,-2-2 1 0,4-2-6 0,8-2 2 16,1 2-3-16,2-2 3 0,-2 3 3 0,-5-1-7 15,-10 2 5-15,-3-2-7 0,-6 0 6 0,-2-2 1 16,1-3 2-16,-3-1-1 0,-1-1 0 0,3 0 2 0,0-2-3 15,4-2-3-15,0 2 8 0,0 20 0 0,2-28 2 16,-8 1-5-16,5-10 7 0,-5 4 0 0,-3-11 3 16,-1-3-2-16,-3 3 1 0,2-8-7 0,-4 6 5 15,2-2-6-15,-3-2 2 0,3 2 4 0,-2 0-3 16,2-5 1-16,-4-10-1 0,-2 0-1 0,-7-11 0 16,-3-2-4-16,-7 2 0 0,-1-5-8 0,-5 3 7 15,-9 0 0-15,1-2-2 0,26 3 4 0,-20-9-4 0,-8-4-5 16,-12-11 2-16,-4-4 2 0,-5 3-1 0,-5 0-2 15,-3 0 2-15,25 2-2 0,-41-4 3 0,-7 0 0 0,-5-11 0 16,-8 6-1-16,-15 3 0 0,-9 8-3 0,-19 12-5 16,-5 9-10-16,1 6-1 0,5 4-55 0,7 3-37 15,-4 6-22-15,-15 10-11 0,-6 9-125 0</inkml:trace>
  <inkml:trace contextRef="#ctx0" brushRef="#br0" timeOffset="96390.17">27604 8995 256 0,'0'0'-65'16,"0"0"42"-16,0 0 5 0,0-2 12 0,0 0 70 15,0 1 3-15,0-1-12 0,0 0 7 0,0-2-10 16,0 0-2-16,0 1-9 0,0-8-1 0,0 1-3 16,0 3-2-16,0-2 16 0,0 1-2 0,0-1 8 0,0 3 8 15,-2-1-13-15,-1-2-2 0,1 1-6 0,-2 1-12 16,2 3-10-16,-2 0 2 0,1 1-5 0,-10-7 0 15,-6 1-7-15,-1 2 1 0,-1 1-4 0,-1 2-8 16,-2 2 6-16,0 2 0 0,-2 0 3 0,-2 4-2 0,-2 2 1 16,2 1-3-16,2 4 4 0,4 0-5 0,2 2-5 15,-3-11 0-15,5 19 0 0,1 1 4 0,2 0-4 16,4 1 1-16,2-1-3 0,-2 0-6 0,1-1 6 16,3-3 0-16,0 1 2 0,3-3 5 0,2 1-5 15,-9 0-4-15,3-2 0 0,5-2-1 0,1-6-3 16,2 1 7-16,0-3-6 0,2 1 9 0,-2-4 1 15,3-1-3-15,22 14 0 0,1-5 0 0,5-5-4 16,1-5 5-16,1-2-2 0,2-3 8 0,1-3-10 0,1-3 0 16,-2 0-3-16,2-2 8 0,-7 2-4 0,2-2 2 15,-6 0-2-15,-4 2 8 0,0 0 1 0,-5 1-3 16,-2 1 2-16,-4 2-2 0,-4 3-1 0,-3 2 4 16,-2 2-4-16,3-7 2 0,-3 3-1 0,-2 2-3 15,0 0 2-15,2-2-3 0,0 1 3 0,-2-1 1 0,0 2-1 16,0 0 1-16,-2 0-4 0,0 1 2 0,-2 1-2 15,1 0 0-15,-8 0 2 0,-2 3 1 0,3 1 1 16,1 0-3-16,2-1 4 0,-3 5-5 0,1-4 5 16,7 9-3-16,-9 1-4 0,2 1 2 0,1 2-5 15,3 0 8-15,1-1-3 0,2 5 2 0,0-3-2 16,2 3 3-16,0 3-6 0,0 2 6 0,2 5-6 0,2 1 3 16,0 3 0-16,1 1-3 0,-1-1 4 0,2 6 1 15,-1 0-2-15,-1-1 2 0,-1-1-2 0,-1-1-4 16,-2-5 8-16,0-1-3 0,0-1 5 0,0-1-8 0,0 0 1 15,0 1 1-15,0-1 0 0,-2 1 4 0,1-1-4 16,-1-2 0-16,-2 2-2 0,0-4 3 0,-1 1 1 16,-1-1 2-16,-1-1-1 0,-1-1 4 0,-3 0-7 15,2-6 2-15,0-5-2 0,1 0 9 0,-12-5-6 16,-4 1 5-16,-2-1-5 0,-6-5 5 0,1 1-3 16,-3 0-5-16,4-2 1 0,1 16-3 0,-1-7 5 15,2-5 1-15,2-6 1 0,-2-2 4 0,2-4-7 16,2-1 2-16,4 0-3 0,1-3 6 0,2 1 15 15,6 2 3-15,2-6 3 0,2-8 2 0,5-3-11 0,-13 2-1 16,6-1-3-16,3-3-7 0,6 0-6 0,2 2 2 16,5 0-4-16,4 2 0 0,2 0 1 0,-7 1-1 15,22 1 1-15,2 1-4 0,-3 3 3 0,1-1 0 16,0 4 2-16,2 0-5 0,3 4-32 0,-1 1 4 0,-2 3-15 16,-4-1-22-16,-4 0-23 0,2 1-11 0,4-1-6 15,-2 1-53-15,9 1-88 0</inkml:trace>
  <inkml:trace contextRef="#ctx0" brushRef="#br0" timeOffset="97448.21">27571 10622 597 0,'0'0'4'0,"0"0"1"0,0 0 0 16,0-2-2-16,0 0 2 0,-2 0 13 0,2 0 2 16,0 0 5-16,0 0-5 0,0-1-8 0,2-1-2 15,0-3 1-15,3-5 2 0,3-2 12 0,1-3 6 16,2 0-2-16,0 1 4 0,2-3 9 0,2-3-15 15,-2-1 5-15,4-4-9 0,-4 2-8 0,-2 3-6 16,0 2-1-16,0-1 1 0,0 3 2 0,0-5-9 16,-1 1 0-16,-3 5-2 0,1 1 0 0,-5 5 1 0,3-2 4 15,-2 1-2-15,-1 1 5 0,-1 4 5 0,-2 3-2 16,0 2 4-16,0-1 5 0,2-3-3 0,-2 2 5 16,2 1-4-16,0-1 1 0,0 2-11 0,-2 0 2 15,0 0-3-15,0 0 8 0,0 2-8 0,0 0 0 0,0 0-3 16,0 2-4-16,0 0 6 0,0 2-6 0,0 5 4 15,-2 13-7-15,0 1 4 0,0-1 4 0,0 4-1 16,0 0-2-16,0 0-1 0,1 2-2 0,1-4 0 16,0-5 0-16,0 1 1 0,0-3 0 0,0-1 1 15,0-1 4-15,0-5-6 0,1-1 4 0,1-2-5 16,0 1 7-16,0-3-6 0,0-1 1 0,0 0-3 16,1-1 11-16,3 1-2 0,7 4 0 0,-2-3-1 0,2 1-4 15,4-3 6-15,0-1-1 0,1-2 2 0,1-2 0 16,1 0-3-16,-1-3-1 0,-1-2 0 0,-5 1-4 15,6-5 3-15,1 0 2 0,-5 0 0 0,2 5-5 16,-2-9 1-16,-10-5-3 0,5 3 4 0,-1-2-1 0,-4 1 2 16,5 1 2-16,-5-5-1 0,-1 3 0 0,-2-3-5 15,0 2 2-15,0 1-2 0,3 0 6 0,1 6-2 16,-4-1-3-16,1 1 0 0,5 3 0 0,-1-1 0 16,-3 6 2-16,-2 1-2 0,1-2-3 0,-1 3 2 15,0-1-2-15,0 2 3 0,0 0 0 0,0 0 8 16,-1 2-2-16,-1 0 3 0,0 2-3 0,0 0-4 15,0 2 2-15,-3 5-2 0,-3 13 2 0,1-1-4 16,-1-3 0-16,2 1-1 0,1-2-1 0,-3 1 5 0,2-3-3 16,-1 4 5-16,-1-3-8 0,3 3 4 0,1-2-2 15,0-3 2-15,0 3-8 0,2 0 10 0,0-2-5 16,0 0 6-16,0-2-4 0,2-2-2 0,0 4 5 0,1-2-4 16,1 0 0-16,0-1 8 0,0 0-5 0,3 1 7 15,0-2 0-15,-5 0 0 0,17-2 7 0,-1-1-5 16,3-1 13-16,-1-3-10 0,2-1 0 0,-1-1-4 15,-1 13-5-15,4-4 0 0,1-3 1 0,-5-5-1 16,4-1-6-16,-3-2-52 0,-5 0-11 0,1 0-21 16,-2-2-113-16</inkml:trace>
  <inkml:trace contextRef="#ctx0" brushRef="#br0" timeOffset="98896.61">28373 9368 256 0,'0'0'-45'0,"0"0"33"0,-2 0 10 16,0 0 7-16,0 0 42 0,-1 0-5 0,-1 0-6 15,2 0-6-15,-4 0 6 0,1 0-6 0,-1 0 14 16,1 0-2-16,-3 0 5 0,5 0-9 0,-3 0 1 0,2 0-2 16,2 0 1-16,-5 0-9 0,3 0-3 0,1 0 1 15,-3 0-1-15,2 0 9 0,1 0-7 0,1 0 2 16,0 0-4-16,0 0 0 0,0 0-2 0,0-2-2 16,2 2-1-16,0-1-5 0,0-1 5 0,2 0 1 15,0 2 0-15,2-2-7 0,-2 2-2 0,16-4-4 0,1 1 3 16,-1-1 0-16,3 2 8 0,-1 0-5 0,2 0 5 15,3 0-15-15,-1 1 5 0,-2-1-2 0,2 2 3 16,-2 0-7-16,1 0 3 0,-3 0-7 0,1 0 3 16,-3 0-3-16,1 0 2 0,-3 0 2 0,1 0-1 15,0 0-2-15,-4 0-1 0,0 0 2 0,-2-2-2 16,0 0-2-16,-2 2 2 0,-1 0 0 0,-4 0 2 0,-1 0-2 16,1 0-25-16,0-2-5 0,-2 0-10 0,-1 2-48 15,1 0-65-15,0 0-21 0,0 0-19 0,-2 0-122 0</inkml:trace>
  <inkml:trace contextRef="#ctx0" brushRef="#br0" timeOffset="99297.75">28306 9654 42 0,'0'0'21'0,"0"0"-14"0,0 0 29 0,0 0-8 0,0 0 21 16,-2 0-20-16,0 0-1 0,0 0-7 0,1 0-2 15,-1 0 15-15,0 0 6 0,0 0 3 0,0 0 25 16,0 0-3-16,0 0 4 0,2 0-6 0,0 0-9 0,0 0-5 16,0 0-6-16,2 0 2 0,0 0-16 0,2-2-1 15,5 1 0-15,13-3 0 0,4-2-3 0,0 1 0 16,4-3-1-16,0-1 1 0,3-2-3 0,1 0-6 15,-1 0-6-15,1 5 1 0,-5 0-11 0,-1 3-2 16,-2 1-5-16,-5 2-4 0,-3 0-50 0,-5 2-185 16</inkml:trace>
  <inkml:trace contextRef="#ctx0" brushRef="#br0" timeOffset="104126.48">29764 8230 8 0,'0'0'6'0,"0"0"11"0,-2 0 22 0,0-2 8 0,0 0 4 15,0 1-6-15,0-1-5 0,0 0 0 0,-1 0 3 16,1 2 4-16,-6-4-9 0,5 2 0 0,-1 1-3 15,-5-3-2-15,-2-2-5 0,5 4 2 0,2 1-3 16,-1-1 4-16,1 0 16 0,0 0-6 0,2 2 8 16,1 0-14-16,-3-2 2 0,0 0 1 0,2 0-2 15,0 1-1-15,1-1-7 0,-1-2 2 0,2 2-5 16,0 0-5-16,0-1-2 0,2 1-4 0,-1 0 2 0,3 0-7 16,0 0-3-16,16-7 1 0,3 1-1 0,-3 5-4 15,-5 1 3-15,3 2 1 0,-3 0 1 0,-2 0 0 0,6 4-5 16,-2 1-2-16,-4 1 0 0,1 3 7 0,-4-2-7 15,1 5 5-15,0 10-5 0,-4 0 12 0,1 4-7 16,-3 2 1-16,1 2-4 0,0-1 1 0,-3 3 0 16,-1 1 6-16,20 5-3 0,-7 2 4 0,-7 3-3 15,-3 0-7-15,-3-2 3 0,-2-1-3 0,0 1 4 16,-2 0 4-16,-1 0-2 0,-3-6 4 0,0 1-10 16,-1-7 0-16,-2 1-3 0,-2 0 4 0,-2-2 3 15,0-1 3-15,-2 1-3 0,0-2-2 0,-2 0 6 0,12-3-8 16,-18-1 6-16,-1-2-5 0,-2-1-1 0,4-2 3 15,0-4-2-15,-3-2 7 0,-2-2-5 0,-1-2 1 16,0-3-2-16,2-2 5 0,4 13-4 0,1-6 1 16,-1-1-3-16,3-5-1 0,4-3 5 0,4 0 4 15,0 0 1-15,6-2 8 0,3 2 9 0,0 0-3 16,0-3 4-16,-7-14-17 0,1-2-3 0,6 1-5 0,4-1 3 16,6-1-3-16,3-1 3 0,4 1-3 0,0 0 1 15,16-1-6-15,-1 1 6 0,3 1-4 0,-1 2 4 16,-2 3-3-16,3 1 2 0,-3 0-1 0,-2 1 0 15,-2 1-3-15,1 4-3 0,-4 1 6 0,1 4-4 16,-4 1 6-16,-3-11-3 0,2 1-1 0,-5 4-1 0,-2 3-1 16,-1 0 4-16,0 3 0 0,-2-1 0 0,-3 2-10 15,-1 0-18-15,1 0-3 0,-4 0-7 0,3 0-23 16,-1 0-17-16,0 0-14 0,1 0-4 0,-1 0-82 0</inkml:trace>
  <inkml:trace contextRef="#ctx0" brushRef="#br0" timeOffset="105062.09">30404 8780 76 0,'0'0'8'0,"0"-2"1"0,0 0-3 0,0 0-2 16,0-2-1-16,0 1 1 0,4-10 11 0,0 0-7 0,-1-2 8 15,5 0 0-15,-1 0 11 0,1-2 4 0,-3 4 0 16,1 0-3-16,-1 0 6 0,1 2-2 0,-1-2 4 15,3-1 8-15,-3 1 2 0,1 0-3 0,0-2 0 16,-1 0-6-16,-1 0-3 0,1 0 5 0,1 0-5 16,-2 2 0-16,-1 0-6 0,-1 0 0 0,0 0-2 15,0 2-5-15,0 0-7 0,2-2 3 0,-3 4-4 16,1-1-1-16,2 1 4 0,-2 2 0 0,0-1 3 0,1-1 5 16,-1 3-10-16,0 1 1 0,-2 1-5 0,0 0 5 15,0 1-4-15,0 1 1 0,0-2-1 0,0 2 3 16,0 0-3-16,0 1 0 0,0-1-3 0,0-2-8 0,0 0 6 15,0 1-6-15,0-1 6 0,0 2-3 0,0 0-3 16,0 0 5-16,0 0-5 0,0 1 7 0,0-1-9 16,0 0 0-16,0 0-3 0,0 2 11 0,0 0 1 15,-2 0 0-15,0 0-1 0,1 0 9 0,-1 0-8 16,0 2 3-16,0 0-5 0,0 0 7 0,0 1 0 16,-1 3-1-16,-10 16 0 0,0 2-4 0,0 4-3 15,1 4 4-15,-1-1-5 0,-1 5-3 0,-1-3 0 16,-2 8 0-16,2 0 2 0,2-6 5 0,0 4-6 0,2-2 0 15,0-5 0-15,3 1 7 0,3-7-8 0,-1-2 6 16,3-3-6-16,-1-3 1 0,2-1 8 0,2-2-2 16,0 1 4-16,0-3-1 0,0 0 2 0,0-1 2 15,2-3 0-15,2 0 5 0,-1-1-8 0,1-3 0 16,0-1-1-16,12 0 5 0,3-3-6 0,-4 11-2 0,0-3-1 16,0-2-7-16,-4-3 1 0,9 0-1 0,-1-2-1 15,-3-2-21-15,5 0-19 0,-4-2 2 0,-4 0-7 16,1-2 3-16,-1-1-10 0,-7 3 1 0,1-2-7 15,-1 0-21-15,-2-1-63 0,5-5-11 0,-3-1-21 16,-1 4-78-16</inkml:trace>
  <inkml:trace contextRef="#ctx0" brushRef="#br0" timeOffset="105372.84">30683 7957 553 0,'0'-2'47'0,"-2"-3"59"16,-6-19-37-16,1 3-11 0,1 6 2 0,3 1-4 16,-1 1-7-16,0 0-16 0,2 1-5 0,1-1-2 15,-1 6-19-15,2 0 2 0,-2-3-4 0,2 5 3 16,0-3-5-16,0 1-3 0,0-2 0 0,0 7-2 16,0-4 0-16,0 4 0 0,0 0-10 0,0-1 1 15,2-1-62-15,0 0-49 0,-1 1-49 0</inkml:trace>
  <inkml:trace contextRef="#ctx0" brushRef="#br0" timeOffset="106248.08">30911 8778 584 0,'0'-2'52'0,"0"0"-39"16,0-2 48-16,0-1-16 0,-4-10-23 0,2 4 1 0,1 2 2 15,-1 1-2-15,2 4-7 0,0 3-3 0,0-1-4 16,0 0 2-16,-2-2 0 0,0 0 0 0,0 1 5 16,0-1-3-16,0 2 12 0,1 0 1 0,-1 0 4 0,0 2-3 15,0 0 1-15,0 2 3 0,0 2-7 16,-7 18 5-16,0 6-15 0,1 0-13 0,3 0 8 0,-1 3-9 16,-1-1 1-16,-1 2 2 0,1-3 0 0,-1-3 3 15,1-1 3-15,0-5-4 0,1-1-3 0,2-5 1 16,1-1 3-16,-1-3-5 0,2-5 3 0,0-1-4 15,0 0 7-15,0-1 4 0,1 1-4 0,-1 0 4 16,0 0 5-16,0-3-2 0,2 1 7 0,0 0-7 16,0 0-7-16,2-2 4 0,0 0-6 0,0 0 6 0,1-2-16 15,8-2 8-15,8-3-3 0,-4 1 6 0,2 1-2 16,-3-1 3-16,3 1-5 0,0 1 5 0,1 2 0 16,-1 2 0-16,2 0 5 0,-1 2-6 0,1 2-5 0,-1 1 0 15,-3 1 1-15,0 1 1 0,-4 1 3 0,-3-6 1 16,-3 12-1-16,-3 1 2 0,9 0-4 0,-3-2 21 15,-5 0-10-15,-3 0 13 0,0-4-14 0,-5 3-4 16,-1-1-2-16,-25-2-1 0,1 4-7 0,-2-2 3 16,1-2 1-16,3 1 0 0,-4-1-2 0,5-2-4 15,-1 1-2-15,0-1-3 0,4 1-28 0,-2-1-15 16,0-1-4-16,4-1-4 0,3 1-24 0,4-1-77 0,0 1-53 16</inkml:trace>
  <inkml:trace contextRef="#ctx0" brushRef="#br0" timeOffset="106681.42">29511 9743 682 0,'-2'-1'17'0,"-2"-1"23"0,-10-6-36 16,-3 3-1-16,0-1-2 0,2 2 3 0,2 3 0 16,4-1 1-16,0 0-4 0,-2 0 3 0,1 2 7 0,1 0 4 15,-2 0 10-15,2 0-5 0,3 0 16 0,-1 0 7 16,3 0-6-16,0 0 8 0,2 0-8 0,-1 0-9 16,-1 0 1-16,0 0-4 0,2 0 2 0,1 0 0 15,1 0-3-15,0 0 1 0,1 0-17 0,3 0 5 16,30 4 1-16,12-1 0 0,6 3-5 0,13 0 4 15,4-3 1-15,9-1 2 0,3-2 3 0,-1 0-10 16,2-2 2-16,-4 0-3 0,2-1 4 0,5 1 2 16,6 0-3-16,-4 0 3 0,6 2-4 0,-7 0-3 0,-8 0-2 15,-4 0 0-15,-11 0-6 0,-7 2 5 0,-6 0 1 16,-8 0 1-16,-3 1-8 0,-5 3 5 0,-10-2 1 16,-2-1 3-16,-3 1 4 0,-6 0-11 0,-2 0 3 15,-7-4-3-15,-2 0 7 0,1 1-5 0,1 1-8 16,-2 0 0-16,0 0-30 0,-2 0-18 0,-2 0 1 0,0 0-10 15,-2-2-22-15,-22 5-45 0,-2-1-14 0,1 0-17 16,1-1-114-16</inkml:trace>
  <inkml:trace contextRef="#ctx0" brushRef="#br0" timeOffset="107216.85">29559 10193 513 0,'0'0'27'0,"-2"-2"-2"0,1 0 3 16,-3 0-1-16,0-2-9 0,-5-3-1 0,-2-2 7 16,3 3-6-16,-1-1 5 0,3-3-4 0,3 5 24 15,-1-4 2-15,2 1 7 0,0 1 5 0,-1 1-12 16,-1 1 1-16,0-1-6 0,2 0-9 0,0 1 6 0,2 1-3 15,0-1 4-15,0 3-7 0,2-2-5 0,-2 2-1 16,19-11-1-16,9 0-10 0,1 6-5 0,5 5 2 16,-4 2-4-16,-1 5-4 0,-1 5-1 0,0 3-2 15,0 3 3-15,-4-12-2 0,-7 26-2 0,1 5 5 16,-7-5-4-16,2 3 3 0,2 3 2 0,-4-7-3 0,1 7 3 16,-5-3-1-16,-1-3 0 0,-1-1-3 0,-1-3 3 15,13 0 7-15,-8-3-9 0,-2 1 3 0,-3-2-4 16,-2 0 6-16,-2-1-2 0,-2-3 3 0,-2-1-3 15,-1 0 4-15,-5-2-9 0,7-1 9 0,-21-1-8 16,-1-1 6-16,-2-5 4 0,1 2-6 0,-4-3 5 16,0-2-10-16,0-1 3 0,3-1-1 0,2 13 4 0,3-6 4 15,2-3-6-15,1-4 3 0,1-2-4 0,5 0 6 16,3-2 0-16,3 0-1 0,5 2 2 0,0 0 4 16,-3-7 2-16,-3-6-4 0,1-2 1 0,3 0-9 0,4 0 5 15,2 0-3-15,3 0 2 0,7 0-8 0,2 2 2 16,12 2 2-16,-1 4-1 0,-3-2 0 0,-4 3-7 15,3 2 3-15,-4 1-5 0,-3 1 1 0,5-11-51 16,-2 3 7-16,-4 5-21 0,5-1 11 0,-1 3-17 16,-2 1 1-16,5 0-11 0,-5 2-33 0,4 0-87 15,-1 0-75-15</inkml:trace>
  <inkml:trace contextRef="#ctx0" brushRef="#br0" timeOffset="107702.6">30248 10313 544 0,'0'-1'130'0,"-2"-1"-165"0,-3-15 145 0,-3-11-78 16,3 4-30-16,1 5 18 0,0 6-2 0,2 2 6 15,1 0-6-15,-1-2 0 0,2 4-4 0,0 1 3 16,0-1 0-16,0 5 13 0,0-1-1 0,0 3 5 15,0 0 7-15,0-2 2 0,0 1-1 0,0-1-2 16,0 2-19-16,0 0-1 0,0 0-5 0,-2 1 2 0,0 1-7 16,0 1 3-16,0 1 0 0,0 2-2 0,-3 18-8 0,-1 4 0 15,1 2-3-15,1 0 3 0,2 4 0 0,0-3-1 16,0 1 2-16,1 2-2 0,1-3 2 0,0-1-4 16,0-2-1-16,1 4-1 0,1-6 0 0,0-2 1 15,2 0 4-15,0-3-3 0,-1 3 0 0,1-3 1 16,2 1-1-16,-3-3 2 0,1 0-2 0,0-2 5 15,-1-1-2-15,1-1 2 0,0-1-4 0,0-3-1 16,-1-2 2-16,-1-1 0 0,-2-4 11 0,0 0-7 16,2 1 6-16,0 1-7 0,2-2 2 0,-1 0 6 15,1 0-4-15,0-2 4 0,5 0-3 0,6-4-3 0,2-4 3 16,1-3-3-16,3 8-1 0,1-20 0 0,-2-3-5 16,1 0 5-16,1-2 7 0,4-5-10 0,2 0 9 15,-2-4-10-15,0-4 1 0,0 2-1 0,2 3 0 16,-4-1 2-16,-6 8 4 0,-1-1-6 0,-8 6 1 15,-1 3-3-15,-3 6 2 0,-3 2-28 0,0 2-8 0,6 2-11 16,-5 3-45-16,-1 1-49 0,-2 3-10 0,2-2-24 16,0 1-134-16</inkml:trace>
  <inkml:trace contextRef="#ctx0" brushRef="#br0" timeOffset="109061.33">30710 10872 66 0,'0'0'47'0,"0"0"-25"16,0 0 49-16,2 0-12 0,0 0-6 0,0-2 1 16,0 1-5-16,0-1 3 0,0 0-14 0,-1 0 4 15,1 0 4-15,0 0-1 0,2-1 10 0,0-1-3 16,-3 0 0-16,3-5-2 0,0 0-4 0,1-1-8 16,1-1-1-16,-4 0-4 0,0-2-4 0,0 4 5 15,7-2 3-15,-4 1 0 0,1 1 9 0,-4 2-13 16,0-1 0-16,-2 1-4 0,0 1-9 0,0 2 5 0,0 3-6 15,0-1 5-15,-2-2-5 0,-2 0-1 0,-5-1 1 16,-15-3-2-16,0 5 0 0,1 3-1 0,-4 7-4 16,1 2 3-16,1 4-4 0,3 2-9 0,4-7 7 15,1 16-8-15,2 2 3 0,2-2-3 0,4 0 1 0,1-2-1 16,3 1 0-16,-10-3 5 0,6 0-5 0,3 3 6 16,4-7-4-16,2 1 5 0,0-2 1 0,2 0 0 15,4 0-8-15,1-4 0 0,-5 0-2 0,18-5 1 16,1-3-7-16,1-1-26 0,4 0-3 0,-4 0-11 15,1 0-34-15,-5 11-47 0,1-4-18 0,-3-3-20 16,1-3-177-16</inkml:trace>
  <inkml:trace contextRef="#ctx0" brushRef="#br0" timeOffset="109484.6">30907 11180 1118 0,'0'0'24'0,"0"0"3"0,-2-1-14 16,1-1 3-16,-1 0-11 0,0 0 23 0,0 0-8 16,0 0-4-16,0 1 0 0,2-1-1 0,0 0-7 15,0 0 5-15,2 0-6 0,2-2 6 0,11 3 3 16,11-12-3-16,7-2 2 0,1-2-10 0,1-3 7 0,0 1-4 16,-3 4 3-16,-3-5-14 0,-3 5 7 0,-3-2-1 15,-5 0 5-15,3 3-2 0,-5 1-3 0,1-2 2 16,-4 0-3-16,-5 0 4 0,-1-2 0 0,-3 2-1 15,5 2 0-15,-2 0-2 0,-1 0 3 0,-2 2-3 0,-2 0 4 16,-2 2 0-16,0 0 2 0,0 1 2 0,-2 3-1 16,0 1 5-16,-7 2-11 0,-10-11 6 0,-9 0-8 15,2 6 2-15,0 5 2 0,-4 2-2 0,4 2 1 16,0 3-7-16,-1 4 6 0,-1 3-4 0,0 1 7 16,6 0-2-16,-1-8 2 0,1 21-4 0,3 4 2 15,1 1-5-15,5-1 0 0,0 0 3 0,7 3-1 16,1-5-5-16,-14 2 11 0,8 1-3 0,7-10 8 0,2 7-5 15,4-6 3-15,4-3 2 0,1 1-1 0,3-5-3 16,-3-4 0-16,21 0-2 0,3 0 2 0,5-2 1 0,3-1-10 16,5-4 6-16,1 20-7 0,1-13-2 0,6-7-27 15,-3-4-15-15,4 0-9 0,-1-2-107 0</inkml:trace>
  <inkml:trace contextRef="#ctx0" brushRef="#br0" timeOffset="113347.98">31654 8462 40 0,'0'-2'6'0,"0"1"0"0,0-3 32 15,0-11 6-15,2-4 19 0,-1 1 7 0,-1-1-4 0,0 1 8 16,0 3-3-16,0-2 29 0,0 2-39 0,0-1 1 15,0-1-19-15,0 0-35 0,-1 2 13 0,-1 2-8 0,0 0 10 16,0 4-6-16,2 0-3 0,0 3 6 0,0 1-6 16,0 1-2-16,0 0 2 0,0 2-1 0,-2-1 0 15,2-1-7-15,-2 0-4 0,0 2-4 0,1 0 1 16,-1 1 0-16,0 1 2 0,0 0 0 0,0 1 1 16,0 1-2-16,0 6 3 0,-5 16 0 0,1 2 1 15,1 4-4-15,1 3-5 0,0 4 3 0,3 6-3 16,-1 1 8-16,0 7-4 0,0 4 5 0,2 1-5 15,0 7 1-15,0-4 0 0,-2-3-3 0,2-2 2 0,0-4-3 16,0-3 5-16,0 3 0 0,2 2 3 0,2 3-11 16,-1 9 5-16,1 1-1 0,2 9 3 0,1 2 1 15,-3 2 5-15,0 2-6 0,-1-13 5 0,-1 1-5 0,0-6 3 16,-2-3-3-16,-2 2 1 0,-2 2-8 0,-1 2 11 16,-3 6-1-16,-1 3 4 0,-2 0-11 0,0-1 1 15,-2-4 5-15,2-8-1 0,1-7 0 0,1-10 6 16,0-3-11-16,1-8 8 0,3-3-5 0,-1 0 4 15,3-6 1-15,1-2 1 0,0 1-6 0,0-5 4 16,2 1 0-16,0-3 2 0,0-1 0 0,0-4-6 16,0 1 3-16,0-3-3 0,2 0 10 0,0 0-7 0,-2-3-2 15,0 0 0-15,0-3 0 0,0 1-83 0,0 2-106 16</inkml:trace>
  <inkml:trace contextRef="#ctx0" brushRef="#br0" timeOffset="114018.78">32188 10507 378 0,'-1'-2'109'0,"-1"0"213"0,0-2-291 0,-2 0-16 16,0 1-3-16,4 1-2 0,-3-2 4 0,-1 2 1 16,-2-1 0-16,5 3-1 0,-3-4-4 0,0 2-10 15,0 0 0-15,-1 0-2 0,-1 0 5 0,1 2 16 16,-5 0-1-16,5 0 6 0,-8 4-2 0,-2 4-9 16,2 1 3-16,-4 0-4 0,1 12-1 0,-1 3 1 15,4 0-7-15,0 2 3 0,2 2-11 0,0-1 5 16,0 1 0-16,3 2 3 0,4-2-4 0,-12 0 0 15,5 1 0-15,5-1-1 0,6 2 2 0,2-2 2 0,5 0-3 16,3-2 2-16,-1-2-3 0,2 0 12 0,0-2-1 16,-9-1 5-16,22-5-6 0,2-4 2 0,-2 2 1 15,0-4 0-15,-1-1 3 0,1-2-9 0,-2-5 5 16,-3 11-5-16,1-3 12 0,-5-5-9 0,0-1 0 16,0-2-3-16,-1-2-1 0,-1 0 4 0,2-2 0 0,-2-2 0 15,0-1-3-15,-3-3-1 0,-1-10-1 0,0-10 1 16,-1-4 3-16,-3 2-4 0,1-3 4 0,-3 0-5 15,-1-1-2-15,17 3 0 0,-6-3 0 0,-8 3 1 16,-1-1 5-16,-4 4-6 0,-2 0-3 0,-1 4-1 16,-3 2 1-16,0 3 1 0,-1 3 2 0,0 3-2 0,-1 1-3 15,1 3 3-15,-8 4-3 0,0-1 2 0,-2-5-5 16,4 3 1-16,-5 1 0 0,1 3 0 0,2 4 2 16,-5 0-4-16,3 2 4 0,6 2-3 0,-2 1 5 0,2 3 0 15,3-6-2-15,-1 14 0 0,7 3-1 0,-9-2 3 16,4 1 1-16,3 1 0 0,4-1-6 0,4 3 6 15,3 1 0-15,4-1 2 0,4 3-7 0,-13 4 7 16,18-1-4-16,3 7 4 0,-1-1-2 0,-2 1 0 16,1 5 0-16,-1-2 0 0,-1 0 2 0,-1 0-3 15,-1-3 4-15,0-7-3 0,-2 3 11 0,1-6-2 16,1-2 0-16,-2-1-3 0,0-6-3 0,0 0 5 16,1-1-3-16,-3-4 4 0,0 1-9 0,0 0 1 15,-5-4 0-15,3 1 0 0,-4-1-9 0,1-1-227 0</inkml:trace>
  <inkml:trace contextRef="#ctx0" brushRef="#br0" timeOffset="115748.74">30781 7695 57 0,'0'0'0'0,"0"-1"3"0,-2-1 48 16,0 0-11-16,0 0 5 0,1 0-15 0,-1 0-7 0,0 0-18 15,0 1 6-15,0-1-8 0,-2 0 9 0,1 0-10 16,-5 2 1-16,-5 0-3 0,-3 0 5 0,3 0-2 15,-2 2 6-15,-2 2-5 0,4-1 4 0,-5 3 3 16,-1-2-4-16,6-1 5 0,-6 3 0 0,3 1-12 16,-3 1 7-16,1 1-7 0,-1 0 8 0,6-1-5 15,-2 3-5-15,2-6 2 0,-4 10-4 0,1 4 5 0,3 5-1 16,-6-7 2-16,8 9 4 0,2-4-10 0,-2-3 5 16,9 5-6-16,-4-4 5 0,2 2 2 0,1 4 2 15,-3-3-2-15,4-1-5 0,-5-2 4 0,1 1-4 16,3-1 6-16,-3 2 1 0,0 4-10 0,1 0 5 15,-1 4-7-15,-1 0 8 0,-1 0 4 0,3 5-2 0,-4 0 2 16,-1 4-1-16,-1 4-3 0,-2 3 2 0,-2 8-3 16,0-2-4-16,-1 4 1 0,-1-4 2 0,4-6 0 15,0-3 9-15,2-4-2 0,0-4-5 0,1-1 2 16,3-3-1-16,1 3-1 0,1-3-2 0,1 3-1 16,2-1 5-16,0 0-4 0,-18 1 7 0,7-1-6 15,6 3 1-15,5 1-4 0,2-2 2 0,2-2-2 16,3 3 5-16,1-5-4 0,3-3 3 0,2 5-3 0,0-8 5 15,0-1-3-15,4 2-1 0,-2-6 0 0,-5 2 5 16,12-1-8-16,6-4 5 0,2-3-7 0,4-1 6 16,1-1 1-16,-1-3 0 0,1-5 2 0,4-1 5 0,0 1 2 15,0 18-6-15,2-9 4 0,-5-7-8 0,-4-2 12 16,-3-4-5-16,-2 0 7 0,-5-2-7 0,2-2-6 16,-1 0 8-16,-3-1-7 0,1-1 11 0,-1-1-1 15,1-3-3-15,-2 1 1 0,1-4-8 0,-1 9 0 16,0-12 6-16,-1-8-5 0,1 3 3 0,-2-5 1 15,0 0 1-15,0 2 2 0,-4-4 0 0,2 4-3 16,-2-4 1-16,-4-2 1 0,4 4 6 0,-3-5-7 16,3 1-1-16,4-1-1 0,-4-1 3 0,0 1-4 0,-2-3 4 15,1-1-3-15,-3-2 8 0,1 0-4 0,1-4 0 16,0-6 0-16,-1-3 3 0,3-7 9 0,-2-3 2 16,-5-5 1-16,7 6 9 0,17 1-9 0,-17 4 3 15,-6 6-4-15,-3 4-1 0,0 5-9 0,2 1-2 0,-2 5-2 16,1 1-5-16,-1 1-2 0,2 3-1 0,0 2 1 15,-1 0 1-15,1-2 1 0,0 2 1 0,0-2-2 16,-3-3-7-16,-1 1 9 0,0-7-6 0,-1 4 7 16,-3-3 0-16,-2 5-1 0,-3-1 5 0,-2-1-5 15,-2 5 2-15,0 2 1 0,0 5-2 0,9 5 0 16,-22 6-5-16,-5 5-11 0,-5-16 3 0,-1 14-8 16,-7 9-21-16</inkml:trace>
  <inkml:trace contextRef="#ctx0" brushRef="#br0" timeOffset="119749.62">28835 12233 25 0,'0'0'9'0,"0"0"10"0,-2 0 30 16,0 0 10-16,1 0 2 0,-1 0-8 0,0 0-14 15,0 0-1-15,0 0 3 0,0 0 6 0,0 0-7 16,1 0-1-16,-1 0-4 0,0 0-13 0,0 0-4 0,0 0-3 16,2 0 1-16,0 0 5 0,0 0-7 0,0 0 4 15,2 0-5-15,0 0 1 0,0 0-6 0,1 0 5 16,12-2-4-16,6 1 8 0,-1-1-5 0,2-2-1 15,6 0-1-15,-2 2 2 0,4-1 0 0,0-1 4 16,-2 0-3-16,1 1 3 0,-3-1-5 0,-2 0-8 0,-1 0 4 16,-5 1-3-16,-1-1-7 0,-2 2 10 0,-2 0-9 15,-4 0 3-15,-1 2-6 0,1-1-2 0,-5 1-2 16,-3 0-10-16,3 0-40 0,0 0-9 0,0 0-24 16,-3 0-169-16</inkml:trace>
  <inkml:trace contextRef="#ctx0" brushRef="#br0" timeOffset="119907.75">28700 12425 573 0,'0'0'47'0,"0"0"-27"15,-2 0 44-15,0 0-14 0,0 0-29 0,0 0-2 16,0 0 5-16,1 1-4 0,-1 1 13 0,2 0 3 16,0 0-5-16,0 0 3 0,2 0-13 0,-1-1 5 15,3 1-7-15,28 13 5 0,-3-6-16 0,14-1 2 16,0-3 0-16,1-3-3 0,6-2-17 0,2 0-14 15,-1 0-6-15,-3 0-7 0,-2 0-78 0</inkml:trace>
  <inkml:trace contextRef="#ctx0" brushRef="#br0" timeOffset="120836.96">30607 12103 165 0,'0'0'30'0,"0"0"5"0,-2-2 23 0,0 1 4 16,0-1-8-16,0 0-5 0,0 0 2 0,0 0-6 0,1 0-21 15,-1 0-15-15,0 1-1 0,0-1-2 0,2 0 1 16,0 0 6-16,0 0-3 0,2-2 3 0,0 1-8 0,0-1 10 16,1 2-1-16,21-15 4 0,-3 6 0 0,-1 2 2 15,3 0-1-15,1-1 1 0,-2 3-6 0,0 1-6 16,2 3-4-16,-3 3 1 0,-1 0 2 0,-1 2-7 15,-1 1 8-15,1 5-7 0,-4-1 6 0,0 2-1 16,-2 1 0-16,-2-8 1 0,2 16 7 0,-6 3-4 16,2 3 4-16,-3 2-4 0,-2 2 4 0,-1-1-7 15,14-2-2-15,-4 2 0 0,-5 1-2 0,-5 0 6 16,-3 4-2-16,0-1 2 0,-2-3-3 0,1 2-5 0,-3-2 0 16,-2-1-1-16,1 1 0 0,-3 2 6 0,1-4-2 15,-4 2 3-15,0-2 0 0,-1-4 0 0,1 2 1 16,0-3-2-16,0-3 2 0,-4 3-5 0,13-6 6 15,-16-1-6-15,-1-1 9 0,-1-1-8 0,1 1 0 16,-1-6-2-16,1 0 4 0,1-3-3 0,-1 9 6 0,2-4-5 16,-3-1 9-16,3-4 6 0,1-4-3 0,4 0 4 15,5-2-6-15,1 0 0 0,-1-2-2 0,1 0 2 16,6 3 1-16,-1-18-15 0,-11 2 5 0,5 1-7 16,0-5 2-16,5 4 6 0,0-1-3 0,2 1 3 15,2 0-5-15,3 1 3 0,3 1-2 0,1-2 2 0,-7 4-6 16,22 4 4-16,-2-4 1 0,4 0 2 15,0 2-9-15,-2 1 7 0,0-1-7 0,1 4 8 16,-3 1-4-16,0 3 0 0,-1-12 0 0,-1 5-1 0,-3 5-18 16,-2 1-9-16,-2 0-9 0,-2 3-1 0,-2 1-41 0,-2 0-142 15</inkml:trace>
  <inkml:trace contextRef="#ctx0" brushRef="#br0" timeOffset="121280.37">31346 12491 365 0,'-2'0'55'0,"2"0"-59"0,-2-2 59 0,0 1-27 16,0-1-16-16,0 0 4 0,0 0-2 0,1 0 1 15,1 0-8-15,0-1 3 0,0-3 4 0,1-9-1 16,1-2 6-16,2-1 6 0,3-2-3 0,1 1 5 16,-1 0-8-16,2-1 6 0,1 0-2 0,-1 1 2 15,0 0-2-15,-1 5-4 0,1-3-2 0,-3 4 0 16,-1 0-5-16,-1 4 2 0,0-1-3 0,-1 1 1 0,-1 2-6 16,0 1 3-16,-2 2 2 0,0 2-2 0,2-1-5 15,0-1 3-15,0 0-7 0,-1 2 4 0,1 1-3 16,0-1 1-16,-2 0 6 0,0 2-5 0,0 0 5 0,0 2-1 15,0 0 0-15,0 1-1 0,0 1 0 0,-2 13-7 16,-1 1 3-16,-3 3-2 0,0-3 5 0,1 3 0 16,-1 1-6-16,3 2 2 0,1 2 0 0,2 0 3 15,0 0 2-15,0-4-3 0,2 2-6 0,1 1 8 16,1-3-5-16,0-2 7 0,1 3-8 0,3-5 7 16,-1 1 1-16,1-4 3 0,-1-1-2 0,-1-4-6 15,1 1 1-15,0-2-3 0,-1-1 0 0,-2-1-13 16,5-3 1-16,0 3-6 0,-1-3-11 0,-3-2-16 15,3 0-11-15,-3-2-1 0,3 0-44 0,-1-4-168 0</inkml:trace>
  <inkml:trace contextRef="#ctx0" brushRef="#br0" timeOffset="121481.7">31678 11717 1046 0,'0'-2'26'0,"-2"0"-13"0,0-1 25 0,0-1-8 16,0 0-24-16,1 1-6 0,-1-1-3 0,0 2 1 0,0 0 3 15,0 0-11-15,0 2 4 0,2 0-9 0,0 2 1 16,0 0-17-16,0 0-3 0,0 2-7 0,0 5-31 0,0 6-92 16,0 1-20-16</inkml:trace>
  <inkml:trace contextRef="#ctx0" brushRef="#br0" timeOffset="121850.83">31917 12439 640 0,'0'0'20'0,"0"0"0"0,0-2 7 0,0 1-5 15,0-1 0-15,0 0 6 0,2 0-12 0,0 0 5 16,0-1-9-16,0-1-4 0,-2 2-1 0,5-5-2 15,-1 1 1-15,0-1 4 0,0 1 3 0,-3 0 6 16,1 1-2-16,0-1 27 0,-2 4-7 0,0-1 2 16,0 1-6-16,0 0-10 0,0-2-9 0,0 1 2 0,-2-1-5 15,0 2-4-15,-1 0-3 0,-7 0-1 0,-12 0 0 16,-4 4 8-16,0 4-10 0,4 3 5 0,-2 2-6 16,7 0 3-16,4-1-6 0,-2-1 3 0,2 8-3 15,2-1 6-15,4 5-5 0,1-3 2 0,2 3-3 16,2-3 3-16,-12 5 1 0,4-5-1 0,5 3 3 15,3-1 6-15,2-3-6 0,2 5 4 0,1-3-4 0,3-3 3 16,1-1-2-16,-1-7 0 0,5 3 0 0,11-6-2 16,3 1 0-16,-1 1-1 0,5-3 0 0,3-2-1 0,1 0-3 15,5 18-6-15,-11-11-2 0,3-7-30 0,2-2-309 16</inkml:trace>
  <inkml:trace contextRef="#ctx0" brushRef="#br0" timeOffset="122501.68">30673 13182 295 0,'0'0'21'0,"-1"0"0"0,-1 0 10 15,-2 0-1-15,0 0-2 0,-3 0 13 0,-6 0 1 16,4 0 0-16,-3 0 0 0,-1 0-7 0,10 0 2 0,1 0 1 15,-2 0-1-15,0 0-6 0,1 0-16 0,1 0 5 16,0 0-7-16,0 0 3 0,0-2-7 0,2 0-1 16,0 0 0-16,0 1 3 0,2-1-1 0,0 0 0 15,5 2 0-15,18-4-3 0,-3 2 3 0,2 0-2 16,4-1 2-16,0 1-5 0,5 0 9 0,2 0 4 0,12-2 1 16,-1 1 4-16,12-3-1 0,10-1-6 0,3 1 5 15,7-1-1-15,4-1 10 0,-6 1 4 0,2-1 1 16,-6 3 6-16,-1-1-21 0,-4 3-1 0,1 1-6 15,-1 0-7-15,-2 2-3 0,-4 2 0 0,-5 0 0 16,-4 1-1-16,-9 1 3 0,-1 0 2 0,-6-2-2 16,-7-1-5-16,-4 1 0 0,-3 0 3 0,-4 0-1 15,-1 0 6-15,-6-2-5 0,-1 0-1 0,-3 0-1 16,-1 0-6-16,-5 0-6 0,1 0-6 0,2 0-2 0,0 0-52 16,-1 0-221-16</inkml:trace>
  <inkml:trace contextRef="#ctx0" brushRef="#br0" timeOffset="123161.88">30779 13806 390 0,'0'-2'19'0,"0"0"0"0,0 0 1 0,0-1 2 15,0-5-6-15,2-3 19 0,0 4 0 0,0-3-2 16,0 3-1-16,-1-2-10 0,-1 5 2 0,0-2 7 16,0 4-4-16,2-3 10 0,-2 1-12 0,2 0 1 15,0 1-4-15,0-1-1 0,-2 2-4 0,0 0-2 16,2 0 1-16,0 1 5 0,-1 1 3 0,1 0-2 0,0 1 1 15,0 1-4-15,-2 2-4 0,2 9-3 0,3 11-1 16,-1 0-4-16,0 0-4 0,0 2 7 0,-1 0-7 16,1 2 5-16,-2 0 0 0,0 0-2 0,0 2 1 15,-1-1-2-15,1 3-2 0,-2-2 6 0,0 1-4 16,0-1 8-16,0-2-8 0,-2 2 2 0,1-3-3 16,-3 1-1-16,-2 0 8 0,3-4-4 0,-1-1 4 15,-2-5-10-15,3-3 0 0,-1-2-3 0,0-2 1 0,2-4-3 16,0-3-7-16,1 0-9 0,-1 0-4 0,0-3-70 15,0 1-125-15</inkml:trace>
  <inkml:trace contextRef="#ctx0" brushRef="#br0" timeOffset="123651.58">30809 13628 644 0,'0'0'83'0,"0"-2"-91"0,-2 0 87 16,0 0-43-16,0 0-40 0,2-1 4 0,0-1-2 15,0 2 3-15,0-2-5 0,2 1 5 0,0-1 3 16,0 0 2-16,2-7 3 0,16 2 7 0,2 1-4 0,1-3 5 16,1 9-5-16,-2-13-9 0,-2 6 7 0,-3 5-8 15,0 3 9-15,-4 1-2 0,0 1 2 0,-6 1 0 16,-1 0 13-16,-4-2 0 0,0 4-2 0,9 13 0 15,-2 1-5-15,-3 4 1 0,-6-1-1 0,-2-3 0 16,-6 3-7-16,-1-6-3 0,5 3 1 0,-16-1-1 16,1-4-4-16,-1 2 2 0,-1-6-3 0,7-3 4 15,1 3-2-15,3-5-2 0,1 1 0 0,3 1-1 0,5-4-6 16,-1-1 2-16,2 1 2 0,0 0 0 0,-4 2 0 16,2 0-4-16,0-1 0 0,0 1 1 0,2 0 9 0,0-2-4 15,2-1 3-15,0 3-4 0,6 0 3 0,16 7-3 16,2-2-2-16,5 1 1 0,-3-5 0 0,4 1 1 15,1-1 4-15,-5-1-3 0,2 0 3 0,-8-1-4 16,0 1 0-16,-5 0 0 0,3 1 0 0,-7-1 1 16,-5-2 1-16,-3 0 1 0,-1 0 10 0,0 0 4 15,-2 1 3-15,0 1-1 0,-2 0 4 0,0-1-12 16,-2 3 4-16,-2 1-5 0,-15-1 10 0,-18 1-14 16,-2 3 3-16,-5-3-6 0,7-1 4 0,3 1-4 15,1-3 1-15,5 1-2 0,0-1-5 0,6-2 0 0,1 13-5 16,5-6 2-16,3-3-12 0,1-3-38 0,5-1 0 15,3-2-21-15,2 0-73 0</inkml:trace>
  <inkml:trace contextRef="#ctx0" brushRef="#br0" timeOffset="124278.7">31422 13503 470 0,'0'0'19'0,"-2"-2"-2"0,0 1 5 15,-2-1 1-15,0 0-8 0,3 2-11 0,-5-4 15 16,0 0-6-16,-1-1 9 0,5 1-10 0,2 2-9 16,0 0 2-16,-2-1-4 0,0-1 5 0,1 0 2 15,-1 1 2-15,2-1-1 0,0 0 1 0,2 2 2 16,-1-1-6-16,1 3 5 0,17-12-3 0,1 5 2 0,-3 1-2 16,0 3 0-16,1 1-1 0,3 2 2 0,-3 0 2 15,3 2-2-15,-3 1-4 0,-1 3 6 0,0 0-6 16,-1 1 6-16,-1 0-4 0,0 3-4 0,0-8 7 15,-2 18-7-15,-4-1 12 0,1 7-3 0,-5-2 3 0,1 0-1 16,-1 6 12-16,-1-1-10 0,-2-1 4 0,0 4-6 16,14-5-1-16,-4-1-3 0,-5 4-1 0,-3-6 1 15,-2 2 1-15,-2-3-3 0,0-1-1 0,-2 0-1 16,-2-1-5-16,0-1 5 0,1 0 2 0,-1-3 1 16,0 0 6-16,0-4-6 0,1 0 2 0,-1-2-3 15,0 0 1-15,1-2-3 0,-1-1 4 0,0-3-2 16,0 1 8-16,-10-4-5 0,-1 2-3 0,-4 9 2 0,1-4 3 15,-1-4-4-15,-1-1 4 0,-1-4-5 0,1-2 0 16,1-1 7-16,2-3-2 0,-1-3 4 0,3-1-3 0,0 9-2 16,0-18 4-16,8 2-2 0,-1 1 3 0,-1 3-7 15,2 0 0-15,1 0-2 0,2 0-4 0,3 3 1 16,1-1-5-16,0 0 3 0,1 2-10 0,3-1 9 16,2 1-4-16,1 0 5 0,14 1-8 0,-1 1 6 15,0 0-1-15,1 1 2 0,-1-1-12 0,-1 3-4 16,-1 2-6-16,-1-9 2 0,0 2-13 0,-6 3-54 15,0 2-22-15,0 1-20 0,0 1-163 0</inkml:trace>
  <inkml:trace contextRef="#ctx0" brushRef="#br0" timeOffset="124857.04">32044 13526 626 0,'-2'-2'50'0,"-2"-4"95"16,0-12-128-16,-7 3-3 0,4 2-6 0,5 7 3 15,-4 1-5-15,4-3 1 0,1 4-4 0,1 3 4 16,-4-3 3-16,0 0 0 0,0 0 4 0,1 1-3 0,1 1 0 16,0 0-5-16,0 0 3 0,0 0-4 0,0 0 2 15,1 1 3-15,-1 1 0 0,0 0 1 0,0 0 3 0,0 1-7 16,0 1 0-16,2 0-2 0,0 2 5 0,0 9-8 15,2 5 3-15,0 7-4 0,2-1 4 0,1 0-6 16,1 0 4-16,-1 2-4 0,1 2 9 0,0-6-5 16,-1 2-5-16,1 2 2 0,-1-4 0 0,-1 1 0 15,0-3 7-15,-2-3-6 0,-1 0 5 0,1-3 2 16,2 3-9-16,2 0 6 0,-3-4-10 0,1 0 9 16,0-2 0-16,-1 0 3 0,1 0-4 0,-2-3 0 15,0-1 0-15,0-1 1 0,-2-3 2 0,2 1 1 0,-2-2 5 16,0 0-4-16,1 2 4 0,1-1 4 0,0 1-1 15,0-2 3-15,0 0 3 0,0 0 0 0,0-1 0 16,1-1 0-16,1 0-7 0,0-1-5 0,-1-1 0 16,9-6-3-16,-3 1-5 0,2-2 3 0,-5-10 1 15,1-3 1-15,0-1 3 0,1-1-9 0,1 0-1 16,-3-4-3-16,-1 0 4 0,3-1 4 0,-5-1 0 0,3-3 0 16,0-1-8-16,-3-1 7 0,1-2-3 0,2 3 5 15,-3-1 0-15,3 5-6 0,-2 3 2 0,1 2-3 16,1 5 2-16,-3 5 0 0,1-2-2 0,0 6 1 15,0 2 1-15,-1-2-4 0,1 3 5 0,2 5-4 16,-3-1-2-16,1 2 4 0,-2 0 0 0,0 2 1 0,1-2 0 16,-1 2-18-16,0 0 2 0,0 0-8 0,2-3-10 15,-1 1-7-15,1 0-10 0,0 0-8 0,-2 2-137 16</inkml:trace>
  <inkml:trace contextRef="#ctx0" brushRef="#br0" timeOffset="125232.08">32452 13886 605 0,'0'0'10'0,"0"-2"2"0,0 0-10 0,0 0 2 16,-2-2-5-16,0 1 14 0,2-1-12 0,0-3 8 15,-1-3-8-15,-1 1 9 0,0 2 13 0,0-1 1 0,0 1 7 16,0 1 19-16,0 1 1 0,1-1-4 0,1 4 3 16,-2-2 5-16,-2 1-13 0,0-1 8 0,1 2-11 15,-9-3-17-15,1 1-1 0,0 2-7 0,0 2 4 16,-2 0-11-16,0 2-4 0,0 2 0 0,2 1 1 16,0 3 3-16,1-1-7 0,1 0 3 0,2 10-3 15,-1-2 2-15,5 0 2 0,-7-2-1 0,3 0 2 16,-1 0-3-16,3 0 6 0,1 0 0 0,2 0 1 15,0 2-5-15,2-2 1 0,0 0 0 0,2-2 1 0,2 0-5 16,0 0 6-16,-1-2-5 0,3 1 5 0,0-1-7 16,-3-3-14-16,3 1 1 0,-4-3-8 0,0-2-13 0,3-1-17 15,1 3-2-15,-1 0-8 0,3 0-40 0,-1-3-93 16,2 1-20-16</inkml:trace>
  <inkml:trace contextRef="#ctx0" brushRef="#br0" timeOffset="125656.88">32601 13936 502 0,'0'0'43'0,"-2"0"84"0,0 0-113 0,0 0 9 0,0 0-3 16,0 2 6-16,1 0 3 0,-1-1-11 0,0 1-3 16,0 0-2-16,0 0-5 0,0 0 9 0,2 0-2 15,0 0 4-15,0-1 0 0,2 1 5 0,0 0 0 16,0-2 1-16,2 0 2 0,14 0 1 0,4-2-4 15,-1-1 1-15,-1-3-13 0,1-1-5 0,1-3 2 0,0 1-3 16,-1 0 6-16,-7 1-8 0,1-1 6 0,-7 3-6 16,3 1 7-16,-4-8-6 0,-5-2-4 0,9 0 2 15,-3 0 7-15,-1-1-7 0,-3 4 8 0,-2 1-8 16,-2-4 1-16,-2 1 5 0,-2-5-7 0,0 6 6 16,1 2-10-16,1 5 8 0,0 3 1 0,0-1 2 0,-2 2-8 15,-5-5 1-15,-6-3-2 0,-5 1 1 0,5 4-2 16,-2-1 9-16,2 4-5 0,4 2 7 0,-7 4-13 15,-3 1 7-15,1 5-3 0,1-1 5 0,1 2-11 16,1-9 10-16,0 18-7 0,4 4 7 0,2-5-8 0,0 1 0 16,2 1 5-16,0-3-2 0,1 3 6 0,3-3-4 15,1 1-2-15,2 1-1 0,-13 1-5 0,6-3 11 16,1 5-1-16,3-5 6 0,3 1 1 0,2-1 3 16,2 1 3-16,2-2 0 0,1-2 8 0,3-2-12 15,-5-4 4-15,18-4-6 0,8 1 3 0,3-4-4 16,9 20-3-16,3-9-1 0,1-9-6 0,-1-4 2 15,-1-6-5-15,-2-7-1 0,2-2-51 0,-4-1-310 16</inkml:trace>
  <inkml:trace contextRef="#ctx0" brushRef="#br0" timeOffset="130375.67">32463 12142 103 0,'0'0'29'16,"0"0"-5"-16,0-2 16 0,0 1 7 0,0-1-12 15,0 0-2-15,0 0-1 0,0-2-7 0,0 2 2 0,0-1-12 16,0-1-2-16,0-2 3 0,0-5-4 0,0 2-3 0,0 2 2 16,0-1 0-16,-2-3 2 0,-1-4 12 0,1 4-17 15,0 0 6-15,0-2-9 0,0 0 4 0,0 2 10 16,-1-2-6-16,-1 0 7 0,-2-4-10 0,1 0 8 16,-3 1-3-16,1-1 4 0,1 6-5 0,-1-2 2 15,0 0 1-15,-3-2 0 0,-1-2-11 0,0 0 9 16,9 1-9-16,-15-1 10 0,4 4-3 0,-3-4-6 15,-3 3 7-15,4 2-7 0,-5 1 10 0,-2 0-3 16,-1 4-3-16,-3-3 0 0,0 3-10 0,4 1 9 16,-6-1-1-16,6 3 3 0,3-1-3 0,-7 1-5 0,-2 0 2 15,8-1-4-15,-10 1 6 0,8 0-3 0,4 1 6 16,-8 1-5-16,1 0 11 0,5 0-11 0,-4-2 2 16,7 2-3-16,-3-1 8 0,1 1-4 0,1 0-1 15,-1-11 0-15,-1 2 0 0,1 3-5 0,2 3 1 16,-3-1-2-16,-1 3 2 0,3-1 2 0,-1 2-2 0,-1 0 1 15,-1 0-6-15,-1 2 1 0,0 0 5 0,-2 0-2 16,-2 0 0-16,2 0 4 0,-6 0-6 0,-2 0 6 16,6 0-7-16,-3 0-1 0,6 0 2 0,1 0-1 15,2 0 0-15,-3 0 3 0,-3 2-3 0,4-2 4 16,-6 2 0-16,6-2-5 0,-2 2 3 0,2 0-3 16,1 0 6-16,3-1-3 0,-1 1 2 0,2 0-4 0,-3 0-4 15,1 0 4-15,3 0 0 0,-1 0 3 0,0-1 3 16,-1 3-10-16,3-2 4 0,-6 2-5 0,3-1 10 15,-3 1-2-15,-3 0-3 0,2 0 1 0,0-1-1 0,-4 3 2 16,-4-1 3-16,2 1-2 0,-3 0 3 0,3-1-2 16,2 1 0-16,-2 1 0 0,4-1-5 0,-8 1 4 15,4-1-1-15,2-1 4 0,-2 3 2 0,4-3 1 16,2 3-3-16,2-1 2 0,1 1-11 0,0-1 7 16,1 0-2-16,1 3 5 0,0-1-2 0,4-2-6 15,-1 3 1-15,-1 1-2 0,2-7 2 0,2 18-4 16,1-4 5-16,3 3-2 0,-1 1 5 0,5-3-6 15,-3-1 2-15,2-3-3 0,3 4 7 0,-14 3-4 16,5-5-1-16,3 3-1 0,1-3 5 0,3-2-3 0,1 3-1 16,2-1 0-16,0-2 3 0,0 0-7 0,0-1 5 15,0 1-7-15,2 0 12 0,1 0-9 0,1 0 8 16,0-2-7-16,1 4 7 0,1-4-6 0,1 1 1 16,1 1-3-16,-1-2 5 0,1 0-1 0,-1 0 2 0,2 0-1 15,-3-2 5-15,11 1-6 0,1 1-4 0,1-2 0 16,1 0 2-16,8 0 3 0,2-2 0 0,-4-1 0 15,7-1-5-15,-1-1 2 0,1 1 2 0,3 1 0 16,-3-3-3-16,2 1 3 0,-3-1 0 0,3-1 1 16,-7 2 5-16,-2 1-5 0,-2-2 1 0,-2 1-2 15,2 1-4-15,-1-1 4 0,-3 1 0 0,1 3 2 16,1-3-3-16,0 2 2 0,-1 1-4 0,-1-1 5 0,-1 2-1 16,1 0-4-16,-1 2 5 0,-1-2-3 0,1-1 7 15,-3-1-10-15,-1 0 3 0,0 4-5 0,0-3 6 0,5 4 6 16,1-2-3-16,-6-1 2 0,0 0-5 0,-1 0 2 15,-2 2-2-15,2 2 0 0,3-4-9 0,-2 0 8 16,2-2 0-16,-2-3 2 0,-1 7-1 0,-1 0 2 16,-3 4 0-16,1-1 1 0,-2 1-8 0,-3-2 5 15,1 0-3-15,-3 0 4 0,1 0 0 0,-1-4-3 16,0 4 5-16,0-1-3 0,5-1 1 0,0 2 2 16,-2-2-3-16,-1-2 1 0,0 1-2 0,-3-1-1 15,1 0 3-15,0 0-1 0,-1 0-1 0,-1 0 3 0,0 0-5 16,0 2 5-16,0-1-1 0,0 0 1 0,0 1-2 15,-1 0 1-15,-1 0-2 0,0 2 0 0,0 2 1 16,0 0-1-16,0-1 1 0,-1 3-3 0,-1 1 4 16,-2 1-2-16,0 1 8 0,-1 2-7 0,-1 2 2 0,1 6-3 15,-3-2 4-15,1-1-3 0,-1 5 0 0,3-10 0 16,-1 6-1-16,1 3-4 0,1-5 4 0,2 5-3 16,0-7 9-16,0-3-2 0,1-3-3 0,-1 0 1 15,2 3 0-15,0-7-5 0,0 1 5 0,0 0-4 16,0-2 8-16,2-2-5 0,1 1-1 0,3-1-1 15,1 4 3-15,3 0-5 0,-3 1 4 0,2 1-3 16,-1 0 6-16,-1 3 0 0,2 0-2 0,-1 0 2 0,-1 4-3 16,1 0-3-16,-3 4 3 0,1-2-3 0,-3-2 5 15,1-2 1-15,0-2-3 0,0 3 0 0,-1-1 0 16,3 0-2-16,1 2 2 0,1-2-2 0,1 0 5 0,0 0-7 16,1-3 4-16,-1-1-6 0,2 2 14 0,2 1-8 15,0-3 1-15,0-1-3 0,-11-1 5 0,15-3-2 16,-1 2 2-16,3-4-3 0,-2 2-7 0,1 1 8 15,3-5-3-15,1 6 5 0,2-4 0 0,2 2-3 16,2-2 5-16,3 0-5 0,1 0 1 0,3-2-1 16,1 0 0-16,-5-3 0 0,3-3 2 0,1 3-1 15,-2-5 2-15,2 1-2 0,4-2-5 0,-5 18 5 16,1-7-3-16,-3-5 5 0,-4-4-3 0,1-3 2 0,-1-1-1 16,0-1 1-16,0-3-4 0,-2-2 1 0,2-1-1 15,0-1 1-15,-1 1 0 0,3-2 5 0,-4-2-2 16,6-2 4-16,-4 0-6 0,5-6-3 0,2 0 5 15,-3 1-2-15,-3 10 1 0,3-19 0 0,0-3-3 0,-3-4 2 16,5 3 4-16,-6-1-5 0,-6-1 0 0,0-1-2 16,-1 1 7-16,-5 0 0 0,1 3 1 0,-4-2-2 15,-2 3 4-15,-2-3-7 0,-5-1 1 0,5 1-3 16,-1-1 4-16,-3-1 4 0,3 1-6 0,-6-2 6 16,0 1-2-16,1-3-7 0,20-2 7 0,-9-6-7 15,-6 1 7-15,-4-8 1 0,-4-2-3 0,0-3 2 16,0-3-1-16,-2 3 0 0,-2 1 0 0,2 2-1 0,-3 0-2 15,1 2-3-15,0 4 3 0,-1 1-1 0,1 1 2 16,-2 0 0-16,1-4 3 0,-1-8-3 0,1-1 3 0,-1-8 0 16,-1-2-2-16,-3 4 1 0,-5 0 1 15,2 9 5-15,0 6 1 0,-1 4 2 0,-1 1-4 0,-2 6-6 16,-3 0 0-16,18 4-2 0,-26 0-2 0,-2 3-5 16,0-3 0-16,-7-2-3 0,0 0-16 0,-4-8-56 15,-3-1-24-15,3-1-16 0,-4-7-120 0</inkml:trace>
  <inkml:trace contextRef="#ctx0" brushRef="#br0" timeOffset="131843.72">19934 3055 441 0,'0'-1'41'0,"0"-1"14"0,2-15-28 15,3-15-27-15,1 10 0 0,0 2 6 0,-3 5-2 16,3-2-2-16,-1 4-1 0,-1 4-1 0,2-2-1 16,-1 0 0-16,3 0 1 0,1-4 0 0,-2 4 5 0,-5 3-3 15,13 1 5-15,-2-1-3 0,-2 1-3 0,2 1 5 16,0-1-5-16,0 3 4 0,-2-5-4 0,-1 3 1 0,-3 3 0 15,1 3 12-15,-5 0 11 0,1 0-1 16,-2 0 5-16,0 11 13 0,20 26-12 0,-9 4 7 0,-9-2-10 16,-2 3-12-16,-2-3 2 0,-2-3 1 0,-4 1-1 15,1-8-6-15,-1-1 9 0,0-4-5 0,3-1 9 16,-1-3 3-16,0-3-3 0,2 0 2 0,1-4-2 16,1 0-9-16,0-4 4 0,0 0-9 0,1-1 7 15,1-1-10-15,-2-5 7 0,0 0-2 0,13 7 3 16,8 2-6-16,3-3 3 0,11-7 0 0,2-1 0 0,2-7 3 15,6-4-9-15,-4-2 3 0,1-4-5 16,9-5 0-16,1-4 8 0,3 20-4 0,6-31 4 0,-5-9-12 16,2-6 6-16,3-6-6 0,6-9 5 0,3 6-4 0,10-2-13 15,8 2 0-15,-3 9-8 0,0 3-25 0,-5 7-18 16,-13 5-10-16,2 3-8 0,-10 4-94 0</inkml:trace>
  <inkml:trace contextRef="#ctx0" brushRef="#br0" timeOffset="134451.7">14011 9131 45 0,'0'-2'12'0,"-2"0"21"0,0 0-8 0,1 0-5 0,-1 0 1 15,0 1-4-15,0-1 7 0,-2 0 2 0,1 0 0 16,-1 0 0-16,-7-3-12 0,-2 1 6 0,0 0 3 15,2 2 1-15,-2 2 1 0,0 0 6 0,-2 0-3 16,-4 0 4-16,4 0 1 0,-3 0 3 0,-1 0-5 0,2 0 3 16,1 0-4-16,1 2-6 0,-4 0 1 0,3 0-6 15,-3 0-13-15,-1 1 3 0,3 1-2 0,-4 0 4 16,7 0-4-16,-1 1-4 0,-2 3-2 0,2-3 1 16,-2 3 1-16,3-1-5 0,1 0 2 0,0 1-2 15,0-1 6-15,2 1-6 0,1-3 4 0,5-1-4 16,-3 0 5-16,5 5-1 0,-3 2-2 0,0 0 2 0,5 4-2 15,-5 0-2-15,4 2 3 0,-2-1-4 0,3 3-1 16,-1 1 10-16,-4 1-6 0,2 7 8 0,3-4-13 16,-5 4 4-16,0 3-1 0,1-5 2 0,-4 2 2 15,5-2 1-15,0 0 1 0,0 0-2 0,-10-4-8 0,2 1 7 16,5-5-2-16,1-3 3 0,1 2-2 0,1-2-4 16,2-1 2-16,0 1-1 0,1-2 4 0,-1 2 3 15,0 2-3-15,2-2 3 0,0 0-4 0,0-1 0 16,0 1-1-16,0 0 0 0,0 0 1 0,0 2 0 15,2-1 0-15,1 3-2 0,1-1 1 0,0 1-1 16,0 1 6-16,1 3-4 0,1 3-1 0,1 3 3 16,-1 1-2-16,-1 2 2 0,1 3-11 0,-2 0 11 0,-3 1-6 15,1 1 8-15,0-6-7 0,-2 3 5 0,0-5-2 16,2-1 5-16,0 0-1 0,2-2-4 0,-1-4 3 16,1 1-5-16,0-5 1 0,-1 1-2 0,1 1 4 15,-2-1-2-15,2 1 0 0,-2-1 3 0,1 1-2 16,1 1 3-16,-2-1-10 0,2 2 8 0,-3 1-4 0,1-1 5 15,0 0-2-15,0-1 5 0,2 1-3 0,-2-2 3 16,3 4-6-16,1-1-5 0,1 1 2 0,4 6-2 16,0-6-2-16,2 5 8 0,0 1-1 0,0 0 3 15,0 3 3-15,-3-3-5 0,1 2 0 0,-4-3 0 16,2 5 1-16,-1-5-1 0,-3 1 2 0,-1-6-2 16,0 0-1-16,0 4-1 0,-1-6 2 0,1 3-1 0,0-3 2 15,1 0 1-15,1 2-3 0,-1-1 1 0,3 1-3 16,-1 2 0-16,3-2 3 0,-1 0-1 0,0 0 5 15,2 0-9-15,0 0 4 0,2 2-6 0,0-1 1 0,2 1-2 16,-2 0-1-16,-2-6 3 0,2 8 7 0,-1-2 0 16,-1-2 3-16,0 0-3 0,0 0-3 0,-2-3 8 15,4 5-7-15,-2-2 7 0,-1-4-9 0,3 8 11 16,-4-8-5-16,2 1 6 0,2 1-12 0,-2-5 3 16,2 1 1-16,-11 3 1 0,15-3 7 0,3-3-8 15,3-2 4-15,-3 0-5 0,2-2 2 0,2 4-2 16,-3-5 3-16,9-1-3 0,-4 0 8 0,-1 0-9 15,3 3 0-15,-9-5-3 0,3 2 8 0,0-3-3 16,-5 1 4-16,4-3-5 0,1 2-3 0,2-5 7 0,2 3 0 16,-2 13 4-16,0-6 7 0,0-4-9 0,1-1 0 15,-1-4-4-15,-4 0-1 0,1-2 0 0,1 0 5 16,0-2-4-16,2-2 2 0,-1 0 2 0,-3 1-3 16,-1-1 2-16,-1 0-3 0,-1 1 2 0,-2-1-3 0,-2 0 2 15,0 0 0-15,0-1-3 0,0-1 5 0,0 1-3 16,0-3 7-16,0-1-3 0,-4 2 0 0,4-3-1 15,-4-6 1-15,6-5-1 0,4 1-2 0,-5-6 2 16,5 2-2-16,-2-6 3 0,-4 0-6 0,0 4 2 16,0-4-6-16,-6-1 8 0,4-1 2 0,-1-3 2 15,-1-2-8-15,-4 5 6 0,3 1-4 0,-4-3 6 0,-1 3-9 16,1-3 2-16,-2-1 3 0,2-2-1 0,18 0-2 16,-7 0 10-16,-6-2-10 0,-3 0 9 0,-3 0-17 15,1-4 13-15,-4-5-6 0,0-4 9 0,-2-4-7 0,-2-7 6 16,-1 2 1-16,-1-2-1 0,-1-1-8 0,-1 5 6 15,3 3-2-15,3 2 6 0,2 4-4 0,0 4-5 16,-2-2 1-16,-2 3-2 0,-3-3 0 0,-2-6 0 16,-1-4-1-16,-4-5 1 0,1-4 3 0,0 2-5 15,0 0 6-15,3 0-5 0,-1 8 13 0,-2 1-12 16,2 6 1-16,-2 4-3 0,0 1 14 0,2 1-8 16,0 1 4-16,0 2-6 0,-2-4 7 0,1-3-1 15,-1-2 0-15,0-2-1 0,1-2 9 0,-3 8-3 0,0 3 3 16,-2 0-3-16,0 8 4 0,-1 2-4 0,-1 5-8 15,14 7 3-15,-19 3-15 0,-2 5 1 0,1 0-7 16,-4 4 2-16,3 3-25 0,0 0-32 0,-4 1 3 16,4 3-22-16,-4-2-87 0</inkml:trace>
  <inkml:trace contextRef="#ctx0" brushRef="#br0" timeOffset="135214.41">11772 4160 294 0,'0'0'5'0,"0"0"6"0,0 0 8 0,0 0-6 0,2 0 5 16,0 2-6-16,-1 0 3 0,1 2-4 0,2-1 0 15,0 10-1-15,7 4-3 0,4-2 9 0,0 2-7 16,3-3 7-16,3-1-7 0,1 2 8 0,4-4 8 0,-2 1-2 16,-5-7 14-16,1-1 2 0,-1 0-4 0,3 10 4 15,9-1-2-15,1-3-2 0,0-7-5 0,-1-3 2 16,1-1-9-16,-3-5-8 0,7-3 4 0,-3-2-6 15,0-2 6-15,5-6-10 0,1-1 4 0,1-1-6 16,7 17 6-16,9-25-3 0,10-3 0 0,11-3-2 16,6-2-12-16,3 0-45 0,-7-8-10 0,-3-5-17 0,-9-2-90 15</inkml:trace>
  <inkml:trace contextRef="#ctx0" brushRef="#br0" timeOffset="136286.54">17641 10592 244 0,'0'-2'0'0,"-2"0"11"0,0 0 112 0,0 0-31 0,1-1 6 16,-1-1-58-16,0 0-10 0,0 1-17 0,0-1-3 16,0 2 0-16,0 0-10 0,1 0 7 0,1 0-5 15,0 1 7-15,0-1 3 0,0 0 8 0,0 0 9 0,0 0-2 16,1 2 22-16,1 0-3 0,0 0-1 0,0 2 0 15,0 0-4-15,0 2-6 0,0 9 0 0,-1 5-3 16,1 1-10-16,0-1-8 0,0 1 6 0,-2-2-5 16,0-3 7-16,0-1-5 0,0-1-2 0,0-3 2 15,0-4-1-15,0 1-3 0,0-2 5 0,0-2-4 16,2 1 1-16,2 1-7 0,7 2 1 0,11-1-1 16,2-5 9-16,8-7-12 0,9-10 0 0,9-9-3 15,17 20 5-15,18-33-7 0,6-3 0 0,17-10-6 0,-4-9-26 16,0-10-25-16,7-14-5 0,10-3-9 0,16-1-47 15</inkml:trace>
  <inkml:trace contextRef="#ctx0" brushRef="#br0" timeOffset="177295.7">20129 9630 60 0,'0'0'0'0,"0"0"6"0,0 0 73 0,0 0-7 16,-2-2 8-16,0 2-30 0,0 0-5 0,1 0-21 16,-1 0 5-16,0 0-5 0,-2 0 10 0,0 0 50 15,1 0-20-15,-3 0 28 0,-3 0-52 0,0 0-6 16,-1 0-6-16,1 0 1 0,-2 2-7 0,2 0-2 15,-3 0-1-15,-2 2-1 0,4-1-1 0,-1 3-7 0,-2-1 3 16,-2 5-5-16,0-1 4 0,1 0-1 0,-3 1 1 16,4-3-2-16,-6 4 3 0,1 0-1 0,1 0 1 15,-5 4-2-15,3-2-1 0,3-9 2 0,-1 13-4 16,4 3 2-16,0 1 3 0,-2 1-10 0,4 4 5 0,-2 0-7 16,-2 2 0-16,4 1 1 0,-2 5-2 0,7-1 0 15,-1 6-3-15,-17 4 1 0,11-2 1 0,3 1 0 16,5 3 1-16,1-4-2 0,0 3 3 0,3 1-3 15,1-2 2-15,0-2 1 0,0-4-1 0,0-4 1 16,0 2 3-16,1-1 3 0,5-1-3 0,0 2 3 16,1 3-7-16,2-3-1 0,4 4 4 0,2 0-3 0,2 2 9 15,0 3-2-15,-1 3 1 0,3-1-2 0,-1 1 1 16,1-7 6-16,-2-2-4 0,-1 1 4 0,1-8-6 0,2 2 6 16,-1-3 9-16,-3-6-2 0,-11-1 7 15,16-5-7-15,-1-1-4 0,-3 0 0 0,3-1-7 0,0-3-6 16,-3 0-1-16,1-2-1 0,0 1 0 0,-2 1-3 15,-1-2 0-15,-1 0-3 0,0-4-12 0,-1 1-31 16,-1-3-27-16,0-1-8 0,0-2-154 0</inkml:trace>
  <inkml:trace contextRef="#ctx0" brushRef="#br0" timeOffset="178186.71">20597 10378 117 0,'0'-1'68'0,"0"-1"-42"16,0-2 64-16,2-3-20 0,5-12-41 0,-3 6 3 15,1-2 2-15,1-3-2 0,-2 5-11 0,1-4-5 16,1-2-6-16,-2 4 4 0,1-7 2 0,1 2 1 15,-1 1 1-15,-1 1-1 0,0-1 5 0,-1 2 4 16,1 1-1-16,-2 1 1 0,0 0 3 0,-2 0-12 16,0 4 10-16,0 0-10 0,0 1 6 0,0 3-3 0,0 1-2 15,-2 1 1-15,0 1 2 0,0 0-7 0,2 3-2 16,-5-3-1-16,-14-9-7 0,4 5 3 0,0 5-1 16,-7-1 1-16,7 4-8 0,-3 0 5 0,1 0 1 15,-5 4 2-15,1-1-5 0,-1 5 1 0,0-1 0 0,1 3 1 16,1 3 0-16,1-8 1 0,5 25-3 0,-1 0 2 15,4 5-4-15,-1-2-5 0,1 1 4 0,4-3-3 16,3-1 12-16,-14-2-10 0,8-10 2 0,5 5-5 16,3-5 16-16,2-1-8 0,2-2 9 0,1-2-9 15,-1-6 10-15,0-3-3 0,2 0 0 0,7 3 1 16,9 4 1-16,3-3-5 0,6-3 5 0,1-5-4 0,2-3 6 16,3-9-10-16,-5-2-1 0,-1-3-2 0,1 15 2 15,-4-22-3-15,-2-4 0 0,-3 2-2 0,-1 0 4 16,-5 0-2-16,0 2 5 0,0 3-4 0,-4 3 5 0,0 3-4 15,-4-2 1-15,-1 4-2 0,-1 0 0 0,-3 4 0 16,2 3 0-16,-2 3 1 0,-2 1 2 0,4-2-4 16,-1 0-1-16,1 3-1 0,-2-1 6 0,0 0 1 15,0 2 0-15,-1 0-1 0,-1 2-5 0,0 0 0 16,0 25 1-16,0 5 0 0,-1 1-1 0,-3 1 1 16,0-1-3-16,0 1 3 0,3 1-2 0,-1-2 7 15,0-1-4-15,0-2 5 0,0-4-7 0,0-2 1 16,2 0-3-16,-2-5 2 0,1 1-3 0,-1-2 6 15,-2 1 3-15,2 0 1 0,-2-1-11 0,1-1 9 0,-1-2-4 16,-2 1 6-16,1-3-6 0,-3 0 9 0,1 0 2 16,0-1 1-16,1-3-4 0,-11-4 13 0,1 3-8 15,1-3 9-15,-6-1-8 0,5 0-3 0,-5 0 0 16,-1-3-1-16,3 1-7 0,-1 13 6 0,-4-4-3 0,0-3 4 16,-2-3-8-16,3-1-1 0,5-2-1 0,-1 0 0 15,4-2-2-15,-1 0 1 0,-1 0 1 0,4 0-1 16,2 0 1-16,2 0-21 0,3 0-1 0,2 0-12 15,2 0-37-15,-1 0-21 0,-1 0-5 0,2 0-11 16,0 0-84-16</inkml:trace>
  <inkml:trace contextRef="#ctx0" brushRef="#br0" timeOffset="179137.16">20790 11097 505 0,'0'0'9'16,"-2"0"16"-16,0 0-10 0,0 0-11 0,1 0 5 16,-3 0-5-16,0 0 15 0,0 2-11 0,3 0 4 0,-1 0-7 15,0-1 6-15,0 1-2 0,0 0 6 0,0 0-2 16,0 0 12-16,1 0 6 0,-1 0-3 0,0-1 5 16,2 1-9-16,0 0 1 0,0-2-5 0,0 0 2 15,2 0-11-15,0-2-5 0,1 0 3 0,1 1-3 16,3-5 7-16,8 0-12 0,0-10 4 0,0 1-6 0,2 0 0 15,-2 2 1-15,-2-4 2 0,-2-1 0 0,2 1 3 16,-2-2-3-16,2 3-2 0,0-1 1 0,-2 2 5 16,0 0-6-16,0 0 0 0,-1 1-1 0,-1 1 0 15,0 1 2-15,2 3 2 0,-1 0 1 0,-1 1 0 0,-4 1-3 16,1 0 0-16,0-1-1 0,-3 3-4 0,1 1 3 16,0-2 0-16,-2 3 1 0,-2 1 9 0,0 0-6 15,0 0-2-15,0 0-1 0,3-2 5 0,1 1-5 16,0-1 4-16,-2 2-6 0,-1 0 2 0,1 0 5 15,0 1-1-15,0-1 1 0,0 0-1 0,0 0 4 16,-2 2-2-16,0 0 2 0,0 0 1 0,0 2-2 16,0 0-2-16,0 0-1 0,0 1-3 0,0 5-1 0,0 8 2 15,-2 1-3-15,0 2 1 0,0-4 1 0,0 3 2 16,0-1 0-16,1 0 2 0,-1-1-5 0,2 1 1 16,0 3-1-16,0-1-3 0,0 3 7 0,0-1-4 15,0-6 3-15,2 1-4 0,1-1 0 0,3 2 2 16,1 1-1-16,1-1-4 0,-3-2 8 0,1-2-8 15,-1-2 8-15,1 0-9 0,0 0 5 0,1 0 3 0,-3-3 0 16,3 1-3-16,-3-3 1 0,1-1 1 0,3-1 0 16,3-2 1-16,-4 3 4 0,-1-1-7 0,1 0 7 15,-1 0 2-15,-1-3 2 0,3 1 4 0,-3-2-3 16,1 0-11-16,3 0 2 0,2-2-1 0,1-1 4 16,-5-1-1-16,0 0-4 0,1-12 0 0,-1-3-1 0,3 1 0 15,-3-5 0-15,-1-1 0 0,-1-2 2 0,1 0 2 16,1 2-2-16,-1-2-1 0,-1 0 0 0,-3 2-2 15,7 0 1-15,-1 3 1 0,-1 1 0 0,3 1-1 16,-3 4 2-16,2-1-5 0,-1 5 5 0,1 1-5 0,-2 1 0 16,-1 3 3-16,-2 5-2 0,-1-1 8 0,-3 0-10 15,4 0 6-15,0-2-6 0,0 1 12 0,-1 1-12 16,1 0 3-16,-2 0-5 0,0 0 10 0,0 2-2 16,-1 0-2-16,-1 0 0 0,0 2 0 0,0 0 0 15,0 2 4-15,0-1-3 0,0 12 2 0,-1 2-3 16,-1 1-2-16,0 5 0 0,0 1 0 0,0 2 5 15,0 4 1-15,0-1 2 0,1 1-2 0,-1-2 1 16,2 2-4-16,0-1 3 0,2 3-4 0,-1-6 8 0,3-2 1 16,0-2 1-16,1 0 5 0,3-1-6 0,-1-1-1 15,3-1-3-15,-3-2-5 0,0-4 1 0,1 0 4 16,-1-2-1-16,-5 0 3 0,9 0-3 0,2-4-6 0,0 3 1 16,0-5-22-16,2 1-59 0,0-1 0 0,0-3-41 15,2 0-212-15</inkml:trace>
  <inkml:trace contextRef="#ctx0" brushRef="#br0" timeOffset="185126.11">23492 10100 43 0,'0'0'22'0,"0"0"13"0,-2 0 19 0,0 0 3 0,0-2-10 16,0 0-7-16,2 0-4 0,0 0-1 0,0-1-19 15,0-1 9-15,0 2-3 0,0-7 4 0,0 0-5 16,-2-3-3-16,0 3 4 0,1 0-2 0,-1 0 7 0,0-3-4 16,-2 1-1-16,2 2-2 0,-1-2-2 0,-1 2 0 15,0-1 0-15,-1 1 0 0,-5-2-6 0,5 2 9 16,-10-1-8-16,0 1 8 0,-2 0-11 0,1 0 2 16,-1 1 5-16,0-1-4 0,0 1 0 0,-1 5 6 15,1-5-7-15,0 5 6 0,1-5 2 0,1 4-10 16,0-1-1-16,2 3-4 0,-2-9 1 0,2 3-3 15,0 3 6-15,0-1-7 0,0 3 0 0,2 1 2 0,-2 2-4 16,0 0 3-16,-4 0-2 0,4 2 2 0,-5 3 5 16,1 1-4-16,2-1 2 0,-3 5-7 0,3-3 1 15,2 0-1-15,-2 3 2 0,6-3 4 0,-2-3-8 16,5 7 4-16,2 2-7 0,-3-2 3 0,-2 0 3 16,1 2 0-16,4-4 5 0,1 3-4 0,1-1 1 0,0-2-2 15,2 2 1-15,0-3 0 0,2 1 2 0,0 0-2 16,1 0-2-16,3 1 4 0,0-3-3 0,7-1 4 15,0-1-6-15,3-1 3 0,-1 0 3 0,-2-2-1 16,4 3-3-16,-4-1 6 0,2 0-7 0,0 7 5 16,-1-2-5-16,1-2-2 0,0-3 2 0,2 0-2 15,-1-2 8-15,1-2-5 0,2-2 4 0,-1-2-4 16,1-1 5-16,-2-1-2 0,-1-1 0 0,1-3-2 0,-2 1 0 16,2 0 2-16,-4 1-2 0,0-1 1 0,1 0-5 15,-2-1 3-15,-1 9 2 0,-6-11 0 0,1 3-1 16,3 0 4-16,-7 0-2 0,5 1 2 0,-1-3-5 0,-4 4 1 15,5-5-2-15,-3 5 2 0,-2-2 3 0,0 1 0 16,5 3 3-16,-5 1-2 0,0 0 6 0,0 1-4 16,0-1 5-16,-2 2-5 0,3-2 12 0,-1 1-13 15,0-1 4-15,0 0-6 0,0 2 4 0,-2 1-8 16,0-1 2-16,0 0-3 0,0 0 1 0,-2 2 6 16,0 0-3-16,0 0 2 0,0 0-11 0,0 2 9 15,1 0-4-15,-1 0 6 0,0-1-3 0,-2 1-2 16,2 2-2-16,0 0 0 0,1-1-4 0,-5 9 5 0,-1 2 1 15,1-1 0-15,2 2 0 0,1 4 2 0,1-1 2 16,0 5-2-16,2 3-7 0,0-2 8 0,2 4-5 16,1 1 6-16,-1 1-8 0,2 3 3 0,-2 1-1 0,0-3 2 15,-2-5 7-15,0 6-5 0,0 0 3 0,0-1-5 16,0 1-8-16,-2-4 10 0,-2-6-3 0,0 0 5 16,-1-1-10-16,-1-1 7 0,-1 0-4 0,-1 1 5 15,1-3 3-15,-2 1-5 0,-1-1 5 0,3-3-5 16,-2 2-1-16,-1-2 9 0,3-4-4 0,1-2 6 15,1-1-10-15,3-3 3 0,-7 1 0 0,-2-2 3 16,-1-1 6-16,1 1-10 0,0-2 5 0,0 0-7 0,-2 7 10 16,0-2-8-16,-2 1 5 0,0-3-6 0,0 1 5 15,2-2-3-15,-1-2-2 0,4-1 0 0,-1-1-6 16,2 0 10-16,0 0-5 0,1 0 5 0,1 0-13 0,5 0 7 16,0 0-7-16,-2-1 1 0,1-1-57 0,-1 0-67 15,2 0-17-15,0 0-32 0,0 0-220 0</inkml:trace>
  <inkml:trace contextRef="#ctx0" brushRef="#br0" timeOffset="185763.07">23703 10753 307 0,'0'0'83'0,"0"-1"-76"0,0-1 85 0,0 0-36 16,0-2-28-16,0 0 13 0,0 1-4 0,0-1 6 15,0 2-13-15,0-2 1 0,0 1 0 0,0-1-2 0,0 0-3 16,-2 1-3-16,2 1 4 0,0 0-4 0,0 0 5 15,-1-2-3-15,-1 1-3 0,-2-1 0 0,0 2-12 16,1 0 3-16,-1 0-2 0,-2 0 1 0,-3 1-12 16,0 1 10-16,1 0-9 0,1 1 10 0,1 1-11 0,3 0 6 15,-5 4 1-15,4 1 1 0,-5 8-8 0,0 2 1 16,3-1-1-16,-1 3 2 0,3 0 0 0,2 3 1 16,-1-4-1-16,-12 5 2 0,5-1 2 0,5 0-8 15,1 2 5-15,2-3-5 0,0 1 9 0,1-1-7 16,1-1 3-16,1 2-4 0,1-5 6 0,2 0 4 15,0-4-6-15,-1-2 6 0,3 2-3 0,1 0-2 16,-1-6 5-16,-2 3-3 0,12-5 2 0,1-3-1 16,0 0 0-16,-2 0 0 0,3 11 0 0,-1-4-5 0,2-2 4 15,-1-3-5-15,-5-4 5 0,0 0-4 0,2-2-1 16,-6 0-1-16,4-1 2 0,-2-3 5 0,2-1-2 16,0-3 3-16,-3 1 2 0,-3-8-8 0,0-3 3 15,1 1-4-15,-3 1 5 0,3-3-2 0,-3 1 2 0,-1-2-2 16,2-1 1-16,-4 3 1 0,1 0-1 0,-1-3 0 15,0 3-9-15,0 1 10 0,0 1-6 0,9 1 7 16,-2 0-3-16,-3 2-3 0,-3 1 5 0,1-1-4 16,-2 2 6-16,-2 0-5 0,0 2-1 0,0-1-1 15,0 3 2-15,-2 0-3 0,0 1 0 0,-1 1-2 16,-1 1 2-16,2 3 0 0,0-1-4 0,-13 2-1 16,2-7-25-16,-2 0-44 0,-1 3-4 0,-5 2-20 15,-1 4-74-15</inkml:trace>
  <inkml:trace contextRef="#ctx0" brushRef="#br0" timeOffset="189277.81">17216 11218 16 0,'0'0'7'15,"0"0"5"-15,0 0 35 0,0 0 12 0,0-2 7 0,0 0 2 16,-2 0-35-16,0 0-4 0,0 0-2 0,0 0-9 15,2 1-5-15,0-3 2 0,0 0-4 0,0 0-3 0,0-1-2 16,0-1-4-16,-1-3 2 0,-1-2 2 0,2 5-8 16,-2-1 5-16,0 0-6 0,2 3 6 0,-2-2 0 15,-2-5-2-15,3 4 0 0,-3-4-4 0,0 1 8 16,2 5 6-16,-1-3-1 0,-3 1 0 0,0-1 4 16,3-3-2-16,-8 2 4 0,-2 2 1 0,1-5-3 15,-1 3-5-15,0 0 2 0,0-2-7 0,2 3 7 16,0 1 0-16,0-1 2 0,2 1 7 0,-1-4-6 15,1 5 0-15,0 1-4 0,1-1-1 0,-3 4-5 16,2-3 2-16,-2-5-5 0,2 5 3 0,-1-1-4 0,-1 1 0 16,-4-1-1-16,0 2-1 0,1 1 4 0,-3 1-2 15,-4 2 3-15,3 0-3 0,-6 2-3 0,-4 1 3 16,4 3-2-16,-4 0 1 0,-4 3 3 0,1 0-3 0,-1 2 3 16,3 0-10-16,1 2 9 0,2-1-5 0,-2 1 7 15,-2 0-2-15,6-2 0 0,0 4 4 0,2-2-4 16,-1 0 2-16,1 1 0 0,2-1 0 0,-1-7-2 15,1 14-3-15,3-3 2 0,0 0 0 0,1-2 3 16,1 3 1-16,2 3-7 0,0-3 4 0,5-1-3 16,-1-2 7-16,3 1-2 0,1 3-3 0,1-2 1 0,2 1-4 15,-1-3 2-15,1 2 2 0,-9 0 1 16,1-1-1-16,3 3-1 0,1-1 0 0,3 3 2 0,-1-3 5 16,2 3-5-16,2 1-3 0,0 0 1 0,0 3 0 0,0-1 1 15,2 4 0-15,0-2-1 0,1 3 1 0,1 1-4 16,2 2 3-16,-1-1-4 0,3 3 9 0,-1-5-1 15,4 6-1-15,2 1-1 0,-2-7-2 0,4 5 0 16,0-4 0-16,0-3 0 0,0 1-6 0,0-2 5 16,-13 0-1-16,18-3 2 0,4-1 0 0,2-5 4 15,2-4-8-15,0 0 6 0,5-2-2 0,-1-2-8 16,-1-2 9-16,1-3-7 0,-2-2 15 0,3 0-3 16,2 18-1-16,4-7-1 0,-5-7-2 0,1-4-2 15,-2-2 4-15,-3-4-3 0,2-2 6 0,-3-1 3 0,1-4-4 16,0 0 3-16,0-4-9 0,-3 0 8 0,1 0-4 15,0-2 5-15,-2 16-5 0,-2-24 0 0,2-1 0 16,4-5 1-16,-4 3 12 0,2-5-6 0,-4-3 9 16,-5-1-8-16,3-2-1 0,-7-2 4 0,1 0-5 0,-4-1 7 15,-5-1-1-15,-3 0-2 0,-2 3 1 0,3 1 0 16,1 1-3-16,-1-1-4 0,-3 0 5 0,20 2-4 16,-11-4 3-16,-5-1 0 0,-4 1-5 0,-2-6 5 15,-6 3 2-15,-3-1-3 0,-4 3-2 0,-7-3-2 16,3 6-10-16,13 4-13 0,-31 3 2 0,0 8-9 15,-10 2-25-15,6 7-102 0,-4 6-61 0</inkml:trace>
  <inkml:trace contextRef="#ctx0" brushRef="#br0" timeOffset="209870.11">21731 10169 256 0,'0'0'-48'16,"0"0"36"-16,0 0 2 0,0 0 6 0,0 0 46 16,0 0-5-16,0-2-6 0,2 0-1 0,0 0-2 15,0 0-19-15,0 0 10 0,0 0-5 0,0 1 6 16,-1-1-8-16,1 0 11 0,0 0-8 0,0 0 9 0,0 0-7 15,0 0 2-15,0 1 6 0,-2-1-4 0,0 0 8 16,0 0-8-16,0 0 1 0,0 0-3 0,0 0 0 16,0 1-12-16,0-1 4 0,0 0-6 0,0 2 1 15,0 0 5-15,0 0-5 0,0 0 5 0,0 0-4 0,-2 0-1 16,0 0 5-16,0 2-5 0,0 0-4 0,-2-1 1 16,1 1 0-16,-7 4 2 0,-1 1 5 0,-2 3-2 15,0-9 0-15,0 14-1 0,-2 0-3 0,1 6 4 16,-1-10-5-16,0 4 5 0,4-4-1 0,3-2-4 15,1 2 6-15,-1 0-5 0,3-3 4 0,1-1 3 16,0 6-4-16,1-9 3 0,1 3-10 0,-4 1 8 16,4-5-3-16,-5 9 3 0,3-7-10 0,1 4 4 15,1-3 1-15,0 0 2 0,0-1 4 0,0 1-6 0,2-1 3 16,0-1-4-16,0 2-2 0,0-5 7 0,0 3-9 16,0 0 8-16,0-2-3 0,0 1-3 0,0-1 8 15,0 0-7-15,2 2 13 0,9-2-2 0,8 1-5 16,-3 9 3-16,7-1-4 0,-1-2 1 0,4-2 2 0,0 1-3 15,0-3-4-15,0-1-2 0,0 0 4 0,4 0-2 16,-3-1 0-16,3 1 1 0,-2 0-1 0,0-1 1 16,-6-1-3-16,-1 0 2 0,-1 2-3 0,-5-2 3 15,3 0-1-15,-6-2 2 0,-1 0 3 0,2 1 0 16,-4 1 1-16,2 0-5 0,0 0-2 0,-3-2 0 16,-5 0 4-16,1 0-8 0,0 0 1 0,0 0-5 0,-3 0-1 15,3 0-95-15,-2 0-27 0</inkml:trace>
  <inkml:trace contextRef="#ctx0" brushRef="#br0" timeOffset="210454.9">22400 10241 281 0,'0'0'11'16,"0"0"34"-16,0-2-39 0,0 0 14 0,0 0 10 0,0 1-1 16,0-1 14-16,0 0-12 0,0 0-7 0,0 0 0 15,0 0-11-15,0 0 1 0,0 1-3 0,0-1 0 16,2 0-7-16,0 0 4 0,-1 0 5 0,1 0-2 15,0-1 11-15,0-1-7 0,0 2-4 0,0 0-1 16,0 0-1-16,-1 0 8 0,1 1-1 0,0-1 2 16,-2 0-9-16,0 0 2 0,0 0 0 0,0 0 1 15,0 0 4-15,0 1-6 0,0-1-2 0,0 2 0 0,-2 0 3 16,0 0-2-16,1 0 2 0,-1 2-5 0,-2-1-4 16,0 1 4-16,2-2 2 0,-9 8 1 0,2-1 6 15,-2 2-10-15,0-1 2 0,0 3-5 0,-1 2 2 0,-1 0 6 16,2-7-3-16,-2 3 3 0,0 2-8 0,0 0 0 15,2 0 0-15,-2-1 1 0,4-3 1 0,1-1 2 16,1 1 2-16,1 0-2 0,3 1-5 0,-3-1 5 16,4-3-6-16,-1 2 7 0,-1-1-7 0,2-1 4 15,-2 3 0-15,4-5 1 0,-2 2-1 0,2 0-2 16,0 1 2-16,0-1-3 0,0 0 4 0,0 1-5 16,2-1 0-16,0 0-1 0,2-1 1 0,0-1 0 15,9 4 4-15,5 1-3 0,-3-3-3 0,2 0 4 16,-1-1-5-16,1-1 6 0,0 0 1 0,0 0-6 0,-1 0 2 15,3 0-4-15,-1-1 12 0,3 1-5 0,-3-2-3 16,3 0 0-16,-3 0-7 0,3 0 8 0,-5 0-1 0,5 2 4 16,-4-2-2-16,-1 0-4 0,-3 0 2 0,2 2-5 15,-2 0-13-15,2 0-62 0,7 1-27 0</inkml:trace>
  <inkml:trace contextRef="#ctx0" brushRef="#br0" timeOffset="211512.42">23794 9560 88 0,'0'-2'12'0,"0"0"-1"15,-2 0 24-15,0 0-3 0,1-2 6 0,-1 1 6 16,0-1-8-16,2 2 4 0,0 0-7 0,-6-7-12 0,4 5-1 16,-1-1-10-16,-1-3 8 0,-2 1-7 0,5 3-1 15,-1 0 7-15,0 1-5 0,0-1 13 0,-2 0-1 16,1 1-2-16,-1-1 0 0,0 0-8 0,2 2 0 15,0 0 0-15,1 1 0 0,-1-1 3 0,0 0-6 16,0 0 4-16,0 0-4 0,2 2 0 0,0 0 1 16,0 0-4-16,0 0 3 0,2 0-9 0,0 0 6 15,0 2-1-15,1 0 2 0,1 0-4 0,7 3 3 0,4 3-2 16,0-1 3-16,0 2 4 0,2 1-6 0,-1 1-1 16,-1-2-1-16,2-7 2 0,-2 15-7 0,1-1 6 15,1 3-7-15,0-4 2 0,0 3-1 0,-1 3-1 16,1-4 0-16,0 1 7 0,-1-1-6 0,5 0-1 15,-3-1 0-15,3 1 9 0,3 2-7 0,-2 1 4 0,2 4-5 16,1 0-2-16,-1 4 2 0,0 4 3 0,-2 1 0 16,0 4-2-16,-3 6 6 0,1 3-5 0,1 4 7 15,-1 6-4-15,1 4 5 0,-7-3-1 0,-2 1 3 16,-5-4 6-16,-1-8 5 0,-1 0-1 0,1-5 3 16,-4-2 0-16,-1 0-7 0,22 0 0 0,-12-2-3 15,-9 4-9-15,-6 0 3 0,-7 2-2 0,-8 5 2 0,-7 6-8 16,11 7-78-16,-36 8-62 0</inkml:trace>
  <inkml:trace contextRef="#ctx0" brushRef="#br0" timeOffset="-134529.68">16748 14992 256 0,'0'0'-40'0,"0"0"29"0,-2 0 0 0,0 0 8 16,0 0 39-16,2 0-1 0,-2 0-6 0,1 0 2 0,-1 0-2 16,0 0 7-16,0 0-9 0,0 0 3 0,0 0-5 15,1 0-5-15,-1 0 1 0,0 0-3 0,0 0 3 16,0 0-1-16,0 0 2 0,0 0-1 0,-1 0 1 16,-1 0-2-16,0 0 3 0,1 0-6 0,-1 0 3 15,0 0-3-15,0 0-3 0,3 2 6 0,-1 0-6 16,0-2-2-16,0 0-7 0,0 2 6 0,0 0-6 0,0-2 1 15,1 2 3-15,-1-2-5 0,0 0 5 0,0 0 2 16,0 1 0-16,0-1 0 0,0 0-1 0,1 0-10 0,-1 0 8 16,0 0-3-16,0 0 6 0,0 0 3 0,0 0-9 15,2 0 3-15,-2 0-5 0,1 0 1 0,1 0-1 16,-2 0 0-16,0 0 1 0,0 0 3 0,0 0-7 16,2 0 3-16,0 0-3 0,0 2-1 0,-2 0-2 15,0-2 2-15,2 2 0 0,0-2 8 0,0 2-5 16,0 0 1-16,0 0-2 0,0-1 0 0,0 1 10 15,0 0-5-15,0 0 5 0,2 0-11 0,0 0 10 16,0-2-9-16,2 0 8 0,-2 0-9 0,14 2 3 16,7-1 4-16,-5 1-3 0,8 0 0 0,-4-2-6 0,-3 0 1 15,1 0-3-15,3 0 16 0,1 0-8 0,2-2 5 16,2 0-6-16,-1 1 15 0,5-1-2 0,3-2 1 16,2 0-3-16,4 1-7 0,0-1-6 0,7 0 3 15,10 0-4-15,0 1 4 0,1-1 3 0,0 0-4 16,-5-1 3-16,4-1-4 0,-4 1 0 0,3-1 2 0,-5 2-1 15,-2 3-3-15,-3-3 1 0,3 2-2 0,0-2 1 16,2 2 0-16,6-1 0 0,-3-1 1 0,-1 0-1 16,2 1 1-16,1-1 3 0,-5 0-2 0,0 0 1 15,-3 1-1-15,-7-1 0 0,3 0 0 0,-2 1 0 16,-3 1 2-16,-2-2-3 0,1 2-1 0,-4 0-1 16,2 0-4-16,-2 1 9 0,0-1-4 0,-1 0 4 0,-1 0-3 15,-1 0 0-15,-1 0 3 0,-3 0-4 0,-4 1 1 16,-3-1-1-16,-3 0 0 0,-3 2 0 0,0-2 8 15,0 0-6-15,-6 2 2 0,-5 0-4 0,2 0 2 0,-1 0 4 16,-1 0-1-16,1 0 1 0,-1 0 2 0,0-2 1 16,0 0-2-16,-1 1 1 0,-1 1-7 0,0 0-3 15,0 0-3-15,-2 0-3 0,0 0-21 0,0 0-48 16,-2 0-30-16,0 0-7 0,-26 0-105 0</inkml:trace>
  <inkml:trace contextRef="#ctx0" brushRef="#br0" timeOffset="-134028.05">16321 15228 710 0,'0'-2'37'0,"0"0"59"0,0 1-77 16,0-1-6-16,0 0-9 0,0 0 4 0,0 0-10 16,0 0 5-16,0 0 1 0,0 1 2 0,0-1-3 15,2 0-1-15,0 0 1 0,-1 0-1 0,3 0-2 0,0 0 7 16,3 2-4-16,8-1 6 0,0 1-7 0,5 0-4 15,-1 0 3-15,1 0-2 0,5 0 13 0,2 0-9 16,5 0 3-16,1 1-5 0,-1-1 6 0,1 2 4 16,1-2-1-16,7 0 2 0,1 0-4 0,1 0 14 15,0 0-6-15,-2 0 7 0,-1 0-10 0,5-2-3 16,1-1 7-16,5-1-5 0,2 0 8 0,11 1-9 16,2 1-4-16,9 2 1 0,1 0 4 0,2-2-4 0,-4-4 5 15,0-1-7-15,-1 1-2 0,-5-1 1 0,7-1-4 16,3-1 5-16,5 2 1 0,6 1-4 0,2-1-1 15,-3 1-1-15,-9 2 2 0,-4-1-1 0,-5 1 1 16,-3 2-1-16,0 0 0 0,-4 1-1 0,6-1 0 0,-2 2-1 16,-4 0-3-16,2 0 1 0,-8 3 2 0,-1 1-2 15,-6 2 1-15,-5-1-5 0,-8-1-1 0,-2 2-2 16,-1-1-3-16,-1 1-170 0,-5-1-58 0</inkml:trace>
  <inkml:trace contextRef="#ctx0" brushRef="#br0" timeOffset="-126421.54">21035 15471 1 0,'0'0'2'0,"0"0"-2"0,0 0 2 0,0 0 5 16,0 0-3-16,0 0 2 0,0 0 4 0,0 0-8 15,0 0 7-15,0 0-10 0,0 0 7 0,0 0-1 0,0 0 4 16,0 0-9-16,0 0 9 0,0 0 4 0,-2 0 2 15,0 0 11-15,1 0 0 0,-1 0 0 0,0 0-1 16,0 0-1-16,0 0-2 0,0 0-3 0,0 0 2 16,1 0 3-16,-3 0-1 0,0 0 2 0,0 0-5 15,1 0-4-15,-1 0 1 0,0-1-1 0,1 1 1 16,-1 0 2-16,0 0-4 0,0 0 4 0,1 0-4 0,-1 0 5 16,2 0 1-16,-2 0 1 0,1 0-1 15,1-2-7-15,-2 0 0 0,2 2-4 0,0 0 3 0,1 0-13 16,-1 0 7-16,0 0 0 0,0 0 2 0,0 0-1 15,0 0-8-15,0 0 2 0,1 0-2 0,-1 0 15 0,0 0-7 16,-2 0 1-16,2 0-5 0,0 0 2 0,-1 0 0 16,-1 0 7-16,0 0-6 0,1 0 4 0,-1 0 2 15,2 0-2-15,0 0 2 0,0 0-5 0,0 0-5 16,1 0 4-16,-1 0-4 0,0 0 5 0,0 0-4 16,0 0-4-16,0 0 1 0,0 0 1 0,1 0-4 15,-1 0 4-15,0 2-5 0,0 0 5 0,0-1 3 16,2 1-5-16,0 0 4 0,0 0-5 0,0 0 4 15,0 0 2-15,0-2 0 0,2 2-6 0,0-1 2 0,0 1-1 16,0 0 3-16,1-2 1 0,1 2-1 0,3-2 1 16,10 4-1-16,-2-2 1 0,2-1 0 0,1 1-2 15,3 0 2-15,-1 0-4 0,1 0 1 0,1 2 3 16,0-3-1-16,4 3-5 0,4 0 4 0,1 0-3 16,-3-3 4-16,-2 1 6 0,4 2-7 0,0-2 2 15,3 2-3-15,0-3 5 0,1 1-7 0,-1 0 6 0,3 0-6 16,-1 0 0-16,2 0 5 0,-2 0-4 0,2-1 4 15,4-1-4-15,-2 0 1 0,2 0 1 0,6 0 1 16,-1 0 7-16,10 0-4 0,-3 0 1 0,1 0-3 16,4 0-3-16,-1-1 7 0,1 1-8 0,-2-2 8 15,-2 2-8-15,-6 0 0 0,2 0 3 0,2 0-3 0,-2 0-4 16,2 2 8-16,4-1-5 0,-1 1 6 0,5 2-5 16,3-2 0-16,-2 0 0 0,1 0 0 0,-5-1 0 15,-3-1-2-15,-4 0 2 0,0 0 0 0,4 0 3 0,0 0-6 16,2 2 1-16,1-2-3 0,4 0 11 0,6 2-10 15,2-2 6-15,-2 0-7 0,-2 0 4 0,-4 0 5 16,-2 0-4-16,-3 0 5 0,-4 0-3 0,-4 0-5 16,1 0 3-16,-3 0-4 0,1 0 3 0,-1 2 1 15,0 0 2-15,1 0 1 0,-4 1 4 0,-4-1-8 16,-6 0 1-16,2 0-3 0,-3 0 8 0,-1 0-3 16,-1 1 0-16,-6-1-1 0,-3 0-1 0,-1 0 0 15,0 0 0-15,-7 0 0 0,4 0 2 0,-4-1-2 16,-4-1 5-16,-1 0-4 0,-3 0-1 0,-1 0 3 0,0 0-3 15,0 0 3-15,-3 0 1 0,1 0-7 0,0 0 1 16,2 2-4-16,0 0 0 0,-1 0-31 0,-1 0-9 16,0 0-12-16,0-1-77 0</inkml:trace>
  <inkml:trace contextRef="#ctx0" brushRef="#br0" timeOffset="-125682.33">20823 15601 245 0,'0'0'8'0,"-1"0"1"0,-1 0 3 0,0 0-3 15,0 0 2-15,-2 0 12 0,1 0 20 0,-3 0 1 0,-3 0 6 16,-1 0 14-16,3 0-6 0,0 0 0 0,3 0-6 16,2 0-26-16,-2 0-16 0,1 0 3 0,-1 0-5 15,0 0 6-15,0 0-6 0,3 2 0 0,-1 0-2 16,0 0 2-16,0 0-5 0,0 0 3 0,2-1-3 16,0 1 6-16,0 0-7 0,2 0 4 0,0 0-4 15,0 0 14-15,1 1-6 0,3 1 5 0,13 7-6 16,1-1 2-16,4-1-2 0,0-2-3 0,6 1 1 0,0-1-5 15,1-1 7-15,5-1-4 0,4 1 5 0,7-1-4 16,5-1 0-16,4 2-1 0,-1-3 0 0,3 1-5 0,1-2 8 16,-5-2-1-16,4 2 2 0,-1 0-10 0,1 0 7 15,3-1-2-15,4 1 5 0,4 0-9 0,7 0 4 16,-4 0-4-16,10 0 5 0,0 0 4 0,-4-1-5 16,0 1 2-16,-8-2-5 0,1 2-1 0,1-2 1 15,2 0 2-15,12 0 0 0,1 0-5 0,2 0 6 16,0-2-4-16,-9 0 4 0,-2-1-2 0,-6 1 1 15,1-2 3-15,3 2-3 0,6-1-1 0,1-3-5 16,3 4 5-16,-1-3-3 0,-7 1 13 0,2 0-14 16,-10 0 5-16,-1 1-6 0,0-1 6 0,0 2 3 15,5 0-6-15,2-1 5 0,2 1-7 0,-4 0 3 0,-1-2-1 16,-7 2 1-16,-6 0 2 0,-3 1-2 0,-5 1 1 16,-3 0-2-16,-3-2-1 0,-3 2 1 0,0 0 1 15,-4 0 0-15,-6 0 0 0,2 0 0 0,-3 0 5 0,-10 0-3 16,4 0 6-16,-9 0-11 0,-2 0 0 0,3 2-2 15,-5-1 10-15,-2 1-8 0,-1 0 0 0,-5 0-4 16,3 0-10-16,-1 0-49 0,0 1-35 0</inkml:trace>
  <inkml:trace contextRef="#ctx0" brushRef="#br0" timeOffset="-119582.61">27458 14883 9 0,'-2'0'0'0,"0"0"7"16,0 0 80-16,0 0-6 0,0 0 10 0,-1 0-23 0,-1 0-9 15,-2 0-14-15,-1 0-4 0,-1 0-1 0,1 0-9 16,0 0 5-16,-1 2-1 0,3-2 0 0,-3 2-8 0,1-1 2 16,1 1 2-16,1 0 0 0,-1 0-4 0,2-2-5 15,-3 2-2-15,1 0-1 0,3-2-8 0,-3 2 6 16,2-2-5-16,1 1 6 0,-1 1-14 0,0 0 7 15,0 0-5-15,1 0 5 0,-1 0-12 0,2 0 10 16,0-1-5-16,0 1 7 0,1 0-12 0,-1 0 3 16,0 0 3-16,0 0 1 0,2 0 0 0,0-1-3 15,0 1 2-15,0 0-3 0,0-2-2 0,0 0 5 0,2 0-5 16,0 0 5-16,0 0-3 0,1 0-1 0,1 0 1 16,5 0-1-16,4 0-1 0,2 0-3 0,-4 0 3 15,8 0-2-15,-1 0 5 0,7 0 0 0,-1 0-5 16,0 0 2-16,2 0-3 0,2 0 2 0,7 0 1 15,-2 0 0-15,1 0 3 0,1 0 0 0,2 0 2 16,6 0-1-16,1 0 1 0,1 0-4 0,9-2 3 0,3 0-3 16,5 1 3-16,-1-1-3 0,8 0-1 0,1-2 0 15,-3 0 3-15,7-1-3 0,-3-1 6 0,-4 1-6 16,3-1 0-16,-3 1 0 0,6-1-1 0,-1-3 2 16,6 1 6-16,2-1-7 0,0 0 6 0,-4-2-6 15,-4-1 11-15,-5 1-3 0,-2 2-3 0,-2 0 0 0,2 1-2 16,2 1 3-16,-2 1-4 0,-4 3 3 0,-7-1-5 15,-8 0 6-15,-1 2-1 0,-6 0 3 16,0 1 1-16,-6-1-4 0,-3 0 7 0,-9 2-6 0,1-2 9 0,-5 0 3 16,-4 2-3-16,0 0 3 0,-2 0-6 0,-2 0-3 15,0 0 3-15,-3 0-4 0,-1 0 2 0,-1 0-5 16,0 0-1-16,-2 0-2 0,0 0-4 0,1 0 5 16,1 0-2-16,0 0 3 0,-1 0-4 0,-1 0-2 15,0 0-2-15,0 0-3 0,0 0-29 0,0 0-34 16,0 0-12-16,-1 0-9 0,-1 0-64 0,0 0-96 15</inkml:trace>
  <inkml:trace contextRef="#ctx0" brushRef="#br0" timeOffset="-118868.73">27536 15141 38 0,'-2'0'27'0,"0"0"32"15,0 0 19-15,0 0 11 0,-2 0-35 0,1 0-23 0,-8 0 2 16,1 0-9-16,5 0-5 0,-1 0 4 0,1 0-6 16,-3 2 7-16,3-2 6 0,1 0 7 0,-2 2 5 15,4-2-4-15,-1 1-16 0,-1 1-10 0,0 0-3 0,2 0 1 16,1 0 9-16,-1 0-7 0,0 0 1 0,0-1-4 16,0 1-3-16,0 0 16 0,0 0-3 0,2 0 5 15,0 0-6-15,0 0 7 0,0-1-5 0,2 1 4 16,0 0-10-16,2 0-2 0,0-2 0 0,16 6 1 15,2-1-1-15,4 1-6 0,0-3 2 0,4 1-2 16,3-2 6-16,3 0-3 0,3-2 4 0,3 0-4 0,5-2-7 16,1 2 10-16,10-2-11 0,5-2 11 15,7 4-12-15,-1-1 8 0,2-3 4 0,-3 0 0 0,-3-1 2 16,6 1-6-16,-4 0-1 0,-4 0-1 0,0 3-4 0,4-5 6 16,1 2-3-16,9 1 4 0,-3-1 0 0,6 2-4 15,-2 2 2-15,-4 0-4 0,2-2 1 0,-7 0-1 16,-4-3-2-16,0-1 1 0,0 2 1 0,5 1 8 15,-1-1-2-15,1 0 4 0,-5 2-5 0,-9-1 3 16,0 1 1-16,-8 0-1 0,-1 0-5 0,-8 0 9 16,-2 2-1-16,-6 0 4 0,-1 0-6 0,-2 0 2 15,-4 0-6-15,-2 0 4 0,-1 0-10 0,-3 0 5 16,-3 0-6-16,0 0 5 0,-6 0-2 0,2 0-1 16,-1 0 1-16,-3 0-2 0,0 0-2 0,-1 0-1 0,-2 0 1 15,1 2-4-15,3 0-3 0,-1 2-134 0,2 1-81 16</inkml:trace>
  <inkml:trace contextRef="#ctx0" brushRef="#br0" timeOffset="-110687.2">23601 14495 173 0,'0'0'4'0,"0"0"14"0,-2-2 13 0,0 0 8 15,1 0 0-15,-1 0-12 0,2 0-16 0,0 1 0 16,0-1-2-16,0 0 0 0,0 0 0 0,0 0-6 16,0 0 4-16,0 0 2 0,-2 1 9 0,2-1-6 0,0 0 6 15,0 0-13-15,0 0 10 0,0 0 1 0,-2 0 2 16,0 1 0-16,2-1 11 0,-2 0-4 0,0 0 5 16,1 0-7-16,-1 0 2 0,0 0 2 0,0 1 0 15,0-3 4-15,0 0-10 0,0 0 4 0,1 1-7 16,-1-1-1-16,-2 0 5 0,0 1-5 0,1 1 5 15,-10-2-10-15,3 0-6 0,-5-1 1 0,2-1-3 16,0-1 3-16,0 1 2 0,6-1-4 0,-4-1 3 0,2 3-3 16,-4-5-5-16,0 1 2 0,1 0-2 0,1 2 8 15,-2-3 0-15,0 3 3 0,-2-2-2 0,1-1 3 0,1 5-3 16,0-3 0-16,0 3-1 0,0-1-4 0,0-1 7 16,-2 1-6-16,0 2 7 0,0-1-2 0,0-1-7 15,2 4 8-15,2-3-8 0,-2-1 1 0,0 1 4 16,0 1-3-16,0 0 5 0,-4-7 0 0,4 4 1 15,-2-1-2-15,-3 1 1 0,5 3-6 0,-6 2 9 16,1 0-7-16,1 2 6 0,-1 0-14 0,1 0 6 16,-4 2 0-16,1 2 3 0,0 0-1 0,-3-1-6 15,7 1 3-15,3-2-3 0,-2 2 0 0,2-1 0 0,-2 1 2 16,-6 2 1-16,7-3 3 0,-9 5-7 0,1-1 1 16,3 1-3-16,-3-1 3 0,7-1 3 0,-3 1-1 15,-1 1 2-15,1 1-3 0,-1 0-1 0,4 0 0 16,2-7 0-16,2 13-3 0,-2 6 1 0,0-3-1 0,2-3 1 15,0 3 2-15,0 1-1 0,1 0 3 0,1 5-2 16,0-6 4-16,-1 1-2 0,5 1-4 0,-1-1 2 16,3 1-10-16,1-1 6 0,-2-2-1 0,2 1 3 15,-9-1 1-15,0 1 2 0,4 1-1 0,1-2 1 16,2 3 0-16,2-3-1 0,2 1 0 0,0 1-1 16,0 0 0-16,0-1-4 0,2 1 5 0,0-1-3 15,2 3 6-15,1 1-1 0,1 0-3 0,0-1 1 16,1 1-4-16,0-2 4 0,1-1 0 0,3 3 1 0,0 0-2 15,2 3-5-15,0-3 4 0,4 4-4 0,-4-6 6 16,-10 4 4-16,14-7-4 0,-2 0 1 0,9-2-4 0,-2-2 3 16,8 3 5-16,-4-3-3 0,-2 0-4 0,2 0 2 15,0 2-3-15,8-5 4 0,-5-1 8 0,1 0-11 16,-4-1 6-16,0 1-7 0,0-2 4 0,-2 1 3 16,0-3-3-16,1 3 3 0,-1-1-2 0,-4-1 5 15,4-3-2-15,-2-1 1 0,4 4-5 0,0-4 1 16,0 14 2-16,4-4-2 0,-6-7 2 0,4-3 2 15,0-2 2-15,-2-2-1 0,6-3 3 0,3-5 1 16,-4-1-3-16,3-2 2 0,-6-2-4 0,-4 0 8 0,-2 1-2 16,4 6 4-16,2-12-2 0,-2-3-5 0,2-1 1 15,-8-2-4-15,-1 2 0 0,3 0-2 0,-1 5 2 16,-1 1-1-16,-2-1 3 0,-1 1 0 0,2-3-6 16,-4 6 4-16,1-1-3 0,-1-1-3 0,-2 0 4 15,0 2-4-15,-2-1 4 0,0-1-3 0,-1 0 0 0,-1 1 0 16,-2-1 7-16,1 0-2 0,1 1-1 0,-3-1 0 15,-1 2-5-15,-3 0 9 0,0-2-3 0,9 3 3 16,-2-3-9-16,-1 0 1 0,-4 0 2 0,-3 1 0 16,-1-3 6-16,0 4-3 0,-1-1 2 0,-3-1-2 15,-4-2-4-15,1 4 1 0,0 1 3 0,-6-5-1 16,11 6 1-16,-19-2-5 0,-1-2 0 0,3 4 1 16,-3 0 6-16,-4 0-6 0,0 0 0 0,-4-1-2 0,-3 1-5 15,-2 3 5-15,-2 3-2 0,-6-1 1 0,-2-1-7 16,-7 0-13-16,0 0 0 0,2 1-4 0,-2 1-6 15,6-17-26-15,-1 9-15 0,3 7-10 0,1 8-93 0</inkml:trace>
  <inkml:trace contextRef="#ctx0" brushRef="#br0" timeOffset="-106961.5">23267 16121 40 0,'0'0'0'16,"0"0"4"-16,0-2 51 0,0 1-1 0,0-1 10 16,0 0-13-16,0-2-2 0,0 0-12 0,0 3 2 0,0-9-4 15,0 5 3-15,0-1-15 0,2-5 4 0,-2 5-8 16,0 1 10-16,0-3-11 0,0 7 5 0,0-3-5 16,0 0 10-16,0 2 21 0,0 0-6 0,2-1 11 15,-2-1-9-15,0 0-22 0,0 2 3 0,0 1-11 16,0-1-9-16,0 0 6 0,0 0-7 0,0 2 6 15,0 0-8-15,0 0-3 0,0 2 4 0,0 0-4 16,0 0 6-16,-2 20-3 0,0 0-2 0,-2 2-1 0,0 0 3 16,-1 4-2-16,-1-2 2 0,1 6-4 0,-3-1-5 15,1-1 6-15,-1 0 1 0,1 1 3 0,0 1 5 0,-1-1-9 16,3 1-1-16,1 0-3 0,0-3 2 0,0 1 1 16,3-2 2-16,-1-2-1 0,2-4 4 0,0 0-5 15,0-7 1-15,0-2-3 0,2-2 4 0,-2-5 13 16,0-4-5-16,1 2 7 0,1-1-2 0,0-1 1 15,2 0 5-15,3-2-4 0,10-4-2 0,2-7 4 16,-1 6-10-16,3-27 7 0,5 0-10 0,3 3 4 16,5-3 0-16,-1 1 0 0,1-1-3 0,-10 2-6 15,-2 2 6-15,2 1-6 0,-7 1 3 0,7 1-1 0,-9 1-2 16,0 2 1-16,0 2 8 0,-8 3-7 0,2 4 4 16,-3-2-6-16,-4 6 0 0,1 1-3 0,1 3-14 15,-2 5 1-15,0 0-57 0,2-4-72 0,-1 0-14 16,1 3-33-16,0-1-167 0</inkml:trace>
  <inkml:trace contextRef="#ctx0" brushRef="#br0" timeOffset="-106149.38">23235 16298 80 0,'0'-2'24'0,"0"-2"47"0,0-7-52 0,0-11-12 0,2 3 8 16,0 1-5-16,0-1 38 0,0 0-1 0,0-1 3 15,-1 9-5-15,1-2-11 0,-2 5 5 0,2 1 4 16,0-4 2-16,-2 5 18 0,0 3-7 0,0 1-2 0,2-2-2 16,0 0-12-16,0 1-4 0,-1-1-6 0,1 2 2 15,0 0-13-15,0 0-9 0,-2 2 9 0,0 0-9 16,0 2 8-16,0 0-3 0,0 0-1 0,2 26 0 16,-2 0-3-16,0-4-4 0,0 5-1 0,-2 1-1 15,-2 0-2-15,1-1 6 0,-1-1-4 0,0 0 3 16,0 0-8-16,1 2 0 0,1-2 5 0,0 1-2 15,-2-1 3-15,1 2-5 0,1-2-1 0,0-2 0 0,0-4 0 16,0 6 0-16,0-4-2 0,0-2 0 0,1 4 0 16,1-9-11-16,0 0-1 0,-2 3-5 0,2-7-27 15,-2 2-28-15,2-2-11 0,0-7-11 0,0-1-100 0,0-3-4 16</inkml:trace>
  <inkml:trace contextRef="#ctx0" brushRef="#br0" timeOffset="-105530.72">23822 16286 235 0,'0'-1'63'0,"0"-1"101"0,0 0-110 0,0 0-15 0,-2 0-1 16,0 0-3-16,0 0 10 0,1 1-20 0,-1-1 2 16,0 0-9-16,0 2-9 0,-2 0-5 0,2 0 6 15,-11 5-5-15,4 1-3 0,2 3 0 0,-4 12 0 16,3 3 2-16,-1 0-1 0,3 0 5 0,1 2-6 0,1-4 6 15,-1 3-8-15,3-3 8 0,-2 0-1 0,2 0 5 16,-11-3-8-16,4 1 4 0,3-1-2 0,4-4 5 16,2-2 10-16,0-4 4 0,0 0 4 0,2 1-1 15,0-1 6-15,0-3 0 0,0-3-1 0,2 1-1 16,-1-2-12-16,10 5-5 0,-2-3-1 0,0-2-1 16,-3-2-4-16,-1 0 5 0,1-2-10 0,-5 0 9 0,-1 0-9 15,0-18-4-15,13-1 9 0,-4-1-8 0,-3 2 7 16,-5-1-4-16,1 3-3 0,0-1 1 0,-2 2-4 15,-1 1 1-15,1-1 1 0,-2 2 1 0,2 2 3 0,0 2 0 16,2 0-4-16,-1 3 2 0,3-1-2 0,-2 2-4 16,-2-3 2-16,12 1-2 0,1 2 4 0,2-1-2 15,2 5 5-15,-3 1-3 0,3-11 5 0,-4 5-5 16,1 3-3-16,-1 3 2 0,-2 2 4 0,-2 0-1 16,-1 2 1-16,-3 0-3 0,1 1 2 0,-3 1 0 15,-1 5 0-15,0 8 0 0,-1 2-4 0,10-1 5 16,-2 3-2-16,-3-3 4 0,-3 3-2 0,-1-3-1 15,-2 3 0-15,0-5-1 0,-2 1-7 0,0-4 7 0,0-2-4 16,2-2 5-16,0-1 1 0,-1-1-1 0,1-3 0 16,-2-2-1-16,2-2-1 0,15 11 6 0,0-2 1 15,7-3 1-15,0-4 0 0,-2-2-3 0,0-2 3 16,-10-2-2-16,4-1 9 0,1-3-6 0,3-3-1 0,3-2-1 16,-7 2 8-16,3-2-13 0,-8 5 11 0,-7 3-13 15,1-10 12-15,-1 0-3 0,0 0-1 0,1-1 0 16,-3 1-2-16,11-4 3 0,-5 4-4 0,-5-1 4 15,-1 1-5-15,-2-2-3 0,-2 2 3 0,-3 0-2 16,-5-1 2-16,5 6-4 0,-1 3 0 0,-7-2-1 16,0 3 2-16,-5 0-22 0,3 1-4 0,4 3-9 15,-2 0-19-15,-4-9-14 0,-1 4-6 0,1 3-5 16,-2 2-35-16,8 2-88 0,2 2-23 0</inkml:trace>
  <inkml:trace contextRef="#ctx0" brushRef="#br0" timeOffset="-105120.68">24678 16225 430 0,'0'0'66'0,"0"0"-3"0,0 0-4 16,0 0 0-16,0 0-25 0,0 0-3 0,0 0-1 16,0-2-5-16,0 2 1 0,0 0-18 0,0 0-2 15,0 0 4-15,0 0-3 0,0 0 1 0,0 2 2 16,0 0-6-16,0 0 4 0,0 2-8 0,0 5 9 0,0 9 1 15,2 1 2-15,0 0-7 0,0 1 6 0,-1-1-4 16,1 3 6-16,0 0-2 0,-2 0-5 0,2-1 4 16,-2-1-5-16,2-1 1 0,-2 1 5 0,0-1-4 15,0-2 4-15,0-1 0 0,0-1 5 0,0-2-4 0,0-2 4 16,2 0-8-16,-2-3 3 0,0 1 2 0,0-1 1 16,0-5 6-16,0-1-6 0,0 0 5 0,0 2-5 15,2-1 15-15,-1 1-4 0,1 0-2 0,0 0 1 16,0-3 2-16,0 1-6 0,2-2 6 0,-1 0-8 15,7-2 7-15,6-5-7 0,3-6-2 0,1 7-1 16,1-20-9-16,3 0 3 0,4-1-3 0,0-1 3 0,1-2-5 16,1 0-2-16,-4 1 3 0,-2-1-4 15,-2 0-1-15,-3 0 3 0,-2-1-6 0,-4-3 3 0,3 1-24 16,-1-2-45-16,-2 0-6 0,2-3-18 0,2 3-69 16,-4-2-207-16</inkml:trace>
  <inkml:trace contextRef="#ctx0" brushRef="#br0" timeOffset="-103733.97">24672 13319 219 0,'0'0'15'16,"0"0"2"-16,-1-1 19 0,-1-1-5 0,0 0 5 16,0 0 0-16,0 0-10 0,0 0-4 0,-1 0-1 15,-1 1-4-15,0-1-8 0,0 0 0 0,-3-2-3 16,0 0 2-16,-1 1-2 0,-1-1 7 0,0 0-5 0,1 1 14 16,1-1-2-16,-3 0 0 0,1 0-1 15,-2-1 8-15,0 1-6 0,2 0 2 0,1 1-5 0,1-1-1 16,3 2-7-16,-7-2 5 0,-4-1-6 0,2 1 2 0,0 0-8 15,2 3-2-15,2-1 0 0,-4 0 5 0,-2 0-6 16,-4 2-1-16,-1 0-3 0,1 0 4 0,1 0 3 16,-3 0-2-16,3 2 1 0,-5 2-2 0,5-3 5 15,3 3-1-15,0 0 1 0,0 0-10 0,-1 1 5 16,1 1 4-16,0-1-1 0,-2 1-2 0,6-1-1 16,-4 3-2-16,0-1 2 0,4-1 5 0,-4 1-8 15,2 1 8-15,0-1-8 0,0 2 11 0,0 1-7 16,0-1-3-16,0-7-1 0,0 7 2 0,2 4-1 0,0 2 4 15,2-4-2-15,-1 4 0 0,1-4 4 0,0 0-5 16,0 2 4-16,-1 4-2 0,1 2-3 0,0-3 2 16,1-1-4-16,1 2-1 0,-1-4 4 0,1 4 1 15,-2-1 2-15,-1 5 6 0,3-1-4 0,-2 2-6 0,-1-1 1 16,3-1-9-16,-4-3 13 0,0 3-3 0,-2 1 5 16,0-1-1-16,2 2-4 0,3 1 3 0,-1-1-5 15,-2-3-5-15,3 1 7 0,-6-3 0 0,2 1 3 16,7 1-3-16,-3-2 0 0,7 1 0 0,-12 1 0 15,3-3-1-15,1 3 2 0,2 0-1 0,-1-1 3 16,1 3-3-16,1 1-1 0,4-2-3 0,2 3 2 16,0-1 4-16,0 4-3 0,2 0 1 0,2 4-3 0,1 1-2 15,1-1 9-15,1 3-2 0,3-1 3 0,-1 1-12 16,2 1 5-16,0-3 1 0,4 4 2 0,-2-7 6 16,0-2-3-16,2 0 1 0,0-3-3 0,-13-1-1 0,18 0 7 15,2-1-2-15,1-1 4 0,-1-1-11 0,-2-1 4 16,4 3-3-16,2-1 5 0,-1 0-3 0,-3 1-1 15,4-1 2-15,-4 1-1 0,2-1 0 0,0-1 1 16,1-1-1-16,6-1 0 0,-3-4-6 0,5 2 7 16,-1-2-3-16,-4-2 6 0,2 0-2 0,-1-4 4 15,3 1 0-15,-3-3 1 0,1-1 3 0,-2 15-3 16,0-8-1-16,2-6 0 0,3-3 3 0,0-2-2 16,1-2 5-16,-1-3-5 0,1-3-3 0,1-1-6 15,0-2 0-15,1 0-1 0,-1 0 8 0,2-4-3 0,-2 2 3 16,4-2-5-16,-3 0-3 0,-5 2 3 0,3-2-2 15,-3 2 2-15,-1 0-6 0,-2-1 7 0,-1 1-3 16,-2 0 5-16,-3 0-3 0,-4 1 1 0,-1 1 0 0,-2 0 1 16,4 6 0-16,-3-12-1 0,1-4-1 0,-2-1 0 15,0 0-2-15,-2-4 7 0,2-4-1 0,-2-7 3 16,1 0-9-16,1 0 4 0,0-4 1 0,0 0 2 16,-4-5-5-16,0-5 0 0,-1 3-1 0,-1 2 3 15,0-2 3-15,-3 1-3 0,1 1-4 0,-3 1 0 16,0 2 0-16,18 4-1 0,-9 0 4 0,-6 0-3 15,-3 2 6-15,-4-2-5 0,0-2 6 0,-4 2-5 0,-3-3 3 16,-2 1 0-16,-1 4 0 0,-3-2 1 0,-2 4 3 16,-1-1-1-16,-1 5 3 0,13 3-2 0,-22 2-2 15,0 5-4-15,-7 5-1 0,-2-1 1 0,-4 2-5 16,-4-2-11-16,-4 4-9 0,-1 4 1 0,0 2-24 0,-2 3-35 16,2 2-6-16,1-22-14 0,3 13-52 0</inkml:trace>
  <inkml:trace contextRef="#ctx0" brushRef="#br0" timeOffset="-86672.04">28616 13225 72 0,'0'0'0'0,"0"0"3"0,0-2 31 0,0 0 1 15,0 0 4-15,0 0-12 0,0 0-3 0,0 1-18 16,0-1 1-16,0 0-4 0,0 0 3 0,0 0-6 16,0-2 0-16,0 1 0 0,-2-1 7 0,0 0 0 15,1 1 5-15,-1-1-4 0,0 0 4 0,0 0-3 16,0 1 3-16,0-1-4 0,2 2 2 0,-3-3 2 0,-3 1-5 15,-3 0 2-15,-2 0-5 0,-1 3 2 0,-2-3 1 16,-1 2-1-16,-4-2 2 0,-1 2-6 0,1 1-2 16,1-12-1-16,-5 1-3 0,1 3 11 0,-6 0-3 15,-7 1 4-15,1 3-11 0,3 1 2 0,-4 0 1 0,7 1 1 16,-4 1 0-16,-3-2-1 0,2 1 1 0,3-1 0 16,-2 0 2-16,3 0 14 0,1-1-10 0,0-1 11 15,4 1-12-15,0 1 12 0,-2-2-4 0,1 1 6 16,1 1-5-16,0-1 7 0,0 1-5 0,0 2 6 15,0 0-10-15,0 0 5 0,-4 0 6 0,-2 2-4 16,2 0-4-16,0 0-5 0,-1 0-6 0,-1 2 3 16,-3 2 1-16,-8 0-9 0,4-1 3 0,-6 3-4 15,2 1 5-15,0 1-6 0,2-1 4 0,6 1-6 0,-6-1 5 16,3 2-1-16,-1 1-2 0,-2-1 1 0,0 2 4 16,4-2-4-16,0 1 6 0,-1 1-6 0,-4 0 1 15,1 2 6-15,-4-2-6 0,-3 0 7 0,3 0-6 0,0 0 8 16,0 2 2-16,8-1 0 0,4-1 9 0,-8 4-13 15,5-2 6-15,6 0-8 0,-3 1 3 0,10-2-3 16,1 1-4-16,-1-6 3 0,3 19-5 0,-1 0 0 16,1 2 1-16,3 3 2 0,0 3 6 0,2 3-10 15,0 6 0-15,2-6-3 0,0 2 7 0,0-4-3 16,1-1 4-16,3 1-4 0,0-6 2 0,-1 1-2 16,4-4 1-16,3 0 0 0,-3 0 2 0,-13 0-1 0,4 2 0 15,6 0 0-15,3 2 3 0,4-1-3 0,0-1 0 16,4 2 0-16,1 1 2 0,5-1 6 0,3 4-1 15,1-1 2-15,5 4-10 0,1 2 2 0,-18-4-2 16,26 8 3-16,0-6 2 0,2 2-3 0,5 4-2 16,6-6 0-16,-2 2-4 0,5-7 7 0,3-1-3 0,-1 1 3 15,10-4-13-15,-6-1 8 0,-2-1-6 0,2 0 7 16,-3 0 0-16,1 2-8 0,6-2 9 0,0 0-8 16,1 0 7-16,5-2 5 0,3 1-6 0,8-1 4 15,1 0-9-15,2 0 10 0,-1-4-3 0,-6-3 6 16,-3 5-9-16,-4-5 6 0,1 2-4 0,2-1 4 15,4-3-4-15,7-4 0 0,3 2 5 0,2 4-2 0,-2-12 2 16,-1 7-2-16,-2-5-1 0,-5 23 1 0,1-14 0 16,-5-8 0-16,0-4 3 0,6-3-2 0,3 1 5 15,2-2-10-15,4-2 6 0,0 1-5 0,-4-3 7 0,-6-4 3 16,-6-1-8-16,-7-2 7 0,1-2-5 0,-3 0 0 16,3-2 5-16,-2-2-5 0,1 1-3 0,-1-3 3 15,-2 1-3-15,-4 1 6 0,-2-2 0 0,-5 3-6 16,-6-1 2-16,-5 0-2 0,-3 0 10 0,-5 3-4 15,-3 12 2-15,-3-20-3 0,-3 1 1 0,0-5 3 16,0 2-3-16,0-4 2 0,2 0-6 0,-3 0 1 16,-1-1 5-16,-1-7-3 0,1 3 6 0,-2-6 2 15,-2-4 1-15,0-1 1 0,0-10 0 0,-1-2 0 16,-1 4-6-16,3-4 4 0,-3 3-7 0,-3 1 3 16,1-2-5-16,-3 6 4 0,0-1-8 0,22 3 6 0,-11 3 2 15,-7 2-1-15,-4-3-6 0,-4-1 5 0,-4 1-6 16,-3-8 6-16,-2 1-7 0,0 3 1 0,-4 0-2 0,-4 0 2 15,-1-2 4-15,-4 3 1 0,20 1-5 0,-29 9 3 16,-6 1-1-16,-2 5-3 0,-9 1 2 0,-4 0-3 16,0 4 3-16,-9 4-11 0,5 3-3 0,-5 3-8 15,0 5-26-15,0 5-160 0</inkml:trace>
  <inkml:trace contextRef="#ctx0" brushRef="#br0" timeOffset="-76080.88">18581 16745 33 0,'0'0'0'0,"0"0"26"16,0 0 14-16,0 0 22 0,-2 0 7 0,0 0-17 15,0 0-6-15,0 0-13 0,0 0 2 0,0 0-2 16,1 0 2-16,-1 0-6 0,0 0-3 0,0 0 0 16,0 0-8-16,0 0 7 0,0 0-4 0,1 0 3 0,-1 0-8 15,0 0 2-15,0 0 2 0,0 0-2 0,0 0-9 16,0 0 9-16,1 0-10 0,-1 0 11 0,0 0-10 16,0 0 3-16,0 0-2 0,0 0 0 0,2 0-3 15,0 0 2-15,0 0-1 0,0 0 0 0,0 0-1 0,0 0 3 16,0 0-2-16,0 0 1 0,0 0-4 0,2 0-4 15,0-2 5-15,0 0-6 0,0 1 5 0,0-1 8 16,-1 0-4-16,1 0 4 0,0 0-17 0,2 0 10 16,0 0-2-16,-1 1 5 0,1 1-12 0,5-2 4 15,2 0 0-15,1 0 3 0,-1 2-1 0,2 0-3 16,0 0-1-16,1 0 1 0,3 0 7 0,0 0-4 0,1 0-2 16,3 2-1-16,1 0 2 0,0-2 0 0,4 0 1 15,4 2-1-15,2-1 2 0,3 1 0 0,-2-2-2 16,5 2 1-16,-1-2 4 0,-2 2-2 0,0-2-1 15,-5 2-1-15,0 0 4 0,-1 1-7 0,1 3 8 16,-2 1-9-16,-2 1 10 0,-2-3-12 0,0 5 5 0,0-1-6 16,0 0 13-16,1 1-9 0,-3-3 4 0,0 0-4 15,0-1 5-15,1-2 1 0,-3-2-4 0,2 1 3 16,-3 1-7-16,5 0 2 0,6-1 0 0,-8-3 3 16,4 0 4-16,-7 0-1 0,-4 0 2 0,-1 0-4 15,3-3-4-15,2-1 4 0,-4 2-2 0,-2-2 4 16,3 1-4-16,-5-1 1 0,2 0-3 0,-3 1 2 15,-3 1-2-15,-1 0 0 0,-1 0 3 0,-1 2-1 0,0-2 2 16,-1 0 7-16,1 0-5 0,0 1 5 0,-2-1-3 16,0 0-8-16,-1 0 2 0,1 0-4 0,0 0-4 15,-2 0 4-15,0 1-2 0,-2-1 4 0,0-2 1 0,-1 2-4 16,-3-2 1-16,-16-9-1 0,1 4 2 0,1 0-10 16,-6 0 6-16,4 3-6 0,-2 0 9 0,-4 1-5 15,0 1 1-15,0 0-1 0,-2 1 5 0,2 1 4 16,1 0-4-16,1 0 4 0,0 0-2 0,0 0 0 15,3 1 2-15,3-1-1 0,-1 0 5 0,1 0-6 16,-2 2 2-16,1 0-4 0,1 0 2 0,1 0 5 16,-1 0-8-16,0 0 6 0,-6 0-4 0,1 2-1 15,-2 3 5-15,1-1-3 0,-2 2 1 0,-4-1 2 0,6 1-2 16,-5 1 1-16,5-1-3 0,-4-1 0 0,2-1 2 16,6 0 0-16,-2 1-3 0,1-1 4 0,5 0 0 15,-1 1 4-15,1-1 4 0,5-2-4 0,0 0 5 16,0 0-3-16,3 0 2 0,3-1-8 0,-1 1-1 0,3 0 0 15,3-2 0-15,0 0-5 0,0 0 2 0,-1 2-3 16,-1 0 8-16,0 0-2 0,2 0-5 0,0 1 3 16,1-1-5-16,-1 0 5 0,0 0 4 0,2 2-1 15,0-3-3-15,0 1 7 0,2 0-6 0,0 0 7 16,1 0-5-16,8 2 2 0,12 3 1 0,-1-3-1 16,8-1-8-16,-1-1 7 0,-4-2-5 0,10 0 5 15,-4 0-4-15,5 0-1 0,6 0 6 0,-8-2-4 0,3 1 1 16,-2-1-1-16,-1 0 0 0,-1-2 0 0,-1 2 4 15,-1-1-5-15,1-1 0 0,1 2-2 0,-3 0 10 16,1 0-4-16,-3 2 2 0,-2-2-5 0,0 2-2 16,-2 0 2-16,1-1 0 0,-3-1 1 0,-5 0 4 0,-1 0-6 15,-5 0 2-15,4 0-3 0,-5 2 3 0,1-2 5 16,-4 2-5-16,-3 0 5 0,1 0 1 0,-1-1 1 16,0-1 3-16,-2 0-4 0,0 0-3 0,-1 0-3 15,1 0 3-15,-2 0-3 0,0 1-1 0,-2-1 6 16,1 0-7-16,-1 0 7 0,-4 0-2 0,-14-3-4 15,-1 1 5-15,-1 0-5 0,2 2-2 0,1 0 6 16,-1 2-2-16,-1 0 6 0,-1 0-8 0,3 0 5 0,-3 0-6 16,3 0 6-16,-5 0-10 0,0 0 9 0,0 0-4 15,-4 2 6-15,-1 0-4 0,-7 2-5 0,-5 0 3 16,-1-1-4-16,-3 3 10 0,-3-1-8 0,9-1 8 16,-4 0-8-16,2-2 2 0,4 1 7 0,-2-3-7 0,6 0 7 15,3 0-4-15,6 0 0 0,0 0-1 0,3 0 0 16,3 0 7-16,1-1-7 0,4 1 4 0,2 0-5 15,0-2 9-15,3 2-9 0,3 0 5 0,1 0-6 16,2 0 0-16,-1 0-6 0,-1 0 0 0,0 0-1 16,2 0 4-16,0 0 3 0,1 0 0 0,1 0 0 15,0 2 0-15,1-1-1 0,1 1 0 0,4 0 1 0,18 4-2 16,4-3 2-16,3 1 0 0,5 0 0 0,4-2-8 16,3-2 10-16,4 0-5 0,-7-2 6 0,3-2-3 15,2 0 0-15,-1 1 1 0,5-1-2 0,-9 0-2 0,1 4 5 16,-5-2 0-16,-1 2 2 0,0 0 0 0,-2 0-8 15,3 0 3-15,-5 0-6 0,5 2 7 0,-7 0 4 16,3 0-2-16,-1-2 4 0,-3 0-12 0,2 2 8 16,-10-2-4-16,3 0 6 0,-1 0-4 0,-5 0 0 15,-2 0-1-15,-6 0 0 0,-5 0 0 0,-3 0 5 16,1 0 0-16,0 0 2 0,2 0-4 0,0 0-2 16,-1 0 5-16,-1 0-5 0,0 0 5 0,-2 0-5 15,-2 0-2-15,0 0-1 0,-7-2 6 0,-19-2 0 16,0 1-3-16,0 1 0 0,-1 2-5 0,-3 0 6 0,-1 0 2 15,1-2 1-15,1 0 5 0,3 0-7 0,-2 2 2 16,0 0-4-16,1-2 3 0,-1 2-1 0,-3 0 1 16,-1 0-2-16,-3 2-3 0,-2 2 2 0,-2 0 0 15,0-1 2-15,-7 3-3 0,5-4 1 0,1 0-2 0,-1-2 3 16,11 0 7-16,-3 0-9 0,3 0 1 0,3 0-2 16,1 1 5-16,7-1-6 0,1 2 8 0,3-2-7 15,2 0 5-15,4 0 1 0,2 0-4 0,4 0 4 16,-1 0-3-16,4 0 1 0,0 0-2 0,0 0 0 15,-1 0-8-15,-1 0 7 0,2 0-1 0,0 0 2 16,0 0 1-16,2 0 1 0,0 0-2 0,2 0-1 0,0 0-8 16,2 0 5-16,11 2 1 0,11 2 0 0,0-2-1 15,7 1 3-15,0-1-7 0,8 0 7 0,0-2-2 16,-2 0-1-16,0 0 4 0,4 2-2 0,-4-2 0 0,9 2 1 16,-1 0-1-16,-10-2 2 0,2 0 3 0,-4 0-2 15,-2-4 3-15,3 2-3 0,-3 0 0 0,2-1-1 16,1-1 0-16,-3 2 0 0,0 0 1 0,-3 0-3 15,0 0 2-15,-6 1-1 0,4-1 4 0,-8 0-2 16,3 0-2-16,-5 2 0 0,-9 0 5 0,1 0-3 16,-5 0 3-16,3 0-3 0,-5 0 11 0,-1 0-9 15,2 0 3-15,0-2-5 0,-2 0 2 0,-1 0-1 16,-1 1 0-16,0-1-1 0,-1 0-1 0,-3 0 3 0,-15-4 2 16,-10 1-1-16,1 1-6 0,-8 0 2 0,7 3 0 15,-7-1 2-15,5 2-1 0,1 0 6 0,-3 2-6 16,3 1 6-16,-2 1-5 0,1 0-6 0,-1-1 4 15,-1 1-5-15,0 0 5 0,-5 0 1 0,-2-3 1 0,-1 1 0 16,0 0 5-16,0 2-7 0,0 0 0 0,4-1-1 16,-2 1 2-16,2-2 0 0,2-2 3 0,-1 0-2 15,7 2-3-15,3 0 1 0,1 1-4 0,5-1 4 16,2 0 3-16,1 0-4 0,2 0 3 0,2 1-3 16,2-1 1-16,3 0 1 0,3 0-3 0,-1 0 1 15,4-2-3-15,-1 2 3 0,-1 0-3 0,2-1 3 0,0 1 3 16,0 0 0-16,2 0-2 0,0 0 0 15,2 0-7-15,0 0 4 0,7-1 2 0,23 5 0 0,3 0 1 16,8-3 1-16,1-3-1 0,16 0-1 0,-8 0-7 16,7-3 8-16,3 1 0 0,-9-2 2 0,5-3-6 15,-4 1 5-15,-2 0 0 0,-4 3 3 0,-1-1-2 0,1 0-3 16,-4 1 0-16,5 1-1 0,-3 0 6 0,-1 0-2 16,-5 0-1-16,3 2 0 0,-8-2-3 0,-5 0 0 15,0 1 2-15,-13 1 0 0,-1 0 8 0,-3 0-8 16,-5 0 2-16,-5 0-2 0,-1 0 4 0,2 0 3 15,0 0-2-15,-2 0 2 0,-1 0 0 0,1 0-4 16,-2 0 1-16,-2 0-2 0,-1 0-1 0,-16 3-1 16,-12 1-1-16,-5 2 0 0,-6-1 6 0,-1-1-5 15,-2 0 2-15,-5-3-4 0,4 3-4 0,-6 0 4 0,2 0 1 16,-8 1 1-16,-3 1 0 0,-2-1 7 0,-6-1-6 16,2 0 6-16,2-1-5 0,2-1 2 0,4 0 5 15,5-2-4-15,5 0-2 0,10 0 4 0,2 0-5 16,4 0 5-16,1 0-5 0,6 2-2 0,2 0 2 0,6 0-2 15,-1 1 5-15,6-1-5 0,4 0 0 0,5-2-2 16,2 0 0-16,-1 2-7 0,-1 0 3 0,2 0-4 16,0-1 9-16,0 1-5 0,2 0 2 0,0 0-4 15,2 0 2-15,4 0 2 0,25 5 0 0,6-1 0 16,2-3-2-16,6-3 3 0,3 0-2 0,10-3 3 16,3-1 6-16,6 0-3 0,2-1 1 0,-3-3-2 0,-2 1-5 15,-7-1 4-15,-1 1 3 0,-6 1-1 0,-4 3 1 16,-3-1 1-16,0 2-5 0,-4-1 3 0,-2-1 2 0,0 2-6 15,-4 2 5-15,-1 0-5 0,-2 0 9 0,-12 0-6 16,5 0 2-16,-5 2-3 0,-7-2 5 0,0 0-1 16,-7 0-3-16,0 0 3 0,0 0 8 0,-3 0-4 15,1 0 3-15,0 0-5 0,-2 0-6 0,0 0 4 16,-2 0-3-16,-7 0 5 0,-23 0-6 0,-1-2 9 16,-2 0-2-16,-2 0 5 0,-1-1-8 0,3 1 2 15,-2-2-5-15,0 2 3 0,0 0-1 0,2 0 0 16,-3 2 3-16,-1-1-4 0,0-1 2 0,-5 0-3 15,3 0 0-15,4 2-2 0,-6 0 2 0,2 0-2 0,2 0 1 16,-2 0 0-16,-1 0-2 0,3 0 3 0,0 0-2 16,5 0 2-16,6 2 3 0,2 0 0 0,2 0 0 15,4-1-1-15,0 1-3 0,5 0-4 0,-2 2 4 16,4-2-3-16,6 0 3 0,-1-1 2 0,6-1-4 0,-1 2 3 16,-1 0-9-16,0 0 3 0,2 0 1 0,0 0 0 15,2 0 5-15,0-1-2 0,2 1 1 0,0 0-2 16,11 0-2-16,19 2 4 0,3-4-3 0,8 0 4 15,3-2-6-15,10-2 4 0,3 0 1 0,1-1 1 16,5-3 0-16,0 1 0 0,-6-2 0 0,4-1 0 16,-9 1 1-16,-4 0 2 0,4 1 2 0,-2 1 0 15,0 0 2-15,2-3-3 0,1 1-5 0,-1 2 1 0,-2-1 1 16,-3 4-5-16,-7-1 7 0,-6 1-6 0,-5 0 10 16,-9 3-5-16,-1-1 3 0,-10 2-4 0,-4 0 2 15,1 0-4-15,-6 0-4 0,0 0 0 0,1 0-1 0,1 0-27 16,0 0-37-16,-1 0-18 0,-1 2-314 0</inkml:trace>
  <inkml:trace contextRef="#ctx0" brushRef="#br0" timeOffset="-71263.81">16196 16801 8 0,'0'0'0'0,"0"0"98"0,0 0 12 0,0-2 2 16,0 0 2-16,0 0-94 0,0 0-10 0,0 1-9 16,0-1 9-16,0 2-10 0,0 0 6 0,0 0-6 15,0 0-1-15,2 0 0 0,0-2 7 0,0 2-9 16,0 0 4-16,0 0-3 0,0 0 5 0,-1-2 3 15,1 0-1-15,0 0 3 0,0 0-5 0,0 1 16 16,0-1-3-16,0 0 9 0,-2 0 0 0,0 0 9 16,0 0-3-16,0 0 6 0,0 1-4 0,0-1-3 0,-2 2 3 15,0 0-1-15,0 0 7 0,0-2 6 0,0 2 9 16,-1 0-1-16,-1 0 26 0,0 0-36 0,0 0-2 16,1 0-11-16,-1 0-4 0,0 0-5 0,1 0 3 15,-1 0-5-15,0 0 2 0,0 0-4 0,3 0 1 0,-1 0-2 16,0 0 6-16,0 0 1 0,0 0 4 0,2 0-4 15,0 0 4-15,0 0-11 0,2 0 0 0,0 0-3 16,2 0-1-16,1 0-1 0,16 2-6 0,1-2 4 16,2 0 0-16,2-4-1 0,2 0 6 0,7 1-5 15,0-3 5-15,4 0 0 0,4 1 3 0,-2-1-2 16,2-1 4-16,5 1-9 0,2 1 2 0,-3-1-3 16,-1 2 1-16,-7 1 4 0,-2-3-5 0,-4 1 5 0,-1 1-6 15,0 0 0-15,-3-1-1 0,3 1 0 0,-4 0 4 16,-2 0-4-16,0 1 1 0,-4-1-3 0,0 0-1 15,-3 1-1-15,1 1 4 0,-3 0-4 0,-4 0-1 0,-2 0 0 16,-3 2 0-16,-3 0 1 0,1 0 5 0,-3 0 4 16,1 0-7-16,0 0 6 0,-2 0-8 0,0 0-3 15,-2 0 5-15,0 0-5 0,0 0-1 0,-2 0-6 16,0 0-1-16,0 0-1 0,-17-2 5 0,-3 0-6 16,2 2 10-16,-6 0-8 0,2 0 10 0,-1 0-1 15,1 0-5-15,-2 0 3 0,-2 0 0 0,2 0 3 16,-3 0-1-16,-1 2 3 0,2-2-4 0,-3 0 2 15,-1 0 0-15,-3 0 0 0,1 0-2 0,3 0-2 0,-3 0 3 16,3 0-2-16,1 0 4 0,0 0-6 0,8 0 1 16,-2 0-2-16,2 0 7 0,1 0-1 0,-1 0-2 15,7 0 1-15,-2 0 0 0,1 0-1 0,1 0 0 16,4 0-1-16,0 0 3 0,1 0-2 0,3 0 5 0,3 0-5 16,-1 0 3-16,3 0 0 0,0 0-3 0,0 0 1 15,-2 0-1-15,1 2 5 0,1 0-2 0,0 0 2 16,0 0-7-16,2 0 2 0,0-1 1 0,2 1 0 15,0 0 2-15,0-2-4 0,24 8-1 0,3-1 0 16,3-3 6-16,7-2 1 0,-2-2-1 0,2 0 0 16,4-2-5-16,1 2 2 0,3-2 0 0,-5 2 1 15,-1 0-7-15,-6-2 5 0,-1 0 1 0,-6 2 2 0,-2 0-1 16,0 0-1-16,0 0-3 0,0 0 1 0,0 0 1 16,-6 0 0-16,2 0 3 0,-3 0-4 0,-4 0 1 15,0 0 3-15,0 0-6 0,-6 0 4 0,0 0-4 16,-5 0 1-16,-2 0 2 0,1 0-1 0,1 0-2 0,-2 0-4 15,0 0 3-15,-2 0-4 0,-2 0 3 0,-2-2 0 16,-22-1 0-16,-9-1 0 0,0 2 2 0,-1 0 7 16,-3 2-1-16,-3 0 3 0,1 0-4 0,-11 0 3 15,0 0-2-15,-2 2 2 0,-5 0-6 0,5-2 1 16,0 0 0-16,4 0 1 0,2 2 2 0,5 0 3 16,2 1-5-16,2-1 4 0,4 0-2 0,5 2 1 15,4-1-1-15,4 1 2 0,3 0 4 0,4-2-1 0,0 0 8 16,8-2-5-16,1 0 9 0,5 0-5 0,-3 1-4 15,0 1 1-15,2-2-12 0,2 2 5 0,0 0-1 16,2 0 3-16,2 0 1 0,11 1-9 0,18 5 2 16,6-3-2-16,2-1 4 0,5 0 0 0,5 0-1 0,2-3-1 15,5 3-4-15,0 0 4 0,5 0-2 0,-4 1 2 16,-1 1-9-16,-3-1-13 0,-5 1-10 0,-3 1-6 16,-1 3-76-16,1-1-125 0,3 4-48 0</inkml:trace>
  <inkml:trace contextRef="#ctx0" brushRef="#br0" timeOffset="-69902.24">13773 16857 13 0,'0'0'7'0,"0"0"7"0,0 0 22 0,0 0 15 0,0-2 12 16,0 0 4-16,0 0-24 0,0 0-6 0,0 0-6 15,0 0-13-15,0-1-8 0,0-5 7 0,0-1-6 16,0-2 23-16,0 0 1 0,0 3 6 0,0-1-4 15,0 2 10-15,0-1-11 0,-1-3 3 0,-1 2-6 16,0 3 4-16,0-1-1 0,2 3-2 0,-2-2 0 0,0 1 0 16,-1-1 1-16,1 3 1 0,-2-3 0 0,2 2-7 15,0 1 2-15,-3-1-3 0,-6 0 4 0,5 2-4 16,-1-1-4-16,5 1-1 0,0 2-2 0,-7-2-2 0,5-2 3 16,2 4-2-16,-2-4 2 0,1 1-9 0,1-1-4 15,0 2 1-15,0 0-2 0,2 0 9 0,0 1-10 16,2-1 5-16,0 0-8 0,1 2 0 0,3 0 3 15,20-2-7-15,0 2 6 0,0 0 3 0,2 0-6 16,2 0 7-16,3 0-8 0,0 0-2 0,5 0 8 16,-1 0-10-16,4 0 8 0,3 0-6 0,4 0 4 15,1 0-1-15,-3 0 1 0,0 0-4 0,-5 0 5 16,0 0 5-16,-2 4-4 0,-4-2 2 0,1-1-1 16,-7 3-2-16,-1 0 1 0,-4-2 2 0,-1 1-6 0,-3-1 4 15,-1 2-5-15,-1 0-1 0,-1-2 5 0,0 1-7 16,-4-1 7-16,0 0-1 0,-4 0-3 0,-2-2 6 15,-1 0-5-15,-2 0 8 0,-2 0-4 0,1 2-1 16,1-2 0-16,-2 0 0 0,0 0-6 0,-2 0-1 0,0 0-4 16,-2 0-5-16,-2 0 5 0,-7 2 1 0,-15-1 1 15,-4 3 0-15,-5-2 2 0,-6 2-5 0,-7-2 5 16,-6-2 5-16,-4 0 0 0,5 0 4 0,-5 0-5 16,4 0 0-16,2 0 6 0,4-2-3 0,7 0 4 15,4 0-4-15,2 0 6 0,3 2-4 0,2 0 4 16,3 0-11-16,4 0 2 0,1 0 0 0,3 0 1 0,3 0 3 15,3 0-2-15,2 0-4 0,1 0 1 0,3 0-1 16,-1 0-5-16,5 0 4 0,-1 0-5 0,0 2 2 16,2 0 7-16,1 0-1 0,-1 0 2 0,2 1-5 15,0 1 0-15,0-2 1 0,0 2 0 0,3 3 5 0,1-1-4 16,7-1 3-16,12-1-2 0,-1-2 2 0,6 16-1 16,0-5 2-16,3-3-2 0,3-7-3 0,1-1 7 15,9-2-3-15,1-2 5 0,7 0-6 0,2-1 2 16,-8-5-3-16,2 3 3 0,-3-1-2 0,-4 2-5 15,2 1 5-15,-4 3-4 0,-6 0 4 0,-5 0-4 16,-6 0 1-16,-3 0-3 0,-3 0-1 0,-1 0-36 16,0 0-8-16,-4 2-10 0,-1-2-48 0,-7 0-178 0,1 0-43 15</inkml:trace>
  <inkml:trace contextRef="#ctx0" brushRef="#br0" timeOffset="-68782.5">11609 16899 127 0,'0'0'11'0,"0"0"-1"0,-2 0 1 0,0 0 9 16,0 0-6-16,0 0 33 0,0 0-4 0,0 0-3 0,1 0-3 16,-1 0-18-16,0 0 0 0,0 0 0 0,0 0 1 15,-2 0 10-15,1 0 3 0,-1 0 6 0,0 0-4 16,1 0-2-16,-1 0 4 0,0-2-10 0,0 0 8 15,3 2-3-15,-5-1-5 0,4 1 10 0,0 0-9 16,-1-2 6-16,-1 0 0 0,-2-2-3 0,1 0 3 16,-3-1 7-16,3 1 1 0,-1 1 2 0,-1-3-1 0,-3 0 6 15,5 3-15-15,-4-3 4 0,-1 1-9 0,3 1 2 16,-2-2-10-16,-1 3 2 0,3 1-4 0,1 0-2 16,-3-2-7-16,0 2 1 0,1 0-4 0,-1 1 4 15,0 1-1-15,3 0 1 0,2 0-2 0,1 0-5 0,-1 0 3 16,0 0-4-16,1 0 3 0,-1 0-3 0,2 0 3 15,0 0 2-15,0 0-1 0,2 0-7 0,0 0 7 16,2 0-6-16,0 0 6 0,0 0-3 0,22 5-1 16,-2-1 2-16,2 0-1 0,2 1 6 0,-1-1-10 15,1 0 4-15,5-1-4 0,-1-1 3 0,3 0-3 16,4 0 0-16,0 0-1 0,6 0 4 0,4-1-2 16,-1-1 1-16,4 0-2 0,-2 0 0 0,1 0 0 15,1-1 1-15,-7-1 0 0,-1-2 9 0,-3 0-10 0,-5 2 6 16,-3-1-7-16,-3 1 5 0,-6-2-3 0,-1 0 2 15,-4 1-1-15,-3 1 4 0,-1 0-5 0,-2 0 0 16,-3 0-1-16,-4 2 11 0,-3 0-3 0,3-2-1 0,0 1 0 16,-2-1-4-16,0 0 1 0,-1 0 0 0,-1 0-1 15,-1 0-12-15,-1 0 7 0,-2 1-2 0,-13-9 4 16,-9-1-1-16,-3 4-5 0,-8-1 1 0,-6 5-3 16,-2 1 1-16,-5 0 6 0,0 2 0 0,-2 0 1 15,-2 0 0-15,2 0-2 0,6 0 0 0,1-2-2 16,2 0 4-16,4 2 5 0,-1 0-2 0,3 0 2 15,1 0-4-15,1 0-4 0,0 2 0 0,-1-2-2 0,1 0 5 16,-2 2 0-16,2 2 3 0,-4-1-3 0,7-1 2 16,-3 2 1-16,3-2-1 0,6 0 1 0,-2 1-3 15,10 1-3-15,5-2-2 0,2 0 1 0,3 0 2 16,3-2-3-16,1 0 2 0,0 1-2 0,1 1 1 0,1 0 0 16,0 0 0-16,2 0 1 0,0 0 1 0,2 0 7 15,1 1-5-15,20 8 7 0,8 2-5 0,1-3 0 16,5-3-2-16,2-1 0 0,-2-1-6 0,0-1 11 15,0-2-1-15,-1 0 4 0,-1-2-5 0,2 0 0 16,-2 0-3-16,4 0 0 0,0 0-4 0,0 0 3 16,4 2 1-16,0-1 0 0,1 3 0 0,5-2 1 15,-3-2 2-15,-3 0 0 0,-1 0 3 0,-3 0-3 0,-5 2-3 16,-1 0 0-16,-7-2 2 0,-3 0 3 0,-7 0 2 16,-3 0-1-16,-2 0-8 0,-5 0 5 0,-2 0 2 15,-1 0 3-15,1 0 4 0,-2 0-11 0,0 0 1 0,-2 1-3 16,0-1-1-16,-2 2-4 0,-7 0 1 15,-30 2-1-15,3-2 7 0,-3 0-3 0,-3-1 2 0,1 1-3 16,-6-2 4-16,5 0-3 0,1 0 1 0,4-2-2 16,1 1 8-16,1-3-5 0,2 0 4 0,3 0-6 15,0 1 2-15,6-1-20 0,2 0-12 0,3 1-8 16,3-1-98-16,5 2-172 0</inkml:trace>
  <inkml:trace contextRef="#ctx0" brushRef="#br0" timeOffset="-63560.83">12199 15718 4 0,'0'0'25'0,"0"0"-1"0,0 0 23 0,0 0-2 15,0 0-15-15,0 0-12 0,-2 0-12 0,0 0-1 0,0 0-1 16,1 0-7-16,-1 0 19 0,0 0-5 0,0 0 9 16,0-2-11-16,0 1 10 0,0-1 4 0,1 0 0 15,-1 0 1-15,0 0-7 0,0-2-3 0,-2 1-1 16,1-1-5-16,3 2-1 0,-6-5 1 0,4 3-1 16,-2-2 6-16,-1 1 2 0,-6-1-5 0,0 1 2 15,-2-1-4-15,1 1 3 0,-2-1 3 0,1 2-2 0,0-1-5 16,-2-1 4-16,4 1-3 0,-6-1 2 0,-2-1-7 15,3-1 0-15,-3 1 3 0,6 1-2 0,-2-1-1 16,-2 1 3-16,1-1-5 0,1-1 6 0,2 1 3 0,-2 0 6 16,2-1-3-16,-2 1 3 0,2 1-3 0,2 1-7 15,2-1 9-15,-1 0-9 0,3 3 9 0,0 1-11 16,-5-4 4-16,5 3-6 0,0 1 0 0,-3 0 0 16,3 0-3-16,-2 0 3 0,-1-2-1 0,3 3-2 15,-2-7 1-15,-1 3-2 0,1-1 7 0,0 2-2 16,-2-1-3-16,0 1 0 0,-1 0-1 0,1 1 0 15,0 1 5-15,0 2-3 0,-2 0 3 0,2 0-4 16,-4 0 1-16,2 0-1 0,-2 2 9 0,0-1-9 0,-1 1 3 16,-1 2-4-16,2 0 2 0,0-1 4 0,-2 3-1 15,3 0 2-15,-9 3 1 0,5-2-10 0,1-1 3 16,-3 1-5-16,5 1 14 0,-2-1-8 0,2 1 1 16,0-1-3-16,2 0 0 0,-2 3 3 0,-1 1 2 15,5-4 0-15,-6 4-6 0,6-3 2 0,1-4-4 0,-1 9 4 16,4 1-4-16,-6 1 2 0,4 0 2 0,-3-2 0 15,-2 4 0-15,4-2 4 0,-3 1-1 0,6 3 1 16,-2-2-11-16,-3-1 13 0,1-1-10 0,-2-2 10 16,2 2-8-16,2 0-2 0,0 2 5 0,-1-1-3 15,-1 1 0-15,2 0 6 0,0-4-2 0,1 7 5 16,1-1-7-16,-1 5-5 0,1 0 4 0,1-4-4 16,3 5 9-16,-1-5-6 0,0 8 4 0,1-2-5 0,1 0 2 15,-17 4 2-15,8-4-4 0,4 0 5 0,3 1-2 16,2-3-3-16,2-1 3 0,0-3-1 0,2 1 2 0,3-1-1 15,3 2-2-15,3 2 1 0,2-1 0 0,0-1 2 16,2 0 3-16,-11 1 0 0,16 3 1 0,2-2-5 16,2 4-2-16,0-1 1 0,4 1 2 0,-2 2 3 15,-2 0-4-15,4 5 3 0,0 2-3 0,-2-3-2 16,-4-3 2-16,6 3-4 0,-7-5 6 0,5 5 0 16,3-1 3-16,-4-5-2 0,-1-2 6 0,2 0-2 15,-2-2 2-15,0-4-1 0,-2 1 7 0,1-3-5 16,3-3 0-16,-2-2-2 0,2-2-9 0,2-1 13 0,-1-3-5 15,1 1 7-15,0-5-15 0,2 1 9 0,-1-2-4 16,3 16 6-16,0-5-5 0,3-5-1 0,-2-4 1 16,-1-4-2-16,-2-2 1 0,-4-2-4 0,1-2 5 15,-1-1-5-15,8-6 4 0,-4-2-3 0,-3-2 1 16,3 10 1-16,-4-21 9 0,0-2-2 0,-4-5-6 0,3 0 4 16,-5-2-3-16,2 0-3 0,-1 1 5 0,1 1-4 15,-2-4 4-15,-1 4-3 0,1 0 3 0,-1 3-3 16,-1 0 3-16,-1 1-7 0,-2 1 5 0,-2 0-5 15,0 3 7-15,-2 1 0 0,-2 1-7 0,-1-1 6 16,-1 2-5-16,1-2 1 0,-5 0 0 0,14 0 0 16,-4-3 0-16,-5-5 5 0,-3-1 3 0,-3-2-1 15,-2-4-1-15,-4-5-2 0,-1-3-5 0,-6-6 4 0,-1 1 0 16,1 2 1-16,-4 0 7 0,1 3-6 0,-3-1-2 16,-4 4 10-16,1 5-12 0,0 6 12 0,18 1 1 0,-26 6 7 15,0 1 0-15,-2 3 0 0,-3 1-10 0,-2 5-4 16,-6 1 0-16,-4 4-2 0,-3-4-3 0,-8 4-25 15,8 4-6-15,-10 0-11 0,8 7-53 0,4-22-149 16</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17.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4:46:26.792"/>
    </inkml:context>
    <inkml:brush xml:id="br0">
      <inkml:brushProperty name="width" value="0.05292" units="cm"/>
      <inkml:brushProperty name="height" value="0.05292" units="cm"/>
      <inkml:brushProperty name="color" value="#FF0000"/>
    </inkml:brush>
  </inkml:definitions>
  <inkml:trace contextRef="#ctx0" brushRef="#br0">19266 3076 5 0,'0'0'1'0,"0"0"3"0,0 0 8 0,0 0 2 15,0 0 6-15,0 0 0 0,0 0 23 0,0 0-4 16,0-2 10-16,0 0-11 0,0 0 3 0,0 0-6 0,0 1 5 15,0-1-11-15,0 0 4 0,0 0-5 0,0 0 3 16,0 0-14-16,0 0-6 0,-2 1-2 0,0-1 0 16,0 0 7-16,0 0-13 0,0 0 10 0,-1 0-11 15,1 2 12-15,-9-3-6 0,0 1 2 0,-6-2-3 16,6 2 3-16,-2 0-7 0,3 2 5 0,1 0-5 16,2 0 6-16,-1 0-4 0,3 0-2 0,1 0 2 15,0 0 6-15,1 0-9 0,-1 0-1 0,2 0-1 0,0 0 3 16,0 0 7-16,2 0 2 0,0 2-1 0,0 0-5 15,2 0 1-15,2 0 1 0,3 0-1 0,17 3-2 16,-3-1 9-16,1-2-3 0,2 0 6 0,0-1-1 0,2-1-3 16,-2 2-3-16,1 0-1 0,1-2-12 0,-2 0 6 15,-2 2-3-15,0-2 3 0,-3 0 0 0,-1 0 3 16,-3 0 0-16,2 0 1 0,-4 0-6 0,-4 0 0 16,4 0 1-16,-7 0 0 0,-1 0 4 0,-3 0-3 15,2 0-2-15,0 0 0 0,-1 0-1 0,-1 0 5 16,0 0-1-16,0 0 4 0,0 0-3 0,0-2-1 15,-2 0 0-15,0 0-1 0,0 1-3 0,-2-1 0 16,0 0 2-16,-2 0 0 0,2 2 0 0,-14-9-2 0,-1 1-2 16,-2 1 1-16,-1 1 0 0,0 3-1 0,-3-1 3 15,-1 0-1-15,2 2 5 0,-4 2-2 0,-2 0 2 16,2 0-3-16,-2 0-6 0,4 0 3 0,-4 2 1 16,4-2 1-16,4 2-1 0,3-2 0 0,2 2-5 15,2 0 4-15,4 0 1 0,-2-1 1 0,7-1-1 0,0 0 2 16,1 2 5-16,-1 0-3 0,2-2 4 0,0 2-6 15,0-2 0-15,2 2-2 0,0 0 3 0,2-2-1 16,2 2 2-16,11-1 4 0,11 1-9 0,0 0 7 16,0 0-9-16,2 0 4 0,-1-2 3 0,3 0 0 15,0-2-2-15,-1 2-1 0,3 0 0 0,0-2 1 16,-1 2 6-16,1 0-8 0,-1 2 4 0,-3 0-4 0,0-2-2 16,-2 2 0-16,-4 0-1 0,1-1 1 0,-12-1 4 15,-2 0 1-15,-3 0 0 0,-3 0 0 0,1 0-3 16,0 0 5-16,-1 0-5 0,-1 0 4 0,-2 0-5 0,0 0-2 15,-2 0 1-15,-7 2-2 0,-24 2 0 0,-3-2 4 16,-1 0 0-16,4-2 1 0,-1 0 4 0,1 0-7 16,0 0 2-16,3 0-4 0,-2 0 7 0,4 0-1 15,1 0 0-15,-1 0 0 0,4 0-2 0,0 0 0 16,1 0-2-16,12 0 1 0,0 0 1 0,4 0 0 16,3 0 0-16,2 0-2 0,-2 0-4 0,1 0 7 15,1 0 4-15,0 0 0 0,0 0 1 0,2 0-3 16,0 0-2-16,2 0 1 0,2 0-6 0,12 0 5 0,12 0 0 15,4 0 4-15,-1 0-2 0,3-2-3 0,5 0 3 16,0-2-3-16,5 2 0 0,1 2 0 0,3 0-8 16,4 0 5-16,4 0-11 0,-2 0-30 0,1 0-13 15,-5 0-17-15,-3 0-136 0</inkml:trace>
  <inkml:trace contextRef="#ctx0" brushRef="#br0" timeOffset="2561.77">22624 3015 114 0,'0'0'24'0,"0"0"-3"0,0 0 13 16,0 0 3-16,0-2-5 0,-1 0-3 0,-1 0-6 15,0 0 0-15,0 2-2 0,0-2-3 0,0 0-1 16,0 1-3-16,1-1 2 0,-3 0 3 0,0 0-6 16,0 2 0-16,-5-2-3 0,0 0-3 0,-2-1 11 0,1 1-6 15,-1 0 6-15,2 0-9 0,0 0 2 0,1 0 0 16,1 0 0-16,-1 1-5 0,5 1-6 0,-3 0 3 16,2 0-3-16,1 0 11 0,-1 0-10 0,2 0 5 15,0 0-7-15,-1 0-2 0,-1 0 10 0,0 0 2 16,0 0 3-16,3 0 0 0,-1 0 6 0,0 0-3 0,0 0 5 15,0 0-7-15,0 0 5 0,2 1-5 0,0-1 6 16,0 0-10-16,2 0-4 0,0 0 7 0,2 0-5 16,3 0 8-16,15 2-6 0,3 0-6 0,4 0 3 15,3-2-4-15,9 0 12 0,0 2-3 0,5 0 4 16,4 1-11-16,2-1 7 0,0 0-3 0,2 2 3 16,0-2-11-16,-4 0 5 0,6-1-2 0,-6-1 3 15,2 0 1-15,2 2-2 0,-2 0 1 0,5 2-1 0,-1 1-5 16,3-1 5-16,1-2-5 0,-5 0 4 0,5 0-11 15,-8-2 11-15,-2 3-2 0,-9 1 7 0,-2-2-7 0,-4-2-5 16,-5 2 4-16,-4 0-4 0,-2-2 2 0,-4 2 1 16,-1-1 0-16,-6-1 0 0,0 0 3 0,-4 0-1 15,-1 0-2-15,-5 0 2 0,1 0 3 0,0 2-5 16,-1 0 1-16,1-2-2 0,-2 0 1 0,0 0 4 16,0 0-4-16,0 0 3 0,-2 0-7 0,0 0 4 15,0 0 1-15,-2 0 0 0,0 0 1 0,-2 0-3 16,-7 0 1-16,-8-2-2 0,-5-1 2 0,0-1-1 15,0 0 1-15,-8 2-2 0,5 0 2 0,-5 1 1 16,0-1-1-16,-3 0 0 0,-6 2-3 0,2 0 3 0,-9 0 1 16,0 0 1-16,1 0 1 0,-6 0-3 0,4 0-4 15,3 0 2-15,-1 0 2 0,5 0 2 0,-1 0 1 16,0 0 0-16,2 0-3 0,4 0-4 0,0 0 6 16,0-2-3-16,-4 0 6 0,8 2-9 0,-1 0 0 0,7 0-1 15,8 0 11-15,0 0-4 0,1 0 1 0,5 0-2 16,-4 0-3-16,6 0 0 0,4 0-2 0,-1 0 3 15,6 0 2-15,-1 0-1 0,-1 0 4 0,0 0-3 16,2 0 2-16,0 0-2 0,1 2 2 0,1 0-1 16,0 0 1-16,1 0 1 0,3-1-4 0,20 5 5 15,6-2 5-15,7-1-9 0,-2-1 6 0,3-2-7 0,2 0 4 16,1 0-3-16,6 0-2 0,1-3 1 0,2-1 6 16,6 0-6-16,1 0 0 0,12 3-3 0,5-3 3 15,4 0 1-15,4-1-1 0,-11-1 0 0,-3 0 5 0,-10 3-6 16,-4 1 6-16,-6-2-6 0,-2 2 4 0,-7 2-3 15,0 0 0-15,0 2-1 0,-7 0 2 0,-2 0-1 16,-3 0 0-16,-8-2-2 0,-2 2-4 0,-2-1 8 16,-12-1-3-16,-1 0 5 0,6 0-9 0,-5 0 5 15,-1 0-2-15,0 0 2 0,-2 0-5 0,0 0 6 16,-2 0-1-16,-2 0 2 0,-12 0-3 0,-12 2 1 16,-2 0 0-16,-1 0 1 0,-3 0 3 0,1 0-7 15,-1-2 2-15,1 2-6 0,-6 1 7 0,0 1 7 0,-4-2-5 16,-3 0 5-16,-6 0-16 0,-6-1 13 0,-1 1-4 15,-2 0 6-15,-3 0-11 0,5 0 4 0,-2-2 0 16,-1 2 1-16,5-2 0 0,-1 2 2 0,1 1-2 16,-1 1 1-16,-1 0-6 0,-2-1 5 0,-4-1 0 0,3 0 2 15,7 0-2-15,8-2 1 0,4 0-4 0,14 0 3 16,1 0-2-16,6 0-1 0,9 0 3 0,0 0-3 16,7 0 3-16,4 0 3 0,0 0 2 0,-1 0 0 15,-1 0-5-15,2 0 4 0,0 0-3 0,2 0 6 16,0 0-4-16,2 0 4 0,11 0-6 0,28 0 5 15,5-2 4-15,8 0-8 0,4-1 3 0,1-3-5 16,4 0 2-16,-1-1 1 0,-3 0 3 0,2-3-2 0,2 5-1 16,4 1 0-16,4 0-1 0,5 2 2 0,2-1-3 15,4-1 1-15,-3-3-2 0,-4 3 1 0,-3 0-4 16,-11 2 3-16,-3 0 0 0,-4 2 2 0,-4 0 8 0,-2 0-10 16,-1 0 2-16,3 0-3 0,-2 0-4 0,-3 2 3 15,-1 2 1-15,-5-2 1 0,-4 0 8 0,-7-2-10 16,-6 0 4-16,-9 0-3 0,-5 0 7 0,1 0-6 15,-5 0-2-15,-2 0-1 0,1 0 3 0,1 0-2 16,-2 0 3-16,0 0-2 0,0 0 4 0,-2 0 0 16,-2 0-2-16,0 0 1 0,-7-2-5 0,-25-2-3 15,1 0 5-15,-6 3-5 0,-2-1 2 0,-2 2-1 16,-3 0-1-16,3 0 1 0,-1 0 1 0,3 0 3 0,-2-2-4 16,-3 2 3-16,-3-2 0 0,-6-2-2 0,-1 4 4 15,-9 0-2-15,0-2 5 0,-4 2-5 0,-1 0-1 16,1-1-2-16,2-1 1 0,6-2 8 0,-2 0-5 15,3 2 4-15,3-1-7 0,1 1 6 0,1-2-2 0,1 2 2 16,2 2-3-16,3 0 1 0,7 0 2 0,5-2-2 16,3 2-8-16,4-1 8 0,10 1-1 0,3 0 2 15,1 0-8-15,8 0 3 0,3 0 2 0,1 0 2 16,0 0 6-16,2 0-5 0,0 0 3 0,1 0-3 16,1 0 9-16,1 0-3 0,3 1-5 0,20 5 3 15,17-2-2-15,7-1 0 0,4-3 6 0,4 0-5 16,-2 0 0-16,0 0-2 0,3 0-3 0,1 0 1 0,1-1 7 15,4 1-5-15,8 1 2 0,7 3-4 0,0 0-6 16,0-2 8-16,-6-2-1 0,-8 0 3 0,2 0-7 16,-10-2 3-16,0 2 0 0,-8 0 1 0,-2 0-5 0,-1 2 3 15,-2-2 1-15,-2 0 2 0,-2 0 6 0,-2 0-9 16,-9 0 1-16,-1 0-3 0,-4 0 2 0,-12 0 4 16,-4 0-3-16,-3 0 3 0,0 0-1 0,-1 0-7 15,-1 0 4-15,0 0-5 0,-2 0 10 0,0 0-8 16,-2 0 3-16,-16-4-6 0,-19-3 10 0,-4 3-1 15,-2 2-3-15,-2 2-1 0,3 0-6 0,-5 0 8 16,-1 2 1-16,-10 0 1 0,-1 1-5 0,0 1-3 16,-8 0 1-16,-4 1 0 0,1-1 7 0,-8-2-1 0,5 0-1 15,5 0-1-15,1 1-7 0,5 3 3 0,-1-2 5 16,0-1-1-16,-2 1 2 0,-3-2 1 0,1 2-6 16,0-1 4-16,7 1-4 0,10 0 3 0,6-2-2 15,8 1 2-15,5-1 1 0,5 0-4 0,5 0 7 0,7 0-5 16,2 0 8-16,7 0-10 0,3-2 3 0,-2 1-6 15,1 1 12-15,1 0-2 0,2 0-1 0,0 0 1 16,2 0 6-16,11 3-7 0,37 10 4 0,7-6-4 16,8-3 6-16,11-4-7 0,-1-2 2 0,-1-2-3 15,0-4 4-15,-1 3-3 0,-1 1 1 0,2 0-2 16,-1 2 0-16,8-2 3 0,1 2-2 0,0 0 2 0,-2 0-3 16,-17 4-3-16,-6 0 3 0,-12-3-4 0,-6 3-5 15,-9-2-10-15,-6 0-16 0,-8 0-1 0,-3 0-90 16,-5-1-186-16</inkml:trace>
  <inkml:trace contextRef="#ctx0" brushRef="#br0" timeOffset="5223.74">27890 3117 28 0,'0'0'22'0,"0"0"-20"0,0 0 27 0,2 0-11 16,0 0 12-16,0 0-20 0,0 0 2 0,-1 0-10 0,1 0-2 15,0 0 8-15,0 0 0 0,0 0 3 0,0 0 3 16,0 0 20-16,-1 0-3 0,1 0 7 0,0 0 0 15,-2 0-20-15,0 0 4 0,0 0-10 0,0 0 9 0,0 0-12 16,-2 0 6-16,0 0-9 0,1 0-4 0,-3 0 7 16,-9 0-8-16,-4 2 8 0,-1-1-7 0,-5 1 4 15,1 0-1-15,-2 0 1 0,3 0-6 0,1 0 8 16,-2-2-4-16,3 0 4 0,-5 0-6 0,2 0 3 16,1 0 2-16,-1 0-1 0,3 0 5 0,1 0-7 15,-3 0 3-15,5 0-5 0,1 0-2 0,0 0 6 16,10 0-6-16,-3 0 7 0,1 0 0 0,3 0 6 15,0 0 3-15,1 0-2 0,1 0-3 0,0 0 4 0,0 0-1 16,2 0 2-16,0 0-1 0,2 0 1 0,0 0-4 16,11 0 3-16,16 0-5 0,5 0 3 0,3 0 3 15,2 0-1-15,2-2-1 0,0 2 0 0,3 0-6 16,4 0 5-16,4 0 0 0,4-2-8 0,9 0 8 16,4 0-8-16,5 2 9 0,2-2-9 0,-2 2-1 0,-3-1-2 15,-4-1-3-15,-8 0 3 0,-3 0 3 0,-2 2-1 16,-4-2-1-16,-2 2-2 0,4 0 0 0,-2 0 0 15,-1 0 1-15,-7 0 6 0,-8 0-8 0,-14 0 5 16,4 0-6-16,-9 0 5 0,-2 0 3 0,-5 0 0 16,-3 0-3-16,-1 0 0 0,0 0 3 0,-3 0-3 15,1 0-4-15,-2 0 1 0,0 0-1 0,-2 0 2 0,-1 0 2 16,-33-4 0-16,-1 1-6 0,-5 1 3 0,-5 0 0 16,6 0-1-16,-1 2 0 0,3 0-1 0,-2 0-2 0,-2 0 2 15,-1 0 3-15,-3 0-2 0,-3 0 4 0,-6 0-4 16,-1 2 3-16,-8 2-4 0,2-1 0 0,-1-1 2 15,3-2-6-15,11 0 5 0,0 0-7 0,7 0 8 16,1 0 1-16,3 0 2 0,0 0 2 0,3 0-6 16,-1 0 3-16,4 0-5 0,1 0 1 0,2 0 1 15,6 2-4-15,2-2 4 0,3 0 0 0,8 0 0 16,2 0 0-16,5 0-2 0,1 0-6 0,-1 0 11 16,2 0-2-16,0 0 5 0,0 0-6 0,2 0 1 15,0 0 1-15,2 0 2 0,9 0 5 0,23 0-7 0,5 0 1 16,0 0-3-16,5 0 2 0,1-2 6 0,5-1-4 15,4 3 5-15,5-2-7 0,8 2-2 0,0 0 1 16,3-2-1-16,-3 0 3 0,-2-2-6 0,-5 1 2 16,-5-1-3-16,-1 0 7 0,-7 2-3 0,-1 0 5 0,-1-1-5 15,-4 1 6-15,-2 2-6 0,-4 0 1 0,0 0-1 16,-1 0 1-16,-9 0-1 0,1 0 1 0,-13 0-1 16,0 0 4-16,-7 0-3 0,-4 0-3 0,2 0 2 15,-1 0 4-15,-1 0-3 0,0 0 0 0,-2 0-1 16,0 0-11-16,-2 0 12 0,-15 0-2 0,-25 2 5 15,1 1-7-15,-2-1 2 0,-1 0-1 0,-5 0 2 16,1 0-7-16,-2 2 6 0,-6 1 0 0,-7 1 1 0,-4-4-1 16,-1-1 3-16,-3 1-5 0,-1 0 5 0,3-2 0 15,-2 2-1-15,8 0 2 0,4-2-3 0,1 0-2 16,6 2 1-16,-3 1 1 0,1-3 0 0,5 2 0 0,-3-2-2 16,10 0 0-16,1 2 0 0,4-2 5 0,9 2-3 15,0 0 1-15,6-2-1 0,3 0 0 0,10 0-5 16,7 0-1-16,0 0 0 0,-1 0-2 0,1 2 9 15,0 0 1-15,2-1 3 0,0 1-5 0,2 0 6 16,5 0-6-16,32 5 4 0,4-1-10 0,3-4 8 16,3 0-1-16,1-2 6 0,2 0-1 0,1 0-7 15,1 0 5-15,2 0-6 0,0 0 4 0,1 2 2 16,5-1-1-16,3-1 1 0,1 2-4 0,7 0 0 0,-3 0 1 16,-3 0-1-16,-6-2 3 0,-9 0-3 0,-5 0 0 15,-3 0 0-15,-5 0 6 0,-5 0-5 0,-3 0 1 16,-5 0-2-16,-3 0 0 0,-7 0 1 0,-3 0 1 15,-7 0 0-15,-4 0-6 0,2 0 9 0,-1 0-7 0,-1 0 8 16,0 0-4-16,0 0-7 0,-2 0 6 0,-2-2-5 16,-2 0 4-16,-24-3 1 0,-7-1-5 0,-8 0 3 15,-3 3-1-15,-6-1 3 0,-9 0 2 0,-10 2-1 16,4 1-2-16,-3-1-1 0,1-2 1 0,6 0-1 16,-2 1 1-16,7 1 0 0,1-2-6 0,5 2 5 15,0 0-3-15,4 0 0 0,-3 1 8 0,7-1-5 16,1 2 3-16,4-2-1 0,2 0-1 0,4 0 0 0,9 2-3 15,1 0 0-15,7 0-1 0,10 0 0 0,2 0-1 0,1 0 0 16,-1 0 3-16,2 0-2 0,0 0 2 0,2 2 5 16,0 0-3-16,2 0 6 0,17 1 5 0,25 5-7 15,4-4 4-15,4-3-5 0,4 3-2 0,2-2 1 16,3 0 1-16,4 0 0 0,2 0 3 0,11-1-3 16,7 3 0-16,-3 0 0 0,3 0 0 0,-11-1-1 15,-5-1-1-15,-4 0 0 0,-5-2-1 0,-7 0 3 16,-2 2-3-16,-3 0 3 0,-2 1-8 0,-3-1 6 15,0 0-1-15,-8 0 4 0,-9 0-1 0,-8-2-2 16,-10 0 3-16,-4 0-2 0,-1 0-4 0,1 0 1 16,-2 0-2-16,0 0 2 0,-2 0-5 0,-2 0 0 0,-22 0-2 15,-25-2 1-15,1 0 3 0,-2 0-4 0,-4-1 8 16,-3-1-7-16,-3 0 4 0,-5 2 7 0,-3 0-6 16,-5 1 7-16,-5-3-8 0,-5 2 2 0,5 0-3 15,5 0 3-15,6-1-3 0,10-1 7 0,-3 0-3 0,3 0 4 16,-1 3-6-16,4 1 0 0,1-2 2 0,2-2-1 15,7 2 4-15,5 0 0 0,0 0 0 0,11 2-2 16,-2-1-2-16,12-1-3 0,9 2-1 0,-1 0 1 16,7 0-6-16,-1 0 8 0,2 0-1 0,0 0 3 15,2 0 5-15,2 0 1 0,7 0-1 0,40 5 2 16,10 1 2-16,6-2-4 0,4-3 0 0,5 1-3 0,0 0-5 16,0 0 6-16,4 2-1 0,15-1 3 0,6 1-5 15,6-2 1-15,1 0-1 0,-11 0 0 0,-6-2 4 16,-7 2-5-16,-4-1 4 0,2 3-5 0,0 0 2 0,-1 0 3 15,-4-3-4-15,-9 1 2 0,-4-2 2 0,-12 0-5 16,-7 0 2-16,-14 2-3 0,-8-2 9 0,-8 0-6 16,-8 0 3-16,-1 0-4 0,0 0-6 0,-2 0 1 15,-2 0-3-15,-2 0 3 0,-9-2-2 0,-47-5 1 16,-5 3 7-16,-10-1-4 0,-1-1 6 0,-2 0-3 16,2-3-3-16,3 2 2 0,1-1 0 0,-1 3 2 15,-3-3 0-15,-4 3 1 0,0 1 3 0,-6 2-6 16,1-2 1-16,7 3-4 0,0-3 9 0,11 0-2 0,9 0-2 15,4 1-1-15,4 1 1 0,9 2-6 0,1 0 11 16,11 0-8-16,2 0 6 0,5 0-3 0,7 0-4 16,6 0 1-16,3 0-7 0,0 0 10 0,2 0 1 15,0 0 5-15,2 0 6 0,2 2-1 0,8 0-1 0,36 1 1 16,6-1-2-16,9 0-2 0,10 0 2 0,12 0-2 16,7 0 1-16,12-1-6 0,-2-1 1 0,-4 0-2 15,-3-1-3-15,-13-3 1 0,2 2-2 0,3 0 3 16,3 2 8-16,4 0-6 0,1 0-1 0,-7 2-2 15,-10 0-13-15,-15 0-14 0,-7-2-12 0,-11 2-4 16,-6 1-71-16,-6 1-156 0</inkml:trace>
  <inkml:trace contextRef="#ctx0" brushRef="#br0" timeOffset="15586.03">2997 6669 31 0,'0'0'13'0,"0"0"2"0,0 0 15 0,0 0 6 16,0 0 2-16,0 0-2 0,0 0-12 0,0 0 4 0,0 0-7 16,0 0 11-16,0 0-8 0,0 0 0 0,0 0-3 15,0 0-12-15,0 0 4 0,0 0-1 0,0 0 2 16,0 0 0-16,0 0-7 0,0 0 2 0,0 0-3 16,0 0 5-16,-2 0-2 0,0 0-5 0,0 0 3 15,2 0 3-15,-1 0-10 0,1 0 6 0,0 0-6 16,0 0 8-16,0 0 4 0,0 0-2 0,-2 0 2 0,0 0-1 15,2 0-10-15,-2 0 10 0,2 0-11 0,0 0 0 16,-2 0 2-16,2 0-2 0,-2 0 4 0,2 0 10 16,0 0-9-16,0 0 0 0,0 0-4 0,-2 0-4 15,1 0 6-15,-1 0 2 0,0 0 1 0,0 0-5 0,0 0 5 16,0 0-4-16,0 0 4 0,1 0-2 0,1 0-2 16,0 0 0-16,0 0 0 0,0 0-2 0,0 0 2 15,0 0-2-15,0 0 1 0,0 0-6 0,0 0 6 16,0 0 0-16,0 0 3 0,0 0 3 0,0 0-3 15,0 0-1-15,0 0-1 0,0 0-2 0,0 0 2 16,0 0 4-16,0 0-4 0,0 0 4 0,0 0-3 16,0 0-2-16,0 0 0 0,0 0-3 0,0 0 9 15,0 0-5-15,0 0 6 0,0 0-6 0,0 0-1 0,0 0 3 16,0-2-4-16,0 0 6 0,0 0-6 0,0 0 6 16,0 0-4-16,0 1 3 0,0-1 0 0,0 0 1 15,0 0 0-15,0 0 5 0,0 0-2 0,0 0-2 0,0 1 1 16,1-1-3-16,1 0-4 0,0 0 2 15,0 0-3-15,0 0 0 0,0 0 3 0,0 1-5 0,-1-1 4 16,1 0 3-16,0 0-2 0,0 0 3 0,0 0-5 16,0-1-2-16,0-1 4 0,-1 2-2 0,1-2 5 15,0 1 9-15,-2 1-13 0,0-2 12 0,0 2-12 16,0-2 7-16,0 3 3 0,-2-3-7 0,0 2 7 16,1-2-3-16,-1 1-2 0,0 1 2 0,0 0-3 0,-2 0 2 15,1 0 1-15,-1 0 3 0,-7-5-2 0,1 3-9 16,1 0 4-16,0 1-3 0,0-1 5 0,-4 0 1 15,3 2-6-15,-5 1 0 0,1-1-2 0,-1 2 2 16,-2 0 5-16,-2 0-4 0,-1 2 4 0,3-1-7 0,-5 3 2 16,5 0 2-16,-1 1 0 0,-3 3-6 0,1-1 4 15,-2 3-4-15,1-1 4 0,3 0 1 0,5-1-2 16,-2 1-1-16,2 0-2 0,0 0-2 0,0-7 5 16,2 13 5-16,1 0-2 0,1 2-5 0,2-2-1 15,1 3 0-15,-1-1 2 0,3 1-1 0,2 1 6 16,0-1-5-16,0 5 7 0,1-5-3 0,-14 3-3 15,4 1 0-15,5-3-1 0,2 5-6 0,2-4 7 0,2-5 3 16,0-2 1-16,0 4-4 0,2-1 2 0,0-1-2 16,2 2 4-16,-2-10 7 0,0-1 2 0,-1-2 0 15,3 1 0-15,-2 1-2 0,13-1 0 0,-2-3-5 16,5 11 3-16,1-3-6 0,0-3 1 0,5-3 3 16,-2-4-2-16,2-2 3 0,2-4-4 0,2-1 2 0,4-2-3 15,-6-1 6-15,-4 1-4 0,0-4-1 0,-3 11-2 16,-1-20-3-16,4 3 0 0,-5 1 4 0,-2-1-2 15,-4 2-2-15,-3 1 0 0,-1-1 0 0,-3 4 1 16,1-2 4-16,-3 2-5 0,0 2 3 0,5 2-3 16,-1-1 3-16,-2 3-2 0,-2 1 3 0,-1 3-1 15,1-3 8-15,-2 4-11 0,0 0 0 0,0 1-2 16,0-3 8-16,0 0-4 0,0 2 3 0,-2 0-5 0,1 1-1 16,-1-1 4-16,0 0-4 0,0 2 5 0,0 0-3 15,-2 0-5-15,1 2 5 0,-1 0-4 0,0 1 2 16,-5 10 3-16,-2 6-2 0,3-2 3 0,1 5-3 0,1-2 0 15,3 4-2-15,-1-1 1 0,0-1 1 0,1 8-2 16,1-2 4-16,2 3-2 0,0 3 1 0,0-8-1 16,0 1 0-16,0-2-1 0,2 1-4 0,1 1 4 15,-1-1-3-15,2 2 4 0,-2-4 4 0,-2 2-5 16,2 0 3-16,-1 2-4 0,1 0 4 0,0 2-2 16,-2-1 2-16,-2 1-1 0,0-2 1 0,1 2 1 15,-3-1-4-15,-2 1 2 0,-1-2-4 0,-2-2 2 0,-1 2 0 16,1-2 2-16,0-4 10 0,-2 2-9 15,-1-5 1-15,1-2-3 0,4 1-4 0,-13-3 8 0,-1-2 0 16,1-2 3-16,-4-2-9 0,1 3 0 0,-1-5 4 16,-2 2-2-16,4-1 1 0,0-6 7 0,-1 3-8 15,3 10 7-15,-1-6-8 0,3-1 6 0,1-5-5 0,4-1 6 16,0-2-2-16,2 0 0 0,2 0 3 0,1-2-4 16,3 1-3-16,-3-3 4 0,6 4-1 0,1-9 2 15,-9-4-9-15,3 0 9 0,1 1-7 0,1-4 6 16,3 3-11-16,0 0 4 0,2-2-2 0,0 7-1 15,0-3-26-15,0 4-48 0,2-1-10 0,0 5-17 16,0-1-65-16</inkml:trace>
  <inkml:trace contextRef="#ctx0" brushRef="#br0" timeOffset="16664.25">3056 8080 252 0,'0'0'40'0,"0"-2"53"15,0 0-54-15,0 0-5 0,0-2-11 0,0 1 5 16,0-5-17-16,2-1 7 0,0-2-5 0,0 3 4 0,2-3-7 15,-1 0-5-15,1 2 6 0,2-4-5 0,-3 2 12 16,1 2 7-16,0-3 1 0,0 3 1 0,-3 2-10 0,3-1 3 16,-2 3-7-16,-2 3 6 0,2-4 2 0,0 3-11 15,1-1 8-15,-1 0-9 0,2 2 8 0,-2 0-8 16,0 1 2-16,0-1-3 0,-1 2 9 0,1 0-5 16,0 2 0-16,0-1-2 0,0 3-4 0,3 11 3 15,-1 4-3-15,0-1 4 0,-4-1-10 0,0-1 2 16,0 3-1-16,0-4 1 0,0 2-2 0,0 1 1 15,0-1 1-15,0-2 1 0,0-2 10 0,-2 2-13 16,0-1 5-16,2 1-7 0,0 0 1 0,0 0 8 0,0-2-7 16,0-2 8-16,-2 0-7 0,2-1 1 0,0-3 5 15,0 0-3-15,0-1 6 0,0-2-1 0,0-1 1 16,0-1-2-16,0 0 0 0,-2 2 13 0,1 0-5 16,-1-1 7-16,0-1-2 0,0 0-8 0,2 0 4 15,0 0-5-15,0-2-6 0,0 0 1 0,0 0-4 16,0-2 4-16,0 0-3 0,0 0 2 0,0-2-2 0,0 1 1 15,0-10-11-15,2 0 4 0,0 0 2 0,0 0 0 16,-1-2 2-16,3 0 0 0,0-2-4 0,0 1 3 16,-1 1 5-16,3-2-9 0,-1 0 8 0,3-1-7 15,-3 1 10-15,3 2-8 0,-3 4-3 0,3 0-1 16,1-2 0-16,-1 4 2 0,1-3 5 0,-7 5-2 16,11 3-1-16,-2 3 2 0,2-9-2 0,-2 3 2 0,-2 3-1 15,-1 2-3-15,1 0 2 0,-2 2-3 0,1 0 2 16,-1 0 2-16,-3 0-3 0,2 2 4 0,-3 0 3 0,1 9-5 15,-2 8 4-15,0-3-4 0,11 3 2 0,-6-2-5 16,-1-2 3-16,-3-1-3 0,-1 1 4 0,0-2-1 16,-2 0 0-16,0-2 1 0,0-1 6 0,0-3-7 15,0 1 5-15,0-1-5 0,0-1 4 0,0-1-4 16,0-1 0-16,0-2 0 0,0 0 5 0,0 1-1 16,0 1-5-16,0 0 2 0,0-2 2 0,0-1-3 15,0 1 4-15,0 0-4 0,2-2 6 0,0 0-4 16,0-2 0-16,0 0-2 0,1 1 0 0,1-3 3 15,5-4-3-15,6-8 2 0,-4 1-2 0,6 2 0 16,0-4 0-16,-1 0-1 0,3 1 1 0,-2-1-4 0,-1 2 6 16,1 4-6-16,-2 0 2 0,2 2 5 0,-6-6-3 15,4 5 4-15,-2 5-3 0,-2-2-5 0,9-8 1 16,-7 7-2-16,-2 3 1 0,4-1 3 0,-9 4 1 0,5 0 0 16,4 2 2-16,-6 0-1 0,6 4-4 0,-6 0 3 15,-1 0-4-15,-3-1 4 0,-1 8-1 0,-2 10 1 16,13 1 2-16,-6-3-3 0,-2 5 5 0,-3-2-5 15,-2 0-2-15,-2 1 1 0,0-1 0 0,-2 0 2 16,0 0 0-16,0-3 5 0,-1 0-2 0,-1-1 1 16,2-1-7-16,0-2 4 0,0-2-1 0,2 0 3 15,0-2-3-15,0-2 0 0,0-1 1 0,0-1-1 0,0 0-2 16,0-3 5-16,0-2-7 0,0 0 6 0,0 0-3 16,0 1-28-16,2 1-12 0,0-2-12 0,0 0-98 15,0 0-148-15</inkml:trace>
  <inkml:trace contextRef="#ctx0" brushRef="#br0" timeOffset="17363.59">4410 7129 23 0,'0'0'4'0,"0"0"15"16,-2 0 6-16,0 0 6 0,0 0 16 0,-1 0-12 16,-1 0 8-16,-5-2-8 0,-1 0 18 0,-3 1-9 15,0-1 2-15,0-2-5 0,0 0-5 0,4 2 0 0,-2-1-3 16,5 1 1-16,1 2-2 0,-1-2 0 0,-1 0 7 16,-1 0-4-16,-3-1 1 0,4 1-12 0,1 2-7 15,1 0 0-15,-1 0-6 0,4 0-4 0,-1 0 3 16,-1 0-5-16,0 0 0 0,2 0 5 0,0 0 0 0,1 0 2 15,-1 0 11-15,2 0-5 0,2 0 3 0,-1 0-6 16,3 0-7-16,20 2 9 0,10 1-9 0,-5-1 9 16,5-2-15-16,1 0 9 0,0-2-1 0,6 0 4 15,-5 1-3-15,-5-3-8 0,3 0 5 0,-8 0-5 16,0 1 12-16,-2-1-13 0,-4 2 3 0,0 0-5 16,-1 0 1-16,-6 2 4 0,0-1-4 0,-6 1 3 0,3-2-5 15,-7 2 7-15,1 0-3 0,-2 0 5 0,2 0-3 16,-1 0 1-16,1 0 2 0,-2 0-3 0,0 0-1 15,0 0-14-15,0 0-1 0,-2 0-7 0,0 0-20 0,0 0-16 16,-2 0-17-16,0 2 0 0,-2-1-65 0,0 1-96 16</inkml:trace>
  <inkml:trace contextRef="#ctx0" brushRef="#br0" timeOffset="17709.68">4092 7322 237 0,'0'0'20'0,"0"0"-1"0,0 0-11 0,0 0 5 0,-1 0-13 16,-1 0 8-16,0 0-8 0,0 0 5 0,0 0-5 15,0 2 16-15,0 0 3 0,1 0-2 0,-1 0 5 16,0-2 29-16,0 0 15 0,0 0 1 0,0 0 0 15,0 0-29-15,1 0-6 0,1 0-7 0,0 0 2 16,0 0-6-16,0 0 0 0,0 0 0 0,0 0 0 16,0 0-2-16,1 0 3 0,1 0 0 0,0 2 0 15,2-2 0-15,13 1 3 0,7 1 1 0,9 0-1 16,2 0-4-16,10-2 2 0,0 0-10 0,-1 0 8 0,6 0-10 16,-3-2-9-16,5-2 12 0,-4 1-12 0,-5-1 10 15,-2 0-8-15,-4 1-2 0,-2 1-1 0,-5 0-1 0,-4 2 1 16,-2 0-1-16,-4 0 2 0,-1 0-1 0,-3 0 4 15,-4 0-5-15,-1 0 4 0,-6 0-10 0,-3 0-37 16,0 0-5-16,2 2-24 0,-1 0-139 0</inkml:trace>
  <inkml:trace contextRef="#ctx0" brushRef="#br0" timeOffset="19096.32">6230 6334 56 0,'0'0'8'0,"0"0"0"0,0-1 23 15,0-1-3-15,0 0 9 0,0-6 1 0,3-14 8 16,3-2-3-16,-1 2 4 0,1-2-9 0,0 1-13 16,1-3 4-16,0 0-7 0,1 0 0 0,-1 0-3 15,1 4-1-15,-1 2-1 0,1-1-11 0,-3 3 11 16,-1 3-7-16,0 2 9 0,-1 2-9 0,1 1 2 15,0 1-3-15,-2 2 2 0,-1-1-4 0,1 3 7 0,-2 1-5 16,2-2 6-16,-2 3-2 0,0 1 5 0,0 0 0 16,2-2 0-16,0 1-1 0,0-1 1 0,-2 2 1 15,0 0-2-15,0 0-11 0,0 0-1 0,0 2-1 16,-2 0 2-16,0 0-1 0,0 2-5 0,0 0 2 16,0 0-2-16,1 2 3 0,-3 5-2 0,-2 8-1 0,3 1 0 15,-1 3 4-15,2-1-3 0,0 2 3 0,0 4-4 16,2 0 0-16,0-2-1 0,0 2 1 0,0-1 0 15,0-1 3-15,2 4-7 0,0-2 4 0,2 1-4 16,-2-6 9-16,-1 3 0 0,1-4-1 0,0 1 0 16,0-1-2-16,0-1-7 0,0-4 5 0,0 0-4 15,-2-1 7-15,0-1 2 0,0 0-5 0,0-3 4 0,0 1-4 16,0-2 4-16,0-1-3 0,0 1 3 0,0-2 2 16,0 1-1-16,-2-1 7 0,0-1-6 0,0-1-5 15,-2 1 11-15,1-1-2 0,-5-1 5 0,-9 0-1 16,4-2 1-16,2 1-2 0,-2-1 2 0,2 0-5 0,-7 0-3 15,-1 0-2-15,-3 13 1 0,-2-4 4 0,-2-2-4 16,-4-1 0-16,2-3-2 0,-4-1 1 0,8 0 2 16,-4-1 2-16,6-1 0 0,-2 0 3 0,-2 0-5 15,8 0 3-15,-3 0-3 0,8-2 5 0,2 0-5 16,-4 0 0-16,4 0-2 0,5 0-5 0,3 0 5 16,1 0 2-16,-2 0 0 0,0 0-5 0,1 0 5 15,1 0-6-15,0 0 6 0,0 0-3 0,2 0-1 16,0 0 0-16,2 0-2 0,2 0-4 0,9 0 4 0,13 0-2 15,2 0 3-15,3 0 1 0,2 0-1 0,1-2 0 16,3 2 0-16,-4 0-2 0,1 0 1 0,-3 0 1 16,-5 0 0-16,2 0-2 0,0 0 4 0,0 0-2 0,-2 0 4 15,0 0-6-15,-4 2 0 0,1-1 2 0,-5 1-1 16,1 0 3-16,-3 0-4 0,-3-2 0 0,-1 0-2 16,-1 2 6-16,-6-2-6 0,-3 0 3 0,2 0-3 15,0 0 14-15,-1 2-11 0,1-2 0 0,0 0-2 16,-2 0-5-16,-1 0-23 0,-1 0-4 0,0 0-8 15,0 0-29-15,-1 0-28 0,-1 0 5 0,0 0-10 0,-2-2 22 16,2 2 21-16,-9-6-8 0,0-1 6 0,-2-2-40 16,4 1-10-16,1 3-2 0</inkml:trace>
  <inkml:trace contextRef="#ctx0" brushRef="#br0" timeOffset="19380.66">6153 5984 154 0,'0'-2'41'0,"0"0"2"0,-1-2 42 15,-5-13-18-15,0 3 11 0,1-1-27 0,1 5-15 16,2 3-2-16,-1 0-3 0,1 1-2 0,0 0-4 0,0 1-3 16,2 3-2-16,0-2-11 0,0 1 13 0,0-1 2 15,0-2 4-15,0 3 13 0,2-3 2 0,0 0-5 16,3-1 2-16,10 0-13 0,11-1-7 0,4 1 3 15,1 1-5-15,5-1-4 0,-5 3-6 0,3 2-2 0,-5-16 1 16,-1 6 1-16,0 5-6 0,-4 5 0 0,-3 2-2 16,3 0 4-16,-9 0-4 0,3 2 4 0,-3 0-5 15,0 2-7-15,0-1 1 0,-4 1-8 0,-2 0 2 16,0 1-46-16,-3-1-82 0,1 0-30 0</inkml:trace>
  <inkml:trace contextRef="#ctx0" brushRef="#br0" timeOffset="19839.9">7008 6468 270 0,'0'0'10'0,"0"0"11"0,0 0 0 0,0-2-12 16,0 2 6-16,0-2-6 0,0 1 6 0,0 1 0 0,0-2 3 16,0 0-1-16,-2 2 23 0,0-2-2 0,0 0 5 15,0 0-1-15,-2 0 17 0,-5 1-16 0,-9-3 8 16,-5 0-10-16,1 2 0 0,0 0 1 0,-2 2-5 16,-4 2 4-16,2 0-8 0,-8 4-13 0,6-1-1 15,1 3-4-15,-3-1-9 0,2 2-3 0,0 3 3 0,6-3-2 16,1 2 3-16,3 0-3 0,1 0 2 0,1-9-3 15,-1 17 1-15,4-1 3 0,2 1-4 0,1-1 5 16,3 3-2-16,3-3 0 0,1 1-2 0,-10 0 2 16,3-3 4-16,3 3-6 0,3-3 6 0,2 1-7 15,2 2 3-15,0-6 0 0,4 5-2 0,2-1 2 16,-1-4 4-16,4 0-8 0,-1-4 6 0,5-1-7 0,4-3 1 16,7 3 9-16,4-6-7 0,-1 1 8 0,3 16-3 15,2-8-11-15,-3-4 3 0,-1-5-5 0,2-2 4 0,-2-2-5 16,-2-1 1-16,0-1-3 0,-2-2-10 0,-4 3-38 15,-3-3-41-15,-2 1-4 0,-2-1-173 0</inkml:trace>
  <inkml:trace contextRef="#ctx0" brushRef="#br0" timeOffset="20668.8">7559 6518 731 0,'0'-2'13'0,"0"1"-10"0,2-1 19 16,0-2-8-16,-2-2-10 0,2-3 0 0,-2 2-1 0,0 3 2 15,0 0-3-15,0 1 2 0,0-1-5 16,-2 0 4-16,0 2-1 0,0 0 8 0,-2 1-1 0,-11-7 3 16,-1 3 1-16,-5 1-3 0,5 2 7 0,-5 0-5 15,-1 2 15-15,-2 0-10 0,-2 2 5 0,3 0-5 16,-1 2 15-16,0 1-4 0,2 1-3 0,1-1-1 15,7 1-12-15,-3 1-5 0,4-1 3 0,0 1-3 16,0 3 3-16,4-9-10 0,-1 14 2 0,3 2-3 16,0 2 2-16,-1-3 1 0,3 3-2 0,1-1 1 15,2 1 5-15,-13 1-2 0,6-1-3 0,3-2 0 0,1 1-3 16,1 1-1-16,4-4 3 0,0 1-1 0,2 1 1 16,2 0-3-16,1 1 3 0,3 1-1 0,-3-6 10 0,6 5-10 15,0-1 3-15,-5-6-4 0,14 4 2 0,-1-11 3 16,5 3-2-16,0-3 3 0,2 0-2 0,2-2 4 15,0 16-3-15,-6-9 4 0,0-3-7 0,3-2 0 16,-7-4 5-16,6 0-3 0,-5-4 1 0,1-2 2 16,-3-1-5-16,-10 3 4 0,10-7-2 0,-8 7 0 15,3-18 0-15,-3 2 0 0,-4-4 7 0,5 1-5 16,-5 3 0-16,5-6-4 0,-3 4-3 0,-1-3 6 16,-3 1-2-16,1 2 4 0,0 0 4 0,-2 0-4 0,12 1 2 15,-4 1-4-15,-3-1 5 0,-3 3 5 0,-2 1 4 16,-2 0-3-16,0 4-2 0,-2 0-6 0,-2 2 2 15,0 2-3-15,-1 0-1 0,1 3 0 0,-18 2-2 0,-2-12 2 16,-4 4 0-16,-2 7-4 0,0 3-1 0,-1 2-3 16,-6 4-24-16,5 1 7 0,-1 3-11 0,-1 1 9 15,6 0-20-15,2 2-13 0,2 1-2 0,4-1-7 16,3-2-47-16,4 0-7 0,2-7-2 0,6 9 5 16,1 2 26-16,2-3 25 0,-5-1 4 0,1-2 8 15,2-1 31-15,2 1-7 0,2-3 10 0,0 2-9 16,0-3 14-16,0-1 9 0,0 0-4 0,0 0 7 15,0 0 4-15,2 1-2 0,2 1 4 0,0 0-1 16,-1-2 15-16,10 3 9 0,0-1-3 0,0-2 4 0,-2 0-10 16,1-2 21-16,-5 0 5 0,-3 0 4 0,3 0 9 15,-5 0-11-15,0 0 0 0,2 0-2 0,-1 0-1 0,1 0-18 16,0 0 2-16,-1 0-7 0,1 0 0 0,0 0 8 16,0 0-8-16,-3 2 6 0,1-1-18 0,0 1 11 15,0 2-5-15,0 0 6 0,5 11-4 0,1 1 4 16,-1 1 0-16,2 2 0 0,3-3 0 0,1 5 0 15,0-3-1-15,-12 1 0 0,14-3 1 0,0 1 1 16,2 0 1-16,5 0-3 0,-3 1-4 0,5 3-4 16,-2-5 0-16,-5-1-2 0,3 4-4 0,-5-6 0 15,0 0-1-15,-2-2 1 0,0-4 6 0,-2-1-9 16,-2-1 0-16,4 3-3 0,-1-4-6 0,-5-1 7 16,0 3-2-16,-1-2 1 0,0-1-26 0,-3-1-84 0,3 2-56 15</inkml:trace>
  <inkml:trace contextRef="#ctx0" brushRef="#br0" timeOffset="21449.42">5830 7343 102 0,'0'0'15'15,"-1"0"0"-15,-1 0 21 0,-2 0-2 0,-9 0 4 16,-4 0 7-16,4 0-2 0,2 0 0 0,2 0-2 16,1 0-4-16,3 0 0 0,3 0-3 0,-2 0 2 15,-1 0 0-15,1 0-6 0,-2 0-1 0,5 0-4 0,-3 0-10 16,0 0 3-16,0 0 0 0,1 0 0 0,-1 0-5 16,2 0 0-16,0 0-2 0,0 0 1 0,1 0-8 0,-1 0 7 15,0 0-6-15,0 0 5 0,0 2-6 0,0-1 1 16,0 1 2-16,2 0 0 0,0 0 8 0,0 0 2 15,0 0 4-15,0-1-2 0,0 1 4 0,2 0-6 16,0 0-1-16,0 0-1 0,0-2-3 0,13 4 3 16,3-1-3-16,5 1 3 0,1 0 3 0,5-2-4 15,-1-1 1-15,2 1-3 0,9-2-6 0,5 0 3 16,5 0-3-16,-1 0 3 0,-3 0-4 0,1 0 7 16,2-2-3-16,4-1 3 0,2-1-6 0,4 0 5 15,1 1-2-15,12-1 2 0,-3 0-6 0,10 0 7 0,0-1-6 16,-9-1 6-16,3 1-8 0,-8-1-3 0,-3 1 2 15,2 1-3-15,0 0 0 0,0 1 8 0,8-1-1 16,-1 2 2-16,-3 0-5 0,0 0-7 0,-11 0 3 16,-4 2-3-16,-2 0 8 0,-7 0-5 0,-6 0 0 15,-6-1 0-15,1 1 4 0,-8 0-1 0,0 0-3 0,-2 0 2 16,-1 0-2-16,-3 0 2 0,-1 0 1 0,-6 0 1 16,0 0 0-16,-3 0-1 0,-3 0-2 0,1 0-1 15,-4 0-3-15,0 0 2 0,1 1 1 0,1 1 1 16,0 0-1-16,-2 0-49 0,-1 0-8 0,1 0-24 15,0 0-106-15</inkml:trace>
  <inkml:trace contextRef="#ctx0" brushRef="#br0" timeOffset="22119.39">6671 7803 301 0,'0'-2'74'0,"0"0"8"0,0-1 22 0,-1-23-44 0,-1 9 10 16,0 4-56-16,0 4 3 0,0-2 4 0,2 3-2 16,0 4 3-16,0 3-8 0,0-3 2 0,0 0-5 15,0 0-6-15,0 1 4 0,0 1-2 0,0 0 4 16,0 0 9-16,0 0-4 0,0 0 2 0,0 2-2 16,0 0 2-16,0 0 14 0,0 0-3 0,0 2 5 0,0 0-8 15,0 0-10-15,0 2 2 0,0 1-4 0,0 12-4 16,2 2-7-16,-2-3 0 0,2 3-2 0,0 1 0 15,0 6 8-15,-2-5-6 0,1 7 5 0,1-2-13 16,-2-4 8-16,0 2-4 0,2-2 4 0,-2-3-4 16,0 1-1-16,0 1 6 0,0-7-4 0,0 3 3 0,0-4-3 15,0 0 1-15,2 2 0 0,-2-4 0 0,2 2 3 16,2 0-5-16,-1 0 5 0,1 0 5 0,0 0-7 16,-1-2 5-16,1 4-7 0,-2-4-3 0,2 0 5 15,-2 1-3-15,-1-5 5 0,3 2 0 0,0-1-3 16,-2-3 3-16,1 1-4 0,-1-2 0 0,-2-3 0 15,2 1 0-15,6 0 0 0,1 6 10 0,-5-5-10 16,-1-1 6-16,1 0-6 0,-2-2 8 0,7 4-7 0,-3-2 2 16,3-1-3-16,-2-1 7 0,1 0-3 0,3-1 2 15,0-3-4-15,2-2-1 0,0-1 2 0,2 5 1 16,2-17 0-16,1 1 6 0,-1-4-6 0,2 1-1 16,3-3-1-16,2 0 0 0,-2-6 0 0,6 0-2 0,0-5 1 15,0-6 4-15,3 1-6 0,-1-1 7 0,0 5-7 16,-2 1 1-16,-4 7-1 0,-6 2-1 0,-5 6 1 15,0 7 4-15,-3 0-1 0,-3 4 0 0,-3-1-1 16,-1 5 0-16,-3 3 1 0,4-2-3 0,0 0 1 16,-2 3 3-16,0-1-14 0,-1 0 4 0,-1 2-10 15,0 0-5-15,-1 2-38 0,1 0-16 0,-8 24-13 16,-7-2-97-16</inkml:trace>
  <inkml:trace contextRef="#ctx0" brushRef="#br0" timeOffset="22566.34">7301 8397 422 0,'0'0'24'0,"0"-2"28"0,0 1-26 0,0-1-12 0,0-2-2 15,0 0-2-15,0 1 6 0,0 1 10 0,0-8 0 16,0 5 4-16,0-3 13 0,0 3 10 0,0-1 0 16,0 1 1-16,0-1-12 0,0 1 6 0,0 1-5 0,0 0 6 15,0-1-8-15,0 3-16 0,0-2-1 0,0 2-5 16,0 0-5-16,0-1-8 0,0-1 3 0,0 0-4 16,0 2-1-16,0 0 0 0,0 1-4 0,0 1 2 15,0 0-6-15,0 0 10 0,0 1-3 0,-2 1 4 16,0 2-12-16,0 3 5 0,-1 12 0 0,-1 1 4 15,0 5 1-15,0 1-5 0,3 1 1 0,-1-1-3 16,-2 0-2-16,2 0 4 0,0 4-1 0,-1-2 1 16,-1 0-1-16,0-6 1 0,0 4 1 0,1-2 1 0,1 2 3 15,0-2 1-15,0-5-2 0,2-6 0 0,0 2-3 16,0-6-1-16,0 2 4 0,0-2-3 0,0-3 4 0,0 1-5 16,0 1 1-16,0-4-1 0,0 1 4 0,0-3-10 15,0 2 0-15,0-1-11 0,0 1-68 0,-2 0-144 16,0-2-52-16</inkml:trace>
  <inkml:trace contextRef="#ctx0" brushRef="#br0" timeOffset="23016.3">6993 8371 233 0,'0'0'64'0,"-2"-2"76"16,0 1-33-16,0-1-61 0,0 0 11 0,0-2-28 0,1 0 4 15,-1 1-8-15,0-1 1 0,0 0-2 0,0 1-3 16,0-1 1-16,0 0-10 0,1 0 7 0,-1 1-19 16,2-1 11-16,0 0-4 0,0 1 5 0,0 1-6 0,2 0 9 15,-1 0-3-15,1 0 4 0,0 0-7 0,0 0 5 16,2 1 4-16,-1-1-2 0,5 0 3 0,5 0-3 16,2 0-1-16,3 0 1 0,1 0 9 0,3 2-5 15,2 0 3-15,6-1-4 0,3-1 3 0,5 0-6 16,0 0 6-16,11-2-5 0,-3 1 5 0,6-1-8 15,0 0-3-15,-9 0-1 0,0 3-7 0,-6-1 5 16,-2 0-8-16,-5 0 6 0,-2 2-5 0,-6 0-1 16,-4 0 6-16,1 0-5 0,0 0 1 0,-5 0-5 0,-1 0-2 15,-1 0-3-15,-3 0-6 0,-4 0-118 0,1 0-111 16</inkml:trace>
  <inkml:trace contextRef="#ctx0" brushRef="#br0" timeOffset="26410.96">8771 7170 8 0,'0'0'0'0,"0"0"6"0,0 0 9 0,0 0 10 15,0 0 2-15,0 0 0 0,0 0-6 0,-1-2 0 0,-1 0 0 16,0 0 2-16,0 1 6 0,0-1 19 0,0 0 2 16,0 0 5-16,1 0-2 0,-1 0-17 0,0 0 0 15,0 1-7-15,0-1-8 0,0 0-7 0,0 0 4 0,1 0-4 16,-1 0 13-16,0 0-7 0,0 1 3 15,-2-1-3-15,1 0 4 0,-1 0-5 0,0 0 4 0,0 0-3 16,1 0 4-16,-1 1-7 0,0-1-2 0,1 0-2 16,-1 0-5-16,2 0 11 0,0 0-5 0,0 2 6 15,0 0-5-15,1 0 8 0,-1 0-6 0,2 0 6 16,0 0-11-16,2 0 3 0,1 0-2 0,10 0 0 16,17 0-13-16,3 0 7 0,1 0-4 0,7 0 5 15,-6 0-7-15,-2 0 7 0,5 0-8 0,-7 0 7 0,3 0-5 16,-1 2-3-16,-7-2 7 0,0 2-6 0,0 2 3 15,-6-2 0-15,-3-1-1 0,-2 1 1 0,-4 0-2 16,0 0-1-16,-2-2 1 0,-3 0 0 0,-2 0 5 0,-1 0-6 16,-1 0 6-16,2 0-5 0,0 0 5 0,-1 0 0 15,1 0-1-15,-2 0 1 0,0 0-6 0,0 0 2 16,0 0-2-16,-1 0 3 0,-1 0-2 0,0 0-8 16,0 2-9-16,0 0-1 0,-1 0-37 0,-1-1-63 15,0 1-7-15,-2 0-27 0,0 0-106 0</inkml:trace>
  <inkml:trace contextRef="#ctx0" brushRef="#br0" timeOffset="26771.82">8725 7359 135 0,'0'0'47'0,"-2"0"-44"0,0 0 49 0,-1 0-22 16,-9 0-21-16,-4 2 3 0,-1 0 2 0,0 2 2 16,1-1 11-16,3-1 9 0,0 2 7 0,0-2 3 0,1 0 36 15,1 1-24-15,4-1 6 0,-2 0-15 0,3-2-13 16,0 0-4-16,3 0-3 0,-1 2 0 0,0 0-3 16,1 0 2-16,1 0 0 0,0-1 1 0,0-1 1 15,0 0-16-15,2 0 6 0,2 0-8 0,0 0 1 0,9 0 6 16,19 0-7-16,5 0 7 0,2-1-5 0,6-1-6 15,1 0 3-15,8-2-5 0,2 2-2 0,-2 0 2 16,-3 2-5-16,-3 0 3 0,-7 0 0 0,-6 0-5 16,1 0 6-16,-12 0-5 0,0 2 9 0,-7-2-9 15,-4 0 1-15,-1 2-3 0,-3-2 10 0,-1 0-4 16,-5 0 2-16,1 0-4 0,2 2-1 0,0 0-18 16,-2 0-3-16,-1 0-12 0,1-1-65 0,-2 1-169 15</inkml:trace>
  <inkml:trace contextRef="#ctx0" brushRef="#br0" timeOffset="28552.06">24327 1927 425 0,'0'-2'23'0,"0"-2"28"16,8-16-21-16,-1 5-14 0,-1 0-6 0,-1 2-2 15,1 0-8-15,-1 2 8 0,-1 0-1 0,1-2 3 16,-1 1-6-16,0 1-5 0,0 0 7 0,-3 0-6 16,1-2 7-16,-2 2 0 0,0-2-2 0,0 2 4 0,-2 0 4 15,-1-1-1-15,-1 3-1 0,-2 0 2 0,-1 3 3 16,-19 1-8-16,-7-1 3 0,-1 2-4 0,-1-1 7 15,2 1-12-15,-1 2 5 0,-3-20-7 0,0 9 13 0,0 6-7 16,-4 3 2-16,0 4-4 0,-5 0-6 0,-5 2 2 16,-2 2 4-16,-9 1 1 0,-3 3 5 0,-1-3-7 15,-1 3-1-15,7-1 1 0,1 0 7 0,7 1-6 16,0 1 1-16,0 0-3 0,0 2 5 0,0 2-8 16,0 2 7-16,0 0-8 0,-4 4 0 0,-5 1 7 15,5 1-7-15,-1 1 7 0,5 0-5 0,7 0-2 16,-1 3 6-16,5-24-4 0,4 31-3 0,3 3 6 15,1 4-2-15,1 0 5 0,3 2-6 0,1-2 0 16,0 2-5-16,2 0 4 0,2-6 4 0,-2-3-5 0,4-3 5 16,1-1-6-16,-1 2 4 0,3 1 0 0,1 1-7 15,3 1 3-15,2 3-8 0,2 1 9 0,0 4-2 16,1 1 3-16,3 5-11 0,3-1-1 0,2 4 0 16,-24 2 0-16,17-5 3 0,7 1 16 0,6 0-6 0,5-7 8 15,6 0-7-15,2-8-2 0,-1-5 7 0,-6-5-6 16,21-1 8-16,3-2-8 0,3-1 0 0,4-1-3 15,0 1 6-15,1-2-1 0,8-2 2 0,4-1-2 16,4 1 10-16,5-2-7 0,4 0-1 0,5 0-2 16,2-3-2-16,-3 1 3 0,-4-4 1 0,-2-1 0 15,0-1 3-15,-2-1-4 0,4-2-3 0,7 29 1 0,-2-18-7 16,10-9 6-16,4-6 2 0,-10-1 2 0,3-7 4 16,-10-3-2-16,0 0-5 0,-2-2 4 0,1-1-5 15,7-3 1-15,-3 1 5 0,4-3-3 0,-1-1-4 16,-11-2 3-16,-2-2-5 0,-14 22 6 0,-2-37-4 0,-10-7 7 15,-1-6 0-15,-5-9 2 0,-6-4-7 0,-4 0 5 16,-1-1-1-16,-6 6 2 0,0 5-1 0,-4 5-3 16,-3 2 2-16,-1 3-1 0,19 3 15 0,-11-3-5 15,-7-1 7-15,-6-8-7 0,-7-3 2 0,-6-6 2 16,-4-6-6-16,-2 4 5 0,-5-1-4 0,-2 8-1 16,19 8 1-16,-36 4-2 0,-2 5-7 0,-3 6-6 15,-4 2-2-15,4 5-1 0,-12 2-7 0,-1 2-8 16,0 2-10-16,-10-2-1 0,8 4-56 0,-4 2-169 15</inkml:trace>
  <inkml:trace contextRef="#ctx0" brushRef="#br0" timeOffset="29610.88">9988 6459 648 0,'0'0'15'0,"0"-2"28"16,0 0-21-16,0 0-8 0,0 0 6 0,1 1-7 0,1-1 15 15,2 0 0-15,9-4-4 0,15-7 0 16,3 2-9-16,3 2 3 0,3 1-5 0,4 1 2 0,-2 1-6 15,5 1 2-15,1-1 1 0,5 4-2 0,0 1-3 0,-9 1-3 16,-6 0 6-16,-7 1-6 0,-4 3 5 0,0 2-7 16,-5-1-2-16,-6 1 0 0,-4-2 0 0,-3-1 4 15,-2-1-1-15,3 7 4 0,2 6 5 0,-3-2-4 16,-4 2 2-16,-2 2-4 0,-4-4-6 0,-5 4 9 16,7-3-1-16,-32-1 4 0,8 4-11 0,-7-2 10 15,-6 2-11-15,6-2 10 0,-6-1-10 0,0 1 7 16,3-2 0-16,1-2 3 0,2 1-6 0,3-5 6 15,2 2-5-15,4-1 4 0,2-3-2 0,3 3-1 16,1-3 1-16,5 1-1 0,0-2 0 0,3-1 2 0,3 1 0 16,1-2 0-16,3 1-4 0,1 1-7 0,0 0 2 15,-2 1-3-15,0 1 4 0,3 0 5 0,1-5-3 16,0 3 5-16,0-2-5 0,0 2 7 0,0-2-1 16,14 9 3-16,18 4-7 0,5-4 5 0,4-6-4 0,5-3 4 15,3 0-3-15,8-2 1 0,1 0-1 0,-3-2 0 16,1-2-1-16,-6 3 1 0,0-1-2 0,-5 2 0 15,-6 0-8-15,-9 0 7 0,-2 2-3 0,-4-1 5 16,-4 1-7-16,-1 0 1 0,-4 0 0 0,-2 0 1 16,-2 2-9-16,-4-3-20 0,-1 1-28 0,-1 0-1 15,-1 0-124-15,-2-2-129 0</inkml:trace>
  <inkml:trace contextRef="#ctx0" brushRef="#br0" timeOffset="30342">11243 6596 423 0,'-2'-2'291'0,"0"1"-415"16,0-1 347-16,-2-2-200 0,1 0-17 0,-1 1-6 15,0-1 7-15,1 0-7 0,1 2 4 0,0 0-5 0,0 1 0 16,0-1-1-16,0 0 1 0,0 0-4 0,1 2 6 15,-1 0-3-15,0 0 8 0,0 2 1 0,-2 0-8 16,1 0 3-16,-1 1-7 0,2 10 6 0,-9 6 4 16,3-1-1-16,1 3 2 0,0-1-3 0,1 1 3 15,0-1-2-15,5 0 5 0,-3 1-2 0,-11-1 1 0,6-3 0 16,1 0 4-16,5-2-4 0,-1-4-4 0,2-2 1 16,0-2 6-16,2-3 1 0,0 2 1 0,0-4-1 15,0-1-2-15,0 3 11 0,0 0-4 0,0-2 5 16,0 0-10-16,2-1-3 0,0-1 3 0,0 0-4 15,0-1 2-15,-1-3-8 0,3-4 1 0,4-10-3 16,-1 1 2-16,0-1 0 0,1-1 2 0,-1-1-2 16,1 1-2-16,1 0 4 0,2 1-2 0,2-1 3 0,-9 3-5 15,9-1 2-15,7 0-2 0,-7 4 0 0,4 2-4 16,2 0 3-16,-5 4 0 0,7-1 1 0,-6 4-4 0,-2 1 3 16,0 1 2-16,0-7 2 0,-2 1 2 0,0 3-5 15,-2 3-1-15,-3 2-1 0,-2 0-3 0,3 2 8 16,-5-2-4-16,2 3 6 0,3 7-5 0,4 10-1 15,-3-1-1-15,-3 1 0 0,1-1 0 0,-3-1 4 16,-1-1-2-16,0 0 3 0,0-3-3 0,0-3 3 16,0 2 0-16,0-3 0 0,-2-3-3 0,0-1 0 15,0-3 3-15,0 1-1 0,0-2 1 0,1 2 1 16,1-1-1-16,0 1 2 0,0-2 4 0,0 0-9 0,0 0 5 16,0-2-5-16,-1 0 6 0,1-2-3 0,0 0-5 15,0-2 2-15,7-12 2 0,1-3-4 0,1-1 5 16,0 1-6-16,0-1 6 0,2-1-1 0,0 1-2 15,0 1 0-15,-9 3 1 0,12-1 0 0,1 2-1 0,2 2 0 16,-1 2-6-16,1 0 8 0,-1 3-5 0,-1 3 6 16,0 1-3-16,-1-7-3 0,1 2 5 0,2 1-5 15,-6 6 5-15,0 2-3 0,2 0 1 0,-2 2-2 16,3 4 5-16,-8-3-4 0,-1 3 4 0,-1 1-4 16,7 12 2-16,-2 0 6 0,-2-1-7 0,-3-1 7 15,-1 1-12-15,-1-1 5 0,-2 2 0 0,-2-3 0 16,0-1 3-16,0 0 4 0,0 0-7 0,0-4 5 15,-2 2-17-15,0 0-23 0,-2 0-11 0,1-2-8 0,1 0-75 16,0-1-33-16,2-5-34 0</inkml:trace>
  <inkml:trace contextRef="#ctx0" brushRef="#br0" timeOffset="30948.22">12483 6518 405 0,'0'-2'63'0,"0"1"123"0,0-3-159 0,0 0-14 16,0 0-6-16,0 1-1 0,0-1-3 0,0 0 0 0,0 1-2 15,0 1-1-15,0 0-5 0,0 0 8 0,0 0 3 16,-2 0 2-16,0 2 3 0,0 0-5 0,1 2 4 16,-1 0-4-16,0 2 5 0,-4 3 7 0,1 12-2 15,-10 3 3-15,0 2-13 0,0 2 5 0,0 2 2 0,-1 0 3 16,1 0 8-16,-2 0-9 0,2-1-1 0,0 1 1 15,-1 0 7-15,3-4-8 0,-4 4 6 0,4-2-6 16,6-2 9-16,-3-3-16 0,3-3 7 0,1-9-10 16,3 1 6-16,-1-3 4 0,-2 1-8 0,1-1 6 15,1-1-10-15,2-3 4 0,0 1 6 0,0-2-3 16,1 0 3-16,-1 0-2 0,0-2-5 0,2 0 3 16,0-2-1-16,0-2-4 0,5-24 0 0,5-3-2 0,-1 1-2 15,2-5 0-15,0 3 1 0,4-3 0 0,-2 1 4 16,2 1-4-16,2 0 0 0,-1 1 0 0,1 0 0 0,-2 5 3 15,2-3-1-15,-3 4 1 0,3 0-10 0,-4 5 8 16,-9-1-1-16,13 2 3 0,1 1-6 0,-1 2-1 16,0 1 0-16,1 6 2 0,3-1 5 0,-3 6-3 15,1-1 1-15,-3-5-1 0,-1 4 1 0,-2 1-1 16,-2 4 0-16,1 2-1 0,-3 2 1 0,-4 0-1 16,3 3 1-16,-3 7-2 0,1 8 2 0,0 0 0 15,-5 3 0-15,3-3 0 0,-2 2 1 0,5-1-1 16,6 1 0-16,-11 2 0 0,6 2 4 0,-3 4-1 15,14 2-4-15,-2-1 1 0,-6 1-3 0,-4-1 6 0,-1 3-2 16,-3-1 4-16,-1 2-3 0,0 1-4 0,-2-7 4 16,0-1-2-16,0-2 7 0,0-9-8 0,0 3 0 15,0-7-1-15,0-5 12 0,0 3-4 0,0-4 3 16,0-1-7-16,-2 1-5 0,2-3 5 0,-2 0-3 16,1-1 3-16,-1 1-5 0,0-2-37 0,-2 0-12 0,2-2-12 15,-7 0-63-15,-2-2-13 0,5 0-9 0,3 0-5 16,-3-14-52-16</inkml:trace>
  <inkml:trace contextRef="#ctx0" brushRef="#br0" timeOffset="31229.62">12385 6734 203 0,'0'0'59'0,"-2"0"-5"15,0-2 53-15,0 0-2 0,0 0-6 0,0 0-38 0,0 0-32 16,1 0 0-16,-1 1-11 0,0-1-12 0,0 0 0 15,0 0-4-15,0 0 5 0,0 2 5 0,2 0-6 16,0 0 4-16,0 0-5 0,2 0 3 0,0 0 8 16,2 0-6-16,11 0 7 0,7 0-3 0,2 0 5 15,2 0 3-15,6 0-2 0,-1 0-5 0,3 0 1 16,3 0-3-16,0-2 2 0,2 1-1 0,0-1-4 16,-7 2-3-16,-3-2-2 0,-1 2-5 0,-4 0 3 15,2 0 2-15,-3 0 0 0,-10 0-2 0,0 0 5 0,-2 0-4 16,-4 0 4-16,2 0-13 0,-5 0 10 0,0 0-2 15,-1 0 7-15,-1 0-4 0,0 0-57 0,-2 0-13 16,0 2-28-16,-2 0-164 0</inkml:trace>
  <inkml:trace contextRef="#ctx0" brushRef="#br0" timeOffset="33688.24">10301 7361 64 0,'0'0'12'0,"0"0"0"0,0 0-1 0,0 0 5 15,0 0-6-15,-1 0 15 0,-1 0-4 0,0 0-1 16,0 0-2-16,0 0-12 0,0 0 11 0,0 0-1 15,1 0 5-15,-3 0 0 0,0-2 23 0,0 0-4 16,3 2 12-16,-3 0 2 0,-4-1-7 0,5 1-2 0,-3-2-2 16,1 0-10-16,-1 0-14 0,0 2 4 0,3 0-8 15,-3 0 2-15,1 0-5 0,-1 0-2 0,-1-2 0 16,-3 0 3-16,3 2 1 0,-1 0 7 0,-1-1-4 16,0-1 14-16,0 2-6 0,-1 0 2 0,1 0-2 15,-2 0-3-15,2 0-3 0,-1 0-1 0,1 0 1 16,0 0 2-16,1 0 1 0,1 0-2 0,-1 0 3 0,3 0-7 15,1 0 1-15,-1 0-7 0,1 0 4 0,2 0-13 16,-2 0 0-16,1 0 7 0,-1 0-4 0,2 0 1 16,0 0-2-16,0 0-2 0,0 0 1 0,1 0-4 15,-1 0 4-15,2 0-1 0,0 0 5 0,0 0-1 0,2 0 3 16,-1 0-4-16,1 0 2 0,2 0-7 0,3 0 8 16,14 2-5-16,-1-1 7 0,4 1-9 0,-1 0 1 15,5 2-1-15,-1-2 0 0,5 1 5 0,5-1-4 16,4 0 5-16,7 0-5 0,4 0 12 0,4 0-9 15,3-1 6-15,-1-1-7 0,5 0 5 0,4 0-1 16,-4 0-3-16,4 0 0 0,-2-1-8 0,9 1 6 16,0 0 0-16,14 0 4 0,1 0 2 0,4 0-3 15,-1 0-2-15,-10 0 0 0,0-2-2 0,-8 2-2 0,6 0-1 16,2 0 0-16,1 0 2 0,4 0 0 0,-7 2 4 16,-2-1-2-16,-7 1 0 0,-6 0 1 0,-8 0-4 15,-3-2 3-15,-4 2-1 0,-1 0 1 0,-5 0 3 16,-3-2-2-16,0 1-2 0,2-1-2 0,-4 0 1 0,-4 0 0 15,-2 0 7-15,-1 0-3 0,-8 0-5 0,2 0 1 16,0 0-1-16,-7 0 0 0,-3 0 3 0,-1 0-1 16,-4 0 6-16,2 0-5 0,-2 0 1 0,-5 0-2 15,1 0-1-15,-3 0 6 0,0 0-8 0,-2 0 6 16,1 0-9-16,-1 0 5 0,2 0 3 0,0 0 1 16,-1 0 2-16,1 0-7 0,-2 0 1 0,0 0-3 15,0 0-5-15,-1 0-86 0,-1 0-22 0,0 2-37 16,0 0-208-16</inkml:trace>
  <inkml:trace contextRef="#ctx0" brushRef="#br0" timeOffset="41005.21">10389 7801 133 0,'0'0'20'15,"0"0"24"-15,-2-2-20 0,0 1 10 0,0-1 0 16,0-2 4-16,0 0 3 0,2 2 11 0,-5-9 5 0,1 4 3 16,-1-2 15-16,-1-4-41 0,0 1 2 0,1-1-15 15,3 8-7-15,0-1-5 0,2 3-2 0,0 1 0 16,0-2-1-16,0 0 6 0,0-1 0 0,0-1 1 16,0 2-4-16,2-1 5 0,2-1 2 0,14 1-1 15,10-3-1-15,7 1 3 0,-3 3-6 0,3 0 5 16,2 3-8-16,0-22-3 0,4 10-1 0,-7 10 0 15,-3 3 3-15,-5 1-8 0,-5 3 1 0,-5 2-5 0,-1 3 9 16,-4 0 4-16,-1 6-4 0,-5 13 3 0,1-2 1 16,14 7-1-16,-9-1 9 0,-5 0-8 0,-6 5 5 15,-2-2 2-15,-3-3-2 0,-5-5 2 0,-3 1-8 0,-2-4 5 16,12 2-5-16,-21-2 5 0,-6-1-6 0,-4-5-2 16,-3-1 2-16,-2 0-1 0,0-2 5 0,-3 1-4 15,1-1 0-15,-8 0-1 0,7-4 7 0,1 0-3 16,2-1-3-16,7-3-2 0,1-1-4 0,7 1 2 15,-2-3 5-15,3 1-2 0,5-3 1 0,3 0-3 16,0 0 4-16,6 5-3 0,0-1 5 0,3-2 7 16,4-4-5-16,-2 1 5 0,1 1-8 0,-1 0-8 15,2-2 2-15,0 0-4 0,2 0-3 0,0 0 5 0,2-2-2 16,2 0 3-16,7-3-1 0,13-6 1 0,2 0 3 16,0 1-1-16,2 3 1 0,0-1-2 0,2 3-2 15,-1 1 0-15,5-1-1 0,-3 3-3 0,-1 0 4 16,1 0-3-16,-1 2 9 0,-4 0-5 0,2 2 1 15,-4 0-2-15,-2 0 0 0,1 1-3 0,-5 1 3 0,-3 0-1 16,-2-1 5-16,-2 1-4 0,2 0 0 0,-2 0 0 16,-1-3 0-16,-1 1-3 0,-2 0 0 0,3 0-2 15,-1 0 1-15,0 0-14 0,2 0-6 0,-1-1-8 16,1 1-70-16,2-2-90 0,0 0-34 0</inkml:trace>
  <inkml:trace contextRef="#ctx0" brushRef="#br0" timeOffset="41554.01">11475 7760 641 0,'0'-1'40'0,"0"-1"-1"0,-2 0-8 16,0 0 1-16,0-2-16 0,-1 1-6 0,-7-3 0 15,-3-1-7-15,2 1 5 0,-6 0-6 0,4 3 5 16,-1 1 1-16,-1 0-2 0,2 2-5 0,-4 0 21 15,0 2 4-15,-1 2 8 0,3-1 12 0,0 3-25 16,0 1 5-16,0 3-11 0,2-1 3 0,-3 2-2 0,1 11-3 16,0 2 2-16,-2 2-6 0,4 2-5 0,-2-2 0 15,2 0-1-15,2 0-7 0,0-3 4 0,2-1 3 16,3 0 0-16,4-2-2 0,-1-1 4 0,-10 0-4 16,3-3 6-16,3 1-6 0,1 0 2 0,1-1-2 0,1 3 3 15,2-2-2-15,0 1-2 0,2-1 4 0,2 0-3 16,2-2 6-16,1-1-1 0,1-1-5 0,1 0 4 15,1-1 0-15,-6-5 10 0,14 0-1 0,7-3 3 16,1-2-5-16,2 15 0 0,2-6-4 0,-4-6 2 16,2-1-6-16,4-4 1 0,-1-2 3 0,1-1-3 15,-4-3-4-15,-2 0 6 0,-5 1-4 0,-3-3 6 16,1 1-5-16,-6 1-3 0,0-1 5 0,-5 3-4 16,-2-1 3-16,-1-8 1 0,-1 0-3 0,8 0 3 0,-3 2-1 15,-3-1-2-15,-1 1 2 0,-1-2-2 0,-2 4-4 16,-2-2 4-16,1 3 1 0,-3 1 3 0,0 1 5 0,-20 5-9 15,0-1 1-15,-4-17-3 0,-2 8 3 0,-1 4-2 16,-5 3-2-16,3 2 1 0,1 2-6 0,6 2 6 16,-1 3-2-16,1 1 3 0,3 0 0 0,5-1-2 15,5 1 3-15,0-1-3 0,0 1 0 0,5-2-5 16,1 1 2-16,1-1-2 0,1 3-7 0,1 4 5 16,2-1-10-16,-7 1 6 0,3-2-32 0,3-1-46 15,1-1-10-15,2 0-15 0,0-1-59 0,0 0-126 16</inkml:trace>
  <inkml:trace contextRef="#ctx0" brushRef="#br0" timeOffset="42287.56">11737 7981 827 0,'0'0'15'15,"0"-1"1"-15,0-1 2 0,-2-2-7 0,0 0-1 16,0 1-8-16,0-1-2 0,0 0 1 0,0 0-1 16,2 1-3-16,0 1 4 0,0 0 1 0,0 0 0 0,0 0-4 15,0 2 7-15,0 0-5 0,0 0 7 0,0 2-7 16,0 0 8-16,0 2 2 0,0 3 2 0,-3 12 11 0,1-1-9 16,0 3 0-16,0-3-4 0,-2 4-6 0,3-1-2 15,-1-3 5-15,0 1-3 0,2 0 9 0,0 1-13 16,0-3 2-16,0-1-3 0,0-1 10 0,0 0-7 15,0 0 3-15,0-4-3 0,0-2 7 0,0-1 1 16,0-4-2-16,0-1 2 0,0 1 2 0,0 0 1 16,0-1 8-16,0 1-4 0,0 0 13 0,0-2-11 15,0 0-1-15,0-1-4 0,0 1-12 0,0-2 9 16,0 0-10-16,0-2 9 0,0 1-1 0,2-3-5 16,0-4 9-16,1-10-11 0,3-1 7 0,-1 3-5 15,1-3-2-15,0 2-1 0,1-1-2 0,0-1 2 0,3-1 5 16,1-1-3-16,0 1-7 0,0-1 4 0,0 5-1 15,0-1 2-15,1 0 2 0,-9-1-5 0,14 5 1 16,-6 0-1-16,2 5 5 0,2 5-3 0,-2-5 0 16,2 5-2-16,-4 1-3 0,0-8 4 0,0 5 0 0,0 1 2 15,2 4-1-15,-3 2-1 0,-8-2-3 0,3 7 4 16,8 18 7-16,-2 2-5 0,-5-1-1 0,-2-2-1 16,-3-1 2-16,-1-5-2 0,-1 1 0 0,-1-2-1 15,0-1 4-15,0-1-2 0,0-2 3 0,2 0-3 16,0-5-1-16,0-1 0 0,0 0 0 0,0-5-1 0,0 0 0 15,0 2 3-15,-2 0 5 0,2-1 0 0,0-1 5 16,0 0-10-16,0 0-2 0,0 0 0 0,0-2 1 16,2 0-1-16,0-2 1 0,0 0-1 0,0 0 4 15,-2 0 0-15,3-14-2 0,9 1 1 0,1-4-5 0,1 2 2 16,5-1 0-16,0-3 1 0,-3-1 1 0,-3 0-2 16,0 1 0-16,-2 1-1 0,4 1-3 0,0 3 5 15,0 1-1-15,0 6 2 0,-2-2-7 0,-2 1 0 16,0 1 5-16,-2 3-2 0,-1 3 0 0,-1-1 3 15,-1 2-5-15,1 2 6 0,-1 0 3 0,1 2-5 16,1 2 0-16,-3-2-3 0,-1 18-2 0,-2 0 3 16,0 1 5-16,9-5-2 0,0 3-1 0,-4-4 1 15,-1 0-2-15,-1 1 2 0,-1-1 5 0,-2-4-7 0,-2 1 1 16,0-1-4-16,0-2-7 0,0 0-28 0,0 1-18 16,0-1-9-16,0-2-100 0,0 1-22 0,0-3-38 15</inkml:trace>
  <inkml:trace contextRef="#ctx0" brushRef="#br0" timeOffset="42849.45">12728 7920 598 0,'0'-2'38'0,"0"0"-9"16,-2-9-2-16,0-13 16 0,1 6-26 0,1 6-2 15,0 1-4-15,0 2 0 0,0 0-1 0,0-2 0 0,0 3-7 16,0 4 5-16,0 3-5 0,0-3 13 0,0 0 6 16,0 0 1-16,0 3 2 0,0-1 6 0,0 0-14 15,0 0-1-15,0 0-4 0,0 0-6 0,0 0 11 16,0 2-1-16,0 0 3 0,0 2-12 0,0 0 0 16,0 2-3-16,0 5 1 0,0 8 1 0,0 5 1 15,0-3-1-15,0 5 0 0,0-2-6 0,0-1 7 16,0 3-1-16,1-6 2 0,3 5-7 0,0-5 6 15,1 2-4-15,1-3 6 0,0-2-11 0,1 0 11 16,0 0-5-16,1 0 7 0,-1-1-8 0,-1-1 1 0,1 2-4 16,-1 2 3-16,-1 0 4 0,-1-2-7 0,0 1 4 15,0-3-5-15,-1-2 5 0,3 2-4 0,-1-1 6 16,-1-3-5-16,0-2 13 0,0 1-7 0,-3-5 0 16,-1 1-3-16,0 0 0 0,2 0 4 0,0-1 5 0,0 1-2 15,0 0 5-15,0-2 6 0,0-1-8 0,-1 1 8 16,1 0-10-16,0-2-5 0,0 0 1 0,0 0-3 15,0 0 5-15,1-2-6 0,1 0 5 0,0 1-5 16,5-7 6-16,2-7-7 0,-1-1 2 0,1-1-3 16,0 0 8-16,2 0-8 0,0 1 1 0,-2-3-3 15,2-1 6-15,-2-1-1 0,0-3-2 0,4-2-1 16,-2-4-2-16,2-1 5 0,-4-3 0 0,4 1 2 0,-4-2-8 16,4 1 1-16,-2 1 0 0,0 1 1 0,-2 5-1 15,0 1 3-15,-2 3-5 0,-1 5 3 0,-1 1-1 16,-1 2 2-16,-1 4 0 0,-1 0 0 0,0 0-9 15,3 1-1-15,-1 1-7 0,-2 2-2 0,-1-1-66 0,-1 5-316 16</inkml:trace>
  <inkml:trace contextRef="#ctx0" brushRef="#br0" timeOffset="44234.25">14063 6923 38 0,'0'0'10'16,"0"0"18"-16,0 0-16 0,0 0 0 0,-2 0 6 0,0 0-3 16,1 0 14-16,-1 0 2 0,0 0-5 0,0 0 5 15,-2 0 9-15,1 0-2 0,-5 0 9 0,-1 2-7 16,-2 0 7-16,1 0 14 0,1-1-6 0,0 1 9 16,3-2-9-16,-3 2-25 0,2 0 5 0,1 0-12 15,0 0-1-15,5-2-13 0,-1 0 2 0,-2 2-4 0,0-1 0 16,1 1 1-16,1 0 4 0,0 0-2 0,0 0 8 15,2 0-9-15,0 0 5 0,0-1-5 0,2 1 13 16,2 0-9-16,1 0-1 0,19 7-2 0,0-3 0 16,4-2-6-16,2-1 3 0,3-1-2 0,5 0 15 0,1-2-12 15,1 0 8-15,-1-2-11 0,-5 0 4 0,1 0-6 16,-7 1-2-16,2 1 2 0,-3 0 4 0,-4 0-1 16,-7 0-4-16,-4 0 2 0,-1 0 3 0,-4 0-7 15,1 0 3-15,-3 0-4 0,-1 0-1 0,-2 0 2 16,1 0 8-16,1 0-4 0,0 0 10 0,-2 0-18 15,0 0-8-15,-1 0-5 0,1 1-26 0,-2 1-24 16,0 0-8-16,-2 0-7 0,1 0-39 0,-1 0-43 16,-2 0-4-16</inkml:trace>
  <inkml:trace contextRef="#ctx0" brushRef="#br0" timeOffset="44529.01">13838 7283 231 0,'0'0'50'0,"0"0"-24"0,-1 0 46 0,-1 0-12 16,0 0-39-16,0 0 12 0,0 0-9 0,0 0 8 16,0 0-19-16,1 0-3 0,1 0 2 0,0 0-2 0,0 0 14 15,0 0 0-15,1 0 7 0,1 2-5 0,0-2 6 16,2 0 0-16,14 0 3 0,5 0-1 0,-3 0 9 0,4-2-14 15,-1 0-1-15,3-1-3 0,3-3-5 0,-1 2-4 16,2 1 1-16,-2 1-2 0,-4 0-6 0,-2 0-4 16,2 2-3-16,-7 0 0 0,-2 0-9 0,0 0 7 15,-6 0-3-15,0 0 3 0,-1 0-6 0,-3 0-7 16,-3 0-11-16,2 0-4 0,5 0-102 0,-3 0-153 16</inkml:trace>
  <inkml:trace contextRef="#ctx0" brushRef="#br0" timeOffset="50741.89">16130 6416 93 0,'0'0'20'0,"0"0"24"0,0 0-11 0,0 0 2 16,0 0-2-16,0 0 1 0,0 0-7 0,0 0-4 0,0 0 5 16,0 0-4-16,0 0 1 0,0 0 4 0,0 0-2 15,0 0 5-15,0 0 13 0,0 0-5 0,-2 0-1 16,0 0-2-16,0 0-13 0,2 0-4 0,0 0 7 0,0 0-7 15,0 0-2-15,0 0-7 0,-2 0 0 0,2 0-1 16,0 0 0-16,0 0 4 0,0 0-3 0,0 0 4 16,0 0-8-16,0 0 1 0,0 0-2 0,0 0 3 15,2 0 1-15,0-2-6 0,0 0 1 0,0 1-3 16,-1-1 2-16,1 0 2 0,0 0-4 0,0 0 2 16,0 0-3-16,0 0 2 0,0 1-1 0,-1-1 1 0,1 0 0 15,0 0-5-15,0 0 4 0,0-2-3 0,0 1 8 16,0 1-8-16,-1-2 5 0,1 2-5 0,0 0 7 15,0-1-7-15,0 1 0 0,0 0-2 0,0 0 2 16,-1 0 1-16,1 0-1 0,0-1 1 0,0 1 7 0,-2 0-5 16,2 0-2-16,0 0 0 0,-2 0-8 0,0 1 8 15,0-1 2-15,0 0 1 0,2 0-3 0,-2 0 0 16,0 0 1-16,0 0 0 0,0 1 5 0,1-1-3 16,1 0-4-16,0 0 1 0,0 0-1 0,-2 0 1 15,2 0 0-15,-2 1 0 0,0-1-3 0,2 0 4 16,-2 0 3-16,0 0-1 0,0 0-11 0,0 0 8 15,2-1-4-15,-1 1 6 0,-1 0 0 0,2-2-2 16,0 1 1-16,0 1-1 0,0-2 3 0,0 2-4 0,0-2 4 16,-1 1-4-16,1-1 4 0,0 0-2 0,0 1-2 15,0-1 0-15,0 0-3 0,0 0 4 0,-1 1 0 16,1-1 1-16,0 0 6 0,0 1-8 0,-2 1 5 16,2-4-6-16,-2 2 1 0,0 1 1 0,0 1-1 0,2-4 1 15,0 1 3-15,-2 1-3 0,0-2 2 0,1-1-2 16,-1 1-3-16,2-3 9 0,-2 2-4 0,0 5 7 15,0-4-9-15,0 3 1 0,2-9 1 0,-2 3 1 16,0 4 0-16,0-1 4 0,0 2 1 0,0 2 0 16,0-1-4-16,0-5 5 0,0 5-7 0,0-1 6 15,0 0-4-15,0 0 0 0,0 1 7 0,0 1-5 16,0 0 13-16,0 0-12 0,0 0 1 0,0 0-5 0,0 1-1 16,0-1 8-16,0 0-3 0,0 0 3 0,0 0-4 15,0 0 2-15,0 2-6 0,0 0 3 0,0 0-12 16,-2 0 5-16,0 0 1 0,1 2 1 0,-1 0 0 0,0 0 3 15,0 2-3-15,0-1 3 0,2 3-6 0,-4 7 6 16,1 4-4-16,-1 1 4 0,0 1 2 0,1-1-8 16,1 3 8-16,0-3-8 0,0 1 6 0,0-1-5 15,2-3 2-15,0 0-2 0,0 2 5 0,0 0-2 16,0-3-3-16,0 1 1 0,0-2-5 0,0-2 5 16,0 2 1-16,2-1 0 0,0 1 0 0,0-2 0 15,0-2 2-15,-1 2 0 0,1-2-1 0,-2-1 3 0,2 1-6 16,-2 0 4-16,0-1-9 0,0-1 10 0,0-1-3 15,0-1 5-15,0 3-5 0,0-3 5 0,0 1-1 16,0 0 1-16,0-3-4 0,0 3 3 0,0-2-2 16,0-3 1-16,0 3-1 0,0-2 1 0,0 0-2 15,-2 2 1-15,0-1-3 0,1 1 3 0,-1 0 2 16,-2-1 0-16,0-1 0 0,1 0-4 0,-1 0 1 0,-2 0-2 16,-1 2 4-16,-2-1-3 0,-4 3 3 0,5-4-3 15,-1 1 3-15,0-1-1 0,-1 2-5 0,-1 0 3 16,-4-1-5-16,2 1 7 0,0 0-1 0,-3 1 4 15,1 1-9-15,-4 0 3 0,4-1-1 0,4-1 2 0,0 0 0 16,0-1 1-16,-2 3 0 0,2-2 1 0,2-1-3 16,1-1 1-16,-1 2 3 0,-2 0 0 0,5-3-4 15,-3 3 4-15,1-2-3 0,5-2 5 0,-7 4-4 16,5-2-1-16,-1-1 0 0,3-1 0 0,-1 0 3 0,2 0-3 16,0 0-3-16,-2 0 1 0,1 2 0 0,-1 0 2 15,0 0 0-15,1 0 2 0,-1 0 2 0,2 0-4 16,0-1 4-16,0-1-4 0,0 0 1 0,1 0 5 15,-1 0-4-15,0 0 3 0,0 0-5 0,0 0 0 16,0 0 0-16,0 0 1 0,1 0-4 0,-1 0 2 16,2 0 1-16,0 0 0 0,0 0 4 0,0 0 0 15,0 0-2-15,0 0-1 0,0 0-8 0,0 0 5 16,0 0-2-16,2 0 4 0,-1 0 0 0,1 0 1 16,0 0-1-16,0 0 1 0,0 0 2 0,0 0-4 0,1 0 1 15,1 0-3-15,-2 0 3 0,5 0-3 0,5 0 2 16,-1 0-2-16,2 0 6 0,7 0-5 0,-3 0 4 15,3 0-5-15,3 0 0 0,1 0 5 0,5-1-4 0,1 1 4 16,-2-2-3-16,0 0 1 0,0 0 0 0,1 0 2 16,3 0 0-16,-2 2-1 0,-1-2 4 0,1 2-3 15,0 0 2-15,-2 0-4 0,-2 0-2 0,-2 0 0 16,-2 0 6-16,-5 0-1 0,1 0 2 0,-1 0-4 16,-4 0 3-16,-2 0-2 0,-3 0-1 0,-5 0 0 15,-1 0-3-15,2 0 2 0,-2 0 4 0,1 0 1 16,1 0 7-16,0 0-4 0,-2 0 1 0,0 0-3 15,-1 0-5-15,1 0-1 0,0 0-1 0,0 0-1 0,0 0 7 16,-2 0-5-16,0 0 1 0,0 0-3 0,0 0-13 16,-2 0-64-16,0 0-9 0,0 0-23 0,-1 2-71 15</inkml:trace>
  <inkml:trace contextRef="#ctx0" brushRef="#br0" timeOffset="51332.71">15524 7107 144 0,'0'0'36'16,"0"0"-3"-16,0 0 31 0,-2 0-8 0,1 0 0 15,-1 0-20-15,0 0-12 0,0 0 5 0,0 0-7 16,0 0 5-16,-1 0-6 0,-1 0 6 0,0 0-5 16,2 0 11-16,-5 0-1 0,1 0-9 0,1 0 5 0,1 0-13 15,0 0 7-15,1 0 0 0,1 0 1 0,-2 0-9 16,2 0-1-16,-1 2-3 0,-1 0 1 0,0-1-2 15,2 1-5-15,0 0 0 0,1 0-3 0,-1 0-1 0,0 0 16 16,2 0-2-16,0-1 5 0,2 1-13 0,0 0 3 16,-1 0 0-16,3 0 2 0,9 0-2 0,7 0-7 15,1-1 3-15,5-1-3 0,0 0 9 0,7 2-10 16,4 2 5-16,4-2-5 0,4 0 8 0,1 0-2 16,-1-2-4-16,7 1 2 0,-4-1-5 0,6 0 4 15,2 0-1-15,-12 0 3 0,3 0-6 0,-7-1 7 16,1 1-4-16,0-2 4 0,-2 0-9 0,-2-2 7 15,2 2 2-15,-2 0 3 0,-3 2-5 0,1 0 1 0,2 0 2 16,-3 0 0-16,3 0 6 0,-9 0-5 0,-4 0-6 16,-4 0 4-16,-1-1 2 0,1-1-5 0,1 2 4 15,-5 0-6-15,-1 0 4 0,-2 0 1 0,-2 0-1 16,-5 0-1-16,-4 0-5 0,0 0 2 0,1 0 3 0,1 0 0 16,0 0 1-16,-1 0 3 0,1 0-2 0,-2 0 2 15,0 0-8-15,0 0 2 0,0 0-6 0,-1 0 2 16,-1 0-21-16,-1 0-47 0,-1 0-7 0,-2 0-17 15,-13 3-53-15</inkml:trace>
  <inkml:trace contextRef="#ctx0" brushRef="#br0" timeOffset="51939.66">15872 7408 499 0,'0'0'8'0,"-2"-2"18"0,0 0-24 0,0 0-2 15,0 0-1-15,0 0 0 0,0 0-1 0,1 1 5 16,-1-1 1-16,0 0 0 0,2 2-11 0,0-2 6 16,0 2-2-16,-2-2 5 0,0 0 6 0,0 2 14 0,0-2 12 15,1 1 0-15,-1-1 31 0,2 0-36 0,0 0-6 16,0 2-7-16,0 0-10 0,0 0-4 0,0 0-1 15,0 0-1-15,0 0-6 0,0 0 6 0,0 0 3 16,0 0 0-16,0 0-3 0,0 0 5 0,0 0-7 16,0 0 7-16,0 0-8 0,0 0 3 0,2 0 2 0,-1 0 2 15,1 0 2-15,0 0-3 0,0 0-5 0,0 0 2 16,-2 0-6-16,2 0 6 0,-2 0 6 0,0 0-3 16,0 0-1-16,0 0 5 0,0 0-7 0,0 0 6 15,0 0-9-15,0 0 7 0,0 0 4 0,0 0 1 16,0 0 2-16,0 0-6 0,0-2 1 0,0 2-2 15,0 0-2-15,0 0 0 0,0 0 0 0,0 0 2 16,0 0 1-16,0 0 0 0,0 0 0 0,0 0 0 0,0 0-2 16,-2 0-1-16,0 2-2 0,0 0 2 0,-2 2-2 15,-1 3 4-15,-4 13-6 0,3 1 5 0,-3 3-3 0,-1-2-2 16,1 2 5-16,0 2-4 0,1-3 1 0,3-1 4 16,1 0-1-16,-1-1 5 0,-1 1 9 0,0 4 11 15,1 4-3-15,-1 1 5 0,3 1-6 0,-5-1-7 16,1-1 3-16,-4 2-5 0,-1-1-1 0,-1-3-8 15,2 2 4-15,0-4-5 0,-2-2-2 0,0-2 3 16,0-3-4-16,4-6 5 0,0-2 3 0,3-4-7 16,2-1 4-16,2-2-5 0,1-1 3 0,1-1-1 15,-4 2 0-15,0 0 0 0,0-1-6 0,1 1 1 16,1-2-7-16,0 0 5 0,0 0-18 0,0-1-14 0,0-1 8 16,1 0-13-16,-1 0-24 0,2-1-29 0,0-1-3 15,2-2-4-15,1-5 11 0,7-10-61 0,4-5 0 16</inkml:trace>
  <inkml:trace contextRef="#ctx0" brushRef="#br0" timeOffset="52617.46">16042 7513 574 0,'0'-1'45'0,"-1"-1"47"16,-1 0-42-16,0 0-20 0,-2-2-13 0,2 1 2 0,-1-1-14 15,1 0-3-15,0 0 4 0,0 3-4 0,0-1 2 16,2 0 3-16,0 0-2 0,0-2 3 0,2 1 6 16,2-1 2-16,3-2 5 0,17-9-2 0,0 4 11 0,-1 2-8 15,1 0 5-15,2-1-8 0,2 1-5 0,-1 2 2 16,3 1-6-16,0 1 5 0,1 1-9 0,1 0-5 16,-2 2 2-16,-2 0-2 0,-2 2 2 0,-4 0-3 15,0 2 1-15,-3 0-1 0,-8 0 2 0,-4 0 3 16,3 2-3-16,-7-3 4 0,-1-1 2 0,2 4 5 15,0 0 4-15,-1 1-2 0,3 7 0 0,-4-1 1 16,-2 0-6-16,-2 2 3 0,-4-2-8 0,-3 4 5 16,0-2-3-16,-12 0 3 0,3 2-3 0,-5-4-6 0,1 2 3 15,0-4-3-15,0 4 8 0,1-2-3 0,1-1 4 16,1-1-5-16,1-4-7 0,3 1 2 0,0 0 0 16,2-5 0-16,4 5 4 0,1 0-4 0,1-1 6 15,5-5-5-15,-2 2 5 0,2-2-6 0,-1 4 0 0,-1-1-1 16,0-1 2-16,2 2-2 0,0-2-2 0,1 0 0 15,-1 0 4-15,0-1 1 0,2 1-4 0,0 0 1 16,0 0-2-16,2 0 2 0,0 0 2 0,-1 0-1 16,3-1 0-16,5 5 0 0,4 0-3 0,2 1 3 15,2 0-1-15,-2 1-2 0,2-1 2 0,1 3-4 16,-1-1 4-16,3 2 1 0,-3 0 0 0,3-9 1 0,1 15-2 16,-1 1 1-16,-1-1 1 0,-4-4-1 15,0 6 1-15,-4-5 0 0,5 3 0 0,-8 2 1 0,-1-3-1 16,1-1-2-16,3 0 3 0,-4-4-2 0,-1 0 10 15,-2 4-1-15,-4-2-6 0,0 0 3 0,-4 0-3 0,0-4 4 16,-1 1 2-16,-3 1 0 0,-16-4 0 0,-4 3-1 16,0-5 3-16,-3 1-3 0,1-1 11 0,2-1 7 15,-2 2 4-15,1-3 1 0,-1-1 6 0,2 2-12 16,0 14 2-16,2-6-4 0,0-7-3 0,2-1-2 16,4-4-1-16,-1 0 1 0,1 0-4 0,7 0-7 15,-4-2 3-15,2-2-3 0,4 1 0 0,-4-3-6 16,12 4 0-16,-3-2-1 0,4 4 1 0,0 0-6 0,1-1-4 15,-5-7-1-15,-1-3-10 0,3 5-9 0,0-1-4 16,4 5-4-16,0 0-29 0,0 0-121 0,-2-1 1 16,2-1-61-16,0 0-180 0</inkml:trace>
  <inkml:trace contextRef="#ctx0" brushRef="#br0" timeOffset="59646.24">17689 6678 40 0,'0'0'0'0,"0"-2"6"0,0 0 61 0,0 0-15 15,2-1 3-15,0-1-27 0,-2 0-6 0,0-1 1 16,0-3-4-16,0 3 4 0,0-1 1 0,0 1 0 0,0 1 6 15,0-2-5-15,0 3 2 0,0 1 7 16,0 0-9-16,-2-2 8 0,-2 0-16 0,-9-3-1 0,-9-2 5 16,2 3-6-16,-6 2-3 0,0 3-2 0,-4 1-6 15,2 1 5-15,-2 5-5 0,-5 1 5 0,9 1-2 16,-5 1 2-16,5 0 0 0,3 1-5 0,-1 1 4 0,2 0-5 16,0 0 3-16,3 0 2 0,2 0-6 0,3-5 4 15,1 11-9-15,0-1 7 0,5 1 2 0,4 0 1 16,1 3-7-16,-8-5 9 0,1 2-9 0,5-1 7 15,3-1-9-15,2 4 7 0,2-1-1 0,3 1 3 16,1-2-2-16,3-1-6 0,-5 1 8 0,16 4-8 16,3-5 2-16,1 5 3 0,-2-6 0 0,0-2 2 15,-3 5-7-15,-2-3 4 0,-3 2-3 0,3-1 5 0,-4-3-4 16,-6-1 0-16,3 2-1 0,-1-2 1 0,-2 1 2 16,1 1 1-16,-4-4 0 0,-3-3 2 0,1 2 10 15,-2-3 15-15,0 0 1 0,-2-1 2 0,1 1-12 0,-1-3 6 16,-13 1-5-16,-7-2 5 0,-4 2-11 0,-6-1-1 15,1 1-8-15,-3 0 4 0,1 1-11 0,1-1 4 16,2 0-1-16,3 0 0 0,-1-1-3 0,5 12 4 16,-1-4-2-16,6-3 2 0,-1-3-5 0,4-1 3 15,2-2-3-15,2 0 2 0,2-2-2 0,1 0-13 16,7 0-1-16,-1 0-10 0,-2 0-36 0,0 0-25 16,2-2-6-16,1 0-13 0,-1 0-96 0</inkml:trace>
  <inkml:trace contextRef="#ctx0" brushRef="#br0" timeOffset="60140.25">17526 6739 322 0,'0'-2'34'0,"0"0"55"0,0 1-70 15,0-3-4-15,0 0-7 0,0 0 3 0,0 3-11 16,0-3 0-16,0 0 6 0,0 1-3 0,2-1 0 16,0 0-1-16,-1 0-1 0,1 1 3 0,6-1 11 0,8 0 1 15,-1 1 7-15,4-1-3 0,-6 0 21 0,-2 0-15 16,2-5-3-16,-2 2-3 0,2-1-6 0,-4 5-13 16,1 1 9-16,-3 2-10 0,2 0 9 0,-1 0-3 15,-1 0 0-15,1 2-1 0,-3 1 4 0,-3-3-6 16,0 19 1-16,11-1-2 0,-2 5 2 0,-5-1-1 15,-3 4-1-15,-3-2 1 0,0 6 0 0,0-2-2 16,-3-1 4-16,-1 3-4 0,-3 0-1 0,-1 3 11 16,-1-1-6-16,0-1 6 0,1-3-11 0,1-2 5 15,-1 0-3-15,3-5 2 0,-3 1-5 0,5-3 0 16,-1-5 6-16,2-2-2 0,0-3 11 0,2-2-10 0,0 1 4 16,0-3-5-16,0 1 7 0,0-4 14 0,0 0 2 15,2 1 5-15,0 1 14 0,2-2-9 0,7 3-5 16,5-1 0-16,3-2-13 0,0-2-3 0,1 0 5 15,0 0-5-15,1-4 1 0,-3 1-4 0,1-1-6 0,0-2 2 16,-1 3-12-16,-3 1 8 0,0-2-3 0,-4 2 5 16,0-2-2-16,-5 3-7 0,-1-1 0 0,-1 2-4 15,-2 0-7-15,0 0-23 0,1-2-12 0,1 0-9 16,-2-2-96-16,0 1-120 0</inkml:trace>
  <inkml:trace contextRef="#ctx0" brushRef="#br0" timeOffset="60546.78">17689 6245 64 0,'0'0'16'0,"0"0"1"0,0 0 26 0,-2-2-13 15,1 1 12-15,-1-1-1 0,0 0-5 0,-2 0 9 16,0 0-8-16,-5-2 7 0,-2 1 6 0,4 1-9 16,-1 0 7-16,4 2-12 0,3 0-12 0,-3 0 5 0,0 0-8 15,0 0 1-15,1 0-5 0,1 0-2 0,0 0-1 16,0 0 1-16,2 0 4 0,0 0 0 0,2 0-1 15,0 0-6-15,2 0 12 0,5 0-5 0,11 0 6 16,1-2-10-16,1 0 3 0,2 0-6 0,-2-1 4 16,-1 1-13-16,-3 0-4 0,1 2 2 0,-2 0-2 15,-2 0 9-15,-2 0-8 0,1 0 5 0,-2 0-6 16,-3 0 2-16,0 0-5 0,-3 0-6 0,-3 0-1 0,3 0-31 16,-4 0-45-16,2 0-18 0,-1 0-17 0,1 2-138 15</inkml:trace>
  <inkml:trace contextRef="#ctx0" brushRef="#br0" timeOffset="60903.15">18107 5980 296 0,'0'-2'168'0,"0"0"-231"0,0-2 200 15,0-1-114-15,0-8-18 0,0 5 1 0,0 1-6 16,0 1 5-16,0-1 0 0,0 1-2 0,0 3-2 16,0-1-1-16,2 0-7 0,-2 2 6 0,2-1 5 0,0-1-1 15,-2 0 0-15,0 1 3 0,0 1 1 0,0-2 3 16,0 2 23-16,0 0-6 0,1-1-3 0,1-1-2 16,-2 0-19-16,0 2-2 0,0 0-1 0,0 1 0 15,0 1 1-15,0 0-2 0,0 1 2 0,0 1-2 16,0 2 7-16,0 3-6 0,-2 16 2 0,2 1-3 15,0 2 6-15,0-2-6 0,2 2 3 0,0 0-2 16,0-6 16-16,0 8-4 0,-2-2 3 0,2-2-3 16,1-1 7-16,3-3-5 0,1 0-2 0,-1-1-1 0,1 0-9 15,1-1 1-15,-3-1 0 0,-1-4 1 0,0 7 3 16,-2-7-4-16,0 2 3 0,-1 2-4 0,1-6-4 0,0 6-48 16,-2-2-7-16</inkml:trace>
  <inkml:trace contextRef="#ctx0" brushRef="#br0" timeOffset="76408.62">13176 3328 45 0,'0'0'9'15,"0"0"2"-15,0 0 7 0,0 0 2 0,0 0-3 16,0 0-5-16,0 0 5 0,0 0 1 0,0 0 0 0,0 0-4 15,0 0 2-15,0 0-7 0,0 0 5 0,0 0-3 16,0 0-6-16,1 0 8 0,-1 0-6 0,2 0 9 0,-2 0 12 16,0 0 0-16,0 0 8 0,0 2 24 0,0 0-15 15,0 0 4-15,0 0-9 0,0 2-9 0,0-1-17 16,0 10 1-16,-2-2-6 0,1-1 1 0,-1-1 6 16,2-2-4-16,0 1 4 0,-2 1-1 0,2-3 0 15,0-1 2-15,0-1 0 0,0-2 15 0,0 0-1 16,0 0 6-16,0 1-7 0,0 1-1 0,2 0-13 15,0-2-1-15,-1-1-2 0,7-1 1 0,18 0-4 16,4-5-2-16,5-6-2 0,4-4-6 0,9-6 7 16,4-1-4-16,6-2 3 0,-4 2-6 0,3-1 1 0,1 1 2 15,-5 2-2-15,3-3-11 0,-8 5 8 0,1-3-15 16,-5 1 9-16,3 0-41 0,-5-1-98 0,3 3-22 16</inkml:trace>
  <inkml:trace contextRef="#ctx0" brushRef="#br0" timeOffset="112417.6">18859 6916 256 0,'0'0'-68'0,"0"0"42"0,0 0-10 16,0 0 7-16,0 0 50 0,0 0-2 0,0-2-2 15,0 0-3-15,0 0 5 0,-2 0-5 0,0 0 4 16,0 0-1-16,1 1 4 0,-1-1 5 0,0 2 10 16,0 0 14-16,0 0-1 0,0 0 45 0,0 0-28 15,-1 0-11-15,-1 0-6 0,0 0-36 0,1 0 0 16,-1 0 2-16,0 0-1 0,0 0-5 0,3 0-2 0,-1 0-2 15,0 0 1-15,0 0-4 0,0 0-1 0,0-2 1 16,2 0 0-16,0 0 6 0,0 0-7 0,0 0 1 16,2 1-3-16,0-1 1 0,0 0 0 0,2 0 1 15,3-2 0-15,4 1 2 0,0-1-2 0,2 0 0 0,0 0-1 16,-3 3-4-16,1 1 4 0,0 0 2 0,-6 0 2 16,10 3-1-16,-2 1-1 0,4 0-2 0,2 1 2 15,-1-1 1-15,4 2-2 0,-5-5-1 0,7 3 0 16,-3-2 2-16,-1-2 3 0,6-2 1 0,-4-2-1 15,1 1-4-15,-3-1 3 0,-1-2 2 0,1 3 0 16,-1-3-5-16,-4 2 2 0,-1 1-3 0,-3-1 3 16,-1 2 0-16,-3 0 0 0,-1 0 1 0,-3 2-1 0,-1 0 5 15,0 0 1-15,2-1-3 0,0-1 2 0,-1 0-11 16,-1 0-19-16,0 0-8 0,0 0-8 0,0 0-59 16,0 2-84-16,-2 0-1 0</inkml:trace>
  <inkml:trace contextRef="#ctx0" brushRef="#br0" timeOffset="112761.21">18837 7281 252 0,'0'0'16'16,"-2"-1"36"-16,0-1-52 0,0 0 14 0,0 0-9 15,-1 2 10-15,-1-2-9 0,0 2-2 0,0-2 1 0,1 0-3 16,-1 1-3-16,0 1 18 0,1 0 7 0,-1 0 4 16,2-2 23-16,0 0-13 0,0 0 1 0,0 0-6 15,1 0-2-15,-1 0-8 0,2 1-7 0,0-3 0 16,2 0-12-16,-2 2 2 0,7-9 4 0,-1 2-3 16,10-2 1-16,12 1-1 0,-4-3-4 0,-1 2 3 15,4 2-7-15,-4 2 9 0,5 1-6 0,-2 0 7 16,0-10-8-16,-4 5-2 0,2 5 1 0,-2 4-2 0,-3 0 1 15,-2 2 7-15,-3 0-3 0,-1 2 4 0,-3 0-9 16,-1 2 6-16,0-1 1 0,-1-1 1 0,-1 0-1 16,1 0 4-16,1 2-4 0,-2-2 2 0,3-1-19 0,-1 1-20 15,-2-2-1-15,3 0-9 0,-1 0-36 0,-2 0-55 16</inkml:trace>
  <inkml:trace contextRef="#ctx0" brushRef="#br0" timeOffset="113400.17">20179 6593 105 0,'0'0'28'0,"-2"0"28"15,0 0 1-15,1-2-6 0,-1 0 0 0,0 0-2 16,0 2 0-16,-2-2 9 0,1 2 6 0,-1 0 1 0,0 0 2 16,-3 0-33-16,1 0 0 0,-1 0-11 0,3 0-7 15,0 0-5-15,2 0-3 0,1 0 1 0,-3 0-1 16,0 0-3-16,0 0 6 0,3 0-5 0,-1 0 10 0,0 0 2 15,2 0-2-15,0 0 2 0,2 0-2 0,1 0 0 16,7-2-2-16,16-3 1 0,2-1-3 0,7 1-8 16,0-1 4-16,4-1-4 0,2 1 6 0,-6 2-7 15,-1 1-3-15,-6-1 0 0,-6 2 2 0,2 0-2 16,-4 0 5-16,3 0-5 0,-3 2-3 0,-1 0 4 16,-3 0 1-16,-5 0 2 0,-1 0 0 0,-5 0-3 15,1 0 0-15,-2 0 0 0,1 0 5 0,-1 0 0 16,0 0-3-16,-1 0 1 0,1 0-2 0,-2 0-2 15,0 0 4-15,0 2-4 0,-1 0 10 0,-1 0-10 16,0 0 7-16,0 0-7 0,-1 0 3 0,-1-1 0 0,0 3-3 16,-2 0 0-16,-3 1 1 0,-4-3 0 0,-2 9 0 15,0 1 0-15,3 1-9 0,1 0 8 0,-6 3-1 16,4 1 3-16,0 3-3 0,0-1 3 0,-2 3-2 0,-4 0 4 16,0 3-2-16,3 1-5 0,4 1 1 0,-1 1-2 15,-2 2 5-15,-2 0-1 0,0-2 3 0,1-2-2 16,4 0 6-16,-1-4-10 0,2 0 1 0,0 0-4 15,-1-3 9-15,1 1-3 0,0-1 3 0,-1-4-2 16,3-2-1-16,1 0 5 0,-1-4-3 0,3 0 3 16,1-3-5-16,1-4 0 0,0 3 1 0,2-3 1 15,0 0-7-15,0 0-20 0,-4 2-4 0,0-1-9 0,1 1-43 16,1-2-38-16,0 0-7 0,0 0-12 0,2-2-56 16</inkml:trace>
  <inkml:trace contextRef="#ctx0" brushRef="#br0" timeOffset="114142.33">21065 6557 469 0,'0'0'14'0,"0"-2"0"0,0 1 10 0,0-1-5 16,0-2 1-16,0 0-12 0,0 1 0 0,0-1 0 15,2-4 1-15,0 1 5 0,-2 0 8 0,0-1 2 16,0 3 2-16,0 1 11 0,0 0 2 0,0-1 2 16,0 3-1-16,0-2-4 0,0 2 0 0,0 0-7 0,0-1 5 15,-2-1-14-15,0 0-2 0,0 0-6 0,-2 3 3 16,-1-1-13-16,-6-2 3 0,-2 2 0 0,1 2 2 16,3 0 2-16,-4 2-9 0,2 2 1 0,0 1-3 15,-2 3 7-15,0 1-2 0,0-5 0 0,0 12-3 16,-2 1 1-16,4 2-1 0,-2-1 4 0,0 3-4 15,4-1 0-15,-1 2 4 0,1 1-3 0,0-1 2 16,1 0-8-16,3 1 3 0,-1-1 2 0,2 0 0 0,3-2 4 16,-1 3-3-16,-13-1 1 0,4 2-2 0,1 4-1 15,7-8-1-15,-1 3 0 0,2-3 1 0,2-3 5 0,0 5-4 16,0 2-1-16,0-5-1 0,0 1 2 0,0-1 0 16,0-4 4-16,2 1-2 0,0-3 3 0,0-3-5 15,0-1 0-15,-1 0-2 0,1-3 7 0,-2-4-5 16,0 0 2-16,2 1-2 0,0-1 3 0,11 0-3 15,2 0-1-15,0 9-1 0,1-2 1 0,1-3 1 16,-2-2-1-16,0-3 1 0,2-1-5 0,-1 0 5 16,3-3-1-16,-1-1 2 0,-1 0-1 0,0-1 3 15,-2-1-3-15,0 1 3 0,-1-3 2 0,-1 1-4 16,4-4 5-16,-8 9-5 0,1-8-1 0,-1-3 2 0,0 2-3 16,-3 2 3-16,-1-2-1 0,7-4 5 0,-5 4-2 15,-1-2 2-15,-3 0-7 0,-1 2 6 0,-2-2-1 16,0 3 4-16,0 1-5 0,-2 2 1 0,-1-1-1 15,1 5 1-15,-4-3-2 0,-14 2-1 0,-1-11-3 16,1 4 1-16,-1 4-3 0,3 3 3 0,-4 0 1 0,1 4 0 16,1 0 5-16,-1 2-5 0,3 2 2 0,-1 2-2 15,1 1-8-15,3 0 6 0,2 1 1 0,3-3 1 16,1 1 0-16,2 9-2 0,1 3-2 0,1-1 2 16,1-4-2-16,0 0 1 0,0 2 2 0,1-4 0 15,-1 6 2-15,2-2-1 0,-2-8-2 0,-5 6 0 16,4-4 5-16,1-1-3 0,-2 5-1 0,3-6-1 0,-1 3 2 15,2-3-4-15,0-1 6 0,0-1-5 0,2-1 8 16,0 0-7-16,0-1 4 0,0-1-4 0,0 2 1 0,0 0 5 16,0-3-3-16,0 3 6 0,0 0-5 0,0 0-6 15,0-1-7-15,0 1-1 0,0-2-21 0,0 0-25 16,0 0 3-16,0-1-13 0,0 1-32 0,0 0-20 16,0 0-13-16</inkml:trace>
  <inkml:trace contextRef="#ctx0" brushRef="#br0" timeOffset="114522.5">21431 7146 491 0,'-2'-2'21'15,"0"0"0"-15,0 0 12 0,0 0-9 0,0 1 0 16,0 1-20-16,1 0 4 0,-3 0 2 0,2 0 0 16,-2 0-7-16,2 0 15 0,1 0-9 0,-1 0 12 0,0 0 4 15,0 0 19-15,0 0-2 0,0 0 7 0,0 0-6 16,1 0-7-16,-1 0 2 0,0 0-6 0,0 0-8 0,0 0-11 15,0 0-2-15,0 0-3 0,1 0-11 0,-1 0 1 16,2 0 2-16,0 0 0 0,0 0 7 0,0 0-8 16,0 0 4-16,0 0-3 0,0 0 1 0,0 0 1 15,0 0-3-15,0 0 2 0,0 0 3 0,0 0-39 16,0 0-8-16,0 1-17 0,0-1-65 0,0 2-96 16</inkml:trace>
  <inkml:trace contextRef="#ctx0" brushRef="#br0" timeOffset="115458.82">22196 7027 348 0,'0'-2'41'0,"0"0"69"0,0-1-80 0,0-7-17 0,1-1 1 16,1 4-5-16,2-4 0 0,-2 5 1 0,0 0-4 15,3-7 3-15,-1 6 2 0,3-8 3 0,1 2 2 16,-1 0-1-16,1-2 3 0,-3 4 21 0,5-6 3 0,-5 3 7 15,1-1 5-15,-3 0-12 0,1 0-6 0,0 0 0 16,-2 0-16-16,0 0-2 0,-1 4-5 0,-1-2 2 16,0 2-11-16,0-2 4 0,-1 2-1 0,-1 4 2 15,0-1-3-15,0 1-1 0,0 1 5 0,-2-1-3 16,3 3 3-16,-3-1-2 0,-7 1-3 0,1 2 2 16,-3-7-2-16,-1-1-4 0,-1 3 1 0,0 1-2 15,2 3-2-15,-4-1 5 0,4 2 1 0,-5 0 2 0,-3 2-4 16,3 2 3-16,-5 2-4 0,-1 1 3 0,2 1-5 15,-2 1 4-15,1 3 2 0,3-1 0 0,-2 2-3 0,7-2-1 16,-4 3-5-16,3-1 4 0,4-4 4 0,3-3-3 16,2 9 1-16,1-2-2 0,1 0-1 0,3 2 1 15,-2-2 2-15,-5 0-1 0,1 2-1 0,3-2-3 16,1-1 2-16,0-1-2 0,3-2 6 0,1-1-2 16,0-4 0-16,0 0 0 0,1 1 5 0,1 1-7 15,2 0 5-15,11 3-4 0,9 1 9 0,2-5-12 16,4-3 2-16,1-3-5 0,3-3 6 0,-1-3 3 15,0 0-2-15,-1-3 3 0,-2 1-13 0,1-2 9 16,-1 0-6-16,-2 0 7 0,-2 0-6 0,-6 4 3 0,-1-2 1 16,-4 2 1-16,0-1 6 0,-2 1-5 0,-2 2 0 15,-2-1-1-15,-2 5 1 0,-1-5 1 0,0 1 2 16,-3-1-2-16,1 3-2 0,-2-1-2 0,0 2 1 16,-2 3-1-16,0-1 4 0,0 0-3 0,3-2 1 0,1 0-2 15,0 1 4-15,-2 1-3 0,0 0 1 0,-1 0-3 16,1 0 1-16,0 0 2 0,-2 1 3 0,0 1 0 15,0 0 5-15,0 0-11 0,0 1 1 0,-2 1-3 16,0 0 7-16,1 2-3 0,1-2 1 0,-4 11-1 16,-2 3 2-16,1 1-3 0,-1 2 1 0,-1 3-2 15,1 0 0-15,1 4 1 0,-3 6-2 0,1 3 2 16,-3 6 0-16,3-2 5 0,0-2-1 0,-3 4 3 16,3-6-8-16,-1-1 4 0,3-1-3 0,-1-5 4 0,3-2-3 15,-1-4 0-15,2-1 1 0,0-5 0 0,0-1 6 16,2 0-2-16,0-2-2 0,0-2-1 0,0-2-5 0,0-3-68 15,0 1-4-15,0-3-32 0,0 2-106 0</inkml:trace>
  <inkml:trace contextRef="#ctx0" brushRef="#br0" timeOffset="117118.89">22866 6789 71 0,'0'-2'25'0,"0"1"30"16,0-1-35-16,0 0-2 0,0 0-4 0,0-2 3 15,0 1-13-15,2-1 9 0,0 0-2 0,-1 0 8 16,1 1 23-16,-2 1 20 0,0 0 3 0,0 0 5 0,0 0-8 16,0 0-14-16,0 1-6 0,0-1-1 0,0 0-8 15,0 0-10-15,0 0 6 0,0 0-9 0,0 0 1 0,0 2-2 16,0 0-3-16,-2 2 2 0,1 0-8 0,-1 2-9 15,-9 14 1-15,-2 8-3 0,0 0 3 0,0 2 5 16,1 4-6-16,3-4 6 0,0 0 0 0,-2 3-4 16,1-1 0-16,1 1-3 0,2-3-5 0,-1 0 5 15,3-7 5-15,-1-3-1 0,1-3 5 0,-1 0 0 16,0-4-2-16,3-2 1 0,1-1 3 0,-2-1 2 16,4-5 1-16,0 2 0 0,-2-1-1 0,0 1 0 0,1 0-7 15,-1 0 4-15,0-3-3 0,0 1-5 0,0 0 12 16,0 0-11-16,0 0 5 0,1 0 4 0,-1-2-9 15,0 0 8-15,0 0-5 0,0-2 5 0,0 0-1 16,0 0 2-16,2 0-4 0,0-16 1 0,0-1-2 16,4-1 1-16,2-1-6 0,1 1 4 0,4-2 1 0,0-3 0 15,2 1-4-15,0-2-1 0,2-3-3 0,-2 4 1 16,2-1 5-16,0 4-4 0,-2 2 5 0,2-1-6 16,-4 6-4-16,-4 2 7 0,12 0-3 0,-4 2 5 15,2 2-6-15,-4 3-2 0,0 3 3 0,-2 1 0 16,-4-4 0-16,1 1 1 0,-1 1-2 0,0 0 2 0,3 2-3 15,-7 2 0-15,1 0 2 0,0 0 0 0,0 2 0 16,-4 0 4-16,14 20-3 0,-2 1 5 0,-5 1-2 16,-3-2-1-16,-1 8-2 0,-1-6 1 0,-2-2 1 15,0-1 0-15,0-6 2 0,0 1-2 0,0-3-4 0,0 0 6 16,0-3-5-16,0 1 6 0,0-2-6 0,0-7 0 16,0 3 2-16,0-1 0 0,0 0-1 0,0 0 5 15,0-3 1-15,0 1 1 0,0 0 3 0,0 0-8 16,0 0-2-16,0 0 0 0,0-2 0 0,0 0 5 15,0-2 0-15,0 0 1 0,0 0 4 0,4-18-8 16,2-1 6-16,-1-1-6 0,1 2 4 0,-1-5-8 16,3-1 1-16,-3 2-4 0,3-2 4 0,-1 2 0 15,2 2 0-15,1 1 2 0,1 1 5 0,0 0-8 0,0 1 3 16,0 2-3-16,0 2 6 0,-9 2-4 0,15 2 0 16,-2 2-1-16,0 2 0 0,-2 1 0 0,0 2-4 15,-2 3 2-15,2-1-7 0,-2-8 8 0,0 3-2 16,0 1 3-16,-2 5 2 0,1-1-5 0,-1 2 3 0,-2 0-5 15,-1 0 9-15,0 2-6 0,1 1 2 0,-3-1-4 16,-2 11 5-16,-1 6 1 0,11-3 1 0,-3 1-1 16,-2 0 0-16,-1 1 0 0,-1 3-1 0,-1-1 0 15,0 1-6-15,-2-1 8 0,0 0-6 0,-2 6 7 16,0-1-3-16,0-3-2 0,0-5 3 0,0-6-3 16,0 2 8-16,0-2-9 0,0 4 5 0,0-4-6 15,0-2 9-15,0 0-1 0,0 1-5 0,0-3 0 0,0-3-8 16,0 0 11-16,0-3-1 0,0 3 4 0,0-2-5 15,0 0-8-15,0 2-3 0,0-1-6 0,1 1-40 0,1 0-38 16,0-2 2-16,-2-1-14 0,0 1-11 0,2 0-154 16</inkml:trace>
  <inkml:trace contextRef="#ctx0" brushRef="#br0" timeOffset="118394.04">24201 6490 108 0,'0'0'43'0,"0"0"-23"0,0-1 56 0,0-1-17 16,0 0 14-16,-2 0-35 0,0 0 0 0,0 0-11 0,0 0-6 15,1 1-1-15,-1-1 0 0,-2 0-1 0,0 0-2 0,-5-2 2 16,-6-1-4-16,0 1 3 0,0 2-10 0,2 0 8 16,-1 2 0-16,2 0 2 0,1 0 2 0,0 2-9 15,0 2-2-15,0 0-2 0,2-1-3 0,5-1 2 16,-2 2-3-16,3 0 1 0,-5 5-4 0,1 4 1 16,1 0 8-16,2 0-3 0,3 0 12 0,1 2 2 15,0 0-3-15,1 1 4 0,5 1-3 0,1 0-4 16,3-1 6-16,1 1-5 0,0 0 3 0,-9 0 0 15,13-1-2-15,5 3 3 0,-5-3 10 0,2 1-12 0,-1 0 4 16,-6 1-6-16,3-1-3 0,-6-2 3 0,-3-2-5 16,3-4 4-16,-3 2-6 0,2-3 12 0,-5-4 0 15,3 1 3-15,-2-1 2 0,-2 0-8 0,0 1 1 16,0-1-4-16,-2 0-2 0,-3-1 3 0,-25 14-7 0,-5-6 4 16,3 0-6-16,0-3-4 0,1-5 5 0,1 1-4 15,2 0 5-15,4-2-7 0,2 0 2 0,3-1-3 16,4-1 2-16,2 0-5 0,0 0 4 0,4 0-3 15,0 0 5-15,7 0-13 0,-4 0-8 0,3 0-3 16,1 0-22-16,-2-1-21 0,0-1-2 0,3-2-9 16,-1 0-13-16,2 2 21 0,-2-12 0 0,2-1 6 15,4 2-6-15,3-6-47 0,0 6 5 0,5-2-20 16,-9-1 3-16</inkml:trace>
  <inkml:trace contextRef="#ctx0" brushRef="#br0" timeOffset="118797.86">24097 6581 140 0,'0'0'50'0,"0"-1"48"0,0-1-5 0,0 0-14 16,0-2-6-16,0-1 0 0,0-7-11 0,-2 1-19 16,0 2 3-16,0 0-10 0,0-1-7 0,1 1-11 15,1 2 5-15,0-4-6 0,0 5 1 0,0 0 2 16,1 1-7-16,1 1 6 0,2-1-9 0,13-1 4 16,9 0 0-16,0 1 2 0,-2-3 5 0,2 3 2 15,-4-1-3-15,2 3 1 0,-1-12-8 0,-1 4-1 0,-2 5-5 16,3 2 2-16,-3 4-4 0,2 2 4 0,-5 2-1 15,-4 1 1-15,-2 1-1 0,-4-2-6 0,-1-1 6 16,5 14-5-16,0 2 14 0,-3-1-10 0,-3 3 6 16,-3-1-7-16,-2 2 6 0,-4 3-6 0,-1-3-1 15,-4 2-1-15,-3 0 2 0,-1-2-5 0,-1 1 6 0,1-5-5 16,0 1 4-16,0-1-4 0,3-3-1 0,3-2 0 16,-1-2 0-16,1 0-3 0,3-1 4 0,1-1-3 15,1-3 7-15,2-3-2 0,-2 3-4 0,2-2 3 16,0-1 7-16,0-1-9 0,2 2 9 0,0 0-10 15,0-1 14-15,-1-3 2 0,20 8 2 0,-1-5 0 0,10-3-11 16,-8 0 4-16,-1-3-10 0,5-3 9 0,-2 1-5 16,0-3-3-16,4-1 4 0,-6 1-4 0,-2 1-2 15,-3 1 0-15,-2 1 1 0,-2-1 0 0,0 1 7 16,-4 1-11-16,1-2-4 0,-5 3-4 0,-1 1-24 0,0-4-34 16,3-3-2-16,-1 0-12 0,-1-2-29 0,-1 3-39 15,0-3-28-15</inkml:trace>
  <inkml:trace contextRef="#ctx0" brushRef="#br0" timeOffset="119141.15">24554 5972 173 0,'0'-1'33'0,"-2"-1"36"15,0 0-5-15,0-2-7 0,0 0-1 0,2 3-1 16,-2-3 4-16,0 0-1 0,1 0 4 0,-1 1-2 16,2 1-8-16,0 0 8 0,0 0-8 0,0 0 7 15,-2-1-13-15,0-1-7 0,2 0-2 0,0 2-2 0,0 0-7 16,2 1-3-16,0-1-2 0,1 0-1 0,12-2-12 15,4 0-2-15,1 3-1 0,-1 1-1 0,1 0-5 0,-3 0-1 16,-2 1 1-16,0 1 0 0,0 2 1 16,-2-2-7-16,0 0-7 0,0 1-2 0,-2-1-42 0,-2 0-45 15,2 0-3-15,0 0-18 0,-1 0-62 0</inkml:trace>
  <inkml:trace contextRef="#ctx0" brushRef="#br0" timeOffset="119498.59">25096 5792 561 0,'0'-2'52'0,"0"1"-47"0,0-1 60 0,0-2-25 16,0 0-7-16,0-3-20 0,0 1 0 0,0 1-7 15,0 1-2-15,0-2-5 0,0 1 4 0,0 1-4 16,2-1 1-16,-1-1 22 0,1 2 0 0,0 1 9 15,0-1 21-15,-2 2-15 0,0 0 6 0,0 0-8 16,0 0 4-16,2-1-19 0,0-1 6 0,0 0-10 16,-1 2-2-16,1 1 6 0,0-1-12 0,0 2 10 15,0 0-17-15,0 2 3 0,0-1 5 0,-2 1-3 16,0 2 3-16,0 15-5 0,0 1 0 0,-2 2-2 0,0 1-4 16,0-1 3-16,0 2-3 0,0 0 4 0,2 2-2 15,0 0 5-15,0-2 0 0,0 0 1 0,0 1-6 0,0-3 3 16,2 2-1-16,0-5 3 0,2-1 2 0,-1 1-6 15,1-3 6-15,0-1-6 0,1 2 3 0,-1-8 3 16,-2-3-3-16,2 3 4 0,-4-7-4 0,0 0-2 16,2 3-1-16,-1-1-1 0,1 0-12 0,2 1-124 15,0 3-18-15</inkml:trace>
  <inkml:trace contextRef="#ctx0" brushRef="#br0" timeOffset="128185.77">3053 9738 40 0,'0'0'10'0,"0"0"-1"0,0-2 10 0,0 0 6 0,0 0-9 16,2 0-1-16,-1 1 4 0,1-1-7 0,0 0 8 15,0 0-5-15,0 0-8 0,0-2 3 0,1 1-5 16,1-1 3-16,0-2 5 0,1-1 0 0,-1 1 2 15,2-1 10-15,-3 1 0 0,1 1-2 0,4-4 1 16,-3-1 1-16,1-1 3 0,-1-2-1 0,-1 6 1 16,0-4-2-16,-1-1-6 0,1 1 5 0,-2 2-7 0,0 0 2 15,0 1 1-15,-2 5-8 0,2-10 5 0,-2 5-12 16,0 3-5-16,0-5 4 0,0 8-4 0,0-1 8 16,0-5-2-16,0 3 6 0,0-3-4 0,0 1 7 0,0 1-1 15,-2-3-4-15,2 5 1 0,-2-1-8 0,-2-3 7 16,2 5-7-16,-1-3 5 0,1 2-11 0,-8-3 3 15,1 1 4-15,-4-1 1 0,0 1 3 0,0 3-6 16,-2 1-2-16,4 2 0 0,-4 0 11 0,-3 3-4 16,-1 3 0-16,-5 1-3 0,4 3-5 0,-5 1 0 15,3 0 3-15,0 2-3 0,1 2 1 0,1-11 4 16,1 16-5-16,-1 4 5 0,-2-2-6 0,5-1 1 16,2 1 2-16,-1-5 2 0,-1 1 6 0,2 3-12 15,-2-3 0-15,6 3-4 0,2-4 9 0,0-3 0 16,1 3 1-16,3-2-2 0,1 0-6 0,2 0 8 0,-2 0-4 15,-7-1 6-15,4 1-9 0,3-2 8 0,2 0-5 16,2 2 9-16,0-4 0 0,2 0-4 0,2 0 6 0,1-1-7 16,1-1 3-16,-2-3 4 0,16 1-4 0,2-3 4 15,1-2-5-15,1 14 7 0,-2-5 2 0,-2-5 1 16,6-2-9-16,0-4 2 0,4 0 0 0,-2-4 2 16,-2-2-4-16,0-1-3 0,-2 0-3 0,-2-3 3 15,1-1 3-15,-3 2-6 0,-1-2 5 0,-5 1-6 16,-1 1 4-16,-1 0 2 0,1 5-7 0,-2-9 6 15,-2 2 0-15,-2-2-5 0,-1 2 5 0,-2 0-6 0,1 0 8 16,-3 1-3-16,7-1-1 0,-3 2-2 0,0 0-6 16,-3 1 6-16,1 1 0 0,-2 1 4 0,-2 3 3 15,0-1-7-15,0 0 4 0,0 0-3 0,0 1 13 0,0 1 1 16,2-2-1-16,-2 0 1 0,0 3-10 0,0-1 1 16,0 0 1-16,0 0-1 0,-2 2-5 0,0 0-3 15,0 2 1-15,0 0 0 0,0 1 3 0,-3 9-2 16,-6 8-1-16,3 0 0 0,1 1 5 0,1 3-7 15,1 0 1-15,1 2-3 0,0 4 5 0,1 3-4 16,-1 4 3-16,2 2-3 0,2 8 6 0,0 3-4 16,-2 7 2-16,0 5-2 0,0-3 6 0,-1-3-4 15,-1-6 0-15,0-4-1 0,1-5 1 0,-3-2-2 0,0-5-1 16,-1-3 0-16,0-1 3 0,-1-4 5 0,-1-2 0 16,0-2 0-16,-1-3-11 0,1-4 10 0,7 0-5 15,-20-2 5-15,3-4-5 0,-1 0 6 0,1-3-3 16,3-1 5-16,-1-3 8 0,4 7 35 0,-2-1-9 0,-2-3 13 15,4-3-28-15,-2-2-12 0,-1 0 2 0,1-2-6 16,2-1 2-16,4-1-3 0,-1-2-3 0,5 5 1 16,-1-14-3-16,-1 0-5 0,3 0 4 0,0 2-4 15,1 0 0-15,-7 0 0 0,3 2-2 0,1 2 2 16,3-1 1-16,1 5-3 0,2 1 2 0,0 0-3 16,0 1-10-16,0-1-12 0,0 0-5 0,0 0-3 0,0 3-32 15,2-1-111-15,0 0-7 0,1 0-47 0,3 2-149 16</inkml:trace>
  <inkml:trace contextRef="#ctx0" brushRef="#br0" timeOffset="128598.39">3385 10765 168 0,'0'0'16'0,"0"-2"37"16,0 0-23-16,0 0 27 0,0-2 0 0,0 1 6 15,0-1-11-15,0 0-3 0,0 0 0 0,0 1 0 16,0-1-2-16,0 0 3 0,0 1-2 0,0-1 2 15,0 0-16-15,0 0-3 0,-2 3-6 0,0-1 2 16,1 0-20-16,-1 0 10 0,0 2-5 0,0 0 6 16,0 0-14-16,0 2 6 0,0 0-4 0,1 1 5 15,-9 20-7-15,1-1 0 0,0 4 1 0,1 2-1 0,3 0-4 16,-1 3 4-16,2 1 0 0,-1 1 3 0,1-1-2 16,2-2-1-16,0 1-1 0,2-3 1 0,0-6 3 15,0 1-6-15,2-5 3 0,0 1-3 0,2 3 1 0,0-4 2 16,-3-5-3-16,1-3 3 0,2-1 4 0,-2-3-8 15,2 1 7-15,-3-3-7 0,1-1 6 0,-2-1-10 16,10 6-13-16,6 3-2 0,1-6-64 0,3-1-36 16,1-4-8-16,-1-2-13 0,1-3-78 0</inkml:trace>
  <inkml:trace contextRef="#ctx0" brushRef="#br0" timeOffset="128893.16">3816 10746 431 0,'0'0'33'0,"-2"0"9"0,0-2 29 16,0 0 2-16,-1 0-25 0,-7 1-25 0,-3-1 6 0,2 0-11 15,0 2-1-15,-2 0-9 0,-2 2-4 0,0 1 0 16,6 1-2-16,0 2 2 0,1-1 0 0,-1-1 0 16,0 15 2-16,3 1 3 0,-3 0 3 0,3 6-1 15,-1 0 3-15,-1 6-1 0,3 0-5 0,-1 5 4 16,1 0-4-16,-1-6-2 0,-16 8 2 0,9-1-3 0,7-3-1 15,4-2-1-15,2-3 0 0,2-8-1 0,0 0 2 16,2-3 8-16,0 0-3 0,-1-5 5 0,3 1 1 16,-1-4-6-16,1-1 4 0,1-1-5 0,-1-2-5 15,9 1 7-15,3-4-8 0,-1-1 8 0,-6-1-2 0,2 7-2 16,-5-5-3-16,-1 0-3 0,4 1-44 0,-1-3-139 16,-1 0-37-16</inkml:trace>
  <inkml:trace contextRef="#ctx0" brushRef="#br0" timeOffset="129286.57">3405 10419 75 0,'0'0'38'0,"-1"-2"32"16,-1 1 6-16,0-1-8 0,-2 0-2 0,1 0-1 16,-1 0-12-16,0 0-15 0,0 2 0 0,-3-2-4 0,0 1 2 15,1 1-3-15,0-2-1 0,-1 0-1 0,3 2 1 16,2 0-17-16,1 0 3 0,-3 0-7 0,0 0 5 15,2 2 4-15,0 0-1 0,1-1 1 0,1 1 0 0,0 0-1 16,0 0-1-16,1 0 0 0,1 0-2 0,2 0-2 16,13 5 5-16,9 2-3 0,3-3 10 0,1-2-11 15,2-3-1-15,-1 1-5 0,-1 0-8 0,0-2 2 16,-1 2 5-16,-1-2-3 0,2 0 3 0,-4 0-2 16,-4 0-3-16,0 2 2 0,-7-2-3 0,-2 0-24 15,0 0-22-15,-5 0-12 0,3 0-156 0</inkml:trace>
  <inkml:trace contextRef="#ctx0" brushRef="#br0" timeOffset="129786.7">4382 10196 153 0,'-2'0'91'0,"0"0"-63"16,1 0 86-16,-5 0-30 0,-9 0-62 0,-7 0 7 15,7 2-4-15,4 0 6 0,2 0-8 0,3-2-3 16,0 0-2-16,5 0 0 0,-3 0-10 0,2 0 18 16,-2 2 1-16,2 0 6 0,1 0 12 0,-1-1-4 15,2 1-2-15,2 0-1 0,-1 0-5 0,7-2-9 0,23 2 2 16,-5-2-5-16,8 0-2 0,-1 0-1 0,3 0-4 15,1 0 1-15,-6 0-8 0,-1-2 1 0,-4 2 2 16,-4 0-3-16,1-2-5 0,-1 0 1 0,-2 0-1 16,-1 2 2-16,-1 0-4 0,-3 0 5 0,-2 0-4 0,-4 0 6 15,1 0-3-15,-5 0-4 0,1 0 0 0,-2 0-2 16,-3 0-17-16,3-1-52 0,0-1-12 0,0 0-17 16,-3 0-80-16,1 0-77 0</inkml:trace>
  <inkml:trace contextRef="#ctx0" brushRef="#br0" timeOffset="130003.97">4319 10473 708 0,'0'0'28'0,"0"0"-2"0,0 0-4 15,-2 0 0-15,0 0-13 0,0 0-6 0,2 0 30 16,0 0-3-16,2 0 11 0,2 2-8 0,7 0-10 15,13 0-4-15,8-2-2 0,-2 0-12 0,1-2 7 16,3-2-1-16,-3 0 2 0,-1-1-6 0,0 1-8 16,-3-1 2-16,1-1-2 0,2 2 4 0,-2 1-86 15,-2-1-33-15</inkml:trace>
  <inkml:trace contextRef="#ctx0" brushRef="#br0" timeOffset="132173.41">6363 9268 75 0,'0'0'21'0,"0"-2"-2"0,0 0 32 0,0 0-4 16,0 1 5-16,0-12-7 0,0 0 3 0,0-2-4 15,0 2 2-15,0-2-7 0,0 2-5 0,0-2 4 16,0 2-5-16,0 0-2 0,0 0-3 0,0 0 0 16,-2 0-1-16,1 0-7 0,-1 0 3 0,-2 2-3 0,0 2 4 15,1-1 0-15,-1 3-3 0,2 1-1 0,0 3-2 16,0-1-10-16,-11 2 8 0,-2 0-3 0,1-9 5 16,-3 2-6-16,-2 3-5 0,1 4 0 0,-3 2-2 15,3 0 2-15,-3 4-4 0,-1 2 0 0,-4 3-1 16,-4 2 2-16,4 2-5 0,-2 2 4 0,6-2-4 15,0 2 7-15,1-13-6 0,5 18-1 0,1 2-1 16,0 1 7-16,-2 1-10 0,6-2 10 0,2-3-10 16,0 5 7-16,3-2 2 0,-3 2-4 0,5-2 4 0,-1-3-9 15,-7-4 11-15,5 0-6 0,3 0 9 0,4-2-6 16,0-6-3-16,2 2 3 0,0-5-3 0,0 0 1 0,5-1 8 16,10 9 0-16,3-1 2 0,1-4-11 0,3-3 9 15,2-4-8-15,2-2 10 0,-2-2-5 0,-4-3 3 16,2-4 2-16,-5 1-2 0,1-3-8 0,-1 12 6 15,1-18-1-15,-1-1 2 0,-1-1-2 0,1 1-6 16,-2-1 3-16,-3 1-3 0,1-2-2 0,-2 3 9 16,-2 2-8-16,2 1 8 0,-3 1-4 0,-1 0-2 15,-3 2 4-15,-3 2-5 0,-1 2-2 0,4 1 5 16,-3 3 1-16,1-1 3 0,-4 4 0 0,0 0 1 16,2-1-6-16,0-1 3 0,-2 2-10 0,0 0 7 0,-2 0-1 15,0 2 4-15,0 0-3 0,0 2-1 0,-1 0 0 16,-3 5-1-16,-9 16-5 0,4 1 4 0,2 2-2 15,1 0 3-15,3 2 0 0,1 1-1 0,2 1 1 0,2 7 0 16,0 0 5-16,4 2-8 0,0 2 3 0,-1 0-4 16,3-4 4-16,-2 2 1 0,1-4-1 0,-1-3 0 15,0-4 0-15,-2 0-1 0,-1 0 4 0,1 1-3 16,0-1 7-16,-2-2-4 0,0 0-2 0,-4-2 0 16,1-1-1-16,-3-5 1 0,1 1 3 0,-1-3-1 15,-1-1 0-15,-1-2 1 0,-1-2-1 0,1-1 2 16,-6-3-7-16,-5-3 6 0,2-1-6 0,2-1 8 0,-5 13-2 15,7-9 8-15,-6 1 9 0,1-3-3 0,3-4 16 16,-4 0-11-16,6-2-4 0,-1 0-2 0,-3-3-11 16,6 1-4-16,-4-2 3 0,7 3-4 0,3 1 5 0,-1-2-7 15,1 0 3-15,1 2-4 0,2 2 2 0,-2-3-3 16,1-1-2-16,1 0 1 0,0 1-4 0,0-1-24 16,0 0-12-16,2 0-9 0,2 1-91 0,0-1-60 15,7-2-20-15</inkml:trace>
  <inkml:trace contextRef="#ctx0" brushRef="#br0" timeOffset="132893.23">6757 9743 520 0,'-2'-1'205'0,"0"-1"-275"0,-2 0 239 16,-3-2-132-16,-8-5-20 0,6 3-6 0,1 3 4 0,3 1-6 15,-1 0-8-15,3 2 4 0,-1 0-6 0,2 0 4 16,-2 0-6-16,1 0 7 0,-5 0-2 0,3 0 3 16,1 0-8-16,-2 2 6 0,1 0 2 0,-3 1 1 15,-5 5-3-15,6-3 10 0,-1 3-7 0,5 8 7 16,-1-1-12-16,-2 0 5 0,-3 0 6 0,5 0-2 0,-3 0 3 16,-2-2-8-16,3 0 0 0,1-2-1 0,3-2 8 15,0 0-7-15,0-1 0 0,0-1-2 0,2-1 3 16,0-1 7-16,0-1-2 0,0 0 1 0,0-2-12 15,0 1 6-15,0 1-4 0,0 0 6 0,0-1 4 0,0-1-2 16,0 0 2-16,0 0-3 0,0 0-3 16,0 0-1-16,0-2-4 0,0 0 2 0,0 0 4 0,0-2-5 15,0 0 2-15,0 0-4 0,0-2 2 0,0 1 0 16,2-12 1-16,0 0-2 0,0 0-2 0,2-1 5 16,1 1 0-16,1 0 2 0,1 0-6 0,2 0 4 15,1 0-1-15,-1 2 1 0,0 0-11 0,0 0 6 16,1 2 1-16,-8 2 1 0,11 0 2 0,-2 3 1 15,0 0-5-15,-4 3 3 0,6-7-5 0,0 3 3 0,-3 3-4 16,1 4 4-16,-4 0-6 0,-1 0 3 0,3 4 2 16,-3 0 0-16,-1 7 5 0,1 9-5 0,9 3 0 15,-6-3-2-15,0 2 2 0,-3-1 1 0,-3-1 2 16,1-3-2-16,-2 1 4 0,0-3 1 0,0 0-4 0,0-2 2 16,-1-2-4-16,-1-2 2 0,2 1 1 0,-2-7 0 15,0 3-7-15,0-4 6 0,0 0 0 0,0 0 4 16,2 1 3-16,0 1-3 0,0-2-2 0,0 0 0 15,0 0-2-15,-1-2 6 0,1-2 0 0,2 0 1 16,0-2-12-16,-2-3 4 0,7-14-1 0,2 1 2 16,-2-4 4-16,2 3-1 0,1 1-4 0,-1 0 2 15,-2-1-6-15,2 4 7 0,-2-3-3 0,-1 3 5 16,-1 1-12-16,-1 1 7 0,-1 4-1 0,-3 1 3 0,2 5 0 16,-4 3 0-16,0 0 1 0,4-2-2 0,-1 1-6 15,1 1-1-15,-2 0 2 0,0 2 0 0,0 0 10 0,0 2-6 16,-1 1-1-16,1 5-1 0,2 10-4 0,-2-1 5 15,0 2 3-15,0-1-1 0,-1 1 5 0,1-1-7 16,0 1 4-16,0-2-4 0,0-1 6 0,2 1-6 16,-1-2 1-16,1 0-3 0,0 0 6 0,-1-4-1 15,1 0-2-15,0-4 0 0,1 3-3 0,-1-3 6 16,0-1 2-16,-2-3 0 0,3 1-7 0,5 3-13 16,-1-1-29-16,0 0-1 0,0-3-155 0</inkml:trace>
  <inkml:trace contextRef="#ctx0" brushRef="#br0" timeOffset="133507.7">5691 10451 247 0,'0'0'34'0,"0"0"-7"0,-2-2 23 16,0 0 11-16,-1 0-13 0,1 2-4 0,-9-5 3 15,1 1-5-15,1 0 4 0,0 1-6 0,1 1 2 0,1 0-1 16,1 0 0-16,-1 0-17 0,1 2-8 0,3 0-2 16,1 0 0-16,-2 0-6 0,0 0 3 0,1 0 0 15,1 0 2-15,0 0 3 0,0 0 0 0,0 0-1 16,0 2 2-16,2 0 0 0,0 0 1 0,2 0-3 0,0-1 3 15,2 1-5-15,16 4-1 0,8 1 4 0,2 1-2 16,5-1 0-16,6 1 0 0,2-3-2 0,12 3 2 16,1-3-6-16,2 1-6 0,-1-3 5 0,-7-1-5 15,0 0 6-15,1 0 4 0,2-2-10 0,3 0 7 16,4 0-4-16,3 0-1 0,7 0 1 0,5 0-3 16,1 0-1-16,-4-2 0 0,0-2 8 0,-7 1-5 15,-5-3 1-15,-4 2 3 0,-3 1-6 0,-1-1 5 0,2 2-7 16,-2 0 0-16,-5 2 0 0,-3-2 0 0,1 2 1 15,-8 0 0-15,-7 2 4 0,-4 0-3 0,-17-2 2 16,2 2 5-16,-4-2-6 0,-3 0 5 0,4 2-9 0,-5 0 6 16,1 0 0-16,0-1 4 0,-2 1-4 0,-1 0-4 15,-1 0 3-15,0 0-4 0,0 0-9 0,-1 0-53 16,-1-1-38-16,-2 3-14 0,-7 4-224 0</inkml:trace>
  <inkml:trace contextRef="#ctx0" brushRef="#br0" timeOffset="133911.99">6293 10885 566 0,'0'-2'25'0,"-2"1"43"15,0-3-62-15,0 0-2 0,0-1-2 0,0-3 2 16,2 3-4-16,0-1 5 0,0 0-7 0,0 1 6 16,0 1 0-16,0 2 7 0,0 0 7 0,0 1-2 0,0-3 14 15,0 0 0-15,0 0 1 0,0 3 0 16,-1-1-12-16,-1 0 4 0,0 0-8 0,0 2 6 0,0 2-11 16,0 0 4-16,2 1 2 0,-11 29-1 0,2 5-5 0,1 4-2 15,1 7 0-15,0 1 1 0,1 1 3 0,0 2-8 16,1 0-3-16,-1-2 0 0,-1-4-1 0,1-3 1 15,3-2 3-15,-1-2 1 0,0-2 9 0,2 2-13 16,0-4 6-16,1 0-7 0,-3 1 1 0,2-1 3 16,0-3-4-16,0 1 3 0,2-3 6 0,0-1-8 15,0-1 6-15,0-4-6 0,0-1 6 0,0-7-4 16,0-3 3-16,0-3-2 0,0-5 2 0,0-3-6 16,0 2-7-16,0-1-3 0,0-1-60 0,0 0-65 15,0-2-24-15,0 0-18 0,0-2-141 0</inkml:trace>
  <inkml:trace contextRef="#ctx0" brushRef="#br0" timeOffset="134506.54">6291 10831 841 0,'0'0'15'15,"-2"-1"-3"-15,0-1-2 0,0 0 5 0,0 0-9 16,1 0 6-16,-1 0-8 0,0 0-3 0,0 1-1 0,0-1-4 16,0 0 3-16,2 0 4 0,0 0-2 0,2 0 3 15,0-1 12-15,2-1 2 0,12 2 3 0,7-5 8 0,1-1-3 16,6 3-1-16,7 1 0 0,0 0 0 0,4 2-7 16,-2 0-2-16,-2-18-2 0,-2 9-8 0,2 7 3 15,-5 4-5-15,-6 4 4 0,0 3-11 0,-4 3 4 16,-2 1 1-16,-3 0 2 0,-6-4-4 0,-7 1 8 15,0 10-2-15,9 3 4 0,-6-3-4 0,-3 3-1 16,-4-5 3-16,0 1-2 0,-4-2 0 0,-3-2 2 16,5 0 0-16,-26-2 0 0,2 2-2 0,4-5 1 15,-2 1-5-15,-1-4 5 0,5-1-3 0,-2 2 2 0,-2-4-2 16,5-1 1-16,-3 1-5 0,7 9 5 0,2-3 4 16,0-1 0-16,4-3-8 0,3-2 1 0,-1 0 1 15,5-2 0-15,0 0 5 0,-2 2-8 0,1-1-3 16,-1-1 0-16,2 0 8 0,0 0-3 0,2 0 5 15,0 0-6-15,2 0 5 0,0 0-4 0,0 0-2 0,22 0 0 16,6 0 2-16,-3-1-4 0,-1-1 2 0,4-2-3 16,-2 0 11-16,3 2-8 0,-1 1 4 0,-6 1-6 15,4 0 2-15,-4 0 1 0,2 1-2 0,-2 5 1 16,-3 1 0-16,-4 1 1 0,-3-1 1 0,-1 3-1 16,-1-3 1-16,-3 15 2 0,-2 2-1 0,-3-3 0 15,-2 1-4-15,15 2 1 0,-8-2 5 0,-4 1-1 16,-5-3 4-16,0-1-4 0,-3-1-1 0,-3-1 0 0,-1-4 1 15,3 0 2-15,-22-2-4 0,-2-2 2 0,-2 3-7 16,-7-5 8-16,-2 0-2 0,-5-3 4 0,-1 0-7 16,-3 20 3-16,7-11 3 0,0-7 0 0,2-5 0 0,2-1-5 15,0-3-1-15,7-1-1 0,1-2 1 0,4 1-99 16,3-3-35-16,5 3-50 0,3-1-366 0</inkml:trace>
  <inkml:trace contextRef="#ctx0" brushRef="#br0" timeOffset="135279.15">8060 10221 193 0,'0'0'15'0,"-2"0"21"0,1-2-10 0,-1 0 1 0,0 2-1 16,0 0 1-16,-2 0-5 0,1 0-3 0,-1 0 6 16,0 0-4-16,0 0 14 0,1 0-5 0,-1 0 0 15,0 0-1-15,1 0 5 0,-1 0-5 0,0 0 4 16,2 0-4-16,0 0 1 0,1 0 8 0,-1 0-8 16,2 0 7-16,0 0-8 0,0 0-6 0,2 0 3 15,1 0-4-15,7 0-2 0,17 0-5 0,7 0 2 0,-4 2-2 16,5 0 11-16,-2-1-8 0,-3-1 1 0,7 0-6 15,-3 0-12-15,1 0 9 0,-4-1-2 0,-3-1 4 16,-4 0-5-16,-1 0-10 0,-7 2 5 0,3 0-4 16,-4 0 7-16,-2 0 0 0,-2 0-3 0,-4 0 4 15,3 0 0-15,-5 0-8 0,-1 0 3 0,-2 0-5 0,1 0-8 16,1 0-47-16,0 0-24 0,-2 0-12 0,0 0-112 16</inkml:trace>
  <inkml:trace contextRef="#ctx0" brushRef="#br0" timeOffset="135491.21">8014 10495 685 0,'0'0'71'0,"0"0"-71"15,0-1 72-15,0-1-33 0,0 0-33 0,0 0-6 16,0 2 7-16,0 0-6 0,2 0 13 0,1 0-3 0,7 0-1 15,16 0 1-15,3 2 4 0,7 0-2 0,-10-2 0 16,9 0-1-16,-2 0 5 0,1 0-7 0,1-2 1 16,-3-2-4-16,-1 0-6 0,-3 1 0 0,0-1-2 15,-4 2-8-15,-2 0-75 0,1 0-169 0</inkml:trace>
  <inkml:trace contextRef="#ctx0" brushRef="#br0" timeOffset="137857.29">9770 9259 256 0,'0'0'-55'0,"-2"0"40"0,1 0 5 0,-1 0 8 16,0-2 53-16,0 0-5 0,0 0-7 0,-2 0 1 16,3 2 0-16,-7-3 4 0,3 1-11 0,1 0 2 15,0 0-5-15,2 2-2 0,-1-2-14 0,-1 0 2 0,0 1-5 16,1-1-1-16,-1 0 1 0,0 0 0 0,2 0 1 15,0 0 4-15,1 0-1 0,-1 2-3 0,2 0 1 16,0 0 6-16,2 0 2 0,-1 0 0 0,3 0-2 16,20 4-12-16,4 0 11 0,-2 0-4 0,-2-3 5 15,4 3-13-15,-4-2-6 0,-2-2 3 0,4 0-3 16,-7 2 7-16,3 0-7 0,-1 0 3 0,-5-1-4 0,1-1 1 16,-2 2 4-16,0-2 0 0,-2 0 1 0,-2 0-1 15,0 0 0-15,-2 0-2 0,1 2 1 0,-3-2-1 16,-3 0-5-16,0 0 8 0,-3 0-6 0,3 0 2 15,0 2 6-15,0 0-7 0,-1 0 7 0,-1-1-2 0,0 3-1 16,-2-2 2-16,2 13-3 0,-2 2-3 0,-2 5 1 16,-4-2-1-16,-1 4 1 0,-2-1 8 0,-1-3-7 15,-3 8 3-15,-1 2-5 0,1-2 0 0,0 1 1 16,1-6 0-16,-1 3 1 0,2 0 2 0,0-4-2 16,0 4 1-16,2-8-3 0,-2 3-5 0,1-3 8 15,1 3-4-15,2-4 6 0,-1 1-5 0,3-1-3 16,-1-2 3-16,2 0-3 0,2-4 8 0,1 2-2 15,-1-4-1-15,0 2-1 0,2-3-2 0,0 1 1 0,0-4 0 16,0-1 2-16,0 2-7 0,0-4-86 0,0-1-20 16,0 1-29-16,2 2-134 0</inkml:trace>
  <inkml:trace contextRef="#ctx0" brushRef="#br0" timeOffset="138415.84">10754 9203 766 0,'0'0'29'15,"0"-2"-1"-15,-1 0 3 0,-1 1 3 0,0-1-11 0,0 0-4 16,0 0-11-16,0-2-2 0,0 2-1 0,-1 1 7 16,-1-1-9-16,-2-2 5 0,-5-2-6 0,2 3 6 15,-2 1-3-15,2 0-3 0,-3 2 1 0,-4 0-1 0,1 0 3 16,2 2 5-16,-2 2-3 0,2 1 1 0,4 1-3 15,-4 3-2-15,2-3 2 0,1 16 6 0,-1 6-11 16,-4-4 5-16,2 5-5 0,-5 5 10 0,5-4-13 16,3 9 8-16,-1-4-9 0,6 4 3 0,-5 0 1 15,5-6 1-15,-3-1 3 0,5-4 5 0,1-2-12 16,-2 0 2-16,-11-6-4 0,6-3 10 0,3-2 1 16,3-2-1-16,1 0 1 0,2 0-2 0,0-2 2 0,2-2-1 15,1 0 1-15,1-1-2 0,0-3 10 0,3 1-2 16,12-4 4-16,-4 0-1 0,0 9-12 0,1-2 5 15,3-1-5-15,3-5 14 0,0-1-12 0,4-2 7 16,-9 0-9-16,2-4 5 0,-4 1-1 0,-2-1-3 16,0-2 2-16,-2 1-1 0,-6 3-5 0,1-2 6 0,-2 2-4 15,3-7 6-15,-1 0-6 0,-1-2-2 0,-1 0 0 16,-2 1 8-16,0 1-6 0,-2 0 4 0,0 1-5 16,-4-3 3-16,0 2-4 0,0 1 0 0,-1 3-1 15,-17-10 9-15,1 6-11 0,-5 1 4 0,-4 5-7 16,8 3 1-16,-8 3 7 0,4 3-5 0,4-1 5 15,-4 3-2-15,4-1 0 0,3 1 4 0,4-1-3 16,2 1-6-16,1-1 5 0,2-1-1 0,5-3 1 0,1-1-6 16,0 2 3-16,2 0 1 0,-1 3 2 0,-1 0 6 15,2 1-6-15,2-3 1 0,0 1-2 0,0 1-1 16,2-1 3-16,0-2 0 0,0-1 4 0,7 1-1 0,10 0-4 16,-3-2 0-16,1 1 0 0,-6 1 2 0,2-2-22 15,-6 0-19-15,6 0-8 0,0 0-100 0</inkml:trace>
  <inkml:trace contextRef="#ctx0" brushRef="#br0" timeOffset="138669.67">11116 9690 1159 0,'0'-2'30'0,"-1"0"-11"0,-1 0 23 0,0-2-3 15,-2 1-26-15,0-1-13 0,3 2 7 16,-1 0-8-16,0 0 6 0,0 0-6 0,0 1 1 0,0-1-2 16,0 2 5-16,1 0-2 0,1 0 1 0,0 0 0 15,0 0 7-15,0 0-5 0,0 0 1 0,0 0-3 16,0-2-2-16,0 0-10 0,0 0-8 0,0 0-3 16,0 0-50-16,1 1-90 0,1-1 2 0,0 0-43 15,0 0-103-15</inkml:trace>
  <inkml:trace contextRef="#ctx0" brushRef="#br0" timeOffset="139322.97">11816 9400 745 0,'0'-2'19'0,"0"-2"30"0,0 1-44 0,0 1 4 0,0-9-9 16,0-1 5-16,0-2-8 0,2-3 7 0,0 0 0 16,2 2 2-16,0-1-6 0,-1-1 4 0,3-2-3 15,-1-1 4-15,1 1-5 0,-2 1 26 0,-1-1-2 16,-1 3 12-16,-2-3-6 0,0 4-2 0,-2 0-4 16,1 4 1-16,-1 0-12 0,0 2 5 0,0 1-4 0,-2 1 2 15,1 1-10-15,1 3-3 0,-4 1 1 0,-7-8-2 16,0 3-2-16,0 1 2 0,-5 1 0 0,1 3 0 15,-2 2-4-15,1 0 5 0,-1 4-3 0,1-1 5 16,-3 5-6-16,5-1 1 0,1 1 0 0,2 1 0 16,0 0 2-16,2-3 2 0,-1 11-4 0,1 1 4 15,4 1-7-15,-1-3 3 0,1 5 0 0,3-3 0 0,1-1 3 16,-1 5-2-16,0-3 0 0,0-1-1 0,3 5-3 16,-11-7 2-16,5-1 1 0,1-2 0 0,3 0 6 15,1 0-6-15,2 0 3 0,0 2-3 0,0-4 7 16,2-1-4-16,0-5 0 0,-1-1-2 0,3 0 0 0,0-1 6 15,5 1-1-15,8 2 2 0,1-3-5 0,1-3-3 16,1 0 3-16,3-5-3 0,-1-3 1 0,0-3 4 16,-1 0 0-16,-3 0 1 0,-1 0-5 0,-2 0-1 15,1 9-2-15,-1-11 1 0,0-2 1 0,-4 6 1 16,-1-3 4-16,-1 3-3 0,-5 0-2 0,1 3 1 16,-1-1-1-16,0 1 3 0,-3 3 5 0,1-1-3 15,-2 2 0-15,2-2-1 0,-2 2-6 0,2-1 2 0,0-1-2 16,0 2 3-16,-2 0 4 0,0 1-8 0,0-1 5 15,0 2-6-15,0 0 7 0,-2 0 0 0,0 2-5 16,0-1 2-16,0 3 1 0,-9 18 0 0,2 4 0 16,0 2-1-16,1-2-1 0,1 6-4 0,-1 1 10 15,3 1-5-15,-1-1 0 0,2-3 1 0,3-2-2 0,-1-2 1 16,0 1 5-16,0-6-5 0,2-3 3 0,0 1-3 16,0-6 4-16,0 4-4 0,0-4-1 0,0 0 0 15,0-2 3-15,0 0-2 0,0 0 2 0,0-3-5 16,0 3-55-16</inkml:trace>
  <inkml:trace contextRef="#ctx0" brushRef="#br0" timeOffset="140159.29">10001 10185 37 0,'0'0'22'0,"0"0"-15"16,-2 0 19-16,0 0-4 0,0 0 4 0,0 0-2 16,-2 0 7-16,1 0-4 0,-5 0 20 0,-3 0 4 15,2 0 2-15,1 0-2 0,-1 0 7 0,2 0-3 16,-4 0-2-16,-2 0-1 0,1 0-12 0,-1 0 2 15,2 0 3-15,6 0-3 0,-5 0-8 0,1 0-10 0,0 0 2 16,1 0-3-16,1 0 6 0,3 0-6 0,2 0 0 16,1 0-2-16,-3 0 1 0,2 0-4 0,0 0 0 15,-2 0-1-15,1 0 6 0,1 0-7 0,0 0 4 16,0 0-6-16,0 0 4 0,0-2-10 0,1 1 4 16,-1 1-6-16,2 0 2 0,0 0 1 0,2 0-5 0,-1 0 5 15,1 0-3-15,2 0-4 0,7-2 1 0,10-2-3 16,1 0 1-16,0 2 6 0,0 1-3 0,-1 1 2 15,1 0 0-15,2 0-6 0,2 0 6 0,2 0-5 16,2 0 10-16,1 0-10 0,5 0 6 0,3 0-7 16,2 0 11-16,5 0-7 0,6 0 1 0,2 0-3 15,3-4 3-15,5 0 5 0,-1-1-5 0,2 1 5 16,0 0-10-16,-5 2 3 0,-1 0-1 0,3-3 1 0,-3 1-3 16,6-1 6-16,4-1-1 0,2 0 2 0,7 1-7 15,-4-1 1-15,5-1-1 0,-9 1 0 0,-6 1 7 16,-5-1-4-16,-5 1 2 0,-4-1-4 0,1 0-6 0,-5 3 7 15,1-3-1-15,-3 2 5 0,-3 1-4 0,0-1-3 16,-3 2-2-16,-5 0 1 0,-3 0 2 0,-2 1 5 16,-4 1-3-16,-1 0 4 0,-6 0-6 0,0 0 2 15,1-2 2-15,-12 2-1 0,2 0 4 0,-5 0-2 16,3 0 3-16,0 0-2 0,0 0 5 0,-3 0-13 16,1 0 2-16,0 0-7 0,-2 0-8 0,0 0-18 15,-2 0-17-15,0 0-9 0,-1 0-152 0</inkml:trace>
  <inkml:trace contextRef="#ctx0" brushRef="#br0" timeOffset="140848.91">10754 10525 303 0,'0'0'33'0,"0"0"0"0,0-2 4 0,0 0-5 15,0 1-5-15,0-1 4 0,0 0-7 0,0 0-1 16,2-2-4-16,0 1-8 0,0 1 13 0,-2 0-1 0,0 0 5 15,0 0 1-15,0 0-16 0,0 0 4 0,0 2-7 16,0 0 2-16,-2 0 1 0,0 0-3 0,-5 2 2 16,-14 6-3-16,-3-1 7 0,-5 2-6 0,-9 4 7 15,3-2-6-15,0 2-4 0,11-1 11 0,-4 1-9 16,-4 0 8-16,3-2 4 0,-7 2-5 0,10-4 4 16,4 0-8-16,0-1 2 0,1-1-4 0,7 1 3 0,-1-1-7 15,4-1 6-15,1-3-2 0,3 1 2 0,1 0-12 16,3-2 10-16,-3 1-5 0,2-1 8 0,4 0 0 15,-2 2-3-15,-1 1 5 0,-1 1-4 0,2-1 1 0,2-1 3 16,0 2 0-16,0-3 2 0,0-1 9 0,2 2-5 16,13-2 1-16,13 0-3 0,3 16 1 0,12-1 4 15,1-8-1-15,7-5 0 0,1-2-11 0,-2-2 2 16,0 0-5-16,-4-2 3 0,-1 0-10 0,-4 0 3 16,1 0 1-16,-3-1 0 0,0 1-3 0,-3 0-1 15,-1 0 2-15,-2 0-1 0,-3 0 3 0,0 1-6 16,-6-1 2-16,-4 0-2 0,1 0 7 0,-8 2-8 15,-2 0 1-15,-4 0-3 0,-1 0 5 0,-4 0-14 16,1 0-10-16,1 0-3 0,-2 0-39 0,0 0-64 16,-2 0-11-16,0 0-26 0,-2 0-119 0</inkml:trace>
  <inkml:trace contextRef="#ctx0" brushRef="#br0" timeOffset="141114.88">10871 10471 687 0,'0'-2'18'0,"-1"1"21"15,-1-1-21-15,0 0-8 0,0 0-4 0,0 0-1 16,0 2-4-16,0 0 4 0,1 0-1 0,-1 2 2 0,0 0-2 16,0 2-3-16,-2 9 1 0,-1 7-1 0,1 2 12 15,0 0-7-15,-1 1 5 0,1-1-5 0,0-2 8 0,1 5-4 16,-1-1 2-16,2 2-3 0,0 2-1 0,0-2-2 15,0 1-4-15,1 1 2 0,1-2-3 0,-2 4 1 16,2-4-1-16,0-2 2 0,0 2-3 0,0-5 4 16,2-1 2-16,-1 0 0 0,1-5-2 0,2-2-18 15,-2-3-14-15,0-3-8 0,0 0-96 0</inkml:trace>
  <inkml:trace contextRef="#ctx0" brushRef="#br0" timeOffset="141608.68">11666 10534 453 0,'-2'-2'118'0,"0"1"248"16,0-1-345-16,-1 0-13 0,-1 0-6 0,0 0 1 15,-3-1 2-15,1 1-7 0,3 2 4 0,-3 0-5 16,1 0 2-16,-3 0 5 0,3 0-1 0,-1 0 3 15,-1 0-2-15,-1 2 1 0,-3 1 3 0,2 1 1 0,-2 3 9 16,-1 1-9-16,-1-5 0 0,0 14-2 0,0 0 3 16,4 1-2-16,2 1 2 0,-1 1-4 0,1 3-5 15,1-1 4-15,4 0-3 0,1 1 2 0,-14-3-9 0,5 0 6 16,3 3-1-16,3-3 5 0,2-1 5 0,2-1-2 16,2-1 0-16,2 0-2 0,2-1-1 0,1-1 3 15,2 0 4-15,-3-6 0 0,-4-1 11 0,13-3-4 16,-2-1 4-16,5 0-4 0,1 9 3 0,3-2-6 15,2-5-2-15,2-5 0 0,2-1-5 0,0-1 1 16,3-5 4-16,-3-3-2 0,2-2 2 0,-4-1-9 16,0-1 2-16,-2 2-3 0,2-2 1 0,-6 2 1 15,-1 0-3-15,-2 0 3 0,-6 3 1 0,6 7-4 16,-8-12 5-16,4 0-6 0,-6-2 8 0,-5 0-6 0,4 0-1 16,5-2 1-16,-2 1 10 0,-3-1-6 0,-1-2 1 15,-5 1-4-15,0-1-1 0,-3 2-2 0,-7 1 2 16,7-3-3-16,-23 2 5 0,-6 1 2 0,0 1-5 15,-1 2 3-15,0 2-9 0,1 0-3 0,0-1-1 0,1 5-3 16,-1 1-27-16,4-10-48 0,1 8-22 0,3 7-22 16,5 2-197-16</inkml:trace>
  <inkml:trace contextRef="#ctx0" brushRef="#br0" timeOffset="144603.76">13098 9554 76 0,'0'0'0'0,"0"0"24"0,-2-2 17 0,0 0 30 16,-2 0 7-16,-11 1-11 0,0-1-9 0,-3 2-22 15,-1 0-5-15,-1 2-1 0,-2-1-16 0,-3 3 3 16,-1 0-3-16,8 1 1 0,-1 1-6 0,5 0 5 16,-3 1 7-16,2 0-3 0,4-1 0 0,0 0 0 0,3-3-2 15,1 1 1-15,1 0 1 0,3-2-6 0,-1 3 5 16,-4 6-4-16,3 0 9 0,1-1-6 0,2-1-6 16,2 0 1-16,0 1-6 0,2 1 2 0,2 2 2 15,0-4-2-15,3 4-4 0,2 0 2 0,1 0-2 0,-3 2 3 16,12 0 4-16,-1 1-4 0,-3 1-2 0,-2-2-1 15,-4 2-6-15,-5-1 8 0,3 1-1 0,1-2 3 16,-6 2-6-16,1-1 7 0,8-1-4 0,-3 0 5 16,-3-2-4-16,-1-2 6 0,-4-2 3 0,0 1 2 15,0-1 12-15,-2 0 21 0,0-1-4 0,-1-1 7 16,-1-1-18-16,-13-3-15 0,-1 1 4 0,-4-2-8 16,-3 15 3-16,-4-4-11 0,-1-6 0 0,4-1-3 0,0-3 0 15,7-1 2-15,-3 0-2 0,2-2 0 0,-1 0-3 16,1 0 3-16,3-2 0 0,2 0 0 0,4 1-4 15,2-3-10-15,1 2-4 0,3 0-4 0,1 0-47 0,0-1-58 16,1-1-11-16,-1-4-20 0,0-3-86 0</inkml:trace>
  <inkml:trace contextRef="#ctx0" brushRef="#br0" timeOffset="145049.24">12923 9701 535 0,'-2'-2'19'0,"0"0"22"0,-1 0 5 16,-7-3 11-16,7 3-43 0,-5-4 1 0,3 2 4 15,3 4-1-15,0-1 6 0,0-3-13 0,0 0 5 0,2 2-7 16,0 0 0-16,0 1 6 0,0-5-4 0,2 0 5 16,2-1 2-16,-2-2 8 0,16 7-4 0,-1-2 4 15,3 2-7-15,1-13 6 0,-3 4-5 0,-1 4 3 16,-2 3-21-16,0 0 10 0,-2 3-1 0,2-1 2 15,3 2-12-15,-1 0 8 0,0 0-10 0,-3 2 9 16,-1-1-5-16,-1 3-3 0,1 0 5 0,0 1-5 16,-2 1 4-16,-2-2-4 0,0 1 2 0,-3-1-1 15,-2-2 5-15,-1 9 3 0,1 0-1 0,5 2 1 0,-1 0-5 16,-3-2-4-16,-1 2 1 0,-2-2-1 0,-2 2 8 16,0 2 0-16,-4 0-4 0,-1 4 2 0,-1-3-9 15,-1 1 3-15,-3 0 4 0,3-2-1 0,-2 1-3 0,-1-1 5 16,3 0-4-16,1-2 5 0,1 0-6 0,-1-2 3 15,2-2-3-15,1 1 3 0,1-1-4 0,2-2 1 16,0-1 2-16,0 0 1 0,0-3 4 0,0-1 5 16,2 2 0-16,0 0 1 0,1-1 5 0,5 1-3 15,14 2-3-15,2-5 0 0,2-1-7 0,0-1-1 16,-2-3 2-16,6-4-2 0,-2 1 2 0,-2 0-4 16,0-1 0-16,-2 1-1 0,-5 1 13 0,-5 1-13 15,-1-1 4-15,-11 6-7 0,6-4-11 0,-6 4-55 0,1-3-21 16,1-1-19-16,-4 2-144 0</inkml:trace>
  <inkml:trace contextRef="#ctx0" brushRef="#br0" timeOffset="145446.97">13317 9105 178 0,'0'0'83'0,"0"-2"-48"15,-2 0 83-15,0 0-27 0,0 0-45 0,0-1-13 16,0-1-6-16,1 0 0 0,-1 0-7 0,0 1 1 15,0-1-1-15,2 0-1 0,0 1-9 0,0-1 11 16,0 0 1-16,0 2 3 0,0-1 4 0,2 1-8 16,0 0 7-16,0 0-5 0,1 0 14 0,1 0-15 0,15-7 1 15,-1 2-5-15,4-1 0 0,-1 4-10 0,-1 1-1 16,1 1-3-16,-1 0-8 0,2 2 7 0,-1 0 0 16,-6 0 4-16,1 0-10 0,-1 0 5 0,-5 0 0 15,-1 0 3-15,6 0-7 0,-4 0-30 0,2 0-20 16,9 0-8-16,-11 0-108 0</inkml:trace>
  <inkml:trace contextRef="#ctx0" brushRef="#br0" timeOffset="145753.79">13915 8808 693 0,'0'-2'18'0,"0"0"-1"0,0 0-1 16,0-2-2-16,0-14-7 0,0 3-1 0,0 0 0 16,0-2 3-16,0 4-4 0,0 0-4 0,1 0 5 15,1 0-8-15,0-2 6 0,-2 2-5 0,0 2 9 16,0 0 5-16,0 4 2 0,0-2 9 0,0 3-4 16,0 0 1-16,0 3-2 0,0 1 1 0,0 0-15 15,0-2 3-15,0 1-7 0,0 1 7 0,0 0 0 16,0 2-3-16,0 2 2 0,0 1-4 0,0 12-1 15,-2 17 3-15,0-1-3 0,1 5-2 0,-1-5 0 16,2-1 4-16,-2-2-2 0,2-4 2 0,0-2-2 0,0-1-3 16,0-3 1-16,0 1 3 0,0-3 1 0,2 1-2 15,-2-4 2-15,2 2-1 0,-2-4-1 0,0 0 1 16,1 0-4-16,-1-1-21 0,0 1-226 0</inkml:trace>
  <inkml:trace contextRef="#ctx0" brushRef="#br0" timeOffset="146691.21">14700 9625 62 0,'0'0'26'15,"0"0"-2"-15,-2 0 0 0,0 0 7 0,0-2-14 16,1 0 7-16,-1 0-5 0,0 0-2 0,0 0 0 16,0 0 0-16,2 2-2 0,0 0 5 0,-2 0-3 0,2 0 25 15,0 0 1-15,0 0 7 0,0 0-5 0,0 0-5 16,0 0-1-16,0 0-7 0,0 0 5 0,0 0-10 15,0 0-6-15,2 0 0 0,0 0-1 0,0 0 1 0,2 0-6 16,10-1 3-16,3-1-4 0,5-2 6 0,1 2-1 16,1 0 0-16,4 0-2 0,-1 2 0 0,3-1-9 15,-4-1 7-15,4 0-8 0,-2 2-1 0,0 0 2 16,-1 0-6-16,-2 0 6 0,-3 0-9 0,-4 0 6 16,1 0-5-16,-4 0 5 0,-4 0-6 0,0 0-1 15,-3 0 7-15,1 0-5 0,-2 0 3 0,-3 0 1 16,0 0-9-16,-1 0 2 0,1 2-47 0,-2 0-69 15,0-1-25-15,0 1-20 0,-2 0-140 0</inkml:trace>
  <inkml:trace contextRef="#ctx0" brushRef="#br0" timeOffset="146948.73">14667 9745 572 0,'0'0'46'16,"-2"0"-8"-16,0-2 5 0,0 1 14 0,0-1-27 16,0 0-1-16,0 0-9 0,1 2-2 0,-1 0 0 15,0 0 10-15,0 0-14 0,2 0 9 0,0 0-10 0,0 0 9 16,2 0-4-16,0 0 0 0,1 0-1 0,7 2 8 16,10 0-5-16,2 0 2 0,4-1-5 0,0-1-7 15,6 2-8-15,0 0 4 0,6-2-5 0,7 2-1 0,0 2-87 16,-3-1-89-16</inkml:trace>
  <inkml:trace contextRef="#ctx0" brushRef="#br0" timeOffset="159987.6">16468 9066 256 0,'0'0'-11'16,"0"0"12"-16,0-2 12 0,0 0 0 0,1 0 14 15,1-2-7-15,0 1-9 0,-2-3-2 0,2-5 0 16,0 2-9-16,0-1 4 0,1-1-1 0,1 2 1 15,0 0-2-15,0-1 13 0,-1-1 6 0,1 0 6 0,0-2 41 16,-2 4-18-16,-1 1 6 0,1 1-12 0,0 0-6 16,-2 1-14-16,0 0-3 0,0 1-3 0,2 1 2 15,0 0-8-15,-2 1 4 0,0 1-7 0,0 0-5 0,0 0-4 16,0 0 0-16,0 2-2 0,0 0 8 0,-2 2-5 16,0 0 3-16,0 2-4 0,0-1 0 0,-11 16 3 15,0 1-3-15,4-1 3 0,-2 3-8 0,4-1 6 16,-3 3-4-16,3 0 4 0,1 0-8 0,3 2 7 15,-1 2 2-15,0 4 1 0,0-3-4 0,3 3 4 16,-3 3-3-16,2 0 4 0,-2 2-4 0,2 1 0 16,1-5 0-16,-1-1-1 0,2-8 0 0,0 4 5 15,-2-1 3-15,2-4 1 0,0-1 0 0,0-5 16 0,0-6-1 16,0 2 8-16,0-4 6 0,0 0-21 0,0-3 4 16,0 0-10-16,0-1-3 0,0-1-1 0,0 0-1 15,0-3 0-15,0 1 5 0,0 0-7 0,0 0 2 16,0 2-4-16,0-1 12 0,0 1-8 0,0-2-2 0,0 0-3 15,0 0-5-15,0 0-3 0,0-1-2 0,0 1-2 16,0 0-23-16,0 0-64 0,0 0-15 0,0-2-34 16,0 0-222-16</inkml:trace>
  <inkml:trace contextRef="#ctx0" brushRef="#br0" timeOffset="160319.56">16932 9511 665 0,'0'-2'25'0,"0"1"57"0,0-1-63 0,-2 0-10 16,0 0 3-16,0 0-7 0,0 0 3 0,0 0 3 16,1 1 1-16,-1-1-1 0,0 0-4 0,0 0-4 15,2 0 6-15,0 0-3 0,0 0 12 0,0 1 27 16,-2-1-6-16,0 0 13 0,0 0 2 0,1 0-6 15,-1 0-2-15,2-1-2 0,-2-1-14 0,2 0-5 16,0-1 0-16,0 1-1 0,0 2-11 0,0-2 0 0,0-1-8 16,0 1 5-16,0 0-6 0,0 2 1 0,0 1-1 15,0-1-1-15,0 0 0 0,0-2-2 0,0-1-1 16,0 1 0-16,0 2-5 0,0 0 8 0,2-2 0 0,0 1 2 16,-1-1-6-16,1 0-1 0,0 1-1 0,0 1 2 15,0 0 4-15,0 0-4 0,0 0-1 16,-1 0-3-16,1 0-8 0,0 1-30 0,0-1-3 0,0 0-16 15,0 0-86-15,0 2-42 0,-1 0-42 0</inkml:trace>
  <inkml:trace contextRef="#ctx0" brushRef="#br0" timeOffset="161107.84">17565 9333 476 0,'0'0'37'0,"0"-2"8"0,0 0-6 15,0 0-17-15,0 1 0 0,0-3-8 0,2 0 6 16,-2 2-3-16,5-7 4 0,3 0-5 0,-1-1-11 16,8-1 3-16,0-2-4 0,-2 0 2 0,4-3 3 15,-4-1 0-15,-4 0 3 0,2 1 17 0,-2-3 14 0,1-1-2 16,1-1 6-16,-2 1-13 0,-2-1 0 0,3 3-1 15,-5-1 1-15,3-1-4 0,-5 3-18 0,3 0 4 16,0 2-7-16,-3 2 6 0,-1 2-11 0,7-2 1 16,-1 2-3-16,-3 2 7 0,1-4-9 0,-4 4 5 15,0-1-5-15,-2 1 7 0,0 5 4 0,0-3-7 0,0 3 5 16,-2-1-6-16,2 3 1 0,-8-4 6 0,-6-3-5 16,-3 1-2-16,0 5 5 0,-3-1-6 0,3 4 5 15,-5 0-7-15,1 0 4 0,1 4 1 0,-4 3 1 16,5 1-7-16,-5 3 1 0,-2 0 0 0,6-2 1 15,-3 2-1-15,3 0 2 0,9-3-3 0,-4 1 2 16,0-7 0-16,2 11-3 0,-6 2 5 0,8-2-4 16,-2 0 5-16,6 2-2 0,-1-2-4 0,1 2 1 0,5-1-5 15,-7-1 5-15,3-1 1 0,3-1 0 0,1 0 7 16,2-4-5-16,2 3 1 0,0-5-2 0,1 1 0 0,-3-4 1 16,17-1-1-16,3 14 2 0,1-5 8 0,7-1-8 15,-1-5-1-15,1-3-2 0,-2-1-1 0,0-1 0 16,-2-3 3-16,2 0-2 0,-1-1 4 0,-5-1-2 15,2-1-1-15,-5 1 2 0,0-1 3 0,-1-1-6 16,-1 1 5-16,0-1-5 0,-2 1 8 0,-5 3-6 16,-1 0-3-16,-1 1 0 0,-1-1-3 0,-1 0 5 15,-2-3 3-15,0 1 0 0,-1 1 1 0,1 1-4 16,0 0-1-16,-2 2 0 0,2-1 1 0,-2 1 2 0,4-2-2 16,-2 0 0-16,-1 1-7 0,1 1 6 0,0 0-2 15,0 0 3-15,-2 0 1 0,0 2-3 0,0 0 1 16,0 0-2-16,0 2 3 0,-2 0-1 0,0 0 1 0,0 2-1 15,-1 7-5-15,-3 5 2 0,2 1 0 16,1 0 2-16,-1 0 7 0,2 3-6 0,0 0 0 0,0 3-1 16,1 3 1-16,-1 0 0 0,0 2-1 0,0-1 0 15,0 3-2-15,0 3 2 0,0 1 1 0,1-1 1 16,-1-1 2-16,0-6-3 0,2-4 0 0,0 0 0 16,0 1-1-16,0-5 3 0,0-1-2 0,0-2 2 15,0-4-2-15,0 2 2 0,0-2 3 0,0-3-3 16,0-1-2-16,0 0-1 0,0 1-1 0,0-4 1 15,-2 3 1-15,2-3-6 0,0-2-12 0,0 1-3 0,-2 1-82 16,0 0-53-16,0-1-22 0,2 1-12 0,0 0-104 16</inkml:trace>
  <inkml:trace contextRef="#ctx0" brushRef="#br0" timeOffset="161824.51">18191 9069 315 0,'-2'0'25'0,"0"-1"43"15,0-1-28-15,0 0 4 0,-2 0-3 0,1 0 1 16,-1-2-10-16,0 1-1 0,1-1 6 0,-1 0-5 16,0 1 0-16,0-1 0 0,3 0-1 0,-1 0 1 15,0 1 1-15,0-3-13 0,2 2 7 0,-2-1-9 16,2 1 2-16,0-3 2 0,0 3-4 0,0 0 5 16,2-1 0-16,-2 3-6 0,2-4 0 0,15 3-2 0,-3-3 2 15,5 4-3-15,7-2 0 0,-2 3-2 0,6-1-4 16,-6-2 0-16,0-13-2 0,0 6 0 0,-3 4-4 0,1 1-2 15,-2 2 0-15,1 3 0 0,-1 1 12 0,-3 0-11 16,0 1 2-16,-2 3-5 0,-2 0 1 0,-4 0 4 16,0 1 1-16,-1 1 0 0,-3-4-8 0,1 12 8 15,-3 3-4-15,1 0 7 0,-2 1-2 0,11 1-5 16,-2 1 6-16,-3 1-6 0,-5 1 2 0,-1 0 4 16,-2 1-6-16,-2-1 4 0,-1 0-6 0,-3 1 5 15,0-3-1-15,-1 2 3 0,-2 0 1 0,-2 1-4 16,-1-5 2-16,-1 3-3 0,0-3 1 0,12 5-1 15,-16-3 4-15,-2-1-3 0,-3-3 6 0,2-3-4 0,1 2 1 16,-1 0-2-16,-3-6 2 0,-1-1-3 0,-4-3 2 16,10-1-3-16,3 0 3 0,2 1 3 0,2 5-5 15,0-3 5-15,1-1-2 0,-1-3-2 0,6-1 7 16,-1-2-5-16,2 0 5 0,1 0-5 0,-1 0-1 16,2-2 0-16,0 0 1 0,0-1-2 0,2 1 1 0,0-13-2 15,4-2-2-15,3 1 4 0,3-1-4 0,-1 2 5 16,-5 4-3-16,14 0-4 0,5 5 2 0,-5 1-3 15,1-5-1-15,-3 7 6 0,1-1-2 0,0 2 3 16,0-9-8-16,-1 2 4 0,1 1-3 0,2 4 3 16,-1 3 1-16,3 1 3 0,-1 0 0 0,0 1 1 0,1 1-3 15,-3 2 0-15,1 2-1 0,3 1-1 16,-1-1 0-16,1 1 2 0,2 0 2 0,0 1 1 0,0-3 4 16,0 1-4-16,-5-2 0 0,-2-2-3 0,1-1-4 15,-1 1 3-15,-2 0 0 0,2 0 1 0,-6-2-11 0,0 2-120 16,0 0-27-16,-5-2-50 0,1 2-264 0</inkml:trace>
  <inkml:trace contextRef="#ctx0" brushRef="#br0" timeOffset="163662.53">19138 9064 222 0,'0'0'47'15,"0"0"3"-15,0-2-6 0,-2 0-11 0,2 0-10 0,0 0-2 16,0 1 6-16,0-1-6 0,0 0 6 0,-2 0-15 16,0 0 2-16,0 0-5 0,0 0 4 0,2 2 4 15,0 0-8-15,0 0 7 0,0 0-11 0,0 0-1 0,-2 2 4 16,2 0 3-16,-1 0-1 0,1 2-4 0,0-1 10 16,-2 12-8-16,0 2 10 0,-2 2-10 0,0-1-3 15,1 3 2-15,-1 1-1 0,0 0 1 0,1-1 5 16,-1-1-7-16,0-3 5 0,0-3-5 0,3-2 7 15,-3-1 1-15,2-4 1 0,0 1 0 0,0-3 12 16,2-1 1-16,0 0 4 0,0-3 6 0,0 1 14 16,0 0-5-16,-2 2 7 0,1 0-22 0,-1-3-14 15,0 1 0-15,2 0-4 0,0-2-4 0,0 0 4 0,0-2-4 16,0 0 4-16,2-1-12 0,0-7 11 0,3-8-10 16,3-3 10-16,-1-1-12 0,0 2 0 0,3-2 2 15,-1 1-2-15,0 3 1 0,2-3 1 0,1 1-2 16,-1 1 2-16,0-1 7 0,-2 5-8 0,0 0 4 0,3 0-5 15,-9 4 0-15,8 0-5 0,1 3 3 0,-1 3-4 16,-2 1 6-16,-2-1 0 0,-1 1 0 0,1 0 1 16,-1 2-6-16,-1 0 5 0,1 2 0 0,-4 0 2 15,2 2-8-15,-1 0 2 0,-1 19 1 0,15 3 2 16,-4 2 7-16,-4 2-6 0,-3-1 2 0,-1 1-3 16,-1 0 1-16,-2-6 0 0,0 1-3 0,0-5 3 15,-1-1 8-15,1-2-4 0,0-2 0 0,0-2-1 0,2 2-2 16,-2-4-1-16,-1 0 0 0,1-3 0 0,0-2 6 15,0-1 6-15,0 1 0 0,0-2 1 0,1 0-6 16,1 0 0-16,0-2-4 0,0 0 3 0,-1 0-3 16,5-4 0-16,-3-5 0 0,3-12 1 0,-1 1 2 0,2-2-7 15,3-4 3-15,-1 0-4 0,2 0 7 0,2 2-5 16,-1-2 4-16,1 3-4 0,-2 1 6 0,0 2-6 16,-3-1-2-16,3 3 0 0,-6 1 4 0,6 4-1 15,0 2 2-15,-2 1-3 0,4 5 7 0,-8-1-7 16,1 3 1-16,-4 1-3 0,-3 2-2 0,1 0 3 15,2-2 4-15,-2 2-2 0,0 0 6 0,0 0-8 16,1 0 1-16,1 0-3 0,0 2 3 0,-1 1 2 16,1 3-1-16,5 13 3 0,-1 1-1 0,-3 0-3 0,1 1 0 15,0-3-1-15,-3-1 5 0,1 2-4 0,0-3 3 16,-2-1-3-16,-1-2 1 0,3 0 1 0,0-2-2 16,-2-3 0-16,1 1-6 0,-1-3-61 0,2-1-6 15,7 1-24-15,6-4-65 0,0 9-68 0,-3-2-7 0</inkml:trace>
  <inkml:trace contextRef="#ctx0" brushRef="#br0" timeOffset="164098.84">20469 8886 730 0,'0'-2'27'0,"0"0"-3"16,-2 0 8-16,0-2-1 0,-2 1-8 0,-3-3-17 15,-6 2 2-15,2 2-1 0,-4-1 0 0,6-5-9 0,-2 1 6 16,-4-1-4-16,4 5 5 0,-2 1-5 0,3 2 3 16,1 0-2-16,2 0 2 0,1 0-10 0,0 2 7 15,1 0 0-15,1-1 2 0,2-1-2 0,-3 8 4 16,-5 5-4-16,5 0 5 0,-1 4-1 0,4-1-4 16,2 3 11-16,2-1-8 0,2 1 10 0,2 1-5 15,3 1-4-15,0-3 1 0,2 3 6 0,0-1-3 16,1-1 6-16,-1-1-5 0,2 3-6 0,0-3 7 0,-2-1-3 15,-4-4 4-15,1 2 0 0,-5-6 42 0,1 2-4 16,-2-1 17-16,-2-5-3 0,0-1-34 0,0 0 1 16,0-1-12-16,0-1-1 0,-6 2-10 0,-23-2 2 15,1 2-5-15,0 14 5 0,0-7-3 0,4-3 2 0,-2-5-3 16,2 1 0-16,3-4-2 0,1 0 1 0,1 0-1 16,3 0-6-16,1 0 7 0,2-2-5 0,2 0 5 15,-2-1-7-15,3 1-1 0,3-2 2 0,0 0-2 16,3 2-2-16,2 2-33 0,0-3-7 0,-5-8-12 15,1-2-45-15,2-2-8 0,4 2-11 0,0-2 0 16,4 0-48-16</inkml:trace>
  <inkml:trace contextRef="#ctx0" brushRef="#br0" timeOffset="164485.87">20344 8919 265 0,'0'0'65'0,"-1"-2"-31"16,-1 0 63-16,0 0-17 0,0 1-27 0,0-1-20 15,-2 0 1-15,3 0-8 0,-1 0 0 0,0 0 5 16,0 0 0-16,0 1 0 0,0-1-11 0,0 0 1 16,2 0 0-16,0 0 1 0,2 0-3 0,0 0 0 15,2 1 0-15,11-7 1 0,9 1-4 0,-2 1 1 16,-5 2-4-16,1 1 4 0,3 1-2 0,3 2-2 16,0 0-2-16,-3 0-1 0,-1 0-5 0,-2 2-3 0,1 1 5 15,-2 1-4-15,-4 0 5 0,-2 1-1 16,0 3-5-16,-4-3 3 0,-3 1 3 0,-2 11-5 0,11 3 5 15,-6 1-5-15,-3-1 4 0,-4 2-4 0,-2 1-1 16,-3-3-1-16,-3 2-1 0,-1-3 6 0,-2-1-3 0,0-1 2 16,1-2-8-16,-1 2 6 0,4-4 1 0,-1 0 2 15,1 0 1-15,3-4-8 0,1 0 5 0,-1-1-4 16,0-1 7-16,2 1 4 0,2-5-2 0,0 1 4 16,0-2 6-16,0 0 0 0,2 1 0 0,2 1 0 15,9 4-3-15,7-1-6 0,3-2 0 0,-1-3-2 16,0-2 3-16,2 0-6 0,-3-3-2 0,1-3-2 15,0-1 3-15,-3-1-3 0,1 1-1 0,-1-2-1 16,-2-1-11-16,-3 1-53 0,-1 0-33 0,-1 7-12 0,-5-13-138 16,-1 2-29-16</inkml:trace>
  <inkml:trace contextRef="#ctx0" brushRef="#br0" timeOffset="164812.28">20749 8323 261 0,'0'0'12'0,"0"0"-2"0,-2-2 5 0,0 0-2 15,1 0-2-15,-1 1 3 0,0-1 5 0,0 0 3 16,0 2 0-16,0 0 6 0,-1 0 23 0,-1 0-4 15,0 0 8-15,0 0-10 0,-1 0 11 0,1 0 1 0,2 0 4 16,0 0-1-16,-1 0-3 0,-1-2-6 0,0 2 0 16,2-2-25-16,1 0 4 0,1 0-9 0,0 1 6 15,0-1-15-15,1 0 6 0,3 0-2 0,0 2 1 16,14-6-11-16,1 1-5 0,-2 1 3 0,3 0-2 16,-1 3 6-16,-1-1-8 0,-1 2 1 0,2-2-4 15,-3 2-3-15,-1 0-30 0,0 0-42 0,0 0-1 16,-2 0-179-16</inkml:trace>
  <inkml:trace contextRef="#ctx0" brushRef="#br0" timeOffset="165186">21442 8121 444 0,'0'-2'57'0,"0"0"14"0,0 0-28 0,0-2-30 16,0 1-4-16,-2-5-4 0,0 1 4 0,0 1-4 15,0 2 4-15,0-1-4 0,1 1 1 0,1 2 0 16,0 0 2-16,0 1-2 0,0-1 1 0,-10-6 4 0,7 6-2 16,-1 1 4-16,-2-3 2 0,3 2-1 0,-1 0 1 15,-2 0 7-15,3 0-13 0,1 2 6 0,-2 0-8 16,0 0 4-16,2 2 0 0,1 0-8 0,-1 2 4 15,-6 9-6-15,-1 5 0 0,2 3 5 0,3-1-3 16,2 3 0-16,0-3 3 0,2 4-6 0,0-2 4 16,0 1 0-16,0-3 4 0,0 1 6 0,0-3-1 15,2 1 40-15,-2-4 1 0,4 1 4 0,-1-1-7 16,1-2-27-16,0 0-5 0,-2-4-8 0,1 3 5 0,-1-7-14 16,0 1 3-16,0 1-1 0,0-1 0 0,0-1-3 15,0 1 1-15,-2-4 4 0,0 0-2 0,1 1-3 0,1 1-42 16,0 0-89-16</inkml:trace>
  <inkml:trace contextRef="#ctx0" brushRef="#br0" timeOffset="172018.93">3398 12679 256 0,'0'0'-59'0,"0"0"43"0,0 0 2 0,0 0 8 0,0 0 57 16,0 0-4-16,0 0 1 0,0 0 2 0,0 0 0 16,0-2-10-16,0 2-6 0,0-2-4 0,0 0 1 15,0 0-5-15,2 1-1 0,0-1-3 0,0 0 1 16,-1 0-4-16,1 0-9 0,0 0 7 0,2 0-7 0,0 1 1 16,-1-1-4-16,1-2-6 0,0 0 4 0,-1 1 0 15,1-1 0-15,0 0 5 0,0 0-4 0,-3 4 1 16,5-7 3-16,0 0 0 0,1-3 2 0,-1 3-2 15,1-4 6-15,-1 0-1 0,-1-1 3 0,-1 1 0 0,-2 4-1 16,0-2-1-16,-1 1 2 0,-1-1 0 0,0 3 0 16,0-1-1-16,-1 1 0 0,-1 1-4 0,0-1 8 15,-2 1-1-15,0-1 2 0,-1 4-5 0,-8-2-4 16,-4 3 3-16,0-11-3 0,1 3 1 0,-1 2-4 16,-3 1 0-16,1 2 0 0,-3 4 2 0,3 0-2 15,3 0-4-15,-1 2 2 0,2 2-4 0,0 0-4 16,0 1 5-16,2 1-5 0,-2 3 6 0,6-3-2 15,-4-1-2-15,2 16 0 0,0-3-2 0,2 5-4 0,1-1 4 16,-1 4-3-16,0 0 4 0,1 2 4 0,1 0-8 16,-3-2 6-16,3 3-2 0,3-1-5 0,-1 4 5 15,1-4-5-15,0-2 5 0,1-4 3 0,1-4-1 16,-13 3 1-16,7-6-4 0,3 0 3 0,1-2-1 0,4-4 1 16,0 0 6-16,0-1-4 0,0-3-1 0,0-1-1 15,0 0-1-15,2-1 2 0,2 1 1 0,-1 0-1 16,10 3-2-16,2-1 2 0,4-3-1 0,-2-1 0 15,1-2-9-15,1-3 11 0,-1-3-8 0,3-1 8 16,-1-1-6-16,1-1-1 0,-1-2 6 0,-1 0-4 16,1-2 4-16,-3 1 4 0,-1 11-7 0,-1-18 5 15,2-1-4-15,-4 1-5 0,2 4 3 0,-2 4-4 0,-4-6 5 16,-2 1 0-16,-1-1 3 0,-4-7-3 0,0 13 3 16,0-8-4-16,9 4 0 0,-6 6 0 0,3-4 0 0,-5 2-1 15,-1 3 1-15,0 1 0 0,-2 1 7 0,0 3-4 16,0-3 0-16,0 0-3 0,0 3-3 0,0 1 3 15,0 0 0-15,0 0 1 0,0-2-1 0,0 1-2 16,0 1 1-16,0 0-2 0,-2 0 3 0,2 0 2 16,-2 0-7-16,1 1 6 0,-1-1-1 0,0 0-5 15,2 0 5-15,0 2-5 0,0 0 5 0,0 0 2 16,0 0 2-16,0 0 0 0,0 0-5 0,0 0 1 16,0 2 0-16,0 0 1 0,0 0-2 0,0-1 3 15,0 1-2-15,0 2 4 0,0 2-4 0,0 5-3 0,0 5 2 16,0-3-1-16,-2 6 6 0,2 0-2 0,-2 1-1 15,0 0-1-15,0 3-6 0,1 1 4 0,-1-4-1 16,0 4 3-16,-2 1 2 0,2-1 3 0,0 5-4 16,1-1 3-16,1-2-7 0,0 0-1 0,0-2 2 0,0 2 0 15,0 0 5-15,0 2-2 0,1 2 3 0,-1 0-3 16,0 1 3-16,0-1-2 0,0 3-1 0,0-1 1 16,0 3-2-16,-1-1-1 0</inkml:trace>
  <inkml:trace contextRef="#ctx0" brushRef="#br0" timeOffset="173367.72">3545 13124 116 0,'0'0'-1'15,"0"0"1"-15,-2-1 26 0,0-1-13 0,0 0 18 16,0 0-11-16,0 0 15 0,1 0 5 0,-1 0 2 16,-2 1 9-16,2 1-7 0,-5-4 0 0,-1 0-3 15,1 0-6-15,-1 1 1 0,1-1 1 0,5 4 0 0,-2-2 1 16,3 2 8-16,-3-2-9 0,0 0 8 0,2 2-20 15,-1-1-2-15,-1-1-2 0,0 0 0 0,0 0-4 16,1 2-3-16,-1 0 3 0,0 0-1 0,1 0 15 16,-1 2 3-16,0 0-1 0,0 0 1 0,1 1 1 0,-5 7-4 15,-5 8 2-15,2 1-3 0,2 1-4 0,0 2 1 16,1 1-3-16,1 1 2 0,1 0-13 16,3 2 2-16,-1 4 0 0,2 1 0 0,0 1 4 0,0 1-11 15,0 1 0-15,1 5-2 0,-1-4 0 0,0-2 2 16,-2-1 1-16,0-4 0 0,1 2 1 0,-3-6 0 15,1 0-1-15,-1-6 1 0,-1 1 4 0,-1-4-7 16,1 0 8-16,-1-2-7 0,1-2 9 0,-1-2-9 16,1 0 2-16,-10-1-3 0,1-3 7 0,-3 1-6 15,0-1 6-15,-1 1-6 0,1-2 3 0,-1 11 8 0,-4-4-9 16,2-4 8-16,-1-3-6 0,-1-2-1 0,2-2 3 16,-2 0-4-16,3-2 2 0,1-2-8 0,3 0 0 15,4 1-3-15,-2-3 4 0,6 2-6 0,0 1 4 16,-1-1-5-16,3 0 2 0,1 1-8 0,-1-1-4 0,0 0-1 15,3 2-16-15,-4-3-21 0,3 1-2 0,3 4-8 16,-2-2-8-16,1 0-91 0,1 0 11 0,0 1-42 16,0 1-22-16</inkml:trace>
  <inkml:trace contextRef="#ctx0" brushRef="#br0" timeOffset="173957.9">3664 13824 530 0,'0'-1'16'0,"-2"-1"8"0,0 0 14 0,0 0 6 15,0-2-10-15,0 1 8 0,0-1-16 0,2 2 6 0,-3-7-1 16,1 3 1-16,2 2 2 0,-2-1-11 0,2 1 7 16,-2-1-7-16,0-3 9 0,0 3 2 0,1-1 3 15,-3-1-2-15,2 3 6 0,0 0-9 0,0 0 1 16,0 1-2-16,1 1-5 0,-1 0-5 0,0 0-2 0,-2 0 0 16,2 0-1-16,0 1-10 0,1 1 4 0,-1 0-5 15,0 1 3-15,0 1 0 0,-2 0-5 0,1 2 2 16,-3 5-7-16,-3 6 5 0,-1 4-1 0,3-3 0 15,0 3-3-15,1-2 1 0,0-1 3 0,1 3-3 16,1-4-2-16,0 1 0 0,3-1 2 0,1 0 0 16,0 0 4-16,0-2-5 0,0 2-1 0,1-2 0 15,3-2 0-15,0 0 3 0,1-2 2 0,1 1 1 0,0-3 1 16,7-1-7-16,3-1 1 0,-1-1-1 0,9 0 9 16,-1 11-6-16,1-4 3 0,2-2-3 0,-2-5 2 15,0-4 1-15,0 0 3 0,0-4-1 0,-1 0-1 0,1-3-2 16,0-2-4-16,0-3 2 0,0 1-5 0,0-2 6 15,0 0-1-15,-3 2 4 0,-3 0-6 0,-3 2 4 16,-4-1-5-16,0 7 6 0,-3-8 0 0,-3-4-5 16,-1 2 4-16,-2-2-5 0,9 0 5 0,-3 0 2 15,-3 2-1-15,-3 0 1 0,-2 0-9 0,0 0 3 16,-4-2-2-16,-1 2 3 0,-1 2 2 0,4 2-3 16,-20 5 1-16,0-1-2 0,0 1 4 0,1 2-5 0,-1 0 3 15,0-13-4-15,-3 6 2 0,1 3-1 0,0 5-3 16,2 1 1-16,-2 1-7 0,-2 3-16 0,7 2-1 15,-7 1-8-15,4 2-32 0,3 1-24 0,-7 3-7 16,11-6-14-16,2 1-113 0,2-1-86 0</inkml:trace>
  <inkml:trace contextRef="#ctx0" brushRef="#br0" timeOffset="174613.53">4659 13117 198 0,'0'0'53'16,"0"0"2"-16,0 0 23 0,-2 0-20 0,0 0 1 0,0 0-27 15,0 0 4-15,1 0-2 0,-1 0 1 0,0 0-6 16,0 0-9-16,0 0 0 0,0 0-3 15,0 0 1-15,1 0-1 0,-1 0 1 0,0 0-1 0,0 0 6 16,0 0 0-16,0 0 0 0,0 0-1 0,1 0-3 0,1 0 4 16,0 0 0-16,1 0-1 0,1 0-10 0,2 0 2 15,7-2 2-15,11-2 0 0,2 1 3 0,-1-1-3 16,5-2-3-16,-4 3 2 0,5-1 3 0,-1 0-13 16,0 1 2-16,6 1-6 0,-8 0 5 0,0 0-5 15,3-2 4-15,-8 2-3 0,3 1 3 0,-2 1 0 16,-11 0-3-16,2 0 1 0,0 0-6 0,-2 0 7 15,1 0 0-15,-1 0 3 0,-6 0-10 0,-1 0 5 16,0 0-5-16,-1 0 5 0,1 0-5 0,0 0-25 0,-2 0-2 16,0 0-11-16,-1 0-28 0,-1 0-37 0,0 0-3 15,-1 0-15-15,-1 1-45 0,0 1 15 0</inkml:trace>
  <inkml:trace contextRef="#ctx0" brushRef="#br0" timeOffset="174927.05">4677 13280 244 0,'0'0'51'16,"-2"0"7"-16,1 0 13 0,-1 0-20 0,-2 0 1 0,0 2-20 16,1-2 0-16,-8 4-5 0,1 0 3 0,3-1-10 15,-2 3 6-15,-1 0-6 0,-1-1 5 0,2 1-1 0,3-3-5 16,1 1 4-16,-1-2-5 0,1 4 2 0,3-3-4 15,-6 7 0-15,6-7-2 0,1 1 5 0,1 0 4 16,0-1-3-16,0 1 1 0,1 0-10 0,1-2 7 16,0 0-1-16,2-1 3 0,5 1 3 0,10 0 0 15,3-2-3-15,2 0 2 0,2-2 3 0,0 0-2 16,4-3 4-16,-1-1-5 0,-1 1-6 0,4-1-6 16,-1 1 1-16,-1-1-4 0,-2 2-4 0,0 1 5 15,-2 1-4-15,-4 2 2 0,-3 0-17 0,-3 0-31 16,-3 0-11-16,-1 0-11 0,-3 2-90 0</inkml:trace>
  <inkml:trace contextRef="#ctx0" brushRef="#br0" timeOffset="179349.22">6894 12178 94 0,'0'-2'53'0,"0"0"9"15,0-2 47-15,0-3 1 0,0-16-26 0,0 3-13 16,0-2 3-16,0-2-6 0,0 5-8 0,0 0-21 16,0-1 5-16,0 5-10 0,0-2 9 0,0 6-9 0,0 2-4 15,0 5 0-15,2-5-9 0,-2 3 2 0,0 3-3 16,0-1 2-16,0 2-5 0,0 0-1 0,2-1-2 15,0-1 1-15,0 2 2 0,0 0 21 0,-1 2-4 16,1 0 8-16,0 2-20 0,0 0 1 0,-2 2-4 16,6 29 2-16,-5 2-9 0,-1 4-5 0,0 0-1 0,-3 0-1 15,-1 0-1-15,-2 0 3 0,-1 0-1 0,-4 4 1 16,0 2-3-16,0-3 1 0,-1 3 1 0,3-6-2 16,0 0-6-16,1-2 8 0,1-4-8 0,-6 4 8 15,2-1-3-15,0-3-2 0,1-3 7 0,5-6-6 16,-3-5-1-16,3-3 5 0,-3-1-6 0,3-2 5 15,-1-2-4-15,-1 0 1 0,1-1 2 0,1-3-1 0,3-3-3 16,-2 1-3-16,-5-1 3 0,1 0-3 0,-5-2 4 16,-5 0 1-16,-4 12-2 0,-3-2 1 0,9-7-5 15,-7 1 7-15,7-3-4 0,-6 3 5 0,-1-2-6 0,5-2 3 16,-1-1-2-16,2 1 1 0,4-2-3 0,0 0 4 16,0 0 1-16,4 0 1 0,0 0 0 0,1 0 3 15,3-2 3-15,1 2-2 0,2 0 0 0,-1-1 2 16,-1-1-8-16,2-2 6 0,0 0-4 0,0 1-3 15,2 1 5-15,0-8-5 0,2 1 0 0,2 0 5 16,1-2-1-16,-1 0 2 0,22 3-6 0,-2-1-1 16,6 0 0-16,5 3-2 0,-1 0 4 0,1 3 1 15,-2-1-2-15,-7 2 0 0,0-5-1 0,6 3 3 16,-2-15 2-16,1 6-1 0,-3 6-5 0,-4 1 0 0,-5 5 0 16,-3 1 1-16,1 0 7 0,-6 0-6 0,4 0-1 15,-4 0-2-15,-1 0 0 0,1 1 3 0,-2 1 3 16,-2-2-2-16,1 2-5 0,-1 0-6 0,-1-2-3 15,-1 0-1-15,1 0-21 0,0 0-22 0,-3 0-2 0,1 0-8 16,-2 0-21-16,2 0-20 0,-1 0-19 0,1 0 2 16,0-2-33-16,-2 0 3 0,-1 0 8 0</inkml:trace>
  <inkml:trace contextRef="#ctx0" brushRef="#br0" timeOffset="179799.9">6601 12215 332 0,'-2'0'45'0,"-2"0"62"0,1 0-50 0,-1-2-9 16,-2 2-7-16,-3-2 1 0,0 0-8 0,1 2-13 15,3 0 4-15,1 0-8 0,0 0-1 0,1 0 5 16,-1 0-2-16,2 0 4 0,-2 0 3 0,3 0-4 0,-1 0 6 16,0 0-5-16,0 0 18 0,0 0-17 0,0 0 8 15,2 0-12-15,0 0-1 0,0 0-3 0,0 0 1 16,2 0 0-16,0 0 4 0,2 0-5 0,16 2-6 0,8 0 4 16,2 0-2-16,1-2 2 0,-1 0 0 0,5 0-1 15,4 0-8-15,-2 0 10 0,4 0-3 0,0-2 4 16,-2-2-6-16,2 0-7 0,-4 3 4 0,-2-1-5 15,1 0 5-15,-7 0-2 0,1 0-4 0,0 0 2 16,-4 0-5-16,3 1 12 0,-5-1-7 0,2 0 8 16,-3 0-10-16,-7 0 2 0,3 0 3 0,-4 0-2 15,-2 1-4-15,-4-1-1 0,-7 2-2 0,0 0-1 0,5 0-6 16,-3 0-32-16,0 0-7 0,-1 0-11 0,-1 0-45 16,0 0-25-16,0 0-4 0,-2 0-15 0,0 0-83 15</inkml:trace>
  <inkml:trace contextRef="#ctx0" brushRef="#br0" timeOffset="180222.43">7561 12452 711 0,'0'0'36'0,"-2"0"-2"0,0 0 8 0,0-2 8 0,0 1-14 16,-1-1 11-16,-1 0-24 0,0 0 6 0,2 2-11 16,-3 0 7-16,1 0-13 0,-5-2 4 0,5 2-5 15,-7-2 9-15,2 2-8 0,-4 0 1 0,0 0-1 16,2 0 11-16,-6 0-6 0,6 2 4 0,-6 0-4 15,-2 2 1-15,-1-1-4 0,1 1 2 0,1 2-1 0,-1 1 7 16,3 1-9-16,-7 5-1 0,3 0-2 0,-1 1 2 16,1-4-5-16,0 12 9 0,-3 8-9 0,3-2 6 15,1-2 2-15,1 3-6 0,1-8 5 0,2 3-6 0,2-2-2 16,4 2 4-16,2 2-3 0,3-9 5 0,2 3-11 16,-9-5 2-16,3-4-3 0,3 4 0 0,3-5 2 15,2-1-3-15,0 2 3 0,2-2-6 0,0 1 6 16,1-3-2-16,3 2 4 0,-4 1-4 0,16-1-3 15,3-2 4-15,-1 1-2 0,1-3 0 0,1 3-16 16,-2-6-7-16,3-1-4 0,-5 12-49 0,1-3-64 16,3-1-25-16,2-3-17 0,4-1-125 0</inkml:trace>
  <inkml:trace contextRef="#ctx0" brushRef="#br0" timeOffset="180689.95">7940 12495 770 0,'-2'0'82'15,"0"-2"19"-15,0 0-13 0,-2 0-54 0,-12-9 7 16,4 6-21-16,3 1 1 0,2 0-2 0,-1 2 0 16,3 1-17-16,-1-1-1 0,-1 0 0 0,1 2-1 15,-1 0 0-15,-1 0 7 0,-1 2 0 0,-2 1 4 0,2 1 4 16,-2 2 3-16,1-1-1 0,-1 1 1 0,2 12-1 15,1 3 4-15,-3 5-2 0,2-2 1 0,0 8-10 16,-1-1-2-16,5 3 1 0,1 3-2 0,-1-4-7 16,3 4 2-16,-2-3 0 0,-15-6 2 0,8-2 0 0,6-4 2 15,3 0-5-15,2-5 4 0,0-2 2 0,2-2 1 16,0-4-1-16,1 0 0 0,1-3 2 0,2-2-5 16,10 7 6-16,3 0-5 0,-1-4 8 0,1-1-7 15,1-4 2-15,3-2-3 0,3 0-1 0,0-4 3 16,1-3-1-16,1-1 1 0,-2-1-5 0,4-6 6 15,0-2-7-15,3-3 7 0,-3 16-6 0,-2-22 6 16,-4-2 0-16,-4 2 2 0,-1-2-1 0,-6-3-3 0,-2 3 3 16,-5-2-3-16,12 2 0 0,-7 2 3 0,-5 0-3 15,-4 0 3-15,-2 0-7 0,-6 2 6 0,-1 4-3 16,-6 1 3-16,2 3-9 0,-19 3-9 0,2 1 1 0,0 5-5 16,2 0-24-16,0 3-27 0,4-11-9 0,-4 2-4 15,2 7-36-15,1 3-11 0,1 3-52 0,5 0 7 16,1 3-224-16</inkml:trace>
  <inkml:trace contextRef="#ctx0" brushRef="#br0" timeOffset="180938.68">8008 12647 838 0,'0'0'80'15,"0"0"-71"-15,-2-2 81 0,1 1-34 0,-1-1-35 16,0 0 12-16,-2 2-6 0,0 0 5 0,1 0-17 0,-1 2 3 15,0 0-2-15,2-2 1 0,-5 9-1 0,0 9 4 16,1 3 2-16,-1 3-1 0,1-7 7 0,-9 5-9 16,6-3 5-16,1-1-7 0,5 4-4 0,1-5-5 15,2-4-6-15,0-2 2 0,2 0-7 0,1 2 7 16,3 0-1-16,0-1 3 0,-1-3-9 0,-1 0 4 16,14-1-2-16,-3-1 1 0,-2 0-24 0,2-1-44 15,-2 1-13-15,-5 1-10 0,-1-1-55 0,-3 1-27 0,-2-1-43 16</inkml:trace>
  <inkml:trace contextRef="#ctx0" brushRef="#br0" timeOffset="181485.36">6274 13336 370 0,'0'0'149'0,"-2"-2"28"0,0 0-65 15,1 1-63-15,-1-1-22 0,-2 0-21 0,0 0-2 16,1 0-4-16,-1 0 1 0,0 0 0 0,0 1-1 16,3-1 8-16,-1 2-5 0,0 0 2 0,0 0 9 15,0 0-3-15,0 0 7 0,0 0 11 0,1 0-10 0,-1 0 1 16,0 0-4-16,0 2 8 0,2-1 3 0,0 1-3 16,0 0 1-16,0 0-6 0,2 0 5 0,0 0-7 15,0-2 5-15,22 7-8 0,4 1-8 0,1-3 11 16,7-1-10-16,3 0 4 0,7-3 2 0,8-1-3 15,9 0 5-15,2 0 3 0,5-1-3 0,3-5 1 0,-4-1-2 16,-1-1 0-16,1 1-3 0,2-3-1 0,7 1-2 16,5-2-9-16,10-2 6 0,0 0-5 0,-2 0 5 15,-4 0 0-15,-9 2-2 0,-6 2 4 0,-7 3-5 16,-5 0-1-16,-6 5 1 0,1-1 2 0,-3 2-2 16,-3 0-6-16,1 2 10 0,-8 1-8 0,-3 3 8 15,-1-1-8-15,-7 1 6 0,-3 0-1 0,-4-1 2 0,-3-1-4 16,-5 0 5-16,1 1 0 0,-8-1 2 0,-1-2-4 15,-5 0-7-15,-1-2-10 0,0 0 1 0,2 3-29 16,0 1-42-16,-3 0-4 0,1-1-17 0,-2 1-46 16,0 2-146-16</inkml:trace>
  <inkml:trace contextRef="#ctx0" brushRef="#br0" timeOffset="182003">7230 13600 562 0,'0'0'35'0,"0"-2"59"16,0 0-59-16,0 0-2 0,0 0-1 0,0 1 2 15,0-3 6-15,0 2-14 0,-2 0 2 0,1 0-9 16,1 0-3-16,-2 1 2 0,2-1 1 0,-2 0-1 16,0 0 0-16,0 2 2 0,0 0 0 0,2 2 0 15,0 0-5-15,0 1-3 0,-2 12-4 0,-1 0 2 0,-3 9-1 16,3 4-2-16,-1-6 8 0,0 8-7 0,2-6 8 16,0-2-5-16,1 1-4 0,-1-3 2 0,0 2 5 15,0 3-9-15,-2-3 8 0,2-2-8 0,-1 3 17 0,1-5-11 16,0 3 9-16,0-3-10 0,2 1 5 0,0-3 0 15,0 1-6-15,0-2 4 0,2 0-8 0,0-4-1 16,0 2 2-16,0-4-2 0,1 1 1 0,-1-5 1 16,0 1-3-16,0-3 2 0,0 1-5 0,-2-2-2 15,2-2 1-15,11 9-1 0,-2-3 3 0,0-2 0 16,2-4-1-16,3 0 0 0,5-6 0 0,5-7 6 16,4-6-3-16,-4 10 3 0,1-21-6 0,3 1 1 15,-4-1 5-15,6-2-2 0,-1-1 6 0,-1-2 2 16,3-6-2-16,1-2 2 0,-6-3-10 0,0-1 7 0,-1 3-11 15,-2 1 7-15,-1 2-9 0,-6 6 3 0,-3 3 6 16,-2 6-3-16,-2 12 3 0,-3-1-6 0,-3 4-4 16,1 3 0-16,-2 1-9 0,-3 7-41 0,1-2-7 0,2-2-14 15,0 0-59-15,-1 3-57 0,-1-1-50 0</inkml:trace>
  <inkml:trace contextRef="#ctx0" brushRef="#br0" timeOffset="182562.34">8040 13908 650 0,'-2'0'78'0,"0"-2"157"0,0 0-215 16,-1 2-3-16,-1 0-7 0,0 0 4 0,0 0-8 0,-1 0 0 15,-3 2 1-15,3 0 0 0,-1 0-5 0,-3 5 1 16,0 1 0-16,-4 10 1 0,0 5 13 0,0 1 6 15,-2 0 0-15,0 2 2 0,2-2 5 0,2 0 0 16,-4 0 0-16,4 0 0 0,-2-1 0 0,2-3-10 16,0-1 4-16,1-3-6 0,1-1 3 0,0 0-3 15,1-2 3-15,3-5-3 0,1-5-4 0,2-3-4 16,-1 4-1-16,-1 0 0 0,2-1 0 0,0-1-1 16,0 0-3-16,0-2 0 0,2 0-8 0,0-2 1 0,0-1 1 15,2-7-1-15,6-12 1 0,-1-2 0 0,2 0 0 16,3-2-1-16,-1-2-2 0,2 2-2 0,2-2 0 15,-3 2 1-15,1 0 5 0,0 4-6 0,0-1 7 16,-1 3-5-16,-1 0 4 0,-2 3 0 0,0 2-1 0,1 0 1 16,-3 4 0-16,0 2 0 0,-5 1 0 0,8 3 0 15,1-1-4-15,0 2 1 0,2 1 1 0,-2-7 1 16,0 3 1-16,2 1-1 0,-5 5-3 0,3-1 3 16,2 2 0-16,-4 0 6 0,2 2-1 0,-2-1 2 15,1 3-5-15,-1 2-1 0,6 3 2 0,-2 0-2 16,-2-5 1-16,-2 11 0 0,-7-2-1 0,4 2 0 0,-3 1-2 15,3 1 4-15,1 0 0 0,-1 0 1 0,1-1-3 16,-1 3 1-16,-2-2 0 0,7-1 0 0,0 3 6 16,-5-4-4-16,-1 1 2 0,-1-1-4 0,-2-4 0 15,0-1 1-15,-2 1 0 0,0-4 0 0,0 4-7 0,0-3-10 16,0-3 2-16,0 1-6 0,-2-2-14 0,0-1-20 16,0 1-5-16,0 0-4 0,0 0-18 0,-1-3-9 15,-1 1 1-15,0 0-5 0,2-2-13 0,0 0-83 16</inkml:trace>
  <inkml:trace contextRef="#ctx0" brushRef="#br0" timeOffset="182798.24">7912 14021 953 0,'0'0'40'0,"0"0"-4"0,-2-2 3 0,0 1 4 0,0-1-17 15,0 0-6-15,0 0-2 0,2 0 7 0,0 2-5 16,0 0 5-16,0 0-9 0,0 0-5 0,2 0 2 16,0 0-2-16,0 0 10 0,2 0-2 0,-1 0 5 15,18 0 3-15,3-2-1 0,4-1 0 0,-2-1-4 16,11 0-20-16,-4 0-6 0,-5 1-7 0,2 1-5 16,-4 0-60-16,-4 2-57 0,2 0-11 0,1 0-19 0,-3 0-92 15</inkml:trace>
  <inkml:trace contextRef="#ctx0" brushRef="#br0" timeOffset="183386.91">9317 12833 505 0,'0'0'96'0,"0"-2"-85"16,-2 0 104-16,1 0-42 0,-1 1-23 0,0-1-9 15,0 0 4-15,0 0-7 0,0 0-4 0,0 0-18 16,1 0 0-16,-1 1-6 0,0-1 9 0,2 0-5 16,0 2 6-16,0 0-6 0,2 0 8 0,0 0 0 15,1 0-2-15,1 0 1 0,20-2 9 0,4 0-5 16,0 0 8-16,3 0-6 0,1 1 0 0,3-3-6 16,2 2-11-16,2 0 5 0,2 0-8 0,-5 2-4 0,-3 0 5 15,-1 0-6-15,-8 0-2 0,0 0 4 0,2 2-1 16,-13-2 2-16,7 2-6 0,-7-2 0 0,-4 0-2 15,1 0 3-15,-8 0 6 0,3 0-9 0,-3 0-5 16,0 0-4-16,2 2-24 0,-1-2-8 0,-1 0-2 16,0 0-3-16,0 0-10 0,-2 0-24 0,0 0 2 0,-2 2-12 15,0 0-12-15,-2-1-44 0,-9 1-3 0,-1 0-16 16,-1 2-37-16</inkml:trace>
  <inkml:trace contextRef="#ctx0" brushRef="#br0" timeOffset="183637.77">9293 13043 586 0,'0'0'64'0,"-2"0"-5"0,0 0 19 15,1 0 2-15,-1 0-18 0,-2 0-12 0,0 0-12 16,2 0-3-16,1 0-3 0,-1 0-5 0,0 0-2 16,0 0-2-16,2 0-1 0,0 0-6 0,2 0-3 15,0 0 2-15,1 0-2 0,18 0 3 0,1-2 10 16,4 0-3-16,0 0 5 0,2 0-4 0,2 1-9 15,-4-1 3-15,2-2-5 0,-2 2-5 0,-2 0 0 16,-2 0-1-16,-3 2 1 0,5 0-4 0,-8 0-4 16,1 0 1-16,-2 0-1 0,-6 0-6 0,1 0-27 15,-3 0-14-15,-5 0-10 0,2 0-99 0,-1 0-88 0</inkml:trace>
  <inkml:trace contextRef="#ctx0" brushRef="#br0" timeOffset="184925.36">11020 12105 563 0,'0'-2'73'0,"0"0"-51"15,-2 1 74-15,0-3-26 0,2 2-35 0,-3-9 7 16,1 5-11-16,0-1 8 0,0-1-23 0,2 5-4 15,0-1 0-15,0 0-3 0,0 1-6 0,0-1 9 16,0 0-4-16,2 0 6 0,0 1 3 0,1-1 2 16,1 2 3-16,16-13-2 0,5 2 7 0,-1 2-1 0,0 2 3 15,7 1-4-15,-5 5-13 0,4-1-2 0,-2 2-7 16,-8 2 5-16,1 2-8 0,-1 2 2 0,-1 1-2 16,3 5 1-16,-5 1-5 0,-4-8 6 0,-8 18 3 15,-1 3 1-15,-2-4-2 0,0 5 4 0,15-1 0 0,-10-2 2 16,-3 0-2-16,-4 2 3 0,-6 1-6 0,-5-1 5 15,-4 0 1-15,11 0-9 0,-18 4 9 0,-9-2-11 16,-3 0 6-16,-3 0 4 0,0-4-6 0,0 0 6 16,-2-1-9-16,3-5 0 0,1 5 4 0,2-6-4 15,1-4 1-15,3 0 1 0,4-2 0 0,3-5 1 16,4 2 5-16,-1 7-7 0,4-6 1 0,2-3-2 16,4-4 2-16,3 0 11 0,1 0-4 0,3 0 5 0,0 0-13 15,2-2 3-15,-11-15-3 0,5 2 3 0,3-1-6 16,3-1 2-16,1 0-3 0,5 0 2 0,1 1-7 15,1 3 9-15,-3 0 1 0,16 4 3 0,3-1-2 0,-2 3-3 16,4 1 0-16,-2 1 0 0,4 1 3 0,-2 2-4 16,4-16-1-16,0 6-1 0,3 7-1 0,0 3 1 15,-3 2 4-15,2 2-3 0,-8 2 0 0,2 3 1 16,2 2-3-16,-6 1 3 0,4 1 0 0,-4 0-7 16,-1 0-11-16,-3-2 0 0,-3 1-39 0,-2-3-17 15,0 0 0-15,-4-1-8 0,1-1-17 0,-1 1-36 16,0 0-3-16,2-1-18 0,1 1-67 0</inkml:trace>
  <inkml:trace contextRef="#ctx0" brushRef="#br0" timeOffset="185627.39">11881 12107 747 0,'0'-2'48'15,"0"0"5"-15,-1 0 3 0,-1 1-24 0,0-1 0 16,0 0-32-16,0 0 5 0,0 0 2 0,2 2-1 0,0 0 8 16,0 0-12-16,0 2-1 0,0 0-1 0,0 2 0 15,0-1 9-15,-2 7 4 0,-1 6 0 0,-1-1 1 16,0 2 8-16,1-2-3 0,-1 3 5 0,0-1-2 16,-1 2-8-16,-1-1 1 0,0 1-2 0,1-1 3 0,-1 1 1 15,1-1-2-15,-1-1 2 0,2 0-7 0,3-4 6 16,-1-2-4-16,0-2 2 0,0-1-9 0,2-3-6 15,0 1 2-15,0-2-3 0,0-1 5 0,-2 1 3 16,0 0 1-16,0-1 2 0,1-1 5 0,1 0-13 16,0 0 9-16,0 0-10 0,0-2 6 0,0 0-2 15,0-2-5-15,1 0 1 0,1-2 1 0,0-3-2 16,6-10 1-16,1-1-2 0,0 1 2 0,0-2-6 16,3 1 6-16,-1-1-4 0,2 1 9 0,0-1-8 0,-11 1 4 15,14-1-5-15,1 0 4 0,2 1-1 0,-1 1-2 16,-3-1 3-16,2 3 9 0,1 5-3 0,1 1 0 15,1 2-3-15,1-1-2 0,-1 6 0 0,-3-9 3 16,-2 4-1-16,1 1-1 0,-4 4 1 0,-5 2-3 0,-1 2 1 16,-3 0-2-16,5 0 1 0,-5 18 3 0,3 1-1 15,-4-1-2-15,9-3 7 0,-2 0-7 0,-3-1 6 16,-2-1-10-16,-1 0 8 0,-1 0-2 0,-2-2 4 16,0-2-1-16,0-3-1 0,0 1-1 0,0-4-1 15,0 1-1-15,0-2-1 0,0-2 4 0,0-1-3 16,0 3 12-16,0 0-9 0,0-2 5 0,0 0-7 15,0-1 2-15,2 1-2 0,0-2 0 0,0 0 0 0,0-2-2 16,-1 1 0-16,1-3 1 0,6-7 1 0,3-6 1 16,2-3-7-16,-2 1 4 0,0-1-4 0,2-3 7 0,-2 3 1 15,2-4-3-15,-2 5 3 0,4-3-5 0,0-2-1 16,-2 5 0-16,0-1 2 0,-11 5 2 0,15 4 3 16,1-2-2-16,1 3 3 0,-1 3-1 0,3 5 0 15,-3-11 3-15,1 4-3 0,1 3-9 0,3 3 4 16,-1 3-4-16,2 3 5 0,-9 3-3 0,2 1 1 15,1 4 1-15,-3-9 2 0,5 19 1 0,-8-3-3 16,-1 3 1-16,-8-1 0 0,-1-3 3 0,0-2-8 16,9 1-6-16,-3-3-3 0,-1 2-25 0,-3 0-44 15,-2-4 2-15,-2 2-18 0,0 0-14 0,-2-3 22 0,0-1-28 16,0-4 14-16,2-1-104 0</inkml:trace>
  <inkml:trace contextRef="#ctx0" brushRef="#br0" timeOffset="186213.15">13359 11834 452 0,'0'-2'69'0,"0"0"115"16,0-1-154-16,0-1-13 0,2 0-5 0,0 0 2 0,0 1 8 15,0 1-10-15,0 0 3 0,0 0-4 0,1 2 9 16,-1 2 0-16,0 0-3 0,0 2 1 0,3 20 3 15,-1 9 3-15,-4-5 4 0,-2 2-2 0,-1-1 7 0,-3-1-6 16,-3 4-1-16,-1-2 0 0,1-1 7 0,-2-1-8 16,0-4 1-16,-2-1-6 0,-2 1-1 0,2-4-7 15,0 1 7-15,0-1-7 0,4-3 4 0,-1-2-2 16,3-1-8-16,1-4 5 0,1 1-2 0,1-4-5 16,2-1 8-16,0-2-8 0,2-1 6 0,-1 1 1 15,-1 0-4-15,0-1 3 0,2-1-8 0,0 0 0 16,0 0 1-16,0-2-1 0,0 0 4 0,2-2-6 0,0 0 1 15,-1-5-3-15,5-15-3 0,0-1 4 0,1-1 0 16,0 0 1-16,1-4-1 0,-1-2-3 0,1-1 4 16,1-8-4-16,0 2 3 0,1-2-3 0,-1-2-2 15,0 2 2-15,0-2 1 0,3 4 4 0,-1 0-1 16,0 7 1-16,2 0-6 0,2 3 4 0,-4 8 1 16,0 2 0-16,-7 6 6 0,14 4 1 0,1 1-3 0,-1 4 2 15,-1-9-6-15,0 2 4 0,0 3 1 0,-3 4 0 16,3 2-4-16,-2 0 0 0,0 4 1 0,0 4 0 15,1 3 1-15,3-9-4 0,-1 24-1 0,1-2 0 16,-2 0 0-16,-2 2 6 0,-1 2-1 0,5-2 4 16,-4 0-8-16,0 1-2 0,0-1 0 0,-4 2 0 0,2 2 2 15,-6 0 3-15,1 1 0 0,-1-3 2 0,-3-4-3 16,-1 2 0-16,1-3 1 0,-2-1 0 0,0 0 6 16,13-1-5-16,-6-3-1 0,-3-1-1 0,-3 0 4 15,-1-3 5-15,-2-1-4 0,0-3 3 0,0-3-4 0,0 1-21 16,0-5 4-16,0 1-14 0,0 0-22 0,-2-1-45 15,0 1 1-15,1 0-18 0,-1-2-24 0,0 0-45 16,0-2-21-16</inkml:trace>
  <inkml:trace contextRef="#ctx0" brushRef="#br0" timeOffset="186442.21">13397 12174 686 0,'-2'-2'88'16,"0"0"165"-16,0 0-210 0,0 0-22 0,0 1-6 16,0-1-3-16,1 0-10 0,1 0-2 0,0 0 8 0,1 0-6 15,1 0 4-15,4 2 3 0,20-1-8 0,-2 1 7 16,4 0-7-16,3 0 16 0,-1 0 0 0,0 0 4 16,-1 0-6-16,3 0 6 0,1 1-9 0,1-1 7 15,1 0-13-15,-3 0-4 0,-3 0 3 0,-3 0-5 16,-1 0-1-16,-5 0-49 0,0 0 1 0,-5 0-22 15,-4 0-48-15,-1 0-85 0,-1 0-42 0</inkml:trace>
  <inkml:trace contextRef="#ctx0" brushRef="#br0" timeOffset="187089.41">10723 13110 461 0,'-2'0'163'0,"0"0"29"15,-2 0-71-15,1 0-72 0,-8-2-23 0,-2 0-26 16,-4 2 13-16,6 0-3 0,7 0 6 0,-9 0-5 0,9 0-2 16,1 0-1-16,-1 0 0 0,0 2 2 0,2 0-1 15,0-2 4-15,1 1-3 0,1-1 13 0,0 0-3 16,1 0 5-16,3 0-4 0,7 0 1 0,13 0-3 16,1 0-2-16,6 0 1 0,-1 0 7 0,3-1-8 15,3-1 4-15,4 0-7 0,3-2-2 0,5 0 0 16,8-1-1-16,9 1 1 0,7-1 2 0,10-3-7 15,2 1 2-15,-3-2-4 0,-1-1-1 0,-2 1-6 16,0 0 2-16,4-1-4 0,3 3 5 0,6 1 4 0,2 1-2 16,0-3 2-16,-2 3-9 0,-7-3 4 0,-3 1 0 15,-3 3 4-15,0 1-2 0,2 1-2 0,2 2 0 16,-1 0 2-16,-1 0 3 0,-5-2-5 0,-9 0 2 16,-3-2-2-16,-5 2 3 0,-8 2-3 0,2 0 1 0,-5 0-1 15,-5 0 4-15,-1 0-2 0,0 2-1 0,-8 0 1 16,5 0-1-16,-9-2 2 0,-5 0-5 0,4 2 1 15,-15-2-24-15,4 0-55 0,-2 2-23 0,-8-2-18 16,1 0-139-16</inkml:trace>
  <inkml:trace contextRef="#ctx0" brushRef="#br0" timeOffset="189441.71">11759 13318 525 0,'0'0'35'0,"0"0"-1"0,0-2 13 0,0 0 0 16,0 0-7-16,0 0-4 0,0 0-5 0,0 0-8 16,0 1 2-16,-2-1-20 0,0 0 9 0,0 0-6 15,0 0 9-15,1 0 7 0,-1 0 0 0,0 1 4 0,0-1-4 16,-2 0 7-16,1 0-4 0,1 2 2 0,-9-6-3 16,-1 3 0-16,1-1-7 0,2 2 0 0,-4 0-4 15,0 2-7-15,0 0 6 0,-4 0-3 0,3 2 5 16,-3 2 2-16,-4 3 6 0,-1 4 3 0,-2 2-1 15,0 0-8-15,0-9-2 0,3 20 1 0,-7 6 0 16,4 2-5-16,-4-1-6 0,2 1-2 0,4-3-1 0,4 1 4 16,6-2-6-16,-1 4 5 0,6-6-5 0,-8 0 1 15,8-2 6-15,-3-8-4 0,5 7 4 0,1-9-5 16,2 3 0-16,-7-2-2 0,3-2 2 0,3-2-2 16,1 0 3-16,2 0 1 0,2 1 0 0,1-3-1 0,3 0-4 15,0 0 1-15,-5-3-2 0,16 0 0 0,5-5 2 16,4 3 2-16,-1 13 0 0,-3-6 8 0,4-4-11 15,-4-3 6-15,4 0-7 0,2-2 1 0,-6-2 6 16,-1 0-6-16,-3-2 6 0,3 0-6 0,-6 0 3 16,1-2-1-16,-3 1 1 0,0-1-3 0,-2 0 0 15,-1 1 5-15,-1-1-1 0,-3 0-2 0,-3 2 3 16,-1 0-3-16,0-7 5 0,7-4-5 0,-1 2 6 0,-3-2-8 16,-1 0 6-16,-2 0-6 0,-2-2-1 0,0 2 4 15,-2 0-4-15,-2-2 4 0,-1-1 2 0,-1 3-5 16,-3-6 2-16,5 12-2 0,-3-4 0 0,3 3 0 15,-7-1 0-15,-6-2-5 0,4 5 2 0,-2 2 4 16,-1 1-1-16,-1 3 3 0,0 0-7 0,4 2 4 0,0 1-5 16,2 3 5-16,0 1-2 0,-4 4 0 0,2-1 0 15,0-5-3-15,4 10 6 0,3 2-6 0,1 1 6 16,1-1-5-16,2-2-16 0,-2 0 1 0,2-4-8 16,-7 0-20-16,2 0-20 0,1-2-12 0,2 4-1 15,3-3-25-15,1-3-13 0,0 1-1 0,0-3-11 16,0 1-65-16</inkml:trace>
  <inkml:trace contextRef="#ctx0" brushRef="#br0" timeOffset="189895.5">12375 13303 765 0,'-2'0'207'0,"1"-2"-256"15,-7 0 232-15,-16-5-123 0,-2-1-45 0,-2 3 10 16,0 3-2-16,-3 2 3 0,7 2-14 0,0 1-7 16,-1 3 5-16,9-1-4 0,-5 5 1 0,5-3 1 0,3 1 1 15,0 1 1-15,3-2 6 0,3 1-2 0,-6 5-4 16,9 2 3-16,-5-2-4 0,1 1 0 0,5-1 3 16,3 4-2-16,2 0-5 0,1-6 1 0,5 4-3 15,1-4 2-15,8-2-5 0,12 2 7 0,3 4-6 0,1-4 7 16,1-1-9-16,-1 1 6 0,-3-6-2 0,2 5 3 15,-1 1-4-15,-1-2-2 0,1 6 1 0,-3-2-1 16,0 2 3-16,-2 2 3 0,-4-6 1 0,1 5-1 16,-7-6-8-16,-1-1 6 0,-2 0-4 0,-4-3 5 15,-1 1-1-15,-4-1 2 0,-3 1 0 0,5 1 0 16,-4-5-3-16,0 1 7 0,0 2-3 0,-2-3 4 16,0 1-9-16,0 0 3 0,-2 1 2 0,-2 1-1 15,0-1 1-15,-20 3-3 0,0-4 3 0,-4 1-2 0,0-1 4 16,0 3-9-16,-3-3 5 0,-4 3-5 0,-1-1 10 15,-5-2-3-15,-1 1-3 0,-5 1 2 0,1-2-5 0,1-3 0 16,5 1 0-16,1 2-1 0,7-2 2 0,4 16-4 16,4-6 2-16,2-5-2 0,1-1 0 0,5-3-24 15,-3-1 1-15,8-2-10 0,0 0-22 0,1 0-22 16,7 0-8-16,-1 0-3 0,2 0-25 0,-2 0-23 16,1 0 0-16,1 0-13 0,0 0-47 0</inkml:trace>
  <inkml:trace contextRef="#ctx0" brushRef="#br0" timeOffset="190235.7">12084 13390 695 0,'0'0'75'0,"0"0"3"15,0 0-17-15,-2-2-12 0,0 0-24 0,0 0-23 16,2 1 14-16,0-1-7 0,0 2 10 0,2 0 3 16,0-2-11-16,4 2 8 0,18-6-10 0,5-1 17 15,-1-1-1-15,2 1 8 0,3 0-4 0,-1-3 19 0,1 1-9 16,3-2-1-16,1 2-3 0,2-3-10 0,0 3-13 15,3 0 3-15,5 1-6 0,-6 3-2 0,1-1-6 16,-1 4-15-16,-5 1 2 0,-5 1-66 0,-7 0-81 16,-1 0-24-16</inkml:trace>
  <inkml:trace contextRef="#ctx0" brushRef="#br0" timeOffset="192061.87">14642 12751 325 0,'0'0'44'0,"0"0"1"16,0 0 26-16,-1 0 7 0,-1 0-24 0,0 0-15 0,0 0-5 15,0 0-2-15,0 0 0 0,0 0-10 0,1 0-2 16,-3 0 5-16,0 0-4 0,0 0-1 0,1 0 8 16,1 0-10-16,0 0 9 0,0 0-13 0,0 0 15 15,0 0-9-15,2 0 11 0,0 0-12 0,0 0-2 16,2 0 1-16,0 0-3 0,2 0-2 0,3 0-3 0,17 0 4 15,6 0-3-15,2-2 3 0,-1-1-3 0,3-3-1 16,1 1 0-16,0-1-1 0,0 0-6 0,1 1-2 16,3 1 0-16,-6 2 3 0,-1 0-1 0,-6 2 0 15,-6-1-2-15,1 1-1 0,-5-2 1 0,3 0 7 0,-8 2-5 16,0-2-3-16,-3 2 4 0,-1 0-6 0,-3 0 4 16,-1 0-6-16,1-2-19 0,0 2-3 0,-2-2-7 15,0 2-27-15,-1-2-51 0,1 2 7 0,0 0-31 16,0 0-96-16</inkml:trace>
  <inkml:trace contextRef="#ctx0" brushRef="#br0" timeOffset="192349.47">14624 13004 399 0,'0'0'103'0,"0"0"-95"16,0 0 109-16,-2 0-47 0,0 0-47 0,0 0 8 16,0 0 0-16,1 0 3 0,1 0-3 0,0 0 2 0,0 0-3 15,0 0 4-15,0 0-13 0,1 0 8 0,1 0-6 16,2-2 8-16,11-2 0 0,9-1 5 0,2-1-3 15,4 1 1-15,3-1-13 0,4 0-1 0,0 3-6 16,8-3 2-16,1 2-16 0,3 1-5 0,1-1-16 16,-6 2-3-16,-1 0-83 0,2 0-130 0,-6 1-32 0</inkml:trace>
  <inkml:trace contextRef="#ctx0" brushRef="#br0" timeOffset="193315.77">12936 13340 658 0,'0'0'37'0,"0"-2"-3"0,-2 0 2 0,0 0 6 15,0-1-17-15,1-1-4 0,-1 0-1 0,0-3-3 16,2-1 2-16,0-1-10 0,0 2-2 0,0-1-5 0,2 1 5 15,0 1-3-15,-1 2 8 0,1 1 0 0,-2 1 2 16,2-2 0-16,2 0 6 0,0 1 0 0,-1-1 1 16,1 0-5-16,0 2 7 0,-2 1-4 0,1-1 6 15,1 2-4-15,0 0-8 0,-1 2 3 0,1-1-4 16,0 3 1-16,5 13-3 0,2 5-3 0,-3 0 0 16,-1 3-5-16,-1-1 3 0,-1 0 0 0,1 2 1 15,-2-4 6-15,1 4-7 0,1-2 3 0,-1 2-5 0,3 2 8 16,-3-6-11-16,-1-1 9 0,0 1-9 15,1 2 1-15,-1-3 3 0,0 3-5 0,-2-9 3 0,-1 0 0 16,1 1 2-16,0-5 2 0,0 2-3 0,-2-7-2 16,0-2 5-16,0-3 1 0,2 3 2 0,-2 0 16 0,2 0-6 15,0-3 3-15,-1 1-3 0,1 0 2 0,0 0-6 16,0-2 1-16,2-2-3 0,-1 0-7 0,9-5 3 16,2-21-7-16,5 0 7 0,3-7-5 0,4 0-9 15,0-2 7-15,6-8-10 0,1 0-3 0,4-1-31 16,4 0-10-16,2 1-9 0,0 6-57 0,-1 2-49 15,-1 2-8-15,2 5-19 0,-4 2-80 0</inkml:trace>
  <inkml:trace contextRef="#ctx0" brushRef="#br0" timeOffset="212549.71">16367 12400 9 0,'0'0'0'0,"0"0"5"0,0-1 70 0,0-1 0 16,0 0 5-16,2 0-18 0,0 0-15 0,0-2-9 15,0 1 1-15,-2 1-2 0,7-9-10 0,-3 3 3 16,1-1-5-16,1 0 5 0,0-1-5 0,-1 1 5 16,1 0 1-16,-3 1 1 0,1-1 0 0,0 2-5 15,-2 1 5-15,1-1-4 0,1-1 7 0,-2 3-12 0,2-3 0 16,-2 1-2-16,-1-1 10 0,1 3-11 0,-2 1 7 16,0-1-9-16,0 3 0 0,0 0 5 0,0-2 1 15,0 2 2-15,0 0-1 0,0-1-9 0,0-1-2 16,0 0-2-16,-2 1-5 0,1 1 1 0,-1 0 3 0,0 0-1 15,0 0-3-15,-2 0-2 0,1 0-5 0,-5 2 5 16,-3 0 5-16,2 0-10 0,-2 2 5 0,-1 2-7 16,1 2 2-16,2-1 0 0,0 1 1 0,-1-3 0 15,3 14 4-15,0-2-6 0,1 0 1 0,0 0-2 16,1 0 6-16,1-1-4 0,0 3-1 0,3 2-1 16,-1-1 4-16,-13 3-4 0,6-1 5 0,1 1-5 0,3 3 0 15,1 0 5-15,2 2-5 0,0 2 6 0,2 1-9 16,0 1 7-16,2 3-2 0,2-1 5 0,-1-6-9 15,1-2 4-15,0-2 0 0,1-3 2 0,3 3-1 0,-3-3 4 16,3-2-1-16,-3-6 4 0,3 2 4 0,-3-6-6 16,7-3 1-16,6 3-2 0,1 6 3 0,3-2 1 15,2-1 0-15,6-5 2 0,-2-3-1 0,1-4-8 16,5-3 0-16,-3-5-2 0,1-1-1 0,3-4 6 16,-3 1-3-16,-2-3 3 0,-1 0-6 0,-3 13 1 15,-2-22 2-15,-3-1 0 0,-1 1 5 0,-3 0-5 16,0 1 4-16,-3 1-5 0,-2 2 1 0,1-2 1 15,-6 0-2-15,0 1 2 0,-1 3 3 0,-2-4-4 0,-2-2 3 16,14 0-4-16,-6 2 10 0,-5-2-10 0,-1 2 5 16,-4 0-6-16,0-2 7 0,-2 1-3 0,-2 1 0 15,-1 0-3-15,-1 0-5 0,-1 2 8 0,-1-2-4 16,1 3 5-16,-1 4-4 0,1 3 2 0,1 4 1 0,3 5 0 16,-7-3-4-16,-6 6 1 0,-1-9-3 0,-2 2 3 15,1 3-1-15,-3 6-1 0,3 0 2 0,-4 4-2 16,3 4-5-16,-5 3 6 0,5 0-6 0,-1-4 6 15,-2 16-3-15,3 1 1 0,-1 0 1 0,1 2-1 16,10 0 2-16,-6 0 0 0,2 2-1 0,4 0 1 16,-1 1-4-16,3-1 3 0,3 0-2 0,1-2 1 0,1-2-8 15,-17 6 8-15,8-4-9 0,2 3 6 0,3-4-24 16,4-3-14-16,0-2-2 0,2 1-5 0,2-1-20 16,0-7-10-16,4 2-8 0,-4-9-2 0,1-1-37 15,10-1-32-15,8 9-18 0</inkml:trace>
  <inkml:trace contextRef="#ctx0" brushRef="#br0" timeOffset="212802.48">17396 12519 1145 0,'-2'0'67'0,"0"0"-67"0,0 0 67 16,0 0-31-16,-12-2-34 0,1 0 1 0,2 1-1 16,5 1-1-16,2 0-2 0,2 0 5 0,-1 0-4 0,-1 0 4 15,0 1-5-15,1 1 0 0,-1 0 4 0,0 0-1 16,0 0 6-16,3 0-12 0,-1 0-3 0,0-1-7 16,0 1-30-16,0 0-72 0,0-2-18 0,0 0-24 15,1 0-120-15</inkml:trace>
  <inkml:trace contextRef="#ctx0" brushRef="#br0" timeOffset="213367.75">18012 12183 1205 0,'0'0'8'0,"-2"0"0"0,1-2-3 16,-3 0-1-16,0 2-3 0,-7-3-4 0,4 1 7 16,1 0-6-16,1 0 7 0,-1 2 0 0,0 0-4 15,-1-2 6-15,1 2-6 0,1 0 3 0,-4 0-1 0,1 0 6 16,-3 0-3-16,4 0 20 0,-1 0-13 0,1 0 4 16,1 0-5-16,-1 0 2 0,1 2-12 0,1 0 1 15,1 0-3-15,0 2 4 0,0 12-6 0,1 1 6 0,1 0-5 16,0 1 4-16,-13 3 2 0,6-1-6 15,1 1 3-15,3 1-7 0,3 2 8 0,2 2-3 0,0 0 6 16,0 0-9-16,0 2 2 0,2 0-2 0,0 1 3 16,1-1 3-16,1 2 2 0,0 0-1 0,0-6 0 15,-1 2-7-15,1-2 3 0,0-7 5 0,-1-3 0 16,5 3 7-16,-4-8 3 0,3 3-8 0,0-1 7 16,-3-6-1-16,9 5 1 0,6 1 1 0,1-4-2 15,8-1 2-15,-2-4-9 0,2-4 6 0,5-6-8 0,-1-1 7 16,5-4-8-16,-6-2 0 0,3-3-1 0,-3-1 7 15,-3 12-7-15,2-19 2 0,-8 1-4 0,-1 3 8 0,-5-4-1 16,-1 4 1-16,-2-2-2 0,-3 1-8 0,-3 3 5 16,0-2 1-16,-3-1 3 0,4-1 0 0,6 2-5 15,-2-2 0-15,-5 4 0 0,-3 1 6 0,-2-3-5 16,-2 1-1-16,-2 1-1 0,-2-2 1 0,-2-1 5 16,-1 1-3-16,-2 0 3 0,-2-1-2 0,-1 3-5 15,-2-2 10-15,12 3-8 0,-22 2 8 0,-1 6 2 16,1-2-5-16,-2 6 4 0,2-1-11 0,0 7-1 15,-8-18-1-15,8 10 0 0,-2 3 0 0,0 6-2 0,4 2-2 16,-2 4 1-16,0 1-5 0,3 0-14 0,1 5 3 16,1 1-9-16,5-10-15 0,-1 16-23 0,2 1-5 15,3-3-8-15,5-2-46 0,-4-2-66 0,1 0-30 16</inkml:trace>
  <inkml:trace contextRef="#ctx0" brushRef="#br0" timeOffset="214032.62">18853 11957 575 0,'0'-2'184'16,"-1"0"-251"-16,-1 0 210 0,-2 0-118 0,-16-9-24 0,5 4-1 15,2 1 4-15,2 2-4 0,-1 1 8 0,5 1 1 16,0 0 1-16,3 2 0 0,2 0 5 0,0 0-2 16,-2-2-1-16,1 2 1 0,-1 0 5 0,2-2 20 15,0 2 1-15,0 0 5 0,2 0-6 0,0 0-7 16,2 0-3-16,0 0 0 0,2 0-16 0,22 2 0 16,-2 0-4-16,0 2 3 0,2 3-8 0,-4 0 2 0,-3 3-4 15,-4-1 3-15,2-3-1 0,-6 14 5 0,0 2 1 16,-4-3-1-16,-5-2-4 0,4-3 10 0,7 5 2 15,-4 0 1-15,-3-3-1 0,-5-1-6 0,-1 0 3 16,-1-4-3-16,-7 2 2 0,-3 4-1 0,-6-6-4 16,-12 2 3-16,4-2-4 0,-1-2 0 0,2 3-1 0,4-3 1 15,1-2 3-15,1-3-7 0,3 2 3 0,2-5-5 16,4 1 2-16,5 0 0 0,0 0-1 0,2-2 1 16,-1 4 6-16,-1-1-1 0,0 1 4 0,2-2-4 15,0 0-1-15,2 0 3 0,0 0-5 0,2-1 4 16,0 1-13-16,4-2 5 0,20 2 0 0,0-2 3 15,2 0-3-15,1 0 0 0,-3 0 0 0,-3 0 0 0,1 2 3 16,-2 2-2-16,2-1-1 0,0 3-1 0,0 1 1 16,-7-1 0-16,2 3 1 0,-8-1-1 0,0-1 7 0,-2 1-5 15,-3 6 4-15,1 5-5 0,-5-4 3 16,2 2-2-16,-2-1 5 0,9-1-5 0,-2 2 4 0,-5-2 9 16,-2-1-7-16,-2 1 7 0,-2 2-8 0,-2-2 0 15,-3 2 6-15,-4-1-4 0,1-1 5 0,-18 2-3 16,1-2-3-16,-5-2 1 0,-3-2-7 0,-2-4 5 15,3 6-3-15,-1-5 3 0,5-3-5 0,0 3 0 16,3-5-3-16,8 10 1 0,-3-1-4 0,7-7 0 16,0-1 3-16,2-2-3 0,6-2 4 0,3 0-20 15,0 0 0-15,2 0-10 0,-1-2-21 0,-1 0-25 16,2 0 5-16,0-2-11 0,2-3-6 0,2-8-73 0,4-2-45 16</inkml:trace>
  <inkml:trace contextRef="#ctx0" brushRef="#br0" timeOffset="214551.94">19756 12057 772 0,'0'0'16'0,"0"-2"1"0,0 0 8 15,-2-2 0-15,-4-14-1 0,1-1 15 0,1 3-3 16,0-5 5-16,4 8-5 0,0-2 3 0,0-1-10 16,0-3 1-16,0 4-3 0,0 4 3 0,0 4 0 15,0-1 1-15,0-1 1 0,0 1 6 0,0 1-13 16,0-2-2-16,0 1-5 0,0 1-5 0,0-1 0 15,0 5 3-15,0-1-2 0,0 0-4 0,0 1-5 16,0-1-2-16,0 0 1 0,0 2 5 0,0 1-10 0,0-1 5 16,0 0-7-16,0 0 4 0,0 0-1 0,0 2-1 15,0 0 1-15,0 2 0 0,2 0 6 0,-2 2-6 16,4 18 5-16,0 0-5 0,-2 2 1 0,-1 2 0 16,3-2-1-16,2 8 0 0,-1-2-4 0,-1 1 5 0,-2-1-3 15,-2-2 6-15,2 3-4 0,0-3-1 0,1 2-2 16,1-2 3-16,-2-8-1 0,0 6 1 0,1-4-1 15,1 3 1-15,0-3 2 0,0 2 1 0,-3-2 0 16,1 1-3-16,0-3 2 0,0-1-4 0,0-5 4 16,-2 1-2-16,0-4 2 0,0 0 1 0,0-5-1 15,0 1-1-15,0-1 3 0,0-4-4 0,0 2 2 0,0-1-2 16,2 1 0-16,-2 0-1 0,0-1-3 0,0 1-9 16,0-2-31-16,0 0-14 0,2 0-12 0,-1 0-100 15,1-1-167-15</inkml:trace>
  <inkml:trace contextRef="#ctx0" brushRef="#br0" timeOffset="-213918.86">20532 11964 715 0,'0'0'31'0,"0"0"-2"15,0-2 3-15,0 0 4 0,0 0-11 0,0 1 15 16,0-1-7-16,0 0 3 0,-2 0-7 0,0 0-9 0,0 0-5 16,1 0-2-16,-1 1 2 0,0-1 8 0,0 0-10 15,0 0 4-15,0 0-7 0,0 0 2 0,2 0 0 16,0 1 0-16,0-1 0 0,0 2-5 0,-1 0-4 15,-1 0 1-15,0 2-2 0,0-1 5 0,0 5-3 16,-3 18 1-16,-1 0-3 0,2 4-2 0,1-4 7 16,-1 2-5-16,0 2 7 0,0-2-5 0,1 0-4 15,-1-4 3-15,0-1-3 0,1-1 7 0,-1-3 1 0,-2 2 0 16,3-5 1-16,1-1 8 0,0-1-12 0,0-1 8 16,0-2-9-16,0-2 8 0,0 1 3 0,1-3-5 15,-1 1 4-15,0-2-11 0,2-2 7 0,0-1-4 16,0 1 5-16,-2 2 4 0,0 0 14 0,0-1-4 0,0-1 6 15,1 0-6-15,-1 0-2 0,0-2-2 0,0 0-1 16,2 0-8-16,0-2-9 0,0 0 5 0,0-1-6 16,9-16 2-16,2-1 1 0,2-3-5 0,0-1 3 15,2 0-8-15,-11-4 5 0,16 0 0 0,6 0 2 16,-5-5-5-16,-1 7 1 0,1-2 2 0,-3 6-1 16,1 1 4-16,-4 5-3 0,1 1 0 0,-3 2-2 15,-2 7 5-15,1-1-4 0,-1 1 1 0,-2 3-3 0,-2-1 3 16,3-4-2-16,-5 5 3 0,3-1-3 0,-3 2 5 15,3 0 0-15,-1 2-4 0,-1 0 1 0,-3 0-6 16,3 2 6-16,0 2 0 0,-3 5 0 0,3 10 5 0,-1-1-3 16,-1 3 2-16,2-3-3 0,-3-5-4 0,1-3 5 15,2 1-4-15,-4-2 4 0,1 2 1 0,1 2-4 16,-2-4 3-16,0 1-3 0,0-1-1 0,1-3 7 16,1-1-5-16,0 1 6 0,-1-1-6 0,-3-3-1 15,0 0 5-15,0 0-4 0,4 2-2 0,0-1 5 16,-2 1-3-16,0-2 6 0,-1 0 2 0,1 0-8 15,0-1 7-15,2-1-7 0,0 0 1 0,-1-1 1 16,-1 1-2-16,9-8 1 0,-1 3-1 0,-1-20 6 16,4 3-5-16,-4 0 6 0,2 0-11 0,0 1 5 0,1 1-1 15,-1-3 3-15,0-1-6 0,0 4 0 0,0-4 3 16,2 7-2-16,2 0-3 0,0 1 6 0,3 1-3 16,-1 0 5-16,2 4 1 0,-3 0-4 0,3 1 0 0,-4 1-2 15,-6 2-2-15,2 3 2 0,-3 2 1 0,1-5-1 16,4-1 3-16,-6 5-6 0,1 1 2 0,-5 2-4 15,-1 0 7-15,0 0 1 0,4 2 2 0,-1-1 0 16,10 20-3-16,-2 7 3 0,-5-6-5 0,-1 6 3 16,-3 1-9-16,-1-1 9 0,-1 6-2 0,0-6 4 15,-2 1-3-15,0-1 0 0,0-4 3 0,0-1-2 0,0 1 2 16,0-6 1-16,0 3-5 0,0-5 2 0,2 1-7 16,-2-4 6-16,2 0 2 0,0 0 0 0,0-4-2 15,-1 3 3-15,-1-5-8 0,0-1 3 0,2-1-24 0,-2-1-35 16,0 0-9-16,2-1-14 0,0 1-86 0,0 0-93 15,0-1-17-15</inkml:trace>
  <inkml:trace contextRef="#ctx0" brushRef="#br0" timeOffset="-213494.44">22268 11680 1001 0,'-2'-2'8'0,"0"0"9"15,0-1-24-15,2 1 14 0,-3-8-11 0,-7 5 13 16,-4-1-9-16,-1 3 9 0,-2-1 0 0,-5-11 3 16,1 6 5-16,-5-1 4 0,2 5 0 0,2 3 2 15,-6 0 19-15,2 2-1 0,-2 2 5 0,0 4-6 16,4-1-12-16,0 3-10 0,5-1-1 0,1 2-3 15,3 1-5-15,6-5-9 0,-1 1 4 0,7 9-5 16,-1 3 1-16,-7-1 2 0,0 5-1 0,5-1 1 0,2-1 0 16,4 2 1-16,0-3-1 0,6 3 1 0,1-2 0 15,1-3 2-15,5 2-2 0,2 1 1 0,-13 1-4 16,14 1 0-16,1 0 0 0,-2 0 0 0,-6-1-1 0,0-1 6 16,-5-3-5-16,5 0 5 0,-3-1-5 0,5-1 1 15,-2 0 8-15,-5-6-4 0,-4-3 10 0,0 3-5 16,0-5 3-16,0 0-1 0,-2 1 9 0,2-3-12 15,-7 2 2-15,-17 13-4 0,1-6 2 0,-1-4-9 16,-2-1 6-16,0-4-6 0,2-2 8 0,2 0-8 16,2 0 2-16,1-2-4 0,0-2-3 0,5 0-22 15,2 1-19-15,5-1-3 0,0 0-82 0,5 4-53 16,0-5-28-16,-7-8-13 0,1 0-124 0</inkml:trace>
  <inkml:trace contextRef="#ctx0" brushRef="#br0" timeOffset="-213090.47">21971 11699 745 0,'0'-2'86'0,"0"0"181"16,0-2-245-16,0 0-20 0,2-5 6 0,1 0-8 15,3 0 7-15,-2-1 11 0,24 1-8 0,5 2 8 16,0-3-5-16,5 5 1 0,-5-1 6 0,-1 4-4 0,-5 0-3 15,-4-12 3-15,-5 4-9 0,-1 7 6 0,-2 1-4 16,-2 2 5-16,-2 2-1 0,-2 1 2 0,-3 1 1 16,-4 0-4-16,13 16 4 0,-4 2-5 0,-4 3-5 0,-3 2 4 15,-4 1-2-15,-2 0 3 0,-2 2-8 0,-1 3 3 16,-3-1-6-16,-1 1 6 0,0 1 0 0,-1-8-5 16,-1 1 6-16,0 1-7 0,2-5-1 0,0-1 4 15,-1 0-2-15,5-5 4 0,-1 0-8 0,2-6 3 16,1-2-2-16,1-2 3 0,2-1 6 0,0 0 9 15,0-1-2-15,0 1 4 0,0-3-2 0,0-1-2 16,4 2 4-16,-1-2-4 0,21 11-6 0,1-6-4 16,1-5-3-16,1-2 2 0,3 0 3 0,-2-4-11 0,2 1 5 15,-4-1-11-15,0-2-16 0,-4-1-30 0,2-2-3 16,-2-1-8-16,-9 5-22 0,2-3-71 0,-6 3-20 16,-3-1-21-16,1-14-112 0</inkml:trace>
  <inkml:trace contextRef="#ctx0" brushRef="#br0" timeOffset="-212785.16">22402 11106 645 0,'0'0'175'0,"-2"-2"37"0,0 1-66 15,0-3-90-15,0 0-12 0,2 2-31 0,0-1 8 16,-2-1-2-16,1 0 4 0,1 0 3 0,0 3-7 16,0-1 0-16,0 0-5 0,1 0-9 0,1 0 5 15,0 0 3-15,2 0 0 0,5-3-1 0,10-4 0 16,1 1-9-16,0 3 5 0,-1 1-13 0,0 0-1 0,-1 0-3 15,1 3-1-15,-1 1-27 0,-3 0-38 0,2 0-10 16,1 1-15-16,-1-1-85 0,5 2-63 0</inkml:trace>
  <inkml:trace contextRef="#ctx0" brushRef="#br0" timeOffset="-212529.34">23029 10826 736 0,'-2'-2'136'0,"1"0"32"16,-1 0-68-16,-2 0-68 0,0 1-14 0,1-1-17 15,-1 0-1-15,2 2 1 0,-2-2-1 0,-1 0 4 16,3 2-4-16,0 0 0 0,0 0 1 0,-2 0 2 0,1 2 5 16,-1 0-7-16,4 0 5 0,-13 18 1 0,2 4 5 15,3 6 0-15,3 3 0 0,3 5-4 0,0-3 4 16,2 0 1-16,0 2 0 0,0-3-7 0,2 3-2 15,-2 0-4-15,2 0 0 0,2-2-14 0,-1 2-59 16,1-3-79-16</inkml:trace>
  <inkml:trace contextRef="#ctx0" brushRef="#br0" timeOffset="-207646.86">25274 9010 256 0,'0'0'-28'15,"0"0"17"-15,0-2-5 0,0 0 6 0,0 0 20 16,0 1 0-16,0-1-8 0,0 0-1 0,0 0 0 16,-2 0 1-16,0-2 14 0,0 1-1 0,1-1 9 0,-1-2 25 15,0-1-2-15,-2-6 3 0,0-2-5 0,3 2-5 16,-3-5 9-16,2 3-8 0,0-2 6 0,-2-2-25 0,3 8 2 16,-1-7-3-16,0 1 1 0,0 2-11 0,-2-3 7 15,1 3-4-15,-1 5 4 0,-2-4 4 0,1 1-5 16,-3-2 9-16,-1 0-7 0,0 2 6 0,7 2-7 15,-13 0 0-15,0 1-1 0,-2 3 9 0,1 3-9 16,-5 0 2-16,3 3-6 0,-5-14-1 0,3 6 3 16,-2 1-4-16,-4 4 3 0,2 4-7 0,0 0 3 15,-1 2-1-15,3 4 1 0,-4 3 0 0,0 2-7 16,2 2 6-16,0 2-7 0,0-11 9 0,1 24-10 16,1-6 2-16,2 4-3 0,-3 0 9 0,3-4-10 0,0-1 2 15,3-1-4-15,2-3 6 0,6-2 1 0,1-1 0 16,5-1-1-16,1-3-1 0,0-1 3 0,0-2 1 15,0 3 1-15,-3-3 4 0,1 1 0 0,2-1 2 16,2-1-1-16,0-1 2 0,0-1-3 0,0-2 5 0,6 1-4 16,16 12 5-16,4-4-4 0,2-3-5 0,1-4 2 15,3-4-7-15,1 0 2 0,3-4-1 0,-3-2 1 16,-1 1-2-16,3-3 4 0,-2 1-3 0,1-1 2 16,1-1-6-16,-7 2 1 0,-8-1 0 0,1 1 1 15,-5-1 1-15,-4 3 4 0,1-3-1 0,-8 5 1 16,4-5-7-16,-3 5 6 0,0-5-4 0,-5 1 5 0,5-1 4 15,-4 5-5-15,0-3 6 0,-2 2-6 0,0 2 10 16,0-1-8-16,0-1-2 0,0 0-2 0,-2 1-5 16,0 1 4-16,-2 0-1 0,-3 0 2 0,-4 2-3 0,-4 0-3 15,0 2 2-15,6 2-2 0,-2 1-6 0,5-1 9 16,-3 9-2-16,-2 5 4 0,1 3-3 0,5-1 1 16,3 4-4-16,2 1 2 0,0 2-6 0,2 3 5 15,1 2 2-15,1 3 0 0,4 0 7 0,-3 2-9 16,1 2 4-16,-3 2-5 0,1 0 6 0,0 4 1 15,-4-3-6-15,0-5 3 0,0 2 0 0,-2-7-1 16,-2-4 5-16,-1-2-5 0,-3-4 3 0,-1 2 3 16,2-5-6-16,1-6 3 0,-1-2 0 0,3-5-3 0,-9-1 6 15,-6-3-5-15,6 2 8 0,-5-2 3 0,3 9 0 16,-2-2 3-16,1-3 9 0,3-5-7 0,-2-1 3 16,2 0-7-16,2-1-3 0,-2-5 0 0,1 0-6 15,1 1 3-15,0-3-5 0,2 1-7 0,0 5 4 16,1-11-5-16,1 0 11 0,1 0-8 0,1 4 2 0,1 1-7 15,0-3 1-15,2 8-17 0,0-5-3 0,-1 3-6 16,1 1-28-16,-2-2-32 0,4 4 3 0,0 1-14 16,-2-3-6-16,0 0-68 0,2 0-66 0</inkml:trace>
  <inkml:trace contextRef="#ctx0" brushRef="#br0" timeOffset="-206885.66">25280 9914 439 0,'-2'0'131'0,"0"0"23"0,0 0-57 16,0 0-56-16,-2 0-19 0,1 0-18 0,-1 0 3 15,2 0 1-15,-5 0 0 0,5 0 6 0,-2 0 4 0,0 0 4 16,1 0 0-16,-1 0 12 0,2 0-3 0,0 0 5 16,0 0-4-16,1 0 3 0,-1 0 5 0,0-2-9 15,2 0 6-15,0 1-19 0,0-1-3 0,2-13 0 16,3 0 0-16,5 0-2 0,1 0-5 0,-8 1 0 0,14 1-2 16,-2 0-6-16,-2-2 3 0,2 2-1 0,-4-4 3 15,2 0 4-15,0 2-7 0,-2-1-1 0,0 5-1 16,0-6-1-16,-3 4 5 0,-1 2 2 0,-1 1 0 15,-2 1-2-15,-3 4-2 0,1 3 2 0,0 2 0 16,2-4 4-16,0 0 0 0,-1 1-3 0,1 1 2 16,-2 0-7-16,0 0 5 0,0 0 0 0,-1 2 2 0,1 2-3 15,-2 0-10-15,0 2 5 0,0 9-7 0,0 9 16 16,-2-4-9-16,1 3 1 0,-1-3-3 0,0 1 3 16,0 1 0-16,0 1 5 0,0-3-5 0,2 1 0 15,0-2 2-15,0-1-2 0,0-1 2 0,2-2-5 16,0 0 3-16,2-2 0 0,-1 0 3 0,1-1 1 0,0-5-3 15,1 3 0-15,-3-5-1 0,8-1 11 0,3 0-6 16,1 9 4-16,1-3-5 0,4-1 0 0,-2-5 1 16,3-2-1-16,-1 0 1 0,-3-4-2 0,3-1 1 15,-1-5 0-15,-1 1 0 0,-2 0-4 0,-2 0 6 16,2 1-6-16,0-10 5 0,-2-1-3 0,-2 2 0 16,-2-1-1-16,2 1-1 0,0 0-5 0,-1 1 8 0,1 1-3 15,-6 2 4-15,3-2-3 0,-6 0-2 0,1 0 5 16,8 0-4-16,-3 2 3 0,-4 4-3 0,-3 4 0 15,1-1 0-15,-2 2 3 0,0 1-2 0,0 1 2 16,0-2-3-16,0 0 5 0,0 2-5 0,0 1-1 16,0 1-2-16,-2 0 5 0,1 1-2 0,-1 1 1 0,0 2-3 15,-4 7-4-15,-3 6 6 0,-2 1 0 0,0 1 3 16,0 0-2-16,-1 5-1 0,5-2 1 0,1 2-1 16,1-2-2-16,-1 4 1 0,4-1-3 0,2-1 3 15,0 2 1-15,4 0 0 0,0-4 0 0,3 0-1 16,3 2-1-16,-1-1 0 0,4 3 1 0,-2-4-2 15,2-2 1-15,-11-3 2 0,16 0 4 0,7-2-1 16,-9-2-7-16,8 0 3 0,-7-10-8 0,2 7 6 0,1-9-18 16,-3 11-23-16,5-1-7 0,-3-6-9 0,1-5-56 15,1-2-67-15,-3-5-10 0</inkml:trace>
  <inkml:trace contextRef="#ctx0" brushRef="#br0" timeOffset="-206390.17">26193 8995 752 0,'0'0'36'0,"-2"-2"64"0,0 0-80 16,1 1-16-16,-1-1 2 0,0 2-6 0,0 0 0 15,-2 0 11-15,2 0-7 0,1 0 7 0,-1 0-4 16,0 0 4-16,0 0 6 0,0 0-2 0,0 0 12 0,2 0-3 16,0 0 0-16,0 0 0 0,2 0 4 0,0 0-3 15,2-2 1-15,11-2-2 0,11-1 3 0,3 1-7 16,1 0-2-16,1 0-2 0,-1 3-16 0,-2-1 2 16,0 2 0-16,-6 0 2 0,-3 0-2 0,5 0-2 15,-6 0 0-15,-1 0 0 0,5 2 5 0,-7-2-2 16,-4 0-3-16,1 0 0 0,-9 0-3 0,-1 0 1 15,4 0 0-15,-4 0-3 0,-1 0-27 0,1 0-36 16,2 0-5-16,0 0-14 0,-1 0-54 0,1 0-169 0</inkml:trace>
  <inkml:trace contextRef="#ctx0" brushRef="#br0" timeOffset="-206114.25">26256 9149 690 0,'0'0'12'0,"-2"0"3"16,1 0-6-16,-1 0-2 0,-2 0-3 0,2 0 1 16,-7 0-1-16,1 0-4 0,3 0 3 0,3 0 10 15,-2 2 5-15,1 0 2 0,1 0 0 0,0 0 4 0,0 0-1 16,2-1 5-16,0 1-5 0,2 0 9 0,2-2-3 15,5 0 0-15,17 0 1 0,0 0 8 0,2 0-5 16,-1-2 2-16,9 0-6 0,1-1-18 0,-2 1-3 16,4 0-6-16,-5 2 4 0,-3 0-2 0,-1 0 2 15,-10 0-5-15,3 2 3 0,-1 2-4 0,2-1-10 16,-7 1-8-16,-4-2-5 0,-2 0-62 0,-2 0-151 16</inkml:trace>
  <inkml:trace contextRef="#ctx0" brushRef="#br0" timeOffset="-204752.11">28683 7924 442 0,'0'0'14'0,"0"-2"-1"0,0 0 5 16,2 0-1-16,0 0-2 0,0-1 0 0,-2-1-3 0,7-11 5 16,-1 2-3-16,1-5 10 0,0 1-1 0,3-5 2 15,-1 3-1-15,0 0 17 0,1-5-10 0,-3 4 6 16,0-2-8-16,-3 1 12 0,0-1-5 0,-2 5 0 16,0 2-2-16,-2-1-1 0,0 1-5 0,0 0-1 0,0 2-2 15,-2 2-10-15,0 0-2 0,0 3 1 0,0 1-1 16,-2-1 4-16,1 3-13 0,-1-1 5 0,-3 2-6 15,-6 1 4-15,0-1 1 0,0 2-5 0,0 0 4 16,-2-9 0-16,0 2-2 0,-4 0 5 0,1 3-6 16,1 2 3-16,-2 2-8 0,1 2 1 0,-3 2-1 15,-3 2 7-15,2 2 0 0,-2 1-4 0,2 2 2 16,-3 4-5-16,1 4 3 0,0-11 2 0,-2 20-1 0,-4 1-5 16,4 3 0-16,-1-2 1 0,1 4 1 0,9-6 7 15,-2 0-5-15,4 0 0 0,2 1-2 0,-5-1-4 16,9 2 4-16,5 2-2 0,-3-10 2 0,-8 3 4 15,7-8-5-15,1-2 5 0,3 0-5 0,2 0 3 0,2-2-3 16,0 0 2-16,2-4-3 0,0-1 3 0,0-3 4 16,-2-1 2-16,18 0 1 0,5 13 8 0,6-2-8 15,-1-6-2-15,4-3 1 0,1-4 3 0,1 0-4 16,-1-4 0-16,0-3-2 0,1-2 2 0,-4-1-3 16,1-3-1-16,-1-1-1 0,-4-1-2 0,-2 0 1 15,-4 2 7-15,-1 0-3 0,-4 7 6 0,0-7-10 16,-6-3 2-16,-2 5-4 0,3-4 6 0,-7-4 5 0,-1 4-5 15,0-1 4-15,7 4-4 0,-5 5 3 0,0 0 4 16,-2 1-3-16,-2 2 0 0,0 2-6 0,0 1 1 16,0-3-2-16,0 0 1 0,0 0 0 0,0 3-1 15,0-1 1-15,0 2-2 0,-2 0-1 0,0 2 0 0,0-1 0 16,0 3 6-16,-1 9-8 0,-5 9 5 0,3-1-5 16,-1 5 3-16,2 2 0 0,2 1-1 0,1 3 2 15,1-4 1-15,0 0-2 0,0-4-3 0,0 0 1 16,0 0 3-16,0 0-3 0,0 2 3 0,0-2-4 15,1 2 3-15,-1-2 4 0,0 1-6 0,0-1 3 16,0 0 0-16,-1-4-1 0,-1 3 2 0,-2-3-2 0,0-1 1 16,-1-3 4-16,-1-1-2 0,1-2 2 0,-3 0 2 15,1 0-3-15,-1-2 1 0,3-1-3 0,-10-3 2 16,-2-3-2-16,-1-2 0 0,-1 11 0 0,-1-2 1 0,1-4-4 16,0-3 4-16,5-4-3 0,-5 0 6 0,4-2 1 15,0 0 4-15,2-2-4 0,4 1-3 0,2-1-4 16,1 0-2-16,2 2 0 0,2-1 8 0,1-8-8 15,-7 1 3-15,3 1-5 0,1 2 2 0,0-1-12 16,2 3-3-16,0 1-3 0,2 2-15 0,0 0-44 16,0 0-14-16,0 0-15 0,0-1-84 0,0-1-126 15</inkml:trace>
  <inkml:trace contextRef="#ctx0" brushRef="#br0" timeOffset="-204226.95">29012 8381 767 0,'-2'-2'171'0,"0"0"-233"0,0 0 200 0,0-2-112 15,0-1-25-15,-1-3 1 0,-1 3 1 0,4 3-1 16,-2-2-2-16,0 0-2 0,2 3 2 0,0-1-1 0,-2-2 8 15,2 2-5-15,0 0 1 0,-5 0 0 0,-1-1 7 16,2 1 14-16,1 0-4 0,-1-2 7 0,0 1-8 0,1-1-10 16,-1 0-3-16,0 2-2 0,0 0-4 0,3 1 5 15,-3-1-1-15,0 2 1 0,2 0-4 0,0 0-3 16,1 2 1-16,-1-1-3 0,0 3 2 0,0 0 4 16,-4 7 0-16,1 4 2 0,1-2 0 0,0 0 0 15,1 2-3-15,1-2 2 0,-2 3-3 0,0 1 5 16,3-2-2-16,-1 0 5 0,2-2-2 0,0-2-5 15,0 2 3-15,0 2-4 0,0-2 1 0,2 2 0 16,1-2 3-16,1-2-2 0,0 0 0 0,-1-2 7 16,3 2-4-16,-2-3 6 0,1-1-4 0,10 1 7 15,6-3-4-15,3-3 3 0,-4 0-6 0,1 0-4 0,-3 11 2 16,3-4-2-16,-3-3 6 0,1-3-1 0,1-1 0 16,-3-2 0-16,0 0-2 0,-1 0-6 0,-3-2 4 15,0-1-4-15,-2-1 8 0,-1 0-1 0,-3-1 0 16,1-3-1-16,-3-8 0 0,-1-1-3 0,0-2 2 0,-1 4-1 15,-1-5 6-15,11 1-5 0,-4 1 4 0,-3 1-2 16,-2 2 7-16,-2 2 5 0,-2 0-5 0,-2 0 5 16,-2 2-12-16,-2 2 0 0,1 1 0 0,-12 3-1 15,-11 1 0-15,-1 0-4 0,-3-14-5 0,0 5 0 16,-1 5-22-16,-2 5-48 0,-2 1-13 0,1 2-15 16,5 2-81-16,-1 1-80 0</inkml:trace>
  <inkml:trace contextRef="#ctx0" brushRef="#br0" timeOffset="-203102.42">27950 9090 306 0,'-2'0'127'0,"0"0"-143"16,0-2 141-16,-2 0-70 0,-5-2-34 0,-6 1 14 15,-2-1 0-15,3 0 5 0,1 2-3 0,3 1-10 0,1-1-7 16,2 2 2-16,-1 0-6 0,6 0-13 0,-1 0 6 16,-1 0-7-16,0 0 11 0,0 0 6 0,3 0 0 15,-1 0 1-15,0 0 1 0,0 0 4 0,0 0-4 16,0 0 5-16,2 0 0 0,0 0-8 0,2 0 3 0,0 0-5 15,0 0 4-15,26 0-3 0,3 0 2 0,10 0-1 16,6 2 9-16,12-1-3 0,2 1 2 0,8-2-3 16,7 0 0-16,-2 0-7 0,4-2 1 0,0-1-4 15,-3-1-2-15,-1 0 3 0,11 2 0 0,-1-1 2 16,1 1-2-16,4 0-4 0,-7-2 1 0,-6 1-2 16,-7 1 4-16,-13 0-6 0,-6 2-1 0,-8 0-3 15,-6 0-3-15,-5 0 0 0,-5 0 3 0,-5 0 0 16,-1 0 4-16,-7 0 1 0,2 0-6 0,-8 0 4 0,-1 0-3 15,-4 0 0-15,1 0 4 0,1 0-4 0,0 0 3 16,-2 0-8-16,0 0 0 0,-1 0-4 0,1 0 2 0,0 0-12 16,0 0-1-16,0 0-6 0,0 0-17 0,-2 0-61 15,0 0-2-15,-2 2-23 0,0 0-45 0,-2-1-57 16</inkml:trace>
  <inkml:trace contextRef="#ctx0" brushRef="#br0" timeOffset="-202728.92">28577 9530 718 0,'-2'-2'175'0,"0"0"-212"0,1 0 199 0,-1-1-104 16,0-1-42-16,2 2-5 0,-4-4-2 0,0 3 0 15,3-1-5-15,-1 0 0 0,0 2-3 0,0 1 2 16,-2-1 2-16,2 0-6 0,-1 0 7 0,-1 2-7 15,0 0 2-15,1 0 0 0,-1 2 1 0,0 0 1 16,0 1 2-16,-7 14 1 0,-2 11-2 0,2 2 2 16,2-1-5-16,0 1 3 0,-3 5-3 0,1-1 3 15,0 3-4-15,0 4 0 0,-2 3 0 0,2 5 1 16,-2 1-1-16,0 9 6 0,2 1-4 0,1 3 6 0,1 2 0 16,0-4-2-16,0-2 2 0,1-3-3 0,4-4 1 15,-1-7 0-15,1-8 1 0,-1-6 0 0,-3 1 0 0,-1-2-8 16,0-4 7-16,-1 0-7 0,-1 0 9 0,4-4-6 15,-4 0 3-15,1-3-3 0,1-3 4 0,0-1-3 16,1-2-5-16,3-3 2 0,-1-1-6 0,2-4 0 16,3-1 4-16,-3 0-5 0,0 0-19 0,0-3-25 15,3 1-16-15,-1-2-2 0,0 0-71 0,2-2-78 16,0-1 1-16</inkml:trace>
  <inkml:trace contextRef="#ctx0" brushRef="#br0" timeOffset="-201786.47">28529 9677 47 0,'0'0'17'0,"0"0"-2"0,0-2 16 0,0 0 0 0,0 0 5 15,0 0-5-15,0 0 6 0,0 0-6 0,-2 1 6 0,0-1-2 16,0-2-2-16,0 0 0 0,2 1-10 0,-1-1 4 16,1 0 1-16,-2 0 2 0,0 1 6 0,0-1 8 15,0 0 2-15,0 1 1 0,0-1 5 0,1 2-11 16,-1-2-1-16,0 1-3 0,0-1-13 0,0 0-4 15,0 0 1-15,0 1-1 0,2 1 2 0,0-2-11 16,0 0 0-16,0 1-3 0,0-1 1 0,0 0 1 16,0 1 3-16,0-1-2 0,0 0 8 0,2 0-7 15,0 1 1-15,-2-1-3 0,2 0-1 0,2-1 9 0,5-3-2 16,11 6 4-16,5-3 1 0,1 1-8 0,1 0 5 16,3 1-5-16,4-1 6 0,3-2-3 0,4-16-6 15,1 7 3-15,-5 8-16 0,0 5 1 0,-7 2 3 16,-4 0-1-16,-2 4 3 0,-5-1-2 0,-1 3-2 0,-3 0 1 15,-5-3 11-15,-9-3-2 0,7 6 2 0,-4-2-3 16,-3-1 4-16,7 8-4 0,-4-5 4 0,-1 3-5 16,1 1 6-16,-4-5 0 0,0 6-4 0,0 2 3 15,-2-7-5-15,-3 5-3 0,-1-5 4 0,-16-1-3 16,-1 4 3-16,5-3-1 0,1 3-3 0,-1-3 0 16,5 1-4-16,-8-1 4 0,1 1-2 0,5-1 3 15,2-1-3-15,2 3-1 0,-2-4 0 0,0 1 0 16,2 1 6-16,-4-3-8 0,4 1 3 0,1 0-5 0,-1 0 4 15,-2 5 6-15,4-4-2 0,-2 1 1 0,2 0 0 16,1-3-4-16,-1 1 2 0,0 0-2 0,1-2-3 16,1-1 5-16,-1 1 1 0,1 0 3 0,1-2-2 0,1 0-3 15,1 0-3-15,2 0 2 0,-2 0-2 0,3 0 4 16,-3 2-3-16,0 0 3 0,0-2-7 0,3 0 4 16,-1 0-3-16,0 0 3 0,0 0-6 0,0 0 7 15,0 0 0-15,2 0 3 0,0 0-5 0,0 0 2 16,2 0 0-16,0 0 0 0,2 0-1 0,16 2-2 15,2 0 2-15,3-1-2 0,-1 1-2 0,0 2 5 16,2 0-5-16,-6-1 4 0,3 1-3 0,-3 0 4 16,0 1-2-16,1 1 2 0,-1 1-6 0,2 3 4 0,-5-3 0 15,-2 1 2-15,2 1 1 0,-6-4-3 0,2 3-1 16,0 1-2-16,-4-7 3 0,0 9 0 0,-3 2 5 16,0-2-5-16,-1 0-3 0,-1 2 5 15,1-2-3-15,3-1 4 0,-3-1-3 0,1 2 0 0,-2-2 2 0,-2 1 0 16,-1 1 0-16,-1-4 8 0,0 3-5 0,0-3 5 15,-1-1-6-15,-3-1 0 0,0 3-1 0,-14-1 1 16,-5-1-4-16,-3-3 3 0,4-1-2 0,-4 0 3 16,-2 0 1-16,-2 0-2 0,-1 16 4 0,1-7-5 15,4-3-5-15,0-4 3 0,4-1 3 0,-2-1 1 16,2-2 4-16,-1 0-4 0,1 0 0 0,0 0 0 16,1 0 16-16,3 0-1 0,-1 0 0 0,4 0-1 15,0 0-7-15,4 0-4 0,2 0-1 0,3 0-2 0,3 0-4 16,1 0 0-16,-2 0 3 0,0 0-2 0,1 0 2 15,1 0-5-15,0 0-3 0,0 0-1 0,0 0-5 0,0 0-24 16,1 0-19-16,-1 0-11 0,2 0-153 16</inkml:trace>
  <inkml:trace contextRef="#ctx0" brushRef="#br0" timeOffset="-200250.75">29992 8906 189 0,'0'0'0'0,"0"0"11"0,0 0 111 0,-2 0-32 16,0 0 2-16,0 0-45 0,1 0-10 0,-1 0-5 0,0 0 7 15,0 0-6-15,-2 0 1 0,1 0-9 0,-1 0-2 16,0-2 0-16,2 2 1 0,0 0 12 0,1-2-5 16,-1 2 5-16,0-2-20 0,0 2-3 0,0-1 2 0,2 1-2 15,0-2 1-15,2 0 7 0,0 2-5 0,2-2 7 16,9-2 3-16,9-1-12 0,4-1 5 0,2 2-8 16,0 1 8-16,-1-1-18 0,-1 2 8 0,2 0-12 15,-6 2 5-15,-3 0 0 0,1 0 1 0,-5 0 0 16,0 0 5-16,0 0-8 0,-8 0 2 0,3 0-3 15,-3 0 6-15,-3 0-10 0,1 0-3 0,-3 0-4 16,0 0-17-16,2 0-20 0,0 0-8 0,-3 2-7 0,1 0-44 16,0 0-54-16,0 0-27 0</inkml:trace>
  <inkml:trace contextRef="#ctx0" brushRef="#br0" timeOffset="-200018.25">30011 9008 664 0,'0'0'60'0,"-2"0"-6"0,0 0-19 15,0 0 12-15,-2 0-37 0,2 0 4 0,-3 0-11 0,-1 0 0 16,4 0-3-16,-1 0-2 0,-1 0 16 0,2 0-2 16,0 2 7-16,0 0 0 0,2 0 6 0,0 0 2 15,2-1 0-15,0 1 3 0,2-2-15 0,11 2 4 16,11 0-8-16,2 0-1 0,5 0-3 0,0-2 0 0,6 0-3 15,0 0-11-15,8 0-30 0,3-2-12 16,4 0-17-16,1-2-166 0</inkml:trace>
  <inkml:trace contextRef="#ctx0" brushRef="#br0" timeOffset="-198475.04">30874 8126 251 0,'0'0'34'0,"0"0"-2"16,0-2 21-16,0 0-3 0,0 1-2 0,0-1 10 16,0 0-5-16,0 0-1 0,-2 0-4 0,0 0-13 0,0 0-10 15,0 1 6-15,1-1-7 0,-1-2 6 0,0 2-8 16,0 0 7-16,0 0-7 0,0 1 12 0,0-1-14 16,1 0 5-16,-1 0-7 0,0 0 2 0,0 0-9 15,0 0-1-15,0 1-1 0,-1-1-1 0,-1 2-2 16,-4 0-4-16,-1 0 3 0,-6 3-5 0,2 3 6 15,0 1-4-15,-2 3 2 0,4-7-10 0,-2 14 8 16,2 2 0-16,2 1 4 0,1 1-6 0,5-3-5 16,-10 1 2-16,4-1-1 0,1 1 13 0,4-2 0 0,4-1-2 15,0 1-1-15,2-2-8 0,2 0 10 0,2 0-1 16,1-2 4-16,0-2-5 0,-3-2-1 0,16 2 3 16,1-5-3-16,-1 1 2 0,1-3 1 0,-1-2 2 15,1 11-1-15,1-2 3 0,-2-6-7 0,3-3-1 0,-1-2 0 16,-2-2 6-16,1-1-10 0,-5-3 8 0,1-1-8 15,-2-3 4-15,0 9 0 0,0-22 0 0,-2-1 1 16,-2 0 2-16,-6-2-6 0,-3-2 0 0,15 2-1 16,-4 0 0-16,-4 0 6 0,-5 4-4 0,0-2 5 15,-4 1-5-15,0 3 11 0,0 0-4 0,-4-3 5 16,-2 3-11-16,-1 1 2 0,0 3-1 0,1 4 3 0,-1 3 5 16,5 0-9-16,-13 3 4 0,0-5-5 0,-2 2 5 15,-1 2-1-15,1 3-2 0,-3 4-2 0,1 2-10 16,2 3 8-16,-3 6-5 0,1 2 6 0,3-3 2 0,-1 12-6 15,2 0 4-15,0 0-4 0,2-3 3 0,6 0 1 16,3-1-3-16,-2 1 2 0,5-1 2 0,-1 1-5 16,0-1-1-16,-9-1-3 0,1 0-1 0,3 0-3 15,1-1-4-15,3-1 0 0,1-2-24 0,2 0-98 16,0 2 0-16,0-4-42 0,2 2-86 0</inkml:trace>
  <inkml:trace contextRef="#ctx0" brushRef="#br0" timeOffset="-198257.03">31305 8343 1249 0,'0'-1'9'0,"0"-1"-7"0,-2 0 10 0,0-2-4 16,0 0-7-16,0 3-4 0,0-1-2 0,1 0 1 15,-1 0 3-15,0 0-6 0,0 2 6 0,0 0-6 16,0 0 1-16,0 0-9 0,2 2-6 0,0 0 2 16,0 0-6-16,0-2 0 0,0 0-3 0,0 0-4 15,0 0-56-15,0 0-107 0,0 0-19 0</inkml:trace>
  <inkml:trace contextRef="#ctx0" brushRef="#br0" timeOffset="-197783.13">31708 8109 945 0,'0'-1'30'0,"0"-1"1"0,-2 0-10 16,0-2-4-16,2 2-9 0,-2-1-2 0,2 1-7 0,-2-2 6 15,0 0-6-15,0 2 8 0,1 1-5 0,-3-1-2 16,0 0-1-16,0 0-5 0,1 0 6 0,-1 2 2 15,2 0 3-15,-5 0 4 0,-1 0-2 0,3 2-2 16,-1 0 0-16,-1 2-5 0,1-3 7 0,1 3-4 16,-1-2 5-16,2 11-5 0,1-2-3 0,-1 4 0 0,-7 0-1 15,1 0 2-15,3 1 5 0,1-1-3 0,3 0 2 16,1 2-7-16,2-2 6 0,0-2-4 0,0 0 4 16,2-2-1-16,1 0-1 0,1-2 8 0,0-3-6 15,1 1 13-15,-1-1-6 0,2-2 3 0,7-3-3 16,-2 9 9-16,4-1-12 0,0-2 7 0,3-1-8 15,-1-2 3-15,0-2-8 0,1-2-1 0,-1 0 0 0,1-4 2 16,-1 0 6-16,-2-1-3 0,-2-3 3 0,-2 1-9 16,2 5 2-16,-2-17 1 0,-1 3 2 0,3-5 6 15,-4 4-6-15,2 1 2 0,0-1-4 0,-3 0 4 16,-5 4 7-16,-1-2 0 0,-2-1 3 0,0 1 4 0,-4 2-9 16,-1 0 0-16,-3 0-2 0,-1 2-6 0,-4 1 1 15,-9-1-3-15,0 6 1 0,1-3-8 0,3 3 4 16,-1 3-7-16,-1-13 2 0,3 6-30 0,0 3-46 15,2 4-1-15,6 2-17 0,0 0-34 0,3 0-57 16,4 0-21-16</inkml:trace>
  <inkml:trace contextRef="#ctx0" brushRef="#br0" timeOffset="-197207.96">32073 8005 923 0,'-2'-1'24'0,"1"-1"47"16,-1-2-59-16,0 0-12 0,2 2 2 0,-4-1-6 16,2-1-6-16,0 0-3 0,1 3-1 0,-1-1 0 15,0 0 2-15,2 0 13 0,0 0-1 0,0 0 4 0,2 0 0 16,0 1 12-16,1-1-3 0,10-4 6 0,11-1-1 15,-5 1-4-15,0 2 4 0,1 3-5 0,-3 1-8 0,1 1-2 16,-5 1-4-16,-2 2 2 0,1 0 2 0,-7-2 3 16,1 1 0-16,-3 1 1 0,9 11-1 0,-5-2 9 15,0 2 0-15,-3-1 2 0,-2-1-5 0,-2 0 3 16,0 0-1-16,-2-1 1 0,-2-3-6 0,-1 0 5 16,1-3-5-16,-7 1 4 0,-4 1-13 0,2-5 0 15,2 3 1-15,-2-2 1 0,7-1-2 0,5-1 3 16,-1 0-4-16,0 2 4 0,-2-1-6 0,0 1-5 15,3 0 2-15,-1 0-2 0,0-1 2 0,2 1-2 16,0 0-1-16,0-2 2 0,2-1 7 0,0 1 0 0,1 0 4 16,14 7-3-16,0-1 3 0,-2-1-7 0,1 1 3 15,-3-3-2-15,-3 1 2 0,-3-2 1 0,-1-1-1 16,-3-1 2-16,-1 7 5 0,0 4-7 0,0-1 4 16,3-5-3-16,3 4 11 0,-4-3 9 0,-3-1-8 15,-1 0 7-15,0 1-4 0,0-4-4 0,0-1 9 16,-3 3-8-16,-3-2 6 0,-20-1-9 0,-2 1 0 0,-7-2-2 15,5 16 0-15,-5-5-3 0,2-5-4 0,7-4 1 16,0-3-2-16,5 1 1 0,1-2-2 0,3 0-1 16,2 0-7-16,2 0 2 0,11 0-3 0,-1 0-3 15,-1 0-35-15,0 0-26 0,1 0 0 0,1-2-7 0,0 1 8 16,2-1-96-16,2 0-2 0,1 0-36 0,29-9-41 16</inkml:trace>
  <inkml:trace contextRef="#ctx0" brushRef="#br0" timeOffset="-196914.65">32721 7818 1004 0,'0'-2'16'0,"0"0"2"0,0 0 3 0,0 1-10 16,-3-11 2-16,1 5-10 0,2 3-4 0,0 2 2 15,0 1-2-15,-2-3 8 0,0 0-7 0,0 0 6 16,0 3-6-16,0-1 7 0,1 0 7 0,-1 0-1 16,0 0 4-16,0 0 3 0,0 0-4 0,0 2 2 15,0 0-2-15,1 2-2 0,-1 2-2 0,-4 7-4 0,-5 15 0 16,4 2-10-16,1 2 5 0,0 3-3 0,5-5 5 16,1 2-2-16,0-2-3 0,1-1-1 0,3-4 0 15,2-3 9-15,3 0-8 0,0-1 4 0,1-2-5 16,-1-1 4-16,0-1 2 0,0 0-4 0,-1-2 0 15,-1 0-8-15,1-2 1 0,-3-1 0 0,1-1-2 16,-1 0-19-16,-1-1-118 0,2 1-26 0</inkml:trace>
  <inkml:trace contextRef="#ctx0" brushRef="#br0" timeOffset="-196210.27">31043 8863 517 0,'-2'-2'23'0,"0"1"46"0,-2-1-53 0,3 2 0 15,-14-4-1-15,0 0 1 0,2 1 10 0,4 1-5 16,-1 0 6-16,3 2-4 0,-2 0 21 0,1 0-7 16,3 0 8-16,-3 0-8 0,4 0 2 0,1 0-9 15,1 0-1-15,0 0-2 0,0 0 1 0,-2 0-15 16,1 0 5-16,-1 0-7 0,2-2-2 0,0 0 7 15,0 2-2-15,2 0 4 0,0 0-4 0,2 0 2 16,0 0-8-16,2 0 6 0,16-4-11 0,10 1 7 16,3-1 3-16,12 0 1 0,-2 2-5 0,9 1 0 0,9-1 0 15,-3 0 1-15,5 2-3 0,0 0 0 0,-2-2-2 16,2 0 3-16,0 2 0 0,2 0 3 0,8 0-4 16,3 0 3-16,4 0-9 0,5 0 2 0,-9 0 1 15,0 0 0-15,-1 0 3 0,-10 0-4 0,1 0-2 0,-8 0 0 16,0 0-1-16,-5 0 6 0,-1 0-4 0,2 0 5 15,-6 0-2-15,1 0-4 0,-1 0 3 0,-13 0-4 16,4 0 5-16,-7 0 1 0,-12 0 0 0,-1 0 1 16,-8 0-1-16,-7 0-2 0,-1 0 2 0,-1 0-2 15,2 0 0-15,0 0 7 0,-1 0-6 0,-1 0 1 16,0 0-39-16,0 0-34 0,-2 0-24 0,-2 0-4 0,0 2-98 16,-18 2-178-16</inkml:trace>
  <inkml:trace contextRef="#ctx0" brushRef="#br0" timeOffset="-195727.92">31631 9101 222 0,'0'0'96'0,"0"-2"14"0,0 0-38 0,0 0-34 16,0 1-19-16,-1-1-12 0,-1 0 2 0,0 0 0 16,0 0 0-16,0 0 3 0,0 0 32 0,0 1 2 15,1-1 12-15,-1 0 17 0,0 0-20 0,0 0 0 0,-2 0-7 16,2 2-5-16,-7-3-3 0,2 1 3 0,-3 0-3 16,5 2-2-16,-3 0-18 0,-1 0 1 0,4 0-9 15,-1 0-8-15,2 0-2 0,1 0 3 0,-3 2-2 16,4-2 5-16,-2 2-6 0,3-2 0 0,-3 3-2 15,4-1 1-15,-8 9 6 0,1 0-4 0,0 2 4 16,-1 2-6-16,3 2 3 0,-1 0-3 0,0 1 3 16,1 3-4-16,-3-1-1 0,1 2 5 0,-2 2-3 0,-1 1 6 15,1-5-7-15,0 2-1 0,3-3-2 0,1-1 1 16,1-3 6-16,-2 4 0 0,3-4 1 0,1-4-4 16,2-2 3-16,0 2 1 0,0 0 2 0,0-1 14 15,2 1-6-15,1 0 6 0,1-5-7 0,4 1 2 0,14-3-1 16,0 11-3-16,4-4 2 0,6-2-5 0,3-3 0 15,4-3-2-15,4 1 1 0,-2-4-4 0,5 0 4 16,4-2 0-16,2-3-1 0,2-1-6 0,-6 0 3 16,-1 3-4-16,-14-1 5 0,-1 0-8 0,-8 1-1 15,-6-1-6-15,-1-2 3 0,-2 3-5 0,-4-1-24 16,-2 0-2-16,-7 4-17 0,2-4-95 0,1-5-14 16,3-8-16-16,-3 1 8 0,-5 3-26 0</inkml:trace>
  <inkml:trace contextRef="#ctx0" brushRef="#br0" timeOffset="-195428.19">31817 9209 680 0,'0'-2'42'0,"-2"0"73"16,0 0-83-16,1 0-7 0,-1 0-3 0,0 1 0 15,2-1-3-15,-2 0-8 0,0 0-4 0,0 2-1 16,0 0-7-16,1 0 13 0,-1 0-3 0,0 0 5 0,0 2-9 15,0 0 12-15,0 0-1 0,0 1 4 0,-1 5 1 16,-5 8 3-16,-1 5 4 0,2-1-1 0,-1 4 8 16,-1 2-18-16,0 2 5 0,-1 2-10 0,1 1-4 15,0 5 4-15,-1-3-7 0,1 2 7 0,0 3-12 0,1-11 4 16,1 3-2-16,1-6 3 0,3-1-1 0,-1-1-7 16,2-4 2-16,0 1-4 0,0-2 7 0,2-2-8 15,0-1 7-15,0-2-8 0,0-1 0 0,0-4-15 16,0 1-9-16,0-7 0 0,0 3-21 0,2 0-4 15,0 0-28-15,2-1 5 0,0-1-125 0,18 6-24 16</inkml:trace>
  <inkml:trace contextRef="#ctx0" brushRef="#br0" timeOffset="-194978.13">32458 9368 358 0,'0'0'162'0,"0"-2"13"0,-2 1-42 0,0-3-38 15,0 0-40-15,0 0-16 0,0 1-7 0,-1-1 4 0,-1 0-7 16,2 4-6-16,-7-3-6 0,-2-1 0 0,-2 2-1 16,0 2-3-16,0 0 9 0,-2 2-6 0,4 2 7 15,0 1-11-15,-1 3 0 0,5 3 3 0,0 9-1 16,-5 1-5-16,7-1 4 0,-3-5-10 0,1 3 8 16,-8 5-7-16,4-5 7 0,2 5-2 0,3-3 3 0,2 0-6 15,3 1-3-15,1-1 3 0,0-1-4 0,1-2 0 16,3-1 3-16,0-1-5 0,1 2 3 0,1-4-5 15,0-2 2-15,1 0 6 0,-5 2-1 0,13-2 8 0,1-1-4 16,-1-3-6-16,2-1 4 0,2-1 7 0,-3-3-2 16,5 13 2-16,1-4-4 0,2-4-9 0,2-3 14 15,4-2-5-15,0-2 7 0,1-4-13 0,6-1 5 16,-2-5-2-16,1 1 1 0,-3 0-11 0,-7 0 7 16,-4-1-2-16,-1 1 5 0,-4 0-2 0,-1-2-1 15,-1-1-1-15,-6 5 1 0,-1-13 0 0,-4-6 6 16,-1 1-2-16,16-2 1 0,-8-1-5 0,-5 2 0 15,-5-4 6-15,-1-3-4 0,-5 1 9 0,-8-3-3 16,-2 5-1-16,0 6-1 0,8 2-4 0,-23 3-2 0,-5 0-2 16,-2 5 0-16,-1 1-3 0,-1 5-11 0,1 1-5 15,-1 5-6-15,1-20-53 0,3 11-110 0,2 7-4 16,-1 4-51-16,3 5-184 0</inkml:trace>
  <inkml:trace contextRef="#ctx0" brushRef="#br0" timeOffset="-194089.55">26488 11667 861 0,'0'0'28'0,"0"0"4"0,0 0-11 0,0-2-8 0,0 0-5 16,0 0 8-16,2 1 3 0,0-1 2 0,9-2-3 15,23-5-11-15,3-1 17 0,0 1-10 0,6 0 12 16,1 0-7-16,1 1-1 0,-3 1-5 0,-3-1 1 16,-3 3-14-16,-5 1 1 0,-5 2 0 0,-4 0 2 0,-1 0 0 15,-6 2-12-15,-2 0-3 0,-2 0-7 0,-2 0-28 16,0 0-44-16,-3 0-14 0,-2 0-19 0,-2 0-136 16</inkml:trace>
  <inkml:trace contextRef="#ctx0" brushRef="#br0" timeOffset="-193945.58">26748 11697 812 0,'0'0'115'0,"0"0"-122"15,-2 0 117-15,2 0-57 0,0 0-55 0,0 0 18 16,0 0 0-16,2 0 7 0,0 0 2 0,7 0-4 16,17 0-2-16,6 0-1 0,5 0-11 0,2-2 1 0,4 0 0 15,-1 0 0-15,3-2-10 0,0 1-32 0,-5-1-23 16,-1 0-15-16,2 2-197 0</inkml:trace>
  <inkml:trace contextRef="#ctx0" brushRef="#br0" timeOffset="-188896.17">28107 11515 59 0,'0'0'0'0,"0"-2"5"16,0 0 53-16,0 0 7 0,0 0 8 0,0 0-22 15,2-1-5-15,0-1-30 0,-2 2 1 0,4-7-2 16,-2 1 0-16,1 1 12 0,1 0-2 0,-2 1 5 16,2-1 3-16,-1-1 4 0,1 1-4 0,0-1 4 15,-2 1-3-15,0 1-6 0,-1 1 2 0,1-1-5 16,0-1-3-16,-2 5 4 0,0-4 4 0,0 4-3 0,0 1-5 16,0-1 0-16,0-2-6 0,0 2 4 0,0 0-7 15,0-1 3-15,0-1 1 0,0 2 0 0,-2 0-5 0,0 0 0 16,1 0-3-16,-1 1 2 0,0 1-11 0,0 0 11 15,-11 1-7-15,4 3 7 0,-6 4-6 0,2-1-3 16,4 0 4-16,-6 1-4 0,2 9 5 0,3 1-9 16,-3 1 1-16,6-1-3 0,0 3 12 0,1-1-9 15,4 1 2-15,0-1-3 0,0 0 2 0,-12 1 0 16,4-3 3-16,3 3-2 0,3-3 7 0,2-1 0 16,2 2-1-16,0-3 0 0,4-1-3 0,2 0 6 15,-1-2-6-15,4 2 6 0,1-4-6 0,1-2 3 16,15-1 3-16,0-1-3 0,4-1-5 0,-3 1 3 0,-1 2-3 15,-2 8 4-15,6-2 5 0,-4-8-4 0,4-5 0 16,-4-2-2-16,0-2 1 0,0-1 2 0,-4-5 5 16,-3 1-4-16,1-4-1 0,-3 0 0 0,1-2-5 15,-3-13 3-15,-4 2-5 0,1-4 5 0,-3 0 0 0,-2 0 2 16,3 0 2-16,-5-2-7 0,1 4 2 0,-3-1-4 16,-1 1 5-16,0-2-2 0,17-2 1 0,-8 6-1 15,-4-2 3-15,-5 0 1 0,-2 0 1 0,0 2-1 16,-4-2-3-16,1 5 7 0,-5-1-5 0,3 5 5 15,-3 1-11-15,1 3 13 0,3 7-11 0,-7-1 11 16,-8-6-12-16,1 1-3 0,-1 5 5 0,-7 0-6 0,2 5 5 16,4 4-4-16,-10 7 0 0,6 2-3 0,-4 6 4 15,2-12 1-15,4 21 2 0,-1-3 0 0,5 4-8 16,3-4 8-16,2 3-7 0,4 0 8 0,3-2-4 16,1 0-5-16,-12 0 6 0,8-2-7 0,1 3 2 0,5-1 6 15,1-2-4-15,2 0 4 0,0 1-14 0,2-3 0 16,1 0 0-16,1-1-1 0,0 0-16 0,1-1-39 15,1 1-14-15,-1-4-9 0,1-2-68 0,0-2-92 16</inkml:trace>
  <inkml:trace contextRef="#ctx0" brushRef="#br0" timeOffset="-188614.39">28737 11608 928 0,'0'0'11'16,"0"0"4"-16,0 0-7 0,0 0-6 0,0 0-2 16,0 0-5-16,0 0 9 0,0 0-5 0,0 0 6 15,0 0 0-15,0 0 0 0,0 1 7 0,0 1-4 16,0 0 4-16,0 0-2 0,0 0 0 0,0 0 0 0,0 0-2 15,0-1-3-15,0 1-5 0,0 0 0 0,0-2-11 16,2 0-7-16,0 0-7 0,-1 0 0 0,1 0-26 16,0 0-87-16,2-2-14 0,9-3-31 0,9-6-93 15</inkml:trace>
  <inkml:trace contextRef="#ctx0" brushRef="#br0" timeOffset="-187914.64">29383 11292 255 0,'0'-2'119'0,"0"0"11"0,0 0-38 0,0-1-28 16,0-1-32-16,-2-4-20 0,0-3 26 0,2 6-7 16,-2-3 13-16,2 3-6 0,0 1-10 0,0-2-2 15,0 5-1-15,0-3-1 0,0 0 7 0,-1 0 1 0,-1 1 0 16,0-1 0-16,2 2-10 0,0 0 3 0,0 0-5 15,0 1-6-15,0-1 8 0,0 0-7 0,-2 0 7 16,2 0-8-16,0 0 8 0,-2 2-1 0,2 0 2 16,-2 0-7-16,0 0 0 0,2 0-1 0,-1 2 1 15,-1 0 1-15,0 0-4 0,0 0-2 0,0 1 0 16,0 1 2-16,0 0-8 0,2-2 6 0,-1 5-7 16,-1 4 0-16,-2 2 0 0,2 0 1 0,-2 4 0 0,1 0 5 15,-1-1-5-15,0 3-4 0,1 0 1 0,-1-1 1 16,0 3-2-16,0-1 2 0,1 2-3 0,-1 1-1 15,2-1 1-15,0 0 1 0,0 2 0 0,1-1-1 0,1-3 5 16,0 2-4-16,0-3 3 0,0 1-7 0,1-1 2 16,1-1 3-16,0-1 0 0,2-2-1 0,0 0-1 15,3 5 0-15,-1-7 0 0,-1 0 0 0,1 0 1 16,-3-5-2-16,3-1 2 0,0 1 5 0,-3-3-8 16,8 2 7-16,-1 1-6 0,3-4 11 0,0-3-4 15,0 9 1-15,0-3 0 0,-2-3 10 0,4 0-5 16,-1-4-2-16,3 0-2 0,0-2-2 0,-2-2-3 0,0-2 4 15,1-3-5-15,5-2 2 0,-5 0-2 0,1 9-2 16,-4-15 2-16,-2 1-1 0,-1-3 0 0,-5 1 3 16,1-1-2-16,-3-1 5 0,5 1-8 0,5-1 2 15,-4-1-3-15,2 1 6 0,-5 1-6 0,-2 1 1 16,-1-1-3-16,1 2 12 0,-2 1-6 0,11-3 2 0,-4 2-4 16,-1 1 2-16,-5 1 0 0,1-2 2 0,-2 0-3 15,-2-1-4-15,0 1 5 0,-2 0 0 0,0 2 3 16,0 4-2-16,0-2 0 0,-1 2-2 0,-1 0 1 15,-2-2-3-15,3 6 0 0,-3-3 0 0,2 5 1 16,3 1 0-16,-9 0-1 0,-5-7 1 0,1 2-1 16,-9 0 5-16,7 5-6 0,-1 4 3 0,0 2-3 0,2 1 4 15,-1 3-4-15,1 0-2 0,-4 3 0 0,6-2-3 16,0-5 5-16,2 15 1 0,2-4 0 0,3 2-10 16,4-2 2-16,-1-2-3 0,-9 4 2 0,7-6-9 0,-1 2-46 15,3 0-3-15,3-1-17 0,0-1-28 0,0-2-8 16,1 1-2-16,1-3-4 0,0 1-24 0,0-2-4 15,7-3-2-15,12 14 2 0,-5-5 5 0</inkml:trace>
  <inkml:trace contextRef="#ctx0" brushRef="#br0" timeOffset="-187163.36">30400 11249 246 0,'0'0'68'0,"0"-2"148"15,0 0-191-15,0 1-22 0,-1-1 6 0,-1 0-10 16,0 0 11-16,0 0 6 0,0 0-6 0,0 0 4 0,0 1-14 15,1-1 8-15,-1 0 4 0,0 0 1 0,0 0 16 16,0 0 2-16,0-1 6 0,0-1-2 0,2 2 16 16,-1-2-11-16,-1 1 1 0,0-1-4 0,0-2-1 15,0 1 0-15,0-1-7 0,0 1 3 0,1-3-13 0,-1 3 3 16,2 3-1-16,-2-2 1 0,-2-3 0 0,2 3-5 16,0-2 4-16,2 5-5 0,-1-3-5 0,-1 0 2 15,0 0-3-15,0 1 2 0,0-1-1 0,-2 0-1 16,1 1 1-16,-1 1 0 0,0 0 3 0,1 0 1 15,-1-2 5-15,0 1-3 0,0 1 1 0,1-2-4 16,-1 2-3-16,0 0 2 0,1 0 3 0,-1 1-14 16,0-1 4-16,0 0-6 0,1 2 5 0,-1 0-7 0,0 0 7 15,1 2-7-15,1-2 9 0,-8 7-6 0,1 17 2 16,0-1-2-16,-4-1 4 0,2 0-4 0,1 2-1 16,-1-2 1-16,2 1 5 0,2-1-3 0,-3-2-3 15,5 1 0-15,-3 1 1 0,3 0 0 0,-1-1 3 16,2-1-4-16,1 1-2 0,-1-1 4 0,2-1-5 0,-11-1 3 15,4 1-1-15,1-1-4 0,3-1 7 0,1 2-6 16,2-3 5-16,2 1 3 0,0 0-5 0,0-2 3 16,2-2-2-16,2 2-3 0,1-1 3 0,1-2-4 15,0 1 10-15,-3-6-9 0,8 8 6 0,-7-4-7 16,9-4 9-16,4-1-6 0,0 5-4 0,-3-3 1 16,11 1 8-16,-5-4-2 0,4-1 5 0,0-4-5 15,-5 0-1-15,7-2-2 0,-2-1 4 0,2-3-3 0,0-1 4 16,-6-1-1-16,1-1-2 0,-1-2 2 0,-3 0 2 15,0-1-1-15,-1 9-2 0,-4-18 1 0,1 1 3 16,-2-6-4-16,-6 0 6 0,1 0-6 0,-2-2 6 0,-1 0-4 16,-1 0-3-16,17-5 2 0,-10 3-2 0,-5-1 5 15,-4-3 1-15,-4 6 0 0,-5-3-1 0,-4 3 0 16,-2 2 0-16,13 4 0 0,-20 1-1 0,-2 3 3 16,-1 6-1-16,-1 3 1 0,-1 6-4 0,1-14-12 15,3 8 5-15,-1 5-7 0,2 4 6 0,-2 4-19 16,1 1-6-16,3 3-6 0,5 1-36 0,2 0-22 15,4 0-5-15,3 12-4 0,4-1-3 0,-11 1-5 16,6-5-2-16,3 1-4 0,4 0-34 0</inkml:trace>
  <inkml:trace contextRef="#ctx0" brushRef="#br0" timeOffset="-186622.28">30970 11325 1016 0,'0'-2'27'16,"0"1"0"-16,-1-1-9 0,-1 0 3 0,0-2-14 15,0 2-2-15,0-1 10 0,0 1-11 0,-1 0 10 0,-1 0-10 16,0 0 1-16,0 0 5 0,1 0-3 0,-1 1 9 16,0-1 15-16,2 2 3 0,-3-2 3 0,1 2 5 15,-1-2-12-15,-3 0 1 0,3 2-5 0,-5 0-2 0,5 0-9 16,-3 2-3-16,-1 2-1 0,3-1-11 0,-1 3-1 15,-2 1 2-15,1 10-1 0,1 2 6 0,-1-1-4 16,5 1-1-16,-5-1 0 0,5 1-2 0,-3 0 2 16,4-1-1-16,0 1 3 0,0-1-7 0,-11 1 3 15,2 1 1-15,6-3 0 0,-1 2-6 0,4-5 7 16,2 1-2-16,0-2 4 0,2 0-3 0,0 0 1 16,2 0-3-16,-1-2 2 0,3 1 0 0,-2-5-2 15,1 0 5-15,-1-1-5 0,9 0 2 0,2-5 5 16,0 1 1-16,1 9 2 0,5-1 1 0,-3-5-3 0,3-3-5 15,3-2 5-15,-4 0 0 0,3-4-6 0,1-1 4 16,-4-1-5-16,10-5 1 0,-10 2 1 0,1 0 3 16,-1-3 0-16,-7 3 3 0,4 0 0 0,-2-12-6 0,0 1 4 15,-4-2-1-15,-2-1-3 0,2-1 3 0,-3-2-4 16,-1 0 7-16,-3-2-6 0,14 1 6 0,-6 1-7 16,-5-2 4-16,-5-2 6 0,-2 4 1 0,-8-7 2 15,-1 3 7-15,-2 4-13 0,-6-4 2 0,4 10-6 16,8-2 3-16,-25 1 0 0,0 6-2 0,-1 8 1 15,-3 3-6-15,5-14-6 0,-1 8-1 0,4 8-2 16,0 2-7-16,4 6-18 0,1 1-4 0,4 3-8 0,3-5-39 16,4 18-33-16,3 3-4 0,5-8-10 0,-9-3-35 15,5-2-45-15,3 2-19 0</inkml:trace>
  <inkml:trace contextRef="#ctx0" brushRef="#br0" timeOffset="-186087.22">31581 10974 980 0,'0'-1'24'0,"-2"-1"3"0,1 0-9 0,-1-2-6 15,-2 0-6-15,0 1-2 0,2 3-2 0,-5-4 1 16,0 2-3-16,-3-5-4 0,3 3 4 0,1 2 0 15,1 0 4-15,-1 0 0 0,2 1 5 0,1-1-6 0,-1 0 6 16,0 0 6-16,2 0 2 0,1 2 3 0,1 0-4 16,0 0-3-16,1 0-6 0,1 0 7 0,9-2-7 15,15 0 0-15,2 2-3 0,2 0 1 0,0 0-1 16,-2 2-3-16,-1 2 4 0,-1 0-8 0,-1 1 7 16,-5 1-4-16,2 1 5 0,-3 1-5 0,-1-1 4 15,-5-1-3-15,-1-1-1 0,1 1 6 0,-6-2-5 16,2-1 5-16,-5-1 6 0,-2-2-5 0,2 2 5 0,-1 0 3 15,1 0 0-15,0 0 9 0,-1-1-7 0,-1 1 9 16,0 0-11-16,0 0 0 0,0 0-3 0,0 2 2 0,0-1-3 16,-1 1-2-16,-1 0 0 0,0-1 0 0,0 1-4 15,0 0 2-15,0 0-3 0,0 1 5 0,0 6-5 16,0 4 2-16,0 4-3 0,-1-1-6 0,-1 3 7 16,-4 5-2-16,1-2 6 0,-7 4 2 0,1 1-10 15,2-5 3-15,-4 4-3 0,0 0 0 0,0-2 4 16,0 0-4-16,2-2 3 0,2-1-3 0,1-3-2 15,1 0 4-15,-1-1-3 0,3-2 5 0,-1-1-2 16,1 1 1-16,1-2-2 0,0 2 5 0,2-2-7 16,0-4 2-16,1 0-3 0,-1-2 1 0,0 0 1 0,0 1 0 15,2-5 0-15,0 1-3 0,-2 1-1 0,2-3-1 16,0 0 1-16,0-2 0 0,0-1-19 0,-2 3-9 16,0 0-3-16,1 0-32 0,1-3-38 0,0 1-14 0,0 0-14 15,1-2-97-15,1 0-24 0</inkml:trace>
  <inkml:trace contextRef="#ctx0" brushRef="#br0" timeOffset="-185493.81">32214 10850 871 0,'-1'0'32'0,"-1"0"0"0,0-2-7 15,0 0-1-15,-2 0-10 0,1 1 19 0,-1-1-12 16,2 2 2-16,-4-2-9 0,1 0-10 0,-1 0 4 16,3 0 1-16,-1 2 2 0,2 0 8 0,-2 0 11 15,1 0-5-15,-1 0 6 0,0 0-7 0,2 2-6 16,0 0 2-16,1 0-3 0,1 0 0 0,0 0-9 16,0-1 2-16,1 1-4 0,3 0 2 0,11 6-5 15,7-1 2-15,1 0-3 0,3-1 5 0,-2-2-5 0,0-1 4 16,0 1-5-16,0-2 0 0,-2 0 6 0,1-2-6 15,-5 0 5-15,3 0-4 0,-5 0-1 0,1 0 3 16,-4 0-4-16,0 0-2 0,-2 0 5 0,-3 0-3 16,-3 0 5-16,-3 0-4 0,0 0 7 0,2 0-2 0,-2 0 2 15,-1 0-8-15,1 0 3 0,0 0 0 0,2 0 3 16,0 0 4-16,-1 2-3 0,1 0 3 0,-2-1-2 16,0 1 8-16,0 0-3 0,-1 0 0 0,1 0-1 15,0 0-6-15,0 0 0 0,0 1 5 0,-2 1-4 16,0 3-1-16,0 5-1 0,0 10-5 0,-2 0 6 15,0-5-4-15,-2 3-4 0,1-3-1 0,-3 5-1 16,1 2 3-16,-1 4 6 0,0-2-5 0,-1 2 3 16,1 2-5-16,1-2 1 0,-3-1 3 0,3-2-2 0,-1-1 2 15,-1-2 0-15,-1 0 2 0,3-1-2 0,-3 3-3 16,3-4 4-16,-3 3-6 0,1-3 6 0,0-1-1 16,1-3-2-16,-1 3 4 0,1-2-4 0,0-1-5 0,1 1 5 15,1-2 0-15,0-2 1 0,1 0 1 0,1 0 4 16,0-2-4-16,0 0 5 0,0-2-8 0,0 1 7 15,1-3-4-15,1-1 7 0,0-3-5 0,-2 3-5 16,2-4 2-16,0 0-2 0,0 0 2 0,-2 1 0 16,0 1-2-16,0 0 1 0,2-1 1 0,0-1-5 15,0 0-2-15,0 0-6 0,0 0-31 0,0 0-71 16,0-2-51-16,0 0-16 0,0-2-247 0</inkml:trace>
  <inkml:trace contextRef="#ctx0" brushRef="#br0" timeOffset="-183164.52">32692 11405 155 0,'0'0'23'0,"0"0"15"15,0 0 22-15,0-2-15 0,0 0 3 0,0 1-6 16,1-1 2-16,1 0-4 0,0 0 4 0,0 0-3 0,0 0 11 15,0 0-18-15,0 1 2 0,-1-1-7 0,1 0 3 16,0 0-5-16,0 0 0 0,0 0-2 0,0 0 0 16,0 1-4-16,-2-1 0 0,0 0-1 0,0 0-4 0,0 0-7 15,0 2 4-15,0 0-4 0,-2 0 4 0,0 0 0 16,0 2-4-16,-2 0 3 0,-1 0-6 0,-3 3 3 16,1 1-1-16,-2 1 1 0,3 6-7 0,-1-2 2 15,-1 1 1-15,1-3 1 0,-1 0 6 0,3 0-6 16,-1-1 1-16,1-1-3 0,-1 1 9 0,2-3 1 15,1 1-2-15,1-2 1 0,0-1-3 0,2-1 0 16,-2 2 3-16,0 0-1 0,0-1 10 0,1 1 4 16,-1-2-5-16,0 0 3 0,0 0-15 0,0-1 3 0,0 1-3 15,2-2 2-15,0 0-5 0,0 0-1 0,0 0 4 16,0-2-4-16,0 1 1 0,0-1-6 0,2-2 3 16,0 0-3-16,0-5 4 0,2-4-3 0,-1 2-1 15,1-2 2-15,0 0 6 0,1 0-7 0,1 0 1 16,-1 0-2-16,1 2-1 0,1 0 1 0,1 1-4 15,-1 1 3-15,-1 2-6 0,-3-1 5 0,5 4 3 0,1 1 0 16,-1-1 4-16,-3 0-3 0,1 1-5 0,-4 3 1 16,1-2-2-16,-1 2 4 0,2 0 1 0,-2 0 1 15,3 0 2-15,-3 0-4 0,2 2 2 0,0-1-2 16,-1 3 1-16,-1 0 4 0,2 1-1 0,1 7 1 16,1-1-7-16,-2-4 2 0,-2 1 0 0,1-1 2 15,-1-3 2-15,0 1-6 0,-2-3 1 0,2 2-2 0,0 0 4 16,0-1 9-16,-1 1-6 0,1-2 5 0,0 0-4 0,2 0-4 15,0-1 7-15,-3-1-7 0,7 2 4 0,1-2 5 16,-1 0-9-16,1 0 8 0,-2 0-4 0,-3 0-1 16,0 0 5-16,-1 0-3 0,1 0 5 0,0 0-10 15,-2 0 8-15,0 0-9 0,-1 0 3 0,1 0 6 16,0 0-4-16,-2 0 6 0,0 2 1 0,0 0-10 16,-2 0-2-16,0 0-3 0,1 0-3 0,-1-1-3 15,0 3 5-15,0 0-5 0,0 0-4 0,0-3-29 16,0 1-4-16,1 0-6 0,1 0-5 0,0 0-6 15,1 0-10-15,1 0-4 0,2-1-80 0,15 3-31 16,5-4-1-16,-2 0-5 0,-2-2 29 0</inkml:trace>
  <inkml:trace contextRef="#ctx0" brushRef="#br0" timeOffset="-182656.34">33085 11273 480 0,'0'0'42'0,"0"0"-1"0,-2-2 15 0,1 1-1 15,-1-1-9-15,0 0-7 0,-2 0-3 0,0 0-1 0,1 0-1 16,1 2-6-16,-2 0-6 0,0 0-2 0,1 0-1 15,-1-2-13-15,0 2 0 0,1 0 3 0,1 0-1 16,0 0 3-16,0 2 12 0,0 0-8 0,0 0 9 16,2 0-5-16,0 11 3 0,0 4-1 0,2-3 1 15,2 1-1-15,1 2 2 0,1-2 5 0,0 2-4 16,-1-3-2-16,3 3 0 0,-3-2-1 0,1 0 0 0,-3-2-10 16,1 0 12-16,-2 0-7 0,-2-2 10 0,0-2-4 15,0-3-8-15,0 1 4 0,-2-1-6 0,0-2 1 0,0-1-11 16,-7-1-1-16,-15 15-1 0,0-6 2 0,2-4-4 15,-3-3-2-15,9-4-3 0,-5 0-7 0,6-2-18 16,1 0 1-16,-3-3-6 0,8 1 2 0,3 0 3 16,4 4-4-16,-3-7 3 0,-3-8-4 0,4 0 16 15,3 2-5-15,1-2 7 0,1 1-3 0,3-1 12 16,4-2-2-16,1-2 4 0,4-1-2 0,2 0 1 16,-12-1 5-16,16-1-3 0,1 1 7 0,-1 5-1 15,-2-1 1-15,-1 4 0 0,-1 4 8 0,-4-2-6 0,1 3 8 16,-3 6-7-16,-2 0 11 0,1-3 0 0,-3 1-4 15,1 0 4-15,-1 3 7 0,1 1-4 0,0 0 0 16,-1 0-2-16,1 1-5 0,-1 1-1 0,3 4 1 16,-3 1-2-16,3 10-4 0,-1-4 2 0,1 4-1 15,-3-2 2-15,3-1 5 0,-1 1 0 0,2-4-1 0,-1-1 1 16,1 1 3-16,-2-4-5 0,1 3 1 0,-3-3-4 16,3 0-8-16,-3-1 3 0,-1 0 2 0,0-5 0 15,1 3 0-15,-3-2-5 0,2 0-4 0,0 0 0 16,-1 0-7-16,5 1-20 0,-4-1-3 0,1-2-10 15,1 0-56-15,-1 0-25 0,1-2-3 0,-1-1-8 16,5-9-17-16,-5-8-50 0</inkml:trace>
  <inkml:trace contextRef="#ctx0" brushRef="#br0" timeOffset="-182404.17">33002 10648 724 0,'0'0'72'0,"0"0"143"0,0-2-191 0,0 0-22 16,0 0 4-16,0 0-8 0,0 2 8 0,0 0-4 16,0 0 6-16,2 0-5 0,-1 0 4 0,1 0-1 0,2 0-3 15,2 0 3-15,10 0-5 0,1 0-3 0,-2 0-3 16,0 0 0-16,0 0-15 0,-2 0-14 0,1 0-21 15,-1 0 1-15,-1 0-88 0,-1-2-13 0,2 0-3 16,2 1 1-16,1-3 19 0</inkml:trace>
  <inkml:trace contextRef="#ctx0" brushRef="#br0" timeOffset="-182276.22">33460 10475 315 0,'0'0'73'16,"0"0"-2"-16,0 0 32 0,0 0 6 0,0 0-14 15,-2 0 29-15,1 2-42 0,-1 0-1 0,-2 1-14 0,4-1-14 16,-4 9-5-16,-3 6-5 0,1 0 1 0,1-2-15 15,1 3-14-15,-2-1 6 0,-1 0-10 0,0-1-4 16,1 3-8-16,2 1-3 0,2 1-1 0,1-3-10 16,-1 3-134-16,-2-3-30 0</inkml:trace>
  <inkml:trace contextRef="#ctx0" brushRef="#br0" timeOffset="-181066.36">28742 12311 104 0,'0'0'32'0,"-1"0"-21"16,-1 0 27-16,0 0-8 0,0 0-25 0,-2 0-4 16,1-2 5-16,-3 2-5 0,-3-1 8 0,-1-1 28 15,-1 0 0-15,0-2 12 0,2 2 12 0,-2-1-11 16,0-1-1-16,1 0-3 0,-1 0-6 0,0 1-6 16,0-3 1-16,-2 1-2 0,2-1-1 0,0 2-8 15,-2-1-1-15,0-1-3 0,-4 1 4 0,0-1 5 0,0 0 3 16,-1 3 0-16,1-1 13 0,-1 0 14 0,-3 1-2 15,3-1 5-15,-3-2-9 0,3 1-14 0,-1-1-1 16,-1 1-6-16,3 1-5 0,0 0-1 0,6 2 0 0,2 0-1 16,-4 1-9-16,3-1 5 0,5 2-1 0,-4-2 2 15,7 2-2-15,-4-2-7 0,2 2-4 0,1-2-1 16,-1 0-4-16,0 0-12 0,2 2 3 0,1 0-8 16,-1 0 4-16,0 0 11 0,0 0-1 0,2 0 5 15,0 0-6-15,2 0 4 0,2 0-5 0,10 0 4 16,24 0-2-16,-1 0 4 0,2 0-1 0,5 0 0 0,5 0-8 15,3 2 8-15,5 2-2 0,10 0 4 0,7-1-9 16,15 1 8-16,6 0-3 0,9 1 7 0,0-3-4 16,-6 0-7-16,6 2 4 0,4 0-4 0,7-1 10 15,8 1-6-15,-1 0 1 0,-3-2-3 0,-4-1 1 0,0 1 1 16,6 2-2-16,5-2 0 0,4-2 0 0,-3 0 2 16,-9 0 4-16,3 0-5 0,-2 0-2 0,9 0 5 15,-4 0 1-15,-7-2 2 0,-3 0-9 0,-16 0 2 16,-3 0-4-16,-2 2 4 0,-4 0 6 0,0 0-4 15,-4 0 4-15,-9-1-5 0,-5 1 3 0,-8-2-4 16,-5 0 0-16,-10 0-1 0,-4 0 5 0,-6 0 1 16,-7 0 0-16,-3 1-1 0,-4 1 0 0,-5-2 3 0,-3 0-3 15,-4 2 3-15,-3 0-6 0,-5 0 0 0,-1 0 3 16,-1 0-1-16,2 0 11 0,0 0-10 0,-1-2 2 16,-1 0-6-16,0 0-14 0,-2 2-49 0,0-2-7 15,-2 2-18-15,-7-1-69 0,-30-3-30 0,-8 4-24 16</inkml:trace>
  <inkml:trace contextRef="#ctx0" brushRef="#br0" timeOffset="-180585.57">28590 12419 861 0,'-2'-2'27'0,"0"0"-4"0,-1 0-4 15,-21-7 0-15,5 2-13 0,0 1-13 0,5 2 12 16,-1 3-3-16,0-1 6 0,2 0-5 0,4 2 8 16,-1 0 7-16,1 0 0 0,0 0 23 0,3 0 1 15,-1 0-1-15,3 0 1 0,2 0-9 0,-2 0-10 16,1 0-4-16,1 0-3 0,0 0-15 0,0 0 9 15,0 0 0-15,2 0 4 0,2 0-4 0,0 0 1 16,13 0-1-16,22-2 1 0,8 0-7 0,8 2 7 0,9 0-3 16,8 0 5-16,16 0 1 0,12 0-1 0,8 0-1 15,7 0-1-15,-1 0-6 0,5-2 5 0,9 2-4 16,11 0 4-16,6-2-8 0,0 2 10 0,-7-1-1 16,1 1 3-16,2 0-7 0,8 0-1 0,-4 0-2 0,-9 3 1 15,-10 1-6-15,-13 0 3 0,1 3 0 0,-4-1 2 16,-4-1 2-16,-12 1-5 0,-10-2 1 0,-11-1-2 15,-8 1 2-15,-9-2 0 0,-4 2 3 0,-8-3-2 16,-3 1 5-16,-9-2 0 0,-2 0-3 0,-9 0 1 16,-3 0 1-16,-5 0-1 0,-3 0 3 0,1 0-3 15,0 0 1-15,-5 0-8 0,-2 0 1 0,2 0-6 0,-1-2-12 16,1 1-119-16,-2-1-11 0,0 0-47 0,-2 0-142 16</inkml:trace>
  <inkml:trace contextRef="#ctx0" brushRef="#br0" timeOffset="-147640.22">25796 8243 38 0,'0'0'0'15,"0"0"-1"-15,0-2-8 0,-2 0 10 0,0 1 5 16,0-1 7-16,0 0 0 0,0 0-9 0,1 0-3 0,-1 0 2 16,0 0 18-16,0 1 11 0,0-3 4 0,-2 0-1 15,1 0-6-15,1 1-7 0,2 1 0 0,-2-4-4 16,-2-1-24-16,2 1 2 0,1 3-6 0,-1-3 8 16,2 2 2-16,0 1 5 0,0-1-2 0,0 2 2 15,0-2-8-15,0 2 7 0,0 1 0 0,0-1 3 16,0 0-5-16,-2-2 25 0,0 0-4 0,0 1 12 0,0-3-5 15,0 2 9-15,-1-1-7 0,1-1 7 0,-9 1-15 16,5 1 2-16,-1-2-2 0,-1 1 1 0,1-1-7 16,-2-1-2-16,-3-4 0 0,3 3-1 0,0 1-7 15,1-2-2-15,-1 5-2 0,-2-5 2 0,0 3 0 0,0 0 11 16,-2 1-4-16,0 3 7 0,0-5 8 0,2-3-10 16,-2 3 5-16,-2-8-8 0,-2 8 4 0,0 1 0 15,1 2 2-15,-3 1-2 0,1-1-8 0,3 2 1 16,-6 0-10-16,3 0 6 0,-6 1-11 0,-1-16 11 15,-1 4-6-15,2 4 7 0,-4 1-6 0,1 1 1 16,-3 1 4-16,0 1-4 0,4 1-2 0,4 0 1 16,-2 2 2-16,1 0 0 0,-3 1 5 0,0-1 0 0,6 2 3 15,-4 0-1-15,4 0 4 0,-5 0-3 0,3 0 3 16,4 2-3-16,-5 3-4 0,5 1 1 0,-3 1-8 16,1 2 8-16,-1 3 0 0,5-3-6 0,-3 2 6 15,1 2-6-15,3-2 4 0,-2-7-1 0,4 9-3 16,-2 2 2-16,-2-1-1 0,1 1-3 0,-1 0-1 0,2 0-1 15,0 0 0-15,0 0-2 0,1 0 2 0,-1-2 0 16,-2 1 4-16,2-1-4 0,4 2 0 0,-4 2 0 16,-2 0 1-16,4 1-3 0,-3 3 5 0,5-1-3 15,-2-1 10-15,-4 3-10 0,2-2 1 0,4 3-2 16,0-1 4-16,3 2-3 0,1-2-2 0,1 3 0 16,1-1 0-16,3 2 6 0,-15 0-3 0,4 2 3 15,6 5-5-15,5-3-3 0,2-1 3 0,0-1-1 0,0 0 4 16,0 4 0-16,2 3-2 0,2-2 0 0,-1-1-1 15,1-1 3-15,0-3 1 0,-1 0 1 0,1 2-6 16,0-2 5-16,0-2-3 0,1 2 4 0,1-1-5 0,-1 1 1 16,4 2 0-16,1 0 0 0,1 1-5 0,0 1 9 15,2-1-4-15,0 3 7 0,2-1 0 0,0 1-8 16,1 5 4-16,1-4-4 0,2 8 8 0,-1-3-4 16,-1-1-1-16,2 2-2 0,-5-5-2 0,3 1 1 15,-2-4 4-15,0-3-1 0,0 0 0 0,1 1 6 16,1 1-8-16,2 1 6 0,1 2-6 0,-1-1 3 15,1 3 1-15,-18 0 1 0,22 0 1 0,0 0 0 16,6 2 0-16,-2-2-1 0,5 1-9 0,6-3 5 0,-2-5-1 16,6-1 4-16,2-3-3 0,-3-5-1 0,10-3 0 15,-3-5-1-15,-3 0 9 0,0-2-8 0,-1-3 4 16,3 1-5-16,-3-1 3 0,3-5-2 0,-1 3 6 0,6-2-5 16,3-1 0-16,3 1 0 0,1-2-2 0,5 28 1 15,-4-17-1-15,0-6 6 0,1-3-4 0,-10-4 5 16,0-2-6-16,-4-4-2 0,-2-1 2 0,3-2-2 15,1-3-1-15,0-2 3 0,4-3-5 0,1-4 4 16,3-1 1-16,-2 0 0 0,-1-4 4 0,-1 24-3 16,-2-35 3-16,-3 0-4 0,-5 0 1 0,-7-4-1 15,-2 4 0-15,-3-4 2 0,1 2 0 0,-5 0 0 0,2-4 2 16,-6 0-4-16,-2-3 5 0,-1-2-4 0,-4-6 6 16,-3-15-7-16,-1-11 0 0,-3-14 0 0,-1-5 2 15,-3-1-1-15,1 2 4 0,-3 7-3 0,29-2 10 0,-22-6-11 16,-13-8 1-16,-7-10-3 0,-8-2 1 0,-5 9 3 15,-6 10 4-15,26 16 0 0,-46 10 5 0,-6 0-2 16,-13 5-11-16,-10 0 1 0,-14 3-46 0,-25 6-101 16,-10 14-36-16</inkml:trace>
  <inkml:trace contextRef="#ctx0" brushRef="#br0" timeOffset="-132471.75">25642 13895 8 0,'0'0'0'0,"0"0"31"0,0 0 14 15,0-2 15-15,0 0 9 0,0 0-9 0,0 1-1 16,0-3 23-16,0 2-30 0,0-11 11 0,-2-2-124 0,0-2 93 15,0-3-17-15,0-4 42 0,0 2-24 16,2 1-7-16,0 1-8 0,0 1 5 0,0 6-3 0,0-2-2 16,0 6 6-16,0 0-6 0,-2 0 3 0,2 1-6 15,-1 1 4-15,-1 1-5 0,0 2-2 0,0 1 3 16,-2-1-5-16,1 2 5 0,-12-5-7 0,-4 1 2 16,-1 4-3-16,-1 4 2 0,-5 4 5 0,0 7-7 15,-1 3 5-15,-1-14-5 0,2 26 5 0,2-6 0 16,-4 1-3-16,-2 1 1 0,2-2-1 0,0 0-7 0,2 2 7 15,-2 1-7-15,2-1 6 0,2 2-8 0,6 2 3 16,1-2-3-16,2 1 1 0,4 1 1 0,-2-4-2 16,7 2 2-16,1-1 4 0,-10-3-3 0,6-2 1 15,1 3-2-15,6-5-6 0,2-1 3 0,2 0-5 16,2-4 4-16,2 0-12 0,-3-6 6 0,-1-1-2 16,22-1 5-16,-1 10 3 0,1-4 2 0,2-2 2 0,-6-7 0 15,6-2 1-15,0-2-3 0,-2-5 2 0,4-6-1 16,-2 0 0-16,0-4-2 0,2 12 0 0,-2-19 0 15,-2-1 10-15,-3-1-11 0,-1 0 4 0,-1 0-5 16,-3 2 4-16,1 2 4 0,-4 0-5 0,-2 1 5 16,0 3-3-16,-3 1 0 0,1 0 2 0,-3 2-1 0,-3-1 7 15,1 3 2-15,3 3 3 0,-1 1-1 0,-2 2 11 16,-2 1-3-16,-1 1-2 0,-1 1 0 0,0 2-10 16,0-2 2-16,0 1 0 0,0-1 0 0,0 2-4 15,-1 0-6-15,-1 0 3 0,0 2-3 0,0 0 11 0,-2 2-12 16,1 0 4-16,1 2-5 0,-11 16 6 0,2 2-3 15,1 4-2-15,5 0 0 0,1 4-5 0,2 0 5 16,2 3-2-16,2-1 2 0,2 3-6 0,1 2 8 16,3 0-3-16,-1 8 3 0,2 3-6 0,1 1 0 15,-3 1 1-15,-1 0 1 0,-1 0 7 0,-1 0-6 16,0-4 4-16,-2-1-5 0,-2-6-3 0,0-2 3 16,0 0 2-16,-2-1 0 0,-2-1 0 0,0-4 3 15,-1 3-4-15,-1-4 3 0,1-3-3 0,-3 3 4 0,1-4 1 16,-3 0 2-16,1-4 5 0,0-1 1 0,1-8 1 15,-1 0 1-15,5 0 1 0,-16-2 5 0,0 0-3 16,-3-5 4-16,1-1 1 0,0 10-7 0,-1-4-2 16,-1-3-2-16,-2-5-3 0,4-1-6 0,0-2 1 0,-1 0-3 15,5 0-4-15,-3 0-5 0,1 0 1 0,1-4-4 16,5 3-23-16,2-1-133 0,7 0-48 0</inkml:trace>
  <inkml:trace contextRef="#ctx0" brushRef="#br0" timeOffset="-131557.16">25723 15449 42 0,'0'0'15'0,"0"0"3"16,0 0 4-16,0 0-6 0,0 0-6 0,0 0 4 15,0 0 7-15,0 0 2 0,0 0 2 0,0 0-1 16,0 0 7-16,0 0 11 0,0 0-2 0,0 0 3 16,0 0-7-16,0 2 8 0,0 0-1 0,-2 0 2 15,2 0-1-15,0-1-3 0,0 1 3 0,0 0-2 0,0 0 6 16,0-2-3-16,0 0 0 0,0 0-3 0,0 0-15 15,2 0-1-15,0 0-2 0,0-2 2 0,2 0-11 16,12-1 3-16,-1-16-6 0,4 0 5 0,-2-5-5 0,1-4-3 16,3 1-2-16,1-1 0 0,0 0-4 0,-1-2 3 15,-1 2 0-15,-7-3 0 0,2 1-6 0,0 4 1 16,-2-2 1-16,0 6 1 0,-2 1-3 0,-4 1 2 16,-1 3-1-16,-4 1 2 0,1 1-1 0,1 2-3 15,5 2 3-15,-5 3-2 0,0 3 3 0,-2 1 4 16,0 0-6-16,-2 2 5 0,1-1 3 0,1-1-6 15,-2 0 8-15,0 2-8 0,0 1 7 0,0-1-1 16,-2 0-3-16,1 2 1 0,-1 0 0 0,0 2-5 0,0 0 1 16,0 3-1-16,-9 21 3 0,2-2-3 0,-1 6 5 15,3 1-5-15,1-1-2 0,3-2 3 0,-1 2-2 16,2-4 2-16,2-2-3 0,0 2-4 0,0-6 4 16,2 1-1-16,0-5 7 0,0-3-3 0,1 0-5 0,-1-7 2 15,2 1 2-15,0 1-2 0,-2-4 7 0,11-1-6 16,-2 7 2-16,0-3 2 0,0-3-2 0,-2-2 2 15,2-2-6-15,1 0 7 0,1-2-6 0,0-4 7 16,-2-1-8-16,0-1 6 0,-2-1-1 0,0-11 2 16,3 1-7-16,-5-3 1 0,2-2-2 0,-3 7 2 15,1-4-3-15,-3 3 8 0,2 1-2 0,-5 0 3 16,3-1-11-16,0-1 4 0,-2 3-2 0,9-1 4 0,-2 2 4 16,-3 4-5-16,-1-2 4 0,-1 4-4 0,-2-1-5 15,0 5 5-15,-2 1-3 0,0 0 5 0,2 1 1 16,-1-1-3-16,1 0 1 0,0 2-2 0,0 0-1 0,-2 1-4 15,0 1 2-15,0 0-1 0,0 1 5 0,0 1-2 16,0 2 0-16,4 18-3 0,-2 8 0 0,-1-2 7 16,1 2-3-16,-2-3 5 0,0-1-7 0,2 0 3 15,2 2 0-15,-1-2 1 0,3 4-3 0,0-4 3 16,1-2-4-16,0-2 3 0,1-1-3 0,-1-6 3 16,3 1 2-16,-3-3 0 0,2-1-2 0,1-1 1 15,10-2-1-15,4-2 1 0,0 1-2 0,2-3-1 16,4 1 1-16,-4-4 0 0,2 0-3 0,0 0-12 0,-6 12-13 15,6-1-15-15,2-5-199 0</inkml:trace>
  <inkml:trace contextRef="#ctx0" brushRef="#br0" timeOffset="-130773.74">26574 14328 13 0,'0'0'15'0,"0"0"-2"0,-2 0 13 16,0 0 6-16,0 0-5 0,-2 0 4 0,1 0 2 15,-1 0-6-15,2 0 4 0,-2 0-7 0,1 0 19 16,-3 0 1-16,1 0 4 0,-1 0-8 0,0 0 0 15,5 0-1-15,-1 0 1 0,0 0-2 0,-2 0-6 16,0 0-6-16,3 0 2 0,-1 0-1 0,0 0-9 0,2 0 1 16,0-2-6-16,2 0 2 0,0 0 6 0,9-2-4 15,13-1 3-15,7-3-8 0,1 1-4 0,3 1 4 16,1 1-4-16,-5-1 6 0,3 1-2 0,-5 1 3 16,-1-2-4-16,0 3-4 0,-4-1 3 0,0 2-5 15,-3 0 3-15,-1 0-2 0,-3 2-6 0,-4 0 7 0,-2 0-6 16,-2 0 10-16,-1 0-6 0,-1 0-5 0,-1 0 2 15,-5 0 3-15,1 0-8 0,0 0 7 0,2 0-9 16,0 2-2-16,-1 0-20 0,-1 0-3 0,0 0-7 16,0 0-16-16,-2 0-57 0,0-1-16 0</inkml:trace>
  <inkml:trace contextRef="#ctx0" brushRef="#br0" timeOffset="-130474.25">26460 14680 193 0,'-1'0'40'0,"-1"0"70"0,-2 0-69 0,0 0-10 0,1 0 2 15,-1 0-4-15,0 0 10 0,2 0-14 0,0 0 7 16,1 0-9-16,-1 0 1 0,2 0-7 0,2 0 0 16,-1 0-2-16,3 0 2 0,22 0-3 0,6-1 1 15,5-3-2-15,0 0 11 0,2 0-14 0,2 1 8 0,2-3-11 16,-1 1 2-16,-1-1-5 0,-2 0-1 0,-2 3-1 16,0-1-2-16,0-2-64 0,2 1-62 0</inkml:trace>
  <inkml:trace contextRef="#ctx0" brushRef="#br0" timeOffset="-129408.58">28026 14058 34 0,'0'0'22'0,"0"-1"6"0,0-1 24 16,0 0 2-16,2-2 16 0,-2-1-23 0,5-12 7 16,-1 2-14-16,0 2-4 0,-1 0-4 0,1-2-2 0,-2 0 1 15,0 2 3-15,-2 2-8 0,0 0-1 0,0 2-1 16,0-1 0-16,0 3 2 0,-2 0 5 0,0-1-3 15,0 3 1-15,2 1-4 0,-2 0-2 0,2 2 2 16,-2-1-3-16,-1-1-1 0,-7-4-1 0,-3 1 1 16,0 1-1-16,0 3 0 0,2 1-6 0,-2 0 2 15,0 2-15-15,4 0 9 0,-4 2 2 0,2 2 1 0,0 1 2 16,0 3-12-16,-1 1 4 0,1 0-4 0,2 12 3 16,2 3-3-16,-1 2-3 0,3 3 2 0,-1 3-3 15,0 1 6-15,3 5-4 0,1-3 5 0,-2 2-2 0,2 4-8 16,0-4 10-16,-20 4-9 0,9 2 6 0,8-5-1 15,3 3-5-15,2-2 3 0,0-7 1 0,2-1-2 16,1-3 3-16,3-4-3 0,-1 1 4 0,3-3-4 16,-1-2 2-16,3-1-3 0,-1-1 3 0,0-3 7 15,2 0-3-15,-7-2 5 0,13-2 4 0,3-3-1 16,1-1 6-16,-1-1-5 0,6-3 6 0,-6 12-1 16,6-2-1-16,4-5 1 0,-6-6-1 0,4-2 2 15,0-4-1-15,2-4 1 0,3-3-8 0,-5-2-2 0,3-3 1 16,-1-3-1-16,-4 13-6 0,-2-20 6 0,-1 2-9 15,-7-4 8-15,1 4-8 0,-2-2-1 0,-2 2 8 16,-4-2-5-16,0-2 6 0,-3 0-8 0,0-5 1 16,-5 3-2-16,18-1 11 0,-6-1-9 0,-6 1 3 15,-3-1-4-15,-4 2 2 0,0 3 0 0,-4-3 0 16,-1 2 0-16,-3 2 0 0,-1 0 3 0,-2 0-4 0,0 2 4 16,-2 0-5-16,9 3 5 0,-20 1-2 0,-6-1 2 15,-7 1-2-15,-4 1 2 0,0 1-2 0,-1 5 0 16,1-2-3-16,-5 6-6 0,-3 3 0 0,5 2-3 15,-3-20-5-15,5 15-25 0,1 9-6 0,0 6-19 16,2 8-140-16</inkml:trace>
  <inkml:trace contextRef="#ctx0" brushRef="#br0" timeOffset="-128568.7">24481 13202 262 0,'0'0'14'0,"-2"0"5"15,0 0 22-15,1 0-21 0,-1 0 1 0,0 0-8 16,0 0-9-16,0 0 7 0,0 0-9 0,2 0 9 15,0 2-8-15,0 0-1 0,0 0 4 0,0 2-4 16,4 9 6-16,2 7-4 0,1 2-2 0,2 4-2 0,1 2-5 16,-1 6 11-16,2 5-6 0,-2 3 7 0,1 1-6 15,-3 4-1-15,0 1 7 0,1 2-6 0,-3 2 6 0,1 0-8 16,-2-2 1-16,-2 2-2 0,-1 2 3 16,1 7 5-16,-2 2-2 0,0 8 2 0,2 3-4 0,-2 6 0 15,2 2 3-15,-2 3-1 0,0-7 8 0,2-4-7 16,-2-5 7-16,2-8-7 0,-2-1 11 0,2-3 5 15,-1 1-4-15,3-2 5 0,2-1-14 0,-1 1 7 16,1 5-2-16,-1-9 5 0,1-2-5 0,0 2-3 16,-1-11-3-16,3 4 2 0,-3-6 7 0,1-4-4 15,-1-5-1-15,-1-4-2 0,0-4 0 0,-1-2-1 16,1-3 2-16,0 0-3 0,-2-2 0 0,0-2-4 0,-1-4 3 16,-1-3-4-16,0-3-2 0,0 1-2 0,2 0-2 15,0-1 1-15,0 1-11 0,-2-2-69 0,0 0-49 16</inkml:trace>
  <inkml:trace contextRef="#ctx0" brushRef="#br0" timeOffset="-127651.14">24617 13388 575 0,'-2'-2'91'16,"0"0"-105"-16,0-1 98 0,-2-7-49 0,1-1-28 0,1 6-11 16,0-1 6-16,2 2-7 0,0 1 6 0,0-3 3 15,2 1-4-15,0 1 2 0,1-2-1 0,12 3 1 16,8 1 3-16,3-2-3 0,1 2-7 0,3 0 8 16,4-1-5-16,5 1 6 0,5 0-4 0,10 0 1 15,2 0 5-15,9-28-3 0,0 17 8 0,0 6-9 16,1 3 6-16,1 2-5 0,-2 2 9 0,2 0-1 15,4-1-8-15,10-1 6 0,5 0-4 0,12 0 5 16,8-2 4-16,-9-1-2 0,3-1-7 0,-7 1 6 0,0-1-9 16,10-1 7-16,5 1-12 0,7-1 7 15,-1-1 2-15,-12 3 1 0,-4 1-5 0,-7-2 3 0,2 1-4 16,9 1 3-16,9-2-1 0,1 3 0 0,-6-1 4 16,-10-2-3-16,-9 3-3 0,1 1 1 0,1 0-2 15,4 0 2-15,3 0-3 0,3 0 5 0,-10 1-3 16,-8 1 4-16,-10 0-6 0,-6 0 2 0,-2 0-1 0,-3 0 2 15,-1 1-1-15,0 1-3 0,-1 0 3 0,3 0-2 16,-3 2 2-16,-6-2-1 0,-4 1 2 0,-5 1 0 16,-8-2 3-16,0 2 0 0,1 1-6 0,-10-1 2 15,-4 0-6-15,-2 1 5 0,-3 1 3 0,2-1 1 16,-5 1 3-16,1 1-4 0,-5-1-3 0,-1 1 0 0,-2-3-1 16,1 15 0-16,-5-1 4 0,1 3-2 0,0 3 14 15,13 2-12-15,-4 2 3 0,-6 5-6 0,-3 4 5 16,-2 6 3-16,-2 1-3 0,-2 5 2 0,-2 3-5 0,0 0-3 15,1 0 2-15,-1-4-3 0,0 0 3 0,2-3 3 16,0 3-6-16,2 0 2 0,0 2 1 0,4 4-1 16,4 2 2-16,-1 3-3 0,2 5 0 0,2-3 2 15,1 2-1-15,1-4 0 0,1 1-1 0,1-3-3 16,-2-5 4-16,0-2-3 0,0-3 3 0,0 1 5 16,0 0-2-16,4 3 2 0,0-1-8 0,1 5 2 15,-1-1 1-15,1 4 0 0,3-1 5 0,-3-3-2 16,1 2-3-16,-4-6 0 0,-6-5 1 0,0-5-2 15,-3-2 3-15,-2-7-2 0,-1 1 1 0,-3-6 1 0,0 0 2 16,0-4-1-16,-1 0 2 0,-5-3 4 0,-3 1-2 16,-2-3 3-16,7 1 3 0,-26-1-3 0,2 2 4 15,-1-1-3-15,-9-1 3 0,1 2 0 0,-3-1-2 16,-3-1 1-16,-2 1-2 0,-3 1-9 0,-8-2 7 0,-7 3-6 16,-7-1 9-16,-7-1-5 0,-6 1-4 0,-3-2 1 15,3-3-4-15,1-1 6 0,2 0-3 0,-1-1 4 16,-1-3-2-16,-9-4-5 0,-6 3 4 0,-6-1-4 15,-3-3 6-15,5-2-3 0,3 2 0 0,5 29-1 16,-3-22 2-16,-5-7 0 0,-6-6-1 0,-5-4 0 16,5 1 0-16,6-4 2 0,1 1 0 0,5-1 0 15,1 1 1-15,-8 1 5 0,-6 0-5 0,2-3 4 0,2 1-7 16,7 0 0-16,5 1 1 0,-5 1-1 0,-3 1 2 16,-8 3-4-16,-1-3 2 0,6 4-4 0,5-2-1 15,7 1 1-15,6 1 1 0,-6 2-1 0,-2 0-6 0,-9 2-3 16,1 3-1-16,5 1 0 0,3 3-3 0,11-1-10 15,4 1-4-15,6 2-1 0,0 2-23 0,3 2-86 16,-4-2-34-16</inkml:trace>
  <inkml:trace contextRef="#ctx0" brushRef="#br0" timeOffset="-106113.65">16031 13958 61 0,'0'0'2'0,"0"0"11"0,-2 0 20 15,1 0 13-15,-3 0 4 0,0 0-2 0,-7 0-7 16,0 0-5-16,0 0 6 0,5 0 1 0,1 0-19 15,3 0 1-15,0 0-7 0,-2 0-4 0,2 0-3 16,-1 0 4-16,1 0-3 0,0 0 10 0,0 0-3 16,0 0 1-16,0 0-1 0,2 0 5 0,0 0-5 15,0 0-1-15,2 0-2 0,0 0-9 0,2 0 4 0,7 0-1 16,6 0 1-16,1 2-9 0,1-2 2 0,-1 0 1 16,1 0 2-16,1 0 1 0,-1 0 3 0,-1 0 1 15,5 0 2-15,1 0 5 0,4 0 0 0,1 0-9 16,3 0 4-16,3 2-9 0,2 0-1 0,8 1 5 0,1 1-5 15,6 0-2-15,10 0 7 0,-7-1-4 0,8-1 7 16,1 0 1-16,-1-2-10 0,0 0 4 0,-2 0-6 16,0-2 5-16,-1 0 1 0,10 0-6 0,3 1 3 15,-1-3-6-15,12 2 6 0,1-2 0 0,-1 1 2 16,-1-1-8-16,-7 0 5 0,-5 0-2 0,-2 1 3 16,3 1-4-16,0 0 3 0,4 2 1 0,1 0 1 15,-3 2-5-15,-7 0 0 0,-4 1-3 0,-6 1 3 16,-3 0 7-16,2 0-8 0,-6-1 1 0,0 3-2 0,-1-1 5 15,2 1-2-15,0 0 5 0,4-1-5 0,1-1 5 16,0-2-6-16,5 0 4 0,-3-2-4 0,-5 0 6 0,1 0-5 16,-11 0-2-16,-6-2-1 0,4 0-2 0,-6 0 4 15,0-2-1-15,1 2-2 0,-8-1-32 0,-1 1-66 16,-4 0-5-16,-3 0-27 0,-1 0-99 0</inkml:trace>
  <inkml:trace contextRef="#ctx0" brushRef="#br0" timeOffset="-105380.88">15693 14084 218 0,'0'0'26'0,"0"0"-5"0,-2-1 18 16,1-1 4-16,-1 0-9 0,0 0-18 0,0 0 7 0,0 0 1 15,0 0 0-15,0 1-9 0,1-1 2 0,-3 0-11 16,0 0 8-16,2 2-12 0,0 0 8 0,-1 0-4 16,1 0 4-16,0 0 0 0,0 0-6 0,-2 0 7 0,3 0-7 15,-1 0 10-15,0 0-6 0,0 0 5 0,0 0-4 16,0 0 16-16,0 0-13 0,1 2 9 0,-1 0-10 16,2 0 3-16,0 1-8 0,0 5-1 0,0 8 0 15,0 3 1-15,0 1-1 0,2 5-5 0,-1-1 2 16,3 5-4-16,-2 1 6 0,0 5 0 0,0 3 1 15,0-3-9-15,1 7 5 0,-1-8-3 0,2 5 3 16,-2-2-6-16,0 0 5 0,-1 2 2 0,-1 0 1 0,2-2-3 16,-2 4 5-16,2 4-5 0,0 1 6 0,0 2-5 15,2 4-2-15,-1 4 1 0,1 5 0 0,2 4 5 16,-1 4 6-16,1 0-4 0,1-6 3 0,1 0-8 16,-1-5 12-16,0-6 0 0,1-4 4 0,-1-2 1 0,1 1-9 15,3 5 6-15,0 0-5 0,2 3 10 0,-2 1-15 16,0 0 1-16,-5-2-4 0,3-1 6 0,0 3-2 15,-3-6 0-15,1-5-2 0,-1-4-3 0,0-6 5 16,-1-5-2-16,3 1 2 0,-3-5-8 0,-1-2 5 16,1 0-2-16,-1-1 4 0,0-3-11 0,-2 1-3 15,0-3-8-15,-1-3 1 0,1 0-49 0,0-4-165 16</inkml:trace>
  <inkml:trace contextRef="#ctx0" brushRef="#br0" timeOffset="-104185.35">18816 14047 368 0,'0'0'45'16,"0"0"0"-16,-2 0-13 0,2 0-2 0,0 0-19 15,0 0-11-15,0 0 16 0,2 0-6 0,0 0 10 16,0 0-4-16,31 6 2 0,8-2-3 0,4-3 1 0,-1-1-8 16,7 0 3-16,-3-1-2 0,-2-1 2 0,4-2 4 15,-3-2 3-15,3 1 5 0,4-1-2 0,1-1 13 0,9 1-7 16,6 1 0-16,4-3-2 0,10 1 3 0,3 1-7 15,-5 1 0-15,-2-1-5 0,-4 2-13 0,-4 1 0 16,6-1 2-16,6 2-1 0,5 0-3 0,2 2 4 16,2 0-6-16,-13 0 5 0,-6-2-4 0,-5 1-1 15,-6 1 3-15,-2 0-2 0,0 0 2 0,-3 0 1 16,5 0 4-16,-5 0-3 0,-1 0-4 0,-3 0 0 16,-4 0 0-16,-4 1 0 0,-1 1 6 0,-6 0-7 15,-4 0 1-15,-9 0-1 0,-2 2 1 0,-7-3 4 16,-4 1-5-16,-4 0 2 0,-1 0-1 0,-1 0 4 15,3 2 1-15,-7-3 1 0,1 1-12 0,-2-2 6 0,2 4 0 16,-1 0 2-16,-1-1 1 0,0 1 1 0,0 2 1 16,0 5-1-16,0 4 2 0,-2 0-4 0,0-1-2 15,-2 3 0-15,0 2-1 0,-2 3 1 0,0 0 3 0,1 1-3 16,-3 6-5-16,1-3 6 0,-1 8-2 0,2 3 5 16,1 0-2-16,1 6-2 0,2-3 1 0,0 3-2 15,2-2 1-15,-1-2-2 0,3 0-2 0,0 0 1 16,1 0 1-16,3 2 7 0,-1 2 0 0,1 1 1 15,-1 3-9-15,1 1 3 0,1 6 0 0,-2-1 1 16,3 5-5-16,-3 0 4 0,0-3-4 0,1 1 6 0,-3-6 4 16,3-3-6-16,-3-5 2 0,1-3-4 0,1-2 2 15,-1-1 0-15,0-1 0 0,1 0 1 0,0-1 3 16,1-1-6-16,-1 0 6 0,1 3-5 0,-1-1 1 16,1-2 7-16,-1 3-7 0,0-3 6 0,-1-1-4 0,1 1 0 15,-1-1-3-15,-2-3 1 0,-1 3-8 0,-1-13 11 16,-2 3 3-16,0-4 1 0,0 1-5 0,-3 9-2 15,-3-6 0-15,-1-3 0 0,-3-3 4 0,-1-1 0 16,-2 2 4-16,-15-2-3 0,-3 3 7 0,-6-3-8 16,-1 0-2-16,-4-2-1 0,-10 0-4 0,-6-2 2 15,-7-3 1-15,-4 1 0 0,-3-2-4 0,-6 3 4 16,2-5-3-16,-2 1 3 0,2-3 0 0,-2 1 0 16,-4 0-2-16,-5-2 1 0,-8 0-7 0,-9 33 9 0,2-22-1 15,0-9 2-15,2-3-7 0,3-1 10 0,-9 0-5 16,-5-1 8-16,-4-3-8 0,-4 0 0 0,9 0 3 15,5-1-3-15,1 1 5 0,-6-1 0 0,-7-1-5 16,-7 0 3-16,-3 1-7 0,10 1 7 0,4 4 2 16,0-2 2-16,-4 2-5 0,-7 0-4 0,-3-2 0 0,9 2-1 15,6 0 14-15,6 0-10 0,0 2 9 0,-7 0-10 16,-2-2 3-16,2 2-1 0,7-2-2 0,13 0 1 16,6 0-6-16,3 0 5 0,1-2 0 0,-1-2 2 15,-1-1 0-15,5-3-3 0,9 1-19 0,12-2-8 16,5-4-180-16</inkml:trace>
  <inkml:trace contextRef="#ctx0" brushRef="#br0" timeOffset="-103875.29">18551 14667 78 0,'0'0'23'0,"0"-1"4"0,-2-1-9 0,0 0-5 0,0 0-7 16,0-2-6-16,1 1 5 0,-1-1-17 0,-4-5 8 15,-1-4-82-15</inkml:trace>
  <inkml:trace contextRef="#ctx0" brushRef="#br0" timeOffset="-103422.35">18352 14190 33 0,'0'0'41'0,"0"-2"-4"0,0 1 32 16,0-3-3-16,0 2-4 0,-2-15-21 0,2 1-4 16,-2 1-4-16,1 0 0 0,-1 4-10 0,0 0-2 15,0-1-2-15,0 3-1 0,0 0-2 0,-1 0 2 16,-1 1 7-16,2 1-5 0,-2-3 16 0,1 5-5 16,-1-3-3-16,0 3 2 0,2 1 7 0,-1 0-12 15,-5 3 2-15,3-1-9 0,3 0-11 0,-2-2 3 16,0 0-3-16,1 1 2 0,1 1-6 0,0 0 6 15,0 0-2-15,0 0 3 0,0 2-11 0,0 0 6 16,1 2-5-16,-1 0 6 0,0 2-5 0,-4 9 7 0,1 9-2 16,-1 4 3-16,2 0-11 0,3 0 2 0,1 6-1 15,0-1 1-15,3 3 0 0,1 5 0 0,2 1-3 16,-1 3 3-16,3 0 2 0,3 1 3 0,0-1-5 16,2 5 3-16,-2 1-9 0,-4-1 4 0,1 0 2 0,-4 0 0 15,1 1 3-15,1 1-1 0,1 6-2 0,1-3 1 16,-1 5 5-16,0 3-10 0,1-1 7 0,-1 1-8 15,1 0 4-15,-3-3 3 0,1-4-1 0,-1-4 3 16,1-2 0-16,-2-5-4 0,1-1 1 0,-1-1-1 16,0 0-2-16,1 4 3 0,-1-3 1 0,0 3 2 15,-1 3 2-15,1-3-10 0,0 9 4 0,-2-4-4 0,1-2 6 16,-1 4-1-16,0-11-1 0,-2-2 0 0,0-2 2 16,0-4 1-16,0-3 1 0,0 0-1 0,0-4 0 15,0-2-3-15,0-6-1 0,0-3 1 0,0-2 7 0,0 0-10 16,0-3-7-16,0-3-6 0,0-3-57 0,0-2-102 15</inkml:trace>
  <inkml:trace contextRef="#ctx0" brushRef="#br0" timeOffset="-102900.3">19383 14136 339 0,'0'0'34'16,"0"-1"0"-16,0-1 13 0,0-2-1 0,-2 0-5 15,2 1-1-15,-2-3-3 0,-2-1-2 0,4 5-1 16,-2-2-10-16,2 2 5 0,-2-2-10 0,1 1 6 0,-1-1-13 16,0 0-2-16,0 2 5 0,-2 1-5 0,2-1 4 15,1 0 1-15,-1 0-8 0,0 0 5 0,0 0-8 0,0 2 0 16,0 0 8-16,0 0-7 0,1 0 8 0,-1 0-10 16,0 0 2-16,0 0-4 0,0 0 3 0,0 0 1 15,0 2-2-15,2 0 2 0,0 0 0 0,0 2-8 16,0 7 1-16,0 7-4 0,0 6 6 0,0 4 1 15,2 4 3-15,0 9-3 0,0 3-1 0,0 8 3 16,0 4-1-16,0 0 1 0,-2-3-9 0,1 1 5 16,-1-2-3-16,0-2 4 0,0 4 4 0,0 0-4 15,0 0 3-15,0 5-3 0,0 1 1 0,2 5-2 16,0 0-3-16,2 2 0 0,1 3 4 0,3-9 1 16,-1 1 5-16,1-10-2 0,1-6 5 0,0-5-12 15,2-2 0-15,1-2-3 0,-1-3 11 0,0 1-7 0,0-4 2 16,2 1-3-16,-2 1 4 0,-2-1 0 0,-1-1 3 15,-3 1-2-15,1-2 0 0,-2-6-1 0,-1 2 3 16,-1-6-2-16,-2-1 2 0,0-2-22 0,0-4-28 0,0-4-9 16,-2 0-200-16</inkml:trace>
  <inkml:trace contextRef="#ctx0" brushRef="#br0" timeOffset="-101097.3">18675 13474 25 0,'0'0'16'0,"0"-2"-3"0,0 0 14 0,0 0-1 15,0-2-6-15,0 1-12 0,0-10 2 0,0 7-5 0,0-1 6 16,0-1-12-16,0 1 5 0,0 1-7 0,0 1 11 15,0-1-7-15,0 2 0 0,0 2-2 0,0-1 1 16,0 1-5-16,2-2 6 0,0 0-6 0,0 1-1 0,0 1 6 16,-1 0-6-16,1 0 6 0,-2 0-4 0,0 0 1 15,0 1 5-15,2 1-2 0,-2 0 8 0,0 0-8 16,0 0 0-16,0 0 0 0,2 0 3 0,-2 0-7 16,0 0 5-16,2 1-6 0,-2 1 2 0,0 0 7 15,2 0-5-15,-2 0 6 0,0 0 0 0,0 0 2 16,0-1-1-16,2 1 0 0,-1 0 2 0,1 0 21 15,0 0-4-15,-2-2 9 0,2 0-9 0,0 0-11 16,0 0 1-16,0 0-3 0,-1-2 5 0,-1 0-11 0,0 0 7 16,2 0-8-16,-2 1 9 0,0-1-2 0,0 0-1 15,0 0 1-15,0-2 2 0,0 1 4 0,0 1 2 16,0-2 0-16,0 2-4 0,0-2 5 0,0 3-5 16,0-1 5-16,0 0-10 0,0 0 7 0,0 0-9 0,0 0 9 15,0 0-14-15,0 1 6 0,0-1-2 0,0 0 1 16,0 0-9-16,0 2 0 0,0 0 2 0,-2 0-1 15,2 0-1-15,0 2 5 0,0 0-1 0,-1 0 2 16,1-1-6-16,-2 3 8 0,2 0-6 0,0 0 7 16,-2 5-13-16,2-2 7 0,0 1 0 0,-2 5 5 15,2-4 11-15,0 2-17 0,0-2 8 0,0-1-11 0,0 5 3 16,0 0 3-16,0 0-2 0,0 0 2 0,0-6 0 16,0 3 0-16,0 1-2 0,0-4 1 0,-2 4 0 15,2-3-4-15,0-1 5 0,0 1-4 0,0-3 8 0,0-1-9 16,0-2 4-16,-2 1-4 0,0 1 12 0,1 0-5 15,-1-2 5-15,0 0-6 0,0-1 3 0,0 1 6 16,0-2-7-16,0 0 8 0,1-2-8 0,-1-1 2 16,-8-14 1-16,1-9-1 0,2 0-3 0,1-2 3 15,2 2 3-15,3 0-2 0,-1 0 6 0,2 2-9 16,0-4 1-16,0 6-3 0,2 0-3 0,-1 1 1 16,1 3-4-16,0 3 1 0,2 0-1 0,0 4 2 15,-1 1 3-15,-1 5-1 0,2-3-3 0,-4 7 0 0,5-3-1 16,8-5 0-16,-1 1-1 0,-3 4 2 0,8 1-1 15,-4 3 1-15,0 0 2 0,1 3 0 0,-2 3 0 16,-1 1 0-16,0-3-6 0,0 18 10 0,-2 3-3 16,-5-3 5-16,2 2-8 0,10 0 0 0,-5 0-1 15,-3 0 2-15,-4-3 7 0,-1-1-9 0,-3-1 7 0,0 1-8 16,0 1 6-16,-2-5-1 0,1 1-2 0,-1-6 0 16,-2-1-5-16,0-1 3 0,2-2 2 0,1 1 1 15,1-5 3-15,-2 5-7 0,2-3 0 0,0-1-3 16,0 0 4-16,0 0 1 0,0-1 1 0,2 1 0 15,-1 0-1-15,1-1-2 0,0 1 1 0,2 0-2 16,0 0 2-16,-1-1 5 0,-1-3-5 0,2 2 3 0,1 2-3 16,-1-2 5-16,0 1 1 0,-2 1 0 0,0 2-2 15,-2-1 3-15,-2 6-2 0,-2-5 1 0,-9 5-3 16,-22-5-1-16,-2 1 2 0,3 1-3 0,1-1-2 0,3 0-21 16,0 1-7-16,8 1-8 0,4 2-69 0</inkml:trace>
  <inkml:trace contextRef="#ctx0" brushRef="#br0" timeOffset="-99305.89">16187 13448 50 0,'0'0'13'0,"0"-2"10"0,0 0 2 0,0 0-7 15,0 2 0-15,0-2-1 0,0 0 5 0,0 0 6 0,0 1 5 16,0 1-2-16,0-2 0 0,-2 2 3 0,0-2-1 16,1 2 4-16,-1 0 8 0,0 0-15 0,0 0-1 15,0 0-5-15,0 0-9 0,-1 0 10 0,1 0-6 16,-4 0 5-16,-1 0-21 0,-1 2 11 0,-1 0-4 0,-4 1 6 16,4 1-7-16,3-2-5 0,2 0 3 0,1 0-3 15,-1-1 0-15,2 5 0 0,-1 0 0 0,-3 1 0 16,2-1 0-16,1 1 12 0,1-1 2 0,0-1 3 15,2 1-1-15,0-4 6 0,0-1-3 0,0 3 6 16,2 0 6-16,0 0-8 0,1-3 0 0,5 3-3 16,8 2-3-16,3-3-9 0,1-3 1 0,1-1-3 15,-1-5 7-15,1-1-11 0,-1-5 5 0,-1 1-9 16,-3 0 6-16,-1 7-5 0,-2-14 0 0,-2-1-2 0,-1 3-1 16,-7 1 8-16,3 0-4 0,-4 2 3 0,0 0-7 15,7 0 2-15,-2 0-2 0,-3 2 1 0,0 0 0 0,-4 1-1 16,0 1 6-16,0 3-5 0,0 3 3 0,-2-1 3 15,-2 0-7-15,-11-5 5 0,-3 0-11 0,-5 3 6 16,-1 6 0-16,2 2 2 0,-2 4 3 0,2 3 0 16,1 2-2-16,-1-4 1 0,0 21-8 0,1 2 8 15,6 2-2-15,2 1 4 0,4 0-7 0,5 3-2 16,1-8 2-16,-16 1 0 0,10-3 1 0,5-2 1 16,4 1 0-16,2-3 2 0,4-4-1 0,-1-3 7 15,4 0 2-15,1-2 0 0,14-4 3 0,4-1-8 16,3-1-3-16,4-3 1 0,4 0-2 0,2-1-1 0,8 1-9 15,6 24-9-15,8-17-137 0</inkml:trace>
  <inkml:trace contextRef="#ctx0" brushRef="#br0" timeOffset="-98288.43">21020 13106 101 0,'0'0'13'0,"0"0"21"0,0 0 0 16,0-2-11-16,0 0 6 0,0 0-8 0,0 0 1 16,0 1 6-16,0-1-3 0,0 0 2 0,0 0-11 0,0 0 21 15,0 0-4-15,0 0 10 0,0 1-7 0,-2-1-6 16,1 0-2-16,-1 2-1 0,-2 0-6 0,0 0-7 15,-3 0 4-15,-6 0-5 0,0 2-4 0,-2 0 4 16,2 1-9-16,-4 3 7 0,-1 1-6 0,1 3-2 16,0-1 4-16,1 2-4 0,3-2 1 0,1 1-6 15,5 8 5-15,-2 1-4 0,3-3 10 0,2 1-6 16,3 0 0-16,-11-2-2 0,3 1 3 0,5-3 16 16,3 0-5-16,1-1 8 0,0-1 4 0,1 0 15 15,3-2 4-15,0-1 0 0,5-3 3 0,17-3-14 0,2 0-1 16,2 16-5-16,3-6-12 0,1-7-2 0,5-5-4 15,1 0 2-15,7-4-12 0,-1-3 1 0,-1 0-3 16,-1-3-4-16,-1-1-53 0,0 0-285 0</inkml:trace>
  <inkml:trace contextRef="#ctx0" brushRef="#br0" timeOffset="-97295.86">15779 15336 241 0,'0'0'16'0,"0"0"1"0,0 0 23 16,0-2-5-16,0 2 5 0,0 0-7 0,0 0 4 16,0 0-12-16,0 2 8 0,2 0-20 0,-1 1 5 15,-1 3 1-15,6 16-1 0,-2 2-12 0,-1 1 4 16,1 1-2-16,0 0 5 0,1 1 3 0,-1-2-6 15,0 1 1-15,0-4-1 0,-1 0 6 0,1 0 2 16,0-1 4-16,1-3-1 0,1 1 6 0,-1-2-1 0,1-3-4 16,-2-2 0-16,-1-1-14 0,1-2 7 0,-2-3-6 15,2 1 4-15,-2-3-10 0,1 1 7 0,-1-1-1 16,-2-2 0-16,2 2-7 0,0-1 6 0,0 1-4 0,0-2 5 16,-1 0-7-16,-1 0 5 0,0-2 0 0,0 0 2 15,0-2-7-15,0 0 12 0,0-2-5 0,0-11 7 16,2-7-10-16,2-2 1 0,2 2-1 0,1-3 1 15,2-1 0-15,2 2-4 0,1-2 1 0,-1 0-1 16,0 2 12-16,2 0-13 0,0 2 9 0,0 0-10 16,0 1 7-16,-2 6 10 0,-5 0-9 0,10 6 9 15,-1 5-9-15,-4-1 2 0,2-4 2 0,0 3-3 0,0 2-8 16,2 2 9-16,0 2-5 0,-2 2 5 0,2 4-8 16,-2 1 0-16,0 3 2 0,-4-3-2 0,-2 12 0 15,1-1 1-15,-3 3-2 0,-1-3 3 0,-2 3-1 0,11-3 0 16,-4-1-13-16,-3 0 0 0,-2 1-93 0</inkml:trace>
  <inkml:trace contextRef="#ctx0" brushRef="#br0" timeOffset="-96241.09">18668 15683 209 0,'0'0'31'0,"0"0"58"0,0-2-59 0,0 0 6 0,0 0 2 15,0 1 0-15,0 1-4 0,0 0-6 0,0 0-3 16,0 0-1-16,0 0-5 0,0 1-2 0,0 1-2 16,0 0 3-16,0 0 4 0,-2 17-4 0,0 1 5 15,2 4-7-15,0-2-6 0,0 3 8 0,0-3-9 16,0 0 7-16,0-1-11 0,0 1 0 0,0-5 2 0,0-3-2 16,0-1-8-16,0-5 13 0,0-1-6 0,0-5 9 15,0 2-15-15,-2 0 3 0,0-1 1 0,0-1 2 16,-1 0 7-16,-1-2-9 0,0 0 3 0,2 0-4 15,-5-4 1-15,2-25 2 0,-1-1-2 0,0 0 2 16,1 0 2-16,1 1-3 0,0 1 3 0,3 0-4 16,-18 0-2-16,8 2 5 0,3 2-2 0,3 0 3 15,3 3 6-15,2 3-7 0,0 1-1 0,0 4-2 0,2 0-5 16,0 4 14-16,1 0 0 0,-1 3 6 0,2 1 4 16,0 1-6-16,1 0 4 0,12-5-4 0,2 3 6 15,1 3-11-15,0 3 6 0,3 3-7 0,-1 5 5 0,-4 1-8 16,-1 0-2-16,-6-7 0 0,-1 19-3 0,-3-1 4 15,-1 0 2-15,8 1 0 0,-4-3 4 0,-5-1 0 16,-1 2-6-16,-4-5 4 0,-2 5 0 0,-3-4-8 16,-7 0 8-16,-2 1-9 0,-12-3-2 0,0 4-1 15,1-4-10-15,3-2 3 0,2-1-35 0,3-3-62 16,2-1-9-16,6-3-30 0,5 1-149 0</inkml:trace>
  <inkml:trace contextRef="#ctx0" brushRef="#br0" timeOffset="-95666.11">20203 15659 562 0,'0'0'36'0,"-2"-2"76"0,1 0-103 0,-1 0-1 16,0 0-2-16,0 1 1 0,0-1 2 0,0 0 3 15,0 0-1-15,1 2 0 0,-1 0-11 0,2 0 4 16,0 2-1-16,0 0 4 0,0 1 7 0,0 5-13 15,2 12 4-15,1 4-5 0,3 1 13 0,-1-3-8 16,1 2 5-16,0 0-7 0,-3-2-1 0,1-1 8 16,0-4 0-16,-2-4 2 0,-1 0-3 0,-1-6 9 0,0 0-3 15,0-3 7-15,0 0 2 0,0 0 8 0,0-3-5 16,0 1 6-16,0 0-8 0,0-2-4 0,0 0 0 16,0-2-2-16,0 0-5 0,0-3-9 0,0-19 1 15,0 0-3-15,2-2 6 0,2 0-11 0,2 0 3 16,-1-2-4-16,1 2 8 0,1 2-2 0,2-1 2 15,4-1-3-15,-1 4 0 0,1-2-4 0,0 0 2 16,0 4-1-16,-12-3 8 0,24 3 2 0,2-1-4 0,-2 3 2 16,2-1-3-16,-1 10 4 0,0-2 0 0,-1 9 0 15,-7-11-12-15,2 4 2 0,-3 5 2 0,2 4 1 16,-6 4 6-16,2 5-5 0,-2 0-2 0,-6 21 0 16,6 2 4-16,-7-3-4 0,-1 3 6 0,-1-4-6 15,3 3 1-15,-3-3-1 0,2 0-2 0,-1-4 1 0,-1 0 3 16,1-3 4-16,3-3-6 0,-3-3-8 0,5 2-122 15</inkml:trace>
  <inkml:trace contextRef="#ctx0" brushRef="#br0" timeOffset="-92593.99">19407 12928 13 0,'0'0'0'0,"0"0"4"16,0 0 1-16,0 0 3 0,0 0 0 0,-2 0-3 15,0 0 8-15,0 2-4 0,0-1 5 0,0 1-6 16,1 0-3-16,-1 0 0 0,0 0-2 0,0 0-3 0,0-2 2 16,0 2-2-16,0-1 1 0,1 1 6 0,-1 0-13 15,0 0 9-15,2 0-9 0,0 0 8 0,0 0-8 16,0-1 0-16,0 1-4 0,0 0 0 0,0 0-12 16</inkml:trace>
  <inkml:trace contextRef="#ctx0" brushRef="#br0" timeOffset="-77901.49">20265 14179 25 0,'0'0'0'0,"0"0"7"0,0 0 84 0,0 0-13 16,0 0 4-16,0 0-36 0,0 0-18 0,0 0-21 0,0 0-1 15,0 0-1-15,0 0 6 0,0 0-15 0,0 0 4 16,0 2-10-16,0 0-3 0,0 0-11 0,0 0 4 15,0-1-6-15,0 1-1 0,0 0-24 0,0 0-3 16</inkml:trace>
  <inkml:trace contextRef="#ctx0" brushRef="#br0" timeOffset="-77341.45">20402 14179 44 0,'0'0'0'0,"0"0"13"16,0 0-22-16,0 0 12 0,0 0 0 0,0 0 3 15,0 0-7-15,0 0 1 0,-2 0 1 0,2 0 0 16,0 0-4-16,-2 0 4 0,0 0-1 0,1 0 4 16,-1 0 4-16,0 0 0 0,0 0 1 0,0 0-1 15,0 0-2-15,0 0 7 0,1 0-2 0,-1 0 4 16,0 0 7-16,0 0 9 0,0 0 3 0,0 0 1 0,2 0-2 16,-2 0-3-16,1 0 3 0,-1 0-1 0,0 0 6 15,0 0-7-15,0 0-3 0,0 0-2 0,0 0-8 16,1 0 3-16,-3 0-1 0,0 0 1 0,0 2-4 0,1 0 4 15,-1 0-3-15,0-2 3 0,-3 2-11 0,-2 1 7 16,3-1-4-16,0 0 3 0,-1 2-9 0,0-1 2 16,-1 1-6-16,1 0 5 0,-1 0-5 0,5-3-3 15,-3 3 0-15,0 0-1 0,3-2-9 0,-1 0-3 16,2-2-4-16,0 3-2 0,0 1-26 0,-3 3-73 16,-1 3-3-16</inkml:trace>
  <inkml:trace contextRef="#ctx0" brushRef="#br0" timeOffset="-76022.44">20313 14240 91 0,'0'0'38'16,"0"0"-6"-16,0-1 38 0,0-1-1 0,0 0-4 15,0-2-32-15,0 0 0 0,0 3-2 0,0-9 3 16,0 3 3-16,0-1 16 0,0 1-10 0,0 1 10 16,0-1-20-16,0 1-7 0,0 1 2 0,0-1-4 15,0 1 5-15,0-1-11 0,0 2-2 0,0-1-4 0,0 1 2 16,0 0 1-16,0 1 0 0,0-1-1 0,0 0-5 16,0 2 7-16,0-1-6 0,0 1 5 0,0-2-8 15,0 2 6-15,-2-1 6 0,0-1-3 0,0 0 0 0,0 0-2 16,1 3-2-16,-1-1 2 0,0 0-2 0,0 0 0 15,0 0-1-15,0 2-1 0,0 0-6 0,1 0 0 16,-1 0 0-16,0 2 0 0,0 0-5 0,0 2 1 16,0-1-1-16,-3 7 1 0,-3 6 2 0,1 3 6 15,1-1-8-15,3 3 5 0,-1-1-8 0,0 3 10 16,0 3-3-16,3-2 5 0,-1 0-6 0,0-2 1 16,0 2 4-16,0-3-4 0,0 5-2 0,0-4-2 15,1 6 1-15,-1-6 1 0,0-3 8 0,0-5-2 0,0-2 3 16,0-1-3-16,0 0 5 0,1 0 5 0,1-4 1 15,-2 3 1-15,2-5 0 0,0-1-1 0,0-2-5 16,-2 2 4-16,0-1-2 0,0 1-8 0,0 0 3 16,0-2-6-16,2-1 3 0,0 1-3 0,0 0-4 15,0 0 1-15,0-2-1 0,0 0-1 0,0 0 4 0,0-2-4 16,2 0-2-16,0 0-3 0,0-1 2 0,2-5-1 16,5-8 3-16,2-5-3 0,0 1 3 0,2 1-4 15,0 1 1-15,-9 6 3 0,9-1-6 0,0 2 5 16,-2 0-3-16,0-2-1 0,-1 6 1 0,-5-6 0 15,6 5 6-15,-3 5-1 0,3-5 4 0,0 6-4 16,-5 0-3-16,1-3 3 0,-1 1-3 0,-1 0 4 0,-1 3 1 16,-2 1-4-16,0 0 2 0,1-2-2 0,-1 2 9 15,4 0-5-15,-3 0 1 0,1 0-3 0,0 2-1 16,0 1-1-16,3 8 1 0,0 8 0 0,1 5 0 0,-4-2 2 16,-3-3-1-16,1 3 2 0,-2-5-5 0,2 2 6 15,0-1-4-15,-2-9 4 0,2 4-6 0,-2-5 1 16,0 1 5-16,0-1-2 0,2-1 4 0,0-1-5 15,-1-3 1-15,-1-1-1 0,2 2-3 0,4 0-7 16,11-1-6-16,-1-1 1 0,-1 9-20 0,4 0-70 16,-6-5-28-16,3 0-24 0,-1-3-168 0</inkml:trace>
  <inkml:trace contextRef="#ctx0" brushRef="#br0" timeOffset="-75319.63">20710 14465 129 0,'0'0'59'0,"0"0"-22"0,0 0 61 0,0-2-15 15,0 0-35-15,0 0-13 0,-2 1-5 0,0-1 1 16,2 0 3-16,0 0-21 0,0 0 5 0,-1 0-11 16,-1 2-2-16,0 0 3 0,0 0-5 0,0 0 5 15,0 0 0-15,0 0 4 0,1 0 8 0,-1 2-5 0,0 0 11 16,0 0-8-16,0 0-2 0,0 1-1 16,0 1-7-16,2 0 0 0,-1 3-2 0,-1 1 1 0,0 1-1 15,2-5 0-15,0 3-1 0,0-1 1 0,0-4 3 16,0-1-3-16,0 1 10 0,0 2-8 0,0-2 14 0,2 2-4 15,0-1 0-15,-1-1-2 0,1 0 3 0,0 0-3 16,0 0-4-16,2-2 1 0,-1 0-2 0,1 0-2 16,2-4 4-16,-1 0-4 0,3-11 5 0,-3 1 4 15,-1-5 1-15,0 4 0 0,-1 4 1 0,-1-4-2 16,6 6-3-16,-3 0 1 0,1-3-13 0,-2 3 6 16,-3 2-5-16,1 1 4 0,-2 2-13 0,0 1-21 15,0-1-5-15,0 0-9 0,0 2-64 0,0 1-160 0</inkml:trace>
  <inkml:trace contextRef="#ctx0" brushRef="#br0" timeOffset="-74286.25">20875 14619 262 0,'0'0'37'0,"0"0"1"0,0 0 5 0,0 0-4 0,0 0-7 15,0 0-4-15,0 0-6 0,0 0 3 0,0 0-5 16,0 0-2-16,0 0-16 0,0 0 3 0,0 0-5 15,2 0 16-15,0-2-6 0,0 0-2 0,0 1 0 16,0-1 0-16,0-2 5 0,3-5 0 0,4-4 0 16,3-6-1-16,-1-1-7 0,0-1 0 0,0-1-2 15,-2 3-3-15,1-3 5 0,-3 2-4 0,0-3 5 16,1-1-3-16,-1 2-6 0,-1-2 5 0,-1 0-3 0,1 2 12 16,0 1-12-16,-3 1 4 0,1 3-5 0,-2 2 10 15,0-2-4-15,0 3 4 0,-1 2-3 0,-1 3 15 0,0 2-13 16,0 1 3-16,0 1-5 0,0 1 3 0,0 0 4 15,0 0 0-15,0 1 0 0,0 1-6 0,0 0-4 16,0 0 0-16,-1 0-2 0,-1 2 4 0,0 0-1 16,0 2-1-16,0 0-1 0,0 2-1 0,-7 11-2 15,-2 7 1-15,2 4 1 0,-1 4 6 0,5-4-5 16,-1 0 0-16,2-2-2 0,3-4-4 0,-1 0 8 16,2 3-3-16,0-5 6 0,0-1 5 0,2 0-1 15,1-1 7-15,1-1-5 0,2-2 9 0,-3-3-11 16,-1-7 3-16,4-1-5 0,10 0 3 0,1 9-5 0,4 0-7 15,-3-3 1-15,1-3-17 0,3-1-28 0,-2-4-8 16,-1-2-9-16,1-3-46 0,-1-3-48 0,1-1-17 16</inkml:trace>
  <inkml:trace contextRef="#ctx0" brushRef="#br0" timeOffset="-72566.38">21249 12818 145 0,'-2'0'19'0,"-2"0"-1"0,-37-15 1 0,10 4 1 0,-6 0-8 16,-1 4-3-16,5 1 0 0,3 2 8 0,2 2-5 15,2 1 2-15,2 1-14 0,2 0-9 0,2 1-3 16,-1 3-39-16,4 0-19 0,1 1 8 0</inkml:trace>
  <inkml:trace contextRef="#ctx0" brushRef="#br0" timeOffset="-72198.2">20710 13971 32 0,'0'2'23'0,"2"0"-3"0,0 3 10 15,13 21 7-15,-13-3-9 0,24-3 11 0,0-1-9 16,1-4-1-16,1-6-3 0,4 0-10 0,-1-3-1 16,3-4-4-16,5 20 2 0,4-11-3 0,3-9-8 15,2-4 2-15,1-9-4 0,1-4-5 0,2-5 7 16,-2-1-6-16,-2-1 7 0,-5-2-8 0,-8 22 2 16,-3-26 6-16,1 0-4 0,-7 0 2 0,-2-3 6 0,0-1-4 15,-3-1 7-15,-1-6 5 0,-5-4 1 0,0-2 1 16,-6 1-1-16,0 3 2 0,-5-2 9 0,20 1-1 15,-11-5 3-15,-7-1 2 0,-6 5 2 0,-2-3 1 16,-4 3-3-16,-1 0-13 0,-2 1 0 0,-1 1 1 0,-3 2 1 16,0 2 11-16,-3 0-5 0,-3-2 2 0,-1 2-4 15,-4-6-12-15,22 4 12 0,-28-6-13 0,0 1 13 16,-7 3-11-16,-6 2-7 0,1 9 8 0,-3 8-9 16,1 7 2-16,1 9-5 0,-2 3 4 0,-5-21-5 15,2 16 1-15,2 10-14 0,-1 13-9 0,4-13-3 16,1 42-42-16,-3 10-115 0</inkml:trace>
  <inkml:trace contextRef="#ctx0" brushRef="#br0" timeOffset="-70441.33">19890 14478 129 0,'0'0'30'0,"0"0"27"0,0 0-1 0,0 0-8 16,0 0-9-16,0 0 2 0,1 0-27 0,1 0 2 0,0 0-7 15,0 0 3-15,0 0-9 0,0 0-3 0,0-2 5 16,-1 0-5-16,1 0 1 0,0 1 7 0,0-1-4 15,0 2 5-15,0-2-5 0,-1 2 1 0,1 0 1 0,-2 0 1 16,0 0 12-16,0 0-7 0,2 0 6 0,-2 0-6 16,0 0 5-16,0 0 7 0,0 0-4 0,0 0 4 15,0 0-6-15,0 0-3 0,0 0 6 0,0 0-5 16,0 0 10-16,0 0-9 0,0 0 1 0,0 0-2 16,0 0 1-16,0 0-2 0,0 0 3 0,0 0-2 15,0 0 0-15,0 0-7 0,2 0-3 0,0 0 2 16,-2 0 4-16,2-2-7 0,-2 0 0 0,0 0-3 15,2 0 3-15,-1 1 2 0,-1-1-2 0,0 0 0 0,0 0-6 16,0 0 7-16,2 0-1 0,-2 0 4 0,0 1-2 16,0-1-4-16,0 0 3 0,0 0-3 0,0 0 12 15,0 0-11-15,0 0 8 0,0 1-9 0,0-1 7 0,0 0-8 16,0 0 5-16,0 0-5 0,0 0 6 0,0 0-5 16,0 1 4-16,0-1-3 0,0 0 6 0,0 0-6 15,0 0-3-15,-2 0 3 0,1 0 8 0,-1 1-8 16,0-1 5-16,0 0-7 0,0 0-1 0,0 0 8 15,0 2-7-15,1 0 8 0,-1 0-4 0,0 0 0 16,0 0-1-16,0 0 0 0,0-2 0 0,1 0-2 16,-1 1 2-16,0 1-3 0,0 0 0 0,0 0-4 15,0 0 5-15,0 0-3 0,-1 0 2 0,-1 0-1 0,0 0 0 16,1 0 0-16,-1 0-1 0,0 0 5 0,0 0-2 16,1 0 4-16,-1 0-6 0,0 0 0 0,1 0-1 15,-1 0 1-15,0 0 5 0,0 0-3 0,1 0 2 0,-3 0-2 16,-3 0 10-16,1 0-8 0,-1 0 1 0,2 0-3 15,-1 0 3-15,1 0-2 0,-1 0-1 0,-1 0 0 16,0 0-3-16,0 0 2 0,-8 0 4 0,4 0-3 16,-6 0-5-16,4 0 4 0,4 0-3 0,-2 0 4 15,4 0 1-15,-8 0-5 0,6 0 0 0,-6 0-1 16,1 0 14-16,1 1-12 0,-6 1 3 0,5-2-6 16,-3 2 7-16,2-2-2 0,1 0 2 0,1 2-3 0,0 0-1 15,0 0 0-15,0 0-1 0,2-1 1 0,2 1 1 16,0 0 4-16,0-2-5 0,0 2 4 0,-2 0-3 15,0 0-1-15,2-2 2 0,-4 0-2 0,4 0 2 0,-1 2-1 16,1-1 5-16,2 1-5 0,-4 0-6 0,4 0 7 16,-2 0-3-16,-2 0 5 0,3 0 6 0,-3 1-10 15,4 1 3-15,-2 0-6 0,2-1 1 0,-4 3 7 16,2 0-5-16,-1-1 5 0,-4 3-11 0,-1-1 7 16,-5 2 0-16,3-3 3 0,4-2-2 0,2-3-2 15,4 1 0-15,0 0 0 0,-1 0 4 0,3 0-3 16,1-2-1-16,-1 2-2 0,3 0-4 0,1-2 10 15,-3 0-5-15,2 0 5 0,1 0-5 0,-1 0 1 0,0 0 0 16,0 0 1-16,1 0 0 0,-1 0-3 0,0 0 4 16,2 0-4-16,1 0 3 0,-1 0 0 0,0 0 1 15,0 0-1-15,0 0 3 0,0 0-3 0,0 0-2 16,1 0 1-16,-1 0-1 0,0 0 1 0,0 0 3 16,0 0-2-16,0 0 5 0,0 0-1 0,1 0-3 0,-1 0 0 15,0 0-3-15,0 0 5 0,0 0 2 0,0 0 0 16,0 0-2-16,1 0-1 0,-1 0-2 0,0 0 1 15,0 0 2-15,0 0 1 0,0 0-2 0,0 0 2 16,1 0-1-16,-1 0-1 0,0 0 1 0,0 0-2 16,0 0-2-16,0 0 0 0,0 0-1 0,1 0 0 15,-1 0 11-15,0 0-9 0,0 0 5 0,0 0-7 0,0 0 0 16,0 0 1-16,1 0 0 0,-1 0 0 0,0 0 0 16,0 0 0-16,0 0-2 0,0 0 0 0,0 0-10 15,2 0-38-15,0 0-7 0,0 0-17 0,0 1-76 16,0 1-116-16</inkml:trace>
  <inkml:trace contextRef="#ctx0" brushRef="#br0" timeOffset="-69730.43">19210 14294 22 0,'0'0'1'0,"0"0"6"15,0 0 19-15,0 0 4 0,0 0 11 0,-2-2-5 0,0 1 21 16,0-1-7-16,1 0 1 0,-1 0-2 0,0 0 17 16,0 0-7-16,0 0 0 0,0 1-6 0,-1-1-13 15,-1 0-1-15,0 0 1 0,0 0-2 0,1 0-6 0,-1 0-9 16,0 1 5-16,1-1-6 0,-1 2 0 0,0 0 0 16,0 0-6-16,1 0 2 0,-1 0-18 0,0 0 9 15,-1 0-7-15,-5 0 8 0,-1 0-2 0,0 0 2 16,-2 2 2-16,-2-1-4 0,4 1-7 0,-6 4 11 15,3-2-3-15,-1-1 4 0,-2 3-13 0,2-1 7 16,-2 3-2-16,6-3 6 0,-5 3-6 0,1-1 9 16,2-1-10-16,-6 1 9 0,10-3-8 0,-6 3 5 15,6-3 5-15,-1 0-3 0,-6 3 1 0,3-1-2 0,-4 1-2 16,2-1 0-16,6-3-9 0,-2 3 5 0,0 0-2 16,3-3 2-16,3 1 1 0,-1 0-5 0,0-1 2 15,3-1-3-15,1 2 0 0,0 2 0 0,-4 1 3 16,6-5-1-16,-1 2 4 0,-1-1-6 0,-2 3 2 0,-2 5-2 15,5-4 2-15,-1 3 1 0,2-3-2 0,0-1 2 16,0-1 7-16,2 5-10 0,-1-3 5 0,3 2-7 16,0 1-1-16,3 3 3 0,-1-2 0 0,-1-4 1 15,3 2 5-15,-6-3-3 0,14 3 2 0,-3-1-3 16,-3-1 9-16,3-3 3 0,-4 1 4 0,8-3-3 16,7 2-5-16,-7 0 8 0,5-2-8 0,-5-1 7 15,-3 1-9-15,5 11 8 0,-2-3-4 0,-1-3 3 16,3-1-8-16,-2-3-4 0,-1 1 4 0,1-2-3 0,-4 0 5 15,0-2-6-15,0 0 2 0,-2 0-4 0,2 0-1 16,-5 0 3-16,-3 0-3 0,-1 0 2 0,0 0-1 0,1 0 3 16,-3 0-4-16,0 0 3 0,0 0-8 0,2-2-4 15,-1 0-3-15,1 0-2 0,0-2-25 0,-4 3-87 16,3-16-62-16</inkml:trace>
  <inkml:trace contextRef="#ctx0" brushRef="#br0" timeOffset="-61797.57">21674 13810 5 0,'0'0'0'0,"0"0"21"0,0 0 12 16,0 0 12-16,0-2 4 0,0 0-19 0,0 0-8 15,0 0-8-15,0 0 1 0,0 0 0 0,0 1-2 0,0-1-13 16,0 0 1-16,0-2-4 0,0 0-1 0,0 1 4 16,0-1 5-16,0 0-2 0,0 1-3 0,0-7 5 15,0-1-12-15,0 0 11 0,0 0-4 0,-2 0-5 16,0 1 7-16,-2-6-5 0,3 5 13 0,-1 0-8 16,-2-1 11-16,0 1-7 0,1-2 31 0,1 6-10 15,-2-4-7-15,2 5-1 0,0 1-16 0,0-1 1 16,-1-1 3-16,1 3-4 0,-2-2-3 0,0-1 5 15,1 3-4-15,-1 0 4 0,0 1-5 0,1-1 9 16,-1 0-6-16,0 2 6 0,-1 1-8 0,-1-7 2 0,-1 3-2 16,3 1 0-16,-4 0-8 0,1 0 7 0,0-1 4 15,-1-3 1-15,-1 3 4 0,3-1-4 0,-1 1-3 16,1 3 0-16,3-4-5 0,-3 1 6 0,2 1 1 0,-1-3 2 16,-3 3-6-16,3 2 5 0,-3-2-2 0,1 1 4 15,1-1-5-15,1-2 6 0,3 4-9 0,-6-1 7 16,5 1-5-16,-3-2-4 0,-9-7 9 0,2 4-8 15,-3-3 8-15,-3 3-8 0,6 3 0 0,4 2-2 16,1 0 11-16,-5-1-7 0,2 1 3 0,-7-2-4 16,6 2-3-16,3 0 5 0,0 2-1 0,1 0 3 0,-1 0-3 15,-6-1-1-15,-1-1 0 0,8 2 1 0,-12-2 0 16,10 2 3-16,-8-4-4 0,-4 0 3 0,3 1-6 16,2 1 5-16,-3-2 5 0,1 2 0 0,1 0 8 15,-3-1-5-15,5-1 7 0,-3 0-6 0,1 1 11 16,1-1-10-16,-2 0 2 0,3 2-4 0,-3 0 10 0,2 1-17 15,1-1 8-15,-1 0-9 0,0 0 14 0,0 0-15 16,3 2 1-16,-1 0-3 0,2 0 3 0,-2 0-1 16,-2 0 2-16,2 0-1 0,2 0-1 0,-3 0 4 15,3 0-3-15,-6 0 3 0,0 0-7 0,3 0 2 16,-3 0 1-16,1 0 1 0,-1 0 5 0,-1 0-3 16,-1 0-2-16,6 0 1 0,-1 0 4 0,-3 0-6 15,-1 0 7-15,3 0-7 0,0 0 13 0,8 0-6 0,0 0-3 16,-6 2-1-16,4 0-9 0,-4 0 6 0,2 0 0 15,4-1 3-15,-6 3 4 0,4 0-11 0,-2 0 3 16,-2 1-5-16,4-1 5 0,-2 1 7 0,0 1-6 16,3 0 5-16,1-1-6 0,-2 3 1 0,2-1 0 0,-1-3-1 15,1 7-5-15,0 4 6 0,-1-6-1 0,1 4 2 16,0 2-1-16,0 0 1 0,-1 0 1 0,3-1 0 16,-2-1 3-16,1 2-10 0,3-2 5 0,-5-2-5 15,3 2 10-15,1-1-2 0,-1 1-2 0,-1 1 0 16,1 3-7-16,0-2 5 0,-1-2 1 0,1 0 0 15,1-2 0-15,-1 0 5 0,-1 6-4 0,3-2 5 16,-1-2-6-16,-1 2-5 0,-3-4 2 0,1 2-2 0,0-2 15 16,1 0-11-16,3 2 4 0,-4-2-8 0,1 2 1 15,1-4 8-15,-1 3-3 0,3-1 5 0,-1 2-11 16,2 0 2-16,-1 0 2 0,3-2 0 0,-4 4 2 0,3-2 0 16,1 3-3-16,-2 1 2 0,-7-2 8 0,0 4-9 15,4-3 3-15,1 3-6 0,2-1-1 0,2 1 8 16,1 3-6-16,1 1 6 0,0-1 0 0,0 6-5 15,0-4 4-15,0 4-5 0,0 0-1 0,1-1 3 16,-1 5-2-16,2-4 3 0,-2-2 2 0,0-4 3 16,0 2-5-16,0-2 4 0,0 1-4 0,0 3 0 15,2-6 3-15,0 1-3 0,0-3-2 0,0 1 0 16,1 1-3-16,1-1 4 0,2 1 6 0,-1 2-10 0,1-1 6 16,-1-1-7-16,3 4 13 0,-1 1-6 0,1-1-1 15,1 2-1-15,-4-2 5 0,1 2-5 0,0 2 2 16,-3-4-4-16,1 6-1 0,-2-4 4 0,0 1 1 15,-2 3 1-15,0-4 2 0,0 4-4 0,0-1-1 0,0-3-1 16,0 2 8-16,0-4-8 0,0 1 5 0,0-1-7 16,0 2-1-16,0-2 7 0,0 0-3 0,0 0 3 15,0-2-4-15,0 3 2 0,0-5 1 0,0 4 0 16,0-2 3-16,0-1-1 0,0 1-2 0,0-1 2 16,2 1-6-16,1-2 1 0,1 3-1 0,2 1 1 15,-1-4 5-15,1 0-2 0,-1 3-1 0,1-3 0 16,-1 1-8-16,1 1 8 0,0-4 1 0,-1 5 2 0,1-3-3 15,-3 1 5-15,1 1-4 0,0-2 3 0,0 1-9 16,1 1 6-16,1 0-1 0,-1 2 4 0,1 2-9 16,-1 0 5-16,3 2 0 0,-1 2 2 0,1-2 0 0,-1 3-1 15,1-3-1-15,-1-5 0 0,0-1-5 0,1-2 7 16,1-1-6-16,0-1 7 0,3 1 0 0,-1-1-1 16,0-3 0-16,-9 0-2 0,16-2-7 0,1-2 7 15,-1-1 0-15,1-3 2 0,0 0-2 0,5 1 1 16,2 1-1-16,-2-1 1 0,2 1 2 0,-8 0-3 15,-5-1 1-15,2-1-1 0,4 0-7 0,-4 1 8 16,3-1-1-16,1 1 3 0,-1-1 0 0,-1-1-3 16,0 1 3-16,-2-3-2 0,-2 1 5 0,1 1 0 0,3 0-4 15,-4-3 1-15,2 1-6 0,-2 0 3 0,0-1 5 16,2-1 0-16,0 2 7 0,-2 5-7 0,2 1 2 16,-1-3-3-16,3-1 7 0,-2-3-6 0,2 1 4 15,-2-2-4-15,1-2 0 0,-3 0 2 0,2 0 1 16,-2-2 0-16,0 0 1 0,0-2-4 0,0 1-2 0,-4-1 1 15,3 0-2-15,2-3 7 0,1-1-5 0,0 1 4 16,0 0-11-16,4-5 10 0,1-1-1 0,2-1 4 16,2-1-7-16,2-2 0 0,2 15 1 0,2-18-2 15,0-3-2-15,-4-4 5 0,0 1-5 0,0 0 6 16,-4-2-5-16,4 2 1 0,-4-4-1 0,-3-1 0 16,-1-1-1-16,-3 0 1 0,0 3 5 0,-4-1-4 0,4-2 2 15,-4-3-1-15,2-2-5 0,-4 2 2 0,1 1-1 16,-3 3 3-16,1-3 0 0,-1 5 0 0,-1-3-7 15,1 2 4-15,0 2 1 0,3-1 2 0,-1 1 4 16,-2-2-5-16,1 2 0 0,-1-3-1 0,3 1-8 0,-3-5 7 16,4-6-1-16,-2-2 2 0,3-5 0 0,-1 0 0 15,2 1 4-15,0-3-1 0,0 6 2 0,-2 1-5 16,2 4-2-16,-2 2 1 0,-2 0 2 0,-1 1-1 16,-1 1 1-16,1 4-1 0,-1 1-7 0,0 0 9 15,1 2-2-15,-3-1 5 0,1 3-5 0,-4-6 0 16,16 0 4-16,-5 1-4 0,-1-6-7 0,-7-2 8 15,-1-6-3-15,-2-1 6 0,-2-4 1 0,0 3-5 16,-2 1 4-16,-4 3-4 0,3 2 10 0,-3 0-8 0,-1 4-2 16,1 4 0-16,-1-2 0 0,1 3 10 0,-1 0-7 15,-1 3 7-15,-1-1-6 0,0 2-2 0,-3 0 1 16,1-1-2-16,-2-1 7 0,2 0-8 0,0 2 8 16,0 0-8-16,0-1 4 0,0-1-3 0,-1-3-1 0,1-1 0 15,0-1 4-15,0 2-1 0,2 1 0 0,-2-1-1 16,1 1-8-16,-1 0 8 0,2 1-3 0,-2-1 4 15,1 4-7-15,1 1 3 0,-2-1 0 0,-2 2 1 16,0-2 5-16,0 4-2 0,-2 0-3 0,2 3 0 16,9 1-7-16,-16 1 5 0,-6 2 5 0,-6-1-2 15,3 3-5-15,-8-2 2 0,5 2-5 0,-1 1 7 16,-3 1 9-16,1 2-13 0,0 1 8 0,1 1-10 0,5 0 9 16,-3 3-3-16,2 1-4 0,1 3 1 0,-3-17-5 15,4 10-3-15,-1 7 3 0,3 4-3 0,-2 5-4 0,-2 4-8 16,-2 4-7-16,-1 6-2 0,-4-18-36 0,3 25-94 15</inkml:trace>
  <inkml:trace contextRef="#ctx0" brushRef="#br0" timeOffset="-60923.7">21044 14803 27 0,'0'0'23'0,"0"0"-2"0,0 0 17 0,0 0 0 16,0 0-3-16,0 0-7 0,0 0 6 0,0 0-3 15,0 0 3-15,0-2-10 0,0 0 14 0,2 0-6 16,-2 1 8-16,0-1-4 0,0 0 1 0,0 0-1 0,0 0 1 15,0 0 5-15,0 0-8 0,0 1 2 0,0 1-5 16,0-2-5-16,0 2-15 0,2 0 0 0,0 0-5 16,-2 0 4-16,2 0-7 0,-2 0 6 0,2 0-7 15,0 0-1-15,-1 0 4 0,1 0-3 0,0 0 4 16,0 0 0-16,0 2-1 0,0-1-1 0,0 1 0 16,-1 0 4-16,1 2-9 0,-2-2 5 0,8 9-5 15,-1 2 10-15,1 0-5 0,-3-2-4 0,4 6 1 16,-1-2-1-16,-1 1 2 0,1-1 2 0,1 4-1 0,0-1 7 15,-1-1-6-15,1 3-2 0,0-1 0 0,-1-2 5 0,1 1-2 16,0 1 3-16,0 1-4 0,-1 1 2 0,-1-5 2 16,1 3-3-16,-5-8 2 0,1 0-3 0,2 0-3 15,-1-1 3-15,-3-5-3 0,4 6 1 0,-3-5 3 16,-3-4 1-16,4 5 1 0,-2-3 3 0,-2-2-4 16,2 1 2-16,0 1 0 0,1 0 11 0,-1-2-8 15,0 0 6-15,0-1-8 0,0 1 6 0,2 0 4 16,-1 0-5-16,1 0 5 0,-2-2-4 0,9 2-5 15,-2-2 7-15,6-2-6 0,2-4 11 0,0-1-8 16,1-4-1-16,6 5-2 0,-1-18 3 0,4-2-2 0,3-4 7 16,2 2-7-16,3-3 2 0,4-1-2 0,4-1-3 15,3-2 4-15,8 1 8 0,7-3-6 0,6 0 2 16,7-2-3-16,2-2 0 0,1 0-5 0,-5-7-1 16,-5 0-2-16,-8-1 3 0,-3 3-9 0,-4 9 2 15,-4 3-4-15,-7-3 3 0,-6 2 0 0,-1 0-2 0,-5 1-2 16,-1 5-22-16,0 1-35 0,-6-2-16 0,1 4-16 15,1-2-130-15</inkml:trace>
  <inkml:trace contextRef="#ctx0" brushRef="#br0" timeOffset="-48039">25532 12935 276 0,'0'0'63'0,"0"0"-17"0,0-2 36 15,0 0 7-15,0 1-35 0,0-3-7 0,0 0-15 16,0 0 0-16,0 1-3 0,0-1-9 0,0 0-6 16,0 1 0-16,2 1-3 0,0 0-4 0,0 0 10 15,0 0 0-15,-1 0 5 0,1 0 13 0,0 1-17 16,0-1 1-16,0 2-9 0,0 0-13 0,0 0 19 15,-1 2-4-15,1-1 10 0,0 3 2 0,-2 0-10 16,4 14 1-16,0 1-4 0,-3-2 2 0,1 1 2 0,0 1-1 16,-2-6 1-16,0 0 1 0,0-4 4 0,2 0-1 15,0 1 0-15,0-3 7 0,0-1-6 0,-1-1 10 16,-1-3-7-16,0 0 21 0,4 2-8 0,9 3 1 0,8 2-5 16,6-5-10-16,10-4-6 0,1-7 1 0,8-8-2 15,4-6-2-15,6-6-1 0,7 19-3 0,-2-33 1 16,4-3-9-16,2-6 2 0,6-2-2 0,4-2 0 15,11-2-7-15,-3-2-14 0,-1 5-3 0,-3 2-7 16,-3 5-38-16,-5 7-134 0,-6 2-116 0</inkml:trace>
  <inkml:trace contextRef="#ctx0" brushRef="#br0" timeOffset="-20286.71">29567 14042 174 0,'0'0'231'0,"0"-2"-86"0,0 0 78 15,-2-2 7-15,0 1-171 0,0-5-23 0,-2-1-11 0,4 5-7 16,-1-1 6-16,1 1-10 0,-2 0 9 0,0 0-5 15,0 1 5-15,0-1-9 0,0 2-4 0,0 0 3 16,1 0-4-16,-1 1 4 0,2-1-7 0,0 0 3 16,0 0-3-16,0 2 0 0,0 0 3 0,-2 2-6 0,2 0 5 15,0 1-9-15,-4 16 2 0,-1 7 1 0,-3 2 1 16,-1 3 5-16,0 1-5 0,1 1 3 0,1 1-4 16,-1 3-4-16,1-4 11 0,-1 1-8 0,3-3 10 15,-1-1-7-15,3-2 0 0,1 0 6 0,0-2-5 16,2-2 3-16,0-4 13 0,2-5-1 0,0-2 7 15,1-2 3-15,-1-3 5 0,2-1-5 0,0-1 5 16,10 5-7-16,9 0 6 0,6-5-5 0,1-6 5 0,7-8-7 16,6-9-1-16,0-7 4 0,3 11-4 0,4-29 1 15,8-3-6-15,1-3 0 0,4-2-2 0,-3-4-10 16,3 4 5-16,-4 0-7 0,1 3 4 0,-3 4-12 0,-1 4 4 16,-6 2-1-16,-5 6 3 0,-1-1-4 0,-1 4-1 15,-6 0-1-15,2 1-1 0,-7 1 1 0,-4 5-11 16,1 1-3-16,-12 1-4 0,-2 6-13 0,-2 2-59 15,-6 4-7-15,1 3-22 0,-3 0-72 0,-1 2-143 16</inkml:trace>
  <inkml:trace contextRef="#ctx0" brushRef="#br0" timeOffset="-7289.96">16746 13024 1 0</inkml:trace>
  <inkml:trace contextRef="#ctx0" brushRef="#br0" timeOffset="-6866.19">16746 13024 3 0,'0'0'6'0,"-2"0"-5"16,0 0 2-16,0 0 6 0,1 0 4 0,-1 0 1 15,0 0 12-15,0 0 1 0,0 0-10 0,0 0 7 0,2 0-9 16,-1 0-1-16,1 0 6 0,0 0-5 0,-2 2 1 16,0-2 7-16,0 2-1 0,0 0 6 0,0-2 13 15,0 0-9-15,1 2 7 0,-1-2-6 0,0 0 10 0,0 2-7 16,0-2 0-16,0 0-2 0,0 0 1 0,1 0-8 15,-1 0 5-15,0 0-5 0,0 0 9 0,0 0-3 16,0 0-1-16,0 0 0 0,1 0-1 0,-1 0 10 16,0 0-8-16,2 0 8 0,0 0-14 0,-2 0-10 15,2 0 2-15,0 0-5 0,0 0 2 0,0 0-6 16,0-2 0-16,0 0-3 0,2 0-3 0,0 0 1 16,0 0 4-16,1 0-2 0,1 2 2 0,16-7-1 15,1 1-7-15,-1 1 5 0,2-1-6 0,3 1 4 0,1-1 3 16,-2 1 2-16,2-1 3 0,2 0 3 0,3 3 0 15,4-3 1-15,1 2-6 0,3 1-6 0,3 1-1 16,9 2-1-16,4 0 2 0,7 2 2 0,1 0-3 16,3-1 2-16,-2 1 0 0,-1-2-3 0,2 0 6 0,-6-2-6 15,1 2 4-15,-1 0-5 0,4 0 3 0,8 2-2 16,3 0 2-16,6 0-1 0,1 0-1 0,1 0 1 16,2 0-6-16,-6-1 7 0,0-1-6 0,-6 0 7 15,4 0-8-15,8 0 3 0,5-1 0 0,4-1 0 16,3 0-3-16,-5-2 3 0,-5 0-2 0,-6 1 2 15,-8 1-3-15,0-2 3 0,4 0-2 0,-1 3 1 0,1-1-10 16,-2 0-9-16,-7 2 4 0,-6 0-6 16,-7 0-7-16,-9 0-15 0,-6 0-7 0,-8 2-5 0,-3 0-56 15,-6-2-172-15</inkml:trace>
  <inkml:trace contextRef="#ctx0" brushRef="#br0" timeOffset="-6177.26">16449 12996 136 0,'0'0'22'0,"0"0"-2"0,0 0 24 0,0 0 0 16,2 0 1-16,0 0-6 0,0 0-11 0,-1 2-2 0,1 0-2 16,2 0 2-16,0 0 2 0,-1-2 5 0,14 4-1 15,2-1 8-15,7-1 8 0,0 0-9 0,-2-2 6 16,7 0-11-16,3 0-10 0,3 0 7 0,6 0-8 15,-1 0 4-15,1 0-5 0,0-2 3 0,3 0-4 16,2 0-7-16,3 1-2 0,4-1-5 0,8 0 4 16,6 0 0-16,9 2-1 0,6-2 2 0,5 0-3 15,0-1-7-15,2-3 4 0,-2 0-1 0,4-3 2 0,5 0-7 16,14-2 5-16,8 0-6 0,1-1 4 0,0-1-4 16,-6-1 3-16,2-3 4 0,11-4-1 0,4 3 0 15,3 1-5-15,-5 0 0 0,-7 4-2 0,-1 2 2 16,5 2-4-16,8 0-6 0,-1-4-1 0,-2 0-26 0,-8 2-48 15,0-1-13-15,3 5-29 0,6 3-206 0</inkml:trace>
  <inkml:trace contextRef="#ctx0" brushRef="#br0" timeOffset="-4172.26">28640 4140 25 0,'0'0'0'16,"0"-2"5"-16,-2 0 62 0,1 0-10 0,-1 0 10 15,0 1-23-15,0-3-1 0,2 2-10 0,-4-11-5 0,2 4 3 16,-1-4-8-16,1 3-9 0,0-1 3 0,2 2-5 15,0 0 6-15,0 3 4 0,0 2 0 0,0-3 1 16,0 3-1-16,0-1 10 0,0 1-7 0,0 0 6 16,0 1-12-16,0-1-2 0,0 0 4 0,0 2-4 15,0 0-10-15,0 1-4 0,0 1 3 0,0 0-2 16,0 1 2-16,0 1 2 0,0 2-8 0,-2 9 7 0,-3 13-7 16,-3 4 0-16,1 3 3 0,-3 2-2 0,1 8 3 15,2 2-3-15,-3 7-5 0,1 5 2 0,2 3-7 16,1 1 11-16,1-2-2 0,1-3 6 0,4-4-9 0,0-9 3 15,0-2 3-15,0-8 0 0,0 0-1 0,2-1-3 16,0-4-3-16,-1 0 3 0,3-1 9 0,-2-1-7 16,0 0 3-16,2 0-5 0,-1-3 2 0,1-5 6 15,0 1 1-15,-2-4 0 0,-1 0 4 0,1-6 6 16,0 2 2-16,0-5 0 0,0 1-1 0,-2-3 6 16,2-1-3-16,0 1 5 0,1 0-3 0,1-2-3 15,2-2-6-15,10 0 1 0,-1-4-11 0,2-5 4 16,0 1 4-16,-1-23-1 0,5-3 0 0,-3 3-7 0,1-5 0 15,-1 1-2-15,1-4-4 0,-4-7 4 0,5-2 2 16,-3-12 2-16,3 1-3 0,-1-8 4 0,-6-4-9 16,4 6 6-16,-6-2-6 0,2 14 2 0,3 8 1 15,-3 6 1-15,4 6 2 0,-9 7-3 0,1 1 0 0,-2 7-1 16,-3 3-2-16,7 6 3 0,-2 0 0 0,-5 1 0 16,0 3-2-16,-4 3-14 0,0 0 2 0,4-2-7 15,-1 0-1-15,-1 3-19 0,0-1 1 0,0 0-8 16,0 2-20-16,-2 0-36 0,0 0-18 0,0 2-14 15,0 1-142-15</inkml:trace>
  <inkml:trace contextRef="#ctx0" brushRef="#br0" timeOffset="-3549.57">29253 4903 416 0,'0'0'19'0,"0"-2"-4"0,0 0 15 16,0 0 2-16,0 0-3 0,0 1-5 0,0-1-14 0,0 0 9 16,0 0-10-16,0 0 5 0,0 0 4 0,0 0-6 15,0 1 7-15,0-1 2 0,0 0-2 0,0 0 3 16,0 2-3-16,-2 0-11 0,0 2 3 0,-1 0-5 15,-9 3 6-15,-4 23-2 0,-8 6-3 0,1 5 0 16,-3 3-2-16,2 3-1 0,-2 3-4 0,2 4 3 0,4-2-3 16,-5 0 4-16,11-7-2 0,-1-8 6 0,4-3-4 15,7-8 18-15,2-2 7 0,-9-5 0 0,3-6 2 16,3 0 3-16,3-5 3 0,2-2 0 0,0-1 1 16,0 1 4-16,0 0-16 0,0-1 0 0,2-1-6 15,0 0-8-15,1-2-6 0,10-2 1 0,4-3-2 16,0-6 1-16,-2-1-4 0,0-13-2 0,-1-5 0 0,1 2 4 15,-2-5-7-15,-2-6 6 0,-1 0-6 0,1 1 3 16,0 1 2-16,2 0-4 0,-2 0 5 0,2 2-3 16,-4 3-2-16,1 2 2 0,-1 3-3 0,0 1 1 0,1 3 0 15,-1 1 2-15,-4 5 0 0,3 1 2 0,-3 1-2 16,-1 4-2-16,0 3 1 0,-2 1 4 0,0 5-4 16,1 0 0-16,-1 2-4 0,0 0 4 0,0 0 4 15,0 0 1-15,0 0 1 0,-1 0-5 0,3 2-3 16,0 0-1-16,0 1-1 0,7 14-1 0,2 7 10 15,-2 0-2-15,-2 2 4 0,0 2-7 0,-1 0-1 16,-1 2 0-16,1 1 1 0,-1-3 4 0,1 2-3 16,-1 0 2-16,0-1-3 0,1 3-5 0,-1-2 6 15,-1-6 1-15,-1-2 4 0,1 0-1 0,-2-1-7 0,-1-3 3 16,1 3-2-16,0-6 4 0,-2-2-9 0,0-2 0 16,-1-4-5-16,1 1-15 0,-2-1-11 0,0-1-3 15,0-1-1-15,0-3-7 0,0 0-41 0,0 2-15 0,0-1-11 16,0-1-80-16</inkml:trace>
  <inkml:trace contextRef="#ctx0" brushRef="#br0" timeOffset="-3362.51">28791 5393 587 0,'0'-2'63'0,"-2"-1"106"0,0-9-110 0,2 3-27 15,0 0-1-15,0 0-8 0,2 3-7 0,2 0-9 16,16 3 1-16,15 1-4 0,6-4 0 0,11 3-10 16,4-1-1-16,3-2-4 0,-3 3-2 0,-6-5-21 15,-4 1-1-15,-1-3-9 0,-4 3-28 0,-6 3-54 16</inkml:trace>
  <inkml:trace contextRef="#ctx0" brushRef="#br0" timeOffset="-2942.82">29821 4717 368 0,'0'0'38'0,"0"0"-7"0,0-2 27 16,0 1 3-16,0-1-10 0,0 0-21 0,0 0-15 16,0 0 4-16,2-2-9 0,0 1 3 0,0-1-6 15,1 2 0-15,22-11-1 0,-1 2 10 0,0 2-13 16,-2 1 0-16,-1 1-4 0,-3 1-2 0,1 3-9 0,-1-1 9 16,-1 2-10-16,-2 0-4 0,0 0-27 0,-2 2-7 15,0 0-7-15,0 0-45 0,-2 0-42 0</inkml:trace>
  <inkml:trace contextRef="#ctx0" brushRef="#br0" timeOffset="-2771.75">29778 4895 582 0,'0'0'33'15,"0"0"-6"-15,2-1-4 0,0-1 10 0,0 0-21 16,2 0-10-16,14-4-2 0,14-1-4 0,5 0 0 15,2 1-5-15,0 2-35 0,6-1-14 0,-1-1-16 0,-1 1-123 16</inkml:trace>
  <inkml:trace contextRef="#ctx0" brushRef="#br0" timeOffset="-2083.98">31485 4454 699 0,'0'-2'0'0,"0"0"2"0,0-2 0 0,0 0 0 0,-2 3 2 16,0-1-3-16,0 0-2 0,0 2 3 0,0 0 0 16,-1 2 1-16,-1 0-6 0,-9 5 2 0,-4-1-4 15,-5 14 4-15,0 2-3 0,-2 1 10 0,1-5-1 0,-1 1 4 16,2-3-7-16,3 3 9 0,-1 3-1 0,3-3 4 15,-9-2-5-15,-2-6 3 0,-1 4-8 0,1-2 7 16,2 3-4-16,-2 1-1 0,2-6 0 0,-4-2-1 16,2-1 1-16,2-1-1 0,0-3 4 0,2 2-4 15,2-5 5-15,0 14-5 0,1-5 3 0,1-3-3 16,-1-3 10-16,3-2-4 0,1-2-1 0,0-2-1 16,6 0-1-16,-2-2 5 0,4 0 3 0,2 1-1 0,1-1 7 15,2-9-12-15,2-4 5 0,-12-3-9 0,4-1 7 16,7 3-11-16,3-8 5 0,2 2-7 0,3 3-1 15,4-5 4-15,1 6-3 0,1-1 5 0,4-1-9 0,-12 5 2 16,18 6-3-16,-1 0 4 0,1 6 4 0,-3-1 0 16,1 2 0-16,-3-7-2 0,1 2-5 0,-2 3 7 15,2 3-4-15,-2 1 4 0,-1 2-3 0,1 2-1 16,-2 1 1-16,0 3 0 0,-2 1-8 0,1 8 7 16,-5 9-5-16,2-1 6 0,2-3-4 0,-3 2 6 15,1 4 1-15,-1-3 0 0,-1-1-11 0,0-4 11 16,6 3-6-16,-1-3 8 0,2 1-10 0,-1-2 2 15,-1-2 3-15,6-2 0 0,-5 0 1 0,4-2 4 0,-6-2-6 16,0 2 3-16,10-2-5 0,-1 1 5 0,2-1-2 16,1-4 3-16,-5-1-2 0,3 0 1 0,-1-2-2 15,4 0 2-15,0 14-5 0,2-5 11 0,0-3 1 16,-4-6 2-16,3-2-8 0,-1 0 9 0,2-4-6 0,-2-2 6 16,0-1-13-16,-5 0 4 0,-1-1 0 0,-3 1 4 15,0-3-2-15,-2 1 0 0,-2 7 0 0,-2-16 0 16,-3-1 4-16,-1-5 6 0,-3 0-6 0,0 0 6 15,17-8-1-15,-8-1-6 0,-6 3 8 0,-5-5-8 16,-1 1 9-16,-5 7-12 0,-3-1 6 0,-2 4-9 16,-1 5-2-16,11 2-3 0,-24 2-3 0,-1 6 1 15,-3-2-8-15,-1 4-9 0,2 3-2 0,-5 2-2 0,5 0 1 16,-2-16-36-16,0 8 2 0,8 7-18 0,2 1-33 16,3 2-117-16</inkml:trace>
  <inkml:trace contextRef="#ctx0" brushRef="#br0" timeOffset="-1276.39">31604 3906 145 0,'-2'-2'29'0,"-9"-20"40"16,-8-15-28-16,-1 3-9 0,12-3 0 0,-25-2-3 15,-3 2 0-15,-4 0-8 0,-7 5 4 0,6-1-4 16,-11 3 8-16,-5 4-10 0,-3 0 4 0,-5 2-6 16,6 2-3-16,5 1-2 0,0 1 3 0,4 1-2 15,-6 3-2-15,-3 1 5 0,-2 2-10 0,-13 2 8 16,-1 1-11-16,-8 3-3 0,1-1 3 0,4 3-3 15,4 1-5-15,3 0 4 0,-1 3-2 0,-2-1 3 0,-10-32 4 16,-9 21-3-16,-2 8-4 0,-1 3 2 0,1 0-5 16,13 0 8-16,5 2-3 0,0 0 3 0,-1 2-3 15,-9 0 1-15,-4 3 3 0,-2 1-2 0,0 3-1 16,14-1-1-16,3 3 1 0,7 2 0 0,8 2 3 0,-1 3 0 16,-1 5-1-16,-2 3 0 0,2 1-3 0,-8-15-2 15,3 27-1-15,3 7 1 0,-2 4 8 0,9 6-5 16,5 3 2-16,4-3-5 0,5-2 3 0,3-2 2 15,0-6-2-15,2-3 2 0,2-2-3 0,-2-6 0 16,4 0-1-16,3 2 1 0,4 1-2 0,0 1-1 16,6 1 0-16,2 5-1 0,3 3 1 0,10 4 2 15,-21 8 5-15,18 3-3 0,10 0 1 0,10 0 8 0,5-5-6 16,1-8 8-16,7-4 0 0,-18-3 12 0,28-6 0 16,6 2 4-16,-1-2-4 0,4 4-2 0,5 3-6 15,5 3 2-15,5 3-15 0,10 4 12 0,7 0-2 16,12 0 5-16,5-1-12 0,0 1 9 0,0-2-9 15,-6-4 8-15,1-7-13 0,1-4 8 0,8-1-4 0,10-3 5 16,5-1-7-16,-1-1 0 0,-6-5 3 0,-12 2-2 16,-2 0-2-16,4 2 0 0,5-2 1 0,10-2 0 15,3-4 6-15,-3 0-1 0,-10-3-6 0,-5-1 4 16,-6-1-6-16,8-4 5 0,5-2 1 0,4-5 2 16,4-3 1-16,-6 33-8 0,-5-27 5 0,-7-9-7 15,-4-6 5-15,7-5 5 0,1-4-6 0,7-3 5 0,1-4 1 16,-8-4-8-16,-3-2 9 0,-7-2-9 0,-6 26 2 15,0-33 7-15,2-2-3 0,2-2 4 0,-4-3-9 16,1-8 2-16,-6-13 0 0,-10-8 2 0,-2-6 6 0,-11-11-4 16,-3 9 1-16,-8 1-2 0,-4 7-2 0,-3 10 6 15,-8 0-1-15,-6 4 4 0,-5-4 11 0,-7-10 0 16,-4-3 4-16,31-11-4 0,-25-2-6 0,-8 1-4 16,-12 5 0-16,-2 10 1 0,-5 5 1 0,-3 3-11 15,-2 5 4-15,20-1-6 0,-33-6 5 0,-10-14-3 16,-5-7 0-16,-9-5 0 0,-6 4 4 0,-7 15-6 15,-6 4 1-15,-2 10-3 0,-3 8-1 0,1 8-6 16,-3 3-5-16,-11 7-1 0,-17 3-4 0,-19 3-26 0,-11 6-2 16,-11 10-16-16,-11 11-68 0</inkml:trace>
  <inkml:trace contextRef="#ctx0" brushRef="#br0" timeOffset="422.98">3504 12051 13 0,'0'0'0'0,"0"0"9"16,0 0 2-16,-2-2 14 0,0 1 0 0,0-1-6 15,0 0-2-15,1 0-13 0,-1 0 1 0,0 0-1 16,-2-1 8-16,0-3-4 0,-5-5 7 0,-4 2-6 0,2-1 11 16,2-1 18-16,-4 2-12 0,0-2 14 0,2 0-4 15,0 1-7-15,-2 1 3 0,1 2-7 0,1-1-17 16,-4 4 9-16,1 3-2 0,-1-1 6 0,2-8 0 15,0 3-5-15,-2 0-2 0,0 1 0 0,0 2-9 0,0 4 3 16,-5 2 1-16,1 2-1 0,1 1-8 0,-1 1 9 16,1 3-9-16,-3 1 8 0,-5 3-5 0,0 1-1 15,-4 1 8-15,-10 6-5 0,8-6 5 0,-9 5-10 16,4-1 3-16,0-1-3 0,-4 3 5 0,2-1-6 16,-2 2 1-16,4 1-2 0,0-1 1 0,4-2 2 15,3-14-1-15,4 16 1 0,0 4-2 0,2-2 5 16,1 4-4-16,1 2 5 0,4 0-1 0,-1 1-8 15,4 1 5-15,0 1-5 0,0 6 11 0,1 4-8 16,-3-1-1-16,2 12-3 0,-4-4 4 0,6 2 1 0,-1 4-1 16,2-4 1-16,5-4 1 0,1 1-2 0,-5-8 4 15,4-2-4-15,-1-2-3 0,3 0 8 0,-17 0-9 16,9 4 8-16,5 1-2 0,4 3-1 0,3 3 2 0,1 2-3 16,1 4-2-16,3 4-1 0,0-1 7 0,3 1-3 15,1-4 4-15,-1-2-4 0,4-10 0 0,-1-3 0 16,1-3 4-16,0-7 0 0,2-1 4 0,0-2-1 15,2 0 9-15,-13 0-2 0,24 2-4 0,1 0 2 16,5 2-16-16,-2-2 4 0,5 1 1 0,2-3 2 16,2 0 3-16,0 4-6 0,8-2 0 0,1-4-3 0,6 6 3 15,3-4 3-15,-1 2-4 0,-2 3 3 0,-8-9-5 16,-1-5 6-16,-3 2-5 0,-1-5 4 0,2 5-6 16,2 1 0-16,1-3 4 0,8-2-1 0,2-4 1 15,10 0 2-15,5-3-2 0,3-5 0 0,0 3-3 0,-7 24 4 16,-7-19-1-16,-6-6 1 0,-6-5-9 0,-4 0 8 15,3-1-4-15,-1-5 6 0,1-1-2 0,1-3 0 16,2-1 5-16,6-4-4 0,7-1-1 0,-6-1 0 16,5-4-4-16,-8-5 4 0,-6 19 2 0,0-32 4 15,-5-4-1-15,-4 3 1 0,-2-1-10 0,-2-2 3 16,0 0 1-16,-1 4 0 0,-3-3 4 0,-3 3-4 16,-2 0 1-16,-5 0-1 0,1 1 0 0,-7-4 2 15,-4-3-2-15,0-11 0 0,-7-3-4 0,-2-8 4 0,27-5 0 16,-17 1 1-16,-12-1 4 0,-6 1-6 0,-3 4 5 15,-4 1-5-15,0-1 6 0,-2-2 0 0,-2-7-5 16,-3-8 1-16,-1-8-7 0,-1-5 5 0,2 2 1 16,-3 10 0-16,-1 9 8 0,0 7-4 0,0 6 2 0,-4 7-3 15,23 4 1-15,-38-3 6 0,-7 1-4 0,-6-2 5 16,-7-2 2-16,-6 5-15 0,-1 1 5 0,-5 3-9 16,3 8 3-16,3 8-26 0,1 5 1 0,-5 12-13 15,-7 6-34-15</inkml:trace>
  <inkml:trace contextRef="#ctx0" brushRef="#br0" timeOffset="6246.19">997 12304 20 0,'0'0'4'0,"0"0"2"15,0 0 5-15,0 0-2 0,2 0 3 0,0 0-5 0,0 0 10 16,0-2-6-16,0 0 5 0,-1 0-5 0,1 2 12 16,0-2-5-16,0 1 5 0,0-1-6 0,0 2-5 15,0 0 12-15,-1 0-11 0,1 0 13 0,0 0-6 16,0-2 5-16,0 2-4 0,0 0 2 0,0 0-3 15,-1 0-1-15,1 0 1 0,0 0 3 0,0 0-15 16,2 0 9-16,-1 0-8 0,1 0 13 0,0 0-11 16,-2 0-1-16,3 0-2 0,3 0 4 0,-1 0 5 15,1 0-3-15,3 0 4 0,-6 0 4 0,6 2 8 0,-7-2-3 16,0 2 4-16,0 1-14 0,-3 1-11 0,1 15 4 16,8-1-6-16,-5 3 0 0,4-1-1 0,-3-1-1 15,1-1 1-15,3 1 8 0,-1 3-9 0,2-2-2 0,-5 3-2 16,1-1-3-16,-1-2 5 0,-1 1 3 0,-1-1-1 15,2-1-3-15,-1 1 2 0,-3 2 2 0,0-1 2 16,5-6-2-16,1 1 5 0,3-4-2 0,4-1 4 16,-10-4 5-16,6-1 12 0,-3-3-7 0,-1-1 9 15,6 0-12-15,-2 7-7 0,6 1 1 0,5-3-3 16,-5-5 0-16,0-2 0 0,-4 0 0 0,0-2-2 16,2-2-6-16,0-1 6 0,-1-3-5 0,-2 1 5 15,0 1-7-15,-2-12 6 0,3 1-2 0,0-1 4 0,0-3-11 16,2-1 8-16,-2 0-3 0,1-1 6 0,1 5-7 15,0-5 1-15,0-1 3 0,2 0-2 0,1-4-6 16,3-1 9-16,1-3-5 0,2-1 6 0,0-1-11 0,10 1 5 16,3-1-1-16,6-5 3 0,7-7 2 0,4-4-9 15,5-13-3-15,10-10-10 0,-1-3-77 0</inkml:trace>
  <inkml:trace contextRef="#ctx0" brushRef="#br0" timeOffset="9119.07">28767 13098 394 0,'-2'-1'0'0,"0"-1"37"16,0-2 16-16,-7-9 12 0,-4-5 7 0,2 1-35 15,9 0-12-15,-15 2-14 0,2 0-8 0,-3 2 4 16,1 2-5-16,-2 4-2 0,-1-6 2 0,-2-2-2 16,-1 2-2-16,-1 0 2 0,-2 2-2 0,-4 0 2 0,3-2-5 15,-5-2 5-15,0 0 1 0,-3-2 2 0,0 1 0 16,-2 1-6-16,1 0 5 0,-1-4-4 0,-2-3 11 16,0 3-6-16,-3-1-4 0,3 5 0 0,3 2 5 0,-3-2-4 15,4 2 5-15,-6-2-5 0,0 2 1 0,-1 2 4 16,-1-2-5-16,-3 6 3 0,-5-2-6 0,-4 1 3 15,-1 1 5-15,-3-3-2 0,-8 3-1 0,6 1-2 16,-3 1 3-16,3-3-2 0,7 5 8 0,0-3-9 16,-3 2 1-16,1 1-1 0,-1 1-4 0,-5 0 6 15,-3-28-2-15,-3 17 4 0,-7 6 5 0,-4 5-9 16,4 2 4-16,5 0-5 0,5 0 1 0,5 2 0 16,3 0-1-16,-4 1 2 0,-1 3-5 0,-6 1 8 0,1 3-7 15,-6 1 7-15,-5 2-4 0,4 2 0 0,0 1 4 16,9 1-3-16,2 4-5 0,0 3 0 0,-2 4 1 15,-4-25 0-15,-4 27 11 0,1 5-6 0,-2 4-2 16,-1 0 0-16,-1 2-9 0,-2-4 9 0,8-3 1 0,3-1 1 16,9 1 2-16,1 1-4 0,-1 0 2 0,-3 2-3 15,3 4-7-15,-3 2 9 0,0 3-6 0,3 6 7 16,-5 2-5-16,6 2 4 0,7 5-1 0,5 0 3 16,8 2-8-16,2-3 1 0,3-4-2 0,6-3 3 15,2-8 4-15,2 3 1 0,1-5 3 0,1 3-2 16,3 1 12-16,2 5-8 0,2 2 7 0,4 3-8 15,1 4 3-15,3 10-6 0,3 0-3 0,-2-3-1 0,-25 1-3 16,16-10 4-16,9 3 0 0,4-9 2 0,5 1-1 16,5-2 0-16,3 2 4 0,3 4-1 0,3 1 3 15,1 6-5-15,5 4-2 0,2 3 1 0,5 6-1 0,-26-7 5 16,33-4-5-16,5-8 4 0,8-3-4 0,4-6-4 16,3 0 3-16,3-2-3 0,-1 2 6 0,0 4-5 15,2 0 3-15,-5 5-5 0,3 5-3 0,-3-5 8 16,1-1-2-16,8-3 4 0,2-6-7 0,9-3 5 15,7-5-4-15,0-10 5 0,1-1 3 0,-5-4-1 16,-3-4-2-16,0-3 1 0,0-1 5 0,6-1-3 16,12-2 7-16,3-2-6 0,7-2 14 0,-6-3 5 15,-5-5-5-15,-4 31 4 0,1-21-3 0,14-11 0 0,9-2 1 16,6-10-3-16,-2-1-15 0,-8-6 8 0,-3 1-4 16,0-5 6-16,3-1-9 0,10-2 0 0,-2-2 2 15,-4-6-1-15,-8 30 9 0,-10-40-4 0,0-3-4 16,5-7 1-16,-2 0-5 0,4-7 6 0,-4-4 1 15,-9 5 1-15,-4-1 0 0,-10 7 1 0,-3 3-2 0,-4 3 1 16,5 0-4-16,3 1 1 0,-4-5 2 0,0-8-1 16,-1-1-6-16,-7-13 1 0,-1-5 0 0,-9-2 2 15,-6-3 1-15,-3 6-3 0,-3 0 1 0,1 7-1 16,1 0 0-16,2 4 7 0,1-7-8 0,-3-10 8 16,1-11 0-16,-3-9-1 0,-3 0 7 0,-6 6-4 15,-1 8 14-15,-10 8-7 0,-6 6 2 0,-8-2-4 0,-7-8 1 16,29-10 0-16,-26-12-4 0,-12-2 2 0,-7 4-3 15,-7 10-2-15,-8 10-3 0,22 2 0 0,-44 3-3 16,-9-11-3-16,-8-2 2 0,-6-11-4 0,-5 7-14 0,-14 7-3 16,-18 5 2-16,-22 17-3 0,-15 4-14 0,-9 8-54 15,-11 10-29-15,-26 8-26 0,-17 3-280 0</inkml:trace>
  <inkml:trace contextRef="#ctx0" brushRef="#br0" timeOffset="12460.07">3994 12228 32 0,'-2'-2'0'0,"0"0"57"0,1-2 23 0,-1-24 16 0,-13 1 9 15,0-5-50-15,2 2-17 0,-2 1-26 0,0-5 7 16,0 6-11-16,-3-1 7 0,1-3-8 0,-5 4-3 0,0-3 1 16,1 5 8-16,-3 5-12 0,0-1 8 0,-2 5-8 15,-2-1 12-15,4 1-10 0,-2 2 3 0,0 2-5 16,-2 2 3-16,2 0 5 0,0 2-7 0,-2-1 5 16,2 3-3-16,-2 1-2 0,2 1 6 0,2-1-5 15,-2 2-2-15,-2-1 6 0,2 3-5 0,0 0 4 16,0-15-10-16,0 6 7 0,-3 4-3 0,3 5 4 15,-4 0 1-15,0 2-2 0,1 4 1 0,-5 1-2 16,1 1-6-16,-6 1 2 0,0 3 1 0,2-3 0 0,5 2-1 16,-1 1 8-16,1-1-9 0,-1 2 9 0,-3 2-5 15,3 0-2-15,5 0 4 0,0 4-4 0,-1 0 11 16,4-14-9-16,-1 21 4 0,4 2-6 0,0 0-3 0,1 0 0 16,1 4 4-16,0 0 0 0,3 1 8 0,0 1-14 15,-1 3 6-15,3-1-8 0,-2-1 10 0,4-1-2 16,-2-5 1-16,4 5-1 0,2 1 0 0,-1 3 2 15,-1 3-2-15,4 3 2 0,-1 3-5 0,1 3 4 16,3 6-4-16,-3 7 4 0,3 6-7 0,-26 4 9 16,17-3-1-16,13-4 3 0,2-5-11 0,0-7 8 15,2-4-4-15,0-1 5 0,3-1-6 0,2 4 7 16,2 2-2-16,4 4 5 0,0 0-9 0,0 1 15 0,2 6-4 16,1 2 7-16,3 2-14 0,1 0 5 0,0-8-2 15,2-1 4-15,1-4-3 0,1-2-3 0,-25 2-2 16,35-2 0-16,-3 3-4 0,2 1 4 0,6 2 0 0,-4 5 2 15,4 0 1-15,0 2 7 0,-6-4-3 0,4-7 4 16,0 0-6-16,0-8 10 0,0-3 0 0,-2-4 2 16,-3-6 1-16,1 1-8 0,2-6 0 0,0-1-2 15,2-1 8-15,2 0-9 0,2-1 5 0,2-3-6 16,3-2 11-16,9-1-7 0,-1-2 5 0,-4-6-5 16,9 2 0-16,-7-8 0 0,-2 1-5 0,2-2 4 15,-9 20 0-15,-5-13-8 0,5-6 3 0,-2-5-4 0,-1-5 6 16,3-6-4-16,1-4 6 0,1-4-5 0,3-5 6 15,6 19 0-15,-4-29-6 0,1-3 4 0,-1-4-6 16,-5-2 5-16,3-3-1 0,-5-12 2 0,-6-5 3 16,-4-13-7-16,-2-6 1 0,-3 1-2 0,1 1 3 0,-3 2-3 15,0 2 4-15,0-2-5 0,-4-2-4 0,2-11 7 16,2-11-4-16,-4-21 6 0,6-3-1 0,-4 5-6 16,-4 6 0-16,-1 13-2 0,-8-2 3 0,-10-3 3 15,34-9 5-15,-31 5-2 0,-12 9 2 0,-10 9 4 16,-5 15-11-16,-1 9 9 0,-6 4-8 0,26 2-6 15,-37-4 1-15,-2 1-6 0,-3-7-16 0,-1 6-42 16,-7 4-25-16,-7 11-26 0,-12 9-276 0</inkml:trace>
  <inkml:trace contextRef="#ctx0" brushRef="#br0" timeOffset="14405.7">8153 14476 256 0,'0'0'91'0,"-2"0"-27"0,0-2 37 16,1 0 4-16,-1 1-62 0,-2-1-15 0,0 0-2 16,1 0 0-16,-1 0 1 0,0 0-7 0,0 0-9 15,3 1-2-15,-1 1-1 0,0 0-1 0,0 0 10 0,0 1-4 16,0 1 5-16,0 2-2 0,2 0 3 0,-3 12 4 15,1-4 0-15,2-1 16 0,0-2 2 0,0-2 4 16,2 1-2-16,0-3 3 0,-1-1-12 0,22 0 1 16,-1 11-5-16,2-6-6 0,11-3-2 0,4-6-4 15,8-10 2-15,1-6-11 0,4 14 8 0,6-41-4 0,7-3 4 16,7-5-11-16,25-2 3 0,10-3-2 0,10 0 2 16,4 1-7-16,-10-1-20 0,4 4-20 0,12 2-9 15,10 0-148-15</inkml:trace>
  <inkml:trace contextRef="#ctx0" brushRef="#br0" timeOffset="32222.85">3190 6164 20 0,'0'0'0'0,"0"0"9"16,0 0 123-16,0 0-29 0,-2-2 2 0,0 0-45 16,1 0-34-16,-1 0-19 0,2-2 7 0,0 1-9 15,0-1 2-15,0-3-7 0,0 3 4 0,0-2-5 16,0 3 3-16,0 1 6 0,-2-6-6 0,2 5 6 15,0-1-9-15,0 0 4 0,0 2 0 0,-2-1 3 16,-2-1 9-16,1 2 0 0,-7-4 4 0,-3 1-3 0,0 1 1 16,-2 1 3-16,-3-1-1 0,-4 0 2 0,-1 2-9 15,1 0-2-15,-2 2-1 0,3-1 1 0,-3-1 7 16,-2 0-7-16,4 0-3 0,-2-2-1 0,3 1-4 0,-1-1 2 16,2 0 4-16,-6 0-4 0,2 1-4 0,1 1-1 15,3 0-1-15,3 2 1 0,-1 0 8 0,-1 0-8 16,1 0 6-16,-1 2-7 0,-1 0 4 0,-1 0 3 15,3 1-8-15,-3 3 5 0,-1 1-7 0,1 1 8 16,-3 3-2-16,2 2 4 0,0 2-4 0,1-6-2 16,1 9 2-16,1 3-3 0,1 1 0 0,-1-5 5 15,2 3-3-15,-5 3 3 0,4-1-6 0,-3 0-1 16,3 4 4-16,-3-7-2 0,1-3 5 0,1 1-3 0,-3 2 1 16,7-3-1-16,-5 3 2 0,-3 1 0 0,-3-1 2 15,-1 1-3-15,2 1-2 0,-1-1 1 0,2 3-3 16,4-1 3-16,1 4-1 0,-5 0 1 0,2 2 5 15,-2 0-4-15,0-1-5 0,5 3 8 0,2 0-7 0,1 1 8 16,-3 6-5-16,4 1-2 0,0 1 4 0,0 1-2 16,2-1 1-16,-1 4 1 0,-1-2-8 0,4-2 6 15,-2 0-2-15,3-6 1 0,-1 3 5 0,6-5-4 16,-3 1 8-16,4-2-10 0,1-1-1 0,-3 3-2 16,4 1 8-16,0 4-4 0,-3 0 3 0,1 4-4 15,0 0 5-15,3 6-7 0,-24 1 4 0,11 2-4 0,6 4 7 16,3-2-3-16,1 0-1 0,0-2 0 0,2-2 1 15,0-3 0-15,1-3 0 0,-3-3 1 0,2 0-1 16,0-1 2-16,0 1-2 0,0 1 0 0,2 1-10 0,0 4 8 16,0 3-2-16,-1 0 4 0,-3 8 4 0,2 0-5 15,2 1 0-15,0 1-3 0,0-6 4 0,-2 4 4 16,2-6-4-16,0-6 2 0,0-1-6 0,0-4 4 16,0 0 3-16,0 0-3 0,0 0-3 0,0 0 1 15,0 2-2-15,2-2 2 0,2 2-3 0,3 3 5 16,1-1-4-16,-1 5 4 0,0 0-5 0,3 3 4 15,-3 1 1-15,2-6 1 0,1 0 1 0,-3-1-7 16,1-6 3-16,-1 2-5 0,-1-6 7 0,-1 2 1 0,1-3-2 16,-1 1 3-16,1 0 4 0,1 0-10 0,1 3 8 15,-1 1-8-15,1 0 8 0,-1-2-5 0,2 4-4 16,1 3 0-16,-1-1 9 0,2 5-4 0,2 2 1 16,-2-9-2-16,2 9 1 0,-2-7-3 0,2-2 2 0,0 0-3 15,0-8-5-15,4 4 8 0,2 0-5 0,-1 0 6 16,4 1 0-16,-18-3 0 0,22 2 1 0,2 0-1 15,-2-2-7-15,2 4 6 0,0-1-1 0,5 1 2 16,-1 1-2-16,-3-2 2 0,1-5-7 0,-2 0 6 16,0-1-1-16,0 0-2 0,-4 5 4 0,0-10-2 15,0 1 6-15,0-2-2 0,4 0 2 0,0-2-3 16,0 1-1-16,1 1 0 0,1-4 0 0,2 2 0 16,1-2-4-16,2 1 8 0,-1-3-6 0,3 2 6 0,-2-1-8 15,-1 1 3-15,-1-2 3 0,0 1-1 0,-1-4 10 0,3 1-10 16,-5-3 5-16,-2 0-5 0,2 0 9 0,-6-4 3 15,2-2-5-15,0-1 3 0,-2-3-8 0,-2-1 5 16,2 0 1-16,2-1 0 0,0 3-5 0,0-4-1 16,2 0 1-16,-2 14-1 0,4-5 4 0,-2-3-5 15,1-4 0-15,-1-3-1 0,2-1-2 0,2-1 6 16,-3-3-1-16,5-4 3 0,-1-1-7 0,2-2-1 16,1 0-1-16,-1-2 2 0,-2-2-1 0,4-4 1 15,-3 1 4-15,-1-1 0 0,-1 16 4 0,-4-22-3 0,-2 3-6 16,-4 0 1-16,0 0-6 0,-1-1 6 0,-1-1 5 15,1-2-1-15,-1 0 6 0,0-4-11 0,-1 1 2 16,0-7-3-16,-3-1 2 0,1-2 6 0,1-5-6 16,3 1 5-16,-4-3-3 0,5 1-1 0,-2 1 5 15,-1-1-4-15,3 2 4 0,4 1-6 0,-2 1-2 16,0 2-1-16,1 2 6 0,-3-1-3 0,4 1 3 0,2 0-3 16,-4-2 1-16,0-2 1 0,-2-1 1 0,-5-5-1 15,2-5-2-15,-1-3 1 0,-1-5-1 0,0 3 0 16,-4-3-2-16,0 6 1 0,0-1 3 0,0-3 0 15,0 4 6-15,-4-2-3 0,2 3-3 0,-2-3 0 16,-1 2 0-16,1-9-4 0,-2 0 4 0,-1-8-2 16,-2-3 6-16,-1 3-4 0,-1 1-3 0,0 3 0 0,26 4-1 15,-15 2 4-15,-9 3 0 0,-4 4 2 0,-2-3 3 16,0-5-7-16,0-3 9 0,0-7-9 0,0-12 3 16,2-5-2-16,2-2 0 0,0 0 0 0,2 4-1 0,1 4 2 15,-1 1-4-15,0-9 3 0,-1-4-1 0,-1-5 2 16,0-8-2-16,0 8 3 0,-2 3-3 0,-2 8 2 15,-2 11 2-15,-3 4-2 0,0 0 2 0,-5-10 3 16,0-3-4-16,-3-8 4 0,0-1 4 0,-2 8-1 16,-1 5 8-16,-3 9-6 0,1 3 6 0,-4 1-6 15,-4-1-1-15,26-7 0 0,-33-2-5 0,-3-11 2 16,-8 2-4-16,1 6 5 0,-5 3 0 0,-2 11-9 16,8 4 8-16,-5 4-8 0,3 1 11 0,1 1-14 15,-3 3 3-15,0-1-3 0,-2 3 11 0,-8-2-10 0,-7 4 2 16,-5 6-7-16,-8-4-2 0,-2 12-12 0,2 3-11 15,2 5 1-15,5 12-18 0,6 1-41 0,0 10-15 16</inkml:trace>
  <inkml:trace contextRef="#ctx0" brushRef="#br0" timeOffset="50085.18">8077 6531 256 0,'0'0'-60'0,"0"0"40"16,2 0 0-16,0-2-1 0,0 1 56 0,-1-1-6 16,3 0-13-16,0-2 10 0,0 2-11 0,7 0 5 15,-2-5-1-15,4-2-7 0,-2 1 4 0,-3-1-6 0,6 2 11 16,-2-3 0-16,1 1 1 0,5 0-6 0,-7-1 3 15,2 1-4-15,-5 7 4 0,-1-1-2 0,4-7-6 16,-3 7 2-16,3-3-4 0,-2 2 4 0,-7 4-10 16,4 0 5-16,-3 0-6 0,1 0 8 0,0 0-5 15,-1 0 2-15,1 0-4 0,0 0-6 0,1 2 7 16,3 2-5-16,-3-2 6 0,1 1-3 0,1 3-2 16,-3-4 1-16,0 0-2 0,3 1 1 0,-3 7 4 15,0-5-2-15,1 5 2 0,-1-3-3 0,-2-1-2 16,2 3 4-16,-3-4-3 0,1-1 3 0,0 2 3 0,0-4-6 15,2 1 3-15,-2-3-2 0,1 2 1 0,-1-2 1 16,2 2-1-16,-2-2 1 0,1 2 0 0,-1-2 4 16,4 4-4-16,-2-3-3 0,1 1 5 0,1-2-2 0,3 0 4 15,0 0-5-15,2 0 0 0,2-3 0 0,2-3 0 16,2-3 7-16,1 7-3 0,3-22 1 0,1-4-2 16,4-4-3-16,0-5-3 0,2 0 1 0,4-4-3 15,-1-2 5-15,1 4 1 0,-1-3 1 0,5 3-1 16,1 2 1-16,2 3-6 0,5 5 3 0,-5-1-1 15,4 4 12-15,-2 4-21 0,-8 3 0 0,-1 2-10 16,-6 4-9-16,0 2-41 0,-4 2-23 0</inkml:trace>
  <inkml:trace contextRef="#ctx0" brushRef="#br0" timeOffset="51104.04">7695 9697 152 0,'0'0'26'0,"0"0"0"0,0 0-4 0,0 0 2 0,0 0-10 16,0-2 1-16,0 2 0 0,0-2-3 0,0 2 1 16,0 0-4-16,0 0 2 0,0 0-2 0,0 0 2 15,0 0-7-15,1 0 7 0,1 0-4 0,0 0 5 16,0 0-3-16,0 2 8 0,0 0-6 0,0 0 6 15,-1 0-15-15,1 0 6 0,0 1 0 0,0 1 2 0,0 0 9 16,-2-1-11-16,2 5 8 0,0-1-10 0,-1 1 3 16,3 1 5-16,-2-2-5 0,2 1 6 0,-1-1 0 15,1 1-4-15,0-1 2 0,0 1-3 0,-1-1 2 0,1 0 3 16,-2-1 1-16,2 1 0 0,-3-1-1 0,1-2 3 16,0-1-1-16,2 1 2 0,-2-4 2 0,9 8 9 15,2-1 0-15,4-1 3 0,3-3 7 0,0-3-4 16,6-5-5-16,10-10 0 0,-1-4-18 0,8 12-4 15,3-30 7-15,6-6-6 0,7-7 3 0,5-15 2 16,2-2-9-16,-2-5 5 0,-1-3-9 0,-2 8-6 16,2 1-6-16,0 8-5 0,4 4-41 0,5 10-70 15</inkml:trace>
</inkml:ink>
</file>

<file path=ppt/ink/ink118.xml><?xml version="1.0" encoding="utf-8"?>
<inkml:ink xmlns:inkml="http://www.w3.org/2003/InkML">
  <inkml:definitions>
    <inkml:context xml:id="ctx0">
      <inkml:inkSource xml:id="inkSrc0">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3-06-16T04:54:50.374"/>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1" timeString="2023-06-16T04:54:51.207"/>
    </inkml:context>
  </inkml:definitions>
  <inkml:trace contextRef="#ctx0" brushRef="#br0">33737 17708 0,'0'0'0,"-37"69"0,0-4 15,4-14 1,5-13-16,5-11 15,5-8 1</inkml:trace>
  <inkml:trace contextRef="#ctx1" brushRef="#br0">23007 2667 335 0,'0'0'0'0,"0"-1"5"0,0-1 51 0,0 0-8 16,0-2 11-16,0 0-15 0,0-10 10 0,2-1-8 15,0-2-8-15,1 0-1 0,1 2-27 0,0 2-1 16,1 0 1-16,-1 2-2 0,0 0 1 0,0 4 3 16,-1-1 5-16,-1 3-1 0,-2 3 17 0,0 0 4 0,0 0-3 15,2-2 2-15,0 1-12 0,0-1 13 0,0 2-8 16,-1 0 8-16,-1 0-10 0,0 2-3 0,0 2 3 16,0 2-3-16,-3 9 0 0,-10 19-6 0,2-1-3 15,-4 4 0-15,2 1-2 0,-2 1-6 0,0 0 4 16,4-2-5-16,2 1 0 0,1-1 4 0,3-4-3 0,-1 1 4 15,2-2 1-15,4-6-1 0,0 5 4 0,0-6-3 16,2-3 13-16,2 1 2 0,0-7-3 0,1-1 0 16,1-1-10-16,-1-3-4 0,3 2 4 0,-3-4-5 15,1 1 4-15,9-4-8 0,1-3 1 0,-1 11-2 16,0-3 6-16,2-2-8 0,-2-3-1 0,1-2-2 0,1-2-8 16,0-2 6-16,1-4-6 0,3-1 5 0,-5 0-19 15,1-3-100-15,-2 1-5 0,-2 5-46 0,0-14-148 16</inkml:trace>
  <inkml:trace contextRef="#ctx1" brushRef="#br0" timeOffset="218.11">23313 2181 898 0,'-2'-2'33'0,"1"-2"73"0,-11-12-77 0,5 3 0 0,-2 0 10 15,3 3-6-15,-1 1 13 0,3 4-22 0,2 5-4 16,-3-2-7-16,1 0-14 0,0-2 1 0,0 2-1 16,1 0 0-16,1 1-8 0,0 1-23 0,0 1-25 15,2 1-16-15,0 2-243 0</inkml:trace>
  <inkml:trace contextRef="#ctx1" brushRef="#br0" timeOffset="726.35">23469 2781 346 0,'0'-2'102'0,"0"0"-143"15,-2 0 121-15,1 0-66 0,-1 0 24 0,0 1 34 16,0-1-1-16,0 0 7 0,0 0-34 0,0 2-7 15,-1 0-8-15,-1 2 2 0,0 2-15 0,-11 16-1 16,1 10-3-16,1 7 1 0,3-4-2 0,1 4-8 16,0 4 9-16,-1-6-8 0,3 1 3 0,0-5 3 15,1-1-3-15,0-4 5 0,3-2-1 0,1-3 16 16,0-7 0-16,2-1 10 0,0-1 31 0,0-5-23 16,0-1 0-16,0-3-11 0,0-1-13 0,2 2-7 0,0 0 4 15,0-1-5-15,-1-1 4 0,3 0-11 0,0 0 4 16,5-2-8-16,8 0 0 0,1-4 3 0,1-1-2 15,5-3 1-15,-5 1-7 0,-1-1 7 0,5-1-4 16,-9 3 6-16,7-1-7 0,-3 0 3 0,1 1-1 16,0 0 2-16,-5 3-6 0,1 1 3 0,2 0 0 0,-6 2 3 15,8 2 4-15,-8 0-3 0,-4 0-4 0,4 3 2 16,-7-3-3-16,2 4 1 0,5 8-2 0,-2 3 2 16,-1 2 0-16,-3-3 1 0,-1 5 5 0,-4-1-4 15,-2-1 0-15,-2-1 5 0,-1 1-6 0,-1-4 6 16,-1 0 5-16,-4 0 19 0,1-6-3 0,-18 0 5 0,4 0-11 15,-2-3-2-15,4-2-1 0,3-2-3 0,3-1-9 16,-1 11-6-16,-2-1 3 0,3-4-3 0,-5-1 3 16,8-4-5-16,0-2 1 0,6 0-4 0,1 0-6 0,4 0-26 15,-1 0-24-15,-1 0-5 0,2 0-109 0,0-2-109 16,2 0-35-16</inkml:trace>
  <inkml:trace contextRef="#ctx1" brushRef="#br0" timeOffset="1078.32">24127 2848 482 0,'0'0'16'0,"-2"0"47"16,0-2-61-16,0 0 37 0,0 2 0 0,0 0 11 15,0-2 3-15,1 0-14 0,-1 2-6 0,0-2-1 16,0 2-6-16,2 0 1 0,0 0 8 0,0 0-5 0,2 0 18 16,2 0-3-16,9-2 0 0,13 1-1 0,5-1-1 15,-3 0-14-15,-4 0-5 0,4-2-3 0,-6 2-10 16,6 1-5-16,-6 1 1 0,-3 0-3 0,-2 0-1 15,-3 0-4-15,1 0 3 0,-5 0-4 0,-1 0 1 0,2 0 2 16,-5 0 2-16,7 1 1 0,-4-1-2 0,-4 0-9 16,3 0-12-16,-4 0 2 0,-1 0-25 0,3 0-90 15,-2 0 0-15,-1 2-47 0,1 0-136 0</inkml:trace>
  <inkml:trace contextRef="#ctx1" brushRef="#br0" timeOffset="1322.88">24169 3107 559 0,'0'0'43'0,"0"0"7"0,-2 0-22 0,1 0-9 0,-1 0-9 16,0 0 32-16,0 0 17 0,0 0-2 0,0 0 6 15,0 0-8-15,2 0-10 0,0 0 1 0,0 0-6 16,2 0-9-16,2 0-1 0,11-1 0 0,13-3-2 15,-6 2-10-15,8-2 2 0,-2 1-4 0,-1 1 3 16,5 0-11-16,-6 0 2 0,-2 2-6 0,-7 0 3 0,-1-2-16 16,-3 2 8-16,-1 0-2 0,-1 0 2 0,-2 0-28 15,-2 0-232-15,3 0-47 0</inkml:trace>
  <inkml:trace contextRef="#ctx1" brushRef="#br0" timeOffset="3154.82">25525 2647 41 0,'0'0'16'0,"0"0"21"16,0 0 11-16,2 0 11 0,-1-2 0 0,1 0 8 15,0 0 7-15,0 1-3 0,0-1-3 0,0-2-29 16,1 0-2-16,1 1-7 0,0-3-6 0,3-3-14 0,1-2 9 16,-1 1-10-16,1-1 10 0,-1 0 3 0,0 0-10 15,1 0 7-15,-3 0-7 0,1-1-2 0,0 1 5 16,-3 0-4-16,1 0 1 0,-2 2 3 0,0-2-4 0,-2 1 5 16,0 1 1-16,0 0 0 0,-2-1-4 0,0 5 2 15,-2-4-3-15,2 1-2 0,-1 1 7 0,-1-1-5 16,0 3-2-16,1-1 0 0,-9 2-3 0,-1 1 3 15,2-1 5-15,-2 2-5 0,2-7 1 0,-2 1-5 16,0 3-7-16,2 1 5 0,-2 2-3 0,0 0 5 16,0 2 0-16,2 0-3 0,0 2 1 0,0 2-2 0,-1 2 3 15,3-1 0-15,-4 1-2 0,2 10 2 0,0 7-5 16,0-3 3-16,1 2-3 0,1-1 1 0,-2 1-6 16,2 0 4-16,1 1 5 0,3-1-1 0,-1 0 4 15,2-3-4-15,1-2 0 0,-5-3-1 0,6 1-3 16,1-2 5-16,-9-2-3 0,5-1 5 0,1-3-3 0,2-1-2 15,0 3 0-15,2-3 0 0,0-1 5 0,0 1 3 16,0-3 2-16,2 1 0 0,0 0 8 0,2-2-13 16,5 1 7-16,10-1-8 0,-1-2 7 0,4-3-7 15,3-5-2-15,-1-3 0 0,-2 0 0 0,-3 0 3 16,1 9 1-16,-1-15 0 0,1-1-5 0,-1 3 4 16,-3 0-5-16,-3 0 4 0,2 0-8 0,-6 2 3 15,4 0-1-15,0 2 1 0,-5 0 11 0,3 2-11 0,-2-1 6 16,-5 1-6-16,1 2 0 0,-1-1 2 0,2 1-1 15,-3 1 2-15,1 1 4 0,0-1-7 0,-2 2 7 16,-2 2-5-16,0 1 23 0,0-1-16 0,2-2 4 16,-1 0-8-16,1 1 1 0,0 1 1 0,0 0-6 15,0 0 4-15,0 0-2 0,0 0-5 0,-2 0 6 0,0 1-7 16,0-1 8-16,0 2-6 0,0 0 3 0,0 0-4 16,0 0 2-16,0 0 5 0,0 2-5 0,0-1 7 15,-2 1-5-15,0 0-3 0,0 0 2 0,0 2-1 16,0-1 0-16,0 1 0 0,1 2-3 0,-3 3 3 15,0 0 4-15,0 1-5 0,1-1 4 0,1-2-4 16,-2 4 7-16,2 1-7 0,0-1 2 0,1 0-3 0,-1 2 0 16,0 0 2-16,2 0 1 0,0 4 3 0,-2 1-2 15,2 4-5-15,-2 3 3 0,0 4-4 0,1-1 7 0,-1 6-2 16,-2 1 0-16,2-4 0 0,0 5 0 0,-1-1-1 16,-1-4 0-16,-2 3-1 0,3-3 4 0,-1 1-3 15,0-2 0-15,0-6 0 0,1-2 4 0,-3-1-6 16,1-3 5-16,-1-1-4 0,-1 0 3 0,1-4 4 15,0-2-7-15,1-2 4 0,-3 2-3 0,3-3 1 16,-1 1 5-16,-9-5 0 0,2-1 21 0,-1 8 22 16,1-3-4-16,0-3 7 0,1-1-26 0,-1-2-14 15,2 0 2-15,0-2-5 0,0 0 4 0,-2-2-6 16,2-2-4-16,2 1 1 0,-3-3-5 0,5 2 1 0,0 1 0 16,1-1 1-16,0 0 4 0,5 4-2 0,-1 0-3 15,2-2 0-15,-2-1-9 0,2 1-8 0,-2-2-11 16,2 2-7-16,0-2-98 0,0 1-91 0,2-1-37 15</inkml:trace>
  <inkml:trace contextRef="#ctx1" brushRef="#br0" timeOffset="9322.69">25777 3336 90 0,'0'0'26'0,"0"0"24"15,0-2 1-15,0 0 3 0,0 0-5 0,0 0 4 16,2 1-10-16,0-1 1 0,0 0-1 0,0 0 0 16,-1 0-18-16,1 0 9 0,0 0-10 0,0-1 10 15,-2-1-3-15,0 0-4 0,2 1 5 0,0-1-5 0,-2 0 2 16,0 0 6-16,0 1-3 0,0-1 4 0,0 0-3 15,0 1 2-15,0 1-2 0,0 0 1 0,0 0-8 16,0 0 5-16,0 0-2 0,0 0 2 0,0 1-4 0,0-1-1 16,0 0 3-16,0 0-3 0,0 0 3 0,0 0-1 15,0 0-2-15,0 2 1 0,-2 0-9 0,0 0 2 16,0 2-4-16,0 0 2 0,0 2-10 0,2-2 4 16,-3 18 0-16,-5 1 3 0,-1-1 5 0,0 0-8 15,-2-1 2-15,-1 0-5 0,1-1-2 0,4-1 5 16,-1 0-7-16,1-1 6 0,1-1-8 0,3-4-3 15,-1 2 5-15,2-3-5 0,0-1-1 0,-3-2-1 16,1-1 2-16,0 1 0 0,1 1 0 0,-1-1-25 16,2-1-15-16,2-5-4 0,0 1-78 0,0 2-51 0,2 0-26 15,0-2-13-15,1-1-148 0</inkml:trace>
  <inkml:trace contextRef="#ctx1" brushRef="#br0" timeOffset="9563.35">26085 3245 882 0,'0'0'29'0,"-1"0"43"15,-1 0-30-15,0 0 7 0,0 0-6 0,-2 2 3 0,-5 0-24 16,0 1-7-16,-2 3 2 0,3-2-4 0,3-1-7 16,1 3 5-16,-7 9-7 0,1 1 7 0,3-1 2 15,1 2-9-15,3 0 8 0,1-2-8 0,0-1 5 16,2-1-6-16,0 0-3 0,0-1 1 0,2 1 8 15,-2-4-6-15,0 0 3 0,0-1-4 0,2 1 0 0,-2-4-2 16,2 5 1-16,-2-5-2 0,0-1-6 0,0 2-58 16,0-3-6-16,0 3-26 0,0-2-107 0</inkml:trace>
  <inkml:trace contextRef="#ctx1" brushRef="#br0" timeOffset="9789.4">25764 3172 855 0,'0'0'28'0,"-2"0"-3"0,0 0 22 0,1 0 7 0,-1 0-7 16,0 0-2-16,0 0-7 0,2 0-10 0,0 0 6 16,0 0-13-16,2 2 10 0,2 0-4 0,1 0 5 15,21 5-10-15,4-1-5 0,3 0-1 0,6-3-3 16,-3-1-11-16,-1-2-7 0,-5 0-35 0,1 0 2 15,-1-2-172-15</inkml:trace>
  <inkml:trace contextRef="#ctx1" brushRef="#br0" timeOffset="10293.51">26529 2641 257 0,'0'-1'131'0,"0"-1"13"0,-2 0-23 0,0 0-38 16,1-2-21-16,-1 1 2 0,0-1 13 0,0 0-3 15,0 0 4-15,0 1-19 0,0-1-21 0,1 0 5 16,-1 2-10-16,0 1-9 0,0-1 0 0,0 0-8 15,0 0 6-15,0 0-9 0,1 2-2 0,-1 0 1 0,0 2-3 16,0 0-1-16,0 2-6 0,-3 14 1 0,1 4-3 16,0 3 2-16,0 1 4 0,1 5 1 0,1 1 0 15,0-3-7-15,0 5 8 0,-2-3-8 0,1-1 8 16,-1-2-9-16,0 0 4 0,1-4-1 0,-3 4 1 16,2-4-6-16,1-2 7 0,1-3-1 0,2-4 3 15,0 1-5-15,0-5 1 0,0 1-2 0,0-5 2 0,0-1 5 16,0-3 0-16,0 1-1 0,0-2 1 0,0 0-1 15,2 1 4-15,-1 1 2 0,3-2-2 0,0 0 0 16,-2-2 5-16,13 0-3 0,3-4 2 0,6-5-8 16,-5-2 1-16,3 3-3 0,2-25 2 0,-1-4-4 0,6 1-1 15,-1-4 7-15,-2-1-6 0,-2-2 6 0,-1-5-6 16,1 5-2-16,-2 0 0 0,2 4 2 0,-3 4-3 16,-5 4 2-16,-3 3-1 0,0 4 10 0,-5 5-6 15,-1 2 0-15,1 4-3 0,-5 4-4 0,1 2 3 16,0 3 3-16,-2 2 1 0,1-2-3 0,1 1-10 15,0 1-6-15,-3 0-2 0,1 0-16 0,0 2-53 16,0 2 3-16,0 0-25 0,-2 13-48 0,2 16-150 16</inkml:trace>
  <inkml:trace contextRef="#ctx1" brushRef="#br0" timeOffset="10727.26">26960 2918 294 0,'0'0'72'0,"0"0"-55"0,0 0 83 0,0-2-27 16,0 0 37-16,0 0-4 0,0-1-2 0,0-3-5 15,2-5-33-15,0 2-18 0,-2 1 3 0,0 1-9 16,0 1 2-16,0 3-2 0,0 1 1 0,0-2-3 16,0 0-12-16,0 3-8 0,0-1-2 0,0 0-3 15,0 2-9-15,0 2 2 0,0 1-3 0,-2 14 2 16,-2 11 1-16,-2 2-6 0,1-1 6 0,-3 1-6 0,-1 2 5 16,2-5-7-16,-1-1 1 0,3-3-2 0,-1-3 10 15,1-1-5-15,1-4 0 0,2-6-1 0,-2 2 1 16,4-5-3-16,0-1 5 0,0-3-3 0,-1 2 5 0,1-1 3 15,0 1-6-15,0-2 6 0,0 0-5 0,0 0-1 16,1-2 0-16,1 0-1 0,0-2 0 0,0 0 0 16,2-2-3-16,5 1 1 0,6-14-6 0,1 6 6 15,1-4-1-15,-2 2 2 0,4 4-7 0,-1-3 4 16,-1 7-2-16,-2 3 3 0,0-2-9 0,-2-5 5 16,-4 3 2-16,2 3 1 0,-2 1 3 0,1 2-3 15,-3 0 0-15,-1 0 0 0,-5 0 3 0,3 2 4 16,0 1-5-16,-2 1 5 0,3 13-4 0,-1 0-3 15,-4-3 3-15,0 1-3 0,-4-2 1 0,-1 0 3 0,-3-2 1 16,-1 1-1-16,-2-3 4 0,-10-2 0 0,3 1-1 16,-3-1-1-16,3-1-2 0,-1-1-4 0,3-1 1 15,1 0-2-15,4-1 1 0,1-1-3 0,5 0 2 0,3-2-5 16,0 2-20-16,-2 2-83 0,1-1-13 0,1 1-28 16,0-2-87-16</inkml:trace>
  <inkml:trace contextRef="#ctx1" brushRef="#br0" timeOffset="11142.48">27342 3243 638 0,'0'0'113'0,"0"0"15"15,0 0-44-15,0-2-25 0,2 0-27 0,0 0 34 16,0 1-11-16,2-1-1 0,-1 0-6 0,3-2-17 16,7-3-12-16,2-3 4 0,3-1-6 0,1 2-3 0,-4 2-2 15,0-1-3-15,-2 1 2 0,2-1-3 0,3-3-2 16,3 2 2-16,-10 1-2 0,3-1 4 0,-2 2-8 15,1-3 6-15,-2 7-5 0,-4-8 8 0,1 1-6 16,-5-1 1-16,1 6-2 0,0-1 3 0,1-1 6 16,1-3-1-16,-2 1 2 0,-1-2-6 0,-1 2 4 15,-2 1-4-15,0 1 6 0,0 3-2 0,0 0-5 16,-2-1 5-16,0 1-5 0,-1 0 5 0,-1 2-5 16,-15-9 0-16,1 6-1 0,1 3-4 0,-5 2 0 0,-2 2-1 15,-6 1 2-15,4 5 0 0,4 1 0 0,1 2-3 16,1-9 2-16,3 19 3 0,-1 1-8 0,1-2 7 15,4-1-7-15,0 1 0 0,6-1 1 0,3-2-4 16,-9 1 4-16,4-1 8 0,3-4-7 0,2 0 4 0,2 0-6 16,2-4 3-16,0 2-1 0,2-1 1 0,2-3-1 15,2 0 2-15,7-3 11 0,9 2-11 0,2-4 10 16,-2-1-7-16,1 14 2 0,3-4 1 0,-6-5-1 16,4-2-6-16,2-2-1 0,-2-2 1 0,2 0-1 15,0-2-18-15,-5 0-86 0,1-2-5 0,4-1-33 16,2-3-74-16</inkml:trace>
  <inkml:trace contextRef="#ctx1" brushRef="#br0" timeOffset="11471.85">28239 2781 840 0,'0'0'49'0,"-2"-2"-56"0,0 0 63 15,1 0-30-15,-1 0 12 0,-2 0 18 0,2 2-5 16,-3-1 7-16,1-1-27 0,-2 0-12 0,3 0-8 16,1 2 0-16,-2-2-12 0,0 2 8 0,1 0 0 0,1 0 4 15,0 0 0-15,2 2 6 0,0 0-1 0,2 0 3 16,0 0 12-16,-1-2-9 0,20 7 3 0,3 0-5 15,0-1 0-15,2-4 1 0,0-2-1 0,-2 0-1 16,2-4-8-16,2-1-1 0,0-3 1 0,0 1-3 16,-4 1-9-16,-4-1 1 0,1 1-5 0,-4 1 2 15,-3 1-36-15,1 0-47 0,-5 2-12 0,-1-1-16 16,-2 1-78-16</inkml:trace>
  <inkml:trace contextRef="#ctx1" brushRef="#br0" timeOffset="11858.02">28449 2621 626 0,'0'0'97'0,"0"-2"14"0,-2 0-37 15,0 0-29-15,0 1-18 0,1-1 32 0,-1-2 8 16,0 0-5-16,0 1 0 0,0-1-31 0,0 0-7 15,0 0 3-15,1 3-4 0,-1-1 2 0,0 0-10 0,0 0 4 16,0 0-6-16,0 0 11 0,0 0-5 0,2 1 0 16,0-1-3-16,0 0-1 0,0 2-6 0,-1 0 4 15,1 0-4-15,-2 2 7 0,2 0-14 0,-2 1 8 16,2 1-9-16,-4 15 7 0,-1 3 1 0,1 4-4 0,-2 4 4 16,1 3-3-16,1-1-8 0,-2 7 2 0,1-6-4 15,1 2 12-15,0-3-7 0,-1-3 5 0,1 1-6 16,0-4 3-16,1 0-2 0,1-4-2 0,0 1 1 15,-2-1 1-15,2-3 1 0,1-3 4 0,-1-3-3 16,0 0-3-16,0-2 0 0,2 1-2 0,-2-3 2 16,2-4 4-16,-2 1-4 0,0 0 6 0,2-3-5 15,-1 3 6-15,1-2-13 0,0-3 1 0,0 1-7 0,0 0-14 16,-2 2-59-16,0 0-49 0,0-1-7 0,2 1-200 16</inkml:trace>
  <inkml:trace contextRef="#ctx1" brushRef="#br0" timeOffset="14166.06">29515 2591 195 0,'0'0'69'0,"0"-2"-5"0,2 1 12 15,-1-1 6-15,1-2-22 0,-2 0 26 0,6-11-11 0,-1-1 1 16,1-1-7-16,-2 2-7 0,-1 0-23 0,1 0 8 16,0 2-13-16,-2 0 11 0,0 4-7 0,-2-2 0 15,0 0-2-15,0 2-3 0,0-3-2 0,-2 3-1 16,0 2 1-16,-2-6 6 0,2 5-12 0,-3-5 4 0,1 4-8 16,0 2-6-16,-1-3-2 0,5 8 2 0,-11-1-1 15,1-5-5-15,-1 1 0 0,-4-2-7 0,4 3 5 16,-6 0-7-16,4 5-1 0,-1-1 5 0,-5 2-4 15,4 2 11-15,0 1-14 0,-1 5 2 0,1 1-6 16,0 2 7-16,2-3 0 0,0 12 0 0,2 0 1 16,2 1 4-16,1-3-8 0,3 3 3 0,3-1-4 0,-2-1 10 15,-7-4-8-15,2 1 0 0,3-3-3 0,2 0 9 16,4-3-5-16,0-3 4 0,0 1-4 0,0-7 4 16,0 1 2-16,2 2-4 0,2 0 3 0,0-2-5 0,12 5 3 15,3-3-1-15,1-4 2 0,-1-2-4 0,1-4 3 16,3-1 1-16,-1-4 2 0,-2 0 4 0,4-2-6 15,-5 1 4-15,-1 1-4 0,3 0 1 0,-8 4-7 16,2-3 2-16,-2 1-4 0,0 2 9 0,-2-1-1 16,0 1 1-16,-5 3-2 0,-5 4-7 0,1 0 5 15,2-2-4-15,0 0 5 0,-1 1 0 0,1-1 0 16,0 0 3-16,0 0-2 0,-1 2 4 0,-1 0-9 16,0 0 3-16,0 2-5 0,0 0 3 0,0 1 2 15,1 7 0-15,5 12 1 0,-1 2 3 0,-3 2-5 0,-4 0 1 16,0 4-2-16,0 0 7 0,0-1-3 0,0 3-4 15,-2-2 1-15,-4-1-3 0,-1-1 6 0,0 0 2 16,-3 0 1-16,1-2 3 0,-2-4-5 0,0-1 1 16,0-5 0-16,-1 1 11 0,5 1-6 0,-15-3-1 0,5-2-3 15,-3-3-2-15,3-3 3 0,0-1 0 0,1-3 1 16,-1 5-2-16,6-1-4 0,-2-1 5 0,3-1-4 16,1 3 4-16,0-3-6 0,1-1 1 0,3-2-1 15,-1 0 5-15,3 0-16 0,-1-1 0 0,2-1-11 16,-2 2-38-16,1 0-88 0,-1 0-4 0,2 0-31 15,0 0-52-15</inkml:trace>
  <inkml:trace contextRef="#ctx1" brushRef="#br0" timeOffset="14788.02">29639 3206 547 0,'-2'0'52'0,"0"0"109"0,1 0-143 0,-3 0 17 0,0 0 6 15,-1 0 6-15,-3 2 37 0,3-2-22 0,1 0-3 16,0 2-8-16,0-1-15 0,3 1-12 0,-1-2 6 16,0 0-8-16,0 0 6 0,2 0-12 0,0 0 6 15,0 0-7-15,2 0 6 0,0-2-11 0,1 1 3 16,14-9-5-16,0 1 3 0,3-4-3 0,-1 0 0 0,-2 9-1 15,3-11-1-15,-3-1 3 0,-2 1-5 0,-1 2 4 16,-6-2-9-16,1 0 1 0,-1 0 1 0,-5-1 2 16,1-1 4-16,-2 4-6 0,2 4 6 0,-1 1-4 15,1-1 11-15,-2 1-8 0,0 3 2 0,0 1-3 16,-1 0 6-16,3 1 0 0,0-1-1 0,-2 0 0 16,0 1-5-16,-1 1 0 0,1 0-6 0,0 0 3 15,0 2-4-15,0 0 2 0,-2 2 2 0,0 0-2 0,0 1 5 16,0 16-5-16,-2 3 5 0,-2 1-5 0,-1 1-9 15,-1-4 9-15,1 1-1 0,-1-5 3 0,2 1 4 16,2-4-7-16,1-2 0 0,-1 2-3 0,2-5 3 0,0-1 1 16,0-1 0-16,0-5 2 0,2 3 0 0,-2-2-2 15,3 2 7-15,1-2-5 0,7 5 2 0,2-1 0 16,0-3-5-16,-4-1 3 0,3-2 4 0,1 0-2 16,-2-2 0-16,0-1-2 0,-2-1-1 0,0-2 4 15,-3 3 3-15,0-10-2 0,-1-4-11 0,1 0 6 16,-1-3-3-16,-3 1 4 0,4 2-3 0,-3-1 1 15,-1 5 1-15,2-2 0 0,0 0 3 0,-2 4-4 0,-1 2-2 16,1 1 1-16,0 5 6 0,0-1-2 0,2 0 2 16,-1 0-4-16,1 3-1 0,-2-1 0 0,0 0 0 15,0 2 2-15,0 2-2 0,-1 0 3 0,-1 3-3 16,4 19 3-16,-2-1 5 0,-2-1-9 0,0 0 3 0,0 0-5 16,0-3 4-16,0-2 4 0,0-1-1 15,0-3 1-15,0-1-7 0,0-1-12 0,0-4-14 0,2-1-3 16,0-3-80-16,0 1-58 0,1 0-5 0,8 3-25 15,8 1-105-15</inkml:trace>
  <inkml:trace contextRef="#ctx1" brushRef="#br0" timeOffset="15280.6">30423 2500 315 0,'0'-2'88'0,"0"1"12"0,0-1-15 15,0-2-33-15,0-2-8 0,-2-8 13 0,0 2 21 16,2 1-8-16,-2 2 7 0,2 2-27 0,0 1-13 16,0 0 1-16,0 3-5 0,0-1 2 0,0 0-8 15,0 1 5-15,0-1-7 0,0 2 1 0,0 0-2 16,0 0 0-16,0 0 0 0,0 1-4 0,0 1-10 0,0 0 4 15,0 0-5-15,0 1 7 0,-2 1-9 0,2 0-1 16,0 0-1-16,-5 18 0 0,1-1-2 0,-2 0 0 16,-1 3-1-16,0 0-2 0,1 2 3 0,2 0-2 0,1 2 4 15,-1 0 0-15,-2 0-8 0,3 0 7 0,-1 0-6 16,2-1 9-16,0-1-7 0,0 2 3 0,2 0-3 16,0-4 7-16,0 0-4 0,2-5-1 0,-2-4-2 15,0 2-3-15,0-6 3 0,0 0 5 0,0-3-2 16,0-4 1-16,0 0 6 0,2 1-4 0,0 1 4 15,0 0-1-15,0-1 2 0,-1 1-2 0,1-2 2 16,0 0-5-16,2 0 5 0,3-2 5 0,4 0-1 0,4-6 1 16,2-5-2-16,3-6-4 0,1-18 3 0,7 2-1 15,-2-4-1-15,0-4-1 0,5 4-1 0,-5-2-5 16,2 5 3-16,-4-1 3 0,-3 3-1 0,-3 3-1 16,-5 3-3-16,0 3 2 0,-4 5-3 0,-3 1-4 0,-2 6 5 15,-1 3-5-15,1 3 5 0,-2 1-2 0,2 0-12 16,-1 1 0-16,1 1-7 0,-2 0-26 0,0 0-16 15,0 2-42-15,0 0 11 0,-1 2-124 0,1 2-132 16</inkml:trace>
  <inkml:trace contextRef="#ctx1" brushRef="#br0" timeOffset="15606.01">30939 2890 821 0,'0'0'30'0,"0"0"0"0,0-2 23 0,0 1 5 15,0-1-1-15,2-2 31 0,-2-2-32 0,3-5-2 0,1 0-11 16,0-2-10-16,-2 2-12 0,1-2 5 0,-1 2-8 16,-2 5 2-16,0 1 5 0,0 1-5 0,0 2 5 15,0 0 0-15,0 0-5 0,0-1 1 0,0-1-4 16,0 0 0-16,0 2-10 0,0 1 4 0,-2 1-5 16,1 0 9-16,-1 1-13 0,-2 1 6 0,2-2-8 15,-11 13 1-15,2 6 7 0,-2 3-6 0,2 0 7 16,2-3-1-16,1 0-4 0,1 3 3 0,1-2-4 15,1 1 8-15,3-3-9 0,0 1 6 0,-9-4-7 0,1-1 7 16,5-1-10-16,1-1 4 0,2-1-4 0,2 0 10 0,0-4 0 16,2 3-8-16,0-5 4 0,0 1-3 0,-2-4 3 15,0-1 2-15,13 9-3 0,4-1-14 0,1 0-41 16,1-3-14-16,1-2-11 0,1-4-59 0,1 0-37 16,2-2-1-16,0-2-24 0,2 0-111 0</inkml:trace>
  <inkml:trace contextRef="#ctx1" brushRef="#br0" timeOffset="16011.13">31206 3093 698 0,'0'0'25'0,"0"0"-1"0,0 0 37 0,-2 0 1 15,1 0 5-15,-1 0 9 0,0 0-17 0,0 0-3 16,0 0-5-16,0 0-14 0,0 0 7 0,2 0-3 16,0 0 5-16,0 0-6 0,2-2-7 0,0 0 0 15,2 0-3-15,13-4 1 0,3-1-14 0,0-2 3 0,3-1-8 16,-1-1 1-16,-2 2-2 0,3-2-1 0,-7 2 0 15,1-1-10-15,-4 3 9 0,-2-1-7 0,0-1 9 16,-3 7-5-16,-3-13 0 0,1 4 3 0,3-2-4 16,-1 0 0-16,-1-2-3 0,-1 1 4 0,-5 1-3 15,-1 3 7-15,0 1-6 0,0 0-4 0,-1 0 1 0,-1 3 1 16,-4-1-1-16,2 5 3 0,-12-9-3 0,1 3-7 16,-4 1 5-16,1 3-2 0,-6 4 4 0,-2 2 2 15,7 2-6-15,-3 3 2 0,5 0-3 0,0 3 5 16,3-8-3-16,-1 20-1 0,4 2-2 0,-2 0-3 0,5 0 8 15,-3 0 1-15,2-1 2 0,3-3-7 0,-1-1 3 16,5-1-6-16,-11 3 6 0,4-1-3 0,5-3 6 16,4-2-4-16,0-4 2 0,2 0 1 0,1-2-1 15,1-1 5-15,0-1-5 0,-2 0 6 0,13-3 3 16,3 2-1-16,6-3 1 0,2-1-5 0,0 15 4 16,-2-6-1-16,4-3 2 0,-2-7-2 0,2 1-7 15,2-2 0-15,-4-2-3 0,-6 1-21 0,2-3-85 0,-1 0-11 16,1-1-37-16,0-1-141 0</inkml:trace>
  <inkml:trace contextRef="#ctx1" brushRef="#br0" timeOffset="16886.96">23196 4762 269 0,'0'0'43'16,"0"0"-53"-16,0-2 56 0,0 0-25 0,0 0 46 0,0 0-1 15,0 1 3-15,-2-1-6 0,1 0-17 0,-1 0-2 16,0-2-1-16,0 1-1 0,0-1-5 0,0 0-1 16,2 0-6-16,-2-7 5 0,2 2-5 0,0-6 6 15,0 0 2-15,0 0-2 0,0-1-13 0,2-3 6 16,0 2-6-16,2 3 6 0,0-3-7 0,-1 2-3 16,1-2 6-16,-2 4-5 0,0 4-2 0,0 0 7 15,-2 3-12-15,0 2 12 0,0 1-5 0,0-1-6 16,1 0 8-16,1 1-7 0,-2-1 3 0,0 2-1 15,0 0-6-15,0 0 3 0,0 2-12 0,-2 2 6 0,1 0-1 16,-3 5 1-16,-9 21-12 0,2 4 5 0,1-4 0 16,1 0 3-16,2 1 3 0,1-6-3 0,2-1 0 15,1 0-1-15,1-1-4 0,2-5 4 0,0 1 0 0,0-2 3 16,2-4 0-16,0-2-11 0,-1-1 5 0,1-3-6 16,2 1 10-16,2-4 0 0,8-1 0 0,3 11 0 15,2-3 1-15,-1-2-10 0,3-3-14 0,1-4-3 16,0 0-82-16,-1-4-80 0,-1-1-61 0</inkml:trace>
  <inkml:trace contextRef="#ctx1" brushRef="#br0" timeOffset="17103.58">23473 4121 1330 0,'-2'0'29'0,"0"-2"-3"0,-1 1-6 15,-7-3 1-15,5 2-12 0,1 0 16 0,-2-2-11 16,5 4 5-16,-7-3-10 0,6 3-5 0,-1-2-5 16,-1 0 0-16,0 0-3 0,2 0-4 0,0 0-9 15,1 1-12-15,1 1-6 0,0 0-101 0,1 0-76 16,3 0-40-16</inkml:trace>
  <inkml:trace contextRef="#ctx1" brushRef="#br0" timeOffset="17416.48">23837 4760 632 0,'0'0'56'16,"0"0"1"-16,0 0-17 0,0 0-2 0,0-2-20 15,-2 0 31-15,0 0 17 0,0 1 3 0,0-1-1 16,1-2-23-16,-1 0-5 0,0 1-3 0,0-1 0 0,0 0-9 15,0 0 8-15,0 1-4 0,1-1 3 0,-1 2-9 16,0 0-12-16,-2 0 5 0,0 2-6 0,-5 0 7 16,-4 2-11-16,-2 2-1 0,4 2-2 0,-2-5 9 0,4 16-5 15,2 2 1-15,5 1-4 0,-4-3 1 0,4 1-6 16,-3-1 9-16,3-2-8 0,-9 0 6 0,3-2 0 16,5 0-4-16,1-2 3 0,2-2 5 0,0 0-10 15,2-1 4-15,-1-1-6 0,3 1 7 0,-2-5 2 16,2 3 0-16,11-4 0 0,-2 0-2 0,1 9-9 15,1-2 3-15,-2-3-4 0,4-1-5 0,-2-1-76 16,3-2-15-16,3-2-24 0,1 0-96 0</inkml:trace>
  <inkml:trace contextRef="#ctx1" brushRef="#br0" timeOffset="17702.45">24464 4455 905 0,'-1'0'93'0,"-1"0"198"0,-2 0-275 15,2 0 4-15,-5-1 3 0,-3-1 2 0,7 2 19 16,-1 0-19-16,2 0 0 0,-2-2-5 0,1 0 3 15,1 2-10-15,0 0-2 0,2 0-3 0,2 0-5 0,0 0-1 16,1 0 4-16,10-2-5 0,8 0-7 0,-3 0-21 16,1 1-10-16,-4-1-7 0,0 2-66 0,1 0-18 15,-4 0-4-15,1 0-7 0,-4 0-50 0</inkml:trace>
  <inkml:trace contextRef="#ctx1" brushRef="#br0" timeOffset="17864.3">24548 4567 464 0,'-2'0'75'0,"0"0"116"0,-1 0-92 0,-1 0-18 15,2 0 9-15,-5 0-11 0,-5 2-4 0,11-2-15 0,-1 0-8 16,-2 2 1-16,0-1-3 0,2 1-12 0,1 2 1 16,-1 0-6-16,2-1-4 0,0 1 0 0,0 0-1 15,0 0-2-15,2-3-17 0,-1 1 3 0,3 0-8 0,4 2 7 16,8 1-16-16,1-1-47 0,2-2-49 0,-1 0-17 16,3-2-320-16</inkml:trace>
  <inkml:trace contextRef="#ctx1" brushRef="#br0" timeOffset="18938.21">25835 4246 382 0,'0'0'28'0,"0"0"0"0,0 0 55 15,2-2 0-15,-1 0 11 0,1 0 12 0,0 0-18 16,0-2-4-16,0 1-5 0,2-5-29 0,1-1-1 15,3-4-7-15,-3 4 4 0,1-2-11 0,-3 3 0 16,1-1-2-16,-2-2 2 0,0 0-8 0,-2 0-8 0,0 1-1 16,-2-1-1-16,0 0 0 0,-2 2 2 0,1-1-1 15,-1 3 0-15,0 0-2 0,1 1 2 0,-7-1-2 16,-1 1 2-16,-9 4-3 0,1 0-9 0,1-11 6 16,-3 2-7-16,3 4 2 0,-3 3 4 0,-1 2-5 15,-2 2 4-15,1 2-10 0,1 4 2 0,0 1 5 0,0 2-2 16,3 1 7-16,2 1-13 0,4-8-2 0,0 16-2 15,6-2 5-15,1 1-1 0,1 1 0 0,3-2-1 16,-2 1 3-16,-7-1-4 0,2-1 3 0,3 1-3 16,4 0 2-16,2-4 1 0,0-2-4 0,2-4 3 15,2 3 0-15,-2-5-3 0,2 1 8 0,9-1-5 16,7-3 6-16,4 15-5 0,-2-8 0 0,4-3-1 16,2-4 5-16,0-2-4 0,2-4 0 0,1-3 0 0,-1-3 8 15,-2-1-7-15,-2-2 3 0,-6 2-4 0,4-2 3 16,-5 2-1-16,0-2 1 0,-5 2-1 0,-1 1 0 0,-1 7 1 15,-3-10 0-15,-7 2 1 0,3 3 1 0,3-1-3 16,-5 2 4-16,1 1-4 0,-2 0 4 0,-2 5-5 16,2-5-1-16,-2 4 0 0,0 0 0 0,0 0 2 15,0-1 0-15,0-1 2 0,0 2-9 0,0 0 2 16,0 0-4-16,-2 1 4 0,0 1 2 0,0 0-1 16,0 0 2-16,1 1-2 0,-1 1-3 0,0 4 5 15,-7 14-1-15,1 3 1 0,4 2-3 0,3 0-1 16,1 4 2-16,0 1-1 0,1-4 1 0,3 4 1 15,0 1-2-15,0-3 3 0,-1 2 4 0,-1 1-4 0,0-1 2 16,0 2-2-16,0-3 5 0,-2-1-5 0,-2 2 3 16,-2-8-3-16,0 4 5 0,-1-3-2 0,-1-5 1 15,-1-1-2-15,-1-4 1 0,3-4 0 0,-4-5 3 0,-6 1-1 16,-2 1 2-16,4 0-5 0,-4-5 1 0,1 11-1 16,-3-3 3-16,-1-2 1 0,5-3-5 0,-4 0 3 15,4-2-7-15,0-2 5 0,2 0 1 0,0 0 2 16,-1-2-1-16,1-2-4 0,0 0 1 0,1 1-2 15,1-1 3-15,2 0-5 0,0 0 5 0,3 3-5 16,1-1 7-16,1 2-11 0,0-2-8 0,1 2-10 0,-1-2-105 16,0 0-217-16</inkml:trace>
  <inkml:trace contextRef="#ctx1" brushRef="#br0" timeOffset="19856.3">26264 4862 185 0,'0'0'61'0,"0"0"2"0,0-2-11 16,0 0-2-16,0 0-19 0,0 1 33 0,0-3 22 15,0 0-1-15,0 0 5 0,0-1-23 0,-2-10-11 16,0 0-4-16,0 2-1 0,0 0 1 0,2 4-15 0,-2 0 0 16,2 1-5-16,0-1-1 0,0 0-7 0,0 1 0 15,0-3-3-15,0 6 1 0,0-3 2 0,0 1 4 16,0 5-1-16,0-2 6 0,0 2-12 0,0 0 0 16,0-1-5-16,0-1 1 0,-1 2-7 0,-1 0 6 0,0 0-7 15,0 2-1-15,0 0-3 0,0 2-1 0,-1 0 0 16,-1 2 0-16,-7 13 1 0,-2 1-1 0,2 3 0 15,1-1-5-15,5-5 1 0,-1 2-3 0,2-4 4 16,1-1-1-16,1 1 3 0,0 0-3 0,2 0 3 16,0-1-5-16,0-3 4 0,0 0 1 0,0-3 1 15,2 1-4-15,0-1 4 0,0-3-2 0,-1 1 5 0,-1-2 6 16,0 0-9-16,8 3 5 0,3 3-5 0,0-3 9 16,0-1-6-16,2 0 0 0,0-2-1 0,-2-2 4 15,1 0-5-15,-5 0 6 0,0-2-6 0,-1 0 2 16,-1 0-3-16,1-2 3 0,0 1-2 0,-3-12 6 0,-1-2-9 15,0 0 0-15,11-1-1 0,-2-3 1 0,-3 1 2 16,-3 2-3-16,-3 1 3 0,0-2-4 0,-2 3 4 16,0 1 2-16,0 0 1 0,-2 0-5 0,0 8-2 15,0-3-1-15,-1 1 1 0,1 5 3 0,-2 1-5 16,0-1 2-16,-1 0-4 0,-5-1 2 0,1-1-35 16,0 2-7-16,1 2-21 0,1 2-132 0,1 0-223 15</inkml:trace>
  <inkml:trace contextRef="#ctx1" brushRef="#br0" timeOffset="21476.43">28895 4234 432 0,'0'0'32'0,"1"-1"60"0,1-1-83 0,0 0 51 0,0 0-4 16,0 0 25-16,0-2 30 0,1-1-39 0,5-8 5 15,-3 0-18-15,1 0-17 0,-2 2-4 0,-1 0-5 16,-1 0 4-16,-2-1-2 0,0 1-1 0,0 0-3 0,0 4 0 16,-2-3-4-16,-1 3 0 0,-1 1 4 0,-2-1-5 15,-3 3-5-15,-9 1 1 0,-7 1-4 0,5-13 2 16,-6 4-9-16,-2 3-3 0,6 6-2 0,-2 2 0 16,2 4-1-16,1 2-1 0,1 1-4 0,1 4 1 15,4-1-7-15,2-9 6 0,4 16-2 0,2 0 2 16,3 0-7-16,2-3 7 0,-9 1 0 0,5-4 2 15,1 2-5-15,3-3 3 0,2-1 2 0,0-4 0 0,2 3-4 16,0-4-1-16,1-1-1 0,14 8 1 0,11 1 6 16,0-7-2-16,0-5 4 0,3-4-4 0,1-3 7 0,3-4-7 15,-2-2 0-15,-1 0-1 0,-2-2 8 0,-8 2-1 16,0 0-1-16,-7 4-2 0,-2 0-1 0,0 5-3 16,-6-9 6-16,-3 0-5 0,2 4 8 0,-4-1-5 15,5 1-2-15,-3 3 0 0,-1-1 2 0,-1 3 2 16,-2 2-1-16,0 1 0 0,0-1-5 0,2-2-2 15,-2 0 0-15,0 2-2 0,0 1 2 0,0-1-1 16,0 2-6-16,0 2 4 0,0-1 4 0,0 3-4 16,-4 17 7-16,1 6-5 0,1 1 4 0,0 4-2 0,2-1-3 15,0 1 1-15,2-1 11 0,2 1-8 0,-1 1 3 16,1-1-5-16,-2-2 2 0,0-2-1 0,1-1 1 16,1 1 0-16,-2-2 5 0,-2-2 2 0,0-5-5 15,-2 0 4-15,-2-1-6 0,1-1 6 0,-3 0 0 0,1-4 3 16,-1-2-6-16,-1-2 6 0,1-2-2 0,-11-1 3 15,1 0-8-15,-1 5 3 0,-2 0-1 0,-1-2 2 16,-1-1-1-16,1-3-4 0,5-1 0 0,0-2 0 16,4-2 1-16,2 0-2 0,-4 0-5 0,7 0-2 15,1 0-36-15,3 0-109 0,-2 0-11 0,1 0-42 16,1 0-139-16</inkml:trace>
  <inkml:trace contextRef="#ctx1" brushRef="#br0" timeOffset="21792.64">29331 4585 951 0,'0'0'40'0,"0"0"2"0,-2 0-16 16,0 0-1-16,0 0-15 0,1 0 26 0,-1 0 6 16,0 0-2-16,-2 0 1 0,0 0-21 0,-5 2-8 15,0 2-1-15,1 0-1 0,-1 3-4 0,4 15 4 16,-1 3-4-16,2-5 4 0,2 2-9 0,1-5 6 0,-11 0 2 15,5-1 2-15,3-1 5 0,2-4 6 0,2-1 0 16,0-3 4-16,2-1 8 0,0-3-3 0,0 1-2 16,2 0 0-16,1 0-7 0,6 1 3 0,4 1-4 15,0-5 2-15,-2-1-11 0,-2 0 8 0,0-1-5 0,-3-1 5 16,-1-2-7-16,-3 2-3 0,0-3 5 16,-2-8-5-16,9-2 2 0,-4 0 2 0,-1-2-2 0,-4 1 2 15,-2-1-4-15,0 0-4 0,-4-1-3 0,-4-3 1 16,3 8-4-16,-3 0 2 0,3 4-3 0,-3 0 1 15,7 5-7-15,-5 0-27 0,-3 2 0 0,3 0-17 16,2 1-81-16,3-3-85 0,-3 0-48 0</inkml:trace>
  <inkml:trace contextRef="#ctx1" brushRef="#br0" timeOffset="22221.27">30020 4038 713 0,'0'0'143'0,"0"-2"29"0,-2 0-71 16,0 0-60-16,0 0-21 0,0 0 12 0,1 1 24 0,-1-1-5 16,0 0 9-16,0 0-24 0,-2 0-18 0,1 0-2 15,-1 2-6-15,0 0-1 0,2 2 0 0,-1 0-1 16,3 0 1-16,-15 22 0 0,0 4-5 0,4 2 2 15,1-1-4-15,5 3 9 0,1-1-10 0,0 1 7 16,3-1-8-16,-1 3 0 0,2-6 4 0,0 3-1 16,0-7 2-16,0-3 4 0,0 1-2 0,2-1 3 0,-1-3-3 15,1-3 7-15,0-4 9 0,-2-7-1 0,0-2 3 16,2 1 0-16,2 1-1 0,-1-2 5 0,3 0-5 16,7-2-3-16,2-4 4 0,3-9-10 0,-1-4 8 15,4-16-9-15,-5-4-4 0,3 0 5 0,1 0-5 16,-1-1 1-16,1 1 6 0,-1 2-5 0,-4 2 3 15,-1 1-9-15,-2 1 0 0,1 3-3 0,-4 2 3 16,-4 7-5-16,-3 1-5 0,8 5 6 0,-3 0-5 0,-1 3-3 16,-6 8-31-16,1-1-14 0,1-1-11 0,0 2-100 15,0 0-25-15,-2 2-21 0,0 0-7 0,0 2-166 0</inkml:trace>
  <inkml:trace contextRef="#ctx1" brushRef="#br0" timeOffset="22532.67">30584 4405 1076 0,'0'0'36'0,"0"0"-1"0,0-2-1 0,0 1 6 15,0-1-13-15,0-2 42 0,0-2-10 0,0-7-1 16,0 4-5-16,0 0-12 0,0-2-11 0,0 1 5 16,0 3-8-16,0 1-2 0,0 3-10 0,0-1 2 15,0 2-4-15,-2-2 7 0,1 1-10 0,-1 1 1 16,0 0-4-16,-2 0 3 0,-3 2-8 0,-10 0 5 0,2 4-6 15,-3 5 3-15,1-7 4 0,0 26-7 0,-1 2 5 16,-1-1-5-16,-3 3 3 0,1-4-1 0,3 0 1 16,3-1-4-16,7-2 5 0,3 1-4 0,-10-6 3 15,6 0-8-15,3-3 7 0,2-6-3 0,3 4 6 16,1-4-7-16,1-1 7 0,3 1-1 0,-2-8 4 16,5 1-4-16,16 0 0 0,1-2-3 0,6 16 1 0,-3-7-4 15,7-5-33-15,-1-4-11 0,-1-2-11 0,-1-4-75 16,3 0-51-16,-4-1-14 0,-3-3-30 0,1 1-222 15</inkml:trace>
  <inkml:trace contextRef="#ctx1" brushRef="#br0" timeOffset="22919.84">30870 4663 660 0,'0'0'88'0,"0"0"203"0,-2 0-291 0,0 0 33 16,1 0-2-16,-1 0 15 0,0 0 8 0,0 0-8 15,0 0 0-15,0-1-1 0,2-1 9 0,0 0-16 0,0 0 7 16,2 0-13-16,2 0-2 0,9-3-11 0,13-5-2 16,5-3-1-16,3 0-2 0,-3 0-5 0,-3 0 2 15,0 0-3-15,-7 4-3 0,-1-2 0 0,0 0-1 16,-5 2 1-16,-5 1 5 0,-5 4-6 0,4-7 4 16,-1-2-5-16,-3 4 4 0,-1-2-1 0,0 0-1 0,-2 0 0 15,-2 1-7-15,0 3 2 0,0 1 2 0,-2 3 1 16,0-1 1-16,-9-5-1 0,-13-3-2 0,3 5 2 15,-1 5-1-15,2 2 4 0,-5 2-4 0,3 4 2 16,-2 1-4-16,0 2-4 0,0 4 4 0,3 2-4 16,1-9 6-16,-1 20 2 0,7-2-2 0,-1-4 2 15,4 6-6-15,1-5 1 0,3-1-2 0,3 2 3 16,2-1 1-16,-11-3 0 0,6-3 0 0,3 0-1 0,2-2 0 16,2-4 4-16,0 3 0 0,2-5 1 0,2 0-3 15,-2-3 8-15,3 2 3 0,16-4 0 0,3 14-8 0,2-5 1 16,2-3-2-16,3-4 2 0,1-4 1 0,1 0-8 15,1-4-3-15,-5-2-4 0,3 1-40 0,-2-3-86 16,-1 1-26-16,-3-1-36 0,-5 3-230 0</inkml:trace>
  <inkml:trace contextRef="#ctx1" brushRef="#br0" timeOffset="26776.73">26234 4894 16 0,'0'0'4'0,"0"0"15"0,0 0 26 15,0 0 6-15,0-2 11 0,0 0-9 0,0 0-17 16,0 0 0-16,0 0-4 0,0 0-4 0,0 1-9 0,0-1 4 16,0 0-6-16,0 0 2 0,0 0-1 0,0 0-5 15,0 0 2-15,0 1-11 0,0-1-1 0,0 0 7 16,0 0-5-16,0 0 4 0,0 0 1 0,0 0-8 16,0 1 6-16,0-1-8 0,0 0 18 0,0 0 0 0,0 0 5 15,0 0 2-15,0 0-7 0,0 1 3 0,0-1-6 16,0 0-3-16,0 0 10 0,0 0-1 0,0 0 6 15,0 0 3-15,0 1 8 0,0-1-3 0,0 0 4 16,0 0-8-16,0 0-4 0,0 0 4 0,0-1-5 16,0-1-4-16,0 0 0 0,-2 1-3 0,0-1 3 15,0 0 0-15,1 0 7 0,-1 3-2 0,0-1 2 16,0 0-12-16,0 0 1 0,0 0 0 0,0 0 1 16,1 0-3-16,-1 1-5 0,0 1 3 0,0 0-4 0,0 0-2 15,0 1 1-15,0 1-1 0,1 2 4 0,-3 5 0 16,-4 8-8-16,-1 3-2 0,2-1 1 0,-1 1 3 0,1 1 0 15,-1-1 1-15,1-1-1 0,-2 1-1 0,-1 1 0 16,1-3 1-16,0 1 1 0,1-4 7 0,1-1-11 16,1-1 5-16,1-1-6 0,-1-1 6 0,1-2-3 15,1-2 2-15,0 1-1 0,1-1 4 0,1-1-3 16,2-4-5-16,-2 1 3 0,2-1 4 0,-2 2-6 16,0 0 6-16,0-1-6 0,0 1 5 0,1-2-3 15,-1 0 2-15,0 0-3 0,0 0 3 0,0-1-1 16,0 1-1-16,0 0 1 0,1 0 1 0,1-2-7 15,0 0 6-15,0 0-6 0,0 0 6 0,0 0-3 0,0 0-1 16,0 0-1-16,0-2 0 0,0 0-1 0,0 0-1 16,0 1 0-16,0-1 2 0,0 0 3 0,1-2-4 15,1 0 3-15,-2 3-7 0,2-7 5 0,0 3-3 16,-2 1 3-16,2-2-1 0,0 1 0 0,0-1 6 0,-2 2-3 16,1-1-2-16,-1 1-1 0,2-1-3 0,0-3 2 15,0 3 3-15,0-1 0 0,0-1 0 0,0-1-1 16,-1 1-1-16,1-1-2 0,2-1 0 0,0 2 1 15,-1-3 6-15,3 1-8 0,0 0 2 0,-1-1-6 16,1-1 7-16,1 0 3 0,2-2-3 0,1 0 1 16,-1 0-1-16,0 0-2 0,1 0 3 0,-1 0-3 0,0 0 2 15,0 0-1-15,-7 0 0 0,9 0 1 0,1 0 0 16,-1 2 5-16,2 0-2 0,0 2 3 0,0 1-1 16,-2 5-6-16,-2-5 5 0,-3 4-6 0,1 1 2 0,-1-1 1 15,-3 2-1-15,1 0 0 0,-2 2 0 0,0 0 4 16,1 0-3-16,1 0 3 0,0 0-7 0,0 2 3 15,-1 2-2-15,1 1 3 0,3 12-1 0,-1 2 0 16,-4-1 2-16,0 1-2 0,-2-3 4 0,0 1-2 16,0 0-2-16,-2-2 1 0,0-2 2 0,0 2 2 15,-2-1 0-15,1-1 0 0,-1 2-3 0,0-2-2 16,1-2 1-16,-1 1-1 0,0-1 6 0,0-2-3 16,1-2 1-16,-1 1-2 0,2-3 7 0,0 3-12 0,0-4 7 15,1-1-7-15,1-1 7 0,-2 2-2 0,0 0-3 16,0-1 2-16,0 1 4 0,0-2 0 0,2 0 6 15,0 0-4-15,0-1 0 0,0-1 1 0,0 0-3 16,0-1 2-16,2-1-2 0,0-2-4 0,0-2 5 16,7-10-3-16,2-3 9 0,0 1-11 0,-1-1-1 0,1 0 0 15,0 1 1-15,0-3 0 0,0 3 1 0,2-1-1 16,0 1-3-16,-11-1 4 0,13 2-3 0,0 1 3 16,-2 3-3-16,2 2-3 0,0 0 2 0,-2 3-1 15,-4 1 0-15,0 3 1 0,-3 0 2 0,-1 2-1 16,1-1 0-16,1-3-1 0,1 2 0 0,-5 3-1 15,3-1 0-15,-2 2 6 0,-1 0-4 0,1 0 4 0,0 2-10 16,0-1 5-16,-1 3 2 0,-1 0 1 0,6 11 2 16,-3 0-1-16,-1 1-3 0,-2-1 2 0,0 0-1 15,-2-2 0-15,1 2 2 0,-1 0-1 0,0-2 1 0,0-2 2 16,-1 0 0-16,-1 0 0 0,0-2-8 0,0 1 8 16,0-1-5-16,0-2 6 0,0-1-3 0,1-1-3 15,-1 1 3-15,2-2-4 0,0-1-1 0,0 1 2 16,0-2-10-16,0 0 3 0,0 0-46 0,0 0-97 15,0-1 4-15,0 3-44 0,0 0-88 0</inkml:trace>
  <inkml:trace contextRef="#ctx1" brushRef="#br0" timeOffset="27580.14">26926 4353 284 0,'0'0'66'0,"0"-2"-3"0,0 1 18 0,0-1 8 15,0 0-17-15,0-2 38 0,0 0-14 0,0 1-1 16,0-5-7-16,0-1-24 0,0 3-20 0,0-1 3 0,0 3-9 16,0 1 1-16,0 1-9 0,0 0-1 0,0 0-1 15,0 0-1-15,0 0-8 0,0-1 2 0,0-1-4 16,0 0 0-16,0 2-7 0,0 0 1 0,0 1-2 15,0 1 8-15,0 0-7 0,0 1 1 0,0 1-4 16,0 2-3-16,0 2 6 0,-3 12-5 0,-1 4 5 16,2-1-3-16,0-1-5 0,0-1 7 0,1 3-7 15,-1 2 2-15,0 0 0 0,0 2-3 0,0-1 3 0,0 1 1 16,0-2 0-16,1 2 2 0,-3 3-1 0,2-3-2 16,2-1 2-16,-2 1-5 0,2-6 4 0,0 0-6 0,0-1 4 15,0-2 0-15,0-4 3 0,0 0 0 0,0-4-2 16,0-2 2-16,0 1-2 0,0-3 8 0,0-3-9 15,0 2 5-15,0 0-6 0,0-1 10 0,2 1 1 16,0-2 2-16,0 0 0 0,0 0 3 0,-1-2-10 16,1 0 1-16,0-2-3 0,2-2 3 0,9-18-1 15,4-10 1-15,-4 3-1 0,1-10 0 0,-2 7-3 16,-1 0-6-16,2-10 1 0,-2 10-3 0,2-9 3 16,-2 0 3-16,-2 10-1 0,2-4 0 0,-1 7 0 0,-1 2 1 15,-2 2-1-15,1 3-1 0,-3 3-1 0,1 3-2 16,-4 5 2-16,2-1 1 0,-3 6-6 0,1-1 4 15,-2 4-6-15,0 0 6 0,2-1-11 0,0-1-2 16,0 0-5-16,0 2-40 0,0 1-57 0,-1-1-7 16,1 0-20-16,0 2-61 0</inkml:trace>
  <inkml:trace contextRef="#ctx1" brushRef="#br0" timeOffset="33119.68">27628 4805 332 0,'-2'0'43'0,"1"0"-6"0,-1 0 26 0,0 0 6 0,-2 0-24 16,0 0-8-16,3 0-3 0,-7 0 3 0,4 0 0 16,-1 0 2-16,1 0-9 0,0 0 0 0,1 0-4 15,1 0-13-15,0 0 8 0,0 0-13 0,2 0 11 16,0 0-5-16,0-2 1 0,2 0 5 0,0 0-5 16,2 0-5-16,7-3 13 0,2-1-8 0,2-1 9 15,-4-1-13-15,2 1 1 0,-4 1-5 0,0 1 2 0,2-3-9 16,-3 3 1-16,-1-1 7 0,-1 2-4 0,-2-7 8 15,-3 4-12-15,1-1 4 0,0 1-5 0,7-4 6 16,-5 3-2-16,4-5 4 0,-3 0-3 0,-1 2 10 0,0-2-5 16,-3 0 11-16,-1 6-5 0,0-3 24 0,0 1-14 15,0 7-3-15,0-1-3 0,0 1-8 0,-1-2 6 16,-3 2-7-16,-7-3 8 0,-6 1-10 0,-2 4 5 16,1 4 0-16,-1 3 1 0,1 4-5 0,-5 4 3 15,7-6-6-15,1 14 3 0,2-1-7 0,9-2 5 16,-1-3 1-16,-8 2-2 0,5-5-5 0,3 1 7 15,3-2-6-15,2-2 7 0,0 1-9 0,2-1 3 16,1-2 3-16,1-2-1 0,-2 1-5 0,16-3 4 16,-1 1-2-16,4-4 3 0,-1 0-3 0,0 12 5 0,5-2-4 15,-3-5 2-15,2-3-5 0,-2-2-2 0,2-2 2 16,1 0-3-16,-3-2-4 0,-2-2-72 0,1 0-33 16,-6 1-28-16,-1 1-245 0</inkml:trace>
  <inkml:trace contextRef="#ctx1" brushRef="#br0" timeOffset="34245.08">24231 4561 256 0,'0'0'36'0,"-2"-2"2"15,0 1 21-15,-2-1 10 0,4 0-8 0,-2-7-8 16,-5-3 6-16,1 1 1 0,4 6-4 0,1-6-21 0,-5-1 9 16,0 5-13-16,5 3 10 0,-1 1-20 0,0-3 6 15,0 2 1-15,0-1 0 0,2 1-10 0,0 2 6 16,2-2 0-16,2 1 2 0,12-8 0 0,18-6-5 15,3 6-8-15,8 3 5 0,-3 3-5 0,3 1 4 16,-3 2 1-16,-1 0-1 0,2 0-3 0,-6 2-7 16,-3 0 3-16,-5 2-5 0,-3-2-4 0,-5 2 0 15,-1 0 2-15,-5 0 0 0,-2 2 8 0,0-1-10 16,-4 1-2-16,-1-2-1 0,-5-2 6 0,-1 0-3 0,0 0 0 16,2 2-3-16,0 0-20 0,-3-1-81 0,1 1-19 15,0 0-30-15,-2 0-140 0</inkml:trace>
  <inkml:trace contextRef="#ctx1" brushRef="#br0" timeOffset="34440.11">24275 4719 341 0,'0'0'36'0,"0"0"51"16,0 0-52-16,0 0 19 0,0 2-6 0,0 0 12 15,0 0 0-15,2 0 12 0,0-1-2 0,0-1 4 16,1 0-20-16,10 2-18 0,10 0-2 0,1 0-5 0,4-2-7 15,-4 0-7-15,2-2-7 0,2 0 2 0,1 0-8 16,3-1-3-16,-1-1 6 0,-3-2-5 0,2 1 1 0,-4 3-185 16</inkml:trace>
  <inkml:trace contextRef="#ctx1" brushRef="#br0" timeOffset="36528.11">23726 5874 101 0,'0'-2'0'15,"0"-2"6"-15,0-7 80 0,0-7 2 0,0 1 19 0,1 2-18 16,-1 0-5-16,0 2-14 0,0 0-8 0,0 2 3 16,0 2-23-16,0 1 6 0,0 5 2 0,0-1 1 15,0 0-12-15,0 1 1 0,-1-1-8 0,-1 2 6 16,0 0-9-16,0 2 3 0,-2 0-8 0,-3 2 5 16,-15 11-11-16,-4-4 1 0,3 25 8 0,-1 3-5 0,2 0 4 15,0 6-14-15,1 3 3 0,-1 12-6 0,0 7 6 16,3 3-4-16,-7 3-1 0,-2 1 0 0,6-5 4 15,-4 0 0-15,4 2-6 0,1-4 3 0,3 3-1 16,1 5-5-16,4 1 5 0,4 6-6 0,3 0 11 0,4 1-10 16,-29-4 2-16,19-9-7 0,11-5-1 0,1-11 5 15,5-1 2-15,4-5 2 0,3-2 0 0,1-3-4 16,1-2 0-16,3-3 0 0,0-5-2 0,1 1-2 16,-14-6 3-16,22-4-3 0,2-3 4 0,-4-8-4 15,0-2 1-15,-5-3-1 0,-1-3-3 0,-3-1-5 16,-2 0-11-16,0 7 2 0,0-3-29 0,2-4-108 15,0-2-9-15,-2-4-51 0,2-3-197 0</inkml:trace>
  <inkml:trace contextRef="#ctx1" brushRef="#br0" timeOffset="36947.3">23956 6128 729 0,'0'0'22'0,"0"-2"1"0,0 1 0 16,0-1-6-16,0 0-3 0,0 0-2 0,0-2 21 15,0 1-1-15,0 1 7 0,0-2-12 0,0 0 3 16,0 1-3-16,0-1 1 0,0 0-14 0,0 0 0 16,0 1-8-16,0 1 5 0,0 0-6 0,0 0 16 15,0 0-2-15,-2 2 5 0,2 0-4 0,-2 2-1 16,0 0 2-16,0 2-1 0,-3 18 9 0,-1 8-4 16,1 1 2-16,1-5-2 0,0 4-6 0,0 0 4 15,-1-2-3-15,1-2 2 0,0 0-3 0,1-6-7 0,1-1 0 16,0-3-2-16,2-3 2 0,0-2-4 0,0 1-4 15,0-5 0-15,0-1 4 0,0-3-9 0,0 1 8 16,2 0-9-16,0-1 0 0,1-1 5 0,12 9-10 16,0-1 6-16,0-5-30 0,2 1-14 0,-2-4-24 15,3 0-6-15,-1-2-150 0,0 0-157 0</inkml:trace>
  <inkml:trace contextRef="#ctx1" brushRef="#br0" timeOffset="37131.17">24199 5790 859 0,'-2'-1'39'0,"0"-1"67"0,-1 0-78 15,-1 0-17-15,0 0 8 0,0 0-9 0,1 0 6 16,-1 1-3-16,0-1-12 0,1 0 7 0,1 0-20 0,0 0-8 16,0 0-7-16,0 2-3 0,2 0-47 0,0 0-197 15</inkml:trace>
  <inkml:trace contextRef="#ctx1" brushRef="#br0" timeOffset="37466.9">24464 5993 623 0,'0'0'17'0,"-1"0"34"0,-1 2-47 0,0 0 20 16,0 1 6-16,-7 14 4 0,-6 11 18 0,-2 3-2 0,2 1-7 15,0 1 4-15,2-1-17 0,2-4 5 0,-3 7-11 16,2-9 7-16,1-4-18 0,0 1-4 0,6-7 4 15,1-3-6-15,0 2 0 0,2-9 4 0,2-3-4 0,-2 3 4 16,2-4-8-16,0 0 0 0,0 1 8 0,0 1-5 16,2 0 11-16,0-2-8 0,2 0-3 0,13-2 0 15,3-4 2-15,4-2-5 0,-2-3 2 0,1 0-3 16,-5-1 0-16,1 3-2 0,-1 0 2 0,-1 1-2 16,-2 2 4-16,0 1 1 0,-4 3 2 0,-4 0 0 15,1 0 10-15,-3 1-3 0,1 3 3 0,-4-4-1 0,9 17 6 16,-2-2-3-16,-3-2-2 0,-3 0 1 0,-1 0 3 15,-2-4 0-15,0 2 2 0,0-3-2 0,-2-1-9 16,-1 0-1-16,-1 1-3 0,-18-1 1 0,-1-1 1 0,1-2-10 16,-2 1 4-16,0-3-5 0,-2 0 4 0,11 2-30 15,2-3-5-15,7 3-10 0,5-4-17 0,-3 2-106 16,0 0-20-16,0 3-38 0,1 1-132 0</inkml:trace>
  <inkml:trace contextRef="#ctx1" brushRef="#br0" timeOffset="37861.18">23978 7341 403 0,'0'-2'66'0,"0"0"125"16,0 0-163-16,0-1 15 0,0 1-3 0,0-8 10 15,2-1 22-15,0 0-16 0,-2 2 5 0,0 0-9 0,0 1 4 16,0 3-17-16,0 1 5 0,0 2-11 0,0-2-9 16,0 1-10-16,0 1-2 0,0 0 0 0,-2 0 2 0,0 2-4 15,0 0-2-15,0 2-1 0,0 0-4 16,1 1 4-16,-1 10 1 0,-2 8-1 0,2-1-5 0,0 1 6 15,0-3 2-15,1 3 2 0,-1-3 0 0,0 3-6 16,2-3 2-16,0-1-3 0,0 0 5 0,0-1-7 16,0-3 1-16,0 0-2 0,0 0-1 0,0-3-1 15,0-1 2-15,0-4-2 0,0 1-16 0,0-4-24 16,0 0-12-16,2 1-3 0,0 1-48 0,-1-2-113 16,1 0-39-16</inkml:trace>
  <inkml:trace contextRef="#ctx1" brushRef="#br0" timeOffset="37982.61">24149 6969 807 0,'0'-1'54'0,"0"-1"-48"0,0 0 51 16,0 0-22-16,-2 0-36 0,0 0-8 0,0 0 3 0,0 2-7 16,1 0-17-16,-1 0-77 0,0 2-52 0</inkml:trace>
  <inkml:trace contextRef="#ctx1" brushRef="#br0" timeOffset="38274.18">24437 7419 636 0,'-2'0'37'0,"0"0"66"0,-2 0-94 0,2 0 9 15,-9-2 2-15,-2 0 6 0,2-2 22 0,0 2-14 16,2 1-2-16,3-1-2 0,-1 0 3 0,3 2-9 15,-3-2 9-15,5 2-10 0,-6 0 4 0,3 0-9 16,1 0 0-16,-3 2-3 0,3 0-3 0,-4 0 3 16,1 22-1-16,1 2 2 0,1 2 2 0,-3-1 1 15,3 1 2-15,-12-2 0 0,6-3 1 0,5 1-9 16,5-4 2-16,1 1-2 0,1-3 15 0,3-5-16 0,0-2 6 16,0-3-10-16,-1-1 4 0,21-1-2 0,1 10-8 15,4-4 5-15,1-7-8 0,0-5-25 0,3-4 7 16,-1-3-17-16,-5-4-20 0,5-2-29 0,-4-2-57 15,-2 0-5-15,0 0-337 0</inkml:trace>
  <inkml:trace contextRef="#ctx1" brushRef="#br0" timeOffset="38745.37">25055 5920 664 0,'-2'-1'45'0,"0"-1"-31"15,0 0 49-15,0 0-18 0,-1 0-14 0,-1-2 20 16,0 3-7-16,-3-5 12 0,3 4-3 0,0 0-8 15,1 0-5-15,-1 1-3 0,0-1-22 0,2 0 1 16,1 2-3-16,-1 0 2 0,2 2 0 0,0 0-12 16,2 25 6-16,3 7-8 0,4 1 3 0,3 2 6 0,1 0-8 15,1 4 6-15,1 4-8 0,2 1 4 0,2 2 3 16,-3-1 0-16,-1-3-4 0,0 1-2 0,-2 0-1 16,-2-5 0-16,0 3 8 0,-3 5-8 0,-3 3 4 15,-1 1-5-15,-2 5 10 0,0 4-7 0,-2 4 4 0,-2 0-6 16,0 4 0-16,0-4 0 0,0-4 0 0,0-3 1 15,-1-6 8-15,-3-6-9 0,-3 1 5 0,1-3-5 16,-3 1 10-16,0-1-7 0,0 3 4 0,-4-1-5 16,0 4 6-16,-1-5-8 0,-3 1 5 0,-3-1-5 15,1-1 9-15,1-1 1 0,0-4-9 0,3-4 6 16,-2-3-11-16,3-2-17 0,1-6-9 0,2-6-10 0,2 1-96 16,3-6-299-16</inkml:trace>
  <inkml:trace contextRef="#ctx1" brushRef="#br0" timeOffset="39430.3">25712 6652 1038 0,'0'0'20'0,"-2"0"-1"16,0 0 2-16,1 0-4 0,-1 0-5 0,0 0-12 15,0 0 30-15,2 0-5 0,0 0 14 0,0 0-2 0,2 0-14 16,2 0-1-16,9-2-5 0,16-3-15 0,1-3 7 16,2 1 1-16,1-1 1 0,0 3-9 0,-1-1-2 15,3 1-3-15,-9 1 1 0,2 0 0 0,0 2-14 16,-8 0-6-16,1 2-4 0,-3 0-31 0,-5 0-12 15,-1 0-15-15,-1 0-2 0,-6 0-72 0,-1 0-97 16</inkml:trace>
  <inkml:trace contextRef="#ctx1" brushRef="#br0" timeOffset="39572.68">25959 6745 277 0,'-2'0'164'0,"0"0"-137"0,-1 0 166 16,-10 0-67-16,0 0-90 0,3 0 11 0,3 0 0 15,3 0 7-15,1 0 17 0,-1 0-19 0,2 0-2 16,0 0-6-16,2 0-7 0,0 0-5 0,2 0-3 15,2 0-4-15,7-2-19 0,20-4-1 0,-5 3 0 0,4-3-1 16,0 2-3-16,-6 1-46 0,2-1-12 0,0 0-20 16,-4 1-118-16</inkml:trace>
  <inkml:trace contextRef="#ctx1" brushRef="#br0" timeOffset="40037.94">27326 5595 404 0,'0'0'41'0,"0"-1"-5"0,-2-1 19 15,0 0 7-15,0 0-12 0,0 0 14 0,0 0 8 16,-1-1-6-16,-1 1 5 0,-2-2-7 0,-1 0-14 0,-4-1 9 16,-2 1-13-16,0 4-9 0,-2 2-2 0,-2 3-6 15,2 5 3-15,-3 3-9 0,-1 16-9 0,3 5 3 16,-5 1-6-16,1 8-5 0,-1 5-1 0,1 4-4 16,-1 9 3-16,1 4 2 0,1 10-5 0,1-1 3 0,1 6-4 15,2 0 0-15,0-4 0 0,2-4 3 0,4-1-2 16,-4-6-6-16,6 2 7 0,1 3-3 0,1 4 5 15,1 4 0-15,2 4 4 0,-29 0-7 0,19-6 6 16,9-11-2-16,3-8 7 0,3-5 2 0,3-5 0 16,3-4 11-16,4 1-6 0,2-1 3 0,2-4-5 15,3 3-6-15,-1-6 4 0,-17 1-3 0,24-4 3 0,1-3-7 16,1 2-2-16,2-5 2 0,0 1-1 0,1-2 5 16,-3 0-11-16,6 0 2 0,-7-3-3 0,-1-5 9 15,0-1-10-15,-11-6 3 0,-2-2-6 0,-3 1-2 16,-7 1-41-16,5-4 0 0,-3-3-20 0,5 0-59 0,-5-3-276 15</inkml:trace>
  <inkml:trace contextRef="#ctx1" brushRef="#br0" timeOffset="40879.37">28083 5677 435 0,'0'0'18'0,"0"-2"2"0,0 0 9 15,0-1 2-15,0 1-1 0,-5-13 33 0,1 4 4 0,-2-6-1 16,1 2 1-16,-1 4-12 0,1 0-12 0,-1 2 2 16,-1-2-6-16,3 3 3 0,2 4-11 0,-3 3-2 15,-10-3-3-15,2-5-3 0,2 3-1 0,-6 2 4 16,0 4-4-16,0 4-7 0,-1 5-2 0,-1 4-1 15,1-2 1-15,1 14 1 0,2-1-6 0,2 0-4 0,0-2 1 16,2-1-1-16,2-3 4 0,1-1 0 0,5-2 0 16,-1 0-2-16,-4-6 1 0,5-2-1 0,1-1 1 15,0-1-4-15,2-3 7 0,0 2 3 0,0 0-1 16,2-2 0-16,2-1-6 0,12-1-2 0,10-3 0 16,-2-7 7-16,6-4-9 0,-4 1 0 0,-2-2-3 15,-1 0-3-15,-3 0 4 0,0 13 2 0,-1-11-1 0,1 0 0 16,-7 2 2-16,-7 4-1 0,-2-1 2 0,-1 3-1 15,1-1-4-15,-4 4 1 0,0 0-2 0,2-1 8 16,0 1-5-16,0 0-1 0,0 0-1 0,-2 2 4 0,0 2-8 16,0 0 8-16,0 0-8 0,-2 20 6 0,-2 0 2 15,0 2-4-15,1 2 2 0,-1 2 3 0,0 2-5 16,0 0 8-16,3 1-8 0,-1-1 1 0,-2 1 0 16,0-1-2-16,-3 0 2 0,-1 0 6 0,-1-4-2 15,-4 0 2-15,0 0-3 0,-2-2-4 0,-1 0 6 16,12-4-5-16,-18-1 5 0,1-4-1 0,-1-4-3 15,0-4 6-15,3-1-6 0,2-4 0 0,2 1 5 16,2 7-3-16,0-3 4 0,2-3-3 0,0-2 5 0,4-2-3 16,-1 0 3-16,1 0-3 0,1 0-5 0,1 0-1 15,-1 0-1-15,4 0 1 0,0 0 0 0,1 0-1 16,-3-2-3-16,0 2-11 0,0 0-38 0,3 0-4 16,-1 0-15-16,0 2-33 0,2-1-133 0,0 1 18 0</inkml:trace>
  <inkml:trace contextRef="#ctx1" brushRef="#br0" timeOffset="41361.17">28364 6154 521 0,'-2'-2'171'0,"0"1"-234"0,0-1 205 0,0-2-116 0,0 0-22 15,2 2 46-15,-5-7-4 0,1 4 20 0,0-1 4 0,2 2-24 16,2 2 0-16,-1-1-7 0,-1-1-13 0,0 2 0 15,0 0-7-15,0 2 5 0,0 0-6 0,0 2-1 16,1 0 2-16,-1 2-1 0,-9 22 7 0,3-2-5 16,-1 4-3-16,1 0 0 0,1-2-5 0,-2 3-3 15,-2-1 4-15,1-2-5 0,1-2 1 0,2-5 1 16,-1-1-4-16,3-5 2 0,-1 0-12 0,2-3 3 16,2-5-1-16,1 3 1 0,1-6-12 0,0 1-8 15,0 1 1-15,0 0-2 0,1-2 1 0,1-1 10 0,2 1-11 16,3-2 9-16,12-2-11 0,-4-1 15 0,2-7 3 15,-3 1 3-15,-2 2 6 0,-1-16-8 0,0 1 2 16,-2 0-5-16,0-2 7 0,-1 0 3 0,-3-1-2 16,5 5 3-16,-3 1-6 0,-1 3 2 0,3-1 1 15,-3 6 1-15,1-2 7 0,-3 5-4 0,3 1 4 0,-3 1-4 16,-2 6 5-16,1-1 0 0,-1 1 1 0,0 0 0 16,2-2 2-16,-2 2 4 0,0 0-7 0,-1 0 7 15,3 2-2-15,0 1-4 0,5 10 2 0,2 10-5 16,-3-1 6-16,-1 6-7 0,-5-6 7 0,0 6-7 15,-2 0 0-15,0-4-2 0,-2 0-3 0,-2-5 2 16,1-1 5-16,-1-3-6 0,0 0 6 0,0-2-7 0,3-6-1 16,-1 1-12-16,0-1-8 0,2-3-2 0,0 0-28 15,-2-1-6-15,0 1-3 0,0 0-2 0,0-2-34 16,2-1-95-16,0 1-21 0</inkml:trace>
  <inkml:trace contextRef="#ctx1" brushRef="#br0" timeOffset="41563.07">28351 6032 513 0,'0'0'79'0,"-2"-2"158"0,0 0-207 0,0 0 15 0,0 0 5 16,0 1 5-16,2-1 27 0,0 0-9 0,0 0-4 16,0 0-2-16,2 0-21 0,0 0-10 0,2 1 0 15,3-3-5-15,17-5-9 0,-1 1 1 0,3 1-9 16,1-1 6-16,-1 3-17 0,-1 1 1 0,-1 2 0 15,-4 2-2-15,-1 0-14 0,-1 0-64 0,-3 0-20 0,-2 0-43 16,-2 2-350-16</inkml:trace>
  <inkml:trace contextRef="#ctx1" brushRef="#br0" timeOffset="42419.83">29849 5696 390 0,'0'0'13'0,"0"0"0"0,2-2 6 16,0 0 9-16,0 0-5 0,-1-2 34 0,1 1 8 15,4-8-12-15,1-4 9 0,-1-2-16 0,-2 4-14 16,-1-4 11-16,1 1-13 0,-2 1 9 0,2-2-6 16,-3-3 4-16,1-1-5 0,-2 8 3 0,0 2 2 15,0 0 0-15,0 7 2 0,-3-7 3 0,-1 2-4 16,2 5-7-16,2 2 2 0,-7 0-9 0,-16-12 7 0,1 4-4 16,-6 7 4-16,2 3-7 0,-2 5-10 0,-7 8 8 15,3 2-9-15,-5 5 7 0,0-16-13 0,0 26 2 16,2-2-5-16,3 1 9 0,4-3-8 0,6 0 2 15,3-2-4-15,5-1-1 0,6-1 3 0,5-2-6 16,-10-1 3-16,3 0-6 0,7-3 7 0,3 1 0 0,0-6 3 16,3 0 1-16,1-5-8 0,5-2 3 0,17-3-4 15,4 18 8-15,5-8-8 0,-1-5 5 0,1-6-6 16,-2-2 4-16,-7-2 2 0,0-1-1 0,0-3 1 16,-3 1-3-16,-1-3 1 0,-4 3-1 0,-5 1 2 15,-3 1-2-15,-3 1 5 0,1 0-3 0,-7 4 3 16,5-3-9-16,-4 3 9 0,0 0-5 0,1-2 6 15,1-2-13-15,0 0 7 0,0 3-2 0,-1-1 2 0,1 0-4 16,-2 2 1-16,0 0 3 0,0 2-1 0,-1 1 7 16,5 14-7-16,0 9 2 0,-3 4-3 0,-1 1 3 0,-2 5 1 15,-4 3 0-15,1 0 2 0,-7 0 1 0,-1 2-3 16,-2-6 3-16,-3 0-2 0,-3 0 11 0,17-5-9 16,-26-4-2-16,2 0-1 0,2-4 0 0,-4-3 0 15,4 1-1-15,6-7 0 0,3-3-1 0,2-3-30 16,5-1-6-16,5-3-13 0,-1-1-48 0,4 0-114 15,-4 2-28-15</inkml:trace>
  <inkml:trace contextRef="#ctx1" brushRef="#br0" timeOffset="42984.05">29933 6347 777 0,'-2'0'14'16,"0"0"0"-16,0 0 0 0,0 0 8 0,-2 0-5 16,1 0 50-16,-1 0-11 0,2 0 2 0,0 0-8 15,0 0-27-15,1 0 2 0,-1-1-2 0,2-1 3 16,0 0-1-16,0 0-7 0,2 0-2 0,-1 0-1 16,3 0-3-16,-2 2 0 0,9-9 1 0,4 2-1 0,-2-4-5 15,2 1-4-15,0 1 2 0,0-8-2 0,-2 12 4 16,-2-8-7-16,2-2 3 0,-2 4-3 0,0-8 7 15,0 1-2-15,-2 3-3 0,1 0 1 0,-3 4-8 0,0 1 7 16,-1-1-4-16,-2 6 6 0,-2-1 2 0,-2 4-9 16,0 0 10-16,1-1-9 0,3-1 15 0,0 0-6 15,-2 2 1-15,0 1-2 0,-1-1 2 0,-1 2 2 16,0 2-8-16,0 1 5 0,-5 14-8 0,-4 11 4 16,1-4 0-16,3-4 2 0,-3 5-5 0,4-11 3 15,-1 5-1-15,1-2 2 0,2-2 3 0,1-1-6 16,1-4 2-16,0-1-3 0,0-5 4 0,0-1 1 15,1 1 0-15,1 0-2 0,0-4-4 0,13 9 1 0,3-1 1 16,-1-7 1-16,0-1 4 0,1-3-6 0,1-5 1 16,3-3-1-16,1-2 5 0,-5 9-4 0,4-18 5 15,-3-2-6-15,0-2-6 0,-1 4 5 0,-7-4 1 16,2 3 2-16,-2 3 7 0,-1-4-6 0,1 3 0 16,2 3-2-16,-4 3-3 0,-3 4 2 0,-3 4-1 0,-1 3 1 15,-2 2 6-15,2-2-6 0,0 1 1 0,0 1-2 16,-2 0 1-16,0 2 9 0,0 2 0 0,0 1 2 15,-8 25-1-15,-1 7-1 0,2 4-4 0,1-5 3 16,1-1-1-16,1 1-4 0,2-1 1 0,0-1-2 16,2-6 7-16,0-4-9 0,2 0 6 0,2-3-6 15,1-4 0-15,1-2 2 0,1-4 2 0,1-2 0 0,12 1-3 16,8-4-13-16,-8-3-12 0,5 16 0 0,-3-6-34 16,-4-5-38-16,3-2-55 0,-3-3-9 0,3-1-310 15</inkml:trace>
  <inkml:trace contextRef="#ctx1" brushRef="#br0" timeOffset="44348.3">27859 7448 340 0,'0'0'63'0,"0"0"-64"0,0-1 66 0,0-1-30 16,0 0-21-16,0 0 27 0,0 0 2 0,0-2 8 16,0 1-1-16,1-10-3 0,1 0-15 0,2 0 10 0,0-4-13 15,-1 2-1-15,-1 4 9 0,0-2-5 0,0 4 18 16,-2 1-10-16,0-1 1 0,0 5-3 0,0 1 3 15,0 1-15-15,0-2 9 0,-2 0-12 0,0 1 5 0,0-1-4 16,-1 2-6-16,-3 0 3 0,-11-3-4 0,3 3-8 16,-1 2-1-16,-2 2-2 0,2 1-5 0,0 3 4 15,4 0 2-15,0-1-1 0,4-1-4 0,1 0-3 16,2-3-1-16,-1 7 0 0,-1-1 8 0,2 1-5 16,1-1 6-16,1-1-6 0,0-1 9 0,2 1-8 15,0-4-2-15,0 1 0 0,0-1-2 0,2 2 8 16,2 0-1-16,3-1 3 0,8 3-10 0,0-2 9 15,1-4-7-15,1 0 8 0,-2-2-10 0,-2-2 9 16,-2 0-1-16,-2 1 3 0,-1-1-10 0,-4 2 7 0,-3 2-6 16,5-7 7-16,0-3-12 0,-1-1 8 0,1 0 3 15,-4 2 1-15,-1 0-3 0,1-3 3 0,-2 3-8 16,0-2 4-16,0 2-9 0,0 3 6 0,-2 1 3 0,2 3 2 16,-1-2 4-16,1 2-4 0,-2-2 2 0,0 1-3 15,-2-1-6-15,2 0-2 0,0 2-1 0,1 1 0 16,-1-1 5-16,0 0 3 0,0 0-1 0,0 2 2 15,0 0-4-15,0 0 1 0,-1 0-1 0,-1 0 0 16,0 0-1-16,1 2-2 0,1 0 4 0,0 0-1 16,0-1 11-16,0 1-12 0,0 0 1 0,0 0-3 15,1 0 8-15,-1 0-4 0,0 0 7 0,0-2-7 0,2 0-1 16,0 0 1-16,0 0-3 0,0-2 3 0,0 0 1 16,0 0-3-16,0 0 4 0,2 0-4 0,-2 0 4 15,0 1 2-15,0-1-6 0,0 0 5 0,0 0 0 0,0 0-8 16,0 0 5-16,0 0-6 0,0 1 5 0,0-1 4 15,-2 0-4-15,0 0 3 0,0 0-4 0,-1 0-1 16,-3 0 2-16,-7 1 0 0,-2 1 1 0,0 0 0 16,0 3-1-16,2 3 0 0,0 1 6 0,2 1-5 15,-2-6 1-15,2 12-2 0,2 3-4 0,1-4 4 16,5 2 0-16,1 0 1 0,-7-2-4 0,3-4 2 16,0 2 0-16,5-3 1 0,1-1 0 0,0-1 1 15,0-5 5-15,0 1-2 0,3 2 2 0,3 0 0 16,12 5-5-16,3-5 4 0,-1-4-6 0,-1 0 2 0,-1-4-1 15,-3 0 2-15,2-3-1 0,-2-1-1 0,-4 1 3 16,-2 2-3-16,-1-1 2 0,-3 2 4 0,-1-3-7 16,2-1 3-16,-5 5-6 0,-1 1 5 0,4-2 2 15,0 0 0-15,0 3-7 0,-1-1 6 0,-1 2 1 0,0 0 2 16,0 2-6-16,0 1 4 0,5 21-3 0,1 8 4 16,-5-1-2-16,-1 3 2 0,0-1 2 0,-2 1-1 15,0 1 1-15,-2 0 4 0,0-1 0 0,-1 1 2 16,-3-5-2-16,-1-1-1 0,-3 1-3 0,1-4 2 15,-4 0 5-15,2-7-8 0,-4 1 4 0,4-3-4 16,-15 0 0-16,0 1 6 0,-2-3-9 0,2-2 6 16,0-2-20-16,0-5-21 0,4-3-3 0,7 1-9 0,2 5-31 15,5-5-91-15,7-4-10 0,-3 2-42 0,2 0-146 16</inkml:trace>
  <inkml:trace contextRef="#ctx1" brushRef="#br0" timeOffset="44883.96">27944 7746 802 0,'0'0'19'0,"0"0"-2"0,-2 0 0 16,0-2 14-16,0 0-12 0,1 0 48 0,-1 0-4 0,0 0-8 16,0 0 2-16,0 1-23 0,0-1-2 0,0 0-4 15,1 2-1-15,-1 0-12 0,0 0-6 0,0 2 5 16,0 0-6-16,0 1 7 0,-1 14-6 0,-1 5 3 15,0 4-3-15,2-3 6 0,0-1 3 0,1 8-4 0,1-10 4 16,0 2-10-16,-2-1 3 0,2-8-3 0,-2 3 3 16,2-3-3-16,-2-2 5 0,0 1-2 0,2-7 2 15,0 1-6-15,0-3 4 0,0 1-5 0,0 0 4 16,0-2-1-16,0 0-4 0,0-1 6 0,0-1-5 16,0 0 9-16,2-1-15 0,0-1 3 0,0 0-5 15,0-2 2-15,5-9 0 0,6-9 2 0,-2 3-1 0,2-1 1 16,0 0-4-16,0 1 2 0,2-1-1 0,-6 7 6 15,1-2-7-15,3 0 2 0,3 4-3 0,-1 0 10 16,-6 5-7-16,-1 0-2 0,-4 5-2 0,1-1 4 16,-1 2 8-16,1 0-1 0,-1 0 3 0,0 2-9 0,0 1 8 15,3 10-3-15,2 15 4 0,-5-4-6 0,-4 0 1 16,0 1 1-16,-2-5-2 0,-2 0-2 0,1-5 1 16,1-2 4-16,2-4-1 0,-2-1 3 0,2-4-5 15,0-1-4-15,0 1 1 0,0 0-5 0,0-1 7 16,0-1-2-16,2 0 4 0,0 0 4 0,1-2-7 15,14-2 1-15,-4-2-3 0,6-7 5 0,5-4-8 16,-8 14 5-16,12-22-7 0,-11 5 6 0,0-1-2 16,3 4 1-16,-1 1-2 0,3 4 11 0,-5 3-6 0,-2-1 3 15,-4-1-6-15,-2 4 4 0,0-1 6 0,-1 4 0 16,-3 2 1-16,-1 0-5 0,0 0-2 0,-1 0 1 16,1 2-1-16,0 0 0 0,0 0-4 0,-1 1-1 15,3 9-2-15,-1-1-15 0,-1-2-48 0,0 2-10 0,-2-5-19 16,1 1-96-16,1-1-244 0</inkml:trace>
  <inkml:trace contextRef="#ctx1" brushRef="#br0" timeOffset="45432.99">29860 7252 514 0,'0'-2'217'0,"0"0"-270"16,0 0 244-16,0-2-127 0,-4-9-19 0,1-1 28 15,-3-3 12-15,1-2-1 0,-3 1-8 0,-1-3-14 16,1 6-7-16,3 8 0 0,-1 0-16 0,-1 1-8 0,-10-5-5 15,2 3 1-15,-3 3-16 0,-3 5-5 0,5 4-3 16,-10 7 2-16,7-8 1 0,-3 31-7 0,1-4 4 16,6 1-6-16,-1-5 3 0,5-2 6 0,-1-1-6 15,5-5 5-15,5 1-4 0,-9-4-6 0,5-2 5 0,3-2-5 16,3-4 9-16,0-1-2 0,0-3-2 0,2 1-2 16,1 0-5-16,14 5 4 0,2-3 3 0,-1-5 0 15,4-1 3-15,-3-1 1 0,0-5-1 0,-3-1 1 16,-3-1-4-16,-2 1 4 0,2 5-3 0,-1-11 5 15,-5-2 0-15,-3 4 0 0,-1 2-2 0,5-1 1 16,-6 7-4-16,1-3 12 0,-1 2-1 0,0 1 4 16,2-1-11-16,-2 2-3 0,0 0-2 0,-1 0 0 0,1 2-1 15,-2 0 5-15,0 2-5 0,0 2 5 0,-2 13-5 16,-3 7 0-16,-1 0 5 0,-1 4-2 0,1-2 3 16,-1 2 1-16,1 1-5 0,1 1 4 0,-1 0 3 0,-1-2-2 15,-1-1 2-15,1-2-3 0,-2 1 2 0,-1 0 4 16,1-8-5-16,-4 3 3 0,6-1-9 0,-19-1 4 15,3 1 3-15,-1-1 1 0,0-1-6 0,0-7-11 16,2-1-8-16,5-5-3 0,0-1-33 0,8 0-44 16,1 1-19-16,5-3-17 0,-1 2-143 0</inkml:trace>
  <inkml:trace contextRef="#ctx1" brushRef="#br0" timeOffset="45750.78">30063 7512 508 0,'0'0'114'0,"-2"0"246"16,0 0-336-16,-2 0-6 0,0 0 8 0,1 0-3 15,-7 0 25-15,3 0-7 0,-4 1-10 0,5 1 2 16,-1 2-22-16,1 0 9 0,4 7-4 0,-11 7 3 16,2 1-11-16,4 0 1 0,3 1 3 0,4-1-3 15,0-5-2-15,4 3 9 0,0-6 2 0,-1-3 3 16,3 1 3-16,1-7-2 0,12 11 1 0,1-2-1 0,-1-4-6 15,-1-3 8-15,-1-4 1 0,0 0 3 0,-2 0 0 16,-4-2-10-16,0-1 3 0,-4-1-3 0,-3 2 14 16,0-2 9-16,-1-1-6 0,5-8 6 0,-3 0-14 15,-1-6-7-15,-4 2-1 0,-4-1-2 0,-1 1-12 0,-4-1 3 16,-1 3-7-16,5 2 5 0,-14 2-8 0,1 3 0 16,-1 3 2-16,2 1-3 0,-1 0-10 0,5-5-37 15,2 1-12-15,3 5-18 0,3 1-123 0,3 2-241 16</inkml:trace>
  <inkml:trace contextRef="#ctx1" brushRef="#br0" timeOffset="46353.65">30801 5601 189 0,'0'-2'12'0,"0"0"0"0,0 0 4 16,0-1 10-16,0-10-4 0,0-8 47 0,0-3 10 15,2 0 4-15,0 4-1 0,0 1-9 0,-2 6-3 16,2-4-14-16,-2 10 8 0,0 0-13 0,0 3-12 16,0 2 6-16,0-2-11 0,0 1-10 0,0 1 3 15,0 0-2-15,2 0 3 0,-2 2-2 0,0 2-8 16,2 0 4-16,-2 1-4 0,5 25 2 0,-1-4-6 0,0 4-4 15,1-4 2-15,1 4 5 0,1 2-7 0,1-2 4 16,3 5-6-16,2 6 6 0,2 4-1 0,1 5 0 16,1 6-3-16,0 4-10 0,1 12 2 0,-1 3 0 15,-2 8 2-15,-2 3 3 0,-4-6-8 0,-1-2 5 16,-3-9-5-16,-1-4 4 0,0-2 4 0,-3 2-4 0,-1 0 4 16,-1 6-3-16,-3 7 4 0,-2-2-2 0,-1 1 2 15,-2-3-9-15,1-7 4 0,-3-2 0 0,0-5 2 16,0-2-2-16,1-4 4 0,-1-2 0 0,-2 0 2 15,-2 0 1-15,2-2 2 0,-3 2 5 0,1-3-1 16,0-3 8-16,0 1-10 0,2-6 0 0,0-6-2 16,0-3-7-16,0-2 0 0,0-2-1 0,0 0 0 15,4-6 3-15,0-3-80 0,-1-2-6 0,3-4-45 16,-2 0-209-16</inkml:trace>
  <inkml:trace contextRef="#ctx1" brushRef="#br0" timeOffset="46995.68">31977 5258 632 0,'0'0'70'0,"0"0"9"0,-2 0-22 15,0 0-26-15,0 0-10 0,-1 0 5 0,-3 0 26 16,-7 0-1-16,-4 0 8 0,8 1-16 0,-6 3-2 16,4 0-10-16,-2 5 5 0,-4-1-18 0,1 18 0 15,-1 7 2-15,2 2-2 0,2 8 4 0,0 7-14 16,0-4 9-16,-2 5-11 0,2-3 5 0,4 4-3 16,0 4-2-16,1 3 1 0,1 8-3 0,1 3 2 15,4 8-4-15,-1 6 3 0,-1-2-3 0,0 3 0 0,2-9 2 16,-1-3-1-16,-3-3 3 0,0-1-2 0,1 3 4 15,-1 4-2-15,-1 2-3 0,-1 6 1 0,3 1-4 16,-3-3 3-16,5-6 3 0,-1-11 0 0,-22-11 4 16,15-9-3-16,7-5-4 0,4-4 6 0,4-5-3 0,3-3 6 15,3 0 4-15,1-4-5 0,0-4-3 0,-2-5-1 16,-7-2-6-16,15-3-1 0,-1-5-5 0,-1-1-1 16,0 7-21-16,2-2-16 0,0-3-1 0,3-4-7 15,2-4-14-15,2-6-147 0,-1-3-58 0</inkml:trace>
  <inkml:trace contextRef="#ctx1" brushRef="#br0" timeOffset="47470.98">32376 5284 690 0,'0'0'38'0,"0"0"0"0,-2 0-2 0,0 0 11 16,0-2-15-16,1 2 46 0,-1 0-23 0,0 0 2 15,0 0-12-15,0 0-8 0,-2 2-18 0,1 1 3 16,-10 18-8-16,-6 18 5 0,4 5-16 0,4-1 10 15,4 1-12-15,-1 1 9 0,3-6-4 0,-1 4-1 0,2-4 1 16,3-4 2-16,-1 0-1 0,0 1-3 0,0-3 1 16,2-1 4-16,0-6-1 0,0-2 6 0,0-2-6 15,0-3 0-15,2-5 12 0,0-2-9 0,-2-5 10 16,0-3-10-16,0-2 11 0,2 1 3 0,-1 1 2 16,1-2 5-16,0 0-6 0,2-2-2 0,0-2-3 15,3-2-12-15,6-11-4 0,4-16 0 0,-1-3 0 0,1-3-1 16,2 0 1-16,-1 2-1 0,3-4 3 0,-3 3 1 15,-1-1-8-15,-2-2 0 0,0 6-1 0,-4-2 3 16,-2 9-1-16,-3 1-1 0,-4 9 0 0,1 6-3 0,-1 7-8 16,-2 1-7-16,0 0-2 0,0 0-40 0,4-2-30 15,-2 3-9-15,0-1-9 0,-1 2-61 0,1 2-92 16</inkml:trace>
  <inkml:trace contextRef="#ctx1" brushRef="#br0" timeOffset="47793.68">32640 5753 497 0,'0'0'148'0,"0"0"-164"0,0 0 162 15,0 0-78-15,-2 0-31 0,0 0 9 0,0 2 1 16,-2 0 1-16,-5 4-4 0,-2-3-9 0,-2 20-1 16,2-1-4-16,0 4-10 0,-2-2 2 0,2 4-8 0,1-2 5 15,-1 0-13-15,4 2 2 0,-1-4 4 0,3-4-1 16,-1-1 6-16,4-8-14 0,0-2 8 0,-3-1-9 15,1-3 18-15,2-1 12 0,0 0-4 0,1-2 7 16,1-1 0-16,0-1-19 0,1 0 2 0,1-1-8 16,2-3 1-16,9-5-8 0,9-14 2 0,-1 5-4 15,3 3 0-15,-2 0 0 0,2 4 1 0,-2 5-2 16,-3 1 5-16,-8 3 5 0,-2-6-1 0,-5 7 3 0,-2 1-1 16,0 0 4-16,2 0-5 0,-1 0 4 0,-1 1-7 15,0 1 3-15,-2 0 2 0,2 19-1 0,-4-3 1 16,-5 3-3-16,-1-8-2 0,1 1 1 0,-16-1 3 15,1-3-9-15,-2 1 2 0,4 0-6 0,3-4-28 0,2 1-54 16,6-3-21-16,3-1-20 0,4-2-160 0</inkml:trace>
  <inkml:trace contextRef="#ctx1" brushRef="#br0" timeOffset="48156.99">32974 6143 1055 0,'0'0'59'0,"0"-2"-70"0,0 0 64 16,0 1-33-16,0-1-10 0,0-2 11 0,0 0 0 16,0-3 4-16,0-6-1 0,0-4-6 0,0 4-2 0,0 0-2 15,2-2-8-15,0 4-6 0,-1 0 5 0,3 0-5 16,-2 4 3-16,0-1-1 0,0 4-3 0,0 1 1 16,-1-1 2-16,-1 2-2 0,0 0 9 0,2-1-7 15,0-1 15-15,0 0 3 0,0 2-3 0,-2 0 3 16,0 1-9-16,-2 1 4 0,0 1-4 0,-2 1 3 15,-9 4-8-15,-9 20 1 0,0 0 1 0,3 2 0 16,4-1 2-16,1-1-7 0,2-1 2 0,1-5-4 0,-2-3 6 16,8 3 1-16,-6-5 0 0,5-4 1 0,0 6 1 15,5-6 28-15,1 0-10 0,1-2 14 0,1-5-19 16,0 0-10-16,19 11 7 0,5-2-9 0,1-6 3 16,1-3-8-16,-4-4-4 0,2 0 1 0,0-4-3 0,-1-1-6 15,1-5-5-15,-2 1-6 0,-2 2-50 0,0-1-56 16,-3 3-89-16</inkml:trace>
  <inkml:trace contextRef="#ctx1" brushRef="#br0" timeOffset="48689.17">32166 6810 743 0,'0'0'30'0,"0"0"-1"0,-2-2 1 16,0 0 14-16,1 0-14 0,-1 0 48 0,0 0-25 16,0 2 4-16,0 0-13 0,0 2-17 0,0 0-3 15,1 6-2-15,-11 31 1 0,-1 5-8 0,0 3-8 16,0-1 1-16,0 2-3 0,2-1 2 0,0-3 2 15,2-3-6-15,1-6 4 0,1-7-7 0,1 0 9 16,3-4 4-16,1-3 1 0,2-3 8 0,0-3 2 0,0-4 2 16,0-3 2-16,2-3 23 0,-2-3-10 0,2 2 1 15,1-1-4-15,7 3 3 0,6 0-12 0,-1-6 4 16,4-2-8-16,1-6 0 0,1-3-9 0,1 2 6 16,0-17-6-16,-1-4 6 0,-3-3-13 0,3-2 1 15,-7-1-4-15,1 1 4 0,-4 3-8 0,-1 8 1 0,-3 0-3 16,1 0-1-16,-3 7-10 0,-1-5-5 0,-2 9-3 15,0 4-30-15,5-1-54 0,-5 7-18 0,-2 1-28 16,4-2-219-16</inkml:trace>
  <inkml:trace contextRef="#ctx1" brushRef="#br0" timeOffset="48947.1">32586 7350 994 0,'-2'0'91'0,"0"0"-119"16,0 0 101-16,0-2-56 0,-1 0-18 0,-1 1 35 16,0-1-3-16,2 2 13 0,-7-6-12 0,2 1-4 15,-4-3 1-15,1 3-2 0,1-1-1 0,0 0-2 16,-1 1-8-16,1 1 4 0,-2 0-14 0,2 3 16 16,-2-1-5-16,-1 2 7 0,-1 0-7 0,0 2-5 15,0 3 9-15,2 1-6 0,0 3 9 0,2-2-10 16,0 12 1-16,-1-2-3 0,5-1-4 0,1 3-1 0,-2-2-3 15,3 1 1-15,1 1-5 0,-9-3 4 0,3-1-2 16,3-2 3-16,1 2-7 0,4-4-9 0,0-1-5 16,0-3-4-16,0-3-38 0,2-1-22 0,0 1-15 15,9 5-14-15,9 3-171 0</inkml:trace>
  <inkml:trace contextRef="#ctx1" brushRef="#br0" timeOffset="49321.16">32697 7601 669 0,'-2'0'234'0,"0"0"-305"0,-5 0 270 0,1 0-145 16,3 0-20-16,-1 0 34 0,0 0 1 0,1 0 9 0,-1 0-6 15,0 0-37-15,2 0 5 0,0 0-15 0,1 0 1 16,1 0-11-16,0 0-1 0,1-2-3 0,1 0 4 16,2 0-6-16,13-5 2 0,5-3-4 0,4-1-5 0,7-2 9 15,-3 0-7-15,0 2 6 0,-4 0-9 0,-4 0 0 16,2-2 7-16,-3 2-5 0,-3 0 2 0,-5 1 4 15,-2 1-7-15,-3 5 7 0,-4-5-8 0,-1 0 8 16,7-2-5-16,-7 3 4 0,1 1-8 0,0-1 6 16,-2 3-2-16,-2 1 4 0,0 0-1 0,0 1 2 15,0-1 2-15,0 0-1 0,-2 2-9 0,0 0 5 16,0 1-4-16,0-1 4 0,0 2-9 0,-11 0 3 16,4 2-2-16,-4 3 3 0,2 3 5 0,-2-5-7 0,0 18 2 15,5-1-4-15,-3-1 8 0,9 1-4 0,-1-1 1 16,-10-1-2-16,3-1-1 0,5-2 3 0,1 2-2 15,4-6 1-15,0 2-6 0,2-6 1 0,2 1 0 16,-1-5-1-16,3 1-3 0,14 7-16 0,6-3-1 0,4-7-6 16,0-2-16-16,1-7-73 0,1-5-56 15,0-2-33-15,-1-1-431 0</inkml:trace>
  <inkml:trace contextRef="#ctx1" brushRef="#br0" timeOffset="49765.18">33273 5601 596 0,'0'-2'62'0,"0"0"113"0,-2 0-137 0,0 1-2 0,0-1 4 16,2 0 1-16,0 0 25 0,0 0-23 0,0 0 9 15,0 0-12-15,0 2 7 0,0 0-13 0,0 2-1 0,0 9-2 16,4 28 3-16,1 12-14 0,5 4 1 0,-1 8-5 15,2 10 3-15,6 12 3 0,-2 10 6 0,3 3-3 16,3 3-1-16,-1-9 1 0,-1-4-4 0,-3-5 5 16,-1 1 3-16,-4 3 13 0,2 6-5 0,-3 2 8 15,-7-3-6-15,-3-6-19 0,-7-6 7 0,-8-13-13 16,-3-6-3-16,-8-5-4 0,22-3-3 0,-31-1 1 16,-4 0-2-16,3 2-32 0,-4 0-12 0,-3 0-17 15,0 2-117-15,2 9-210 0</inkml:trace>
  <inkml:trace contextRef="#ctx1" brushRef="#br0" timeOffset="52322.21">31533 1761 128 0,'0'0'24'0,"0"0"9"0,0-2 28 0,-2 1 9 0,0-1-12 16,0 0-14-16,1 0-10 0,-1 0-7 0,0 0 4 15,0 0-17-15,0-1 25 0,0-1-11 0,0 0 14 16,1 1-14-16,-3-1 14 0,2 4-2 0,-9-6 4 16,0 1-16-16,-4 1-3 0,0 0-6 0,0 2 3 15,-5 1-5-15,-1-1-3 0,-3 0 4 0,-2-15-5 16,-2 4-5-16,-1 4-8 0,-8 1 1 0,-2 5-1 15,0-1 1-15,-2 2 2 0,2 0 2 0,0 0 0 16,0 1-3-16,2-1 0 0,3 0-2 0,1 0 1 0,-1 0 0 16,3-1 12-16,-5-1-6 0,5 0 8 0,-6-1-2 15,3-1 1-15,-1 0-4 0,-2-1 2 0,4 0-4 0,-8-1-3 16,2 1 8-16,-6-3-7 0,2 3 2 0,-1 0 3 16,-1-1-10-16,3 1 8 0,-3-1-3 0,0 1-9 15,-1-1 9-15,-2 3-9 0,0-1 8 0,-4 3-7 16,-4-3 3-16,-7 0-4 0,0 1 8 0,-10-1-3 15,1-1-5-15,5-1 3 0,2-1 0 0,7 0 1 16,3 0 3-16,5 1-2 0,-1-1 0 0,5 0 0 16,-4-3-2-16,-2 1 1 0,-4 2-8 0,-3 0 9 0,3-2-2 15,-3-2 5-15,3 1-4 0,2 1 0 0,2 0 3 16,6 2-2-16,1 0-1 0,2-1 5 0,1 1-5 16,-3-2 4-16,1 2-4 0,-1-1 0 0,-3 1 0 15,-4 2 0-15,-6-1-1 0,-5 1 0 0,4 1 1 16,-3 1 1-16,1 1 2 0,4-2 1 0,3 1-2 0,2-1 0 15,3-1-8-15,5 3 5 0,-3 0 0 0,1 1 1 16,0-1 0-16,-3 0 1 0,-3-1-2 0,-3-1 1 16,1 2-2-16,0 1 4 0,0-1-3 0,4 0 6 15,2 0 3-15,1 3-7 0,3-1 6 0,1 2-8 16,-2 0-3-16,3 0 7 0,-3 3-6 0,1 1 8 16,-5 2-4-16,1-1-7 0,-9 3 6 0,-3-3-4 0,-5 1 10 15,-2 1-9-15,6 1 3 0,0 3-5 0,7-2 5 16,0 0 3-16,0 1-7 0,2-1 4 0,0 0-4 15,0 1 4-15,-5 1 4 0,-6-4-1 0,-2 1-2 0,-4-1-1 16,4 0 0-16,4-1 0 0,-1 0 8 0,7 1-8 16,1-3 4-16,2-1-4 0,2 3 1 0,1 0 3 15,-3-1-5-15,-3 1 5 0,-3-1 0 0,-1 1-5 16,1-1 6-16,1 3-5 0,3-3 9 0,0 1-5 16,0 0 3-16,4-1-3 0,4 1 4 0,3-1-3 15,4 1-3-15,2 1 1 0,-2 1 0 0,2 1 1 16,-1 0 0-16,-4 1 0 0,-3 1 0 0,-3 2-2 15,-2 0-2-15,0 0 0 0,-2 2-5 0,0-2 4 16,3 0-1-16,-1 0 2 0,6-2 4 0,-1 2-6 0,1 0 2 16,1 0-4-16,0 2-4 0,4-1 13 0,-2 1-6 15,0 4 10-15,-3-1-9 0,-1 3-5 0,-1-1 4 16,-4 2-5-16,0 1 5 0,-2 3 0 0,3-2 2 16,-3-19-2-16,2 29-7 0,2-4 6 0,-2 5-1 0,3 4 4 15,3-4 0-15,-1 6-2 0,1-4-1 0,1-3 0 16,-1 1-4-16,-5 4 3 0,-1-4 2 0,-6-3 2 15,4-1 1-15,-5-3-1 0,3 2-5 0,6-2 3 16,-1-1 0-16,9 1-1 0,-3 2 3 0,2 2-3 16,2 1 2-16,0 0-1 0,-2 5-5 0,2-1 2 15,0 4-1-15,-3-1 9 0,1 3-5 0,-2 4 4 0,-7-5-4 16,3 5-2-16,1-3 8 0,0-1-7 0,5-2 0 16,-4-2 6-16,4-4-2 0,6-5 6 0,0 1-6 15,5-1 4-15,0 2-5 0,3-1 4 0,2 1-6 0,3 1 4 16,0 2 0-16,0 3-1 0,-3-1-8 0,7 4 8 15,-1-1-3-15,1 3 6 0,-1 3-7 0,1 1-2 16,-1-3 0-16,0-1 2 0,6-2-2 0,0 2 7 16,0-4-4-16,4-2 3 0,-2-2-6 0,5-3 1 15,-14 1 0-15,7-5 0 0,6 0 2 0,1 0 1 16,2-2-1-16,2 0 1 0,2 2-5 0,2-2 8 16,4-1 1-16,3 0 3 0,2-1-10 0,4 0 5 15,-6 2-3-15,17-2 5 0,0 2-1 0,6 0 2 0,-2-2-3 16,5 2 2-16,4 2-6 0,-2 0 1 0,4 2-1 15,5-6 1-15,-1 0 1 0,9 0-1 0,-2 4 1 16,2 0-1-16,9 0 0 0,-4-4-2 0,1-2 3 16,-1 2-2-16,-5-3 1 0,-2-1-1 0,2-1 0 15,1-1 1-15,5 1 2 0,8 1-2 0,7-1-4 0,8-1 2 16,5-1-5-16,-3 0 3 0,-5 1 0 0,-6-1 1 16,-2 1-2-16,-1 3 2 0,5-3 2 0,6 7-1 15,5-3-3-15,4 2 5 0,-2 0-6 0,-5 0 6 16,-6 0 0-16,-8 2-5 0,5 4 4 0,-1 2-7 15,8 1 4-15,5-3 4 0,2-4 3 0,8 2-1 16,-8-6-4-16,0 4 0 0,-2-2-6 0,-7-2 5 16,5 1-4-16,12-7 7 0,5 7-3 0,6-10 3 0,-3 1-1 15,-6-2-2-15,-4-5 3 0,-8 4-3 0,-2 0 3 16,12 0 0-16,3-1 1 0,6-1-1 0,3 2 5 0,-12-2-4 16,-2 1 3-16,-8-1-5 0,0 0-5 0,10 2 8 15,1 1-2-15,1-1 3 0,3 0-11 0,-9 2 9 16,-4-2-3-16,-2 2 5 0,-2 2-5 0,4-2 0 15,14 2 2-15,-1 0 0 0,2-2 0 0,-4-2 5 16,-11 2-6-16,2-4 5 0,0 0-3 0,7-1-1 16,3-1 5-16,10 1-6 0,-1-1-1 0,-6-3 6 15,-4-1-5-15,-13-1 6 0,4 0-5 0,6 2-2 16,-5-2 3-16,14 33-3 0,-2-22 2 0,-9-11 1 0,3-2-2 16,-12-2 2-16,-3-2-1 0,14-1 3 0,-1 1 0 15,3-2 0-15,-1-3-1 0,-7-2 1 0,-2-2-2 16,-3 0 2-16,-3-4-6 0,5 1 3 0,-5-3 3 15,14-3-1-15,-1-1-2 0,-5-1-1 0,0 0 1 16,-17 0 0-16,1-2 7 0,-3-2-3 0,1-2-2 16,3 29-1-16,2-37-5 0,2-4 8 0,-1-5-5 0,-6-6 6 15,-5-3-5-15,-4-2 5 0,-7 1-3 0,1 3 4 16,-1 2-5-16,5 4 3 0,-1 1 3 0,4 3-2 16,0 1-4-16,2 2 1 0,-1-4 0 0,-4 1 1 15,-1-8 3-15,-9-6-3 0,-6-3 2 0,-3-4-3 16,-2 0-1-16,-4 8 1 0,-3-1 0 0,-3 2 0 15,-3 2 5-15,2 1-7 0,-4 2 6 0,2 3-6 0,-1 0 1 16,-1 0 5-16,0-6-5 0,-2-6 4 0,-1-6-4 16,-7-7-1-16,-1-7 6 0,2 0-3 0,0 2 7 15,-8 4-3-15,-3 6 0 0,-5 4 1 0,27 1 10 0,-15 4-7 16,-7-4 3-16,-4-6-3 0,-6-3 1 0,-7-14 2 16,-2 3-2-16,-4-1 2 0,-1 4-8 0,-5 10 7 15,-5 5-3-15,25 5 5 0,-33 5-7 0,-1 1-8 16,-2-2 4-16,-7-5-4 0,-8-4-3 0,-3-2-5 15,-12 0-4-15,-17 2 2 0,-6 6-1 0,-24 1 1 16,0 4 0-16,-9 8-1 0,-7 1-16 0,-11 8-3 16,-22 2-6-16,-15 1 3 0,-13 5 1 0,-19-3-44 15,-11 1-14-15,-14 3-22 0,-21 2-153 0</inkml:trace>
  <inkml:trace contextRef="#ctx1" brushRef="#br0" timeOffset="59290.08">2967 4322 503 0,'0'0'1'15,"0"0"4"-15,-2 0 11 0,1-2 4 0,-1 0 14 16,0 0 3-16,-2 0 6 0,0 0 11 0,1 1-5 16,-1-1 20-16,0 0-30 0,1 0 2 0,-1 0-11 0,0 0 3 15,0 0-9-15,1 1 2 0,1 1-4 16,0 0 6-16,0 0-14 0,0 0 1 0,0 0-6 0,1 0 2 0,-1 1-3 15,0 1 4-15,2 2-5 0,-2 7-5 0,0 13 4 16,2 2-2-16,0 2 3 0,2 9-8 0,0 2 5 16,0 2-6-16,1 4 6 0,3-1-6 0,-2-3 4 15,1 2 0-15,3 0 1 0,-3-8-8 0,3 2 7 16,-1 0 0-16,1-2 2 0,-1 2-7 0,2 4 8 16,1 0-5-16,-1 6 8 0,0-1-8 0,-1 6 2 15,-1 4-2-15,0 5 0 0,-1 6-3 0,-2 2 7 0,1-3 0 16,-1 3 2-16,-2-4-9 0,0 2 5 0,0-4-3 15,-1 0 4-15,1 4 1 0,0 2-2 0,0 7 3 16,-2 0-3-16,0 2 5 0,0-2-8 0,0-5 4 16,2-6-4-16,-2-6 1 0,0-7 13 0,0-6-2 0,0-1 7 15,0-4 6-15,0-2-8 0,0 0 5 0,0 0-6 16,2-4-1-16,-2 0 1 0,2 4-9 0,-1-7 7 16,1 3-11-16,0 0 8 0,0-7 0 0,-2-2 2 15,2-2-1-15,0-3-2 0,0-1-1 0,-1-1 0 16,1 1-8-16,-2-12 1 0,0 1-1 0,0-2 0 15,0-5-12-15,0 0-27 0,0 2-7 0,2 0-11 16,0-3-54-16,0 1-89 0,0-2-92 0</inkml:trace>
  <inkml:trace contextRef="#ctx1" brushRef="#br0" timeOffset="61130.38">3136 4108 377 0,'0'-2'32'15,"-2"1"57"-15,1-1-72 0,-1-2 2 0,2 2 4 0,-6-9 1 16,2 4 19-16,1-3 9 0,1 5-7 0,-2-3 6 16,0 1-17-16,3 1-3 0,-1 1-5 0,0 1 1 15,-2-2-11-15,4 5-2 0,0-1 1 0,-4-6-4 16,3 5-8-16,-1-1 11 0,0 0 1 0,0 0 3 16,0 1 0-16,0-1-11 0,0 0 0 0,2 2-1 0,0 1 6 15,0-1 5-15,0 0-6 0,0 0 4 0,0 0-8 16,0 2 1-16,0 0 1 0,2 0-2 0,0 0-1 0,0 0 13 15,0 0-4-15,2 0 6 0,3 0-8 0,15-5-1 16,4-1-2-16,4-1 0 0,5-1-5 0,6 3-6 16,6 1 0-16,5 2-3 0,5 0 4 0,6 2 2 15,4 0 1-15,-4 2-1 0,-5 0-1 0,-1 0 3 16,-8-2-1-16,1 0 1 0,4 0-10 0,-1 0 4 16,3-4 2-16,5 0 2 0,-1 1 6 0,10-3-10 15,-1 0 0-15,2 1-2 0,-3-3 11 0,-6-3-5 16,-7-2 4-16,-5 0-5 0,2-2-1 0,-3-1 6 15,4 1-6-15,5 0 4 0,1 0-11 0,10 6 7 16,-4 1 0-16,-2-1 3 0,0 4 3 0,-7 1-6 0,-2 2 4 16,0 2-4-16,-11 0 2 0,-5 2 0 0,-4 0-3 15,-3 1 1-15,1 1-10 0,-4 0 11 0,2 1-1 16,-4-1 4-16,0 0-6 0,-4-2 7 0,2 0-7 16,0-1 8-16,-2-1-6 0,8 0 0 0,2 0 4 0,-3-3-3 15,7-1-1-15,-5-2-1 0,-1-1 1 0,9 0 0 16,-6 1 0-16,3 0 1 0,-7 1-2 0,-1-1 2 15,0 1-3-15,-4 1 4 0,0 0-4 0,-5 2 3 16,-2 2 0-16,1 0 0 0,-3 0 4 0,2 0-4 16,-1 0-3-16,-3 0 2 0,0 0-1 0,0 0 1 15,0 0 3-15,-3 0-4 0,1 0 4 0,-6 0-4 0,5 0 4 16,-5 0-1-16,3 0-1 0,-1-1 1 0,-1 1-2 16,-1-2-1-16,-1 2 2 0,0 0-1 0,-1 0 8 0,1 0-6 15,0-2 0-15,0 0-2 0,-1 0-1 0,1 2 1 16,0 0 0-16,-1 0 1 0,1 0 1 0,0 0-1 15,0 0-1-15,-3 2 1 0,1 0 4 0,0 0-2 16,0 0 5-16,0-1-6 0,0 1-2 0,0 0 0 16,-1 0 0-16,1 2 0 0,0-1 10 0,0 1-10 15,-2 0 5-15,2 3-5 0,2 6 8 0,-3-2-2 16,1-1-5-16,2 6 3 0,-2 1-3 0,0 4 0 16,0 1 2-16,-1 2-3 0,1-2-4 0,0-1 8 15,0 1-1-15,0-2 2 0,0 3-5 0,0 1 1 0,-1 0-3 16,1 2 3-16,0 0 0 0,2 4 1 0,0 1-1 15,-1-1 1-15,3 3-3 0,-1 3-1 0,-1-1 0 16,2 4 1-16,1 4 6 0,-1-1-3 0,-1-1 3 16,1 0-5-16,1-4-2 0,1-2 2 0,1 8-1 15,0-2 1-15,1 0-4 0,-1 3 7 0,-2-5-3 0,-1-2 3 16,-2 1-3-16,-1-3-3 0,3 0 6 0,1 2-6 16,-1 2 6-16,-1 0-2 0,-1 2-2 0,2 2 1 15,-1 0 1-15,1 1-1 0,-1-3 2 0,1 2-2 16,3 1 0-16,0 3 2 0,1-1-2 0,-1 0 0 15,-2-1-7-15,1 0 10 0,-1-3-1 0,-1 1 4 16,1 2-6-16,-3-3-2 0,2 1-1 0,1 0-1 16,-1-2 4-16,-1 1 0 0,-1-1 1 0,1 0 0 0,1 2-1 15,-2 1-1-15,1 1 0 0,3-1 0 0,-3-1 6 16,1 0-6-16,1-4 5 0,1-2-5 0,-1 0 4 0,-1-4 0 16,-1-1-2-16,1-6 0 0,1 2-4 0,1-2 2 15,-1 0 1-15,-1 0 0 0,1 0-2 0,-1 2 4 16,-1-2-3-16,3 2 3 0,-1-1-5 0,1 3 4 15,1-2-2-15,0 2 2 0,-1-1-1 0,-3 1-6 16,1 0 7-16,-3 1-5 0,1-1 1 0,0-2 0 16,-2-2-3-16,0-4 5 0,-2-5 4 0,0 1 3 15,0-3-3-15,0 0 1 0,0 0-11 0,0-8 6 16,0-1 1-16,0-2 2 0,0-2 6 0,0 1-9 0,0 1 5 16,0 0-4-16,0-1 4 0,0 1 4 0,0-2-4 15,0 0 4-15,0 0-6 0,0 0 0 0,0-1-4 16,0 1 2-16,0 0-4 0,-2 0 6 0,0 0-2 15,0 0 3-15,0 0-3 0,0-1-2 0,0 1 2 0,1 0 0 16,-1 0 8-16,-2 0-11 0,0 0 5 0,1 0-7 16,-1-1 5-16,-9 5 4 0,0 0-3 0,-2 1 5 15,2-1-5-15,-2-1-1 0,-3 3 0 0,3-5 0 16,-13 5-2-16,-4-3 2 0,-1 1 0 0,-8 1 2 16,6 3 4-16,0-1-6 0,-1 2 5 0,3 0-5 15,-1 0 3-15,5-1 7 0,1-3-3 0,0 0 5 0,2 1-2 16,4-1 1-16,-2-1-2 0,5-1 2 0,-1 1 0 15,1-2-7-15,2-1 2 0,-1 1-4 0,1 0-1 16,-3-1 6-16,-1 1-4 0,-3 0 4 0,-6 0-7 16,-1-3 0-16,-1 1 3 0,-3 0-1 0,-4 0 1 0,-6 0 0 15,-5 0-1-15,0-2 2 0,0 0 2 0,2 0 7 16,-1 0-4-16,1 0 5 0,0 0-1 0,1 0 1 16,1 2 6-16,-2-1-5 0,-4 3 3 0,-6 0 1 15,3 1-6-15,-9-1 4 0,3 2-8 0,-6-1 5 16,4 1-2-16,7-2 3 0,1-1 2 0,10-1-10 15,1 0 7-15,3 0-8 0,2 0 7 0,4 0-9 16,-4-1-3-16,3 1 0 0,-3-2-2 0,0 0 6 16,-2 0 0-16,-1 0 3 0,1-3-2 0,-4-1 3 0,4 0-1 15,1-1 2-15,-3-3 5 0,4 1-10 0,5-1 5 16,-1-1-6-16,0-2 10 0,3 2-5 0,-1-3 2 16,3 3-3-16,2 0 6 0,-3-2-9 0,1 2 3 15,0-1-4-15,-1-1 5 0,3 2-4 0,-9-2 5 16,7 1-5-16,-3-1 4 0,3 2-3 0,0 0 1 0,-7-2-1 15,0 1 1-15,0 1-3 0,2 2-1 0,5-1 1 16,2 3 0-16,0-1-2 0,6 0 0 0,0 3 0 16,-1-1 2-16,5 2-2 0,-4 0-4 0,5 0 2 15,0 1 0-15,4-1 2 0,0 0 0 0,0 0 0 16,2 2-2-16,0 0-2 0,2 0 2 0,-1 0-1 16,3 0 5-16,-1 0-4 0,1 0 3 0,0 0-3 0,3 0 1 15,-2 0 5-15,1 0-3 0,3 0 2 0,-2 0-11 16,0 0 6-16,1 0 0 0,-1 0 5 0,0 0 6 15,1 0-8-15,-1 0 2 0,0 0-5 0,0 0 0 0,1 0 0 16,-1 0 2-16,0 0 0 0,1 0 2 0,-1 0-1 16,0 0-3-16,0 0-1 0,1 0-5 0,-1 0 8 15,2 0-2-15,0 0 2 0,0 2-8 0,1 0 6 16,-1 0-3-16,0-1 3 0,0 1-10 0,0 0-38 16,0 0-8-16,0 0-16 0,1 0-79 0,1 0-323 15</inkml:trace>
  <inkml:trace contextRef="#ctx1" brushRef="#br0" timeOffset="63055.75">1560 4843 184 0,'0'0'0'0,"-2"0"13"0,0 0 127 0,0-1-39 16,0-1 14-16,1 0-56 0,-3 0 4 0,0 2-7 15,-3-2 0-15,-6 0-2 0,3 2-14 0,1 0 0 16,-4 0-5-16,4 0 3 0,0 0-5 0,-4 0-7 16,0 0 1-16,7 0-4 0,2 0-2 0,1 0-6 15,-5 0 3-15,1 0-5 0,-4 0 1 0,5 0 10 0,4 0-11 16,-1 0 10-16,-1 2-12 0,0-2 2 0,0 2 0 15,3-2-1-15,-1 0-9 0,0 2 1 0,0 0 3 16,0 0 0-16,0-1-1 0,0 1-2 0,1 0-4 0,1 0 1 16,0 0-2-16,0 0 3 0,1 0 2 0,3-1 0 15,15 5-4-15,3-2 3 0,2-1-3 0,0-1 2 16,0 0-1-16,4 0 2 0,-2-2-3 0,4 2 1 16,-2-2-1-16,3 0-5 0,3 0 5 0,1 0-4 15,2 0 6-15,2 0 2 0,4 0 0 0,5 0 0 16,4-2-4-16,4 0 0 0,-2 2 0 0,-8 0 0 15,6 0-1-15,-2-2 4 0,0-1-3 0,4-1 4 16,-6 0-7-16,-1-1 6 0,3 1-5 0,0 0 4 0,2 0-7 16,-2 3 2-16,-1 1 4 0,-5 0-1 0,-1 0 6 15,-4-2-7-15,-10 0 3 0,3 0-3 0,-8 2 1 0,-2-2 5 16,1 0-3-16,-8 0 3 0,3 1-3 0,-7-1 4 16,0 0-3-16,-5 2 5 0,1-2 10 0,-1 0 10 15,0 0-3-15,-3 2 3 0,1-2-16 0,0 1-4 16,-1-1 5-16,-1 0-5 0,0 0-2 0,0 0-16 15,0 0-5-15,0 1-7 0,-2 1-58 0,0 0-194 16</inkml:trace>
  <inkml:trace contextRef="#ctx1" brushRef="#br0" timeOffset="63616.56">1549 6698 36 0,'0'0'25'0,"0"0"25"16,0 0 24-16,0 0 9 0,-2 0 9 0,0 2-12 16,0-2-3-16,0 0-4 0,0 0-8 0,1 0-4 15,-1 0 1-15,-2 0-3 0,2 0 0 0,-7 0-8 16,1 0 0-16,-1 0-5 0,0 0-5 0,5 0-1 15,1 0 0-15,-3 0-1 0,-3 0-7 0,1 0-7 16,1 0-2-16,5 0-3 0,0 0-12 0,-2 0-1 0,1 0 1 16,1 2-1-16,0 0 0 0,2 0 3 0,0 0-3 15,2 0 2-15,0-1 2 0,1 1-9 0,14 6 2 16,9 1-4-16,4-2 9 0,5-1-3 0,8-2 3 16,5-4-4-16,10-2 3 0,12-4 2 0,6-3-2 0,13-6 0 15,-3 2-3-15,-1-2-1 0,-5 0-1 0,-13 4-1 16,3 2-2-16,-8 2-5 0,5 1 5 0,-4 2-2 15,4 2 7-15,-2 2-5 0,-8 0 1 0,-5 2-1 16,-9 2 4-16,-2-2-3 0,-8 0-1 0,-3 0-1 16,-1-1 5-16,-8-1-3 0,-3 0 5 0,-3 0-5 15,-5 0 3-15,-3 0-4 0,0 0 0 0,-3 0-3 16,0 0 1-16,0 0-4 0,-3 0-6 0,1 0-8 0,0 0-109 16</inkml:trace>
  <inkml:trace contextRef="#ctx1" brushRef="#br0" timeOffset="65166.01">6361 4513 196 0,'0'0'31'16,"0"0"39"-16,-1 0-29 0,-1 0 14 0,0-2-4 15,0 0 10-15,0 2 7 0,0 0 2 0,0 0-3 0,1-2 0 16,-1 1-24-16,-2-1-4 0,2 0-5 0,0 0 2 15,0 2-5-15,1 0-7 0,-1 0-2 0,0 0-2 16,0 0 1-16,0 0 4 0,0 0-2 0,0 0 0 16,1-2-8-16,-1 2 10 0,0-2-5 0,0 2 5 15,0 0-8-15,0 0 9 0,-1-2 0 0,1 2 2 16,-2 0-7-16,2 0-7 0,0 0 4 0,0 0-4 0,1 0 12 16,-1 0-9-16,0 0 1 0,0 0-4 0,0 0-4 15,0 0-2-15,0 0 2 0,1 0-3 0,-1 0-5 16,0 0 6-16,0 0-6 0,2 0 6 0,0 0-4 0,0 0 0 15,2 0-3-15,0-1 1 0,1 1-7 0,9-2 5 16,14 0 0-16,3-2 0 0,8 0 3 0,12 3-2 16,3-3 4-16,5-2-4 0,-1 1 3 0,3-3-6 15,1 1 2-15,1-4-4 0,2 1-1 0,-2-3 10 16,3 2-4-16,1 2 6 0,3 3-11 0,-1 3 7 16,7 1-4-16,-5 2 5 0,-6 0-4 0,2 2-5 15,-11 1 5-15,-4 1-3 0,-5 0 6 0,-10 1-1 16,-3-1-1-16,-5 0 1 0,-1 0-2 0,-1-3 6 0,-3 1-5 15,-2-2 7-15,-1 0-8 0,3 0-1 0,-1 0 4 16,-1-2-3-16,-3 1 9 0,-1-3 0 0,1 0 1 16,2-1 1-16,1-1 7 0,-3 0-14 0,3 1 2 15,-7 1-5-15,8-1 1 0,-7 1 0 0,-2 0-2 0,4-1 0 16,-12 5-8-16,13-6 8 0,-4 2 2 0,-4 2 1 16,4-1 0-16,-7 1 2 0,-1 0-5 0,4 0 5 15,4-2-5-15,-5 3 0 0,1-1-2 0,0 0 2 16,-3 0 0-16,5-2 3 0,-5 2-4 0,-3 2 3 15,-1 0-2-15,0 0-3 0,2-1 9 0,0-1-8 16,-1 0 7-16,1 0-1 0,-2 0-4 0,0 0 2 16,0-1 0-16,-1-1 0 0,1 0 0 0,-2 0 0 0,0 1 7 15,0-1-9-15,-2 0 7 0,1 1-7 0,-1 1 2 16,0 0 4-16,-2 0-6 0,2 2 7 0,-7-4-2 16,-2 2 5-16,-4 1 1 0,2 1 0 0,-6 3-5 0,6 3-2 15,4 1 0-15,0 4 0 0,3 15 0 0,1 2-7 16,1-5 3-16,2 4-3 0,-2-2-1 0,-10-5 5 15,2 6-5-15,7-9 5 0,3-1-2 0,2-1 2 16,0-7 0-16,2 3 2 0,2-2 1 0,-3-5 1 16,3 0-1-16,13 7 2 0,-8-6 2 0,4 1 3 15,2-2 3-15,0-4-2 0,5-2 0 0,-1-2-3 16,-4-2-1-16,-2-1-1 0,0-2 4 0,-2 3-7 16,-2-12 3-16,-7 3-3 0,4 2 6 0,-5 2-8 0,11-6 6 15,-7 6-7-15,-1-2 7 0,-2 2-7 0,-2 3 3 16,-2 1-3-16,-4-3 3 0,4 7-2 0,-14-1-2 15,-12 2-1-15,0-16-12 0,2 8-62 0,-7 5-11 16,5 5-24-16,4 3-86 0,-2 7-329 0</inkml:trace>
  <inkml:trace contextRef="#ctx1" brushRef="#br0" timeOffset="65808.08">6701 6398 525 0,'0'0'35'0,"-2"0"-5"0,0 0 21 0,1 0 8 0,-1 0-8 15,-2 0 20-15,2 0 5 0,-5 0-1 0,-6 0 1 16,3 0-1-16,3 0 8 0,1 0-4 0,5 0 0 16,-3 0-41-16,2 0-5 0,-2 0-12 0,2 0 5 15,-1 0-23-15,-1 0 6 0,2 0-1 0,0 0 3 16,2 0 5-16,0 0-7 0,2 0 7 0,0 0-9 0,9 1-1 16,26 5 4-16,4-2-6 0,4-2 6 0,-3-1-2 15,5-1-3-15,-1 0 0 0,8-3-2 0,4-5-1 16,9-1 3-16,7-2-2 0,11 0 1 0,1-6-5 15,1 0 1-15,0 1 3 0,-9-1 0 0,-4 4 1 0,-9 2-6 16,-1 1 4-16,-7 5-2 0,1-1 5 0,-8 3 0 16,2 1-5-16,-4 2 4 0,-9-2 0 0,-6 2-4 15,-7 0 4-15,-7 0-4 0,3 2-1 0,1 1 2 16,-10-1-1-16,1 0 2 0,3 2 9 0,-9-4 14 16,-1 0-3-16,0 0 6 0,-1 0-5 0,0 0-11 15,-1 0 1-15,1 2-5 0,1 0 4 0,-1-1-9 16,-1 1 1-16,-3-2-3 0,0 0 6 0,2 2-8 0,-1-2 6 15,3 2-7-15,-2 0-3 0,-1 0-2 0,3 0-7 16,-2-1-1-16,-2-1-57 0,-1 0-116 0,5 4-21 16,-2-2-52-16,3 4-295 0</inkml:trace>
  <inkml:trace contextRef="#ctx1" brushRef="#br0" timeOffset="66211.19">8571 6126 830 0,'-2'0'34'0,"0"0"55"0,0 0-48 15,0-1 36-15,-1-1-6 0,-1 0 17 0,0 0-1 16,2 2-25-16,-7-2 2 0,4 0-13 0,-1 0-26 16,2 2-1-16,2 0-5 0,-1 0 4 0,-1 0 2 0,0 0-11 15,-1 4 7-15,1 13-8 0,-2 11 8 0,3-6-7 16,1 0 4-16,-17 6-4 0,8-4 3 0,4-1-3 15,3-3-2-15,2-1 1 0,2-5-3 0,0 3-5 16,2-2 0-16,0-4-1 0,2 0 5 0,-1-3 5 16,-1-5-3-16,2 3 2 0,5 1-9 0,4 1 1 15,2-1-1-15,0-3 1 0,3 0 0 0,-1-4-1 16,0 0 5-16,1-2-4 0,1-4 12 0,-2-1 0 16,-4-1-2-16,2-1 1 0,-2 0-10 0,0 3 6 0,-4-9-3 15,-2 2 4-15,1 2-2 0,-6-2 4 0,1 4 2 16,3 2 1-16,1-5 19 0,-5 7-2 0,0-3-1 15,-2 1-4-15,0 1-19 0,-2 3-4 0,-2-3 0 16,-18 2-1-16,-8 1 0 0,-1-1-2 0,-3-15 1 16,5 10-2-16,1 4 2 0,2 3-15 0,2 2 4 0,3 0-10 15,1 2-16-15,1 1-101 0,5-1-20 0,2 0-39 16,5 0-185-16</inkml:trace>
  <inkml:trace contextRef="#ctx1" brushRef="#br0" timeOffset="67170.23">1146 4847 324 0,'0'0'50'0,"0"0"-3"0,0-2 20 0,0 0 1 15,0 1-11-15,0-1 3 0,0-2-9 0,0 0 1 16,0 2-4-16,-2-3 1 0,0-1 0 0,0 3 3 16,0-1-3-16,1 0-7 0,-1 2-10 0,0 1-7 15,0-1 1-15,0 2-15 0,0 0 4 0,0 2-1 0,1 1 2 16,-3 5 1-16,-4 18 5 0,3-4 2 0,1 0 1 15,4-3 8-15,0-3 11 0,2-1-2 0,2-4 4 16,-1-3-4-16,1-3-9 0,-4-3 1 0,13 8-3 16,8 1 7-16,1-4-5 0,0-5 3 0,-1-2-4 15,-1-4 0-15,4-5-15 0,0-4 4 0,4 11-7 16,-2-22 7-16,0 0-9 0,-4 0 0 0,-3 0-3 16,-8-1-5-16,-5 1 4 0,-1 2-3 0,8 4 3 0,-3 3 5 15,-3 0 4-15,-5 6 4 0,-2-1-1 0,0-1-1 16,0 7-15-16,-2 1 4 0,-2 1-6 0,-22-11-1 0,-2 7-39 15,-3 6-9-15,3 8-13 0,-7 3-50 0,3 4-56 16,4 1-20-16,0-4-29 0,1 21-225 0</inkml:trace>
  <inkml:trace contextRef="#ctx1" brushRef="#br0" timeOffset="67652.37">1187 6724 482 0,'0'0'76'0,"0"0"-73"0,0-2 85 0,0 1-35 0,0-1 1 16,0-2 27-16,-2 0-3 0,2-1 9 0,-2-4-12 15,2 7-13-15,-2-4 1 0,0 2-4 0,0 1-1 0,1-1-9 16,-1 0-3-16,0 2-3 0,0 1-15 0,0 1 0 16,0 0-1-16,-1 1-1 0,1 1-12 0,-2 2-3 15,-5 15-1-15,-2 5 0 0,3 2 7 0,3-2-3 16,1-2 5-16,4 0-3 0,0-3 6 0,2-2 1 15,1-3-8-15,1-4 5 0,2-1-4 0,-1-3 2 16,18-5 3-16,3 16-3 0,3-6-1 0,-3-9-12 16,8-2 8-16,-5-7-10 0,1-6 6 0,4-6 0 15,-10 17 2-15,-2-24-1 0,0 2 3 0,-7 0-6 16,4 5-4-16,-12 5 2 0,1-1 5 0,-3 2-6 16,-3 2 1-16,7-1-3 0,-3 1 0 0,-3 0-7 0,-1 2 2 15,0-2-5-15,-2 2-10 0,0 1-108 0,-4-1-48 16,-1 0-56-16,-1 1-481 0</inkml:trace>
  <inkml:trace contextRef="#ctx1" brushRef="#br0" timeOffset="68296.73">971 4366 490 0,'0'0'36'0,"0"0"-3"0,0 0 35 0,0-2 3 15,0 1-1-15,0-1 16 0,-2 0-3 0,1 0 4 0,-1 0-3 16,0 0 0-16,0 0-14 0,0 1-5 0,0-1-2 16,0 0-14-16,1 0-14 0,-1 0-2 0,0 0-6 15,2 0-13-15,0 1-8 0,0-1 7 0,0 2-6 16,2 0 14-16,0 0-4 0,7 0-4 0,22-4 0 16,3 2-2-16,1 0-8 0,8 0 9 0,-4 1-8 15,4-1 13-15,3 0-13 0,-1 0 4 0,-3 2-7 16,-6 0 1-16,-1 0 3 0,-9 0-2 0,-6 0 3 15,6 0-10-15,-3 0 3 0,-3 0-8 0,-2 0 6 0,-1 0-23 16,-2 0-93-16,0 0-27 0,-2 0-35 0,-4 0-194 16</inkml:trace>
  <inkml:trace contextRef="#ctx1" brushRef="#br0" timeOffset="68543.39">1564 4162 400 0,'0'0'296'0,"0"0"-401"15,0 0 356-15,0 0-198 0,0-2-16 0,0 0 7 16,0 1-8-16,0-1 9 0,0 2 2 0,0 0-12 0,0 0 2 16,1 0-8-16,1 0-4 0,0 0-3 0,2 0 1 15,5 0-2-15,6 2 6 0,0 1 1 0,0 1 3 16,-6 0-3-16,4 1 1 0,-4 1 11 0,1-1-2 16,1 5 6-16,-6-9-2 0,1 11-11 0,-2-1 0 15,5 2-5-15,-2 0 8 0,-1 2-19 0,-4-1 6 0,-2 3-11 16,-4 2 4-16,-2-3-13 0,-7 7 1 0,0-3-7 15,8 1-11-15,-14-5-54 0,1-1 3 0,-1-2-20 16,4 0 12-16,6-4-112 0,2 1-6 0</inkml:trace>
  <inkml:trace contextRef="#ctx1" brushRef="#br0" timeOffset="69072.75">1371 3622 195 0,'0'-2'64'0,"0"0"89"15,0-2-83-15,0-9-16 0,0-7 2 0,0-2-4 16,0 3 23-16,0 2-1 0,0 3 3 0,0 1-3 0,0 0-7 16,0 3-15-16,-2 1 1 0,2 2-4 0,0 3 0 15,0 0-9-15,0 2-1 0,0 0-1 0,-2-1-2 0,0-1 3 16,0 0-8-16,0 2 5 0,0 1-13 0,1 1 4 16,-1 0-1-16,2 1 0 0,0 3-9 0,-2 20-9 15,0 4 1-15,2 4-4 0,0-3 6 0,0 3-7 16,2-2 2-16,0-1-5 0,1 1 0 0,3-8 2 15,1-1 1-15,-1-8-1 0,0-4-2 0,-3-2 0 16,10 1-1-16,2-1 0 0,0-3 3 0,0-2-23 16,2 9-2-16,-4-4-13 0,-2-3-48 0,0-2-8 15,-2-2-8-15,4-2 2 0,-2-2-29 0</inkml:trace>
  <inkml:trace contextRef="#ctx1" brushRef="#br0" timeOffset="69255.45">1562 3267 944 0,'0'0'26'0,"-2"0"33"15,0 0-9-15,0 0-9 0,0 0-3 0,0 0-4 16,1 0-28-16,-1 2 2 0,0 0-6 0,0 0 3 16,2 0-22-16,-4 16-14 0,2 3-27 0,2 1 0 0,2 0-131 15</inkml:trace>
  <inkml:trace contextRef="#ctx1" brushRef="#br0" timeOffset="69567.03">1777 3494 547 0,'0'0'43'0,"0"0"-5"0,0 0 28 16,-2 0 10-16,0 0-12 0,1 0 7 0,-1 2-18 16,0-1-4-16,0 3-5 0,-2 2-22 0,-7 12-8 15,0 4-3-15,2 1-1 0,1-3-7 0,3-1 5 16,1-1 4-16,2-3 1 0,2-4 15 0,0-5 6 15,0 1-7-15,0-3 5 0,0 2-16 0,0-3 1 0,0-1 4 16,4 2-2-16,3 1-3 0,6 1-12 0,6 0 0 16,-4-5-2-16,5-1 11 0,2 0-5 0,-3 0 0 15,1 0-3-15,-3 0 0 0,0 0 5 0,3 2 4 16,-1 4-1-16,-2-1 9 0,1 3 4 0,-7-3-2 16,0 1 3-16,-3 0 2 0,-4-5-4 0,-1 5 6 0,5 5-4 15,-5-2 16-15,1 1-6 0,-2 1-5 0,-2 0 0 16,-2-2-12-16,-5 2-13 0,-1 1 4 0,-20-3-7 15,4 4-1-15,-2-6-3 0,-2 4 2 0,4-3-3 16,0-4-5-16,6 3-55 0,1-1-24 0,0 1-19 16,4 2-174-16</inkml:trace>
  <inkml:trace contextRef="#ctx1" brushRef="#br0" timeOffset="70238.31">856 5308 747 0,'0'0'115'0,"-2"0"-118"15,1 0 124-15,-1 0-55 0,0 0-8 0,-2 0 16 16,0 0-2-16,1 0 4 0,-1 0-9 0,2 0-30 15,0 0 3-15,0 2-14 0,1-1-9 0,-1 1-6 16,2 0-4-16,0 0 1 0,2 0-10 0,-1 0 2 16,3 0 5-16,5-1-4 0,12 5-3 0,-1-2 0 15,1-1-9-15,-3-1 7 0,1-2-24 0,-3 0-24 16,1 0-2-16,2 0-7 0,-3 0-6 0,1 0-51 0,-4 0-60 16</inkml:trace>
  <inkml:trace contextRef="#ctx1" brushRef="#br0" timeOffset="70424.25">995 5105 891 0,'0'0'29'16,"0"0"1"-16,0 0 12 0,-1 0-6 0,-1 2-1 16,0 0 5-16,0 2 1 0,-4 16-2 0,-1 10 0 15,1-2-17-15,1 3-12 0,-1 5-2 0,1-1-4 0,1 0-7 16,2 0 2-16,0-1-5 0,2-1 3 0,2 2-20 15,0-1-88-15,2-3-11 0,1-1-43 0,1-2-190 16</inkml:trace>
  <inkml:trace contextRef="#ctx1" brushRef="#br0" timeOffset="70721.7">754 6626 424 0,'0'0'36'0,"0"0"67"15,0 0-66-15,0 0 43 0,0 0-1 0,0 0 15 16,0 0-3-16,0 0-13 0,0 0-6 0,2 0-1 15,0 0-23-15,0 0-14 0,1 0 4 0,1 0-8 16,7 0-5-16,6 0-3 0,3 0-11 0,3-2 5 16,-3 0-13-16,2-1-3 0,1-1-3 0,-5 0-3 0,3 0-25 15,-5 1-50-15,3-3 5 0,1 1-28 16,-1-1-79-16</inkml:trace>
  <inkml:trace contextRef="#ctx1" brushRef="#br0" timeOffset="71139.58">1122 5644 819 0,'0'0'14'0,"0"0"-1"0,0 0 27 0,-2 0-2 0,0 0 7 16,0 0 8-16,0 0 4 0,0 0-3 0,1 2 0 16,-1-1-22-16,0 1-7 0,2 2 2 0,-4 18-3 15,0 2-7-15,3 1 4 0,-1 2-6 0,2-1 4 16,2 0-4-16,-1 0-3 0,3-1 5 0,2-5-5 16,-1-1 2-16,3-3-7 0,-1 1 0 0,-1-4-3 15,-1 0 2-15,-1-6-1 0,0 1-3 0,-2-4 0 0,12-1-13 16,-2 7 6-16,1-3 4 0,-6-3 0 0,4-2 8 15,0-2 6-15,-5 0-7 0,3-4 7 0,4-5-12 16,-5-6 6-16,3-15-2 0,-4-2 2 0,2 1-10 0,12-3 6 16,-4 1-1-16,7 1 3 0,-6-1-5 0,-5 3 2 15,-2 1-2-15,-5 1 3 0,0 4 0 0,-5 3 0 16,11 4 1-16,-9 10-1 0,1 0 1 0,-4 5-3 16,2-2-5-16,0 0-1 0,0 2-35 0,-1 1-136 15,1 1-23-15</inkml:trace>
  <inkml:trace contextRef="#ctx1" brushRef="#br0" timeOffset="71481.89">1608 5746 1086 0,'-2'0'30'16,"0"0"-4"-16,1 2 13 0,-3 0 7 0,0-1-9 15,-7 16 5-15,0 7 5 0,3 0-6 0,-3 1 6 16,8-1-5-16,-1-2-18 0,0 2 0 0,-9-3-8 16,4-3-14-16,3 1 1 0,4-4-3 0,2-4 0 15,0-2-9-15,2-2 2 0,-2-3 5 0,2 0-2 0,0 0 5 16,2-3 3-16,-1 1-6 0,-1-2 3 0,8 0-1 16,1-2 4-16,-2-1 2 0,4-5 1 0,-4 1 0 15,4 3-3-15,-2-7 2 0,-1 2-3 0,1 1 4 16,-4 5-2-16,1 1 2 0,-3-2-1 0,3-2 3 0,-3 5 5 15,3-1 0-15,-1 0 2 0,-1 2-2 0,-1 0 2 16,-3 0-5-16,2 2 4 0,0 1-1 0,5 10 1 16,-2 2 4-16,-3-2-3 0,-2 4-3 0,-2-8-9 15,-2 2 5-15,-2 2-5 0,-3 2 3 0,-2 0-7 16,-3 0-10-16,11-6 2 0,-11-7-25 0,3 0-73 16,2 0-4-16,1 1-33 0,2-1-101 0</inkml:trace>
  <inkml:trace contextRef="#ctx1" brushRef="#br0" timeOffset="71872.52">1902 5930 703 0,'0'0'38'0,"0"0"-6"0,0 0 52 0,0 0 6 0,1-2 0 16,1 0-2-16,0 0-21 0,0 0 0 0,0 0-7 16,2 1-5-16,-1-1-27 0,1 0 5 0,5-4-11 15,4-1 2-15,0-1-9 0,0-1-7 0,-11 9 2 16,2-7-11-16,3-4 11 0,1-1-5 0,1 3 6 15,4 0-13-15,-7 0 9 0,-1-1 7 0,1 3 1 16,1-2 10-16,-3 3-3 0,-2 2 5 0,0-1-4 16,-2 1 14-16,0 2-10 0,0-2 3 0,0 1-5 0,-2 1 0 15,0 0-4-15,-2 0-9 0,-7 2 6 0,-8 0-8 16,6 4 1-16,-1 3 2 0,1 3-1 0,1 4-4 0,1 9-6 16,4 1 1-16,-1-2-3 0,7 4 5 0,-1-4-2 15,-13-1-1-15,7-1 0 0,5-3 2 0,3 0 3 16,2-2 1-16,1-4 0 0,1-2 6 0,2-2-1 15,5-1 1-15,15-2-1 0,-8 9-3 0,3-2 0 16,-1-4 0-16,1-5 0 0,1 0 2 0,4-2-10 16,-2-2-2-16,4-3-1 0,0-7-5 0,-4 1 0 15,2-2 3-15,-2 0-3 0,0 0-4 0,4-3-13 16,-2 1-2-16,0 0-5 0,-4 2-26 0,-5 4-110 0,0-1-70 16</inkml:trace>
  <inkml:trace contextRef="#ctx1" brushRef="#br0" timeOffset="72589.2">8552 4461 256 0,'0'0'360'0,"0"0"-171"0,-2 0 97 16,1 0 18-16,-1 0-248 0,0 0 10 0,0 0-1 15,0 0-6-15,0 0-7 0,0 0-39 0,2 0-2 16,0 0-5-16,0 0 2 0,2-2-5 0,0 0-3 15,7-1 3-15,19-12-3 0,-2 2 1 0,0 2-1 16,-2-1-2-16,2 3-1 0,0 2-10 0,-3-1-25 16,-5 3-4-16,-3 1-10 0,-2 2-33 0,4-2-153 0,-2 1-25 15</inkml:trace>
  <inkml:trace contextRef="#ctx1" brushRef="#br0" timeOffset="72728.25">8764 4236 863 0,'0'0'41'16,"0"0"-8"-16,0 0 7 0,-2 0 16 0,0 2-21 16,0 0 40-16,2 0 11 0,-9 24-4 0,2 4 0 15,-1 3-38-15,3 2-22 0,-1 2 0 0,1 4-8 16,1-2-14-16,0 4-3 0,2 3-2 0,0-1-4 16,2-2-32-16,0-1-171 0,0-4-63 0</inkml:trace>
  <inkml:trace contextRef="#ctx1" brushRef="#br0" timeOffset="72997.07">8719 5672 920 0,'-1'0'45'0,"-1"0"6"0,0 0-4 0,0 1-10 16,0 1-4-16,-2 0 43 0,3 0-15 0,-1 0 9 16,0 0-11-16,0 0 2 0,0-1-29 0,0 1 1 15,2 0-9-15,0 2-3 0,2 0-11 0,0-1 5 0,7 3-6 16,17 5-2-16,2-4-7 0,7-1 0 0,-3-2-1 16,1-2-5-16,-1-2-19 0,-2 0-9 0,-2-2-4 15,-2 0-50-15,1 0-93 0,-1-2-131 0</inkml:trace>
  <inkml:trace contextRef="#ctx1" brushRef="#br0" timeOffset="73412.48">8966 4970 989 0,'0'0'26'0,"0"0"35"0,-1-2-30 0,-1 0 2 15,0 2-3-15,0 0 3 0,2 0 3 0,0 0 8 16,0 0-1-16,0 0 2 0,0 0-4 0,0 2-21 0,0 0 3 16,2 1-9-16,3 12 1 0,3 8-2 0,1 1 1 15,-1 0-2-15,-1 2 4 0,2 0-3 0,1 2-1 16,-5-2-1-16,1-2-11 0,-1-2 4 0,1-3-3 15,-1-3 5-15,3 1 5 0,-3 0-11 0,1-6 5 0,-2-2-7 16,-1-1 8-16,-1-5 8 0,2 1-6 0,0-2 5 16,-1 0 0-16,7-2 2 0,1-4 3 0,4-5-3 15,-6-2 2-15,0-23-3 0,2 1 2 0,-1 5-3 16,-1-2-1-16,-4 1 6 0,7-1-2 0,-5 2 2 16,0 4-11-16,-1 2 1 0,-2 1-1 0,-2 4 1 15,-1 3-7-15,1 1-5 0,0 1-2 0,0 5-2 16,0 3-19-16,0 2-89 0,0 2-8 0,-1 0-33 0,1 0-91 15</inkml:trace>
  <inkml:trace contextRef="#ctx1" brushRef="#br0" timeOffset="73646.23">9453 5150 683 0,'0'0'115'0,"0"0"29"0,-2 0-44 16,0 0-50-16,0 0-4 0,-1 0 60 0,-7-2 2 15,-1 0 0-15,0 0-3 0,-2 2-28 0,4 0-31 16,-2 0-2-16,-1 2-10 0,5 0-11 0,-2 4 8 16,1 3-4-16,3 19 3 0,-1 0-20 0,2-2 1 0,1 1-1 15,-1-1 1-15,2 2-3 0,-13-4-8 0,6-3 4 16,5-3-5-16,4-3 0 0,0 2 0 0,2 0-9 16,0-8 5-16,0-2-35 0,2 1-17 0,-1-5-4 15,10 7-3-15,8-1-16 0,1-3-136 0,0-5-14 0</inkml:trace>
  <inkml:trace contextRef="#ctx1" brushRef="#br0" timeOffset="73957.9">9616 5421 601 0,'0'0'69'0,"0"0"128"16,-2 0-134-16,1 0 37 0,-1 2-7 0,0 0 15 16,0 0-20-16,0-1-15 0,2 1-2 0,0 0-6 0,0 0-19 15,0-2-5-15,2 0-3 0,0 0-1 0,2-2-15 16,9-3-1-16,1-3-6 0,5-5 3 0,0 8-8 15,-3-16-6-15,7-1 3 0,-5 0-4 0,-7 3 1 0,4 0 4 16,-9-1-5-16,-1 5 4 0,-1 2-7 0,7-2 2 16,-4 4-2-16,-1-4 4 0,-4 4-1 0,-2 4 5 15,0 1 1-15,0 2 0 0,-2 1-5 0,0-1 12 16,-3 2-9-16,-14-3 10 0,4 5-4 0,-9 1 2 16,-4 9 0-16,4 3-1 0,-2 0-10 0,6 18 6 15,5 6-2-15,-2-5 2 0,0-4-10 0,14 2 0 16,-3-6 0-16,-12 7 0 0,10-7 1 0,4-1-1 15,4-3 0-15,2-9 0 0,4 0 0 0,-1-1-8 0,7-5-2 16,15 1-3-16,1-3-16 0,4 16-23 0,3-10 0 16,2-9-9-16,4-9-11 0,5-8-123 0,1-7-47 15</inkml:trace>
  <inkml:trace contextRef="#ctx1" brushRef="#br0" timeOffset="74457.78">7143 3874 795 0,'0'0'268'0,"0"0"-386"0,0 0 326 0,0 0-188 16,0 0-2-16,0 0 32 0,0 0 2 0,0 0 11 16,0 0 14-16,0 0-5 0,0 0-6 0,0 0-1 15,0 0-24-15,2 0-17 0,0-2-1 0,2 1-3 0,7-3 2 16,20-7-14-16,4 1 6 0,3-1-10 0,2 2 7 15,1 0-11-15,-7-1 1 0,-6 3-4 0,5 0-1 16,-3-1 2-16,-2 3-4 0,1 1 3 0,-10 2-7 0,-4 2-27 16,0 0-20-16,-4 0-10 0,-2 0-136 0,0 0-165 15</inkml:trace>
  <inkml:trace contextRef="#ctx1" brushRef="#br0" timeOffset="74690.98">7112 3666 852 0,'0'0'20'0,"-2"0"37"0,0 0-20 0,0 0 43 0,0 0-3 15,-2 0 14-15,3 0-12 0,-9 2-7 0,-3 4-4 16,2-1-1-16,-2 3-16 0,2-1-12 0,0 2 2 16,0 10-6-16,-2-2 1 0,2-2-4 0,1 1-5 0,1-3 1 15,2 2-8-15,5-2-9 0,-8 0 1 0,3-2-6 16,3 0-7-16,2-3-9 0,2-1 3 0,0-1-5 15,0-2 2-15,4-1-19 0,9 7 1 0,13 3-9 16,2-6-24-16,0-3-25 0,3-2-55 0,5-2-7 16,3-6-373-16</inkml:trace>
  <inkml:trace contextRef="#ctx1" brushRef="#br0" timeOffset="75080.64">7396 3401 762 0,'0'0'29'0,"0"0"1"0,0 0-13 0,0-2 1 16,0 0-13-16,0 0 20 0,0-1 5 0,3-9 2 15,7-10 2-15,3-2 7 0,3-2-12 0,3-2-3 16,-2 2-4-16,1-2-22 0,1-1 8 0,-3-1 0 16,1-2 5-16,-2 1 2 0,-4 1 4 0,-2-2-2 0,-3 8 5 15,0 6 8-15,-5 5 10 0,-1 7 5 0,0 4 1 16,0 0 10-16,0-1-15 0,0-1 0 0,0 2-5 16,0 0-11-16,0 2-6 0,-1 2 3 0,-1 0-5 15,0 2-2-15,-7 22 1 0,1 2-4 0,1-1 2 16,1 1-10-16,4-4 3 0,0-3 0 0,2-1 1 15,0-3 3-15,0 2-11 0,2-3 1 0,0-1-3 16,2-4 3-16,0 0-13 0,-1-5-3 0,1 0-7 16,7-3-25-16,4 8-4 0,-2-3-7 0,2-1 0 0,2-1-30 15,-3-4-152-15</inkml:trace>
  <inkml:trace contextRef="#ctx1" brushRef="#br0" timeOffset="75231.89">7760 2872 1190 0,'-2'0'3'0,"0"0"-1"0,0 0-30 16,0 2 8-16,-2-1-17 0,1 3 9 0,-10 17-9 0,2 1-17 16,1 2-4-16,1 6-104 0</inkml:trace>
  <inkml:trace contextRef="#ctx1" brushRef="#br0" timeOffset="75497.07">8084 3191 935 0,'0'0'28'0,"0"-2"-12"0,0 0 36 0,-1 0-6 16,-1 1 49-16,0-1-3 0,-2-2 7 0,-1 0-7 15,-8-5 0-15,0 2-32 0,1 1 1 0,1 0-14 16,2 3-16-16,0 1-11 0,3 2 1 0,-3 0-4 0,3 0-1 15,1 2 1-15,-1 0 3 0,2-1-3 0,1 20 3 16,1 1-14-16,-13-1 6 0,6-1-7 0,1 0 8 0,6-1-5 16,2-2-2-16,2-2 2 0,2-2 9 0,3 0-4 15,-5-4 2-15,28-2-4 0,-4-1-7 0,2-4 2 16,-4 14-6-16,2-4 3 0,6-7-6 0,-1-3-6 16,-1-2 1-16,-10-4-5 0,4-1-21 0,2-5-45 15,0 1-7-15,2-2-26 0,-2 0-172 0</inkml:trace>
  <inkml:trace contextRef="#ctx1" brushRef="#br0" timeOffset="79848.22">30872 1316 167 0,'0'0'0'16,"-2"-2"8"-16,0 0 67 0,0 0-25 0,1 0 13 16,-1 0-24-16,0 1 17 0,0-1-7 0,0 0-5 15,0 0-6-15,0 0-18 0,1 0-3 0,-1 0 7 0,2 1-6 16,0-1 4-16,0 0 27 0,0 0-11 0,0 0 18 15,0 0 1-15,0 2 4 0,0 0-4 0,0 2 1 16,0 0-16-16,0 0-17 0,3 22 3 0,-1 2-9 16,0 4 0-16,-2-4 1 0,2-4 1 0,0-3 1 15,0-3 15-15,0-1 8 0,-1-2 3 0,1-4-2 16,2 1-15-16,-2-5-2 0,2 1-5 0,1-2 3 0,19 10-7 16,0-4 0-16,4-5 0 0,8-5 0 0,-5-2 5 15,10-5-5-15,0-4 6 0,0-4-6 0,5-5 6 16,-1-3-10-16,-1 21 3 0,-1-27-3 0,-2-3 9 15,-2-3-7-15,0 3-1 0,-6-1-3 0,-1 1-6 0,-3 6 4 16,-3 2-1-16,0-2 2 0,-1 0-4 0,-7 0-9 16,1 4 1-16,-4 1-3 0,-2 3-1 0,0-3-31 15,-2 5-11-15,-2-1-8 0,0 2-61 0,-3 2-265 16</inkml:trace>
  <inkml:trace contextRef="#ctx1" brushRef="#br0" timeOffset="81008.1">25547 2029 256 0,'0'0'-62'0,"0"0"32"0,0-2 15 15,0 0 15-15,0 0 64 0,0 0 14 0,0 0-22 0,0-1 3 16,0-1-6-16,0 2-3 0,-2 0 9 0,0 0-14 16,0 1 11-16,1-1-20 0,-1 0 0 0,0 0 2 15,0 0-1-15,-2 0 6 0,1 0 2 0,-1 2-2 16,-5-1 2-16,-3-1-2 0,-1 2-9 0,-1 0 3 0,-3 2-6 15,0 1-7-15,2 3-9 0,-1 3 0 0,-3 2-4 16,0 2 2-16,-1-5-2 0,-4 16 0 0,2 6 0 16,-4-1 6-16,0-1 1 0,-2 4 0 0,0-1 0 15,0 3-3-15,2-1-4 0,2-1-1 0,5 3-1 16,-1-2-4-16,1 1-2 0,4 3 3 0,-3-2-2 16,5 2 1-16,9 0-6 0,-3 1 1 0,-14-3-3 15,8 2 1-15,6 0 1 0,3 2-1 0,4 4 1 0,2-4 1 16,7 4 3-16,3-1-4 0,1-5 1 0,1 4-4 15,-3 0 3-15,2-4 3 0,2 0-2 0,0-1-2 16,4 1 3-16,-1-4 0 0,3 2 1 0,-3-1-6 0,-16-1 3 16,19 3-6-16,3-5 5 0,0 3-9 0,-2-3-2 15,0-3 2-15,-3-2-4 0,1-2-12 0,1-4 14 16,1-1-4-16,0-8 10 0,-1-3 8 0,-3-5 17 16,3 10-2-16,-3-5 3 0,3-5-13 0,3-3 0 15,0-5 1-15,4-10 0 0,2 13 6 0,-1-31-12 16,8-4 5-16,1 0-6 0,1-2 4 0,1 1-3 15,-8-2-3-15,0 1 2 0,-1 0 9 0,-3-4-10 16,-2-2 6-16,-4-5-7 0,-7-4 10 0,-2-1-3 0,-2-7-3 16,-1 1 0-16,-5 2-2 0,-1-3 4 0,24 3 3 15,-15 1 0-15,-10 1-7 0,-3 1 4 0,-3 0 1 16,-3 3 4-16,-1-1 6 0,-4-2-6 0,-4 0 0 16,-2 4-2-16,-3 6 8 0,1 14 7 0,4 10-6 0,-3 4 4 15,-8 12-20-15,-6 2-67 0,-9-18-6 0,6 18-35 16,-6 10-157-16</inkml:trace>
  <inkml:trace contextRef="#ctx1" brushRef="#br0" timeOffset="81763.98">29522 1969 632 0,'-2'-2'1'0,"0"1"1"0,1-1-1 0,-3-2 6 0,-7-2-4 16,-12-8 6-16,-1-5 26 0,0 4 2 0,-2 2 11 16,2 0 17-16,4 6-15 0,-3-1-8 0,1 6-1 15,-2 1-23-15,2-14 14 0,-4 4-7 0,-2 7 7 16,-4 6-20-16,-1 7 4 0,-2 6 3 0,-4-10 1 15,1 33 7-15,-2 4-10 0,4 12 1 0,-5 2-3 0,4 3 3 16,6 4-12-16,-5-3 5 0,12-6-6 16,2-4 13-16,2-4-3 0,3 1 2 0,6-3 0 0,9 3 16 15,-22-1-22-15,11 0 2 0,11 5-10 0,2 1-4 16,9 3 1-16,6-5 0 0,4 4 0 0,1-7-7 0,-14 3-6 16,31-2 1-16,5-7-2 0,5-2 8 0,1-6-12 15,4-3 6-15,-4-6-8 0,1-3 1 0,-1-3 18 16,-2-5-8-16,3-7 10 0,5-1-6 0,1 21 11 15,8-15-5-15,8-11 7 0,1-9-9 0,3-8 6 16,1-5 0-16,-6-2 3 0,-3 22-9 0,-7-37 5 16,-8-4 1-16,-4-3 2 0,-4-4 5 0,-3 2-4 15,-6-1 0-15,-5-1 0 0,-8 6 9 0,-7 1 9 16,-5-3-4-16,-9 5 4 0,24-4-8 0,-16 2 3 0,-9-1 0 16,-6 1-1-16,-7 0-12 0,-5-3 0 0,-6 0 1 15,14-3 1-15,-25 3-2 0,-2 0-3 0,-2 3-5 16,-6 4 0-16,-3 5-24 0,-11 14-132 0,-6 9-57 15</inkml:trace>
  <inkml:trace contextRef="#ctx1" brushRef="#br0" timeOffset="82432.11">25812 4082 555 0,'-1'-2'20'0,"-11"-1"11"15,-15-25-1-15,4 2-2 0,-3-4-9 16,6-1 8-16,-2 1 6 0,-1 4 10 0,3 0-1 0,-2 5 1 15,3 7-7-15,2 4 16 0,1 3-2 0,1 1 5 16,0-5-16-16,4 6-5 0,-4 1-4 0,0 4 2 16,-2 4-7-16,1 5-4 0,-3 8 2 0,2 27-4 15,4 4-3-15,0 4-5 0,2 2 1 0,-2 6-2 16,4 3 1-16,0 5-8 0,1 10-3 0,6 6 0 16,-1 3-1-16,1 4 1 0,0-3 2 0,0-7 0 0,-28-8 3 15,17-8-5-15,10-8 0 0,3-5 0 0,3 0-3 16,7 2-2-16,3 0-2 0,3-2 1 0,7 4-2 0,-1-6-6 15,-18-2 2-15,31-3-5 0,4-6-1 0,4-1-8 16,7-10 13-16,13-5-8 0,7-12 28 0,8-6-7 16,0 25-4-16,-7-28-1 0,-2-13 4 0,-8-15 1 15,2 3 4-15,4-47-2 0,0-6 0 0,5-8-2 16,12 1-2-16,-4 1 2 0,1 0 7 0,-8-1 1 16,-14 1-3-16,-11-9 1 0,-10-5-7 0,-14-5 6 15,-9-1-4-15,-6 6 4 0,-4 8-1 0,25 10-1 16,-21 6 6-16,-10 5-4 0,-9-3 9 0,-6 5 0 15,-7 0 1-15,-5 3-1 0,21 7 0 0,-34 4-2 0,-2 9-3 16,-7 12-1-16,4 8-21 0,-1 9-67 0,5 3-29 16,6-10-34-16,5 14-309 0</inkml:trace>
  <inkml:trace contextRef="#ctx1" brushRef="#br0" timeOffset="83153.32">29663 3432 371 0,'-2'-1'22'0,"-1"-1"19"15,-7-4-2-15,-6-1-4 0,-3-1 4 0,2 3 0 16,-5-1 12-16,0 2 6 0,-6 3-9 0,2 1 8 16,2 0-12-16,-2 1 13 0,0 3 0 0,0 2 4 15,0-1 3-15,0 1-3 0,-4 1 2 0,1 1-4 0,-1-1 2 16,-2 2-20-16,-1 3 1 0,-2-1-9 0,-4 4-8 15,-4 3 5-15,-2 4-6 0,-3-14 5 0,-6 27-17 16,-3 10 6-16,3 7-2 0,2 9 2 0,4 8-4 16,3 1-9-16,4 4 8 0,2-5-8 0,8 4 4 0,3-1-10 15,4 4-2-15,5 4-1 0,6 2 9 0,4 3-5 16,5-1 0-16,-28-6-3 0,21-6-13 0,11-9-2 16,6-9-6-16,5-10 3 0,4-3-14 0,5-2 21 15,-9-5-1-15,28-5 8 0,6 1 9 0,5-6-6 16,6-7 6-16,9-4-5 0,5-2 5 0,3-9 11 15,-3 28-5-15,-3-25 8 0,0-8-3 0,-4-14 0 16,8-9-3-16,-1 18 2 0,6-40-2 0,15-4-10 0,2-4 6 16,-2-9-8-16,0-7 3 0,-15-4-1 0,-7-2 0 15,-10 2-1-15,-14 5 3 0,-6 4-4 0,-7 6-1 16,-10 4-1-16,-9 3 2 0,-10 2 4 0,23 0 4 16,-20 0 0-16,-10-4 2 0,-12-7-4 0,-10-2 0 15,20-6 1-15,-40-1 5 0,-8 1-6 0,-6 3-1 16,-8 10-2-16,-1 8-4 0,-13 11-25 0,2 11-12 0,6 10-8 15,0 7-81-15,13 9-241 0</inkml:trace>
  <inkml:trace contextRef="#ctx1" brushRef="#br0" timeOffset="85811.26">3060 7759 120 0,'-2'-2'0'0,"0"0"3"0,1 0 35 0,-1-2 4 0,-2 1 2 16,4 1-7-16,-9-6-3 0,3-1-4 0,-3 3 1 0,-4 3 0 15,7-3 3-15,1 4 7 0,-5-1 4 0,5-1 1 16,-6 2 22-16,-2-7 1 0,3 3 0 0,3 2-3 15,0 1-8-15,1 1-16 0,-1-2 7 0,-1 2-9 16,-1-1 12-16,3 1-10 0,1 0-2 0,1 2-4 16,0 0-15-16,1 0 3 0,-1 0-7 0,0 0 4 15,2 0-12-15,0 0-2 0,1 0 5 0,-1 2-4 16,2 0 6-16,0-1-9 0,2 3 4 0,7 11-5 16,-7 4-1-16,18-3 6 0,-1 3-7 0,1 1 7 0,-1 3-7 15,-1-1 3-15,3 0 0 0,-3 0 0 0,3 3-5 16,-3-3 7-16,3 4-2 0,-3-4 2 0,3 4-9 15,-3-2 8-15,1 0-8 0,1 4 9 0,-1-6-12 0,-2-1 4 16,-3-1 3-16,1-1-1 0,0-2 3 0,-2-3-1 16,-2-1 1-16,-1-1-2 0,-1-1 0 0,-2-2 4 15,-1-3-6-15,1-3 3 0,-1 3-4 0,1-1 1 16,3 1 3-16,-3-2-2 0,0-1-2 0,3-1 5 16,-5-2 0-16,5 0 3 0,-1-2 0 0,2-1-6 15,0-3 3-15,0 4-3 0,4-20 0 0,4-2 4 16,-1 0-6-16,6-2 4 0,0 2-4 0,4-2 7 15,0 0 4-15,2 0-1 0,-4 0 0 0,4 2-2 0,-3 7 1 16,-1 4-1-16,4 4-2 0,-6 3-2 0,-1-1-5 16,1 5 2-16,-2-13 0 0,0 4 0 0,1 5 1 15,-1 2 0-15,-2 4 7 0,1 0-8 0,-3 4 4 16,-1 0-5-16,0 1 7 0,-1 5-5 0,-1-1 7 0,2 2-6 16,0-9 4-16,-1 15 1 0,3-1-1 0,-2 1 1 15,-4-2-4-15,0-2 5 0,-4 0-2 0,-4 2 4 16,-1 1 1-16,0-3-4 0,0 4 1 0,-1-4-1 15,1 2 2-15,5-2-4 0,-1 0 1 0,-5 0-1 16,-1 2-1-16,-2-2 1 0,0 0 0 0,0 2 1 16,-2-4-4-16,1-4-1 0,-3 3 0 0,2-7 1 15,-2 3 0-15,4-4 0 0,-3 1-1 0,-1 1 0 0,0 0-5 16,2-2-8-16,0 0-2 0,1-1-1 0,-1-1 2 16,0 0-3-16,0-1 2 0,0-1-3 0,2 0 2 0,0-4 8 15,2-14-2-15,4-2 4 0,5-4-2 16,0 1 6-16,6-6-1 0,1-1 3 0,-9 1 7 0,19 1-8 15,2 4 0-15,3 0 0 0,-5 0 8 0,6 2-7 16,1-2 6-16,-3 6-6 0,-1 3 1 0,-1 4 4 16,-2 4-4-16,0 1 5 0,-1 4-6 0,3 1-6 15,0-16 5-15,1 8-4 0,1 5 9 0,-1 6-1 16,5 0-2-16,-1 4 1 0,2 4-1 0,2-1-2 16,4 4 2-16,3 2-3 0,1 0-4 0,1 0 8 15,-3-2-6-15,-3 0 7 0,1-1-4 0,-2-3-3 0,-6-1 2 16,0-4-3-16,2-1 5 0,4-1-3 0,4 0 0 15,1-3-2-15,4-5 2 0,6-3-3 0,7-4 2 16,6-5-4-16,-4-1-11 0,4-5 5 0,-6-1-6 16,-8 21 6-16,3-31-1 0,-8 0 5 0,-5 1 1 15,3 3 1-15,0 1 8 0,1 1-1 0,3 3-1 0,-2 2-1 16,2 4-2-16,-4 3 7 0,-3 4-3 0,-5 2 4 16,-8 4-3-16,1 3 4 0,-9-1 1 0,-3 3 0 15,-1 1 2-15,-9-3-4 0,2 2 5 0,-5 2-4 16,-3-3 11-16,-3 1-3 0,2-1-3 0,2 1 0 15,-5 0-6-15,3 0 1 0,-2 1-4 0,4-5 0 16,-1 1-20-16,3-4-500 0</inkml:trace>
  <inkml:trace contextRef="#ctx1" brushRef="#br0" timeOffset="89061.17">31758 3421 111 0,'0'-2'0'0,"2"1"5"0,-1-1 50 0,1-2-21 16,0 0 1-16,4-3-31 0,-1-4 0 0,8 0 6 15,2 1-5-15,-4 1 6 0,4 0-12 0,-4-1 13 0,0 1-8 16,1 2 12-16,-1-3 2 0,-2 1 8 0,2 2 12 16,-5-1-2-16,1-1 41 0,-1 2-4 0,-3-1 0 15,1 1-3-15,0 1-10 0,-2 2-1 0,1-1-8 16,-1 1 1-16,0-1-14 0,-2 1 4 0,2-2 6 16,-2 4-5-16,0 1-13 0,2-3 2 0,-2 0-11 0,0 0 8 15,0 3-4-15,0-1 0 0,0 0 3 0,0 0-3 16,0 0-5-16,0 2-2 0,0 0 0 0,0 0 0 15,0 2-1-15,0 0 8 0,0 0-7 0,0 1 7 16,0 12-9-16,2 4 4 0,-2-1-1 0,0 3 2 16,0-1-2-16,-2 1-3 0,0 1 3 0,0-2-3 15,-2-1 7-15,1 0-12 0,-1-3 8 0,2-3-7 16,0-2 7-16,0 1-2 0,2-3 2 0,0-2-1 0,0 1 10 16,0-5 2-16,0-1 8 0,2 2-2 0,0-2 19 15,7 0-19-15,23-2 4 0,11-13-11 0,9 11-8 0,5-43-10 16,6-7-2-16,4-2-1 0,6-3 3 0,8-4-5 15,5-3-2-15,14-8-2 0,0-6-5 0,8-11 4 16,0-8-7-16,-4 3 3 0,1 1-36 0,-2 11-37 16,6 6-37-16,-3 4-19 0,-4-3-299 0</inkml:trace>
  <inkml:trace contextRef="#ctx1" brushRef="#br0" timeOffset="104997.02">23430 1904 4 0,'0'0'0'0,"0"-2"16"0,0 1-1 15,0-1 12-15,0 0 5 0,-2-2-3 0,1 0 8 16,-3-1-12-16,-2-4 9 0,1 1-11 0,1 1 1 15,-3-1-1-15,-3 3-7 0,3-1 5 0,-2 1 2 0,-1 1-13 16,-3 0 11-16,0 2-13 0,-3-1 8 0,1 1 21 16,-4 0-9-16,-3 0 14 0,3-11-7 0,-1 2-2 15,-1 3-6-15,1 5 1 0,0 1-9 0,-3 0-3 16,-1 2 7-16,0 0-6 0,2 2-1 0,-2 2-3 16,0 1-1-16,-2 1 1 0,0 1 12 0,-2 1-16 15,2 1 7-15,-2 0-11 0,-6 4 2 0,8-2-4 16,-3 2 3-16,3 0-3 0,0 4 4 0,-2-15-2 15,4 22-4-15,0 4 2 0,1 0 4 0,1 3-3 0,3 1-3 16,1 5 1-16,1 2-2 0,2 2-1 0,0-2 6 16,2-6-4-16,-1 1 1 0,1-5-1 0,0 3-4 15,3-2 3-15,-1 1 0 0,4 4 1 0,-1 1 2 16,1 5 0-16,1-1 3 0,1 9-9 0,1 1 6 16,0 2-7-16,3 5 3 0,-27 7 1 0,15-7 2 0,7 6-1 15,6-5 2-15,2-6 1 0,4-4-5 0,-1-5 3 16,3-4 0-16,3 3 1 0,2-4 5 0,2 1-5 15,1 0 5-15,3 1 7 0,-1-1-6 0,5 2 6 16,-22 0-11-16,25-2 3 0,6 4-5 0,0-4 4 16,-3-4-2-16,7 2 6 0,-1-3 2 0,2-3 1 15,0-1 6-15,2 0-9 0,-2-8 1 0,-3-2-4 0,-1-1-3 16,-3-2 2-16,-2-3 1 0,3-1-1 0,1-1-2 16,-2-5-1-16,5 0-3 0,-2-3 0 0,4 0 5 15,2 18 7-15,6-7-1 0,3-9 2 0,6-6 1 0,-2-2-11 16,-6-6 8-16,-3-3-9 0,-2 0 9 0,0-4-9 15,-2-2 1-15,-4-1-1 0,-1 14 4 0,-7-24-6 16,-3-1 3-16,2-3-3 0,-3-3 5 0,1-1 5 16,2-3-9-16,-4 2 6 0,0 2-8 0,1-4 7 15,-3 2 4-15,8 0 1 0,-4 0 0 0,2 0-6 16,4-1 0-16,-2 1-2 0,3 0 1 0,1 0 1 16,-6 0-5-16,-6-2 3 0,3 0-3 0,-9-6-1 15,1-5 5-15,-4 0-4 0,-3-9 6 0,-6-3-4 16,26-1 0-16,-15-2-1 0,-12 2 2 0,-2 7-1 0,-3 3-2 15,-7 1 1-15,-2 5-3 0,-4-3 1 0,-5 2 5 16,1 1-1-16,-5-5 13 0,19 2 2 0,-25 4 3 0,-7-1-1 16,4 1 3-16,2 3 4 0,-5 6-6 0,1 7 6 15,0 3-9-15,2 6 1 0,0 1-2 0,-4 5 0 16,3 4-16-16,3 1 2 0,-6 3-7 0,2 3 5 16,2 1-1-16,1-1-19 0,4 2 7 0,8-13-16 15,-6 2-39-15,6 6-123 0,9 5-85 0</inkml:trace>
  <inkml:trace contextRef="#ctx1" brushRef="#br0" timeOffset="107521">2377 4927 5 0,'0'0'4'0,"0"0"14"0,0 0 21 0,0 0 3 15,0 0 12-15,0 0-9 0,0 0-3 0,0 0 7 16,0 0-4-16,0 0 8 0,0 0-12 0,0 0 0 0,0 0-4 16,0 0-7-16,0 0-10 0,0 0 2 0,0 0-6 15,-2 0-7-15,0 0 2 0,2 0 0 0,0 0 1 16,0 0 2-16,0 0 7 0,0 0-7 0,-2 0 6 16,0 0-7-16,2 0 12 0,-1 0-1 0,1 0 4 15,-2 0-11-15,2 0 11 0,-2 0-4 0,2 0 5 16,-2 0-8-16,0 0-4 0,2 0 7 0,0 0-6 15,0 0 4-15,-2 0-10 0,0 0-2 0,1 0-1 0,1 0 7 16,0 0-2-16,-2 0 1 0,2 0-1 0,-2 0 5 16,2 0-7-16,-2 0 1 0,2 0-4 0,0 0 2 15,-2 0-4-15,2 0 4 0,0 0-4 0,0 0 0 0,0 0 4 16,0 0-6-16,0 0 4 0,0 0-5 0,0 0-7 16,0 0 5-16,0 0-4 0,0 0 9 0,0 0-7 15,0 0 0-15,0 0-2 0,0 0 2 0,0 0 4 16,0 0-3-16,0 0 3 0,0 0 0 0,2 0-7 15,0 0 5-15,0 0-5 0,0 0 8 0,-1 0-1 16,1-2-4-16,2 0 2 0,0 0-5 0,-1 2 1 16,7-3 2-16,-1-1-1 0,-2 2 5 0,1 0-7 0,-1 0 5 15,1-1-5-15,-1 1 6 0,-1 0 1 0,3-2-2 16,-2 2 1-16,5-1-7 0,-5 1 7 0,4 0-5 16,0 0 5-16,-1 2-3 0,3 0-1 0,0 0 3 15,0 0-4-15,1-2-3 0,5 0 7 0,-2 2-1 16,7-1 4-16,-4-1-11 0,4 0 7 0,1 0-3 0,2-2 5 15,-2 2-1-15,-7 1-4 0,8-3 2 0,0 2-1 16,0 0 4-16,4 0 0 0,-14 0-5 0,-1 1 2 16,-2 1 0-16,2-2 0 0,2 0 3 0,-4 2-3 15,2 0-4-15,-6 0 4 0,-2 0 1 0,-1 0 2 16,0 0-2-16,1 0 0 0,0 0-1 0,1 0 0 16,-1 0 1-16,1 0-1 0,-1 0-2 0,1 0 1 15,1 0 1-15,-2 0-5 0,3-2 9 0,-1 0-8 16,2 0 4-16,0 0 5 0,2 1-9 0,0-1 7 0,-2 0 0 15,0 0-6-15,1 0 4 0,-1 0-5 0,2 0 10 16,-2 1-9-16,-2-1 7 0,2 2-8 0,-1 0 4 0,-3 0-1 16,2 0 1-16,-1 0 0 0,-1 0 3 0,-1 0-3 15,-1 0 0-15,-1 0 0 0,2 0-4 0,1 0 4 16,0 0 0-16,3 0 2 0,-1 0 3 0,0 0-5 16,-1 0 1-16,3 0-2 0,0 0 1 0,4 0 3 15,2 0-2-15,-4 0 4 0,-4 0-6 0,2 0-3 16,2 0 3-16,-2 0-1 0,4 0 7 0,-4 0-3 15,-2 0-2-15,2 0 0 0,-1 0-1 0,-1 0-1 16,-2 0 2-16,1 0 0 0,-1-2 2 0,3 0-1 0,-3 2 1 16,-3 0-1-16,1 0 0 0,-3 0-1 0,0 0-1 15,4-2 0-15,-3 0 1 0,1 0-3 0,0 1 4 16,-2 1-1-16,1 0 7 0,1 0-6 0,0-2 0 0,-1 0-1 16,1 0 2-16,0 0-2 0,0 0 1 0,-3 1-1 15,1-1 6-15,0 0-7 0,2 0 0 0,-2 0-3 16,0 0 4-16,-1 0 4 0,1 1-4 0,0-1 4 15,0 0-2-15,0 0 4 0,-2 0 2 0,0 0-1 16,0 0 7-16,0 1 5 0,0-1 0 0,0 0 0 16,0 0-8-16,0 0 4 0,0 0-5 0,-2 0 3 15,0 1-4-15,0-1-4 0,0 0 7 0,1 0-7 0,-1 0 10 16,0 2-1-16,0 0-5 0,-2 0 2 0,1 0-7 16,-1 0 5-16,-4 0 1 0,-1 2-1 0,2-2 0 15,1 2-5-15,1 0 2 0,-3 1-2 0,-3 3 10 0,4-2-12 16,1-1 8-16,-1 1-10 0,5-4 3 0,-2 9 4 15,2 3-7-15,0-1 6 0,0-2 0 0,-7 2-4 16,4-2 3-16,1-1-5 0,0-1 3 0,2-1-4 16,0-3 1-16,2 1-3 0,0-2 3 0,0 0 0 15,0 0 3-15,0 1-2 0,0 1-2 0,2-2 6 16,0 0-5-16,0 0 6 0,2 0-12 0,-1-2 6 16,-1 0-1-16,9-2 4 0,-1 0 5 0,-3 0-4 15,1-2 1-15,-1-1-3 0,0 1 1 0,-5-11-3 0,2 4 2 16,3 2-1-16,1-4 3 0,-4 3 1 0,-3 3-4 15,1 0 2-15,-2 1-4 0,0 2 4 0,0-3 1 16,0 5 3-16,-2-2 6 0,1 1-5 0,-1 1 5 16,0 0-5-16,-2 0-1 0,0 2-1 0,-1 0-3 0,-8 4 1 15,2 0 0-15,3-1 0 0,3 1 1 0,3 2-1 16,-7 5-8-16,3-2 5 0,2 0-2 0,2-3 3 16,2-1-5-16,0-1 4 0,0 0-1 0,0-1 4 15,2 1-8-15,0 0 8 0,2-2-2 0,0 0 7 16,9 1-2-16,-4-1-5 0,0-2 2 0,0 0-3 15,-5 0 16-15,2 0-8 0,-4 0 8 0,1-2-7 16,1 0 20-16,0 1-4 0,-2-1 0 0,-1 0-3 16,1 0-10-16,0 0 1 0,-2 0-1 0,0 0 0 0,0 1-5 15,-2-1-6-15,0 2 2 0,1 0-3 0,-1 0 6 0,0 0-2 16,-2 0 0-16,0 0-2 0,1 0-10 0,-8 2 9 16,1 1-3-16,5-1 4 0,-5 2-10 0,7-2-55 15,1-2-54-15,0 0-16 0,-2 3-326 0</inkml:trace>
  <inkml:trace contextRef="#ctx1" brushRef="#br0" timeOffset="111305.52">26555 1715 127 0,'0'0'34'16,"0"0"10"-16,0 0 44 0,0-2 19 0,0 0-4 0,0 0-9 16,0 0-26-16,0 1 4 0,0-1-8 0,2 0 6 15,0 0-6-15,-2 0 0 0,0 0-2 0,0 0-6 0,0 1-10 16,0-1 0-16,0 0-3 0,0 0-7 0,0 0 6 16,0 2-5-16,0 0 6 0,0 0-6 0,-2 2-6 15,0 0-3-15,2 0-1 0,-9 18-14 0,1 2-2 16,1 1 4-16,1-1-3 0,3 0-2 0,1 1-2 15,2-7 0-15,2 1 1 0,1-2 5 0,1-4 8 16,0 0-3-16,-2-3 4 0,1-1-2 0,3 2 13 16,-6-7-6-16,2-2 8 0,7 8-3 0,6 1-9 15,2-4 0-15,7-1-5 0,2-4-11 0,5-5 14 16,1-7-7-16,-2-4 8 0,5 8-10 0,4-27 6 0,4-2 5 16,1-4-1-16,3 0-4 0,6-2-4 0,1 1 0 15,6-6-1-15,1 3-2 0,4-3-4 0,-4-1-2 16,-3 5-1-16,-8-3-8 0,-4 10 3 0,-5 4 0 0,-9 7 1 15,-4 4-1-15,-8 1-1 0,-3 6-3 0,-4 2 1 16,-4 6-8-16,-3-1-26 0,-3 7-22 0,-1-1-11 16,0-2-147-16,0 4-375 0</inkml:trace>
  <inkml:trace contextRef="#ctx1" brushRef="#br0" timeOffset="112182.01">30042 1472 642 0,'0'0'17'0,"-2"0"16"0,0-2 5 0,1 0 0 16,-1 0 6-16,0 0 0 0,0 0 22 0,0 1-30 16,0-1-1-16,0 0-12 0,2 2-19 0,0 0 7 15,0 0 0-15,-1 0 3 0,1 2 7 0,-2 0 14 16,2-1-1-16,-2 3 6 0,2 4 3 0,-2 8-4 16,-2 3-3-16,2-1-2 0,1 1-8 0,-1 1-6 0,0-3 5 15,2-2-4-15,0 0 9 0,0-2-7 0,0-2 2 16,0 0-3-16,0-4-3 0,0 1 12 0,0-3-2 15,0-1 5-15,0 0 1 0,2 0 3 0,1-1 1 16,3 1-1-16,16 3-16 0,4-5-6 0,6-5-6 16,7-9 2-16,2-4-8 0,9-8 2 0,5 18 0 0,9-27 1 15,2-6-3-15,1-4 3 0,-2-5-4 0,-3-8 4 16,-1 0-1-16,-4-5 0 0,6 2 3 0,-1 5-3 16,1 0-3-16,4 4 6 0,-8 9-8 0,-3 2 8 15,-4 4-5-15,-9 7 1 0,-3 4-3 0,-8 5 1 16,-2 1 0-16,-10 3 1 0,-3 2 2 0,-2 2-2 15,-6 3 4-15,0 3 6 0,-7-1 1 0,-2 4 0 0,2 0-11 16,2-1 1-16,-1-1-10 0,1 0 1 0,-2 2-65 16,0 0-127-16,0 1-41 0</inkml:trace>
  <inkml:trace contextRef="#ctx1" brushRef="#br0" timeOffset="116552.13">3341 4949 13 0,'0'0'0'0,"0"0"19"0,0 0 14 16,0 0 18-16,0-2 8 0,0 1-5 0,0-1-3 16,0 0-10-16,0 0 9 0,0 0-8 0,0 0 15 15,0 0 49-15,-2 1-24 0,0-1 27 0,0-2-60 0,0 0-1 16,0 1 0-16,0-1-2 0,1 0-14 0,-1 0-14 15,0 1 2-15,0-1-6 0,0 0-3 0,0 2-8 16,0 1 3-16,1-3-3 0,-1 0 5 0,0 0-4 16,2 1-6-16,0 1 2 0,0 0-4 0,0-2 7 15,0 2 2-15,0-1 1 0,0-1-6 0,0 2-4 16,2 0 5-16,0-1-1 0,-1 1 7 0,1 0-7 16,-2 0 2-16,2 0-2 0,-2 0 7 0,0 0 3 0,2 1-6 15,-2-1 4-15,0 0-1 0,0 0 2 0,0 0 0 16,0 0-1-16,0 0-3 0,0 1-2 0,0-1 3 15,2 0-4-15,0 0 4 0,0 0-2 0,-1 0 1 16,1 0 0-16,-2 1 1 0,2-1-1 0,0 0 1 16,-2 0-1-16,2 0 7 0,0 0-4 0,0 1-3 0,-1-1 1 15,1 2-2-15,0 0 0 0,0 0 5 0,0 2-5 16,0-1 2-16,0 1-6 0,-1 2 5 0,1 9-4 16,0 5 6-16,0 1-7 0,0 0 1 0,0 1-1 15,1-1 8-15,1 1-1 0,0 0-1 0,0 1 0 16,-1-1 4-16,1-1 0 0,0 1 0 0,-1-3 1 15,1 2-1-15,-2-5 7 0,0 1-2 0,0 0 3 16,-1 0 4-16,1-4-8 0,0 0 8 0,-2-1-8 0,0-1 6 16,0 2-7-16,0-2 2 0,0-5-4 0,0 5 3 15,0-3 2-15,0-1-5 0,0 1 4 0,0-2-8 0,0 3 4 16,-2 1-2-16,0-1 2 0,2-3-7 0,0-2 6 16,-1 3-1-16,-3 1 1 0,-2 1-5 0,1 1-1 15,1-1 0-15,-7 0 0 0,0-3 2 0,0 2 1 16,-4 5-5-16,0-2 3 0,2-1-5 0,2-3 0 15,0 1 9-15,0-1-5 0,1-1 5 0,1 0-6 16,0-2 1-16,1-1-2 0,-1 1 1 0,5-2 4 16,-1 2-7-16,3-2 5 0,0 0-5 0,-2 2 5 15,1 0-4-15,-1 0 3 0,0-2-6 0,2 0-1 0,0 0 3 16,1 0-2-16,-1 0 0 0,0 0-2 0,0 0 3 16,0 0-2-16,0 2 12 0,2-1-9 0,0 1 0 15,0 0-4-15,0 0 0 0,2-2-1 0,0 0 0 16,0 2 0-16,0 0-2 0,1-2 6 0,12 2-4 0,6-1 5 15,1 3 0-15,0-2-2 0,2 0 3 0,4 2-4 16,0-1 5-16,0 1-4 0,-4-2 2 0,0-2-3 16,0 2 8-16,-3 0-8 0,1 1 5 0,0 1-4 15,-7 0 11-15,4 1-9 0,-4-1 2 0,-8-2-4 16,4 0-3-16,-7-2 8 0,3 2-4 0,1-1 5 16,-6-1-1-16,3 2 1 0,-3-2 2 0,2 2 0 15,-1 0 2-15,-1 2-4 0,0-3 2 0,0 3-3 0,-2 0-2 16,0 0 2-16,0-1-2 0,-2 1 4 0,0 2 2 15,0-3-4-15,-12 5 1 0,-3-1-4 0,-5 2-1 16,-1 3-1-16,1-3 2 0,-2 0 1 0,2 0 1 0,-1 1 3 16,3-3-6-16,-1 4 3 0,1-1-5 0,3-3 3 15,3 2 0-15,1 1 1 0,1-3-1 0,3 0 1 16,2-1-1-16,1 0 0 0,2-1 1 0,1-1-3 16,-1 1 2-16,2 1-2 0,0-2 2 0,-1 1 0 15,-1 1-4-15,2-2 4 0,-2 1 0 0,4-3-6 16,-2 2 5-16,2-1-7 0,0 1 7 0,0 2 2 15,0-4-2-15,0 1 1 0,0-1-9 0,0 0 9 16,6 0-1-16,14 0 3 0,5 14-6 0,-3-4 7 0,2-5-3 16,4-1 4-16,-6-5-5 0,2-1-1 0,-2 0 1 15,-9 0-1-15,4 0 8 0,2 0-5 0,-4 0 3 16,1 0-4-16,-5 0 5 0,-5 0-3 0,1 0 3 16,-3 0-3-16,0 0 5 0,0 0-6 0,-1 0 4 0,-1 0-4 15,0 0 1-15,0 0 3 0,0 0-1 0,-2 0 1 16,0 0-7-16,-2 0 5 0,0 0-2 0,0 2 4 15,-2 0-9-15,-1 0 5 0,-12 4-2 0,2-1 3 16,0 1-8-16,4-1 4 0,0 1-3 0,2-1 5 16,3-1 3-16,-1-2-3 0,3 9 2 0,-5 2-3 15,0 2-5-15,1 0 7 0,3 0-4 0,1 1 5 16,0 3-3-16,2 0-3 0,2-3 5 0,0 5-3 0,0-1-1 16,4-1 8-16,0 1-5 0,1-1 6 0,1-3-13 15,-1 5 8-15,3-3-1 0,-3 3 4 0,1-3-4 0,-2-5-3 16,-1 2 2-16,3 0-2 0,0 2 6 0,-1 1-1 15,3 3-2-15,-3-3 1 0,-1-1-2 0,1 5 0 16,-1-7 1-16,-2 2 0 0,0-4 1 0,0 2 1 16,-2-4 1-16,0-2 0 0,2 0 5 0,-2-1-8 15,0-1 0-15,0 3-4 0,0-3 6 0,0 0 0 16,0-1 3-16,0-2-2 0,0-1-1 0,0 1-2 16,0 0 1-16,0 0-1 0,0-1 4 0,0 1-1 15,0 0-1-15,0-1 2 0,0 1 0 0,0 0-3 16,0 0 0-16,0-1-1 0,0 1-4 0,0 0 5 0,0-1-1 15,0-1 3-15,0 6-4 0,0-1 1 0,0-3 0 16,0 1 0-16,0-1 0 0,0 0 4 0,0 1-4 16,0-3 2-16,0 2-2 0,0-2 0 0,0 0 8 15,-2 1-6-15,0 1 0 0,0 0 2 0,0 0 0 16,0-3 1-16,-1 1 0 0,-1 0 2 0,0 0-3 0,-1 0 3 16,-7 2-9-16,5-3 3 0,0 1 0 0,-5 0 3 15,5-2 2-15,-6 2-5 0,-2 0 0 0,2 0-1 16,-2 0 0-16,2-2 4 0,-2 1-4 0,-1-1 5 15,1 0-3-15,0 0-1 0,-3 2 0 0,1-2-1 16,0 0 4-16,-1 2-5 0,1 0 1 0,-2 0-2 0,1 0 3 16,-1 0-1-16,-1-1 0 0,1 3-1 0,1 0 3 15,-3 0 0-15,-1-1 2 0,-2 3-3 0,0-1-1 16,1-1 0-16,-1 2 0 0,0-1 0 0,4-1 3 16,-3 0-1-16,1-2-1 0,3-1 1 0,3-1 5 15,-3 0-5-15,4 0 2 0,8 0-4 0,-4 0-2 0,5 0-3 16,4 0 1-16,-1 0-2 0,-1 0-10 0,0 0-58 15,2 0-11-15,0 0-21 0,2-1-95 0,2 1-74 16,0-2-42-16</inkml:trace>
  <inkml:trace contextRef="#ctx1" brushRef="#br0" timeOffset="117407.62">3942 5523 324 0,'0'-2'23'0,"0"0"3"0,0-1 16 16,0-3-5-16,-2-11 4 0,-1-1 13 0,1 5 11 16,0-6-2-16,0 4 2 0,0 2-20 0,0-3-3 15,0 3-11-15,1-2 7 0,-1 0-13 0,2 8 3 16,0-1 2-16,0 3-2 0,0-1-4 0,0 2 13 15,-2-1-7-15,2 1 8 0,-2 0-9 0,2 2 8 16,-2-1-6-16,0-1 7 0,-1 2-9 0,-1 0 0 0,2 2 2 16,-7-3-2-16,-1 1-11 0,1 0 0 0,0 2-2 15,-2 0 0-15,1 0-10 0,1 2-1 0,0 1-3 16,-2 3 3-16,3 0 5 0,3-1-9 0,1 10 2 16,0 7-3-16,2-3-7 0,-11-1 7 0,6-5-2 15,1 0 4-15,3-1 3 0,1-5-9 0,0 4 7 16,2-2-7-16,0-1 6 0,0 1-2 0,0-7 0 0,0 2 0 15,2-1 2-15,0 1 12 0,1-2-4 0,1 0 6 16,0 0-6-16,3-1 6 0,4 1-8 0,-3-2 7 16,1-2-12-16,-1 1 4 0,1-5-3 0,0 0 2 15,0-1-4-15,-3 1 3 0,1-1 2 0,-3 0-2 16,0-1-2-16,-2 3-1 0,0-3 3 0,5-1-3 16,-3 3-2-16,-4 5 1 0,2-3-5 0,1 0 4 0,-1 0-1 15,0 1 1-15,0 1 2 0,0 0-2 0,0 0-1 16,-1 0 1-16,1 0-5 0,0 2 5 0,0 0 0 15,0 2-3-15,0 0 3 0,0 2-2 0,1 11 7 16,1 3-8-16,0 3 5 0,-2-1-4 0,-1 0 7 0,1 3-6 16,-2 3 0-16,2-2-3 0,-2 2 4 0,0-2 4 15,0 0-1-15,0 0 2 0,0 2-5 0,-2 0 1 16,0-2-1-16,-1 2 0 0,-3-1-1 0,2-3 4 16,1-2-1-16,-3-3 2 0,2-2-3 0,1-4 2 15,-3 0 5-15,2-2-3 0,3-3 5 0,-1-2-2 16,2-2 3-16,-4 1-1 0,0 1 15 0,1 0-1 15,-1-2 3-15,0-1-1 0,0 1 5 0,1-2-8 0,-1 0-3 16,2 0 0-16,0 0-5 0,-1-2 0 0,-1-1 1 16,-7-12-2-16,1-4-10 0,5 3-2 0,1-1 1 15,2 2 0-15,0-2-1 0,2 1-1 0,0-1-4 16,2 0 2-16,0 4-4 0,2 2 3 0,0 2 4 0,-1 1-2 16,-1 5-2-16,0-3 2 0,0 2-3 0,-2 2 2 15,4-1-21-15,-1-1-34 0,1 0-3 0,0 2-10 16,-1 1-28-16,-1 1-54 0,6-2 0 0,1 0-27 15,-2 2-88-15</inkml:trace>
  <inkml:trace contextRef="#ctx1" brushRef="#br0" timeOffset="121252.5">4120 5891 311 0,'0'0'0'0,"0"0"7"0,0 0 8 15,0-2 10-15,0 0 9 0,0 0 0 0,0 0 14 16,0 0-7-16,0 1 8 0,0-1-11 0,0-2-5 15,0 0-4-15,0 1 0 0,0-1-12 0,0-2 7 16,0 1 9-16,0 3-3 0,-2-2 6 0,2 0-5 0,0 1-2 16,-1 1 1-16,1 0-13 0,-2 0 4 0,2 0-9 15,0 0 7-15,-2 1-4 0,2-1-2 0,-2 2 4 16,0 0-5-16,2 0-2 0,0 0 4 0,0 2 0 16,0-1 2-16,0 1 0 0,0 2 3 0,0 0-1 15,0 7 1-15,0 6-8 0,0 3 9 0,0 0-10 16,2 5 9-16,-2-3-11 0,0 2 2 0,0 0 6 0,0-2-4 15,0 1 4-15,0-3-3 0,0-1-7 0,0 3 4 16,0-4-2-16,0 1-6 0,0-4 9 0,0-6-8 16,0 4 8-16,0-2-12 0,0-3 7 0,0 1-8 15,0-7 3-15,0 2 4 0,0-1-6 0,0 1 5 16,0-2-13-16,0 2 4 0,0-1-3 0,0-1 3 0,0 0-19 16,-2 0-105-16,2-2-12 0,0 0-41 0,0 0-116 15</inkml:trace>
  <inkml:trace contextRef="#ctx1" brushRef="#br0" timeOffset="121577.85">3970 5800 467 0,'0'0'22'0,"0"0"-1"0,0 0 7 0,-2 0 12 16,0 0-10-16,0 0 32 0,1 0-7 0,-1-2 0 15,0 0-1-15,0 0 3 0,0 0-16 0,0 0 5 0,0 1-7 16,2-1 0-16,0 0-6 0,0 0 4 0,0 0-2 16,0 0 9-16,2-1 3 0,0-1-1 0,0-2 2 15,18-5-4-15,3 2-20 0,-3 1 0 0,2 1-8 16,1 5-11-16,1 0 3 0,2-14-4 0,0 4 4 15,-6 7-4-15,-3 3-7 0,3 0 1 0,-3 2-4 16,3 0 6-16,-3 2-1 0,-8 0-11 0,1 0-9 16,-3 0-152-16</inkml:trace>
  <inkml:trace contextRef="#ctx0" brushRef="#br0" timeOffset="122955.71">15355 13038 0,'0'0'0</inkml:trace>
  <inkml:trace contextRef="#ctx1" brushRef="#br0" timeOffset="122761.72">3929 5887 193 0,'0'0'17'0,"0"0"-10"16,0 0 8-16,0 0 0 0,0 0-3 0,0-2 3 15,0 0 44-15,0 0 1 0,0 1 12 0,0-1-4 16,2 0-8-16,0 0 0 0,-2 0 1 0,0 0 16 0,0 0-17 16,0 1 7-16,0 1-11 0,0 0-3 0,0 0 5 15,0 0-3-15,0 0 4 0,0 0-9 0,0 0 0 16,0 0-3-16,0 1 3 0,2 1-7 0,0 0-8 15,-2 0 1-15,3 20-4 0,1 2-3 0,-2 2-9 16,2 4 3-16,-3 0-5 0,1 5-2 0,0-1-2 16,0-5-1-16,-2-1 0 0,0 0-9 0,0 0 0 15,0-6 0-15,0 2 0 0,0-5-1 0,0-1-1 0,0-1-2 16,0-2 2-16,0-4-6 0,0 0-16 0,0-2-3 16,0-1-6-16,0 1-34 0,0 0-77 0,0-3-21 15,0-2-27-15,0-2-144 0</inkml:trace>
  <inkml:trace contextRef="#ctx1" brushRef="#br0" timeOffset="123121.99">4133 5967 544 0,'-2'0'28'0,"1"0"63"0,-1 0-70 16,0 0 19-16,0 0-2 0,0 0 8 0,0-2 6 0,0 0-15 16,1 0 7-16,-1 0-10 0,0 1-4 0,0-1-4 15,0 0-6-15,0 0 1 0,0-2-12 0,2 1 12 16,0-1-1-16,0 0 3 0,0 2-8 0,0 0 2 16,0 1 3-16,0-1 1 0,0 0 14 0,0 0 20 15,2 0-7-15,0 2 10 0,0 0-18 0,0 2-2 16,0 0-2-16,0 2 0 0,1 9-4 0,1 13-12 15,0 0 0-15,-2 1-4 0,-1 1 7 0,-1 2-19 16,0 0 7-16,0-6-11 0,0-4 8 0,-1-1-1 0,1-3-5 16,-2 1 2-16,0 2-1 0,2-6-9 0,0-2-1 15,0-4-7-15,0 1-28 0,0-5-18 0,0 1 1 16,0 0-10-16,0 0-34 0,0-3-138 0,2 1 2 16,0-2-49-16,-1 0-29 0</inkml:trace>
  <inkml:trace contextRef="#ctx1" brushRef="#br0" timeOffset="123356.6">3933 5761 462 0,'0'0'50'0,"0"0"10"0,0 0 6 15,0 0-34-15,0 0 10 0,0 0-10 0,0 0 23 16,0-2-3-16,0 2 9 0,0 0-16 0,0-2 4 16,2 2-9-16,0 0 5 0,-1-2-20 0,3 2-15 15,9-2 5-15,8-1-9 0,1-1-1 0,4 0 8 16,-2 0-8-16,2 1 5 0,2-3-29 0,-2 2-46 16,3 3-23-16,-3 1-23 0,-5 0-225 0</inkml:trace>
  <inkml:trace contextRef="#ctx1" brushRef="#br0" timeOffset="125756.78">3214 4862 413 0,'0'0'19'15,"0"0"-1"-15,0 0 30 0,0 0-6 0,-2 0 8 16,1 0-3-16,-1 0 12 0,0 0-8 0,0 0 6 0,0 0-20 15,0 0-7-15,0 0 4 0,1 0-7 0,-1 0-8 16,0 0-2-16,2 0-7 0,0 0 4 0,0 0-2 0,0 0 1 16,0 0 3-16,2 0-4 0,0 0-6 0,-1 0 6 15,1-2-3-15,2 0 4 0,0 0-9 0,5-1 3 16,6-1 3-16,0 0 0 0,0 1 1 0,-1-1 1 16,1 0-1-16,4 0 1 0,-1 1-2 0,7-1 6 15,-3 0-4-15,6 1 5 0,-1-1-7 0,3 0 3 16,4 1-7-16,-3 1 5 0,1 0-7 0,5 0 1 15,-4 0 4-15,1 2-4 0,-3 0-2 0,-5 0-3 0,0-2 1 16,2-1-1-16,0-1 7 0,-2 0-6 0,0 2 4 16,2-1-5-16,0-1 2 0,1 2 2 0,-1 0-4 15,-2 2 5-15,-3 0-1 0,2 0-5 0,-2 0 3 16,3 0-4-16,-2 0 4 0,-2-2 4 0,8 0-3 16,-6 1 4-16,-2-1 2 0,1 0-1 0,-9 0-1 15,3 0 1-15,0 0-4 0,0-1-2 0,-1 1 3 0,3-2-3 16,-2 0 3-16,-4 1-4 0,5-1 2 0,-1 0-2 15,-4 0-1-15,2 1 4 0,-6-1-4 0,4-2 4 16,-4 3-2-16,2-3 0 0,-1 2 1 0,-5 3-1 16,3-3 1-16,-1 0 0 0,-3 2-1 0,1-1 0 15,-3 3-5-15,0 0 13 0,0 0-3 0,2-4 8 0,-1 0-1 16,1 2 3-16,-2 0 4 0,0 1-3 0,0-1 0 16,0 0-1-16,-1 0-6 0,1 0 3 0,0 0 3 15,-2 0-5-15,0 2 5 0,0 0-5 0,0 0 5 0,0 0-6 16,0 0 3-16,-2 0-5 0,0 0-4 0,2 0 8 15,0 0-2-15,0 2 2 0,0 0-13 0,0 0 6 16,0 2-3-16,-1-1 5 0,-1 1-4 0,0 7-3 16,0 6 3-16,-2 2-2 0,2 1 8 0,1 0-5 15,-1-3-2-15,-2 4 1 0,0-1-4 0,1 2 6 16,-1 0 2-16,2 1 1 0,0-1 4 0,2-2-5 16,0 1 1-16,-2-1-1 0,2 1 0 0,0-3-4 15,0 1 0-15,0-2-2 0,0-3 1 0,0-1-1 16,0 0-1-16,0-1 2 0,0-3 3 0,0 0-4 0,0-3 5 15,0-1-7-15,0-1-4 0,2 0 9 0,0-1-11 16,0 1 11-16,0 0-13 0,0 0-20 0,-1-3 6 16,-1 1-11-16,0 0 4 0,0 0-14 0,0 0-6 15,0 0-5-15,0 0-30 0,0-1 0 0,0 1 6 0,0 0-4 16,0 0 17-16,0 0 9 0,0-2 2 0,2 0 5 16,0 0 16-16,0 0 27 0,0 0-13 0,0 0 17 15,0 0-8-15,-1-2 6 0,1 0 11 0,0 0-6 16,0 0 2-16,0 1 13 0,0-1-8 0,0-2 12 15,-1 0 5-15,1 1 7 0,-2 1-1 0,0-2 1 16,2-2-1-16,-2 3 12 0,0-1-1 0,0 0 3 0,0 1-19 16,0 1 6-16,-2 0-5 0,0 0 6 0,1 0-3 15,-1 2-5-15,-2 0 5 0,-7 2-5 0,-4 5 1 16,2 1-7-16,-2-1-1 0,4 17-1 0,2 2 0 0,-2 0-1 16,1-1 1-16,-5-1-1 0,2-2-3 15,4-2-2-15,0-1 1 0,7 0-1 0,-2-1 1 0,-1-7-5 16,3 6-4-16,-2-10 1 0,0 1-4 0,3-3 0 15,-3-1 1-15,4-2-1 0,-4 2 0 0,2-1 4 16,0-1-8-16,1 0 6 0,1 0-13 0,0-2 1 16,0 0-2-16,1-2 2 0,1 0-10 0,0 0-1 15,-2 1 0-15,13-18-2 0,0 0-4 0,-2-1 3 0,-3 9-1 16,1-4 0-16,-2 2-2 0,1 2 14 0,1-4-4 16,-1 4 7-16,-1-4-2 0,-1 2 11 0,-1 0-5 15,-1 4 6-15,0-1 4 0,-1 3-4 0,1-2 4 16,0-1-6-16,-1 1 2 0,-1 2 1 0,0-1-2 15,0 3 1-15,0-1 0 0,0 2 2 0,-2 3 6 0,0-1-2 16,0 0 5-16,2-2 3 0,-1 0 0 0,1 3 2 16,0-1-2-16,0 0 1 0,0 0-5 0,0 0 5 15,0 2 0-15,-1 0-10 0,1 0 4 0,0 0-6 16,0 2 10-16,0 0-10 0,0 0 7 0,0 0-7 16,-1-1 4-16,1 3-1 0,2 0-2 0,-2 0 1 15,3 7-4-15,7-2 5 0,-1 4-6 0,2 0 5 16,-2-2-7-16,2 2 7 0,0 2-3 0,2 0 5 0,-2-2-7 15,0 2 0-15,0 0 2 0,0-1 0 0,0 9 3 16,-2-10-2-16,-2 3 6 0,0-1-4 0,-1-2 3 0,-5 6-5 16,3-4-1-16,0-4 1 0,-3-2 3 0,1 0-8 15,-2 1 2-15,0-3-3 0,1-1 4 0,1-1-25 16,0 1-3-16,0-1-9 0,-4-3-21 0,1 2-14 16,1 0-8-16,0-1-11 0,0 1-110 0,-2 0 14 15,0-1-60-15</inkml:trace>
  <inkml:trace contextRef="#ctx1" brushRef="#br0" timeOffset="126090.05">4338 5534 238 0,'0'0'113'0,"-2"0"-64"0,0 0 105 0,0-2-31 15,-2 0-72-15,1 1 6 0,-1 1 1 0,0 0 2 16,0 0-5-16,3-2-22 0,-1 0-1 0,0 2-7 16,0 0-11-16,0 0 4 0,0 0-1 0,2 0 1 15,0 0 2-15,0 2 4 0,2 0-2 0,0-1 2 16,0 3-2-16,2 4 5 0,9 10 1 0,1 4 0 0,-2-5-9 16,1 4 9-16,-2-3-10 0,2 1 7 0,2 1-20 15,-2-1 10-15,-2-3-4 0,-9 1 5 0,7 0-10 16,2-2 4-16,2 1-1 0,0-3 1 0,0 0-11 0,-2-1 4 15,0 1-2-15,-1-4 6 0,-3 2 3 0,4-2-9 16,-5-1 2-16,3-3-4 0,-2 1 5 0,-1 1-2 16,1-1 0-16,-1-4-1 0,0 1-4 0,-1 1-27 15,-1-2 5-15,0 0-14 0,-1 0-15 0,1 0-36 16,0-1-8-16,1 1-16 0,3 0-96 0</inkml:trace>
  <inkml:trace contextRef="#ctx1" brushRef="#br0" timeOffset="126376.33">4783 5614 598 0,'0'0'51'0,"-2"-2"81"16,0 0-75-16,1 0 6 0,-1 1-4 0,0-1 5 15,0 0-6-15,0 0-5 0,-2 0 0 0,1 0-3 16,-1 0-7-16,0 1-21 0,1-1 6 0,-1 2-10 15,0 0 9-15,2 0-6 0,-1 0-5 0,-1 2 2 16,0-1-6-16,0 3 3 0,3 0 2 0,-11 14 0 16,1 1 2-16,0 3-5 0,2 1 2 0,1-3-4 0,1 4 0 15,0-2-11-15,-1 1 4 0,3-3-5 0,-1 1 3 16,2-5-19-16,1 1-10 0,1-2-4 0,0-4-33 16,0 0-33-16,2-2-7 0,0 1-13 0,0-1-60 15,0 0-26-15</inkml:trace>
  <inkml:trace contextRef="#ctx1" brushRef="#br0" timeOffset="126964.15">4661 5969 287 0,'0'0'51'0,"0"-2"-3"0,-2 0 43 0,0 0-3 0,0 0 1 15,0 0 7-15,0-1-24 0,1-1 3 16,-1 0-10-16,0 1-6 0,0-1-13 0,0 0-1 0,0 0-5 16,0 1-8-16,1-1 3 0,-1 2-3 0,0 0 2 15,0 0-1-15,0 1-8 0,0-1 5 0,0 0-7 16,1 2 3-16,-1 0-2 0,0 2-2 0,2 0 1 16,0-1-4-16,-2 20-10 0,0 1 5 0,0 2-7 15,2 0 3-15,0 2 0 0,0 2-5 0,0 2 3 0,0-4-6 16,0 0 1-16,0-4 0 0,0 2 0 0,0 0 2 15,2-1-6-15,0-1 3 0,-2-5-4 0,2 5 3 16,0-7 2-16,0 0 2 0,-2-4 0 0,0-2-2 0,1 0 1 16,-1-1-2-16,0-1 2 0,0-5-1 0,0 2 5 15,0 0-5-15,0-3 5 0,0 3-2 0,0 0-6 16,0 0 6-16,0-1-6 0,0 1 4 0,0 0-4 16,0-1 0-16,0 1-1 0,0 0 2 0,0 0 6 15,-1-1-3-15,-1 1 3 0,0 0-6 0,0-1 1 16,0 1 0-16,0 0 0 0,0-2-2 0,1 0-3 15,-1 1 4-15,0-1-1 0,-2 2 9 0,0 0-6 16,1-3-3-16,-5 3 0 0,-3 4-5 0,0-3 8 16,2 1-3-16,-4-1 5 0,-2 1-5 0,-2 1 3 0,-3 1-1 15,-1-3 1-15,-3 3-6 0,-6-1 4 0,-5 1 0 16,-4-1 3-16,-4 0-2 0,1 1 3 0,-3-1-6 16,4-1 4-16,2-1-5 0,2-1 4 0,0 0 2 15,4-2 0-15,-1 0 0 0,3-1-3 0,-1 1 3 0,-1-2-4 16,-1 0-1-16,-5 0 3 0,-2 0-2 0,-3 0 2 15,1 0-1-15,4-2-1 0,4 1 6 0,5-1-4 16,0-2 3-16,3 0-2 0,-1 2 0 0,9 1 0 16,1-1 1-16,5 2-2 0,7 0-3 0,-1 0 1 15,5 0-2-15,0 0-22 0,0 0-13 0,-2 0-7 16,1 0-67-16,-1 0-106 0,2 0-29 0</inkml:trace>
  <inkml:trace contextRef="#ctx1" brushRef="#br0" timeOffset="128762.78">30772 1910 28 0,'0'-2'0'0,"0"0"87"0,-2-2 21 0,0-5 1 15,-2-6 3-15,1 2-82 0,-1 0-16 0,0 4 16 16,-1-2-4-16,-1 0 6 0,0 0-3 0,-1-2 17 16,0 1-4-16,-3-1 6 0,3 0-12 0,-8 2-17 15,-2 2 5-15,4 0-8 0,-3 3 14 0,-5-1-15 16,3-1 7-16,-1 3-11 0,2 1 8 0,-5-3 9 16,0 1-7-16,-6-1 8 0,2-1-10 0,0 3-8 0,0-1 6 15,4 0-6-15,-2-1 9 0,1 3-10 0,1-5 10 16,-2 4-8-16,2-1 11 0,-4 0-8 15,-2 3-2-15,2-1-1 0,-2 0 3 0,0 2-3 0,0 1-2 16,-2-18 1-16,1 8 7 0,-3 2-7 0,-3 3 1 16,0 4-4-16,-2 0-2 0,-6 2 10 0,4 0-5 0,-6 0 6 15,1 0-1-15,-1 0 2 0,-3 2 0 0,5 2-3 16,-1 0-8-16,1 1-4 0,4-1 0 0,0 1-2 16,4 3-3-16,3-1 6 0,-1 1 0 0,1 1 2 15,1 0 0-15,-1 2-5 0,-1 2-1 0,-1 0 0 16,-1 0-1-16,0 2 0 0,1 0 1 0,3 0-1 15,-1 2 4-15,-3 1-3 0,1 3 2 0,1-18-2 0,1 21 0 16,8 1 7-16,-4 2-3 0,8-2 4 0,-6-1-12 16,4 5 2-16,3-3-1 0,4-1 2 0,2 2 6 15,2-2-2-15,2-5-3 0,0 4 1 0,-1-2 0 16,5 4 1-16,-1-1 2 0,1-3-1 0,1 4 3 0,-2-2-4 16,3 4-2-16,1-2 0 0,-2 0-4 0,2 2 8 15,-2-2-1-15,-12 0 4 0,3 3-7 0,3 1 0 16,3 2 3-16,1 1-2 0,3 2-3 0,1 1 2 15,0 3-1-15,0 0 1 0,2 0 1 0,0-4 4 16,0-2-5-16,2-1 3 0,2 1 1 0,-1-3 6 16,3 0-3-16,1-4 2 0,3 0-5 0,1 0 4 15,2 0 1-15,0-4 0 0,-11 2 0 0,20 0-5 16,6 0 0-16,3-1-2 0,3-5 2 0,9 1-1 0,1-3-1 16,6 1-1-16,2 0 7 0,2-2-7 0,0 0 8 15,-2-1-7-15,2 1 2 0,-4 0 7 0,2-2-10 16,-2-2 9-16,4 2-13 0,9-2 8 0,-2 1 0 15,2-3 4-15,6 0 6 0,-4-1-11 0,2-1 7 0,0-1-9 16,-8-1 10-16,-3-1-7 0,0 1 1 0,-1-3-1 16,3 4 3-16,-1-2-3 0,8 1-1 0,2-1 0 15,-4 0 5-15,6-3-4 0,-6 3 6 0,2 0-5 16,2 0 6-16,-6-1-9 0,0-1 1 0,1 26-3 16,-1-13-1-16,4-8 5 0,7-3-5 0,-1-2 7 15,1-2-3-15,-1-4 1 0,-4-1 2 0,-4-1-1 16,-6-1-6-16,-6-1 3 0,-3-1 1 0,-2 0 2 15,-1-1 0-15,-2-1-4 0,-3 0-2 0,3-2 1 0,-2-2 11 16,-2 2-9-16,6-2 7 0,-10 2-9 0,-2 0 6 16,-5 0 0-16,-2 0-2 0,6-5 2 0,-5 1-2 0,1-2 4 15,-2 16 0-15,0-21 2 0,-2-4 1 0,6 0-6 16,-9-4 4-16,-3-1-5 0,-1-2 5 0,-2-4-3 16,-2 1-1-16,2-2 0 0,-4-3 5 0,2 0-7 15,-2-5 6-15,-2 0-5 0,0 1 16 0,-1-1-17 16,-1 5 5-16,-3-1-7 0,-2 1 6 0,20 2 2 15,-13 0-5-15,-7 2 4 0,-5 0-2 0,-9-5-1 16,-6-1 5-16,16-7-3 0,-37-3 9 0,-7-1 0 0,-10 0 0 16,-11 2 0-16,-4 6-3 0,-14 2-7 0,-4 3-4 15,-8 6 0-15,-7 1 0 0,-7 5-3 0,-12 3-2 16,-12 6-2-16,-8 1-9 0,4 3-2 0,1 5-9 16,3 5 0-16,3 6-46 0,-4-36-22 0,5 30-25 0,8 14-11 15,8 7-196-15</inkml:trace>
  <inkml:trace contextRef="#ctx1" brushRef="#br0" timeOffset="194244.58">6391 4515 21 0,'0'0'0'0,"0"0"11"0,0 0 120 16,0 0-24-16,0 0 9 0,0 0-49 0,0 0-11 0,0 0-16 16,-2 0-1-16,0 0-2 0,1 0-6 0,-1 0 6 15,0 0-5-15,2 0 5 0,0 0-10 0,-2 0 2 16,0 0-2-16,0 0 1 0,0 0-5 0,1 0 6 16,-1 0 4-16,0 0-1 0,2-2-1 0,-2 0 0 15,2 2-6-15,-2 0 6 0,2 0-1 0,0-2-8 16,-2 0 4-16,2 1-6 0,0-1-1 0,0 0 0 0,-2 0-3 15,2 0 4-15,-1 2 2 0,1 0-4 0,0 0-2 16,-2 0-2-16,0 0-5 0,0 0 4 0,0 0 1 16,0-2 1-16,0 2 1 0,1-2-1 0,-1 2-1 15,0 0 1-15,0 0-4 0,0 0 3 0,0 0-3 0,0 0 2 16,1 0-3-16,-3 0 2 0,0 0 1 0,2 0 0 16,-7 0 4-16,0 0-11 0,-1 0 8 0,-1 2-9 15,2 0 7-15,-2 0 0 0,0 0-5 0,-2 0 3 16,2 0-2-16,-1-1-1 0,-4 1 1 0,1 0-2 15,-4 0-3-15,-1 0 4 0,-1 0-2 0,-1 0 3 16,-4-1 1-16,-2 1 1 0,0 0-1 0,-5 2-1 0,5-2-3 16,-3 1-2-16,-5 1 3 0,1 0-3 0,-2 0 4 15,2-3-2-15,3 1-2 0,-1 0 1 0,-1 0 5 16,3 0-8-16,-3 0 7 0,5 0-8 0,-1-1 14 16,4 1-13-16,2 0 3 0,1 0-5 0,3 0 6 0,1 0-5 15,3 0 4-15,1-1-4 0,-2 1 3 0,0 2-4 16,3-2 2-16,-3 0-2 0,4 0 2 0,0-1 0 15,4 1-5-15,3 0 3 0,-1 0-3 0,1 0 4 16,-1 0 1-16,-3 0 2 0,5-1-2 0,3-1-1 16,-2 2 0-16,1 0 0 0,-1 0 1 0,0-2 3 15,0 0-4-15,1 0 2 0,-1 0-3 0,2 0-1 16,0 0 0-16,0-2 0 0,1 0 6 0,-1 0-7 16,0 1 5-16,0-1-6 0,0 0 10 0,0-2-4 0,0 2 0 15,1-1-2-15,-1-1-1 0,0 2 1 0,0 0-2 16,0 0 2-16,0 0 0 0,0 1 0 0,1-1 3 15,-1 0-3-15,0 0-6 0,0 0 7 0,0 0-3 16,0 0 3-16,0 1-6 0,1-1 5 0,1 0-4 16,0 0 4-16,0 2 1 0,0 0-3 0,0 0 2 0,0 0-4 15,0 0-4-15,0 2 8 0,0 0 0 0,0 0 1 16,0-1 1-16,0 3-2 0,0 5-1 0,0 10 0 16,0 1 1-16,0 3 3 0,1 1-2 0,1 0 0 15,0 0-2-15,-2-2 4 0,2-1 0 0,0 1 2 16,0-3-7-16,1 1 5 0,-1-1-3 0,2-3 3 0,-2 1-3 15,0-2 0-15,0 2 4 0,-1-4-4 0,1 1 4 16,0-1 0-16,0 0 2 0,0-1-2 0,0-1 2 16,0-4 3-16,-1 2-4 0,1-1 5 0,0-1-5 15,0-1-1-15,-2-2-2 0,0-3 1 0,0 1 3 0,0 0-1 16,2 2 3-16,0 0-3 0,0-1-5 0,-1-1 5 16,1 0-2-16,0 0 3 0,0 0-6 0,0 0 3 15,0-2-3-15,0 0 2 0,-1 0-2 0,1 0 3 16,0-2-1-16,0 0 2 0,0 0-7 0,0 0 4 15,0 0-1-15,-1 0 2 0,1 1 0 0,0-1 2 16,0 0 1-16,0 0-1 0,-2 0-2 0,0 0-1 16,0 0-1-16,0 1-1 0,0-1-5 0,-2 0 5 15,0 2-1-15,0 0 2 0,0 0 0 0,1 0 0 0,-12 5 0 16,-4 3-2-16,2 1 2 0,0 0 0 0,0-3-2 16,-3 13 1-16,3 1 1 0,2 4-5 0,0 0 4 15,5 2-5-15,-1 0 9 0,-2 2-5 0,2 2 2 16,-4-2-4-16,7 3 7 0,2-5-2 0,-1-2-1 15,3 2-1-15,-15-1-5 0,6-1 5 0,6-2 1 0,3 0 0 16,0-3 4-16,2 5-6 0,2-4 4 0,1-1-4 16,3-2 2-16,0-3 2 0,1 1-7 0,-1-2 5 15,1 0-6-15,-1-3 3 0,-5-1 3 0,20 0 0 16,-4-1 1-16,-1-1-4 0,7 0 1 0,-5-3-2 16,3 0 3-16,-1 1 1 0,-3-3 1 0,-1 0 0 15,5 0 3-15,-4 9-2 0,1 0-1 0,-1-3 1 16,-1-3-2-16,-1-1 1 0,2 0-3 0,0-2 2 0,-1-2 0 15,1 0 0-15,0 0 0 0,0-2 0 0,1-2 1 16,1 0 4-16,1-1-2 0,-1-3 0 0,-1-1-3 0,3-2-1 16,-1-2 2-16,1 7-1 0,-1-14 4 0,2-2 1 15,-1-6-1-15,-1 0 1 0,-1-2-8 0,-4 4 8 16,-2-2-4-16,-6 4 7 0,0-2-4 0,-3-2-4 16,5 6 4-16,-7-4-5 0,4 4-1 0,9 0 8 15,-4-4-3-15,-6 3 6 0,-3-1-7 0,-2 2-1 16,-2 0 0-16,-1-1 0 0,-5 1-1 0,-1 0 2 15,-4-2 0-15,0-1 1 0,9 1-1 0,-16 4-1 16,-6 1 3-16,0 3-3 0,0-1-3 0,-4 2 7 0,0 2-7 16,1 2 6-16,-1 5-7 0,4 3-1 0,0-14 2 15,2 8-1-15,0 5 3 0,1 4-7 0,-3 5 1 16,2 7-5-16,0 2-2 0,4-6-22 0,3 23-2 16,2 3-9-16,6-1-30 0,2 1-15 0,3-1-32 0,-15 2-2 15,10-1-165-15</inkml:trace>
  <inkml:trace contextRef="#ctx1" brushRef="#br0" timeOffset="194700.74">5435 5284 300 0,'0'0'46'0,"0"0"10"0,-2-2 27 16,0 0-32-16,0-2 18 0,0 0 2 0,1 1-2 0,-1-1 2 15,-2-2-3-15,0-1-13 0,1 1 0 0,1 3 0 16,0-3 1-16,0 2-3 0,-2-1-5 0,1-3-3 15,1 3-1-15,-2-3-5 0,2 3-2 0,2 1-6 16,-2-1 0-16,0-1-19 0,2 2-5 0,0 2-1 16,0 1-2-16,0-3-7 0,0 0 2 0,0 2 1 0,2 0 0 15,0 2 0-15,0 2 5 0,0 0-5 0,2 6 5 16,9 19 4-16,-4 3-6 0,-2 0 7 0,-1 1-5 16,-1 1 11-16,-1-6-12 0,-2 0 9 0,0-6-9 15,0 1 9-15,-2 1-9 0,0-3 1 0,0-5-3 16,0 1 2-16,0-5 4 0,0-1-5 0,0 0 4 15,0-3-2-15,0-1-2 0,0 3 1 0,0-3-2 0,0-1 3 16,0-2-31-16,0 0-2 0,0 1-15 0,0 1-31 16,0 0-22-16,0 0-26 0,0-3-13 0,0 1-225 15</inkml:trace>
  <inkml:trace contextRef="#ctx1" brushRef="#br0" timeOffset="195030.84">5336 5427 762 0,'0'0'18'0,"0"0"-2"0,-1 0 6 15,-1 0 7-15,0 0-8 0,0 0 17 0,0-2 6 0,0 0-6 16,0 2 6-16,1 0-11 0,-1 0-14 0,0 0 2 16,0 0-7-16,2 2 1 0,0 0 2 0,0-1-2 15,0 5 0-15,4 14-15 0,1 3 11 0,1-3-3 16,-1-1 8-16,1-3 4 0,0 1 2 0,-1-2 3 0,-1-6-2 15,0 0 2-15,-1-1-11 0,-1-4 1 0,0-1-4 16,4 1 7-16,3 2 0 0,0-3 0 0,2 1-2 16,0-4-7-16,2 0 4 0,0-4-4 0,2-3 4 15,0-4-9-15,-2 1 1 0,0-14-4 0,-2 4 3 16,2-6 1-16,-3 5-11 0,-3 5-2 0,-1 1-5 16,-1 6-20-16,-1 1-36 0,-2 1 4 0,0 3-17 15,-2 2-13-15,3-1-23 0,1 1-27 0,0 0-10 16,-2 2-207-16</inkml:trace>
  <inkml:trace contextRef="#ctx1" brushRef="#br0" timeOffset="195387.18">5515 5748 330 0,'0'0'19'0,"0"0"34"0,0 0 0 0,-2 0 10 15,0 0 13-15,0-2-6 0,0 0 5 0,0 0-17 16,1 0-2-16,-1 0-4 0,0 1-4 0,0-1-10 15,0 0 1-15,0 0-5 0,0 0-3 0,1 0 10 0,-1 0-5 16,0 1 7-16,0-1-13 0,0 0-1 0,0 0 0 16,0 0 0-16,1 0-2 0,1 0-18 0,0 2 1 15,0 0-6-15,0 0-4 0,0 2 5 0,0 0 0 16,0 6 2-16,-2 18 5 0,0 3-2 0,2 3-5 16,0 3 3-16,0 0 1 0,2-1-4 0,0 3 3 0,-1 0-6 15,1 2 3-15,2 2 0 0,0-10 2 0,-1 1-3 16,1-8-3-16,0-2 9 0,0 3-4 0,-1-3 5 15,1 2-11-15,0-4 13 0,-2-3-4 0,-1-8 8 16,1 1 0-16,-2-7 1 0,2 5-1 0,0-4 0 16,0-1-4-16,0 1 0 0,0 0 0 0,-1-1 0 15,1-1-3-15,0 0-1 0,0 0-2 0,0 0 1 16,0 0-2-16,0 0 6 0,-1-1 0 0,1 1 1 0,0-2-10 16,-2 0-16-16,0 0-18 0,0 0-2 0,0 0-66 15,2 0-77-15,0 0-76 0</inkml:trace>
  <inkml:trace contextRef="#ctx1" brushRef="#br0" timeOffset="195885.92">5569 6370 166 0,'0'0'39'0,"0"0"0"0,0 0 11 0,-2 0 1 0,0 0-5 16,0-2 44-16,0 0-18 0,0 2 7 0,-1 0-14 16,-1 0-8-16,2 0-18 0,-7 0 3 0,1 0-10 15,1 0-6-15,3 0-1 0,-1 0-1 0,3 0 2 16,-2 0 5-16,0 0-4 0,1 0-1 0,-1 0-1 15,0 0-8-15,2 0 0 0,0 0 0 0,1 0 0 16,-1 0 4-16,0 0 2 0,0 0-3 0,2 0 2 16,0 0-5-16,0 0 0 0,0 0 1 0,2 0-1 0,0 0 4 15,0 0-16-15,-1 0 8 0,3 2-12 0,0 0 5 16,0-2-1-16,10 3 0 0,3 1-1 0,-2-2-4 0,5 0 5 16,5 0-5-16,1 0 6 0,5-1-6 0,12-1 4 15,-4 0 0-15,11 0 2 0,2-1-2 0,-4 1 0 16,8-2-5-16,-8-2 3 0,0 2-2 0,1-2-2 15,-1-1 5-15,2-1-3 0,6-3 6 0,3 2-6 16,6-6 0-16,10-4-2 0,-1 0 8 0,0-5-2 16,-2 3 0-16,-7 1-1 0,-5-3-3 0,-4-1 1 15,-4 0 2-15,-4-1 1 0,0 1 4 0,-3 4-8 16,1-1 2-16,-5 6-3 0,0 4 7 0,-6 1-5 0,4 3 5 16,-7 5-5-16,-5 0 3 0,-2 4 0 0,-12-1-5 15,1 3 2-15,-4-1-23 0,1 3-6 0,-2-1-12 16,-7 2 2-16,5 12-49 0,-1-4-149 0</inkml:trace>
  <inkml:trace contextRef="#ctx1" brushRef="#br0" timeOffset="197729.42">5602 5735 256 0,'0'0'64'0,"0"0"-25"0,0 0 41 15,0 0 7-15,0 0-34 0,0 0 3 0,0 0-12 16,0 0 1-16,0 0-2 0,0 0-4 0,0 0-11 0,0 0-2 15,2 0-4-15,0 0-6 0,0 0 10 0,-1 0-1 16,3 0 1-16,4 0-14 0,5 0 9 0,3 0-4 16,-3 2 6-16,0-1-6 0,4 3 3 0,-6 0 0 15,6 1 1-15,1 3 0 0,-1 1-3 0,0 0-4 16,-8-1 1-16,2 5-6 0,4 11-2 0,-2 2 5 0,2 6-5 16,-6 1-3-16,4 8-1 0,-5 0-2 0,-1 7 3 15,-3 2 7-15,20-2-4 0,-7 8-2 0,-10 0 0 16,-3-1-5-16,-2-3 4 0,-2-3 3 0,-2-3-1 15,-4-3 3-15,-1 0-5 0,-2-1 1 0,3-3-1 16,-1 0 4-16,-1 0 5 0,3-4-3 0,-7 1 2 16,1 1-10-16,0 0 7 0,0 6 1 0,0-1 0 0,-2-4-5 15,0 2 4-15,2-4-3 0,-2 1 3 0,2-2-2 16,-1-1-7-16,3-3 3 0,0-1-3 0,-2-2 3 16,1-2 11-16,1-4-8 0,2-5 8 0,-1-1-8 0,3-1-2 15,-1-4 7-15,1 0-5 0,1-1 8 0,0-1-4 16,0-2 0-16,3-1-1 0,-3 1 3 0,0 1-11 15,0-1 1-15,1 1-3 0,-1-1-1 0,-2 2 7 16,3-1-4-16,-3 1 4 0,2 0-6 0,1-1 1 16,-1-1-1-16,2-1 1 0,0-1-3 0,0-1-1 15,2-2 1-15,0 0-3 0,0 0-15 0,0 0-28 16,-1 1-8-16,-1 1-9 0,0 0-53 0,0-1-27 16,0-1-20-16,0 0-8 0,2 0-134 0</inkml:trace>
  <inkml:trace contextRef="#ctx1" brushRef="#br0" timeOffset="198001.48">5457 7218 603 0,'0'0'22'16,"-2"0"-6"-16,0 0 34 0,1 0-3 0,-1 0 4 15,-2 2 6-15,0 0 13 0,2-2 2 0,-5 6-1 16,0-1-20-16,-1 8-17 0,6 2-1 0,-1 2-6 0,1-1-6 15,-9 1 2-15,1 2-1 0,5-3 2 0,1 1-9 16,2 0 10-16,2-4 0 0,0-2 5 0,2 0-6 16,0-2 5-16,0-1-6 0,1-3 6 0,-1-1-2 0,9-2-7 15,10 13-5-15,1-4-1 0,2-6-15 16,0-3-2-16,2-2-6 0,0-2-4 0,0-1-57 0,6-1-130 16,3-3-122-16</inkml:trace>
  <inkml:trace contextRef="#ctx1" brushRef="#br0" timeOffset="198777.78">6259 7959 197 0,'0'-2'0'0,"0"0"2"0,0 1-12 0,0-1-1 16,0-17 3-16,2 1 55 0,-2 1 89 0,0 4 2 15,0 2 25-15,2-6-2 0,-2 0-31 0,0 1-7 16,0-1-8-16,0 4-35 0,0 2-26 0,0 0 1 16,-2-4-10-16,0 4-2 0,0-1-9 0,1 5-2 15,-1 1-2-15,0 1-5 0,-2-1-5 0,0 3 2 16,1-1-4-16,-7-2-5 0,-1 3 2 0,-5 1-6 0,-1 2 4 15,-2 5-13-15,-5 10 6 0,2-6 1 0,1 25 0 16,-1 1-7-16,0 2 3 0,-2 2-3 0,0-2 6 16,-1-3-3-16,3-6-1 0,5 1 0 0,8-5 0 15,6 4-5-15,-12-5 6 0,5-5-6 0,7-3 5 16,1-4-9-16,2-2 9 0,0-1 1 0,0-6 2 16,2 1-5-16,11 5 6 0,11-1-1 0,0-5 3 0,0-4-2 15,0-5-2-15,0-8 2 0,0 4-2 0,-3-21-4 16,-1-5 5-16,-1 2-7 0,-1 7 6 0,-5-3-1 15,2 6-3-15,-2 1 1 0,-3-2-1 0,1 6-4 0,-6 7 4 16,3 0 2-16,-5 9 2 0,1 2 1 0,0 0 5 16,0 1-5-16,-1-1 7 0,1 2-6 0,0 0-2 15,-1 2 2-15,1-1-2 0,0 27-7 0,-2 8 5 16,0-1-5-16,-1 4 5 0,1-2-1 0,0 2 3 16,0 0-3-16,18-4 2 0,-7 0-7 0,-5-1 8 15,-4-3 1-15,-4 1 3 0,0-4-5 0,-4-2 6 16,-2-4 0-16,-1-1 3 0,-1-5 7 0,1-1 3 15,0-2 2-15,5-4 2 0,-13 1 10 0,0-7-6 0,-2-1-1 16,4 8-2-16,-2-1-4 0,1-4-2 0,1-1-1 16,1-2 0-16,-2-2-6 0,1 0-1 0,-2 0-7 15,2 0 5-15,7 0-5 0,2 0-5 0,1 0 8 16,-1 0-8-16,0 0-3 0,1 0-8 0,-1-2-6 0,2 0 1 16,0 0-14-16,0 1-11 0,0-1-1 0,2 0-5 15,2 0-13-15,0 0-27 0,2 2-4 0,16-7-8 16,4-1-19-16,1 1-53 0,-1-1 2 0,0-1-22 15,2 0-15-15,-4 0-44 0,4-3 14 0</inkml:trace>
  <inkml:trace contextRef="#ctx1" brushRef="#br0" timeOffset="199188.13">6419 8265 5 0,'2'0'14'16,"0"-1"-3"-16,0-1 76 0,1 0 2 0,1 0 19 0,-2 2 0 15,3-4-1-15,-3 2-8 0,0-3 4 0,2-1-18 16,-2 3-4-16,0-1-1 0,-2 2 1 0,0 0 1 16,3-2-12-16,1 1-5 0,0 1-3 0,-2 0-25 0,-1 0-4 15,1 2-2-15,0 0-2 0,0 2-11 0,0 2 0 16,-2 9-1-16,0 11 0 0,0-2 0 0,0 2-2 15,-2 0 2-15,0 1-3 0,-2-3 0 0,1-4 6 16,-1-1 2-16,0-4 3 0,2-2 5 0,1-3-10 16,-1-3 3-16,2-3-4 0,-2 2 1 0,0 0 0 15,0-3-2-15,2 1 1 0,0 0-9 0,0 0-4 16,0-2 3-16,0-2-3 0,2 0-2 0,-2 0-3 16,9-22-1-16,1 0 0 0,-1 0 5 0,0 2-4 0,-1 3-1 15,-1 4-2-15,0 2-3 0,-1 4 6 16,-4 5 0-16,2 1 3 0,-3 3-7 0,7-6 2 0,-1 2-2 15,1 2 3-15,-1 2 1 0,2 0 2 0,-1 0 2 16,-3 2-1-16,-1 0-4 0,0 0-1 0,-2 4 3 16,-1 5-2-16,5-4 4 0,1-1 7 0,1-3-6 0,-1-1 7 15,-1 0-6-15,-1 2 3 0,5 1 3 0,1 1-2 16,-2-4-2-16,-1-2 0 0,-1 0-4 0,4 0 4 16,-2-2 0-16,3 0-1 0,-1 0 1 0,-6 2-2 15,6-2 6-15,-5 2-10 0,-2 0 3 0,-1 0-5 16,3 0 0-16,3 2 7 0,-3 0-6 0,1 2 4 15,-1 0-17-15,-2-3-13 0,3 1-11 0,-3 8-2 16,3 1-49-16,1-6-36 0,-1 1-5 0,2-2-21 16,1 3-112-16</inkml:trace>
  <inkml:trace contextRef="#ctx1" brushRef="#br0" timeOffset="199561.67">6928 7721 1034 0,'0'0'10'0,"0"0"2"0,-2 0 24 16,0 0-6-16,0 0 9 0,0 0 1 0,0 0-8 15,1 2-1-15,-1 0-2 0,0 2-12 0,-7 24-2 16,3 3 1-16,4 5-2 0,2-1-9 0,0 2 6 0,4 0-7 16,-2-2 7-16,1-1-1 0,1-3 6 0,0-1-3 15,0-2 3-15,-1 0-5 0,1-2 0 0,0-2 5 16,-1-2-3-16,1 0 6 0,0-1-5 0,0-4 3 15,-3-3-4-15,3 1 5 0,0-4-3 0,0 1-3 0,-3-5 2 16,1-1 8-16,0-3 3 0,0 1 3 0,0 0-1 16,0-2 3-16,0-1-12 0,-1-1-1 0,3-1-3 15,0-3-3-15,11-20-8 0,0-12 4 0,-2-1-5 16,-4-2 8-16,-2 0-2 0,1-2 1 0,-1-5-3 16,1-2-6-16,-1 3 12 0,0 3-4 0,1 3 6 15,-1 7-7-15,-1 8-1 0,-1-2 1 0,-3 9-1 0,0 4-4 16,0 0-7-16,-2 6-5 0,0 3-2 0,0 2-37 15,0-2-55-15,0 1 6 0,0 1-23 0,0 0-14 16,0 0-144-16</inkml:trace>
  <inkml:trace contextRef="#ctx1" brushRef="#br0" timeOffset="201830.19">7338 8254 256 0,'0'0'146'16,"0"0"-65"-16,-2 0 61 0,0-2 8 0,0 1-93 0,1-1 3 16,-3 0 5-16,0 0 3 0,0 0 1 0,1 0-8 15,-1 0-13-15,0 1-5 0,1-1-1 0,-1 0-5 16,-2-2-3-16,1 0 0 0,1 3-4 0,0-1-15 16,-1 0 5-16,-1 0-1 0,-1 2 3 0,-1 0-12 0,1 0 10 15,-1 4-8-15,-3 3 8 0,0-5-5 0,2 17 6 16,3-1-5-16,1 1 5 0,-1-3-10 0,3 1-2 15,-1-2 3-15,-5-2-5 0,1-2-4 0,4-2 2 16,1 1-5-16,1-1 3 0,2-2-8 0,0-3 4 16,0 2-5-16,0-4 3 0,4 1-18 0,12 8-26 15,7-3-8-15,4-4-9 0,5-6-49 0,3-6-104 16,0-5-113-16</inkml:trace>
  <inkml:trace contextRef="#ctx1" brushRef="#br0" timeOffset="202256.13">7607 8225 890 0,'0'0'24'0,"0"0"28"16,-2 0-2-16,1 0 8 0,-1 0 1 0,0 1 1 15,0 1 0-15,0 0-23 0,0 0 2 0,0 0-10 16,1 0-15-16,-1 0 3 0,0-1-2 0,2 1 4 16,0 0 1-16,0 0 3 0,0 0 0 0,0 0 3 15,2 0 11-15,0-1-9 0,-1-1-2 0,1 0-3 16,2 0-9-16,0-1-1 0,-2 1-1 0,3-2 0 0,-1 0-3 15,1-2 1-15,-1 2-4 0,-2-5 2 0,4-1-4 16,-1-1-1-16,-1 0 5 0,0 0-4 0,-3-1 7 0,-1 5-8 16,0-3 2-16,0 5-4 0,0-1 6 0,-1 0-6 15,-3 0 1-15,0 3-2 0,-11-9 5 0,-3 3-6 16,-5 3 4-16,1 4-5 0,2 0 4 0,1 4 2 16,1 1-2-16,-1 3 2 0,-5 5-5 0,5 0-2 15,3-9-1-15,1 22 1 0,7-2 8 0,1 4-5 16,-1-1 4-16,7 1-4 0,-5-2-5 0,-11 0 7 15,8 2-2-15,5-4 4 0,4 4-3 0,2-7 2 16,4 1-1-16,-1-4 1 0,5-1 2 0,-1-2 2 16,-4-4 3-16,20-2 0 0,-5-7 8 0,6 0-8 0,0 15 7 15,2-8-6-15,0-5 5 0,-2-4-10 0,2-4-1 16,-6-3-1-16,2-3 0 0,2-4-4 0,-2 10-6 16,4-20-1-16,-4 0-46 0,-2-1-130 0,3 3-140 15</inkml:trace>
  <inkml:trace contextRef="#ctx1" brushRef="#br0" timeOffset="203935.7">29385 3952 8 0,'-2'-2'0'0,"0"1"8"0,0-3 86 16,-1-2-27-16,-5-9 5 0,-3-1-25 0,2-1-2 16,-2 2-5-16,1 0 2 0,1 2-9 0,0-3-8 15,3 1-13-15,-3 4 3 0,0-6-8 0,-3 6-5 0,5 1 2 16,-2-1 4-16,-1 6-1 0,-1-3 11 0,-2 3-5 15,-2 3-7-15,-5-13 3 0,3 6-5 0,-1 1 9 16,-3 5 3-16,3 1 0 0,-8 2 2 0,3 0 2 16,-1 0 1-16,-5 2-1 0,3 1-6 0,-4 5 3 15,-5 1-9-15,-1 2 7 0,1 0-7 0,0 0 2 16,1 1-3-16,7 1 1 0,-3 1 2 0,4 1 2 16,2-9 1-16,-2 14-1 0,2 4-6 0,1-1 7 0,1 3-4 15,2 0 2-15,-1 2-12 0,3 1 7 0,-1-1 1 16,4 4 2-16,-2 3-9 0,4 0 1 0,4 4-1 15,0 0 1-15,0 2 3 0,5 2-1 0,-2 1-2 16,4 1 0-16,-20-1 4 0,9 3-7 0,6-3 5 0,7 5-5 16,0-3 6-16,3 1-5 0,3-5 3 0,1-6-3 15,3-5 9-15,1-1 3 0,2-1-8 0,4 1 7 16,-1-2 3-16,-12-4-6 0,20 2 7 0,4-2-8 16,2 2 2-16,3-2-1 0,2 2 4 0,4-1-4 15,4-3-4-15,5 2-1 0,1-2 4 0,1-3-2 16,-2-4 4-16,0-4 0 0,-1-4-3 0,-3 1 3 15,1-5 3-15,-6 20-1 0,-2-12 1 0,-2-7-1 16,-3-4-3-16,-1-4 4 0,-1-5 0 0,4-4 3 0,-3-4 1 16,4-4 3-16,4 16-7 0,-2-23 6 0,2-2-11 15,4 1 6-15,-2-1 0 0,-4 2 1 0,0-2-10 0,-1 4 2 16,-5-2 2-16,-1-1 0 0,-8 1 1 0,-11-6 3 16,-3 1-3-16,-1-4 5 0,-5-6 9 0,22 1-4 15,-11-10 2-15,-11-4-4 0,-8 0-3 0,-5-3 8 16,-4 5-7-16,-1 2 7 0,-3 0-4 0,-1 4-1 15,-1 1 6-15,1 5-5 0,-2-1-2 0,20 2-3 16,-26 0-3-16,-6 2 1 0,1-2 6 0,-2 2-9 16,1 6 5-16,-1 1-6 0,3 6 8 0,-1 8-6 15,-4 1 2-15,2 4-3 0,-2 6 3 0,-2 1-4 0,-2-16-2 16,-8 11 0-16,-1 9 0 0,2 4 0 0,-2 3 0 16,5 8-1-16,3 4-4 0,-7 5-1 0,10 0 2 15,-7-16-1-15,9 20 2 0,3 6 0 0,3-6-1 16,9 1 1-16,-1 1-2 0,7 2-3 0,1-2-2 15,2 2-2-15,2 1-23 0,3 4-53 0,4 1-10 0,-18 3-23 16,9 3-112-16</inkml:trace>
  <inkml:trace contextRef="#ctx1" brushRef="#br0" timeOffset="205873.21">6235 4545 256 0,'0'0'78'15,"0"0"-28"-15,0 0 43 0,0 0 17 0,-2 0-37 16,0-2 6-16,1 0-5 0,-1 0-5 0,0 0 0 15,0 0-19-15,0 0-3 0,0 1 7 0,0-1-6 16,-1 0-2-16,-1 0-15 0,0 0 0 0,1 0-4 16,-1 0 10-16,0 1-1 0,0-1 1 0,1 0-2 0,1 2-4 15,-6-4-3-15,3 0-3 0,1 3 0 0,0-1-9 16,3 2 1-16,-1 0-2 0,0 0-1 0,-2-2-13 0,0 2 1 16,3 0 0-16,-3 0 1 0,2 0 0 0,0 0-3 15,-2 2-3-15,1 0 1 0,-1-1 4 0,2 3-2 16,-2 2 6-16,-1 9-6 0,1-1 3 0,0 3 4 15,3-2-8-15,-1 2 6 0,2 3-8 0,0 1 11 16,2 1-3-16,1 0 5 0,1-3-3 0,-2 1-3 16,2 1-1-16,-3-5-1 0,1 1 1 0,0-2 5 15,-2-2 0-15,0 0 0 0,0-2-2 0,0 0-1 16,0-2 6-16,2 2-4 0,-2-3-2 0,0-1 6 0,0 1-7 16,0 1 6-16,0-2-8 0,0 1 1 0,0-1 4 15,0-1-2-15,0 1 7 0,0 1-10 0,0-3 6 16,-2 1-6-16,0-1 18 0,2-1-6 0,-2 2-2 15,2-4-1-15,0-1 0 0,0 1 1 0,-1 2 1 16,-3 0-1-16,0-1 0 0,0 1-2 0,3 0-2 0,-1-2 0 16,-2 0-9-16,2-1 2 0,-2 1-1 0,1 0 3 15,-1 0-4-15,2 0 4 0,0 0 0 0,0 0 1 16,1-1-4-16,-1 1-1 0,0 0-2 0,0 0 1 16,0 0-4-16,0 0 0 0,0 0 4 0,1-1-2 15,-1 1 0-15,2 0 0 0,0 0-1 0,0 0 2 16,0 0-2-16,0 0 6 0,2-1-3 0,-1 1 3 0,1 0-8 15,2 0 9-15,2 0-5 0,10 2 7 0,-3-3-4 16,4 1 0-16,0-2-1 0,-1 0 0 0,3 0 3 16,-4 0-5-16,2 0 6 0,-4 0-7 0,0 0 7 0,-2 0 1 15,-2 0-2-15,-2 0 0 0,1 0-5 0,-4 0 7 16,-1 0 3-16,-1 0 2 0,2 2 2 0,0 0-2 16,-1 0-1-16,-1 0 1 0,0 0 4 0,0 1-3 15,0 1-2-15,-2-2 1 0,0 5-4 0,0 3-1 16,-2-1 1-16,0-2-1 0,-4 6 3 0,-1-2-2 15,0 1 2-15,3-1-2 0,-13 2-1 0,4-4-1 16,0 2-2-16,2 0 0 0,-2-1-1 0,2 1 4 16,0-2-1-16,1 2 2 0,1-2-6 0,2-1 0 0,-1 1 1 15,5-1 0-15,-3 1 1 0,2-4-1 0,1 3-1 16,-7-3 1-16,7 1 0 0,1-2-1 0,0-1-1 16,-2 3-2-16,2-2 4 0,0 1-1 0,1 3-2 15,1-5 1-15,0 1-2 0,0 0 2 0,0 0 0 16,1-1 1-16,1 1 4 0,0 0-7 0,2-1 6 0,0 1-6 15,5 2 4-15,6-1 0 0,1-1-4 0,1 0 3 16,0-2-6-16,0-2 13 0,1 0-6 0,-1 0 8 16,-4-2-8-16,0 0 1 0,-2 0-1 0,-2 0 2 15,-1 2-8-15,-3 0 5 0,-1 0 1 0,-2 0 1 16,2 0 1-16,-1 0 6 0,1 0-5 0,-2 0 5 0,0 0-8 16,0 0 5-16,-1 2-4 0,1 0 6 15,-2 0-12-15,0 1 5 0,0 1-1 0,-5 15 1 0,-3 3 0 16,1 2-1-16,-1 2 3 0,1 0-3 0,1-4 1 15,1 4 1-15,1 0-4 0,0 0 3 0,3 0-5 16,-1-2 0-16,2 2 5 0,0-3-1 0,0 1 5 0,2 2-4 16,1-2 0-16,3 0 0 0,1 2 1 0,1 0-2 15,-1-2 0-15,1 0-2 0,-1-1 4 0,2 1-1 16,1 2 1-16,-3-4-1 0,0 2 4 0,-1-5-7 16,1 1 3-16,1 3-4 0,-3-5 4 0,1 2 7 15,-2-3-4-15,-1-4 5 0,1-2-8 0,0 0 8 16,-2-1 4-16,0-1-2 0,-1-3 1 0,1-1 6 0,0 1-6 15,-2-3 8-15,0-1-8 0,2 4-2 16,-2-4-1-16,2 1-1 0,-2-1-4 0,2 2 5 0,0 0-5 16,-1-1 5-16,1 1-10 0,0 0 1 0,0-2 2 15,0 0-1-15,0-1-1 0,0 3-7 0,-1-2-10 16,-1 0-1-16,0 0-45 0,2 0-97 0,0-1-5 0,0 1-39 16,0-2-111-16</inkml:trace>
  <inkml:trace contextRef="#ctx1" brushRef="#br0" timeOffset="209698.55">7065 5471 456 0,'0'-2'16'0,"0"0"15"16,0 0-2-16,0-1 12 0,0-1 3 0,0 0 7 16,0 2 30-16,-2-5-14 0,0 2 7 0,1-1-11 15,-1 0-9-15,0 1-2 0,2 3-8 0,0 0 5 16,-2-2-12-16,0 1-2 0,0 1 2 0,0 0-4 0,1 0-3 15,1 0 3-15,0 0-8 0,0 1 6 0,-2 1-12 16,0 0 0-16,2 1 2 0,-2 3-2 0,-2 15 0 16,1 7-6-16,1 0 3 0,0-2-5 0,2-2-3 15,0-5 9-15,0-1-7 0,0-3 8 0,2-3-3 0,0-1-2 16,-1-2 3-16,1-3-4 0,0 0 0 0,7 3 10 16,10 3 2-16,0-5 3 0,5-5 0 0,2-2-2 15,-2-5 2-15,6-6-3 0,-1-4-9 0,-3 15-2 16,2-20-2-16,-6 0 1 0,-3-2 7 0,-6 5-1 15,-4 0 2-15,-5 3-1 0,-2 5 7 0,9-6 2 16,-6 4-4-16,-3-4 2 0,-2 1-17 0,-3 3-4 16,-5 0-2-16,-3 0 0 0,-21 3-2 0,-1 5-33 0,1 1-16 15,3-15-13-15,-3 8-109 0,4 8-208 0</inkml:trace>
  <inkml:trace contextRef="#ctx1" brushRef="#br0" timeOffset="211625.9">6683 4964 720 0,'0'-2'0'0,"0"0"0"16,0 1 7-16,0-1 9 0,0-2 5 0,0-3 19 15,0-5 5-15,0 1 5 0,-2-2 3 0,2 4-5 0,-2-2-9 16,0 0-1-16,0 3 4 0,0 1-2 0,-1-1 2 16,-1 3 1-16,-2-3-3 0,4 5 3 0,-11-3-6 0,0 4-9 15,-5-11 1-15,-1 4-4 0,3 4-8 0,-7 1 13 16,5 2-9-16,-3 2 8 0,5 2-22 0,1 2 0 15,0 1-4-15,4 1 3 0,0 1-4 0,3-1 2 16,1 1-3-16,1 10 2 0,4-2-2 0,-9-1 4 16,2 1-2-16,3-2 0 0,3-2-6 0,1 1 4 15,2-1 1-15,0-4 1 0,0 1-4 0,0-3 5 16,0-1-4-16,0-2 5 0,4 1 0 0,1 1 2 16,12 5 1-16,5-1-2 0,0-6-6 0,1-2 4 15,3-4-1-15,0-3 1 0,-2-3-4 0,-4 1 0 0,-3 0 2 16,0-2-1-16,-4 1 5 0,0 1-1 0,-2 2 0 15,-9 7 1-15,3-4 4 0,-1 0 5 0,0 0-2 16,-1 3 4-16,1-1 1 0,0 0 2 0,-1 2-2 16,1 0 3-16,-2 2-1 0,0 1-9 0,5 20-1 0,1 8-4 15,-5 5-9-15,-1-1 4 0,-2 2 4 0,-2-2 0 16,1 1 2-16,-1-3-4 0,0-3-2 0,-2-2 0 16,0-2 4-16,1-2 6 0,1-2 2 0,0-5 3 15,0-2 16-15,2-6 0 0,0-4 3 0,-2 3-5 16,0-4-9-16,-1 3 1 0,1-1-6 0,0-3 5 15,-4 3-7-15,-8-4-7 0,2 3 5 0,-2 6-6 0,-1-3 0 16,-6-1 0-16,-3-1-6 0,8-2 4 0,-1-3-10 16,4 1 7-16,5-2-1 0,-3 0 2 0,9 0-3 15,-1 0-7-15,-1 0 0 0,0 0-2 0,1 0 1 0,-1 0-24 16,0 0 1-16,2 0-14 0,0 0-46 0,1 0-40 16,-1 0-12-16,2 0-10 0,0 0-53 0,2 0-112 15</inkml:trace>
  <inkml:trace contextRef="#ctx1" brushRef="#br0" timeOffset="211877.59">6950 5202 481 0,'0'0'84'0,"-2"0"167"0,0 0-211 0,0-2 27 0,1 2-4 16,-3 0 13-16,0 0 6 0,-7 0-13 0,-4 0-1 15,2 2-6-15,-2 2-19 0,4 3-14 0,-2 2-2 16,4 27-3-16,0-5-5 0,1 6 7 0,3-7-1 0,3 0 4 15,-17 1 1-15,10-7-1 0,3 2 4 0,6-9-3 16,0-4-3-16,2 0 4 0,2-4-5 0,0-1 5 16,-3-5 0-16,7 3 6 0,9 3-1 0,-3-3 3 15,3-4-8-15,-2-2-8 0,0-4-3 0,0-2-1 16,-2-1-13-16,-4 0 6 0,-3-1-2 0,5-7 2 16,-2-1-16-16,-3-1-24 0,-5 6-53 0,-1 0-7 15,0 1-326-15</inkml:trace>
  <inkml:trace contextRef="#ctx1" brushRef="#br0" timeOffset="-160112.02">18018 4680 46 0,'0'0'0'0,"0"-2"3"0,0 0 39 0,0 1 2 16,0-1 15-16,0 0 1 0,0 0 10 0,0-2 0 16,0 1-5-16,0-1 1 0,0 2-11 0,0-4-5 15,0 3 6-15,0-1-6 0,0 2 11 0,-2-2-26 16,0-1 6-16,0 1-13 0,-1-3 8 0,3 5-8 0,-2-2-2 15,0 0-2-15,-2 3-3 0,-1-3-3 0,1 2 0 16,-2-2-2-16,3 2 3 0,-3 1-8 0,1-1 3 16,-1 0-5-16,0 2 8 0,1 0-15 0,-1 0 8 15,1 0-10-15,1 0 6 0,0 2 4 0,1 0-2 16,1-2 3-16,0 1 0 0,-6 9-2 0,1 3 1 0,1-2-3 16,3 0-7-16,1-2 11 0,0 1-7 0,2-3 8 15,0 2-9-15,0 1 4 0,0-1 6 0,0 6-1 16,2-2 8-16,0-2-8 0,0-2 1 0,1 0-2 15,1 1 5-15,0-1-13 0,-2-3 7 0,-1-3-8 16,1 1 15-16,2-2 0 0,7 7 5 0,2-1-1 16,2-1 17-16,-2-3-16 0,0-3 2 0,2 1-8 15,-2-2-3-15,3-2-2 0,1-3 2 0,0-1-1 0,-2-1-2 16,1-4-6-16,1 0 2 0,-2 7-3 0,-2-15 5 16,-4 1-5-16,1-3 0 0,-3 3 0 0,0 1 8 15,1 2-12-15,-6-3 4 0,9 1-5 0,-4 4 7 0,1-4 1 16,-5 6-6-16,-1-4 2 0,-2-3-3 0,0 3 0 15,-2 2 4-15,-1 0-2 0,-1 5 5 0,2 5-5 16,-2-3-3-16,1 4 1 0,-16-11 1 0,-1 4 1 16,-4 3 1-16,3 5-2 0,3 1-7 0,-1 1 4 15,4 3 2-15,0 2 1 0,0 1 3 0,2 2-5 16,4-5-2-16,-4 15-1 0,6 3 5 0,-1-2-1 16,3 6 1-16,-1 0-3 0,3-5 1 0,-1 3-2 15,2-5 5-15,-13 1-3 0,6-1 1 0,1-1 0 0,5-3 1 16,1 0 0-16,2-2 0 0,0 0 1 0,0 2-1 15,0-4 3-15,2 2-1 0,0-2 1 0,1-2-4 16,1 2 3-16,0-3-6 0,-1-1 4 0,1-1 2 16,-2-3 1-16,7-1 1 0,2 0-4 0,4 9-2 0,-4-3 0 15,10 1 2-15,-3-3 2 0,5-3 2 0,-5-3-2 16,-7 0-1-16,6-2 0 0,-8 1 2 0,10-7-2 16,-4 1-1-16,-6 1 1 0,4-3 2 0,-7 5-1 15,3-7-2-15,-7-6 7 0,9 1-9 0,-2-3 9 16,-3 4-7-16,-3-1-1 0,-1 1 1 0,-2-6-1 15,-2 6 1-15,1 2 4 0,-5-1-3 0,2 2 4 16,-1-1-5-16,-3 2-2 0,5 6 2 0,-7-1 0 16,-6-5 5-16,-3 0-4 0,-1 2 0 0,1 3-3 0,-1 2-6 15,5 2 8-15,0 2 0 0,4 0 2 0,-2 0-2 16,3 2 0-16,1 2-5 0,-2 2 4 0,6-3-1 0,1-1-3 16,0 17 7-16,0-4-4 0,-7 1 4 0,2 1 1 15,2 0-7-15,1-2 4 0,2-1-3 0,2-1 5 16,2 0 1-16,0-1 2 0,2-1-5 0,0-4-3 15,2 2 4-15,-2-3-4 0,0-2 6 0,3-1-1 16,12-1-1-16,7 0 1 0,-4 13 1 0,-3-6-3 16,5-1 2-16,-5-5-2 0,2-1 4 0,5-2-2 15,-6 0-3-15,6-4 1 0,2-1-3 0,-5-3 6 0,1-3 0 16,-3 2 1-16,-4 0-9 0,-2-1 9 0,-4 5-4 16,0-10 5-16,0-2-5 0,-3-1 3 0,-2-3-2 15,11-1 3-15,-6 2-8 0,-5-1 6 0,-4 6 3 16,0-1 0-16,-2-1-5 0,-2 2 1 0,-3-2-1 15,1 8 1-15,-5-2-1 0,-13 5-1 0,-2 1 3 16,-2-1-2-16,2 4 0 0,-6 1 5 0,1-18-7 0,-1 8 5 16,-3 7-3-16,5 4 0 0,2 4 4 0,2 1-4 15,6 3 4-15,1-1-2 0,3 1-1 0,1 1 0 16,2 0-9-16,5 2 7 0,3 8-3 0,3 1 5 16,-13 1-4-16,8-6 5 0,1 0-5 0,2-1 5 15,3-1-10-15,-1 2 8 0,2 0 2 0,0-2 0 16,3 2-2-16,1-4 1 0,0-2 1 0,1 3 1 0,-1-5 1 15,-2 0-3-15,13-1-1 0,3-1 0 0,-3-1 2 16,4 0-4-16,1 0 0 0,-1-3-1 0,1 1 4 16,4 15 0-16,-1-6 1 0,4-3-2 0,-2-7 5 0,-5-1-4 15,2 0 0-15,-1-3-1 0,3-3 3 0,-2-1 2 16,-1-1-3-16,-7 1 2 0,-2-1-8 0,-1 1 4 16,-4-2 0-16,1-12 3 0,-3 1 0 0,-3-2-1 15,0 1 1-15,13 1-1 0,-6-1-2 0,-2-1 1 16,-5-2 2-16,-2 5 0 0,-3-5 4 0,-3 6-7 15,-3-3 0-15,-2 5-1 0,-4 3 4 0,-9 1-3 16,-2 5 0-16,-6 0-1 0,-1 3 4 0,-1-17-6 0,3 10 5 16,-3 4-6-16,4 3 4 0,1 4 2 0,1 4-4 15,4 3 2-15,3 3 0 0,1 1-1 0,1 2 1 16,3-11-1-16,5 18 1 0,-1-1 0 0,5 1 0 16,3-1 0-16,-7-3 2 0,0 7-5 0,4-5 2 15,3-1-3-15,4 1 7 0,0-5-4 0,2 2 1 0,3 0-4 16,1-2 4-16,1-2 0 0,-5-1 1 0,17-1-1 15,1-2-2-15,-1-1 1 0,3-1 1 0,0 1 0 16,1-4 6-16,-1 0-5 0,2 1 1 0,2 14-2 16,2-4-3-16,3-4 2 0,-3-5 1 0,2-4 1 15,-4 0 6-15,0-2-4 0,-2-3-3 0,-2-1-1 16,-1-1 5-16,-6-1-7 0,1-1 10 0,-5 2-9 16,-1 5 4-16,-3-15-1 0,-3-2-1 0,0 3 0 0,9-3 11 15,-4 2-8-15,-4 1 1 0,-1-1-4 0,-4 0-2 16,-2 1 3-16,0 6 3 0,-1 1 1 0,-3 0-3 15,-5 3-2-15,-13-1-2 0,-2 5 2 0,0 0 4 0,-2-15-3 16,2 10 3-16,-9 5-4 0,3 2-4 0,-3 6 5 16,-2 5-1-16,11 0 2 0,-4 6-5 0,10-16 4 15,-1 22-1-15,5-3 2 0,6-1-8 0,3-3 4 16,1 3 1-16,-7 0 1 0,6-6 4 0,1 1-5 16,4-1 1-16,2-1-1 0,0-3 0 0,2-2 3 15,2 3-1-15,0-5 3 0,12 2-9 0,5-1 8 16,1-2-4-16,-5-1 6 0,7-1-3 0,2 0-3 0,-2 0 3 15,2 15-2-15,-4-8 0 0,-1-3-3 0,1-3 2 16,-9-3 0-16,7 0 10 0,-3-2-8 0,-2 1 2 16,0-3-3-16,-4 0 4 0,-5 2 1 0,-1-1-1 15,1-1 1-15,-4-7-5 0,-1-4 0 0,12-4 0 0,-3-1-1 16,-3-2 3-16,-5-2 1 0,-2 1-2 0,-4 1 2 16,-3 2-4-16,-2 3 4 0,-1 2-2 0,7 4 3 15,-16 0-7-15,-5 1 1 0,2 1 2 0,-4 5 0 16,-2-14 0-16,4 9 0 0,-1 3 0 0,5 6-1 15,0 0 1-15,-1 2-5 0,4 3 2 0,-1 5-2 16,5-1 8-16,4 0-3 0,-1 14 0 0,9 1-3 16,-1-2 2-16,-13-2-3 0,6 1 3 0,5-4-2 15,2-1 3-15,2-3-3 0,2 0 3 0,2-2-1 0,1-1 4 16,3-1 1-16,1-2-4 0,19 1 2 0,-6-5-9 0,4-1 7 16,2 0-2-16,-12 9 3 0,9 2 1 0,-7-5 4 15,-1-5-3-15,5-1 2 0,-5-2-10 0,1-2 7 16,1-1-2-16,-10 1 5 0,6-4-9 0,-6 3 8 15,-3-1 0-15,-2 0 4 0,7-13-4 0,-4 3 0 16,-1 1-4-16,-2-4 1 0,-3 2 0 0,-1-3-1 16,-3 1 0-16,-3 4 0 0,-1 2-2 0,-6 3 0 15,-10 3 5-15,-1 1-3 0,4-11 6 0,-6 4-6 16,-6 5 0-16,-1 6-2 0,-2 4 2 0,5 4-4 16,0 3 2-16,10-2-2 0,1 2 3 0,3 0 0 0,4-3 0 15,1 7-1-15,6 1 2 0,3-3-3 0,-7 0 1 16,1 0 0-16,4-2-3 0,4-1 4 0,0 1-1 15,2-4 2-15,2 1 1 0,2-3 2 0,20-1-2 16,0 13 1-16,3-4-5 0,3-6 6 0,-4-3-4 16,1-2 3-16,-1-2-9 0,-2-4 9 0,4-2-2 0,-6-1 5 15,-2-1-4-15,-1-1 0 0,-10 2 5 0,-2-1-4 16,-3 3 1-16,-4-12 1 0,9 0-1 0,-2-1 2 16,-3 1-2-16,-5 2-3 0,-1-1 2 0,0 4-2 15,-1 3 10-15,-5-2-12 0,4 7 2 0,-20-11-6 16,-6 2 3-16,-2 6 3 0,4 7-1 0,-2 4 1 15,1 5-5-15,-1 2 6 0,0 2-4 0,6 0 4 0,1 0-8 16,3-7 5-16,3 12 3 0,4-1 0 0,3-2-1 16,6-2 0-16,-7 0-6 0,4-2 6 0,1-2 1 0,2 0-1 15,2 1 2-15,0-3-2 0,2-1 4 16,2-1-3-16,-3-3-1 0,24 15-1 0,-5-8-3 0,4-3 5 16,4-4-1-16,-4-2 3 0,4-4 0 0,-8 0 0 15,3-3 3-15,1-3-2 0,-11 3 3 0,5-4-5 16,-1 0 2-16,-10 1-3 0,-3-8 1 0,-2-2 0 15,0 1 4-15,0 2-3 0,11-3 6 0,-8 5 0 16,-3 0 0-16,-2 4 2 0,0 5 3 0,-4-3 0 16,1 4-7-16,1 1 5 0,-11 2-4 0,-4-9-7 15,-5 0 6-15,5 5-7 0,-7 1 1 0,9 5-3 16,-2 0 0-16,6 1-1 0,2 3 5 0,3-2-2 0,5-2 0 16,-3 4-2-16,4-2 0 0,-9 9-4 0,3-2 1 15,2 0-3-15,1 4-3 0,3-2-34 0,0 1 0 16,3-3-18-16,3 0-62 0,9-5-313 0</inkml:trace>
  <inkml:trace contextRef="#ctx1" brushRef="#br0" timeOffset="-155454.33">9258 10529 24 0,'0'0'0'0,"0"0"11"16,-2-2 119-16,0 0-12 0,0 0 15 0,0 0-45 15,1 1-6-15,-1-1-20 0,0 0-6 0,-2 0 3 16,0 0-21-16,1 0-2 0,-1 0-2 0,0 1 1 16,1-1-3-16,-1 0 7 0,0 0-8 0,2 0 5 15,0 0-18-15,1 0 3 0,-1 1 1 0,0-1-3 16,0 0-14-16,0 0 8 0,0 0-2 0,0 0 5 0,1 0 8 15,1 1-8-15,0-1 1 0,0 0-3 0,1 0 4 16,1 0-2-16,2 0 2 0,13-3-3 0,5 1-5 16,2 0 1-16,4-1-5 0,5-1 3 0,-3 1-1 0,2-1-4 15,-1 2 4-15,3-1-6 0,-3-1 3 0,1 2-3 16,-6 1 2-16,0-1-2 0,-2 0 0 0,-2 2 0 16,1 1 2-16,-12 1 0 0,4 0 5 0,-6 0-6 15,-2 0-1-15,-3 0 0 0,0 0 11 0,-1 0-6 16,-1 0 4-16,0 0-4 0,0 0 3 0,-2 0 0 15,-2 0-5-15,-2 0 2 0,-23 1-7 0,-5 5 3 16,2 0 8-16,-1-1-5 0,3 3 2 0,-4-3 2 0,3 1-6 16,-5 1 6-16,4 1 0 0,4-1 5 0,2 0 1 15,2 1 1-15,2-1 0 0,1 1-12 0,2-1 2 16,2 1-5-16,1-1 10 0,2-1-12 0,-1 1 2 16,6-3-5-16,0 1 0 0,1-1 7 0,0 0-3 15,3 1 3-15,-1 1-11 0,0 1 6 0,1 1-3 0,3-5 4 16,0 3 3-16,0-2 0 0,0-1 1 0,0-1-2 15,1 2 4-15,1 0-3 0,0-4 3 0,17 13-4 16,-1-4 0-16,3 0 2 0,-1-1-2 0,1-3 2 16,1-1 1-16,0 0-4 0,0-1 0 0,1 1-1 15,-1 2 2-15,-3-3-1 0,-1 1 0 0,-1 0 0 16,-2-1 3-16,0 1 0 0,-2 0-1 0,-8-2 0 0,1 0 0 16,-3-1-1-16,1 1 1 0,-2 2-1 0,-2-2 5 15,2 9-4-15,-2 0 4 0,-4 4-5 0,-5 0-2 16,0 0 4-16,-23 3-3 0,-1 1 5 0,-3-2-5 15,5 1 1-15,-1-1 0 0,1-4 1 0,-1 4-3 0,4-4 4 16,2 1-4-16,6 1 6 0,-1 0 5 0,5-4-8 16,4-1 4-16,1-1-7 0,2 0 6 0,7 4-6 15,0 2 0-15,-7-2-1 0,3 0 5 0,1 0-5 16,3 0 5-16,2-2-5 0,0 0 5 0,4-1-6 16,1 1 2-16,3 2-2 0,14-2 9 0,0-7-3 15,6 1-1-15,0-1-1 0,2 0-2 0,1 14 0 16,5-7 0-16,-3-3-1 0,2-7-3 0,1-1-5 15,1-1-13-15,-4-3 3 0,-1-2-38 0,-4 1-32 0,1-3-12 16,-3 1-12-16,-3 0-83 0,-3 1-193 0</inkml:trace>
  <inkml:trace contextRef="#ctx1" brushRef="#br0" timeOffset="-154998.24">10121 10596 904 0,'-2'0'47'0,"1"0"91"15,-3-2-118-15,0 0 6 0,-3 0-3 0,-3 0 5 0,-1 2 3 16,2 0 10-16,0 0-9 0,-2 0 8 0,1 2-14 16,5 0-7-16,-1 2 2 0,2-1-6 0,-5 12-15 0,0 6 6 15,0 3-2-15,3 0 4 0,4 2-4 0,0 0-1 16,2 0-1-16,0-2 2 0,0 2-6 0,2 2 2 15,0 0 0-15,-2 1 3 0,0-1 10 0,0-2-10 16,-2 2 3-16,-2-4-6 0,-1 2 3 0,-1-2 3 16,1-5 1-16,-3 0 0 0,1-6-2 0,-2 1-3 15,-3 1 2-15,5-5-1 0,3 1 5 0,-9-8-3 16,-2 9-2-16,1-3 2 0,4-6 7 0,-3 3 6 0,10-6 3 16,1 0 0-16,-4 0 10 0,2 0-10 0,1 0 1 15,-1 0-4-15,0 0-4 0,2 0 4 0,1 0-1 16,-1-2 1-16,0 0-12 0,2 0 1 0,0 1-2 15,2-1 2-15,0 0-3 0,1 0 6 0,7-2-5 16,14-3 4-16,0 0-9 0,-2-1 3 0,2 1 1 0,-1-1 1 16,-1 3-5-16,-2-1 1 0,4-1 3 0,-3 1 0 15,-4 2-4-15,-3 1-24 0,-1-1-9 0,-3 2-6 16,-5 0-35-16,-1 2-23 0,2-2-6 0,-5 2-8 16,1 0-42-16,2-1-189 0</inkml:trace>
  <inkml:trace contextRef="#ctx1" brushRef="#br0" timeOffset="-154841.99">9947 10610 1058 0,'0'0'25'0,"0"-1"-2"0,-2-1-8 16,0 0 7-16,0-2-13 0,0 0 35 0,0 1 15 16,2-1 5-16,0-3 0 0,0 1-5 0,0 0-21 15,2 1-5-15,2-3-3 0,-4 7-14 0,7-1-16 16,12-11 1-16,0 5-7 0,1 5-12 0,0 3-63 15,1 0-2-15,-1 1-27 0,3 5-75 0</inkml:trace>
  <inkml:trace contextRef="#ctx1" brushRef="#br0" timeOffset="-154471.99">10476 10950 293 0,'0'0'51'0,"0"0"-60"0,0-2 56 0,0 1-27 0,-2-1 1 15,0 0 60-15,0 0-5 0,-1 0 20 0,-12-2-21 16,-4-1-11-16,-1 3 2 0,1 2-2 0,-1 0 7 0,-1 4-15 15,5 1 2-15,-1 3-6 0,0 1-3 0,2 0-8 16,2-5-7-16,4 18 2 0,-2-3-6 0,5 1-10 16,-1 3 3-16,3-12-7 0,2 5-1 0,-9-1 5 15,2 4-3-15,3-1 2 0,5-5-13 0,1 0 9 16,0-5-2-16,0-1 3 0,3 2-5 0,1-1-3 16,3 1-4-16,5-7 0 0,12 2-15 0,2 11-16 15,0-6 2-15,7-5-8 0,-3-4-22 0,5-8-6 16,2-3-12-16,0-6 3 0,0-3-48 0,-1 18-53 15,-3-20-5-15,-3-4-22 0,0-2-73 0</inkml:trace>
  <inkml:trace contextRef="#ctx1" brushRef="#br0" timeOffset="-154187.47">10574 10542 527 0,'0'0'91'0,"0"-2"-85"0,-2 0 106 0,1-2-46 15,1 2-18-15,-4-5 10 0,0 0-2 0,4 5 7 16,0 0 0-16,-2-5-6 0,2 3-2 0,0 2 1 0,0-2-1 16,0 2-5-16,0 1-1 0,0-1-1 0,2-2-8 15,0 2-2-15,2 0 2 0,5 0-2 0,6 2-5 16,2 2 1-16,-1 6-4 0,3-6 2 0,-4 27-6 16,0 5-9-16,1 1-1 0,1 2-3 0,0 0-2 0,-2 4 5 15,-1-2-1-15,-4 4 1 0,1-4-10 0,-6 2-2 16,-1-1 4-16,18-1-2 0,-9 2 6 0,-7-2-6 15,-4 2 1-15,-4-4-2 0,-4 4-1 0,-3-4-17 16,-6 0-10-16,-1 0-4 0,-1-7-41 0,13 2-78 16,-26-6 6-16,-1-2-33 0,-3-4-20 0</inkml:trace>
  <inkml:trace contextRef="#ctx1" brushRef="#br0" timeOffset="-153686.36">9219 10167 440 0,'0'0'57'0,"0"0"-19"15,0 0 51-15,-2 0-10 0,0 2-41 0,0-1 22 16,2 1-1-16,-11 26 11 0,-4 4 14 0,4 5-13 16,-7 4 0-16,1 7-6 0,-4 2-15 0,1 4-9 0,2 0-1 15,-3-2-3-15,8 2-6 0,2 1-5 0,2 3-1 16,1-1-1-16,1-1-7 0,3 4-1 0,-24-1 0 16,15-3 0-16,10-2 2 0,3-10 0 0,1-3 0 15,5-4 0-15,5 4-6 0,4-4-6 0,2-4-1 0,-15-3 0 16,24-4 1-16,5-2-16 0,-1-1-2 0,-1-7-9 15,1 1-25-15,-4-6-22 0,2 0-9 0,0-3-6 16,0-3-53-16,1 3-241 0</inkml:trace>
  <inkml:trace contextRef="#ctx1" brushRef="#br0" timeOffset="-152733.12">10494 11039 730 0,'-1'-1'64'0,"-1"-1"-76"0,0 0 68 0,-2 0-35 15,0 0-16-15,1 0 25 0,-8-3 5 0,1 1 7 16,-1 0 20-16,0 2-19 0,0 1-4 0,7 1-5 0,0 0-14 15,-1 1 3-15,-1 3-3 0,1 9 1 0,-5 6-11 0,5 1 1 16,1-1-2-16,-1-3 0 0,3 1 1 0,0-2 9 16,-4-8 7-16,3 1-2 0,-1-3 4 15,0-3 0-15,1 4-3 0,3-4 3 0,0 0-1 0,-4 1-3 16,2-1-5-16,0 0 2 0,0-2-15 0,2-2-5 16,0-2 5-16,0-25-5 0,4-8 1 0,-2 3-2 15,2-1 3-15,-1 1-1 0,-1 5-1 0,-2 3 7 16,0 3-8-16,0 9 9 0,-2 1-9 0,0 5 21 15,2 6 1-15,-1-1 7 0,-1-1 7 0,-2 2-12 16,-5 0-2-16,-4 4-2 0,-4 7-4 0,4 2-9 16,-2 28 7-16,0-1-7 0,6 6 7 0,0-5-11 15,-2-2 5-15,5 0-5 0,0-3 4 0,3-3-5 0,1 1-1 16,-2-4 0-16,-13-4 0 0,6 0 1 0,6-5-14 16,3-6 3-16,0 0-68 0,2-6-58 0,0-3-11 15,2-1-29-15,0 1-181 0</inkml:trace>
  <inkml:trace contextRef="#ctx1" brushRef="#br0" timeOffset="-151397.66">11414 11151 80 0,'0'0'0'0,"0"0"4"0,-2 0 43 15,0 0-19-15,2 2-5 0,-2 0-17 0,0-1 0 16,0 1 8-16,0 0 11 0,2-2-5 0,0 0 24 16,0 0 8-16,0 0 4 0,0 0 0 0,0 0 1 0,0 0-4 15,0-2-5-15,0 0 2 0,2 1-8 0,0-3 0 16,-2 0-5-16,4-11 2 0,1-1-16 0,1-1-4 15,-2 0 3-15,-1 2-2 0,-1 2 15 0,0 0 12 16,-2 4-2-16,0 0 5 0,0 1-1 0,0 3-2 16,0-1-2-16,-2 2 1 0,0 1 0 0,-1 1-5 15,-10-4 1-15,-4 3-4 0,-2 3-12 0,1 1 6 16,1 5-7-16,-5 5 6 0,1 2-12 0,5-4-2 16,-3 14 2-16,2-1-3 0,4 0 3 0,-5-3 1 0,5 1-1 15,0-3 0-15,4-2-2 0,5 5-3 0,-2-5 3 16,-5 2-3-16,2-2 0 0,5-2 4 0,2 1-8 15,2 1 4-15,6 2-14 0,1-6 6 0,6-2 1 16,23 1 0-16,1-3-7 0,0-1-2 0,6-1-1 0,-6 18 1 16,-4-12 7-16,1-4-16 0,-1-5-5 0,-3-2-10 15,-2 0-42-15,-1-2-39 0,-1 0-7 0,0-1-17 16,0-3-88-16</inkml:trace>
  <inkml:trace contextRef="#ctx1" brushRef="#br0" timeOffset="-150059.29">11998 10536 829 0,'-1'0'7'16,"-1"0"11"-16,0 0 11 0,0-2 2 0,0 0-1 15,0 1-13-15,0-1 45 0,1 0-4 0,-1 0 18 16,0 0-13-16,0 0-19 0,2 1 2 0,0-1-7 0,0 0-10 16,2 0-6-16,2 0-6 0,5 0 3 0,15-3-8 15,4 1-11-15,-4 2 0 0,0 0-3 0,-3 2 0 0,-1 0 2 16,4 0 0-16,-5 0-2 0,-1 2-30 0,-5-2-25 15,0 0-6-15,0 2-8 0,-2 0-41 0,-3 0-86 16,-1 0-70-16</inkml:trace>
  <inkml:trace contextRef="#ctx1" brushRef="#br0" timeOffset="-149939.5">11989 10664 773 0,'-2'0'43'0,"-1"0"56"0,-18 2-48 0,14-2-18 16,3 2 5-16,0 0-4 0,2 0 28 0,1 0-16 0,1-1-2 15,0 1-5-15,1 0-19 0,9 4-11 0,21 7-2 16,3-4-5-16,1-3-24 0,2-3-22 0,2-1-16 16,-2-2-2-16,-3 0-64 0,3-4-102 0</inkml:trace>
  <inkml:trace contextRef="#ctx1" brushRef="#br0" timeOffset="-149574.45">12990 10297 746 0,'0'0'25'15,"0"0"-2"-15,-2-2 12 0,0 0 6 0,0 0-5 16,0 0 40-16,1-1 5 0,-1-1 0 0,0 0-1 0,0 0-18 16,-2 3-8-16,1-1 0 0,1 2-3 0,-9-4-4 15,-2 2-13-15,0 2-4 0,3 0-3 0,-3 4-10 16,2 3-3-16,-2 1-2 0,-2 20-1 0,6 3-6 16,0 4 4-16,1-1 0 0,3-3 0 0,-1 1-9 0,4-4 4 15,1 0-3-15,-16-1 5 0,6 1-2 0,7-2-1 16,4-2-1-16,4 1 0 0,5-3 7 0,2-2 0 15,2-1-2-15,0-6 1 0,13-2 3 0,2-4-4 16,2-1 10-16,-4 11-9 0,3-4-3 0,1-8 6 16,3-3-7-16,1-6 8 0,1-5-8 0,0-4 3 15,-1-4-5-15,1-3 4 0,-5 14-3 0,-4-18 7 16,0 2-2-16,-4 0 2 0,-3-2-10 0,-6-2 12 16,-6 0-3-16,10 1 5 0,-8 3-10 0,-3-6 8 0,-6 1 1 15,-10-5 1-15,-4-1-4 0,10 3 2 0,-31-4-6 16,-3 5 5-16,-4 1-6 0,-5-2-35 0,1 6-1 15,-6 2-19-15,0-1-53 0,0 9-120 0,-2 2-107 16</inkml:trace>
  <inkml:trace contextRef="#ctx0" brushRef="#br0" timeOffset="-146684.36">29713 18687 0,'0'0'0</inkml:trace>
  <inkml:trace contextRef="#ctx1" brushRef="#br0" timeOffset="-143780.15">6393 12480 256 0,'0'0'1'16,"0"0"-2"-16,0-2 4 0,-2 0 12 0,0 1 22 15,0-1 15-15,1 0 11 0,-1-2-3 0,0 0-4 16,-4-10-22-16,3 2-3 0,-1 0-2 0,0 0-2 0,2 3-16 16,0-2 10-16,1 2-4 0,-1-2 8 0,2-1 12 15,0 1-5-15,0 2 1 0,0-2-6 0,0 0-9 16,0 1 7-16,0-1-4 0,0 4 4 0,0-1-14 16,0 3 2-16,0-1 3 0,0 3-2 0,0 1-4 0,0 0 5 15,0-2-7-15,0 0 6 0,0 1-12 0,0 1 6 16,0 0-1-16,0 0 4 0,0 0 1 0,0 2-2 15,0 0 1-15,0 0-2 0,0 2-7 0,-2 2 4 16,0 3-5-16,-5 16 5 0,-1 1-7 0,-1 2 6 16,0 2-4-16,-1-1 6 0,1 1-3 0,2-2-5 15,-1 2 5-15,3-2-5 0,-3 2 6 0,4-4-7 16,1 0 2-16,1 2-4 0,2-4 9 0,0 6-2 16,0 0 0-16,2-7-1 0,1 3 0 0,1-8 7 0,2 3 0 15,1 1 0-15,2 3-8 0,-1-5 3 0,-1-3-1 16,-1-2 3-16,-1-2-6 0,-1-3 4 0,2 1-3 15,3 4 6-15,-5-7-1 0,5 7-6 0,-3-4-2 16,-3-4-3-16,1 1-9 0,-2-2-3 0,2-2-2 0,3 3-1 16,0 1-13-16,3-1-11 0,1-1-14 0,2-2-6 15,-2-2-121-15</inkml:trace>
  <inkml:trace contextRef="#ctx1" brushRef="#br0" timeOffset="-143527.91">6451 12055 390 0,'0'-2'51'0,"0"0"78"0,0-1-61 0,-4-16-8 16,2 8 1-16,0-2-4 0,0 4-10 0,2 1 8 15,-2-3-4-15,1 0 4 0,1 2-24 0,0 1-16 16,0 3-5-16,0 3-2 0,0-2-8 0,0 0 3 16,0 1-4-16,0 1 1 0,0 0-11 0,0 0-2 0,0 0 2 15,0 0-3-15,0 2-15 0,0 0-126 0,0 2-45 16</inkml:trace>
  <inkml:trace contextRef="#ctx1" brushRef="#br0" timeOffset="-142487.58">6900 12920 151 0,'0'0'25'0,"0"0"35"15,0-2-16-15,0 1-1 0,0-1 2 0,0 0-2 16,0-2 1-16,0 0-5 0,0 1 2 0,0-1-2 15,0 2 2-15,0-3-2 0,0 1-2 0,0-2 1 0,0-1 2 16,0-2 5-16,0-3 1 0,0 1 0 0,0 4-5 0,0 3-3 16,0 0-5-16,0 1 2 0,0 1-3 0,0 0-16 15,0-2 10-15,-2 1-13 0,0-1-2 0,0 0 6 16,0 2-11-16,1 0 10 0,-1 1-2 0,-2-1-15 16,0 0 12-16,-3 2-13 0,-4 0 7 0,3 0 3 15,-5 2-2-15,-2 1 3 0,1 3-2 0,-5 3-6 16,4 1 3-16,0-7-2 0,6 20 10 0,2-3-10 15,-3 4-1-15,8-3-1 0,-12-1 1 0,4-1 4 16,5-3-2-16,1 3 2 0,2-4-1 0,2 1-4 16,2-3 3-16,2-1-3 0,3 1 8 0,1-4 8 0,3-2-2 15,13 1 3-15,0-3-7 0,-2-1 11 0,4 0-6 16,0-3 7-16,0 1-3 0,2 17-15 0,2-8 8 16,-2-5-9-16,0-3 11 0,-2-3-9 0,0 0-1 15,-4 0-3-15,2 0-9 0,-5 0-9 0,-3 0-5 0,-1-2-6 16,-2 1-64-16,-2-1-293 0</inkml:trace>
  <inkml:trace contextRef="#ctx1" brushRef="#br0" timeOffset="-140731.06">7306 12482 300 0,'0'0'42'0,"0"0"-2"0,0 0 16 0,-1 0 2 0,-1 0-10 16,0-2 2-16,0 0 7 0,0 0-8 0,0 1 5 15,-1-1-24-15,1 0-5 0,0 0 2 0,0 0-2 16,0 0 11-16,0 0-7 0,0 2 0 0,1-1-4 16,-1 1-9-16,0 0 1 0,0 0-3 0,2 0 2 15,0 0 3-15,0 0-5 0,0 0 3 0,0 0-4 16,2 0-6-16,0 0 9 0,0 0-7 0,-1 0 6 0,3 0-6 15,13 0 2-15,9 1 0 0,0 1-1 0,-2 0-4 16,13 0 0-16,-5-2 5 0,3 0-4 0,4-2 6 16,-4-2-5-16,4 1 3 0,-5-1-3 0,1 0-3 15,-5 1-3-15,-2 1-4 0,-6 0 3 0,-2 2 2 16,-3 0-1-16,0 0 2 0,-2 0-2 0,-1 0 0 0,-1 0-2 16,-2 0-3-16,-7 0-1 0,2 0-13 0,-3 0-31 15,1 0-54-15,0 0 2 0,-2 0-218 0</inkml:trace>
  <inkml:trace contextRef="#ctx1" brushRef="#br0" timeOffset="-139373.22">7574 12618 87 0,'0'0'18'15,"0"0"1"-15,0 0 4 0,-2 0-4 0,0 0-1 16,0 0-3-16,0 0-3 0,1 0-9 0,-1 0 4 16,0 0-6-16,-2 0-5 0,0 1 9 0,1 1-9 15,-7 0 10-15,1-2 38 0,-2 0-6 0,2 0 17 0,-1 0 10 16,3 0-13-16,-2 0 7 0,1 0-10 0,1 0 10 16,1 0-14-16,3 0 5 0,-1 0-8 0,0 0-6 15,-3 0-1-15,-3 0-1 0,3 0-1 0,1 0-8 16,1 0 2-16,3 0-7 0,-5 0 5 0,-1 0-1 0,3 0-1 15,-3 0-2-15,6 0 0 0,-1 0-7 0,1 0 5 16,-2 2-6-16,0 0 3 0,1 0-11 0,1 0-4 16,0-1 9-16,0 1-7 0,2 0 9 0,0-2-7 15,2 2-1-15,2 0 0 0,18 2 3 0,2-3-7 16,4 1 6-16,2-2-5 0,3 0 10 0,2 0-8 16,-1 0-3-16,-5 0-1 0,-3 0-3 0,0 0-9 15,-1 0-2-15,-3 0-6 0,0 0-35 0,-5 2-281 0</inkml:trace>
  <inkml:trace contextRef="#ctx1" brushRef="#br0" timeOffset="-135576.56">18387 5241 155 0,'0'0'20'0,"0"-2"-4"0,0 0 48 0,-1-2 4 15,1 1 6-15,-4-14-3 0,2 2-6 0,0 0-9 0,0 4 3 16,0 0-17-16,2 2-16 0,-1-1 9 15,1 3-13-15,0 0 0 0,0 1 3 0,0 2-10 0,0 2 10 16,0 1 1-16,0-1 1 0,0-2 2 0,0 0-2 16,0 1 0-16,0 1 9 0,0 0-5 0,0 0 5 15,1 0-16-15,-1 0 6 0,2 0-3 0,0 1 4 16,0-1 5-16,0 2 1 0,0 0 3 0,-2 0-3 16,2 2-2-16,-2-1 3 0,0 3-9 0,1 15 7 0,1 3-11 15,0 8-1-15,-2-4 5 0,0 5-5 0,0 3 5 16,0-1-9-16,-2 4 2 0,0 0-5 0,1 2 2 15,1-5-5-15,0-1 0 0,-2-1-2 0,2-3-5 16,-2 1-1-16,2-2 1 0,0-4 0 0,0-3-1 0,0-1-2 16,0-1 3-16,0-5-3 0,0-1 6 0,0 0-6 15,-2-1-2-15,2-3 0 0,0-2 5 0,0-1-6 16,0-2-2-16,0-1-4 0,0-1-9 0,0 2-12 16,0 0 0-16,0-1-4 0,0 1-8 0,0-2-7 15,0 0 0-15,0 0-4 0,0-1-8 0,0-1-25 16,0 0-21-16,0 0-3 0,0 0-91 0,0 0 25 15,0 0-38-15</inkml:trace>
  <inkml:trace contextRef="#ctx1" brushRef="#br0" timeOffset="-135235.08">18263 5644 129 0,'0'0'46'0,"0"0"-52"0,0-2 64 0,0 0-29 15,0 0 41-15,0 0 10 0,0-1 0 0,0-1 3 16,0-4-4-16,0-3-21 0,0 0 3 0,0 0-8 15,0 0 5-15,0 5-9 0,0 1 1 0,0-3-4 16,0 5 6-16,2-5-11 0,0 3-1 0,0 1-4 16,-1 0-5-16,1 0 1 0,0 3-2 0,0-1-1 15,0 0-11-15,0 2 8 0,0 2 0 0,-1 0 3 0,1 1-2 16,4 7-12-16,3 12 3 0,-3 2-7 0,-3-4 5 16,-1 3 2-16,-2 1-5 0,0 0 4 0,0 0-2 15,0 0-4-15,-2 0 0 0,2 1-3 0,0-3-2 16,0-2-1-16,0-3 6 0,0 0-6 0,0-2 0 0,0-2 9 15,0-2-8-15,0-2 7 0,0 0-14 0,0-5 7 16,0 2-1-16,0-3 4 0,2 1-11 0,0 0 14 16,0-1-8-16,2-1 11 0,-1 0-4 0,7 2-4 15,3-2 5-15,-2-2-5 0,4-2 5 0,1-4-4 16,1-3-3-16,-2 7-1 0,0-20-7 0,-4 1 6 16,2-1-2-16,0 2 4 0,0-1-16 0,-4 1-10 15,1 1-1-15,-1 1-5 0,0-1-25 0,-1 4-18 0,-1 0-10 16,0 4-5-16,3-2-73 0</inkml:trace>
  <inkml:trace contextRef="#ctx1" brushRef="#br0" timeOffset="-134248.72">16731 4368 179 0,'0'0'30'0,"-2"0"36"0,1 0-13 0,-1 0 16 16,-2 0-3-16,2 0 7 0,-7 0-10 0,-2 0-20 16,1 0-1-16,1 0-6 0,-4 2 2 0,4 0-13 15,-4 0 9-15,0 0-10 0,2-1 18 0,-4 3-1 0,7-2 1 16,3-2 0-16,-3 2-3 0,7-2 6 0,-7 2-9 15,3-2 9-15,1 2-3 0,0-1-7 0,0 1 5 16,1-2-9-16,-1 0-11 0,2 0-13 0,0 0 5 16,0 0-8-16,1 0 4 0,1 0-2 0,0 0-1 15,0 0 2-15,1 0 1 0,1 0 2 0,2 0-7 0,0 0 4 16,11 0-9-16,5 2 7 0,0-2 6 0,5 0-1 16,4 0 3-16,1 0-1 0,2 0 4 0,-1 0-1 15,1 0 18-15,5 0-4 0,-2-2-6 0,4 0 0 16,-2 1-12-16,2-1 4 0,0 2-1 0,-2-2 1 15,-1 2-18-15,-5 0 12 0,3 0-6 0,-5 0 8 16,-5 0-6-16,4 0 1 0,-2 0 1 0,-2 0-2 0,-3 2-1 16,-6 0 6-16,0-2-4 0,-4 0 4 0,2 0 0 15,-8 0-7-15,1 0 2 0,-3 0-5 0,1 0 5 16,0 0-2-16,0 0 5 0,-1 0-4 0,-1 0-3 0,0 0-5 16,0 0-14-16,0-2 0 0,-2 0-58 0,0 0-73 15,0 0-41-15,-2 0-14 0,-2 0-145 0</inkml:trace>
  <inkml:trace contextRef="#ctx1" brushRef="#br0" timeOffset="-133657.5">16761 4075 407 0,'-2'0'36'0,"0"0"49"15,0 0-29-15,0 0 18 0,1 0-4 0,-1-2 8 16,0 0-2-16,0 2-2 0,0 0-2 0,0 0-1 16,0 0-8-16,-1 0-5 0,-1-2-1 0,0 2-3 15,-1 0-9-15,1 0-2 0,-1 0-2 0,-12 0 1 16,8 0-15-16,-3 0 1 0,-2 0 0 0,4 0 1 0,-8 2-5 15,-3 0-9-15,5 2 2 0,-1-1-3 0,-2 3 2 16,-3 1-12-16,-4 3 0 0,0 1-4 0,-2 2 3 16,6-2 6-16,-4 2-3 0,4 0 2 0,-3 0-8 0,5 0 5 15,1-2-5-15,3 0 4 0,1-2-2 0,2-1-2 16,-2 1 3-16,4-1-3 0,-2-1 3 0,4-1-6 16,-3 1 3-16,1-1-3 0,2-1 8 0,2-1-1 15,1-2 0-15,0 0-1 0,3-1 2 0,-1 1-5 16,2-2 0-16,-2 2-1 0,1 0 3 0,-1 0-1 15,0 2-1-15,2-1-1 0,1 1-4 0,-1 0 3 16,0-1 4-16,0 1-1 0,2 0 3 0,0 0-3 16,0-3-1-16,0 5 0 0,0-2 4 0,2-1-4 0,0 1 0 15,11 2-2-15,5-4 2 0,3 1 1 0,-1 12-1 16,4-4 1-16,0-1 2 0,1-5-1 0,-1 1 0 16,0-1-1-16,0 1-4 0,2-1 1 0,-6-1 1 15,1 0 0-15,1 0 2 0,-3-1 3 0,1 1-4 0,-3 0 4 16,-10-2-2-16,3-1 3 0,-3 1-3 0,-3-2 2 15,5 4-4-15,-5-2 1 0,-1 0 4 0,1 0 0 16,-2-1 1-16,0 1 3 0,0 0-6 0,0 0 4 16,-1 0-4-16,1 0-13 0,0 0-2 0,0-1-13 15,0 1-82-15,-2 0-267 0</inkml:trace>
  <inkml:trace contextRef="#ctx1" brushRef="#br0" timeOffset="-129642.06">15315 4957 91 0,'0'0'0'16,"0"-2"15"-16,0 0 146 0,0 0-52 0,1-2 3 16,1 1-77-16,0-1-10 0,0 0 17 0,0 1 0 0,-2 1 9 15,2-6 2-15,-2 3-13 0,2-1 0 0,-1-1-5 16,-1 1-6-16,0 2 4 0,0 1 4 0,2-3-2 16,-2 1-4-16,0 1-2 0,0 0 0 0,0 2 1 15,0 0 7-15,0 1 3 0,2-3-3 0,0 0 3 16,0 0-8-16,0 3 2 0,0-1-4 0,-1 0 2 15,-1 0-14-15,0 0 7 0,0 0-7 0,0 0 8 16,2 2-7-16,-2 0-4 0,0 0 2 0,0 0-2 0,0 2 5 16,0 0-11-16,0 0 8 0,2 2-10 0,0 5 1 15,0 10 6-15,0-3-6 0,-2 1 6 0,2 2-8 16,-2-3 1-16,0 3 1 0,0 1 0 0,0 1 1 0,0 3-6 16,0-2 5-16,0 6-3 0,0-4 7 0,0 2-8 15,0 4 3-15,-2-6-4 0,0 4 5 0,2-2-2 16,-2 0-4-16,0 0 4 0,2-6 1 0,-2 1-4 15,2-5 0-15,0-1-3 0,0-2-3 0,-2 0 5 16,2-5 1-16,-1 1 2 0,1 0-5 0,0-1-21 16,0-1-6-16,0-5-7 0,0 0-28 0,0 2-8 15,0-1-8-15,0 1-2 0,0-2-34 0,1 0-55 16,1-1-10-16</inkml:trace>
  <inkml:trace contextRef="#ctx1" brushRef="#br0" timeOffset="-129294.18">15279 5265 389 0,'0'0'42'0,"-2"-2"62"16,1 0-55-16,-1 0-5 0,0-1-3 0,0-1 2 15,0 0 12-15,2-1-11 0,-2-3 3 0,2 1-7 16,0-1-5-16,0 7-10 0,0-3 3 0,0 2-4 0,0-2 11 15,0 1 1-15,0 1-1 0,0 0 0 0,0 0 12 16,0 2-11-16,0 0 6 0,0 2-8 0,0 3-6 0,2 25 2 16,0 2 0-16,-2-1 1 0,-2-1-1 0,-2-2-1 15,1-4-4-15,-3 2 3 0,1 0-4 0,1-4-2 16,0 2-7-16,4-13 3 0,0 2-4 0,0-3-1 16,0-7 8-16,0 5-6 0,0-4 6 0,0-3-11 15,0 1 4-15,2 2-5 0,2 0 1 0,-2-4 3 16,12 5-3-16,1-3 4 0,-2-2-7 0,0-2-2 15,4-3 0-15,-4-3 1 0,0 3 0 0,0-18-3 16,-2 3 1-16,0-2-1 0,-3 9 3 0,-1-2-16 16,-1-2-6-16,-3-1-5 0,-1-3-28 0,0 3-17 0,9 1-5 15,-3 6-8-15,1-8-53 0,-5 8-102 0,-2-2-130 16</inkml:trace>
  <inkml:trace contextRef="#ctx1" brushRef="#br0" timeOffset="-128780.45">14886 4168 417 0,'0'0'106'0,"0"0"5"0,0-2-25 16,0 0-18-16,0 0-31 0,0 0-9 0,0 0 31 15,0 1 6-15,0 1 8 0,0 0 12 0,0 0-18 0,0 0-3 16,0 0-5-16,-2 0-16 0,0 0-9 0,0 0-6 15,0 0 1-15,-2 0-10 0,1 0-1 0,-5 0 1 16,-8 1-1-16,-5 3-2 0,-1 0 3 0,-6 1-7 16,-2 3 5-16,3-1-6 0,-1-1 9 0,-2-1-2 15,0-1 2-15,2 0-6 0,-3-2-6 0,-3-1 5 0,3 1-6 16,-3-2 7-16,3 0-6 0,1 0-1 0,4 0-2 16,-2-2-5-16,4 1 4 0,6-1 0 0,-1 0 2 15,-1 0 0-15,8 0-3 0,-2 0-1 0,4 0 0 16,5 1 1-16,-5-1-3 0,7 0 1 0,-1 0-2 15,0 0 4-15,1 0-8 0,-1 2-3 0,2 0-4 16,0 0-22-16,0 0-25 0,0 0 0 0,1 0-10 16,-1 0-9-16,0 0-31 0,2 0-9 0,0 0-14 15,0 0-95-15,2 0-52 0</inkml:trace>
  <inkml:trace contextRef="#ctx1" brushRef="#br0" timeOffset="-128424.5">14596 3960 517 0,'0'0'99'0,"0"0"-74"16,-2 0 96-16,0 0-36 0,0-2-54 0,1 2 23 15,-1 0-5-15,-11-2 11 0,0 2-8 0,-4 0-15 16,6 0 3-16,-4 0-8 0,-5 2-12 0,3 0-2 0,-7 1 2 16,7 1-1-16,0 2 2 0,-3-1-14 0,3 1 0 15,-5 1-2-15,0 1 14 0,-3-1-13 0,1 1 7 16,0-1-8-16,-2 0 16 0,4 1-2 0,0-1 1 15,-2 1-2-15,5-1-6 0,0 1 7 0,1-3-2 16,5-1 5-16,-2 1-4 0,2 1-1 0,2-2-7 0,2-1 5 16,1-1-1-16,4-2-2 0,1 0 4 0,-1 0-5 15,0 0 5-15,2 0-8 0,1 0 1 0,-3 2-5 16,0 0-1-16,0 0 6 0,1 0-2 0,1 0 1 16,0 1-12-16,0 1 7 0,0 0-3 0,0-1 3 15,2 3-1-15,0 3-1 0,0 1 1 0,2-1-1 16,0-2 6-16,0 1-3 0,2-3 1 0,-1 1-2 0,1-3 2 15,13 3-7-15,0-4 1 0,3 2-4 0,2-3 3 16,2 16-27-16,2-4-6 0,6-4-12 0,3-3-54 16,2-2-110-16,13-2-43 0</inkml:trace>
  <inkml:trace contextRef="#ctx1" brushRef="#br0" timeOffset="-123735.2">8833 12267 147 0,'0'-2'0'16,"0"0"13"-16,0-2 125 0,0 1-41 0,0-12 12 0,2 2-54 16,-1-2-2-16,1 4-12 0,0-2 0 0,-2-2-7 15,0 2-10-15,0 4-4 0,0-3 9 0,0 1-3 16,-2 0 28-16,-1 0-13 0,-3-2-2 0,2 4-5 16,1-1-13-16,-5-3 9 0,3 4-4 0,-1 0 6 15,-1-2-7-15,5 7-3 0,-6-2 1 0,-3 1-1 16,2 3-1-16,1 0 2 0,1 0-6 0,0-3 4 15,-5-3-8-15,1 5-7 0,-2-1 4 0,-3 0-4 0,1 4 13 16,2 0-2-16,-4 4 6 0,2 0-4 0,-2 3 3 16,4 0-10-16,-3 5-2 0,3-1-3 0,-2 9-7 15,2-1 2-15,2 1-4 0,0-3 3 0,1 1 1 0,3-1 1 16,-1 0-3-16,3 0 2 0,3-3-6 0,0-1 1 16,-7-1 5-16,1-1-2 0,5-4 1 0,1 1-3 15,2-3-1-15,0-1 0 0,0 0 3 0,2-1 7 16,0 1-3-16,1 0 3 0,10 3-10 0,10 1 0 15,3-5 2-15,0-3 1 0,0 0 0 0,1-3 2 16,1-3-1-16,-4 0 1 0,4-3-2 0,-2 0 4 16,0-2-4-16,0 0 3 0,-2-1-10 0,-7 5 6 0,2-2 3 15,-6 1 2-15,0-1 9 0,-2 2-14 0,-4 5 1 16,-1-6-3-16,3-5 4 0,-5 8 5 0,0-5-4 16,-1 1 4-16,-1 4-1 0,-2-5 0 0,0 7 3 15,0-5-3-15,0 4 5 0,0 3-1 0,-2-3 4 0,-1 0-4 16,1 4-3-16,-6-4 5 0,-3 1-7 0,0 1 6 15,4 2-6-15,-1 0-3 0,4 0 6 0,-3 2-5 16,5-2-2-16,0 0 0 0,-1 3-4 0,-3 7 4 16,0 1 0-16,3-2 2 0,-1 2 0 0,0 2 0 15,2-2-7-15,2 4 7 0,0 2-6 0,0 0 6 16,0 3-7-16,2-1 5 0,0 1 1 0,0 2 1 16,2 3-2-16,-2-1-1 0,-2 2 2 0,0 2 0 0,0-2 2 15,-2-4-3-15,-2 4-5 0,0 0 3 0,-1-2 0 16,-3 2 0-16,1-2 4 0,-1-5-2 0,1-5 12 15,1-1-9-15,1-1-1 0,-1-3-2 0,-3 4 5 0,5-8 0 16,1-3 1-16,-7 6 0 0,-1-3 0 0,2-1 6 16,-2 0 3-16,3-2-2 0,-1-2-2 0,0 0-7 15,1 0 3-15,3-2-3 0,-1 0 3 0,2 0-6 16,-1 0-1-16,1 0-1 0,0 0-1 0,1 1-3 16,1 1-13-16,-2-2 4 0,0 0-49 0,3 2-27 15,-3-2-1-15,2 2-10 0,0 0 0 0,0 0-112 16,-1-2 17-16,-1 0-53 0,2 2-30 0</inkml:trace>
  <inkml:trace contextRef="#ctx1" brushRef="#br0" timeOffset="-123263.97">9035 12640 221 0,'0'0'172'0,"0"-2"-185"0,0 0 179 0,0 0-87 16,2-1-71-16,-2 1 12 0,0-6-3 0,0 1 5 15,0 1-14-15,0 3 4 0,0-1 1 0,0 0 4 16,0-1 23-16,0 3 2 0,0-2 0 0,0 2-1 16,-2-2-10-16,0 1 8 0,0-1 0 0,-1 2 1 0,-1 0-3 15,0 0-2-15,-1 1-3 0,-1 1 1 0,-5 0-12 16,4 0-4-16,-1 1-1 0,-1 5-1 0,1 0-4 16,-1 10 1-16,0 7 2 0,1-1-2 0,7 2-6 0,-5-5 11 15,-5-3-6-15,2 1 7 0,1-2-3 0,4 0-7 16,1 0 7-16,1-4-6 0,2-4 11 0,0 2-3 15,2 1-2-15,1-1 0 0,3 0-2 0,0-1-4 16,-1-5-4-16,6 7 1 0,6-1 2 0,0-2-8 16,5 1 7-16,2-4-7 0,-2-4 0 0,1 0 7 15,-7-2-5-15,-1 0 4 0,4-4-6 0,-4 1 8 16,1-5-5-16,-1 1 5 0,-2 5-5 0,0-12-3 0,-4-5 6 16,-1 6-5-16,-3-1 12 0,-3-1-8 15,2 2 1-15,-2-2-5 0,9 3 2 0,-2-1-1 0,-3-2 5 16,-2 2-3-16,-4 2 2 0,0 4 0 0,0 0 0 15,-2-1 1-15,-2 1 0 0,-2 2-2 0,1 1 0 16,-16 2 0-16,3-9 3 0,-4 2-20 0,-4 2 6 0,3 5-13 16,-1 4-3-16,2 2-29 0,3 2-4 0,-3 1-7 15,5 1-19-15,-5 3-32 0,4 2 3 0,5-3-24 16,0 1-114-16</inkml:trace>
  <inkml:trace contextRef="#ctx1" brushRef="#br0" timeOffset="-122955.27">9479 12415 500 0,'0'0'179'0,"-2"0"-204"16,0-2 198-16,0 1-98 0,0-1-26 0,-1 0 1 16,-1 0 2-16,0 0-3 0,1 0-8 0,-1 0 0 0,0 1 1 15,0 1-3-15,3-2-8 0,-1 2-2 0,0 0-2 16,2-2 1-16,0 0 3 0,0 0-14 0,2 0 0 16,0 0-4-16,1 1-4 0,7-1-6 0,6-2-1 15,3 0-2-15,-1 1-3 0,-1 1-15 0,0 0-1 0,-8 2-9 16,6 0-31-16,-6 0-24 0,1 0-3 0,-1 0-8 15,-2 0-33-15,6 0-26 0,-9 0-8 0,9 0-11 16,0 2-87-16</inkml:trace>
  <inkml:trace contextRef="#ctx1" brushRef="#br0" timeOffset="-122269.97">10268 12200 883 0,'0'0'26'0,"0"-2"3"0,0 0-15 16,0 0-4-16,-2 0-9 0,0-1 13 0,0-1-2 16,1-2 5-16,-3-1-4 0,0-2-4 0,0 1 13 15,1 1-8-15,-1 1 11 0,-5-5 2 0,3 4 2 16,2-4 4-16,-7 3-2 0,0 3 2 0,0 1-1 15,-2-5 0-15,2 1-1 0,-2 1 0 0,-2 1-6 16,2 2-1-16,-2 1-2 0,0 1-10 0,0 2-6 0,-1 2 0 16,-3 3-1-16,1 3 9 0,1 1-9 0,-4 4 3 15,5-11-6-15,-1 15 5 0,2-3-9 0,0 1 6 16,-1 0-6-16,1 0 4 0,0-2-1 0,6 0-1 16,3-2 1-16,4 0-3 0,-5-1 8 0,1-1-4 15,2-2 8-15,3-1 2 0,-1-1 2 0,2-1 0 0,0-2 0 16,0 0-5-16,2 2-3 0,1-1-1 0,10 5-1 15,11-1-4-15,-1-3 0 0,-1-4-1 0,0-2 1 16,2-2 3-16,-1-1-3 0,1-3 6 0,-4 1-6 16,1-2 2-16,-5-1 1 0,-1 3-4 0,0-2 2 15,-4 1-2-15,-1 3 6 0,-5 1-1 0,1 0 3 0,-3 2-7 16,-1-1 0-16,2-3 3 0,0 0-1 0,-1 3 10 16,-1-1-11-16,0 0 2 0,0 1-4 0,0 1 6 15,-2 0-2-15,0 0 1 0,0 0-1 0,0 2 0 16,-2 0-1-16,0 0 3 0,0 2-2 0,0 0-3 0,1 0 0 15,-1 1-2-15,-2 7 0 0,-2 5-6 0,3-1 9 16,-3 5-3-16,4-2 5 0,0-1-11 0,2 1 7 16,0 0 1-16,0 3 2 0,2 3 2 0,0-1-6 15,0 2 2-15,0-4-3 0,0 1 9 0,0-3-6 16,-1 1 0-16,1-1-1 0,0 3 2 0,0-4 2 16,-2-1 0-16,0-1 0 0,0-4 8 0,-2 2-7 15,-2-2-1-15,1-1-2 0,-7 3-1 0,9-2 10 16,-20-2-3-16,3 2 3 0,1-7-4 0,-4 2 0 0,3-3 0 15,1 3-1-15,-3 9-6 0,3-6 5 0,4-5-2 16,0-1 2-16,6-3-10 0,-1 0-10 0,1 0-4 16,1 0-6-16,2 0-52 0,3 0-24 0,-3-1-10 15,0-1-3-15,2-2-42 0,0 0-38 0,2 2-1 0</inkml:trace>
  <inkml:trace contextRef="#ctx1" brushRef="#br0" timeOffset="-121612.18">10155 12744 1037 0,'0'0'16'0,"0"0"3"0,-2-2-6 16,0 0-4-16,0 0-5 0,0 2 0 0,0 0-1 15,1 0 2-15,-1 0-1 0,0 0 6 0,0 0-3 16,0 0-1-16,0 0 1 0,0 0 11 0,1 0 9 16,1 0 1-16,0 0 2 0,0-2-6 0,1 1-3 15,1-3 1-15,2-4-2 0,5-3 1 0,1-4-18 0,8 1 5 16,1-1-8-16,-1-2 5 0,1 4 1 0,1 2 0 16,-1-2 0-16,-4 2-4 0,1-4 1 0,-4 4-6 15,-3 0 5-15,0 1 1 0,4 3 0 0,2 1-2 16,-6 1 0-16,-1-1 3 0,-1 4-6 0,-7 0 4 0,2 2-6 15,-2-1 9-15,4-3-2 0,-1 0 2 16,-1 0-3-16,0 3 8 0,0-1-1 0,0 0 2 0,0 0-3 16,-1 2-4-16,1 0 1 0,-2 2 1 0,0 0-1 15,0 1-6-15,0 7 4 0,-2 10-3 0,-1 1 5 16,-1-1-9-16,-2-1 4 0,3 1-2 0,-3-1 2 16,1-3 6-16,1-1-6 0,2-2 0 0,0 0-2 15,2-2 2-15,0-5 2 0,0-4 7 0,0 0-4 16,0 1 8-16,0 1 1 0,0 0-7 0,2-2 6 0,0-1 0 15,0 1-9-15,2 0 5 0,-1-2-8 0,10 0 6 16,2-4 1-16,2-1-4 0,1-4 1 0,1-3-2 0,-6 3-5 16,4 7 6-16,-8-18-6 0,6 7 10 0,0 0-8 15,-4-2 4-15,0 0-4 0,-4 0 0 0,1 2 3 16,-6 0-4-16,-1 0 4 0,1 0-3 0,0 4 0 16,4-2 4-16,-4 2-2 0,5-1 5 0,-1 3-7 15,-5 1 2-15,1 1-2 0,-2 3 1 0,0 0 5 16,2-2-1-16,0 1 2 0,0-1-6 0,-2 2 1 15,0 0 1-15,0 0 2 0,0 2 6 0,0 0-4 16,-2 2-5-16,0 0 0 0,0 2-2 0,2-1 0 16,-7 20 0-16,1-3-1 0,1-1-4 0,1-1 7 0,2-1 1 15,0-2 2-15,2 5-7 0,0 3-1 0,2-5-1 16,2-3 1-16,-2-8 4 0,0-1-1 0,3 3 5 16,3 1-4-16,-3-3 1 0,8-1-19 0,4-5-7 15,-2 3-6-15,-2 5-46 0,-4-3-56 0,2 0-21 0,-3-3-14 16,1 1-106-16</inkml:trace>
  <inkml:trace contextRef="#ctx1" brushRef="#br0" timeOffset="-120922.5">10777 11916 102 0,'0'0'37'0,"0"-2"-11"0,0 0 45 0,0 0-10 15,0 0 7-15,0 0 3 0,0-1-3 0,0-1 3 16,0-3-9-16,0-3-14 0,0 5 4 0,0 1-8 15,0-3-9-15,0 1-2 0,0 0-4 0,0 1 2 16,0 1-13-16,0 0 1 0,0 1-6 0,0 1 5 16,0-2-14-16,0 0 7 0,0 1-1 0,0 1 5 0,0 0-4 15,0 0 12-15,0 0-6 0,0 0 8 0,2 1-1 16,-2-1-3-16,0 0 5 0,0 0-6 0,0 0 2 0,0 2 4 16,0 0-8-16,0 0 5 0,0 0-10 0,0 0-3 15,0 2 5-15,0 0-5 0,0 0-5 0,1 0 6 16,1-1-4-16,0 3 5 0,0 2 5 0,2 9-1 15,-1-2-2-15,1-2 0 0,2 0-6 0,-1 0 3 16,3 4 0-16,1 0-1 0,2 3-1 0,-2-3 1 16,6 7-2-16,-2-1-1 0,0-1-7 0,-11 3 2 15,15-5 3-15,1 4 1 0,-1 1-2 0,-4 3 3 0,2-4-5 16,-4-2 4-16,0 5-12 0,-3-1 8 0,-1 0 1 16,-3 2 4-16,0 0 1 0,1 2-9 0,-3 0 0 15,2-2-1-15,-3 3 9 0,16-3-5 0,-8 0 3 16,-3 2-3-16,-6 2 6 0,-2-1 1 0,-2-1 0 15,-3 2 0-15,-2-2-5 0,-2 0 4 0,-2-2-1 16,2-6 3-16,-4 2-2 0,9 1-7 0,-12 1 2 0,-1-2-4 16,0-3-1-16,-1-1-47 0,1-3-7 0,1 2-16 15,-3-2-54-15,7-4-129 0,-3 4-46 0</inkml:trace>
  <inkml:trace contextRef="#ctx1" brushRef="#br0" timeOffset="-120076.45">8621 11712 335 0,'0'0'48'0,"0"0"-3"0,0-2-4 0,0 0 1 0,0 0-19 15,0 0 3-15,0-2 15 0,0 1-7 0,0 1 7 16,0 0-27-16,-2 0 2 0,2 0-1 0,0 0 3 16,-2 1 1-16,0-1 0 0,1 0-2 0,-1 0 1 15,0 0 1-15,0 0 3 0,0 2 4 0,0 0-2 16,0 0-2-16,-1 0 12 0,-1 0-4 0,-9 8 4 15,-4 3-14-15,2 2 3 0,1 15-8 0,-1 5 6 16,-2 2-5-16,2 1-9 0,0 4 6 0,-1 1-8 0,1 4 3 16,0-2 1-16,2-1-1 0,4-1 2 0,1-6 0 15,-1 1 8-15,5-1-3 0,-5-2 4 0,3 5-2 16,-16-1-1-16,9 0 3 0,9 0-2 0,4-2 2 0,2-1-5 16,6-1 6-16,1 2-4 0,4 2 14 0,2-3-13 15,3 1-6-15,-16-3 1 0,21-4-2 0,3-1-3 16,-1-1 5-16,3 2-6 0,2-5 3 0,-4 1-6 15,2-4-2-15,-2-1-2 0,-2-1-21 0,-2 1-47 16,1-4-11-16,-1 0-21 0,-2-2-121 0</inkml:trace>
  <inkml:trace contextRef="#ctx1" brushRef="#br0" timeOffset="-117088.14">11544 12213 318 0,'0'0'15'15,"0"0"-2"-15,0-2 1 0,0 0 13 0,0 0-11 16,0-1 29-16,0-1 1 0,0 0 3 0,0 0 0 0,0 1 3 16,0-1-4-16,0 0-9 0,0 1 4 0,0-1-14 15,-2 0 0-15,2 0 3 0,-2 1-3 0,2 1 2 16,-2 0 5-16,0 0-6 0,0 0 3 0,0 0-14 0,2 1 4 16,0 1-7-16,0 0 5 0,0 0-6 0,-1 0-4 15,-1 1 4-15,2 1-5 0,0 0 4 0,-4 17-4 16,2 1 3-16,0 2-4 0,0 1 4 0,1-1-4 15,-1 2-1-15,0 2-1 0,0 0 0 0,0 0-1 16,0-2 3-16,-1 2-4 0,1 0-5 0,0-2 6 16,0-1-1-16,0 1 4 0,0-2-2 0,2-2 1 15,0 1-1-15,0-1 2 0,0-7 3 0,0 2 3 0,0-4-3 16,2-1 4-16,0-1 1 0,0-2 3 0,0-1 1 16,-2-4 0-16,2 1-5 0,-1 1 4 0,1 0 1 15,0 0 2-15,0-3-3 0,0 1-5 0,0-2-1 16,1 0 0-16,1-2-2 0,-2 2-1 0,7-22-4 15,2-6 1-15,1 0-4 0,1-1 3 0,0-1-3 0,1 2 1 16,3-5-5-16,0 1 0 0,0-1 1 0,-1-1 1 16,1 5 5-16,-2-3-10 0,-2 4 8 0,3-1-8 15,-1 1 9-15,-2 4-3 0,0-4 0 0,-3 5-1 16,-3 1 3-16,-3 4-5 0,-2 5 0 0,1 1-2 16,7 1-5-16,-9 8 3 0,5-5-7 0,-4 4 3 15,0 1-35-15,0 1-30 0,-1 0-2 0,1 0-13 0,-2 2-36 16,0 2-26-16,0 0-55 0,0 0 12 0,-5 22-179 15</inkml:trace>
  <inkml:trace contextRef="#ctx1" brushRef="#br0" timeOffset="-116699.4">11932 12679 1091 0,'0'0'17'0,"0"-2"3"0,0 0-5 16,0 0-5-16,0-1-1 0,0-1 13 0,0-4-7 16,1-5 3-16,3 4-6 0,0 0-2 0,1 0-10 0,-1-1 3 15,2 1-3-15,-3 2 15 0,1-1 7 0,0-1-3 16,-2 1 4-16,0-1-3 0,-2 5 17 0,0-1-2 16,0 1 6-16,0 0-5 0,0 3-8 0,0-1-4 0,-4-2-1 15,2 4-9-15,-15-9-2 0,-1 1 0 0,1 6-3 16,-2 2-9-16,5 0 5 0,-3 4 1 0,-2 4-1 15,3-1-4-15,1 2-1 0,-2-5 0 0,0 15-1 16,4 1 5-16,-2 2-1 0,4 2-2 0,4 6 0 16,-1-4-4-16,7 0 3 0,-3-4 2 0,-9-3-1 15,4-2 0-15,3-1-1 0,2 5 0 0,4-8-1 16,2 2 1-16,0-4 7 0,2 0 1 0,3 2 0 16,1-2-6-16,-1-2-4 0,10-1 2 0,1-4-3 0,3 1 3 15,1-1-22-15,2 0 1 0,0-1-9 0,0 14-9 16,2-6-20-16,-3-3-6 0,-1-5-5 0,-2-1-36 0,-1-2-49 15,1 0-10-15,3-2-11 0,1 0-11 0</inkml:trace>
  <inkml:trace contextRef="#ctx1" brushRef="#br0" timeOffset="-116253.7">12314 12805 704 0,'-2'-2'85'16,"0"0"186"-16,0 1-256 0,1-1-7 0,-3 0-3 16,2 0 1-16,-2 0 8 0,1 0-8 0,1 2 7 15,0 0-7-15,0 0 12 0,0 0 2 0,0 0 0 0,1 0 1 16,-1 0 8-16,2 0 6 0,0 0-1 0,0-2 1 16,2 1-15-16,-1-1 6 0,1 0-5 0,0 0 4 15,2-2-8-15,3 2-3 0,6-12 1 0,2-1-1 16,-2 4-5-16,0-4-4 0,0 2 1 0,-2 0-3 15,0-2 5-15,-1 2-5 0,-1 0 0 0,-2 0-3 16,1 2 0-16,-5 0 4 0,-1-2 6 0,0 1 0 16,6 3 2-16,-1-2-5 0,-3 4-2 0,-1-1 0 15,-1 1 1-15,-2 1 6 0,0 1-1 0,0 1 2 0,0 0-5 16,0 2 2-16,0 0-4 0,-2-1 3 0,1-1-7 0,-1 0-3 16,-2 2 2-16,-3-1-2 0,-8-1 1 0,-2 2 5 15,0 2-5-15,-1 4 5 0,-1 1-8 0,2 3 5 16,-3 3-2-16,0 4 4 0,1-10-5 0,-1 20 2 15,-1-1-1-15,5 4 2 0,1-1-7 0,4-2 3 16,5 1 2-16,-9-4 0 0,4 0 0 0,4-1 1 16,3-5-1-16,4-3 2 0,0 2 5 0,2 2 3 15,1-6 1-15,3 0-1 0,0-3-8 0,10-3 7 16,12 1-6-16,6-3 5 0,1 1-8 0,2 18 0 16,6-10-2-16,1-5 2 0,4-5-6 0,6-2-48 0,-2-2-18 15,8-4-24-15,-3-1-190 0</inkml:trace>
  <inkml:trace contextRef="#ctx1" brushRef="#br0" timeOffset="-88001.58">12971 12220 40 0,'0'0'0'0,"-2"0"12"15,1 0 130-15,-1 0-25 0,0-2 7 0,0 1-57 16,0-1-16-16,0 0-7 0,0 0-3 0,1 2 6 15,-3 0 6-15,0 0 6 0,0 0 1 0,1 0 0 0,-3 0-12 16,1 0-8-16,-5 0-2 0,9 0-1 0,-5 0 0 16,2 0-6-16,-1 0 2 0,-1 0-3 0,2 0 4 15,-1 0-7-15,1 2-2 0,0 0-2 0,1 0-11 0,-1-1 2 16,2 1-4-16,0 0 3 0,2-2-8 0,0 2 5 16,2 0-2-16,0-2 2 0,2 0-5 0,16 2 2 15,8 0-5-15,2-1 3 0,-3-1-6 0,5 0 6 16,0 0 0-16,-1-1 2 0,1-1-5 0,-1 2-2 15,1 0 1-15,-2 0-1 0,-3 0 5 0,1 0-4 16,-4 0 2-16,2 0-3 0,-1 0-2 0,-5 0 7 16,0 0-5-16,-7 0 4 0,0 0-7 0,-1 0 3 15,-9 0 2-15,3 0-1 0,-2 0 2 0,-1 0 1 0,1 0 0 16,0 0 1-16,-2 0 0 0,-1 0-5 0,1 0-1 16,-2 0-3-16,0 0-6 0,0 0-31 0,0 0-2 15,-2 0-20-15,1 0-94 0,-1 0-119 0</inkml:trace>
  <inkml:trace contextRef="#ctx1" brushRef="#br0" timeOffset="-87657.78">13215 11925 645 0,'-2'0'55'0,"0"0"103"0,0 0-139 0,0 0-10 16,0 0-5-16,0 0 0 0,1 0 3 0,-1 0 30 16,0 0 4-16,0 0 8 0,0 0 9 0,0 2-13 15,0 0-3-15,1 0-3 0,-1 1-6 0,0 8-6 16,2 15-3-16,0 0 0 0,4 6-12 0,1 0-3 16,3-1 3-16,-1-1-3 0,2 0 8 0,1-1-3 15,-1-1 1-15,-2-4-1 0,-1 0-4 0,-1-1 3 16,-1-3-3-16,0-1 4 0,0 1-2 0,-1-3-2 15,1 0-3-15,0-1 0 0,-1-1-7 0,-1-4 4 0,0 0 1 16,-2-3 2-16,0-1-4 0,0 1-6 0,0-5 5 16,0 3-5-16,0-4 3 0,0 0-2 0,0 1-9 15,2 1 3-15,0 0-27 0,0-1-16 0,0 1-6 16,-1 0-5-16,1-2-49 0,0 0-183 0</inkml:trace>
  <inkml:trace contextRef="#ctx1" brushRef="#br0" timeOffset="-86327.48">14208 11947 71 0,'0'0'19'15,"0"0"15"-15,0 0 42 0,0 0 11 0,0-2 1 16,0 1-14-16,0-1-10 0,0 0 0 0,0-2 3 15,0-7-11-15,0 0-4 0,0-2-11 0,0 0 5 16,2-2-17-16,0-2-2 0,1 2 2 0,1-3-2 16,-2 3 7-16,0-3 4 0,-2 1-1 0,0 4 1 0,0 0-7 15,0 0 6-15,-2 2-3 0,0 0 3 0,-2-1-13 16,1 1 7-16,-1 2-2 0,-2 0 4 0,1 1-4 16,-6 1-5-16,-8 1-1 0,4 4 1 0,0 1 5 15,-1-1 4-15,1-9-4 0,-2 1 3 0,-1 3-10 0,1 3 0 16,0 2-1-16,0 2 0 0,1 2-11 0,1 2-2 15,0 1-1-15,0 3-1 0,0 1-8 0,2 0 3 16,0 3-2-16,2 6 2 0,2 4 1 0,0-1 0 16,3-3-2-16,4 3 1 0,-2 3-2 0,-7-7-1 15,0 1 5-15,4 3-3 0,3-7 3 0,2 9-5 16,2-7 2-16,0-1-2 0,2-2 1 0,2 0 3 16,-1-3-6-16,3-1 5 0,1 0-6 0,-5-5 4 15,9 5 1-15,4-3 0 0,-2-4-3 0,2 9 0 0,0-2-2 16,0-3 2-16,2-3 2 0,-1-3-4 0,-1 0 4 15,2-3-4-15,0-3 8 0,-3-1-1 0,1-3-2 16,4 7 0-16,-8-18-6 0,0-1 7 0,2 1 0 16,-5-1 3-16,5 2-2 0,-6 3 1 0,-3-2 2 15,-1 3-2-15,10-3 3 0,-3 4-7 0,-3 1 1 0,-3 4-2 16,-2 3 5-16,-2 1 17 0,0 3-7 0,0 1 9 16,0-2-5-16,0 0-5 0,0 1 7 0,0 1-7 15,-2 0-3-15,0 0 0 0,0 2-6 0,0 0 4 16,0 2-8-16,-1 5-4 0,-10 23 4 0,3 1-4 15,3 5 9-15,3-5-2 0,1 5-1 0,1-3 0 16,2 4-4-16,2 4 0 0,-1-4 3 0,1 0-1 16,0-3 1-16,0-3 0 0,0-1-3 0,0-2 3 0,0 0 1 15,-2-2-2-15,0-2 4 0,0-2-3 0,0-1 1 0,-2-1 4 16,-2-1-5-16,0-1 4 0,1-3 1 0,-3-2-5 16,0-2 3-16,1-2-3 0,-1 1 3 0,-10-1 1 15,1-2-1-15,-2-1 1 0,0-2 5 0,2-3-5 16,-1 1 4-16,1 9-5 0,0-1 1 0,4-7 4 15,-2 1 0-15,2-2 2 0,1-2-2 0,1 0-1 16,4 0-3-16,-3 0 1 0,3 0-10 0,3 0 7 16,-2 0-3-16,2 0 4 0,-2-2-8 0,1 0 2 15,-1 0 0-15,2 1 0 0,0-1-6 0,0 0 11 16,1 0-3-16,-1 0 4 0,0 0-6 0,0 0-2 0,0 1 5 16,2-1-2-16,0 2 4 0,0 0-9 0,0 0-5 15,0 0-1-15,0 0-8 0,0 0-5 0,0 0-2 16,0 0-4-16,2 0-27 0,0 0-94 0,0 0-9 15,0 0-37-15,-1 0-96 0</inkml:trace>
  <inkml:trace contextRef="#ctx1" brushRef="#br0" timeOffset="-84415.61">14394 12428 95 0,'0'0'21'0,"0"0"-5"0,0-2 44 0,0 1 0 16,0-1 6-16,0 0-7 0,0 0-11 0,1 0-5 16,1 0 0-16,0 0-7 0,0 1 7 0,0-1-3 15,0 0 2-15,0 0-3 0,-1 0 4 0,1 0-1 0,0 0 2 16,0 1-7-16,-2-1 7 0,0 0-7 0,0 0 4 16,0 0-14-16,2 0-2 0,-2 2 4 0,0 0-4 15,0 0 1-15,0 2-5 0,0 0-1 0,0 2-1 16,-2 3-2-16,-2 12-4 0,1-3 4 0,-1 1-4 15,0 2 1-15,0-3-8 0,1 1 2 0,-1 2-5 16,2-1-3-16,2-1 3 0,0 0 1 0,0-6 1 0,0-2-2 16,0-2 4-16,0-1-6 0,0 0 6 0,0 1-2 15,0-1-3-15,0 1 7 0,0-5-5 0,0 2 10 16,0-1-5-16,0 1 2 0,0 0-2 0,0-2 6 16,-2-1-8-16,0 1 0 0,1 0-2 0,-1 0-1 0,0-2 2 15,2 0-5-15,0 0 3 0,0-2-1 0,0 0-3 16,0-1 0-16,2-10-1 0,3-10 0 0,3 3-1 15,1-4 1-15,-2 1-1 0,1 3-2 0,-1-2 4 16,3-2 1-16,1 1 2 0,-2 3 3 0,-2 3-3 16,1 2-3-16,-3 4-1 0,1 2-6 0,-2 2 10 15,-2 3-2-15,-2 2 5 0,0 0-5 0,3-2 6 16,1 1-1-16,0 1 2 0,-1 0-4 0,1 0 5 16,0 2-3-16,0 0 1 0,-3 2-8 0,1 2 4 0,6 12 0 15,-1 5 3-15,-1-3-3 0,-3 1 2 0,-1-2-4 16,0 3 1-16,0-3-5 0,0-1 5 0,0 3 0 15,-2-6 2-15,0 0 0 0,0 0 2 0,0-4 2 16,0 1-1-16,0-7-4 0,0-1 5 0,0 2-3 0,0 0 4 16,0-1-7-16,0 1 3 0,0 0-5 0,0-1 4 15,0-1-4-15,0 0-1 0,0 0 3 0,0 0-1 16,0-2 0-16,2 0-1 0,-1-2-3 0,1-2 1 16,0-1 5-16,7-18-3 0,-1 3 1 0,-1 0-3 15,1-1-2-15,-1 1 3 0,1-1 0 0,-3 3 0 16,1 1 1-16,-1 4 0 0,1 2 1 0,-2 2-1 15,-1 1 0-15,-1 5 1 0,2-3 3 0,0 2 0 0,-1 1 2 16,1-1-3-16,0 0-1 0,-1 2 1 0,-1 2 2 16,6-3 5-16,-1 1-2 0,1 2 3 0,-1 0-1 15,-1 0-3-15,-1 2 7 0,-1-1-5 0,1 3 11 0,-1-2-9 16,0 11 4-16,-2 0-4 0,0 4 9 0,-1-4-6 16,11 1 0-16,-5-1-2 0,-1 0 1 0,-3 0-10 15,-1-3 3-15,0 1-5 0,-2-4 0 0,0-1 2 16,0 3-1-16,0-1 2 0,0 1-4 0,0-2-8 15,0-5-5-15,0 2-2 0,0 0-21 0,0-1-6 16,0 1-5-16,0 0-4 0,0-2-54 0,2-1-31 16,0 1-14-16,0 0 1 0,-1-2-8 0,1 0-98 15</inkml:trace>
  <inkml:trace contextRef="#ctx1" brushRef="#br0" timeOffset="-84147.55">14863 12079 311 0,'0'0'56'16,"0"0"-4"-16,-2-2 29 0,1 0 6 0,-1 1-11 15,0-1 22-15,0 2-16 0,-2-2 2 0,1 2-7 16,-1-2-3-16,0 2-7 0,0-2-5 0,3 0-2 16,-1 2-33-16,0-2 1 0,0 2 6 0,0 0-2 0,0 0 17 15,2 0-9-15,0 0-1 0,2 0-2 0,0 0-3 16,2 0-7-16,14 0-2 0,5 0-1 0,3 0-4 0,5-1-4 15,1-1-7-15,1-2 3 0,-3 0-10 0,-8 1-3 16,-3-1 4-16,-3 0-5 0,1 0 0 0,0 3-9 16,0-1-6-16,-3-2-1 0,-4 2-21 0,1-2-36 15,-2 3-11-15,-5 1-13 0,3-2-78 0,-3 0-67 16,0 2-27-16</inkml:trace>
  <inkml:trace contextRef="#ctx1" brushRef="#br0" timeOffset="-83925.54">15030 11840 156 0,'0'0'88'0,"0"0"4"0,0-2-8 0,0 0-11 15,-1 0-20-15,-1 0 17 0,0 0 15 0,0-1 0 16,0 1 6-16,0 0 6 0,0 0-25 0,1 0 4 0,-1 0-12 16,0 0-17-16,-2 1 8 0,0 1-6 0,1 0 6 15,-1 1-15-15,2 3-1 0,-11 22-9 0,4 4 5 16,3 1-17-16,3 3-9 0,1-3 4 0,0 5-7 15,0-3 2-15,2-3-4 0,0 0-4 0,0-6 1 16,0 0 2-16,0-4-13 0,0 1 4 0,0-3-9 16,0-1-14-16,2 0-26 0,0-1-28 0,0-1-5 0,1-2-145 15,3 2-88-15</inkml:trace>
  <inkml:trace contextRef="#ctx1" brushRef="#br0" timeOffset="-82841.61">15699 11689 133 0,'0'0'58'0,"0"0"-1"0,0 0 56 0,0 0-5 16,0-2-30-16,0 1-5 0,0-1-4 0,0 0 2 15,-2 0-11-15,0 0-17 0,0 0-3 0,0 0-5 0,1 1-6 16,1-1 5-16,0-2 7 0,0 0-3 0,0 1 2 16,0-1 1-16,0 2-7 0,0-4 5 0,0-1-17 0,0 0 5 15,0-1 1-15,0 1 1 0,0 1 1 0,0-1-2 16,0 1-2-16,-2 1 2 0,0-1 2 0,2 2-10 16,-2-1-1-16,0 1-4 0,-2-2 0 0,3 3-4 15,-1-1 1-15,2 2-3 0,-6 0-3 0,1 0 1 16,1 1-3-16,-4-1 2 0,3-2-3 0,-1 0 4 15,1 1-2-15,1 1 1 0,-2-2-8 0,3 2 2 16,-5-2 4-16,3 3-2 0,-1-1 0 0,-1 0 4 16,1 2-5-16,-1 0 5 0,1 0-6 0,1 0 4 15,-1 0-3-15,0 0 2 0,-1 0-5 0,1 2 4 16,1 0-1-16,-1-1 3 0,1 3-4 0,-1-2 2 0,-1 15-2 16,3 1 0-16,-2 1 0 0,3 3 2 0,-3-1 0 15,2 1-2-15,1 2 1 0,1-4-5 0,-11-1 4 16,2 0-4-16,5-5 4 0,1 1 3 0,1 0 1 15,2 0 0-15,0-4-2 0,2 0-3 0,0 0 2 0,0-5-1 16,0-2 1-16,0-3-3 0,0 3 1 0,0 0-1 16,2 3 6-16,0-3-3 0,0 0-2 0,2-2 1 15,-1-1 5-15,1-1-5 0,9 2 3 0,2-2-4 16,0-2 2-16,-1-1-3 0,3-3 2 0,-4 1-5 16,4-5 6-16,0-1-1 0,-1 0 1 0,-1 0 0 15,2 5 3-15,-2-10-5 0,-6-1 1 0,2 0-1 0,-5 4 1 16,1 0 1-16,1 0 2 0,-5 2 0 0,1 0 3 15,0-2-7-15,-1 4-1 0,1-1-1 0,0 5 10 16,1-3-6-16,-1 3 8 0,-2 1-7 0,0-1 18 16,-2 3-8-16,0-2-1 0,0 2-2 0,0 0-5 0,2-1 6 15,0-1-2-15,-1 0 2 0,-1 0-6 0,0 3-1 16,0-1 1-16,0 0-1 0,0 0 3 0,0 0-6 16,0 0 3-16,0 0-4 0,0 1-1 0,0-1 7 15,0 0-2-15,0 2 5 0,0 0-7 0,0 0 0 16,0 0-1-16,0 0 0 0,0 2 1 0,0 0 4 15,0-1-3-15,0 1 2 0,0 2-9 0,0 0 8 16,0 9 0-16,0 2 4 0,0-1-9 0,0 3 1 0,0 2-1 16,0-1 2-16,0 5-2 0,0 1 2 0,0-4-2 15,0-1 2-15,0-1 3 0,0 3-4 0,0-1 2 16,0 2-2-16,2 2 7 0,-2-5-7 0,0 3 3 16,2-1-3-16,-2-6 8 0,0-1-5 0,0 5 1 0,0-2-2 15,-2-2 5-15,-1-1-6 0,1-4 1 0,0-1-2 16,-2 2 6-16,0-3-4 0,-1 1 2 0,1-4-2 15,2 3 6-15,-7-3-6 0,-2-1 6 0,-2-2-5 16,2 0 7-16,1 2 3 0,-1-3 3 0,4 1 0 16,-2 6 4-16,1-3-11 0,1-1-4 0,-1 0 1 15,3-2 4-15,1-2-9 0,0 0 3 0,2 0-5 16,-1 1 2-16,-1-1-1 0,0 0-3 0,1 0-2 0,1 0-13 16,0 0 5-16,0 2-5 0,0 0 4 0,0 0-16 15,0 0-12-15,2 0-31 0,0 0 5 0,0-1-107 16,0 1-54-16,2 0-24 0,0 2-16 0,0 0-116 15</inkml:trace>
  <inkml:trace contextRef="#ctx1" brushRef="#br0" timeOffset="-82313.68">16002 12109 61 0,'0'0'46'0,"0"0"-7"0,0-2 78 0,0 0-1 16,0 0 9-16,0 0-14 0,0 1-10 0,0-1-3 15,0 2-2-15,0-2-3 0,0 0-19 0,0 0-1 0,0 2-9 16,0 0-20-16,-2 0 9 0,0 0-2 0,0 2 5 16,0 0-1-16,0 0-15 0,0 1 3 0,1 3-7 15,-9 13-1-15,1-1-18 0,2 1 6 0,-1 1-8 16,3-1 4-16,-1-1 0 0,2-3-7 0,-1 0 3 15,1-2-17-15,0 0 1 0,2-2 1 0,1-3 1 0,-1-1 6 16,0 0-20-16,2-3 1 0,0 0-7 0,0 0-2 16,0-3-16-16,0 3 1 0,0 0-8 0,2 0-16 15,0-3-11-15,-1 1 6 0,3 0-5 0,-2-2 25 16,7 0 7-16,8-4-7 0,-6 1 8 0,0-5-3 16,0-1 16-16,-3-4 7 0,3-7 1 0,-4-3 16 0,3 1-1 15,-3 2 1-15,-1 1 0 0,1 2 16 0,-1 8 8 16,-3-2 4-16,5 7 1 0,-4-1 4 0,-1 3-4 15,1 0 4-15,-2 0-3 0,0 0 16 0,0 0 6 16,-2 0-6-16,1 2 6 0,3-3-9 0,0 1 2 16,0 0 5-16,-1 0-4 0,1 2-5 0,-2 0 1 15,0 2-4-15,-1 2 2 0,1-1-15 0,4 12-3 16,-1 2-5-16,-3 0 3 0,-2-2-10 0,0 1-8 0,0-1 3 16,0-2-5-16,0-2 4 0,0 0-7 0,0-3 0 15,0-1-4-15,0-1-5 0,0-1-28 0,0-1 4 16,0-2-15-16,0 2-32 0,0-1-31 0,0 1-1 15,0-2-7-15,0 0 6 0,0 0-60 0,0-2-9 16,0 0-28-16,0 0-144 0</inkml:trace>
  <inkml:trace contextRef="#ctx1" brushRef="#br0" timeOffset="-82175.79">15935 12109 463 0,'-2'0'127'0,"0"0"217"15,-2-2-257-15,2 2-37 0,-1-2 1 0,1 2-11 0,-2-2 6 16,0 0-2-16,1 1 4 0,-1-1-1 0,2 0 2 15,0 0-9-15,2 0-5 0,0 0-1 0,0 0-18 16,2 1-6-16,2-1-5 0,3-2 0 0,14-9-5 16,3-2-9-16,2 0-3 0,0 0-5 0,4 1-33 0,-6 1-129 15,2 0-28-15</inkml:trace>
  <inkml:trace contextRef="#ctx1" brushRef="#br0" timeOffset="-81796.71">16131 11307 468 0,'0'-2'34'0,"-1"0"0"0,-1 0 20 0,0-2-1 15,-6-10-1-15,3-1 16 0,1 2 19 0,0-2-2 0,3 6 6 16,-1 3-11-16,2 2-21 0,0 1 2 0,-2-1-9 15,0 0-9-15,0 0-7 0,2 1-2 0,0 1 0 16,0 0 5-16,0 0 2 0,0 0-2 0,2 2 0 16,0 2-12-16,0 0 9 0,3 7-6 0,10 19 6 15,-2-2-13-15,2 4-3 0,2 1 2 0,1 1-4 16,-16 0-11-16,22 1 6 0,2 0-1 0,4 3 3 0,0 1-1 16,-1-2-3-16,3 2-1 0,-2 2 0 0,1-2-2 15,1 2 6-15,-2 0-6 0,-6 0 4 0,-2 0-9 16,-7 0 9-16,-6-2-3 0,-3 4 5 0,-4-2-11 15,18 2 5-15,-13-2-4 0,-7-2 2 0,-11 2-6 0,-7-2-3 16,10 4 0-16,-27-5-3 0,2 1-8 0,-3-2-25 16,5-2-5-16,-5-1-14 0,3-2-82 0,3-3-49 15,-1-4-23-15,-1-3-9 0,4-1-107 0</inkml:trace>
  <inkml:trace contextRef="#ctx1" brushRef="#br0" timeOffset="-81236.08">14002 11403 295 0,'0'0'70'0,"-2"-2"117"0,0 1-121 0,0-1-18 16,0 0 4-16,1 0-4 0,-1 0 44 0,0 0-30 15,0 0 10-15,-2 1-20 0,1-1-5 0,-1 0-11 16,0 2 6-16,-3-2-8 0,-3-2 1 0,3 2-12 0,-4 1-2 16,2 1-3-16,-3 0-8 0,1 0 14 0,0 1-3 15,0 3 6-15,-2 2 0 0,0-4-23 0,0 24 5 16,-2 7-9-16,0 4 10 0,2 6-5 0,0 3 5 15,6 6-7-15,-2 2 2 0,3 4-4 0,-3 1-1 16,-1 2 0-16,7 2 8 0,-1-1-4 0,-2 1 6 0,3-4-7 16,-5-1 3-16,5-1 2 0,1-1 1 0,-4-4 1 15,-20 2 10-15,13-2 6 0,9 2-6 0,8-4 5 16,4 2-13-16,1 2 3 0,-2-10-1 0,4 1 1 16,1-4-9-16,1-8-8 0,1 4 2 0,1-5-5 15,2-2 4-15,0-6-28 0,-10-4-3 0,19-7-9 16,2-2-25-16,2-7-128 0,3 16-40 0</inkml:trace>
  <inkml:trace contextRef="#ctx1" brushRef="#br0" timeOffset="-80388.84">16854 11268 71 0,'0'-2'29'0,"0"0"-6"0,0-2 76 16,0 2-7-16,-4-12 19 0,0-5-21 0,1 6-10 15,-1-2 2-15,2 6-5 0,-2 0-4 0,2 1-14 16,1 1-3-16,-1-1-4 0,2 7-12 0,0-3 13 16,0 0-1-16,0 0 4 0,0 1-7 0,-2-1-7 0,0 0-4 15,0 1-1-15,0 1-16 0,0 0-10 16,1 0 0-16,-1 0-3 0,0 2 9 0,0 0-3 0,0 2 3 16,0 2-3-16,-1 7-1 0,-3 19 6 0,0 3-1 15,1 2 3-15,1 0-14 0,2 1-1 0,0-1 0 0,2-2 0 16,0 1 1-16,0-1-2 0,0 1 0 0,2-3 1 15,2 1 0-15,0-1-6 0,1 1 1 0,1-4-1 16,1 0 6-16,-1-6-4 0,-1 2 2 0,1-3-4 16,0-1-1-16,-1-3 4 0,-1-4-2 0,1-2 5 15,1 0-6-15,-2-4 5 0,-2-1-5 0,-2-4 6 16,3 1-5-16,1 1 4 0,0 0 3 0,-1-2 1 16,1 0 27-16,0-2-18 0,0 0 5 0,7-6-10 15,-2-1-3-15,2-27-6 0,0-1 4 0,2-2-4 0,2-2 4 16,0-2-1-16,2 0-4 0,-1 0 3 0,1-1 0 15,0-3-3-15,0 4 5 0,-1 0-6 0,-1 4 1 16,-4 0 3-16,-1 4-3 0,-3 7 4 0,-1 1-2 0,-3 9 1 16,1 3 0-16,-2 0 0 0,7 0-2 0,-5 5-4 15,-2 5 1-15,0-1-1 0,-1 0 3 0,1 1-17 16,0-1-1-16,0 2-12 0,-2 0-45 0,0 2-47 16,0 0-8-16,0 2-14 0,0 2-49 0,-2 24-138 15</inkml:trace>
  <inkml:trace contextRef="#ctx1" brushRef="#br0" timeOffset="-79929.69">17318 11647 848 0,'-2'0'24'0,"0"-2"39"16,-1 0-51-16,1 2 10 0,-9-6-4 0,-1 1 8 15,9 3 5-15,-5-2-2 0,1 0 0 0,3 4 0 16,-3-1 10-16,3 1-7 0,2 0-1 0,-2 0-4 15,-1 1-8-15,1 1-10 0,0 19 7 0,3 12-8 16,-1 2 3-16,-2 3-5 0,2 2-1 0,-3-3 1 16,1-1 3-16,0-1 6 0,-1-7-5 0,-14 0 4 0,8-6-5 15,5-5 6-15,1-1 1 0,1-3 0 0,2-3-1 16,2-3 8-16,0-3-4 0,0 0 4 0,0-1-13 16,0-1 12-16,0 0-2 0,0 0 4 0,2-2-6 15,0-2-9-15,2-2 1 0,10-18-6 0,11-10-4 0,1 3 3 16,1-3-5-16,-2 1 3 0,-1 3-5 0,2 9 6 15,-2 4 1-15,0 6 1 0,-6 2-5 0,-1 5 1 16,-6 0 4-16,-1-6-1 0,4 1 0 0,-6 5 8 16,1 2-5-16,2 0 7 0,-7 0 1 0,0 2-3 15,-1 0 2-15,5 7-3 0,3 10-3 0,-4 1 3 16,-3-1 1-16,-2-1 1 0,-2-3 7 0,-2 0 8 16,-3 0-4-16,-5 2 6 0,1-4-5 0,2 0-14 15,-12 5 3-15,-1-5-6 0,-1 0 10 0,-3-2-18 0,-2-1 5 16,2-1-9-16,0 2 6 0,-2-5-4 0,5-1-5 15,1 1-1-15,3-3-13 0,6 1-28 0,0 0-14 16,5 0-14-16,3-1-124 0,-1 1-21 0,2-2-22 16,0 0 3-16,2 0-83 0</inkml:trace>
  <inkml:trace contextRef="#ctx1" brushRef="#br0" timeOffset="-79507.61">17667 11841 794 0,'0'0'29'0,"0"0"45"0,-2 2-52 16,0 0 26-16,0 0-1 0,1 0 10 0,-1 2 4 16,0-1-18-16,2-1-4 0,-2 7-3 0,0 1-9 15,0-3-2-15,2-3 2 0,0 1-2 0,0-1 0 0,0-2-1 16,0 2 1-16,0-1 0 0,2 1 10 0,0-2 3 16,0 0 0-16,2 0 0 0,3-2-9 0,8 0-6 15,0-2-6-15,-2-4 1 0,0-1-14 0,0-1 8 16,-2-1 3-16,0 4 0 0,-2-14 3 0,1 4-10 15,-5-2 5-15,-1 3-4 0,-2 1 7 0,9-4-1 16,-2 0-9-16,-3 2 5 0,-3 1-14 0,-1-1 4 16,-2 0 4-16,0 2-1 0,0 0-6 0,-2 2 8 15,1 3-7-15,-1 3 9 0,-2-1-4 0,4 4-3 0,-4 0 9 16,-9-7-8-16,2 4 1 0,-2 1 1 0,-2 4 1 16,0 2 1-16,-1 3-3 0,-1 6-4 0,2 4-5 15,-2 21 4-15,1 1 2 0,1 4-2 0,-2-3-2 16,6 3 2-16,2 0-2 0,3-7 7 0,2 3-3 15,-16-2 3-15,9-5-2 0,3 1-4 0,7-5 5 0,1-7-4 16,0 1 6-16,1-5-6 0,5 0 0 0,0-4-2 16,-1-3 8-16,8-3-4 0,8-3 0 0,1 13-4 15,2-4-1-15,2-5-10 0,2-6 6 0,3-6-9 16,5-5-12-16,1-8-21 0,6-5-10 0,3 17-11 16,-3-25-125-16</inkml:trace>
  <inkml:trace contextRef="#ctx1" brushRef="#br0" timeOffset="-79089.45">18291 11223 844 0,'-2'0'69'15,"0"0"-2"-15,0-2-6 0,0 0-6 0,1 1-20 16,-1-1 14-16,0 0 8 0,0 0 3 0,0 0-3 16,0 2-12-16,0 0-8 0,1 0 5 0,-1 0-4 15,0-2 16-15,2 0-6 0,0 1-6 0,2-1 0 0,1 0-11 16,3 0-9-16,16-11 6 0,8-2-8 0,-4 2-4 16,4-2-7-16,-1 1-5 0,3-3 0 0,-2 0-5 15,-2 2 5-15,-4 4-3 0,-6 4 3 0,-1 1-14 0,-2 1-13 16,-2-1-3-16,-2 2-6 0,-2 1-38 0,-3 1-75 15,-1 0-8-15,-1 2-30 0,-2 0-108 0</inkml:trace>
  <inkml:trace contextRef="#ctx1" brushRef="#br0" timeOffset="-78844.16">18434 10865 961 0,'0'0'26'16,"-2"-2"49"-16,0 0-49 0,0 0 34 0,0 0-3 0,1 1 14 16,-1-1-4-16,0 0-20 0,0 0-2 0,0 0-6 15,0 0-1-15,0 2 4 0,1 0 2 0,1 2-2 16,0 0-5-16,0 5-2 0,0 27-5 0,1 1 0 16,3 10-16-16,-2 1-4 0,0 1 0 0,-2 3-2 15,0-2-1-15,0-2-5 0,-2-7 2 0,-2 2-4 16,1-6-1-16,-1-1-17 0,0-3-8 0,0-5-6 15,3-1-47-15,-1-3-126 0,2-2-45 0</inkml:trace>
  <inkml:trace contextRef="#ctx1" brushRef="#br0" timeOffset="-61485.65">19591 10718 256 0,'0'0'149'0,"0"-2"-68"0,0 0 41 15,0 1 10-15,0-3-102 0,0 0 3 0,-2-5 2 16,0-2-2-16,0-2-2 0,0 0-10 0,0 0 0 16,2-2 2-16,0 2 0 0,0 0 8 0,0-4-5 0,0 4 2 15,0-4-3-15,-2-1 8 0,2 3 4 0,-1-2 2 16,-1 3 0-16,-2-1 3 0,0 4-6 0,1-1 1 0,1 7-3 16,0 1 3-16,2 2 0 0,-11-1-9 0,-2 1 5 15,-2-9-18-15,-2 3 0 0,0 6 7 0,-3 2-4 16,1 4 4-16,-1 3 0 0,0 3-6 0,1 1 4 15,2 0-5-15,2-9 1 0,1 15-2 0,1-3 0 16,0 5-11-16,3-4 4 0,-1 1-1 0,4-1 1 16,1 0-4-16,2-2-1 0,-5 0 0 0,2-2 1 15,1 0 4-15,3-1-4 0,1-3 1 0,2-1-3 16,0-3-5-16,0 1 2 0,0-2 2 0,2 2-1 0,1-1 0 16,5 1 0-16,10 4-3 0,1-3 3 0,3-3 3 15,0-2-1-15,1-2-1 0,-1-2 0 0,0-1 0 16,-3-3 0-16,3-1 0 0,-5 0 0 0,-1-2 3 0,3-2-5 15,-2 9 6-15,1-11-6 0,3 2 5 0,-6 0-6 16,1 2 4-16,-10 0-4 0,1 2 4 0,-3 1 1 16,0 4-2-16,-1 3 3 0,1-3 7 0,0 0-8 15,-2 2 5-15,0 1-6 0,-1 1 14 0,1 0-14 16,-2 1 7-16,0 3-8 0,-2 5 7 0,-5 14-3 16,0 1-5-16,-1 0 1 0,1 2-5 0,-1 4 5 15,-1-1 2-15,2 1 1 0,-1 2-2 0,1-3-1 16,1 3 1-16,1 1-1 0,-1 1-3 0,0 1 6 15,1-2-6-15,-1-1 7 0,1 0-4 0,-1-10 2 0,-1 0 7 16,1-7-4-16,1-2 5 0,-3 4-5 0,1-4-3 16,-1-2 1-16,3-4 6 0,-5-3-2 0,-8 2 2 15,1 5-4-15,0-2 6 0,3-3-5 0,-3-3-3 0,4-3 0 16,-2 0-2-16,2 0-1 0,2-2 3 0,0-1-3 16,1-1-7-16,3 0 3 0,1 1-6 0,1-1 2 15,-1 0-32-15,3-7-49 0,-1 0-7 0,-5 0-18 16,3 1-66-16,1 1-122 0,1-2 2 0</inkml:trace>
  <inkml:trace contextRef="#ctx1" brushRef="#br0" timeOffset="-60862.73">19726 11184 564 0,'0'0'70'0,"0"0"9"0,-2-2-34 15,0 0-21-15,1 1-17 0,-1-1 3 0,0 0-5 0,0 0 5 16,0 0-3-16,0 0 7 0,0 1-6 0,1-1-1 16,-1 0 1-16,0 0 21 0,0 0 7 0,0 0-1 15,0 0 2-15,2 1-4 0,0-3 4 0,0-4 3 16,2-6-2-16,2-7 1 0,1 1-13 0,3-3-2 15,-1 1-3-15,3 0-6 0,-1 1-5 0,4 1 1 0,-6 0-3 16,12 1-4-16,-2 0 2 0,-8 1 1 0,2 3 0 16,6 0-6-16,-2 4 5 0,-1 0-5 0,-1 3 5 15,-9 3-11-15,0 1 11 0,-2 2-3 0,-2 0 8 16,3-1 6-16,1-1 3 0,0 2 2 0,-2 0-2 16,0 0-8-16,-1 2 5 0,-1 2-4 0,0 0 5 15,-5 19-6-15,-8 18 2 0,0 1-3 0,2 5 2 16,0 0-4-16,-1-1-4 0,3-1 0 0,0-8-1 0,1-1 9 15,5-10-6-15,1-6 8 0,0-5-8 0,2 0 9 16,0-4-13-16,0-3 7 0,0-2-7 0,2-1 10 16,2 1-6-16,-1-2-3 0,12 4 0 0,2-5 3 0,1-1-3 15,5-5 3-15,-7-3-3 0,-1-1-3 0,0 0 2 16,0-17-4-16,-2 0 1 0,0-2 0 0,-2 4 1 16,0-4-1-16,0-2 2 0,-1 4-5 0,-3 0 2 15,-1 6-1-15,-3 5 2 0,1-3 4 0,-2 3-2 16,0 0 3-16,0 2-5 0,3 5-3 0,-1 3 5 15,-2 1-1-15,1 0 4 0,-1 1-9 0,0-1 4 16,0 2 3-16,0 0 3 0,0 2 8 0,0 2 0 16,-1 2 1-16,3 20 0 0,0 11 0 0,-2-1-8 0,-2 3-3 15,0 0 0-15,0-5-4 0,0-3 4 0,2 3-4 16,-2-6 4-16,1-2-6 0,3-4 1 0,0-3 1 16,0-4 0-16,1 0 5 0,-3-7-30 0,0-3-1 15,-2-1-15-15,9 6-26 0,4 1-29 0,2-2-14 0,0-1-12 16,0-4-116-16,1-2-32 0</inkml:trace>
  <inkml:trace contextRef="#ctx1" brushRef="#br0" timeOffset="-60420.7">20695 10310 595 0,'0'-2'6'0,"0"0"2"0,0-2 5 15,-2-20-14-15,2 7 8 0,0 3-12 0,0 2 4 16,0 3 5-16,0 0-2 0,0 0 15 0,0 1 17 16,0 1 5-16,0-3 5 0,2 1 24 0,-2 4-9 15,0 1 4-15,0-2-6 0,0 3-6 0,0-1 11 16,0-2-7-16,0 3 8 0,0-1-13 0,0 0-16 0,0 2-4 15,0 0-5-15,-2 1-15 0,1 1 4 0,-1 0-5 16,-2 1 3-16,4 1-8 0,-11 34 4 0,-4 1 5 16,4 5-2-16,-4 5 1 0,4-1-8 0,0 4 1 15,-2 1-3-15,3-7 2 0,-1 2 2 0,6-3-4 0,-1 4 2 16,2-3-3-16,-20 1 5 0,10-1-6 0,8-1 5 16,4 0-11-16,4-1 7 0,5-1 4 0,3-5 0 15,3-1 2-15,1-5-2 0,1-3 4 0,2-1-2 16,-15-5 2-16,16-4-5 0,3-6-2 0,-1 2 0 15,-1-4 5-15,-1 2-32 0,3 2 3 0,-4-6-17 16,-1-1-29-16,1 5-42 0,-2-3-18 0,0-5-16 16,1 1-147-16</inkml:trace>
  <inkml:trace contextRef="#ctx1" brushRef="#br0" timeOffset="-41267.86">21078 10185 49 0,'0'0'0'0,"0"0"6"0,0-2 65 0,0 1-16 0,0-1 6 15,0 0-26-15,0 0-7 0,0 0 14 0,0 0-6 16,2 0 12-16,-2 1 12 0,2-1-14 0,-1 0 7 16,1-2-13-16,-2 0-16 0,0 1-13 0,2-1 2 15,0 0-4-15,0 2 5 0,0-1-1 0,0-1-6 0,-1 2 4 16,1 0-5-16,0 0-8 0,0 1 7 0,0-1-7 16,-2 0 7-16,0 0-1 0,0 0 2 0,0 2 0 15,0 0 0-15,0 0 0 0,0 2-7 0,0 0 5 16,0 2-1-16,0-1 6 0,0 10-5 0,0 4 4 15,-2 2-4-15,0 3-6 0,0 2 7 0,0-4-8 16,-1 5 1-16,-1-3 7 0,-2 6-6 0,3 0 5 0,-1-1-2 16,0 3 2-16,2-6 1 0,-1-1-2 0,-1-1-5 15,2-2 1-15,0-3 2 0,0 1 0 0,2-1 7 16,0-2-8-16,0 2 0 0,0-2-1 0,0 1 2 16,0-1 2-16,0 0-2 0,0 0 0 0,0 0 1 0,0-2 3 15,2 0 4-15,0-2-3 0,0-2-6 0,0-1 10 16,0-1-3-16,0-1 5 0,-1-1 0 0,1-1 2 15,0 0 0-15,-2-3 0 0,2 3-6 0,0 0 3 16,2 0-4-16,-1-1 4 0,1-1-13 0,0 0 14 16,-1 0-7-16,1 0 11 0,0 0-15 0,-2-2 8 15,9 0-8-15,-2 0 8 0,-1 0-5 0,3-4-1 16,0-2 6-16,2-1-5 0,3-4 10 0,-4 1-10 0,2-10-1 16,1-2-3-16,-2-2 1 0,2-1 3 0,7-1 0 15,-3-5 2-15,1-3 0 0,5-1-5 0,-9-4 6 16,5 0-6-16,-1-2 1 0,-3-1 3 0,0-3-5 15,-4 6 3-15,-2 8-11 0,0 1 13 0,-4 6-6 16,-1 3 8-16,-4 3-7 0,0 5 2 0,-1 2 1 0,3 5-1 16,-2 2 0-16,-2 2 0 0,4-1-1 0,-2-1 0 15,-1 2-2-15,1 0-9 0,0 0 5 0,-2 2-6 16,0 0 8-16,0 0-5 0,0 2-4 0,-2 2 0 16,2-2-11-16,-9 16-64 0,0 1-69 0</inkml:trace>
  <inkml:trace contextRef="#ctx1" brushRef="#br0" timeOffset="-40794.44">21562 10629 121 0,'0'0'48'0,"0"-2"3"0,0 0 2 0,0 0-14 16,0-1-6-16,-1-1-12 0,1 0 0 0,0 1 1 16,0-1 0-16,-2-4 8 0,0-1-1 0,2 4 0 15,0-1-1-15,0 2-3 0,0 1-3 0,0 1 2 0,0-2-3 16,0 0-1-16,0 1-5 0,0 1-2 0,0 0 0 15,0 0-5-15,-2 0 5 0,0 0-4 0,0 0 3 16,0 2-12-16,1 0 0 0,-1 0 3 0,-2 2 0 16,-2 0 2-16,-7 6 1 0,-3 3-3 0,1 0 4 15,-2-7 0-15,0 12 0 0,-1 3-3 0,-1-1 2 16,-1 1 3-16,5 0-6 0,2-3 2 0,4 1-3 16,3-2 3-16,-3 0-4 0,1-2 4 0,5 0-4 0,1 0 6 15,-6-4 2-15,3 2 7 0,1-2-1 0,4-3 16 16,0 1 17-16,0-1 3 0,2-2 4 0,-2-2-3 15,19 11-29-15,7 0-3 0,0-6-7 0,1-3-5 0,-2-2-3 16,-1-2 1-16,2 0-1 0,-4-2 0 0,-2 0-5 16,1 0 1-16,-8 0-2 0,0 0-8 0,-6 0-108 15,1 1-8-15,-3-1-42 0,3 0-109 0</inkml:trace>
  <inkml:trace contextRef="#ctx1" brushRef="#br0" timeOffset="-40331.09">21804 10787 426 0,'-2'0'59'0,"0"0"123"16,0-2-165-16,0 0-8 0,-1 0-2 0,-1 0-1 15,0 2 3-15,2 0 8 0,1 0 1 0,-1 0 1 16,0 0 2-16,2-1-10 0,0-1 6 0,0 0-6 15,2 0 13-15,0 0 1 0,1 0-1 0,5-1-1 16,12-9-7-16,-1 1 6 0,3 0-2 0,-4 2 3 0,-1 0-11 16,-2 1 2-16,2-1-7 0,-4 1 5 0,2 1-9 15,-6 1-2-15,-2 3 5 0,-3 1-6 0,-2 2-1 16,7-2 2-16,-7-4-1 0,7 1 3 0,-5-1 3 16,0 1 0-16,-2 1 1 0,-1-2-1 0,-1 5-2 15,0-3-3-15,0 2 2 0,0-2-3 0,-1 1 0 0,-1-1 3 16,0 4-2-16,-20-9 3 0,1 3-3 0,-1 4 2 15,5 2-3-15,-3 2 1 0,1 2 2 0,2-1-1 16,3 1 2-16,-3 2-3 0,2 1 1 0,4-1-5 16,0 1 3-16,3-1-5 0,1-3 9 0,1 12-4 15,1 2 1-15,1 0-2 0,2-1-3 0,-7-3 5 16,2 2-3-16,3-2 4 0,2 0 2 0,2 0-4 0,2-3 4 16,0-1-5-16,3 0 1 0,-3-5 10 0,9 3-3 15,15-3 4-15,-3-2-7 0,2 15 7 0,5-4-3 16,-2-6 5-16,2-5-9 0,3-2-4 0,-5 0-3 15,0-2 1-15,3 0 6 0,-3-2-14 0,2-1-12 0,-2-1-12 16,-6 3-136-16,-5-1-107 0</inkml:trace>
  <inkml:trace contextRef="#ctx1" brushRef="#br0" timeOffset="-39984.31">22478 10417 123 0,'-2'0'10'0,"0"0"17"0,0 0 0 0,-2 0 26 16,1 0-4-16,-3 0 11 0,-1 0 5 0,-1 0-4 15,3 0 11-15,1 0-8 0,0 0 16 0,1 0-11 16,-1 0-9-16,2 0-1 0,0 0-25 0,0 0 5 16,1 0-1-16,1-1 1 0,0-1-15 0,1 0-1 15,1 0-2-15,6-2-1 0,14-7-7 0,4 0-5 0,2 0 2 16,0 3-3-16,1 1-5 0,-3 1 0 0,6 3-3 16,-8 1 1-16,0 0-10 0,4 2-91 0,-11 0-16 15,7 0-36-15,0 0-161 0</inkml:trace>
  <inkml:trace contextRef="#ctx1" brushRef="#br0" timeOffset="-39424.08">23185 9977 472 0,'0'0'48'0,"-2"-2"6"0,0 1-16 16,1-1-12-16,-1-2-12 0,0 0-6 0,-2 1-5 16,0-1 1-16,1 2 0 0,1 0 3 0,0 0-5 15,0 0-2-15,0 1 0 0,0-1-6 0,1 0 14 16,-1 0-6-16,0 2 10 0,0 0-1 0,0 0 2 16,0 0-1-16,0 0 0 0,1 2-7 0,-1 0 6 15,0 0-3-15,0-1 3 0,0 3-3 0,2-2-6 16,-2 9 3-16,0 2-4 0,1 0 7 0,1 0-3 15,0 0 2-15,0-2-2 0,0 0-1 0,0 1 1 16,0 2-2-16,0 3 2 0,0 2-2 0,0 3 0 0,0-5 2 16,0 5-1-16,0 2-4 0,0 2 2 0,0 2 2 15,-2 0 1-15,0 0 3 0,0 0-3 0,0-2-1 16,0-2 0-16,0 2 3 0,1-4-8 0,-1 2 3 0,0-5-2 16,2-3 11-16,0-3-10 0,0 0 4 0,0-1-5 15,0-3 12-15,0-2-2 0,0-1 4 0,2-1-4 16,-2-1 6-16,0-2 10 0,0 0-10 0,2 1 8 15,1 1-10-15,1 0-8 0,3 0 12 0,5 1-12 16,-1-1 2-16,0-2-1 0,0-2-3 0,-2 0 3 16,2 0-1-16,1-2-3 0,-1-2-3 0,2-1 2 0,0-1 3 15,0-1 3-15,2-3 1 0,1 5-1 0,1-16-6 16,2-1-2-16,-1-8 4 0,6 3-2 0,-1-7 16 16,4-5-11-16,1-2 0 0,-4-1-4 0,4-5 4 15,4 1-5-15,-2 1 1 0,1 2-3 0,-7 4 10 0,-11 8-7 16,4 1 2-16,-8 6-5 0,1 4-7 0,-1 5 7 15,-5 0 1-15,-3 4 4 0,5 3 2 0,0 1-7 16,-5 3 0-16,1 1-4 0,-2 1-13 0,2-2-24 16,0 0-19-16,-2 2-12 0,0 1-161 0</inkml:trace>
  <inkml:trace contextRef="#ctx1" brushRef="#br0" timeOffset="-37389.93">23724 10221 158 0,'0'0'115'0,"0"-2"-146"0,-2 0 127 16,0 0-68-16,0 0-20 0,0 0-9 0,0 2 8 15,-1 0-9-15,-1 2 5 0,-9 2 11 0,-4 35-11 16,2 5 9-16,1 3-15 0,-3-4 5 0,2-4-1 0,-2-4 3 16,6-4 3-16,0-1 3 0,2 0 0 0,5-8-1 15,-9 0-6-15,6-1 18 0,3-6 4 0,-5-2 5 16,1-4 15-16,3-2 5 0,1 1-7 0,2-5 6 15,2 1-16-15,0-2 8 0,-2 2-2 0,0-1 2 16,0 1-5-16,2-2-12 0,0 0 0 0,2 0-4 16,0-2-5-16,0 0-7 0,17-4 3 0,7-3-4 15,0-3 8-15,-4 3-8 0,2-2 5 0,-4-1-5 0,3 1 4 16,1 0-1-16,-2 1-5 0,-3 3 3 0,-5 1-6 16,-2 2-3-16,-1 2 0 0,-4 0-2 0,-1 0 4 15,-3 0 5-15,-1 0-3 0,2 4 2 0,0 0-10 0,1 9 8 16,-1 1 0-16,-4 3 2 0,-2 0-5 0,-2-4 7 15,-3 0-3-15,0-2 5 0,-21-2-8 0,-2 2 0 16,4-3 3-16,-4-1-2 0,4 1 8 0,-1-3-6 16,-1-1 1-16,7 0-3 0,-3-2-6 0,0 14 5 15,13-10-1-15,-4 1 4 0,0-1-3 0,10-4-4 16,-10 0 0-16,11-2-3 0,0 0-16 0,1 0-57 16,-1-2-14-16,2 0-17 0,0 0-73 0,2 0-41 15</inkml:trace>
  <inkml:trace contextRef="#ctx1" brushRef="#br0" timeOffset="-36943.49">24032 10620 816 0,'0'0'11'15,"0"0"1"-15,0-2 0 0,0 0-3 0,0 0-1 16,0 0-1-16,0 0 6 0,0 1-4 0,0-1 5 15,2 0-4-15,0 0 0 0,-1 0 4 0,3 0-1 16,0 0 21-16,16-7-3 0,-1 0 1 0,1-2-2 0,1 0 4 16,1-1 4-16,-3 5-4 0,3-2-1 0,0 0-36 15,-7 1 8-15,2 1-5 0,-4 1 7 0,-8 4 2 0,-1 0-8 16,-2 2 6-16,2-1-7 0,-1-1 3 0,-1-2 4 16,0 2-1-16,0 0 0 0,0 0-8 0,-2 1 3 15,0-1-3-15,-2 0 2 0,-2 0-5 0,-22-9 4 16,0 5 1-16,0 6 1 0,0 0 8 0,-2 4-11 15,4 0 4-15,2-1-5 0,0 1 4 0,3 2 0 16,2-1 0-16,1 3 0 0,1-1-3 0,4-1 1 16,-1 1 1-16,7-3 0 0,1-2 5 0,2 5-2 15,0 2-5-15,-5 1 2 0,0 1-7 0,1 0 7 0,4-2-2 16,2-1 3-16,0-1 11 0,0-1-3 0,2-1 4 16,2 1-5-16,7-4-2 0,15 14 6 0,2-3-5 15,3-3 6-15,6-5-2 0,1-3-9 0,-1-2 4 16,0-2-5-16,-9 0 1 0,1-1-13 0,3-1-11 0,-6 0-8 15,0-1-84-15,-4-1-70 0,-5 0-8 0,-2 3-21 16,0-3-45-16</inkml:trace>
  <inkml:trace contextRef="#ctx1" brushRef="#br0" timeOffset="-36616.46">24476 9779 574 0,'0'-2'29'0,"-2"0"-4"0,0 0 5 16,0-2 6-16,0 1-14 0,0-1-8 0,-3-3 2 16,3 3-2-16,-2-2 0 0,4 4-6 0,0 1-6 15,-4-5 6-15,3 2-6 0,-1 1-1 0,0-1 22 16,0 0-11-16,2 0 16 0,0 1-5 0,0 1 22 15,2 0 0-15,0 0 4 0,1 0-19 0,7 2 1 0,16 0-12 16,2 6 8-16,-1 3-10 0,3 4-10 0,2 4 4 16,-1 1-7-16,3-8 3 0,-3 23-7 0,3 4 7 15,-5 8-7-15,1 5 3 0,-8 9-4 0,-1 6-1 16,-4 6-1-16,-12-1 8 0,-1 1 9 0,22-8-3 0,-22-5 4 16,-8-4-13-16,-11-8-1 0,-9 0-5 0,2 3-5 15,-36 3-76-15</inkml:trace>
  <inkml:trace contextRef="#ctx1" brushRef="#br0" timeOffset="-27774.42">19017 10531 41 0,'0'0'0'0,"0"0"26"0,0 0 15 15,0 0 14-15,0 0 11 0,0 0-20 0,0-2-6 0,0 2 7 16,0 0 4-16,0 0 5 0,0 0 19 0,0 0-30 15,0 0 2-15,0 0-10 0,0 0-6 0,0-2-4 16,0 2 3-16,0 0-2 0,0 0 2 0,0 0-8 16,0 0-4-16,0 0 2 0,0 0 3 0,0 0-10 15,0 0 6-15,0 0-8 0,0 0 5 0,0 0-4 16,0 0 0-16,0 0-1 0,0 0 9 0,2 0-1 16,0 0-7-16,-1 0 3 0,1 0-7 0,2 0-4 15,0 0 10-15,3 0-9 0,2 0 1 0,8 0 5 16,0 0-6-16,0-2 5 0,1 0-6 0,-3 0-7 0,2 2 3 15,-1-1-4-15,3-1 6 0,1 0 2 0,1 0 2 16,1 0 0-16,0 0-3 0,1 0-1 0,1 1 1 0,4-3 0 16,-1 2-5-16,5 0 10 0,0 2-8 0,3-2 10 15,4 2-10-15,2-2 8 0,3 1 2 0,1-3 3 16,-1 0 4-16,1 0-5 0,0 1-1 0,-1-1 0 16,-1 0-2-16,-4 1 0 0,2-3 1 0,-4 2-1 15,-2 1-5-15,2-1 3 0,0 2-5 0,0 2 4 16,2 0 0-16,4 0 4 0,2 2 5 0,3 2-4 15,8 3 6-15,-6 0-5 0,2 3 0 0,-4-1-2 0,-11-2-7 16,6 3 1-16,-6-3 0 0,0 1 1 0,0-1 3 16,-5-2-5-16,-1 1 1 0,1 0-2 0,0-1-3 0,-5 1 7 15,3-3-6-15,-2 1 9 0,4 0-7 0,1-2 1 16,2 0 0-16,-3-1-1 0,3-1-6 0,-1 0 7 16,-7 0-4-16,11 0 6 0,-5 0-8 0,2 0 3 15,0 0 0-15,-5-1 2 0,-2-1 2 0,-4 2-1 16,0-2 0-16,-1 0-2 0,-7 2-7 0,-1-2 10 15,-2 2-4-15,-4 0 6 0,1 0-6 0,-5 0-1 16,1 0 1-16,-1 0-2 0,-1 0-4 0,-2 0-5 16,0 0 2-16,2 0-3 0,-1 0-2 0,1 0-21 15,0 0-5-15,-1 0-10 0,-1 0-68 0,0 0-192 0</inkml:trace>
  <inkml:trace contextRef="#ctx1" brushRef="#br0" timeOffset="-26406.55">10062 12222 57 0,'0'0'7'0,"0"0"10"0,0 0 4 15,0 0 6-15,0 0-4 0,0 0-10 0,0 0 4 16,-2 0-10-16,0 0 8 0,0 0-5 0,0-2 3 16,1 0 5-16,-1 2-1 0,0 0 20 0,0 0-1 15,0 0 4-15,0 0-3 0,0 0 3 0,1-1-14 16,-3 1-1-16,0 0-5 0,0 0 6 0,1 0-12 16,-1 0 10-16,0-2-10 0,1 0 9 0,1 2 4 0,-2 0-4 15,2 0 4-15,0 0-2 0,0-2-16 0,1 0 7 16,-1 2-11-16,0-2 10 0,0 0-10 0,0 1 4 15,2-1-7-15,0 2-10 0,0 0 11 0,0 0-3 0,0 0 6 16,2 0-7-16,0 0-1 0,0 0-3 0,0 0 4 16,1 0 2-16,1 0-1 0,9-2 1 0,-2 0-1 15,4 2 6-15,-2 0-7 0,4 0 0 0,-1 0-2 16,-1 0 11-16,2 2-6 0,2 0 2 0,1 1-4 16,2 1-6-16,2 0 7 0,1-2-4 0,4 1 3 15,1 1-6-15,2-2 10 0,1 0 1 0,-2 0 4 0,-3 0-2 16,4-1-7-16,1 1 3 0,1 2-3 0,5 0 10 15,-4-1-10-15,-3 1 1 0,-6 0-1 0,-2 0 9 16,-2 1-5-16,2 1 0 0,0 1-3 0,-1 1-9 16,-1 1 8-16,0 0-2 0,0 0 4 0,3 3-1 0,-1-1 2 15,2 0-3-15,0 0 3 0,-2 0-2 0,6 0-2 16,-1 0 1-16,5 1-3 0,5 1 3 0,-4-4 0 16,4 0-3-16,-11-2 3 0,7 1 1 0,2-1 0 15,-2 1 6-15,8 1-6 0,-11-2-1 0,-3-1 2 16,-4 0-3-16,1-1 3 0,-4-1 5 0,2 0-3 15,0-1 9-15,-2 1-6 0,1 0 9 0,-1-2-9 16,0 1 1-16,1-1-1 0,-1 2 9 0,-2-2-3 16,-1 0-2-16,-3-1 1 0,3 3 2 0,-2-2-12 0,-4 0 3 15,3 2-5-15,-4-3 3 0,1 3-14 0,-2 0-9 16,0 1-6-16,4 3-53 0,-4-3-175 0</inkml:trace>
  <inkml:trace contextRef="#ctx1" brushRef="#br0" timeOffset="-16826.99">15625 12439 256 0,'0'0'-58'0,"0"0"41"16,0 0-6-16,1-2 7 0,1 1 44 0,0-1-7 0,0 0-11 16,0 0-4-16,0 0 2 0,1 0 5 0,1-1-14 15,0 1 3-15,5-4-6 0,-3 3 12 0,1-1-7 16,-3 2 3-16,0 0-5 0,1 0-5 0,-3 2 8 16,4-2-2-16,-3 1 8 0,1-1 23 0,0 0-2 15,-2 0 9-15,-1 0-8 0,1 0 8 0,0 2-14 16,0 0 10-16,-2 0-10 0,0 0 13 0,0 0-12 0,-2 0 4 15,0 2-3-15,0 0 9 0,1 0 4 0,-1 0-8 16,-2 0 5-16,0-1-13 0,1 1 8 0,-1 0-2 16,2-2 4-16,-2 2 6 0,2-2 16 0,-1 2-3 15,-1 0 5-15,0 0-27 0,1-1-9 0,1 1-2 0,0 0-1 16,0 0-2-16,0 0-3 0,0-2 3 0,0 0-3 16,2 0-1-16,0-2 0 0,0 0-1 0,0 0 1 15,2-1 0-15,-2 1-5 0,8-13-1 0,1 2 0 16,0 0-6-16,1 0 8 0,-7-2-4 0,12 0 6 15,4-3-12-15,1 3 2 0,-5-2 3 0,4 0 1 16,1 1 1-16,-3-1-6 0,3-2 1 0,-5 1-1 16,2-1 8-16,5 2-9 0,-2 4 0 0,-3-7-2 0,-2 5 9 15,-8-2-1-15,3 1 1 0,1 3-1 0,-2-4-8 16,-1 4 2-16,-5 0 1 0,1 2 1 0,-2 0 7 16,2 3-3-16,-3-3-2 0,1 2 0 0,0 3-4 0,-2 4 3 15,6-5-2-15,-1 0 3 0,-5 5 3 0,4-4-7 16,-2 2 7-16,0 1-7 0,0-1 2 0,-1 0 8 15,1 1-8-15,0-1 8 0,0 0-9 0,0 2 1 16,0 0 2-16,-2 1-1 0,0-1-2 0,2 0 5 16,-2 0-4-16,0 0 7 0,0 0-1 0,0 0 1 15,0 1 3-15,1-1-3 0,1 0-1 0,-2 2-1 16,0 0-1-16,0 0 1 0,0 2 2 0,0 0 0 0,0-1 1 16,0 3-1-16,0-2-4 0,-2 13 7 0,1 0-5 15,-1 1 5-15,-2 3-5 0,2 0 5 0,-2-1 1 16,1 1 2-16,1-3 3 0,0 3-6 0,0-2-3 15,0-1 1-15,0 1-2 0,1-2-1 0,-3 0 0 16,0-2-1-16,0 2-4 0,3-2 1 0,-1 0 5 16,2-2-1-16,0-2 4 0,0 2-6 0,0 0 1 0,0-1-2 15,0-1 1-15,0-2-2 0,0 3 0 0,0-5 0 16,0 1-1-16,0-1 7 0,0-1-7 0,0 0 7 16,0-2-5-16,0 0-1 0,0-1 3 0,2 3-3 15,-1 0 4-15,3 0 1 0,0-3 1 0,3 1-2 16,8 2-9-16,-2-4 7 0,0 0-3 0,0-2 6 0,0-3-6 15,0-1-2-15,0-1-3 0,0-3 2 16,0 8 3-16,0-12-1 0,0-3 4 0,2 0-3 0,-2-1 1 16,-2-1-4-16,0 0 0 0,-2 3-2 0,1-1 9 0,-3-3-6 15,1-1 1-15,-1 3-4 0,-1-5 3 0,-3 7 4 16,3 4-2-16,-4-1 3 0,0 4-4 0,1 4 1 16,5-5-2-16,-5 3 1 0,-1 3 1 0,0-1-1 15,-2 3 1-15,2-2 0 0,0 0-2 0,0 2 1 16,0 1 1-16,-2-1 0 0,0 0 2 0,0 0-3 15,0 0 0-15,0 2-2 0,0 0 4 0,-2 2 0 16,0 0-2-16,0 2 0 0,0 1 1 0,-7 19 0 16,1-5 1-16,1-1-1 0,0 3-3 0,1-4 8 15,0 5-5-15,1 0 5 0,-1 2-2 0,1 0-1 0,1-1 3 16,-2 1-3-16,3-2-2 0,-1 2 1 0,0 0-4 16,1 6 3-16,-1-2-8 0,2 2 10 0,2-1 0 15,0-4 3-15,0 2-5 0,0-6-3 0,2-1 1 16,0-7 1-16,0-4 7 0,-1-1-9 0,1-4 4 0,0-1-8 15,2 1-15-15,3 0-46 0,12-1-1 0,3-3-15 16,2-5-32-16,4-8-190 0,2-4 42 0</inkml:trace>
  <inkml:trace contextRef="#ctx1" brushRef="#br0" timeOffset="-14641.44">16811 5958 256 0,'0'0'-69'0,"0"0"43"0,0 0 0 0,0 0 3 15,0 0 61-15,0 0-2 0,0 0-8 0,0 0 2 0,0 0-1 16,0-2 4-16,0 0-14 0,0 2 5 0,0 0-9 16,0 0 7-16,-2 0 7 0,0 0-5 0,0 0 5 15,1 0-2-15,-1 0 0 0,0 0 2 0,0 0-3 16,0 0 1-16,0 0 5 0,0 0-4 0,-1 0 4 16,1 0-7-16,0-2-12 0,0 0 9 0,0 0-10 15,0 0 1-15,1 1 6 0,-1-1-9 0,0 0 6 16,0 0-17-16,2 0 5 0,0 0 1 0,0-1 3 0,0-1-3 15,0 0-3-15,2-5-1 0,0 0 0 0,1-1 7 16,1-1-6-16,2 0 2 0,1-2-4 0,1 2 4 16,-1 0 0-16,2 0 1 0,-1-1-2 0,-1 1-6 0,-1 4 0 15,-1-1 0-15,1 1 2 0,-2 1 2 0,-3 3 4 16,1-1-1-16,0 2 2 0,0-2-6 0,0 3-3 16,-2-1 2-16,2 0-2 0,0 2 6 0,1-4-4 15,1 0 3-15,0 1-3 0,-2 1-3 0,-1 0 6 16,1 0-6-16,0 0 7 0,0 0 1 0,0 1-3 15,0-1-1-15,0 2 0 0,-1 0 3 0,1 0-3 16,0 0 5-16,0 0-5 0,0 2-6 0,0-1 7 0,-2 1-6 16,0 0 6-16,0 2-3 0,0 0 6 0,0 5 1 15,0 4 1-15,-2 2-11 0,2-2 9 0,-2-2 0 16,2 2 5-16,0-4 1 0,0 0-8 0,0 1 6 16,0-1-5-16,0 0 10 0,0-3-4 0,0-1-5 15,0-3 2-15,0 0 2 0,0 0 9 0,0 0-1 0,2 2 3 16,0-1-3-16,0 1-6 0,-1-2-3 0,1 0 0 15,2 0 0-15,0-2-2 0,-2 0 2 0,3 0-5 16,4-2-2-16,-1-2 0 0,-4 2 1 0,1-2 1 16,-1 3-2-16,0-1 4 0,1-8-4 0,-1 1 3 15,-2 2-8-15,0-1 3 0,3 1 4 0,-1 1-1 0,0 1-1 16,-3 1 4-16,1 0-6 0,-2 2 6 16,2-1-1-16,0-1-2 0,0 0-1 0,0 1-1 0,0 1-2 15,-1 0-3-15,1 0 6 0,0 0-5 0,0 0 3 16,0 0 4-16,0 1-4 0,0 1 2 0,-1 0-6 15,1 0 6-15,-2 1-1 0,2 1 1 0,0 0 2 0,-2 0-1 16,4 20-2-16,-2 1 0 0,-1 4 0 0,1 5-4 16,-2 0 8-16,0 1-5 0,0 0 9 0,0-3-7 15,0-4 0-15,0 0-3 0,2-7 3 0,0-1 0 16,2 1-2-16,-1-10 2 0,1 0-2 0,-4-7-23 16,9 6-9-16,16 3-11 0,8-4-85 0</inkml:trace>
  <inkml:trace contextRef="#ctx1" brushRef="#br0" timeOffset="-12033.71">15452 11628 334 0,'-2'-2'0'0,"0"0"4"0,0 0 62 16,-1-1-8-16,-1 1 13 0,-5-6-19 0,1 3-9 0,6 5-13 16,1 0-10-16,-1 0 4 0,-2-4-5 0,0 0-19 15,1 1 11-15,1 1-13 0,0 0 11 0,0 0 1 16,0 0 2-16,0 0 0 0,0 1 15 0,1-1-3 15,-1 0 1-15,2 0-1 0,0 2 8 0,0 0-14 16,0 0 1-16,2 0-6 0,-1 0-4 0,1 0 8 16,0 0-2-16,2 0 3 0,0 0-3 0,9 2-8 15,0 0 7-15,3 0-6 0,1-1 7 0,3 1-2 16,4 0 0-16,2 0 0 0,4-2-9 0,2 0 13 0,1 0-6 16,4-2 9-16,4 0-8 0,6-1-5 0,1-1 0 15,4 0-2-15,2 0-1 0,0 1-1 0,-2-1-3 16,-8 0 0-16,1 2 1 0,-6 1-2 0,3-1 3 15,5 0-4-15,-1 2 1 0,4 0 7 0,4 0-6 16,7 0 4-16,1 0-5 0,6 2 1 0,-3 0 0 0,0-1-1 16,-2 1 4-16,-7-2-3 0,-2 0 4 0,-6 2-4 15,2 2 0-15,-1 0-1 0,-3 1 1 0,4 1-2 16,2 1 7-16,0 1-8 0,6 1 0 0,-4 0-3 16,-4 2 6-16,-2-1 1 0,-5-1 3 0,-6 0-1 15,0 0 4-15,-5-1-10 0,-3-1 4 0,-1 3-4 16,-2-3 2-16,0 0 6 0,0 1-4 0,-2-3 5 0,-1 1-6 15,-1 0 0-15,0-3 0 0,-1 1 2 0,-1 0 6 16,-3-2-5-16,1 1-4 0,-3 1-1 0,2 0-24 16,-2-1-76-16,-4 1-7 0,2 2-44 0,-4-1-208 15</inkml:trace>
  <inkml:trace contextRef="#ctx1" brushRef="#br0" timeOffset="-11220.88">22381 9810 424 0,'0'0'35'15,"-2"-2"36"-15,1 1-30 0,-1-1-2 0,0 0-10 0,0 0 7 16,-2 0-5-16,2 0-4 0,-1 0 3 0,1 1-4 16,0-1-7-16,0 0-13 0,0 2 4 0,0 0-5 15,1 0 12-15,-1 0-7 0,0 0 0 0,2 0-1 16,0 0 0-16,0 0-4 0,0 0 0 0,0 0-2 15,2 0 0-15,0 0 7 0,-1 0-4 0,1 0 4 16,0 2-11-16,2 0 4 0,-2-2 1 0,11 7 3 0,2 4 1 16,1 0-2-16,-1-9 1 0,4 9 1 0,-3 0 13 15,3 1-4-15,7-1 3 0,2-2-4 0,0 0 2 16,9 1-6-16,2-3 3 0,2-2-4 0,5 1 3 16,0 1-6-16,-3-1-2 0,2 0-1 0,-3-1 1 0,1 4-5 15,-2 1 3-15,-2 1-4 0,-2 2 1 0,0 0 2 16,2 2-2-16,0 0 1 0,0-1-7 0,4 3 9 15,1 2-2-15,5-1 5 0,1 1-11 0,2-1 7 16,-2 5-3-16,0-5 6 0,-2 1-9 0,-1-4 1 16,-1-4 4-16,-5 0-1 0,-2 6 5 0,-2-4 0 15,-2 2-7-15,-1-4 6 0,1-2-2 0,-3 4-3 16,1-2 5-16,-1-2-5 0,-3 1 4 0,3-5-1 0,-8 1-2 16,4 3 1-16,0-1-9 0,-4 1 8 15,0-4-1-15,0 1 5 0,-7-2-1 0,-4 1-4 0,-4-1 3 16,-3 0-3-16,1 1 1 0,4 3-31 0,-3-1-15 15,-3 2-9-15,-1 1-75 0,-2-1-172 0</inkml:trace>
  <inkml:trace contextRef="#ctx1" brushRef="#br0" timeOffset="-8648.69">7624 16144 309 0,'0'0'0'0,"0"-2"30"0,0 0 0 0,-2 0 6 15,0-2 3-15,0 1-25 0,1-1 4 0,1 2-2 16,-2-7 3-16,2 1-3 0,0 1-2 0,0-1-6 0,0 7-3 16,0-1 0-16,0-2-6 0,0 0 11 0,0 1-3 15,0-1 9-15,0 2 9 0,0 0 18 0,0 0 3 16,0 2 1-16,0 0-10 0,0 2-12 0,2 6-2 16,3 25-1-16,-1 2-3 0,-2 1-9 0,0-5 0 15,-1 1-3-15,-1-6 3 0,0 0 0 0,0 0-1 0,0-4 0 16,0 0 1-16,0 0 5 0,0-1 2 0,0-1-1 15,-1-3 5-15,1-2-12 0,0 2 3 0,0-6-5 16,0 0 6-16,0-4-12 0,0 1 6 0,0-6-6 16,0 1 11-16,1 1-16 0,1 0 3 0,0-1-10 15,0-1-10-15,2 0-38 0,-1 0-11 0,1-2-10 16,0 0-57-16,0-2-118 0</inkml:trace>
  <inkml:trace contextRef="#ctx1" brushRef="#br0" timeOffset="-8092.58">8461 16426 437 0,'0'0'29'16,"0"0"-4"-16,0 0-10 0,0 0 7 0,-1 0-19 16,-1 0-2-16,0 0 10 0,0 0 0 0,0-2 4 0,0 0 4 15,0 0-12-15,1 0 3 0,-1 0-4 0,0 1 8 16,0-1 21-16,0 0-4 0,0 0 10 0,-1 0-8 16,-1 2 9-16,-7-4-2 0,0 1 5 0,-1-1-2 0,-2 2-8 15,-5 0-7-15,0 2 2 0,-1 0-10 0,1 2 4 16,5 2-3-16,-1 1 0 0,-4 5-20 0,2 1 3 15,-3 4 3-15,7-12-1 0,4 18 7 0,-4-3-10 16,3 3 1-16,3 1-3 0,0 0 6 0,5 1-7 16,-13-3 3-16,4 1-3 0,5-3 3 0,2 1 5 15,3-1 0-15,1 1 3 0,0-2 6 0,3-1-4 16,5 3-5-16,-1-4 2 0,4 5-8 0,0-5 11 0,-5-6-3 16,11 1 4-16,5-5-7 0,2 3-5 0,-5-7 5 15,3 3-4-15,-2 11 9 0,1-4-10 0,1-2-2 16,0-1-3-16,-3-4-11 0,0-4-25 0,-3 0-3 15,1-2-12-15,2-2-44 0,-1-2-65 0,1-3-84 0</inkml:trace>
  <inkml:trace contextRef="#ctx1" brushRef="#br0" timeOffset="-7729.05">8796 16363 493 0,'-2'0'23'0,"-2"0"37"0,0 0-53 0,2 0 21 15,-1 0-11-15,-3 0 14 0,-1 0-7 0,3 0 3 16,0 0 4-16,1 0-3 0,1 0-2 0,0 0-1 15,0 0-8-15,0 0 5 0,2 0-5 0,0 0 4 16,2 0-1-16,0 0 0 0,2 0 4 0,-1 0-10 16,20 0 5-16,1 0-7 0,-2 0-2 0,8 0 1 15,-6 0-6-15,0 0 3 0,2-2-9 0,-4 2-2 0,1 0 7 16,-3 0-4-16,-3 0-1 0,-4 0-14 0,0 0-5 16,-8 0-2-16,5 0-17 0,-1 0-14 0,-4 0 0 15,-1 0-4-15,0 2-7 0,0-1-56 0,-1 1-24 0</inkml:trace>
  <inkml:trace contextRef="#ctx1" brushRef="#br0" timeOffset="-7553.75">8731 16522 327 0,'0'0'84'0,"-2"0"147"16,0 0-176-16,0 0-15 0,0 0 5 0,0 0-4 0,0 0 21 15,1 2-11-15,1 0-3 0,0 0-2 0,0 0-16 16,1 0-14-16,3-1-1 0,0-1-3 0,18 4-4 0,6 0-3 15,-6-4 0-15,10 0-1 0,-2 0-3 0,-3 0-44 16,11-2-13-16,-12 2-18 0,5-2-97 0</inkml:trace>
  <inkml:trace contextRef="#ctx1" brushRef="#br0" timeOffset="-6777.9">10181 16264 94 0,'0'0'2'16,"0"-2"-2"-16,0 0 23 0,0 1 3 0,0-3 6 16,0 0 11-16,0-3-12 0,2-6 1 0,1-2-5 15,1 0 6-15,-2 6 7 0,5-15 2 0,-3 9 0 0,2-7 2 16,-1-4-1-16,-1 11-7 0,0-6 3 0,-1 1-12 16,1 3 4-16,0-3 4 0,-1 5-4 0,1 0-8 0,-2 2 6 15,0 0-8-15,-2 4 7 0,0 1-10 0,0 1 3 16,0-1 7-16,0 1-4 0,0 1 2 0,0 5-3 15,0-1 0-15,-2-2 0 0,-2 0-6 0,1 2-1 16,-1 1-9-16,-11-3 7 0,4 4-3 0,-4 0 0 16,0 4 4-16,0 3-4 0,-1 2-5 0,1 2 4 15,-2 1-3-15,2 8 3 0,0 4-3 0,0-5 1 16,2 5-4-16,2 0 2 0,2 0-9 0,2 0 3 16,-3-3 5-16,1-1-1 0,3-1-1 0,5 3-2 0,-12-3-3 15,3-5 2-15,3 3-2 0,3-4 3 0,0 0 2 16,3-2 1-16,1 0 0 0,0-3 5 0,0-1-6 15,0-1 6-15,0-3 2 0,0-1-5 0,0 0 10 16,1 2-8-16,3 0 10 0,0-3-13 0,3 3 2 16,6 0-3-16,2-4 3 0,2 0-6 0,-2-4 0 0,3-5-1 15,-1-2 11-15,0 1-13 0,-1-10 4 0,1-8-6 16,-2 4 5-16,-2 0 5 0,-2-6-4 0,0 8 4 16,-1-2-9-16,-3 3 8 0,0 1-3 0,1 5 4 15,-3 0-11-15,-3 0 5 0,0 6-2 0,0 0 5 16,2 3 6-16,-1 3-9 0,1-1 0 0,0 0-4 0,-2 2 4 15,0 0 0-15,-1 2 5 0,1 2-5 0,0 2 0 16,9 15-1-16,0 10 1 0,1 7 1 0,-1-1 5 16,-4-4-8-16,1 3 0 0,-1-4-3 0,-1-1 12 15,-1-1-3-15,1-2 0 0,1 0-2 0,-1 0-5 0,-1-2 2 16,1-2-2-16,-2 1 3 0,1-3 7 0,-1-1-7 16,-2-1 7-16,0-1-7 0,-2 0 7 0,-2-1-7 15,0 1 0-15,-2-4 0 0,-3 2 8 0,-3 0-6 16,7-4 6-16,-16 0-6 0,-1-3 3 0,-3-3 2 15,1-1-6-15,2 1 4 0,1-1-6 0,2 0 1 16,3 7 5-16,-1-2-3 0,2-3-1 0,2-2-8 16,1-3-6-16,1 1-2 0,3-2-26 0,3 0-44 15,-1 0-6-15,2 0-16 0,0 0-50 0,-1 0-24 0</inkml:trace>
  <inkml:trace contextRef="#ctx1" brushRef="#br0" timeOffset="-6419.93">10747 16439 595 0,'0'0'41'15,"0"0"-5"-15,-2 0 1 0,0 0 0 0,0 0-15 16,1 2-5-16,-3-1 2 0,0 1 1 0,-1 2-4 16,-7 2-13-16,3 16 5 0,-4 0 2 0,8 4 0 15,-7-2 7-15,1-1 0 0,2-1-5 0,2-2 3 0,5-1 1 16,0-2 11-16,-9-3-4 0,3-1 5 0,5-3-9 15,1-1 19-15,0 0-3 0,2-5 8 0,0 3 0 0,0-3-13 16,2 0 5-16,0-2-9 0,1 0 0 0,1-2-8 16,15-6 0-16,-1-3-4 0,1-4-6 0,-3 3 9 15,5-17-10-15,-3-3 9 0,1 2-12 0,-2 0 8 16,-2 0-6-16,-2 4 5 0,-2 0-10 0,-4 0 8 16,-1 3 2-16,7 3 1 0,-4 1 1 0,-3 2-2 15,-3 0-1-15,-1 2 0 0,-2 0-4 0,0 8-2 16,-2-3-1-16,0 5 0 0,-1 1 0 0,-16-9-16 15,-1 3-2-15,-3 6-8 0,5 2-25 0,-3 6-8 0,1 1-6 16,3 3 0-16,-3 1-27 0,9-4-48 0,3-3-17 16</inkml:trace>
  <inkml:trace contextRef="#ctx1" brushRef="#br0" timeOffset="-5939.96">11196 15997 272 0,'-2'-2'81'0,"1"0"6"15,-1-2-6-15,-6-7-19 0,-7-9-14 0,2 1-11 0,2 3 15 16,2 1-8-16,0 0 11 0,1 2-6 0,3 2-14 15,-1 0 2-15,2 1-8 0,1 3-12 0,1 1 7 16,0 3-3-16,2 1 4 0,-2-2-4 0,0 0-8 16,0 1 3-16,2 1-5 0,0 0 5 0,0 0 0 15,0 0 2-15,0 2-2 0,2 2-5 0,0 0 3 16,0 2-7-16,11 29 4 0,0 4-14 0,0 2 3 16,-2 2 1-16,0 0 1 0,0 0 4 0,1-2-7 15,-1-4 6-15,0-2-5 0,-4-5 3 0,1-4 6 16,-1 1-7-16,1-7 8 0,1 1 0 0,-2-5 3 0,3-1-4 15,-3-1 2-15,-3-3-4 0,11-2 3 0,-6-3-1 16,6 2 0-16,-2-5-9 0,-4 1 5 0,0 6 2 16,-1-3 1-16,-5-3 6 0,5 0-8 0,-1 0 4 15,-1-2-6-15,1 0 6 0,-3 0 1 0,0-2-4 0,3-9 3 16,1-17-7-16,-5-5 3 0,5-5-5 0,-3 1 4 16,-1-9-7-16,2 0 6 0,18-3 2 0,-8-1 0 15,-6 4-3-15,-7 5 1 0,3 2 1 0,-2 7 0 16,-2 3-3-16,-1 4 3 0,1 5-6 0,0 5 3 15,0 4-7-15,-2 5 4 0,0 1-1 0,0 1 0 16,2 0-10-16,0 1-30 0,-2 1-1 0,0 0-15 0,0 2-52 16,0 0-62-16,0 2-19 0</inkml:trace>
  <inkml:trace contextRef="#ctx1" brushRef="#br0" timeOffset="-5568.03">11904 16175 557 0,'0'0'26'0,"0"0"3"0,0 0-6 15,2-2-3-15,-1 0-6 0,1 1 22 0,2-1-11 0,0 0 9 16,-2 2-10-16,1-2-8 0,5-5-14 0,-1-3-1 16,-5 3-1-16,4-1 8 0,-3 5 6 0,1-1 2 15,-2 0 1-15,0 1 8 0,0-1-5 0,-1 0 1 16,-1 2-3-16,-1 0 6 0,-1 2-10 0,-6 0 9 0,-16 4-9 15,-2 5 8-15,2 4-7 0,2-7 1 0,-1 24-1 16,7-2-1-16,-1-2 5 0,0-4-1 0,4-2 5 16,0-1 12-16,4-3-15 0,2-1 2 0,5 0-8 15,0-2-6-15,-9 2 2 0,3-2 1 0,3 0-1 16,1-2 7-16,4-2 0 0,0 1 0 0,0-1-1 16,2-3-3-16,0-1-6 0,1 1 1 0,-1-3-2 15,15-1-2-15,7 15 4 0,2-6-9 0,4-3 4 0,3-5-10 16,3-1-10-16,1-2-3 0,0-4-8 0,-7 1-49 15,1-3-16-15,-1 1-2 0,1-1-6 0,1 0-26 16</inkml:trace>
  <inkml:trace contextRef="#ctx1" brushRef="#br0" timeOffset="-5063.93">12320 16348 510 0,'0'0'13'16,"-2"0"29"-16,0 0-42 0,0 0 21 0,0 0-6 16,0 0 11-16,0 0-3 0,2 0-5 0,0 0 6 0,0 0-5 15,0 2 16-15,0-2 3 0,0 0-1 0,0 0 3 16,0 0 5-16,0 0-4 0,0 0 7 0,2-2-6 15,0 0 5-15,0 0-9 0,0 0-9 0,0-2 3 16,3-3-18-16,6-10 2 0,-9 1-2 0,13-3 0 16,2 0-5-16,-2 3-4 0,1-3 0 0,1-1-1 15,0 1 0-15,0 1-2 0,-4 1-1 0,0 0-1 0,-2 2 1 16,-6 1 0-16,-1 2 4 0,-2 5-2 0,7-6 3 16,-3 4-4-16,-1-4 4 0,-1 2-4 0,-4 7 6 15,0-4-3-15,0 7-1 0,0-5 0 0,-2 0 2 0,0 3-2 16,-1-1 0-16,-3 2-1 0,-9-2-6 0,0 4 2 15,-1 0 1-15,-1 4 0 0,2 2 0 0,0 1 1 16,-2 4-1-16,3-3 3 0,1 14 0 0,0 2-2 16,0 4 0-16,1-2 0 0,-2-2 1 0,4 2 2 15,3 2-7-15,-1-4 3 0,3 0 0 0,1-3-1 16,2-5 2-16,-1 1-3 0,-8-2-2 0,3 0 6 16,3-2 0-16,1 2 2 0,2-4 1 0,2-2 3 15,0 0 0-15,2-1 1 0,0-1 3 0,0-3-6 0,-1 0 5 16,3-3-6-16,11 11 2 0,5-3-7 0,1-4 3 15,3-1-3-15,2-4 8 0,2-2-6 0,1-3-2 16,5-6 0-16,1-1-3 0,2-2-30 0,4-1-3 16,4 0-15-16,5-2-70 0,-4 0-107 0</inkml:trace>
  <inkml:trace contextRef="#ctx1" brushRef="#br0" timeOffset="-4526.84">13235 15638 150 0,'0'0'7'0,"0"0"-1"0,0 0 2 0,0 0 5 16,0 0-3-16,0 0 13 0,0 0 10 0,0 0 3 0,0 0 1 16,0 0 6-16,0 0 14 0,0 0-4 0,0 0 8 15,-2 0-1-15,0 2-6 0,0 0-1 0,1 0-2 16,-1 0-3-16,0 0-5 0,0 0 3 0,0-1-6 16,0 1-5-16,0 0 0 0,1-2-5 0,1 2 4 15,0-2-1-15,0 0-5 0,0 0-1 0,1 0-2 16,1 0-13-16,2 0 6 0,9-2-1 0,9-3 2 0,1-3-11 15,8-1 7-15,3-2-5 0,3 0 6 0,5-2-3 16,-6 2-10-16,5-2 3 0,-10 3-6 0,-1 1 11 16,1 0-11-16,-3 1 3 0,-2 3-8 0,-7 1-15 0,-4 2-24 15,-4 0-4-15,-6 2-8 0,-1 0-39 0,-2 0-44 16,2 0-36-16,-1 0-6 0,-1 0-160 0</inkml:trace>
  <inkml:trace contextRef="#ctx1" brushRef="#br0" timeOffset="-4272.57">13428 15421 577 0,'0'0'51'0,"0"0"-5"0,-2-2 8 16,0 1-2-16,1-1-15 0,-1 0-6 0,0 0-13 0,0 2 6 15,0 0-9-15,2 0 12 0,0 0-7 0,0 2 8 0,0 0-8 16,0 1 1-16,4 12 4 0,1 8-7 0,1-1 6 15,0 0-14-15,1 0 6 0,4 1-5 0,0-3 5 16,4 1-3-16,-2-3 2 0,0 1-3 0,0-1 2 16,-2 1-14-16,2-1 2 0,-2-1-1 0,-5 0 0 15,11-2-11-15,-1-4-64 0,7 2-4 0,-9-2-27 16,9-2-88-16</inkml:trace>
  <inkml:trace contextRef="#ctx1" brushRef="#br0" timeOffset="-3615.19">14577 15119 527 0,'-1'-2'15'16,"-1"0"37"-16,0 0-52 0,0-2 3 0,-2 1 7 15,2-1-2-15,-5-7 12 0,1 1-8 0,-1-3 0 16,1 2-1-16,1 0 12 0,-1-4-4 0,1 0 7 16,-1 1-5-16,1-1 11 0,1 4 5 0,-2-2-4 15,3 3 4-15,-3 1 2 0,2 2-1 0,1 1-2 16,-7 4-1-16,-6 0-14 0,-1-9 2 0,4 4-7 0,0 1 4 16,-2 4-14-16,-4 2 0 0,1 4 4 0,-4 4-4 15,-6 6 9-15,2 3-10 0,-2-6 0 0,0 23-5 16,6-1-3-16,0 4 8 0,1-2-1 0,6 1 2 15,4 1-6-15,4-7-5 0,1-3 7 0,2-2-3 16,3-5 11-16,-12-1-2 0,7-6-5 0,2-4 3 16,2 0 5-16,2-1 1 0,0-5 6 0,0 3-5 15,2-2 1-15,0-1-5 0,2-1 0 0,11 4-2 0,9-3 4 16,9-4-10-16,-1-7 5 0,1-7-6 0,-1-3 2 0,-4 10 4 16,3-18-8-16,1-3 6 0,-1 1-7 15,-3-4 2-15,-7 2 5 0,-5 3-3 0,1-1 6 0,-4 7-5 16,0-1-2-16,-4 7 0 0,-1 0 4 0,-3 6-2 15,-1 2 2-15,-2 1-1 0,0 2 6 0,1 1-6 16,1-1 0-16,0 0-3 0,-2 2-3 0,0 0 5 16,-1 1 0-16,1 1 3 0,0 0-1 0,-2 1-2 15,0 3-2-15,2 20 0 0,0 10-1 0,-2-3 0 16,0 1 5-16,0-2-4 0,2-1-2 0,0-1 1 16,1 0-3-16,1 2 4 0,2-1 7 0,-1-1-8 15,-1-2 3-15,0-3-2 0,-3-3 8 0,1 0-12 0,0-3 3 16,0-2-6-16,0-2 8 0,0-2 3 0,-2 0 3 15,0-3 0-15,0-3 1 0,0 1 7 0,0-2-7 16,0-1 7-16,0 3-4 0,0-2-1 0,-2 1 1 0,0-1-3 16,-2 1-5-16,1-3-3 0,-12 4 0 0,0-2 0 15,2-1 0-15,4 1 0 0,-10-2-5 0,6 3 3 16,0-3-10-16,-2 4-22 0,8-2-1 0,-1-1-11 16,5 1-40-16,1 0-47 0,0-1-5 0,0 1-22 15,0 0-95-15</inkml:trace>
  <inkml:trace contextRef="#ctx1" brushRef="#br0" timeOffset="-2968.67">14795 15345 522 0,'0'-2'37'0,"0"0"-1"0,-2 1-6 15,0-1-5-15,0 0-12 0,0-2-13 0,0 0 5 16,1 3-1-16,-1-1 2 0,0 0-1 0,0 0 1 16,0 0 5-16,0 0-1 0,0 0 12 0,1 1 16 15,1-1-1-15,0 0 8 0,0 2 4 0,0 0-4 16,0 2-6-16,0 0 0 0,0 1-11 0,-2 10-9 0,-2 8 2 16,0-3-6-16,1 5-1 0,1-3-2 0,0-3 1 15,0-1-1-15,0-1 1 0,0-2-3 0,0 0 0 16,1-2-2-16,1 2-6 0,0-1 8 0,0-3-1 0,0-2 2 15,0 1-9-15,0-3 5 0,0 1-2 0,0-2 3 16,0-1-3-16,0-1 1 0,0 2 2 0,0 0 0 16,0-1-1-16,0 1 0 0,0 0-2 0,0-2 3 15,0-1 1-15,0 1-2 0,0 0-3 0,1 0 2 16,1-2-2-16,0 0-4 0,0 0 6 0,0-2-6 16,0 0 1-16,0 0 1 0,-1-1-2 0,5-10 0 15,1-6 0-15,-1 2 0 0,1-5 1 0,1 0 1 16,1 0-2-16,0-4-3 0,1 1-2 0,3-2 1 0,-2 4 4 15,-2 5 4-15,-2 1-1 0,-1 4 1 0,0 2-7 16,-3 5 2-16,1 3 3 0,0-1 0 0,-1 2 4 0,5 0-1 16,1 0-2-16,-3 2 1 0,1 0-8 0,-5 0 8 15,2 2-4-15,-2 13 8 0,-1 4 1 0,12-1-9 16,-3-1 4-16,-3 0-4 0,-3-8 8 0,-2-2-6 16,0-1 3-16,-1-2-4 0,-1-3 10 0,0 1-4 15,4 2 1-15,0 0-2 0,0-2-4 0,9 3 1 16,0-3-3-16,3-2 3 0,-1-2-1 0,-2-3-2 15,4-5 3-15,5-5-3 0,-7 4 8 0,0-13-7 16,0 0 1-16,-2 2-2 0,-2 3 0 0,-2 8 0 0,4 2 0 16,-5 7 0-16,1-6 0 0,-2 5 3 0,3-1-1 15,-5 2 3-15,3 2-5 0,-5 0 7 0,3 2-2 16,1 4 3-16,-1 8-8 0,1 9 0 0,1-1 3 16,-6-5-2-16,3 1 1 0,-1-1-2 0,0-4-4 15,1 0 1-15,1-6-1 0,-1-3-30 0,3 0-4 0,-1-2-12 16,-1 1-45-16,-3-1-5 0,-1-2-4 0,2 2 2 15,0 0-18-15,-1-2-65 0,1 0 4 0</inkml:trace>
  <inkml:trace contextRef="#ctx1" brushRef="#br0" timeOffset="-2524.84">15441 14584 639 0,'0'-2'53'15,"-2"0"-28"-15,0-2 51 0,-2-5-14 0,-5-9-23 0,2 1 9 16,3 6-3-16,2 3 1 0,2 5-33 0,0 1 1 16,-2-2-3-16,0 0 4 0,1 1-1 0,-1 1 4 15,2 0-3-15,0 2 4 0,0 0 1 0,0 0-10 16,0 2 5-16,0 1-5 0,0 7 11 0,3 12-8 16,3 2 2-16,0 0-3 0,-1 0 6 0,3 4-8 15,-3-4 1-15,3 4-5 0,-3 0-7 0,1 2 4 16,-1 0-1-16,1-1 4 0,-1 1 0 0,1-2-2 0,-1 0-4 15,-1-4 2-15,2 0 1 0,-3-7 0 0,3 1 2 16,-2-1-3-16,-1-4 0 0,1-2 8 0,0-2 0 16,-2-5 2-16,1 2-2 0,-3-5-4 0,10 7 0 15,1-1-1-15,-2-3 3 0,4 0-2 0,0-4-1 16,0-2 0-16,2-4 4 0,2-5-7 0,-1 7 2 0,1-23-4 16,0-3 1-16,-2-2-2 0,0-1 3 0,-1 0-3 15,-2-1 6-15,2-3-2 0,-1 2-1 0,-1-1 0 16,2-1-3-16,-6 2 5 0,3-4-3 0,-2 2 5 15,-1 2-7-15,-3-1 6 0,-1 8-2 0,11 6 4 16,-6 4-12-16,-5 6 10 0,0-1-5 0,-4 12 6 0,1-5-7 16,1 2-13-16,0 1-1 0,-2 1-9 0,0 0-43 15,0 0-33-15,-2 2-15 0,0 2-4 0,1 2-40 0,-7 10-138 16</inkml:trace>
  <inkml:trace contextRef="#ctx1" brushRef="#br0" timeOffset="-2120.1">16080 14636 471 0,'0'0'42'0,"0"0"52"0,0 0-24 0,0 0-2 15,0 2-7-15,0 0 1 0,0-1-32 0,0 3-7 16,0 4-3-16,-2 12-1 0,2 0-2 0,0 1-2 0,-2 3 7 16,0-2-5-16,0 1 12 0,0 1-3 0,0-2 4 15,1 0-3-15,-1 1 3 0,0-3-1 16,2 0-8-16,0 1 5 0,0-3-6 0,0 1 1 0,0-2 0 15,0-6-3-15,0 0-9 0,0-4 2 0,0 1 3 0,0-3-1 16,0-1 5-16,0 0-10 0,0-1 1 0,0 1-3 16,0-2 5-16,-2 0 2 0,0 0-3 0,0 0 0 15,0-2-6-15,2 0-6 0,0-2 3 0,0 0-4 16,0-2 0-16,0-9 2 0,2-2-3 0,2 0 4 16,0 2 3-16,-1 4-2 0,-1 4 0 0,2-1-1 15,-2 2-6-15,-2 3 9 0,5-3-6 0,3-2 7 16,-1 3-7-16,1-1-1 0,1 2 3 0,-4 2-3 0,3 0 4 15,-3 0 7-15,3 2-1 0,-3 0 2 0,-1 0-4 16,0-1-1-16,-2 5 4 0,0 5-2 0,9 6 9 16,-4-2-10-16,-1 1 5 0,-4 3-7 0,-2 1 3 15,-4 1-3-15,-2-3-2 0,-3 3 1 0,0-6-1 0,5-1-2 16,-15-2-6-16,3-1 0 0,-1-2-26 0,0-5-20 16,6-1-11-16,-4 9-6 0,8-9-61 0,3-1-85 15,1 0-25-15</inkml:trace>
  <inkml:trace contextRef="#ctx1" brushRef="#br0" timeOffset="-1736.7">16471 14890 700 0,'0'0'31'0,"0"0"3"0,0 0 1 0,0 0 0 16,2 0-4-16,0 0 37 0,0 0-11 0,2-2-8 15,1 1-1-15,8-5-23 0,2 0-8 0,2-1 3 16,-6 1-7-16,9-5 0 0,-7 4-8 0,0-1 0 0,2-3-2 15,-4 9 2-15,4-12 5 0,-4 1 1 0,0-2 1 16,-1 0 3-16,5 2-6 0,-6-2 8 0,0 0-7 16,-1 0 7-16,3 0-14 0,-2 1 6 0,-3 2-7 15,-3-2 11-15,-1 1-8 0,-2 1-1 0,0-1-1 16,-2 4 10-16,2 5-1 0,0 3 2 0,-3-3-2 0,-7-2 1 16,-5-1-7-16,-7 3 7 0,-2 4-7 0,-4 6 10 15,-2 3-14-15,4 4-1 0,2 2-1 0,0 0-2 16,2-8 2-16,0 17 0 0,-1 4 1 0,5 0-2 15,-1 0 1-15,6 2 2 0,2-1 0 0,2 1 0 16,1-2-2-16,1 0 0 0,5-2 0 0,0 2 8 0,-15-3-3 16,8 0 2-16,5-5-2 0,4-1 3 0,0-5 3 15,4 1-1-15,2-4 0 0,5 4-10 0,-4-7 7 16,17-3-1-16,4 1 6 0,8 14 8 0,4-9-13 16,5-9 2-16,0-7-7 0,5-8 8 0,2-6-5 15,0-5 5-15,3 22-7 0,-3-33 3 0,2 0-56 16,2-3-20-16,0 1-47 0,9-3-409 0</inkml:trace>
  <inkml:trace contextRef="#ctx1" brushRef="#br0" timeOffset="377.33">31535 3765 378 0,'0'-2'-1'15,"2"0"8"-15,0 0-3 0,-1-2 4 0,1 1 2 16,0-1-6-16,-2 2 17 0,6-5 3 0,-6 5 5 0,2-2 15 16,-1 0-4-16,1 1-1 0,0-1-1 0,2-3-8 15,0-5 4-15,-3 1-6 0,-1-2 6 0,-1-2-12 16,-1 2 6-16,-6-3-7 0,1 1 6 0,-4 0-8 0,3 2 4 15,-14 0-1-15,-4 0 1 0,-2-2-2 0,-9 2-10 16,2 0 3-16,-4 0-5 0,-4 2 6 0,0-2 2 16,-5 0-3-16,-2 0 2 0,0-2-5 0,3 0 2 15,1 1 2-15,1-1-1 0,1 0 7 0,-1 2-6 16,-3 0-4-16,-2 0 1 0,-6 2-6 0,-5-2 3 16,-2 0 4-16,-8 0-2 0,4 0 4 0,-1 0-7 15,-3-2 3-15,6 4-6 0,-4 0-5 0,6 1 3 16,-2 3-3-16,-3-2 2 0,-12 1 1 0,-2 1 3 0,-7-3 2 15,2-1-1-15,3 4-7 0,2 1 7 0,3-1-9 16,-1-25 8-16,-4 16-9 0,-7 8 7 0,-5 3-3 16,-3-1 5-16,1 4-7 0,3 0-4 0,2 2 4 15,2 2-4-15,-7 0 10 0,-6 4-4 0,-7-1-1 16,-4 1-1-16,1 1-2 0,8 1 3 0,2-1 1 0,0 2 0 16,-3 1-4-16,-12-3 2 0,0 0 1 0,4 1 2 15,2-1 6-15,9 3-10 0,-4 1 3 0,-7 2-4 16,-8-2 10-16,1 0-7 0,-1 0 3 0,14 0-3 15,-4 2 7-15,-3-2-2 0,-4 2-5 0,-5 0 3 16,8-1 1-16,4 2-5 0,4-1 5 0,3 2-5 16,-8 2 2-16,-6-2 3 0,-1 0-4 0,0 1 2 15,6 1-6-15,11 2 7 0,-3 1-3 0,-5 2 5 0,-5-1-3 16,-3-1-7-16,6 2 5 0,8 3-5 0,8-3 15 16,-2 4-11-16,-2-4 2 0,-6 2-4 0,-2-1 11 15,8-1-8-15,6 0 3 0,8-1-6 0,5 3-1 0,-1 0 4 16,-3 0 0-16,2 0 2 0,-8-3 0 0,2-5-3 15,7 3 1-15,-1-2-2 0,14 1 1 0,3 1 8 16,-1 1-8-16,4 2 8 0,-4 1-8 0,-7 1-3 16,6-2 1-16,-7 2-1 0,3 0 3 0,9 2 4 15,2-2-1-15,13 1 3 0,0-24-7 0,5 29 1 16,6 4-1-16,2 3 2 0,4-2-5 0,1 4 5 16,1 6-4-16,3-6 4 0,4 5-10 0,1 3 7 15,7-8 1-15,6 5 2 0,1-1 3 0,7-6 0 0,-18-2-4 16,10 1 1-16,10-1-1 0,6-4 1 0,7 1 4 15,7 1-2-15,-5 1 12 0,24 1-8 0,6 0-1 16,7 2-4-16,5-1-3 0,8 1-5 0,10-4 7 16,12 1-7-16,11 1 2 0,12-5 3 0,5-4-5 0,-2-4 4 15,2-2-14-15,15-5 6 0,13 0-3 0,10 2 5 16,3-6 5-16,-1 0 1 0,7-2-1 0,11-5 1 16,5 37-3-16,4-26 6 0,9-10 0 0,2-5 3 15,4 2-1-15,9-2 1 0,6-5-1 0,1-1 2 16,3-3 5-16,10-1-2 0,-3-1-3 0,2 0 0 15,1 0-1-15,12 2-3 0,-10-6 4 0,1 2-4 16,6-2 0-16,-10-9-3 0,2 2 5 0,7-4-2 0,-10 2 11 16,1-4-3-16,-2-2-7 0,0-3 4 0,1-3 1 15,-5 3-2-15,6-1 3 0,-6 3-5 0,-9-3 2 16,2 3-4-16,-6-1 7 0,-11 1-7 0,-4-1 9 0,-7-1-7 16,-4-1 1-16,-9-1 0 0,-1-4 4 0,-3 32-4 15,-16-40-3-15,-1-5 1 0,-7 4 0 0,0-2 2 16,-11-4 6-16,-22 6-4 0,-8 1 7 0,-15 1-7 15,-9 5-1-15,-4 2-1 0,-9 0 7 0,-7 2-1 16,-8 0 2-16,-13 0-3 0,-15-2 1 0,-12-4 9 16,-9-2-7-16,16-10 6 0,-21-3-10 0,3-7-9 15,-68-4 2-15,-18 6-6 0,-17 0 0 0,-26 7-10 16,-24 6 8-16,-34 8-6 0,-20 5 14 0,-41 1-9 0,-24 8 1 16,-29 12-4-16,-40 1 6 0,-35 11-10 0,-31-42 3 15,-49 48-7-15,-22 20-7 0,-35 13-116 0,-32 15-60 16</inkml:trace>
</inkml:ink>
</file>

<file path=ppt/ink/ink119.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5:04:42.671"/>
    </inkml:context>
    <inkml:brush xml:id="br0">
      <inkml:brushProperty name="width" value="0.05292" units="cm"/>
      <inkml:brushProperty name="height" value="0.05292" units="cm"/>
      <inkml:brushProperty name="color" value="#FF0000"/>
    </inkml:brush>
  </inkml:definitions>
  <inkml:trace contextRef="#ctx0" brushRef="#br0">18456 5460 65 0,'0'0'0'0,"0"0"4"0,0 0 44 16,-2 0 2-16,0 0 7 0,1 0-7 0,-1 0 4 15,0 0-26-15,0 0 8 0,0 0-13 0,0 0-1 0,0 2-2 16,1 0-5-16,-1-1 3 0,2 1-2 0,0 0 2 15,0 2 3-15,0 0-1 0,0-1 9 0,0 3-3 16,0-1 1-16,0 5-2 0,0 1-4 0,0 0-11 16,0 2 4-16,0 2-4 0,0 0 15 0,0 1-15 15,0 3 3-15,0-2-8 0,-2 1-3 0,0 3-2 16,0 1 4-16,2 4-3 0,-2 2 7 0,2 3-4 16,0 3 1-16,0 5-2 0,0 2-2 0,0 3-1 15,0 6 1-15,0 2-1 0,0 6 5 0,2-1-2 16,0-1-1-16,0 0 1 0,-2-8 8 0,2-1 4 0,0-5 2 15,1-3-1-15,-1-3 9 0,2 1 4 0,0 0-3 16,-1 0 3-16,1 0-4 0,0 2-11 0,-1 2 6 16,3 3-8-16,0-1-4 0,-3 5 0 0,1 4 0 15,0 0 1-15,-2-3 3 0,1 5-7 0,-1-8 4 0,0-1-4 16,0 1 10-16,2-7-7 0,-3-2 0 0,1-5-1 16,2-3 3-16,-2-1 2 0,0-2 1 0,0 0 0 15,-1-2 0-15,1 0-2 0,0-1-2 0,0-3 1 16,0 2-4-16,0-5 2 0,0-2 1 0,-2-2-1 15,0-4 2-15,1 2-4 0,-1-1 0 0,0-7-2 16,0 1-1-16,0-2-5 0,0 2 0 0,0-1-2 0,0 1 9 16,0 0-28-16,0-2-4 0,0 0-18 0,0-1-93 15,0-1-83-15,0 0-79 0</inkml:trace>
  <inkml:trace contextRef="#ctx0" brushRef="#br0" timeOffset="1482.93">18408 5319 294 0,'0'0'40'16,"0"-2"7"-16,0 0 2 0,-2 0-28 0,0 0 7 16,0 1-24-16,0-3 25 0,1 2 2 0,-1-2 6 15,2 2 7-15,0 1-18 0,0-3-1 0,0 0-7 16,0 0-9-16,0 1-5 0,0 1 2 0,2-2-3 16,-1 2 0-16,1-1 4 0,2 1-6 0,0 0 4 15,7-4-7-15,6 1 8 0,3-1-2 0,0 2 4 0,3 3-6 16,-1 1 10-16,0 0-3 0,4-2 5 15,2 0-5-15,6 0 13 0,1 0-2 0,4-2 4 0,5-1-5 16,8 1 9-16,-5 0 2 0,5 3 2 0,0-1-8 0,0 2-8 16,3-2 0-16,-4 2-2 0,-1 0-2 0,-4 4-5 15,2-1-6-15,6 3 3 0,4 1-7 0,5 1 5 16,6-1 3-16,7 1 1 0,-2-5-1 0,0 1-4 16,-1 0 0-16,-12-2-1 0,2 1 6 0,-5 1-2 15,-1 0-2-15,6 1-1 0,2 3-6 0,6-1 5 16,3 1 0-16,-1-5 0 0,1 1 7 0,-9 2-3 15,-2-1 0-15,-6-1-1 0,-3-2-3 0,2 0 5 16,-4 1-4-16,4 3 5 0,-2-4-2 0,3 1-1 0,6-1 4 16,2 0-4-16,0-2-1 0,2 2-2 0,-9 0 0 15,-3 0 0-15,-1-2-2 0,-7 0 4 0,1 0-2 16,-2-2 4-16,1 0-2 0,1-4 6 0,0 3-6 16,4-1 6-16,-2-2 1 0,6 1-8 0,-4-1 7 0,0 1-8 15,0-1 10-15,-6 1 2 0,-1-1 1 0,-6 2-2 16,-4-1-2-16,-3-1 6 0,-1 1-4 0,-5-1 5 15,0 2-5-15,-3 1 1 0,1 1 1 0,-4 0-1 16,1 0-3-16,-5 2-6 0,-1 0-3 0,0 0 0 16,-2 0 0-16,-4 0 6 0,3 0 4 0,-7 0 1 15,1 0-3-15,-3 0-2 0,1 0 2 0,0 2-1 16,-1 0 2-16,1 0-1 0,0-1-5 0,1 3 5 16,-3-4-2-16,4 4-2 0,-1 0-1 0,1-3 0 0,1 3 2 15,-1-2 14-15,0 0-2 0,3 2 5 0,-2-1-7 0,3 1-7 16,-1 0 0-16,-2-2-2 0,3-1 2 0,-3 1-3 15,0 0 5-15,-1 0-6 0,0 0 0 0,-1 0-2 16,-3-2 0-16,4 2 2 0,-3-1 15 0,1 1-8 16,0 0 4-16,-1 2-5 0,1 0 5 0,-4-3-3 15,4 7-3-15,0 1 0 0,-1-1-4 0,-1-5 0 16,2 5 0-16,0 1-2 0,-1 0-5 0,3 2 5 16,-2-1-3-16,-1-1 5 0,3 4-5 0,1 2 0 15,-1-2-1-15,3 5 1 0,-3-3 0 0,1 4-2 16,1 1 3-16,-1 2-3 0,0 3 2 0,-1-1 3 0,-2 2-3 15,-1 2 3-15,1-1-2 0,0 5-1 0,1 3 0 16,-1-1-1-16,0 3-1 0,0 2-2 0,-1 0 6 16,1 4-2-16,2-1 7 0,-1-1-5 0,4 2-2 15,1-2-1-15,-1-4 0 0,2 0-1 0,-2-4 2 0,3-1 0 16,-3-2-5-16,2-1 12 0,0-1-9 0,2 0 9 16,-2 0-11-16,0-2 3 0,1 0 3 0,1 0-1 15,-2-2 4-15,0 0-4 0,-2-2 0 0,0 1-1 16,1 1-3-16,-3 0 0 0,1-2 6 0,-1 1-3 15,-1-3 0-15,-3 0 6 0,3 3-9 0,-2-5 6 16,-1 1-7-16,1 1 2 0,0-3 6 0,-1 0-3 16,-1-3-1-16,0 1 4 0,0-2-6 0,2 4 6 0,-2-4-10 15,-1 0 5-15,1 2 2 0,-2-2 1 0,0-2 1 16,0-2-1-16,0 4-3 0,0-5 1 0,0 5-3 0,0-4 3 16,0 6-2-16,0-4 2 0,-2 0-4 0,1 2 3 15,-3 0 3-15,-2 2-1 0,-1 4 0 0,-1-5 4 16,1-1-6-16,0-1 4 0,3-3-4 0,-9 2-2 15,-2 2 6-15,-2 2-4 0,1 2 6 0,-5-3-5 16,1 1 1-16,-4-4-1 0,1 1-1 0,3-1 5 16,-1-2-4-16,5 2 4 0,-7-2 1 0,-3 1-8 15,0-3 4-15,0 1-4 0,2-1 6 0,0-1 0 16,0-1-2-16,2-1 0 0,-2 1-2 0,-1 1 2 0,-1 0 1 16,0-3 2-16,-1 3-4 0,-3 1 0 0,0 1 0 15,-1-1 0-15,-6 0-6 0,-4 1 6 0,-2 1 0 16,-15 2 4-16,5 0 0 0,-7-1-1 0,-3-1-1 15,5-2 0-15,-7 3 2 0,2-1-3 0,6-2 2 16,3 3 0-16,0-5 9 0,8 3-2 0,1-1-3 0,2 1 1 16,4-1-4-16,2 0 2 0,2 1 1 0,-4-4-1 15,2 1-6-15,-2-1 2 0,0-2 1 0,4 1 0 16,-6 1-5-16,0-2 4 0,2 2-6 0,0-1 5 16,4 1-5-16,-2 2 4 0,-4-1 0 0,0 1 1 15,-2-1 0-15,-1 3 1 0,-5-4-2 0,-5 3 1 16,-7-1-2-16,-8-1 0 0,-3 3 1 0,-10-1 0 15,1-3-2-15,-5-1 2 0,3-1 1 0,8 2 1 16,5-2 6-16,-3 0-4 0,-3 27 5 0,2-19-5 16,-6-8 13-16,-1-2 2 0,4-4-3 0,1 0 2 0,9 0-6 15,6 1-6-15,7 3 3 0,4-2-5 0,2 2 0 0,0 0-1 16,-2 0 1-16,1 0 0 0,-3 0 2 0,4 0-6 16,3 2 3-16,1 0-3 0,-1-1 0 0,4 3 4 15,2-2-7-15,2 0 7 0,6-2-8 0,5 0 0 16,0 0 3-16,3 0-1 0,3 2 2 0,3-2-6 15,1 0-3-15,-1 0-3 0,0-4-17 0,4 0-25 16,-2-1-9-16,4-1-8 0,0-1-64 0,6 3-112 16,-1-11-32-16</inkml:trace>
  <inkml:trace contextRef="#ctx0" brushRef="#br0" timeOffset="2387.25">19806 5490 98 0,'0'0'8'0,"0"-2"1"15,0 0 20-15,0 0 3 0,0 0 7 0,0 0 39 16,0-1-17-16,0-1 0 0,0 0-9 0,0 2-9 0,0 0 5 16,0 1-5-16,0-1 2 0,0 0-20 0,0 0-4 15,0 0 2-15,0 0-4 0,0 0-2 0,0 1 16 16,0-1-8-16,0 0 9 0,0 0-9 0,0 0 1 15,0 0 1-15,0 2-1 0,0 0-2 0,0 0-5 16,0 2 0-16,0 0-2 0,0 2 0 0,0 5-7 16,2 10 0-16,-2-1-3 0,2 4-5 0,0-1 0 15,1 1 3-15,3 4-2 0,-2-5 3 0,1 3-8 16,1-2 3-16,-1 0-4 0,1 2 4 0,3 2 6 16,0 4-9-16,3 2 7 0,-1-1-11 0,-2 5 10 0,2 3-4 15,0 3 5-15,-2 7-10 0,1 3 10 0,-3 1 0 16,-1 1 4-16,-1 0-2 0,1-2-7 0,-1 0 4 15,1 0-4-15,0 0-2 0,-1-2 5 0,1-2-3 16,-1 3 5-16,1 1-9 0,-1 0 9 0,-1 1-7 0,2 1 7 16,-1 0-11-16,1 4 9 0,-1-1 1 0,-1-5 2 15,2 6-12-15,-3-10 6 0,3-3-2 0,0-3 3 16,-3-6 3-16,3 1-2 0,-1-6 0 0,1 1 0 16,0-2 2-16,-1-3-3 0,1-1 5 0,-1 0-5 15,1-2 0-15,-1 4 10 0,1-4-8 0,-2-3 8 16,1 3-15-16,-1-4 8 0,0-1-1 0,-1-2 4 15,1 1 4-15,0 1-9 0,0-4 4 0,-1 0-6 0,-1-4 6 16,-2-6 4-16,2 3-1 0,0-3 1 0,-2-3-12 16,0 0 0-16,2 2-2 0,0-1 1 0,-1 1-7 15,1-2-35-15,2 0-7 0,-2-2-15 0,9-2-69 0</inkml:trace>
  <inkml:trace contextRef="#ctx0" brushRef="#br0" timeOffset="3336.62">21314 5516 62 0,'0'-2'24'0,"0"0"-13"0,0 0 39 0,0 0-10 15,0 0 55-15,-2-1-5 0,2 1 0 0,-6-8-5 16,2 5-24-16,1-1-14 0,3 4 0 0,-2-1-4 0,-2-3 1 16,4 4-14-16,-4-1 6 0,1-1-7 0,-1 0 2 15,2 2-11-15,0 0-4 0,0 1-2 0,1-1-4 16,-1 2-3-16,0 0-1 0,0 2-1 0,0-1-5 16,0 3 2-16,-3 7 1 0,-3 6 0 0,1 0-3 0,1-1 7 15,3 1-3-15,1 2 3 0,0 1-1 0,0 1 2 16,-2 3-3-16,2 2 1 0,2 3-5 0,0 1 5 15,0 4 1-15,0 1 1 0,0 2-4 0,6 6-7 16,1-1 1-16,3 7-2 0,-1-1 10 0,0 6-6 16,-1-6 4-16,1 4-4 0,-2 2 2 0,3-2-3 15,-1 5 3-15,-3-6-3 0,-3-5-1 0,1-1 8 16,-2-3-8-16,0 1 9 0,0 0-7 0,1-2 3 16,3 1-3-16,-2-1 2 0,1 0-5 0,3 2 1 0,-3-3 2 15,3 3 0-15,-1 2 8 0,0-8-9 0,1 4 5 16,-1-2-5-16,1 0 7 0,-1 0-8 0,1-4 2 15,-1-2-3-15,0-1 3 0,1-2 0 0,-1-1 2 0,-1-1 0 16,-2-2 4-16,-1 4-5 0,1-4-1 16,0 0 0-16,-1-4 4 0,1 0-6 0,-2-1 3 0,0-3-3 15,2-1 11-15,-1 0-3 0,-1-6-5 0,0-2 1 16,0-1-5-16,0-3 11 0,-2-1-2 0,0-2 5 16,0 0-3-16,0 0 2 0,0-1-3 0,2 3 2 15,-1 0-10-15,1 0 5 0,0-1 4 0,0 1-2 16,0-2 2-16,0 0-8 0,0 0-3 0,-1-1-1 0,1 1 0 15,0 0-49-15,0 0-17 0,0 0-20 0,0 0-128 16</inkml:trace>
  <inkml:trace contextRef="#ctx0" brushRef="#br0" timeOffset="7107.69">18774 7207 48 0,'0'0'22'0,"0"0"9"16,-2-2 31-16,0 0 19 0,0 1 2 0,0-1-4 0,0-2-25 15,0 0-5-15,1 1-3 0,-1-1-4 0,2 2-10 16,-4-4 1-16,0 1-5 0,1-3 1 0,1 3 2 16,2 3-1-16,-4-5-1 0,4 5-7 0,0 0 3 15,-4-6 4-15,2 3-2 0,1-3-2 0,-1 3-4 16,0 1 3-16,0 0-3 0,0 1 8 0,0 1-12 16,0 0-3-16,2 0-2 0,0 0-5 0,0 2 4 0,0 0-3 15,0 2 3-15,0 0-3 0,0 4-3 0,2 16 0 16,0 4-3-16,0-4-1 0,2 2-2 0,-2-1 5 15,-1-5-4-15,1 1 4 0,0-1 4 0,0 1-5 16,-2-2 5-16,0-3-9 0,0-1 10 0,0-2-2 16,0-3 4-16,2-1-12 0,0-1 12 0,0-2-1 0,-2-3 7 15,1 1 5-15,14 0-10 0,6 13 1 0,-5-8-4 16,3-1-2-16,5 0 7 0,-5-5-7 0,-3-1 6 16,3 0-9-16,-6 0 2 0,4-1 1 0,-1-3-1 15,3 0 0-15,-4 0-5 0,-2 3 0 0,-2-1-1 16,0-2 4-16,-2 2-6 0,1 0 2 0,-7 2-5 15,-1 0 7-15,0 0-8 0,2-2-1 0,0 1-6 0,-1-1-16 16,1 2-23-16,0 0-25 0,-1 0-4 0,-1 0-130 16,0 0-116-16</inkml:trace>
  <inkml:trace contextRef="#ctx0" brushRef="#br0" timeOffset="7374.66">18800 7246 578 0,'-2'0'67'0,"0"0"106"0,0 0-125 0,0 0-10 0,0 0 4 16,0 0 0-16,1 0 25 0,1 0-22 0,0 0 1 16,0 0-9-16,0 0-14 0,1-2-3 0,3 2-3 15,5-2 1-15,6 1-12 0,11-5 6 0,-7 2-9 0,1-1 8 16,8-3-11-16,-7 5 0 0,-3-1 5 0,1 2-4 15,-3 2 6-15,-4 0-6 0,-3 0-5 0,0 0 2 16,-5 0-1-16,1 0-13 0,1 0 4 0,0 0-10 16,-1 0-24-16,-1 0-78 0,0 2-8 0,-1 0-34 15,1-2-126-15</inkml:trace>
  <inkml:trace contextRef="#ctx0" brushRef="#br0" timeOffset="7561.33">18714 7008 659 0,'0'0'58'0,"0"0"-7"0,-2 0 15 16,0 0 18-16,1 0-25 0,-1 0 24 0,0 0-22 15,0 0 5-15,0 0-13 0,2 0-11 0,0 0-6 16,0 2-2-16,0 0-2 0,2 0-4 0,0 0-6 16,5-2 0-16,17 2-2 0,4-2 3 0,0-2-8 15,6-2 2-15,-3 0-6 0,1-1-13 0,-1-1 3 16,-5 3-1-16,0-3 3 0,0 2-8 0,-5 2-27 15,-6 1-9-15,1 1-9 0,-3 0-71 0</inkml:trace>
  <inkml:trace contextRef="#ctx0" brushRef="#br0" timeOffset="8340.17">20682 7367 358 0,'0'0'43'0,"0"0"0"0,0 0 29 15,-2 0-7-15,1-2 3 0,-1 0 22 0,0 0-3 0,0 0-1 16,0 0-3-16,0 1-29 0,0-1-23 0,1 2-1 16,-1 0-8-16,0 0-6 0,0 0 13 0,0 0-3 15,2 0 6-15,0 0-15 0,0 2 7 0,0-1-3 0,0 1 3 16,0 2-12-16,0 0 0 0,0 1 0 0,2 8 1 16,0 2-1-16,0-2-3 0,0 0-5 0,-1-2 3 15,1 2-9-15,0-2 2 0,0 1-1 0,0-1 1 16,0-2-8-16,-2-2-13 0,0 1-11 0,0-4-8 15,0-1-117-15,0 1-93 0,0-2-52 0</inkml:trace>
  <inkml:trace contextRef="#ctx0" brushRef="#br0" timeOffset="8776.77">20667 7319 547 0,'0'0'31'0,"0"0"-4"0,0 0 7 16,0-2 9-16,0 0-13 0,0 0 19 0,0 0 4 15,0 0-5-15,0-1 4 0,0-1-20 0,2-2-14 16,2-1 7-16,2-2-11 0,-3 3-4 0,1 2 3 16,11-1-6-16,-2-5 7 0,2 1 14 0,-6 5-5 15,2 3 10-15,-3 1-9 0,-3 0 5 0,-1 0-10 16,0 1-3-16,-1 3 1 0,5 7 2 0,-1 6-3 16,-1 2 1-16,-4-1-2 0,-2-1 4 0,0 0-5 15,-2-5-2-15,-4 3-2 0,2-4-5 0,-1 1-1 0,-1-1 2 16,3-4-3-16,-1 1-6 0,0-3 5 0,0 1-4 15,4-4 4-15,-1 1-3 0,-1 1-3 0,2 0 1 16,0-2-3-16,0-1-6 0,0 1 4 0,0 2 3 16,0 0 1-16,2-1 7 0,-1-1-2 0,3 0-1 0,2 0-1 15,10 5-8-15,1-1 13 0,2-2-5 0,-3-1 6 16,1-1-11-16,-2 0 11 0,0 0 1 0,-4 0 4 16,2 2 7-16,-2-1 8 0,-3-1 2 0,-3 0 2 15,-1 0 3-15,-2-2 12 0,1 4-6 0,1-1 9 16,-4-1-2-16,4 9-2 0,-2 0 4 0,-2 4-4 15,-2 0-1-15,-2-2-11 0,-1 0 1 0,-3-2-5 0,-3 0-2 16,-9 1-17-16,-1-3 3 0,1-2-7 0,1-1-4 16,4-2 1-16,-1-1 1 0,4-1 2 0,3 6-4 15,2-3-13-15,3-3-14 0,0 0-1 0,2-2-75 16,1 0-3-16,-3 2-3 0,0-2 1 0,2 0-18 0,0-2-222 16</inkml:trace>
  <inkml:trace contextRef="#ctx0" brushRef="#br0" timeOffset="9261.84">22532 6760 937 0,'-2'0'26'0,"0"0"-22"0,0 0 31 0,-2-2-9 0,-7 0 39 15,-4-2 24-15,0 0-3 0,1 1 4 0,1 1-47 0,2 0-6 16,-1 0-9-16,5 2 3 0,-2 0-14 0,3 0 1 16,-1 0-1-16,1 0-1 0,1 0-3 0,1 0 2 15,-2 0 0-15,1 2 0 0,-1 0 2 0,4-2-4 16,-3 4 2-16,1 7-3 0,0 7 0 0,-1-1-1 16,-1 3-2-16,-1-1 0 0,1 1-8 0,4 5 0 15,0-3-1-15,-12 0 1 0,4-3-1 0,3-1 1 16,3-1-1-16,2-4 2 0,0 4-2 0,2-6 0 15,0-4 2-15,4 4-3 0,0-3-1 0,1 1-3 16,-1-3 3-16,11 5-2 0,4 0 2 0,-1-4-2 16,3-1-3-16,3-2 2 0,-2-4-5 0,0-2 0 0,0-2-5 15,3-1 1-15,-1-5-21 0,2 1-20 0,-6 0-9 16,2-2-11-16,-1-2-104 0</inkml:trace>
  <inkml:trace contextRef="#ctx0" brushRef="#br0" timeOffset="10928.84">19492 5350 87 0,'0'0'35'0,"0"0"3"0,0-1 29 0,0-1 0 15,0 0-25-15,0 0-1 0,0 0 4 0,0 0-3 0,0 0-1 16,0 1-4-16,0-3-5 0,0 2 3 16,0 0 9-16,0 0 0 0,0 0 1 0,0 1-3 0,0-1-3 0,0 0-5 15,0 0 8-15,0 0-8 0,0 0 4 0,0 0-1 16,0 1-5-16,0-1 2 0,0 0-19 0,0 2-6 16,0 0-1-16,0 0-1 0,0 0-2 0,0 0 0 15,0 2-1-15,0 0 0 0,0-1-6 0,0 1 4 16,0 2-4-16,0 2 6 0,0 5-7 0,0 2 5 15,2 2 0-15,0 1 3 0,0-1-11 0,1 0 8 16,1 0-5-16,0 0 7 0,0 3 3 0,-1-3-7 16,3 5 2-16,-2-5-4 0,1 4 3 0,1 3 3 15,-3-1 1-15,1-1-1 0,0 0-4 0,0 1 2 16,-1-1-4-16,1 3 3 0,0-3-4 0,-1 0 1 0,1 3 2 16,-2 3 0-16,0-2 8 0,-2 0-7 0,0 0 3 15,0 0-4-15,2 0 5 0,0 2-5 0,3 2 4 16,1 0-4-16,1 0-1 0,1 2-2 0,1-2 1 15,0 3 1-15,0 1 10 0,1-1-9 0,1 3 1 0,-2-3-3 16,2 4-2-16,0-1 4 0,-1-1 3 0,-1-1 0 16,-2-2 1-16,1-3-5 0,-1-1 0 0,-1 0-3 15,-1-1 4-15,-1 1 0 0,0-4 0 0,1 0 1 16,-1 0 4-16,0 1-5 0,0 1 2 0,-3 0-4 16,3 0 1-16,0-2 3 0,0 3-2 0,-1-3 4 15,-1 2 0-15,0 2-4 0,0 0 4 0,0 2-4 16,0-2 3-16,1 5-1 0,1 3-1 0,0-3 0 0,-1-1-2 15,1 2 1-15,0-3 0 0,0 1 2 0,-1 0 2 16,3-2-3-16,-2-1 4 0,-1-1-4 0,1-3 3 16,2 1 3-16,-3-2-5 0,1 0 4 0,0 1-8 0,-1-1 6 15,-1-2 0-15,0-1 2 0,0-1-6 0,0 1-1 16,0-2-2-16,0-1 1 0,-1 1 6 0,1-2-5 16,2 4 5-16,-2-3-6 0,2 5 5 0,-1-5 4 15,1 5-8-15,0 1 5 0,-1-3-3 0,1 1-1 16,0-1 7-16,0-3-6 0,-3 1 3 0,3 2 3 15,-2-6 3-15,0 0 0 0,0 0 11 0,-1 2-7 16,1-2-3-16,0-4 1 0,0 0-1 0,0 0-5 0,2 3 4 16,-3-1-5-16,1-2 1 0,-2-5 0 0,2 3 0 15,-2-3-1-15,2 5 0 0,0-3-6 0,-2-3 0 16,0 1-3-16,0 0 2 0,0 0 0 0,0-3-6 16,0 1 0-16,2 2-38 0,0 0-68 0,-1-1 8 15,1-1-31-15,0 0-35 0</inkml:trace>
  <inkml:trace contextRef="#ctx0" brushRef="#br0" timeOffset="11753.92">20094 5568 24 0,'0'0'20'0,"0"0"-2"0,0-2 19 0,0 0-3 16,0 0 0-16,0 0-4 0,0 0-18 0,-2-1 6 16,0-1-10-16,2 0 0 0,-2 0-2 0,2 1 0 15,0-1 2-15,0 0 6 0,0-1-5 0,0-1 3 0,0-1-1 16,0 5 14-16,0-2 8 0,0-1-1 0,0-1 3 16,0 4 5-16,0-3 6 0,0 1 0 0,0 0 1 15,0 0-10-15,-2 1-1 0,0-1-1 0,1 0-1 16,-1 1-11-16,0-1 0 0,0 0-8 0,0 0 4 15,0 1-10-15,0-1 0 0,1 0 5 0,-1 1-4 16,0-1 10-16,2 0-3 0,0 1-1 0,0 1-1 0,0 0 4 16,0 0 0-16,-2 0 8 0,2 0-6 0,0 0 17 15,0 1-4-15,0-1 2 0,0 0-3 0,0 0-8 0,0 0 5 16,0 0 3-16,0 0-1 0,0 1-4 0,-2 1-7 16,2 0-7-16,0 0 3 0,-2 0-10 0,2 0 2 15,-2 1-1-15,2 1-1 0,0 0-3 0,0 0 0 16,-1 11 0-16,-1 6 0 0,0-1-4 0,2 1 1 15,0 1-2-15,0-3 3 0,0-1 0 0,0-1-1 16,2 2-1-16,0-4 0 0,1 4 5 0,1-1-5 16,0 3 3-16,-1 1-4 0,1-1 0 0,0 3 1 15,1 2 1-15,1 2 1 0,0 2-1 0,-3 2 4 16,3 2-7-16,-1 1 5 0,1 0-8 0,0 5 6 0,1 1 0 16,0 1 2-16,-1 3-1 0,1 2-4 0,1-3 2 15,-1 3-3-15,1-4 6 0,1 3-4 0,0 3 2 16,1-3-3-16,-1 1 1 0,0-6-3 0,0 0 1 15,-1-2-2-15,-1 0 5 0,1 0-1 0,-1-1 1 0,1 3 0 16,1-4 6-16,2 4-9 0,2 0 3 0,0 0-4 16,-4 0 8-16,1 5 1 0,-5-3-3 0,3 4 1 15,1-3-6-15,0 3 1 0,0 1 0 0,-1 1 0 16,1-1-2-16,-1-1 4 0,-1-4 3 0,-1-2 0 16,-3-2 2-16,-1-2-6 0,0-3-2 0,0-3-1 15,0 1 3-15,-2-4 6 0,2 0-4 0,-1-2 5 16,1 0-7-16,2-1-1 0,0-1 5 0,-2-2-3 0,-1-1 1 15,1-1-1-15,2 1-1 0,-2-2 1 0,2-1 2 16,-3-3-1-16,1-1-2 0,2-1 1 0,0 0 4 16,-1 0-7-16,-1-4 0 0,-2-5-6 0,0 0-17 15,0 0-26-15,0 0-27 0,2 2-9 0,0-1-166 0</inkml:trace>
  <inkml:trace contextRef="#ctx0" brushRef="#br0" timeOffset="12748.58">20931 5332 247 0,'0'0'12'16,"0"0"0"-16,0 0 24 0,0 0 12 0,0 0 0 15,-2 0 41-15,0-2-28 0,1 0 5 0,-1 2-11 16,0 0-7-16,0 0-6 0,0 0-6 0,0 0 3 15,0 0-3-15,1 0 4 0,-1 0-6 0,0 0 3 16,0 0-15-16,0 0 5 0,0 2-1 0,0 0 0 0,1 0-7 16,-1 0-12-16,0-1 4 0,0 3-4 0,0 0 13 15,-3 9-3-15,1 2 2 0,0-2-3 0,0 7-1 16,1 4-5-16,1 2 3 0,0 2-3 0,2-2 0 16,0-4-5-16,0 1 0 0,0-1 0 0,0 4 0 0,0 0 2 15,2 0-7-15,0 2 5 0,0-2-8 0,1 2 3 16,1 1 0-16,0 1 2 0,-1 0 2 0,-1 1 0 15,0 1-2-15,2-2 0 0,-2 3-1 0,1 2 1 16,-1-3-1-16,2 7 0 0,0-2-4 0,-2-2 6 16,1 6 2-16,1 2 2 0,-2-1-8 0,0 3 1 15,1-2-1-15,1-6 1 0,-2 0 3 0,0 0 2 16,2 0-4-16,-3-3 2 0,1 1-2 0,0-2-4 0,0-1 5 16,2-2-5-16,-1 1 3 0,1-5 1 0,2 2-2 15,-1-4 1-15,3 2 7 0,-1 0-7 0,2 4 1 16,3 0-3-16,-3-3-2 0,2 7 1 0,-2-8 5 15,2 2-2-15,2 1 8 0,-1 1-11 0,-3 0 3 16,0-2-4-16,-1 0 10 0,-3-4-8 0,3 0 4 0,1 2-5 16,-4-4 2-16,1 4 4 0,0 0-3 0,-3-2 3 15,3-1-1-15,-1 2-5 0,1 0 2 0,-2-3-4 16,-1 4 10-16,3 0-1 0,0-2 0 0,-1 2 0 16,1-2-4-16,-1 4 5 0,-1-4-5 0,0 0 5 15,-1 0-2-15,3 2-5 0,-1-3 6 0,1-3-4 16,0 1 14-16,-1-1 1 0,1-1-2 0,1 1 1 0,-1-1-6 15,-3-8-2-15,1 2-4 0,-2-4 1 0,0-2-6 16,0 1-2-16,0-1 4 0,-2-5-3 0,0 0-11 16,0 0-39-16,0 0-6 0,0 0-17 0,1 1-84 15</inkml:trace>
  <inkml:trace contextRef="#ctx0" brushRef="#br0" timeOffset="13354.45">21620 5178 511 0,'0'0'16'15,"0"0"-1"-15,0-2 51 0,-2 0-6 0,0 0 17 16,0 0 2-16,1 0-24 0,-1 1-1 0,0-1-8 0,0 0-11 16,0 0 4-16,0 0-3 0,0 0 3 0,1 0-10 15,-1 2-4-15,0 0 2 0,0 0-4 0,0 2-7 16,0 0-4-16,0 2-5 0,-3 13 1 0,-1 7-8 15,3 7 7-15,1 1-1 0,2 3 3 0,0 2-5 0,0-5 7 16,0 7-8-16,0 0 6 0,2 3-9 0,1 3 3 16,1-6 1-16,2 4-1 0,-1-4-2 0,1 2 0 15,-1-1-1-15,1 3-1 0,1-2-2 0,1 5 3 16,-3-3 3-16,3 7-1 0,-3 2-2 0,3 4 3 16,-3 1-3-16,1 1 3 0,-1 0-6 0,-1-1 2 15,-2 1-2-15,0-8 3 0,-2 2 4 0,2-6-3 16,-2-3 0-16,0 0-1 0,0-2 3 0,0-2-5 15,0 0 5-15,2-4-3 0,1 4 7 0,1 0-9 16,0-2 0-16,-1-2-3 0,1 2 3 0,2-5 4 0,-1 3 2 16,1-1 0-16,-1-5 0 0,1 1-4 0,-2 0-2 15,-1-6 1-15,1 2 4 0,0 0-3 0,0 0 0 16,-3-2-2-16,1-4 7 0,0 1-4 0,0-3 3 16,-2-3-3-16,0-2-1 0,0-2 0 0,0 0-1 0,0-1 1 15,0-1 7-15,0 2-3 0,0-3 7 0,0-3-6 16,0 1 4-16,0-3-4 0,0 1-4 0,0 0 2 15,0-2-3-15,0 0 0 0,0-1-4 0,0 3 1 16,0 0-23-16,0 0-26 0,0-3-17 0,0 1-12 16,0 0-133-16</inkml:trace>
  <inkml:trace contextRef="#ctx0" brushRef="#br0" timeOffset="17308.32">30436 3505 5 0,'0'0'0'0,"0"0"9"0,0-2 98 15,0 0-16-15,0 0 7 0,-2 0-36 0,0 1-5 0,0-1-15 16,0 0 4-16,0 0-6 0,1 0-10 0,-1-2 5 15,0 3-6-15,0-3 6 0,0 0-3 0,0 0 7 16,0 1-3-16,1 1 2 0,-1-2-14 0,0 0 5 16,0 3 2-16,0-1 0 0,0 0-4 0,0-2-17 15,1 2-1-15,-1 0-5 0,0 1 7 0,0-1-6 16,0 0 1-16,0 0-3 0,0 0 4 0,1 0-5 16,1 0 3-16,-2 1-5 0,0-1-3 0,0 0 0 0,0 2 0 15,2 0 1-15,0 0 2 0,0 0 2 0,0 2 0 16,-2 0 1-16,0-1-6 0,2 1 3 0,-1 2 0 15,1 0 2-15,-2 5-3 0,0 8 5 0,2-1-9 16,0 7 8-16,2 1-7 0,0 4 4 0,-1 1 1 0,1 1 0 16,0 5-2-16,0-1 1 0,-2 1 1 0,0 6 1 15,0-4 2-15,2 6-1 0,0-1-1 0,0-3 2 16,-1 2-4-16,1 0 0 0,2 2-2 0,-2 0 2 16,0 1 4-16,-2 2-5 0,0 5 1 0,0-3-3 15,3 4 1-15,-1 2 2 0,2 0 0 0,0-1 2 16,-1 1 2-16,-1-2-5 0,0-2 0 0,0-1-3 0,0-1 5 15,2-3-2-15,-1-3 5 0,1-1-4 0,0-2 7 16,-1 0-8-16,1 0 4 0,0 4-3 0,1-2 5 16,1-2 3-16,1-2-6 0,-1-4 5 0,-2 2-7 0,-1-3 4 15,1 0-3-15,2-3 3 0,-1-3 1 0,1-2-1 16,-1 1 2-16,1-7-3 0,-2 1-3 0,-1-1 2 16,1-1-3-16,-2-2-2 0,0-6-45 0,-2 0-57 15,0 1-21-15,0-7-16 0,0 5-109 0</inkml:trace>
  <inkml:trace contextRef="#ctx0" brushRef="#br0" timeOffset="17964.27">31323 3442 161 0,'0'0'39'0,"0"0"-1"0,0-2 10 15,0 0 4-15,0 0-10 0,0 0 12 0,0 0-8 16,0-1-8-16,-2-1 3 0,1 0-2 0,-1 1-9 16,0-1 10-16,0 0-10 0,2 0 2 0,0 3 5 15,0-1 0-15,-2 0 3 0,0 0 1 0,0 0-10 16,1 0-2-16,-1 0-1 0,0 1 0 0,2-1 2 16,0 0-1-16,-2 0-1 0,0 0-21 0,0 0 4 15,0 0-9-15,1 2 7 0,-1 0-9 0,0 0 1 16,0 0 4-16,0 2-1 0,0 0-1 0,0 0-1 0,1 2-1 15,-3 3 1-15,-2 10 5 0,1 3-7 0,1 3 0 16,2 4-2-16,0 3 2 0,2 3 1 0,0 3 2 16,0 3 0-16,0 3 4 0,0 1-7 0,4 7 2 15,-2-5-4-15,2 3 0 0,-1-1 8 0,-1-5-7 0,2-1 8 16,0-2-7-16,-1 0 3 0,1 2-2 0,0 0 1 16,-1 1-5-16,1 1 3 0,0 0 3 0,1 3 0 15,1-3 4-15,1 3-10 0,1 1 2 0,-1-3-5 16,1 5 5-16,1-1 0 0,-2-2 3 0,-3-1-1 15,2-4 2-15,-1-4 3 0,-1-4-4 0,1 1 3 16,-1-3-11-16,0 1 6 0,1-2 0 0,3 1 4 16,-1-1-2-16,1 0 1 0,1-3 2 0,-2-1-1 0,1-3 0 15,-1-1 9-15,-1-5-7 0,1-1 8 0,-1-1-7 16,1 2 0-16,-1-4 1 0,-1-2-2 0,1 2-6 16,-4-5 5-16,0-3-4 0,0 1 5 0,-1-1 0 0,-1-1-5 15,2 2 6-15,0 1-6 0,0-3 5 0,0-1 1 16,0 1-3-16,-2 0 1 0,0 0-10 0,0-1-14 15,0 1-4-15,0 0-8 0,0-1-53 0,0 1-147 16</inkml:trace>
  <inkml:trace contextRef="#ctx0" brushRef="#br0" timeOffset="19090.93">30192 4184 66 0,'0'0'4'16,"0"0"18"-16,0 0-17 0,0 0 22 0,0 0-2 16,0 0 7-16,0 0-5 0,0 0 16 0,0 0-2 15,0 0 7-15,0 0 8 0,0 0 10 0,0 0 0 0,0 0 3 16,0 0 0-16,0 0-15 0,0 0 6 0,0 0-9 16,0 0 4-16,0 0 3 0,0 0-3 0,-1 0 2 15,1 0-17-15,-2 0-1 0,2 0-7 0,-2 0 3 16,0 0-7-16,0 0 0 0,0 0 0 0,0 0-1 15,1 0-3-15,-1 0-6 0,0-2 6 0,0 1-6 16,0-1 9-16,0 0-5 0,0 2 3 0,1-2-3 0,-1 2 7 16,0-2-9-16,0 2-1 0,0 0-3 0,2-2-12 15,0 2-2-15,0-1 1 0,0 1-1 0,0-2-1 16,0 0 2-16,2 0-5 0,0 0 3 0,0 0-4 0,0 2 2 16,16-3 1-16,4-1 1 0,1 0 5 0,-1 2-6 15,2 0 2-15,0 2-4 0,4 0 1 0,-7 0 4 16,-1 0-3-16,-7 0 2 0,-2 2-6 0,4 0 2 15,-8 0 3-15,6 2 0 0,-5-2 3 0,1-1-6 16,0 1 1-16,-5-2-1 0,4 2 5 0,-3 0-2 16,1 0 0-16,1 0-1 0,-3 0 6 0,0-1-4 15,-1 1-1-15,1-2-1 0,0 0 2 0,-1 0-2 16,-1 0 3-16,11 2-3 0,-7-2 1 0,-4 0 0 16,1 0 3-16,1 0-2 0,0 0 2 0,0 0-5 0,-1 0 0 15,-1 0-2-15,2 0 6 0,0 0-4 0,-1 0 1 16,1 0-5-16,0 0-14 0,-1 0-40 0,-1 0 0 15,2 0-16-15,0 0-33 0,1 0-37 0,1 0-4 16,-1 0-15-16,3 0-70 0</inkml:trace>
  <inkml:trace contextRef="#ctx0" brushRef="#br0" timeOffset="19627.03">30659 4054 236 0,'0'0'118'0,"-2"0"-115"15,0 0 139-15,0-1-58 0,0-1 17 0,0 0 1 16,0 0-4-16,1 0-2 0,-1 0-35 0,0 0-27 16,0 1 7-16,0-1-14 0,0 0 1 0,0-2-13 0,1 0 0 15,1 1-1-15,0-1 9 0,0 0-10 0,0 1 8 16,0-1-7-16,0 0 11 0,0 0 4 0,0 1-3 16,0 1 4-16,0 0-1 0,-2 0 2 0,2 0-5 15,-2 0 3-15,2 1-10 0,0-1-13 0,0 0 7 0,0 0-9 16,0 0-3-16,0 0 2 0,0 0-5 0,0 1 4 15,0 1 0-15,0 0 1 0,-2 0 0 0,2 0-1 16,0 1-6-16,0 1 8 0,0 0-5 0,0 2 5 16,0-2-10-16,-2 13 5 0,0 1 3 0,2 1-1 15,0 0-1-15,0-1 3 0,0 5-6 0,0-3 6 16,0 1-3-16,0 0 0 0,0-1 4 0,0-1-3 0,0 1 3 16,2-1-1-16,0 0-3 0,0-2 2 0,2-1-7 15,-3-1 7-15,3 2-1 0,-2-2 3 0,0-2-3 16,0 1 2-16,-2-5 0 0,2 4 1 0,-2-3-5 0,0-1 4 15,0 2-2-15,0-3 5 0,0 1-9 0,0-3 10 16,0 0-5-16,0-2 8 0,0-1-10 0,0 3-3 16,0 0-2-16,0 0-1 0,0-3-9 0,0 1-35 15,0 0-9-15,1 0-10 0,1 0-46 0,0 0-57 16,0-2-10-16,0 0-22 0,0-2-78 0</inkml:trace>
  <inkml:trace contextRef="#ctx0" brushRef="#br0" timeOffset="20000.34">30803 4025 94 0,'0'0'62'16,"0"0"-6"-16,0-2 63 0,-2 0-2 0,1 0-1 16,-1 0-25-16,0 0-12 0,0 1-4 0,0-1 0 15,0 0-5-15,0 0-16 0,1 0-4 0,-1 0-4 16,0 0-22-16,0 1 3 0,0-1 1 0,0 0-1 15,0 0-9-15,1 0-7 0,-1 0-1 0,0 0-1 16,0 1 2-16,0 1-5 0,0 0 3 0,2 0-4 16,0 0 7-16,0 0-6 0,0 0 4 0,0 0-4 0,0 0 12 15,0 1 2-15,0 1-3 0,0 0 2 0,0 2-7 16,0 1-4-16,0 10 4 0,0 2-4 0,0 0 3 16,0-1 2-16,0 1 2 0,0 2 0 0,0 1 1 0,-2-1-6 15,1-1 1-15,-1 1-1 0,0-1 6 0,0-1-3 16,2-2-1-16,0 0-1 0,0-2-2 0,0-4-1 15,0 2-7-15,0-2 5 0,0-1-4 0,0-3-1 16,0-1 8-16,0 2-7 0,0-3 9 0,0-1-3 16,0 0-5-16,0 0 3 0,0 0-1 0,0 2-24 15,0-1-2-15,2 1-11 0,0 0-30 0,0-2-39 16,-1-1-10-16,1 1-14 0,0 0-78 0</inkml:trace>
  <inkml:trace contextRef="#ctx0" brushRef="#br0" timeOffset="20399.73">30781 4220 672 0,'0'0'20'15,"0"0"-1"-15,0 0 25 0,0 0 9 0,0 0 0 16,0 0 36-16,0 0-41 0,0 0-2 0,0 0-15 0,0 0-25 15,0 0 3-15,0 0-2 0,0 0 4 0,2 0 0 16,0 0 4-16,0 0 3 0,-1 0-1 0,3 0-2 16,0 0 11-16,11 1-2 0,3 1 7 0,5 2 7 15,-1-2 8-15,6 0-6 0,0 0 6 0,1-2-12 0,1 0-8 16,-2 0 0-16,0 0-5 0,-4 0-20 0,0-2 7 16,-5 2-6-16,1-2 7 0,-5 2-3 0,0 0-3 15,0 0 6-15,-4 0-5 0,2 0 7 0,-6 0-11 16,6 0 0-16,-5 0-1 0,-3 0 10 0,4 0-5 15,-5 0 0-15,0 0-2 0,-2 0 0 0,1 0 4 16,1 0 0-16,0 0 0 0,0 0-1 0,-3 0 4 16,1 0-2-16,0 0 3 0,0 0 1 0,0 0-5 0,0 0 4 15,0 0-6-15,-1 0-3 0,1 0-33 16,0 0-20-16,0 0-8 0,0 0-98 0,0 0-137 0,0 0-23 16</inkml:trace>
  <inkml:trace contextRef="#ctx0" brushRef="#br0" timeOffset="26937.59">19384 5209 256 0,'0'0'-51'0,"0"0"31"0,0 0 3 0,0 2 3 0,0 0 38 16,-1 0-3-16,1 0-9 0,0 0 3 0,-2-1 2 15,2 1 8-15,0 0-15 0,0 0 4 0,0 0-5 16,0 0 7-16,0 0-9 0,-2-1 3 0,2 1-3 15,0 0 17-15,0 0-2 0,0 0 7 0,-2 0-4 0,2 0 4 16,0-1 10-16,-2 1 2 0,0 0 4 0,0 0 6 16,2 0 2-16,-1 0-12 0,-1 0 8 0,0-1-11 15,0 1-2-15,0 0 3 0,0-2-5 0,0 0-1 0,1 0 3 16,-1 0 0-16,0 0 0 0,0 0-10 0,0 0-2 16,0-2-3-16,0 0 0 0,1 1-13 0,-1-3 0 15,-4-7 1-15,1-2 0 0,-1-2-2 0,2 2-2 16,1 0 1-16,-1-2-1 0,0 0 8 0,2 0-14 15,0 0 6-15,1 2-8 0,-1-1 13 0,0 2-7 16,0-1 2-16,0 2-3 0,0 0 5 0,0 2-1 16,1 1-2-16,-1-1 0 0,0 2-3 0,0-1 6 0,0 1 4 15,0 1-1-15,0 1-2 0,2 1 7 0,0 0-8 16,0 1 7-16,0-1-11 0,-1 0 6 0,-1 0-1 16,2 3 3-16,0-1 0 0,0 0-11 0,0 0 7 15,0 0-8-15,0 0 6 0,0 0 1 0,-2-1 1 16,0-1 1-16,0 0 14 0,0 1-4 0,1-1-2 15,-1 0 0-15,0 0 6 0,0 1-5 0,0-1 10 0,0 2-9 16,0 0 1-16,1 0 4 0,-1 1-10 0,0-1 7 16,0 0-9-16,0 0 2 0,0 0-1 0,0 0-1 15,2 0-8-15,0 1 2 0,0-1-5 0,0 0 4 16,0 0-9-16,0 0 7 0,0 0-1 0,0 0 2 16,0 1-8-16,0-1 6 0,2 2-2 0,0 0 3 15,0 0 0-15,0 0-5 0,2 0 4 0,-1 0-4 0,1 0 4 16,7 0-1-16,2 0 0 0,0 0 0 0,2 0 6 15,-2 0-6-15,4 0-1 0,-4 0-2 0,3 0 2 16,-1 0 2-16,0 0 9 0,-2 0-4 0,0 0 3 16,0 0 1-16,-2-2-8 0,2 0 6 0,-2 0 1 0,-3 2-9 15,-3 0 10-15,1 0-10 0,-1 0 7 0,-1 0 5 16,0 0-9-16,0 0 9 0,-1 0-5 0,-1 0-1 16,0-2 5-16,0 2-4 0,0 0-2 0,0 0 2 15,-1 0-5-15,1 0 4 0,0 0-7 0,-2 0-31 16,0 0-7-16,0 0-11 0,0 0-57 0,0 0-34 15,0 0-13-15,2 0-13 0,0 0-93 0</inkml:trace>
  <inkml:trace contextRef="#ctx0" brushRef="#br0" timeOffset="27313.8">19639 4571 639 0,'-2'-2'39'0,"0"0"-26"0,-2 0 41 0,1 0-12 16,-3-2 3-16,-3-3 17 0,0 0 0 0,1 1 3 16,3 2-12-16,1 2-7 0,-2-1 1 0,1-1-2 15,1 2 4-15,0 0-12 0,2 2 0 0,-1-3-5 16,-1-1-10-16,0 2-4 0,1 0-3 0,1 0 0 0,0 0 4 16,0 2-4-16,0 0 5 0,0 2-4 0,0 0 8 15,2 0-12-15,0 0 3 0,0 2-6 0,0 1 8 16,0 12-4-16,0-6 2 0,0 4-3 0,0-2 0 0,2 0-2 15,2 5-2-15,0 5 2 0,-1 5-2 0,-1-4 2 16,0 2-1-16,0 0 0 0,0-2-5 0,0 4-1 16,0-2 4-16,-1-2-3 0,-1-2-2 0,0 0 7 15,2-1-8-15,-2-5 8 0,2 1-3 0,0-2 0 16,0-2 0-16,0 0-1 0,0-4-3 0,-2-1 0 16,0-1 5-16,0-1-3 0,0-3 8 0,0 1-8 15,0 0 2-15,0 0-3 0,0-1-5 0,1 1-38 16,1 0-6-16,0-2-11 0,0-1-34 0,0 1-24 15,0-2-6-15,1 0-9 0,1-2-50 0,2 1-128 0</inkml:trace>
  <inkml:trace contextRef="#ctx0" brushRef="#br0" timeOffset="27580.65">19782 4611 607 0,'0'0'32'15,"0"0"-2"-15,0-1 48 0,-2-1-2 0,0 0 8 16,0 0 10-16,0 0-21 0,1 0-1 0,-1 0-8 15,-2 1-10-15,2-1-8 0,-2-2-1 0,1 2-3 16,1 0-1-16,0 0-18 0,0 1 10 0,0-1-13 16,0 0 6-16,1 0-3 0,-1 0-1 0,0 2 1 0,0 0 0 15,0 2-3-15,0 0-2 0,0 2-1 0,-5 14-7 16,1 10 1-16,3-4 1 0,1 2-1 0,2 4 2 16,0-6-7-16,0 2 1 0,0-4-3 0,0-3 2 15,0 1-3-15,0 1 1 0,0-3-3 0,2 1 1 0,-2-6 5 16,0 0-3-16,0-4 2 0,2 0-14 0,-1-1-30 15,-1-5-3-15,0 1-14 0,2 0-58 0,0 0-70 16,2-1-42-16,0 1-17 0,1-2-222 0</inkml:trace>
  <inkml:trace contextRef="#ctx0" brushRef="#br0" timeOffset="28101.85">19797 4767 605 0,'0'0'60'0,"0"0"-43"0,0 0 65 15,0 0-20-15,-2 0 9 0,0 0 6 0,0 0-5 16,0 0-2-16,0 0-41 0,1 0-6 0,-1 0 4 0,0 0-2 16,0 0 9-16,2 2-3 0,0-2-4 0,2 2 2 15,0 0-4-15,0-2-6 0,-1 2 6 0,3-2-6 16,0 0-3-16,9 2 6 0,0-2-10 0,2 0 11 16,-2 0-5-16,0 0-3 0,2 0-1 0,-2 0-3 15,-4-2-6-15,2 0 3 0,-4 2 0 0,3-2 1 16,-3 2-8-16,0 0 17 0,3-2-7 0,-3 2 9 0,4-2-9 15,-3 2-7-15,-1 0 6 0,-1 0-6 0,-1 0 11 16,1 0-8-16,-1 0-3 0,-1 0 1 0,2 0 4 0,-3 0 4 16,3 0 2-16,-2 0-2 0,-2 0-7 0,1 2 6 15,-1-2-1-15,0 0 4 0,0 0 1 0,0 0 0 16,0 0-3-16,1 4 1 0,1-2-1 0,0 0-3 16,-1 1 2-16,-1 1-2 0,0 0 4 0,0 0-3 15,0-1 4-15,0 1-5 0,0 3-4 0,1 4 0 16,-1 1-6-16,0 2 4 0,0 3-9 0,0 0 7 15,0 1 2-15,-2 3 2 0,0-1 1 0,0 3-8 16,0 1 1-16,0 0-3 0,0 2 6 0,0-2-2 16,0 2 3-16,0-2-3 0,0-2 3 0,0 1-5 0,0-3 2 15,0-1-2-15,0-1 2 0,0-3 2 0,0 2-2 16,0-4 3-16,0-2-2 0,1 4-4 0,-1-4 2 16,2 2-2-16,-2-4 12 0,0-1 0 0,0-3-3 15,0-1 2-15,0 3 0 0,0-3-4 0,0 0 1 0,2 3-2 16,-2-3 0-16,0 2 2 0,0-3-3 0,2 1 1 15,0 0-7-15,0-1-26 0,-2 1-10 0,2-2-7 16,-1 0-62-16,1 0-63 0,0 0-38 0,0-1-31 16,0-1-309-16</inkml:trace>
  <inkml:trace contextRef="#ctx0" brushRef="#br0" timeOffset="29087.19">19706 4199 366 0,'-2'0'41'16,"0"0"-4"-16,0 0 19 0,0-2 17 0,-1 0-16 15,-3 1 46-15,-13-7-22 0,8 3 0 0,0-1-9 0,2 2-18 16,3 3-13-16,3-1 0 0,1 2-4 0,-2-2-9 16,0 0 0-16,1 0-3 0,-1 0 3 0,0 0-8 0,2 2-5 15,-3-3 6-15,1 1-4 0,-2 0 14 0,-1-2-12 16,5 4 2-16,-5-3-4 0,-1 1 5 0,1 0-3 15,-1 0 1-15,5 2-1 0,-7 0 1 0,1 0-3 16,-2 0-2-16,0 2 0 0,0 0 0 0,0 1-9 16,1 1 4-16,3 0-5 0,-2 1 3 0,-4 3 1 15,1-1-2-15,-2 2 1 0,2-1-3 0,5-3-2 16,0 12 0-16,-1 0-2 0,1 1-2 0,1 5 3 16,1-1-5-16,-1 4 3 0,2 2-1 0,-1-2-1 0,1 2 7 15,0 1-5-15,2-1-4 0,-1-2 3 0,1 0-1 16,-2-2 3-16,2 2 5 0,-13-5-2 0,4 3-6 15,2 0 3-15,3-3-1 0,3 1 4 0,1 2 2 16,2-2-3-16,0 1-7 0,0 3 4 0,2-4-4 16,1 2 4-16,1 0 7 0,0 0-4 0,1 0 1 0,-1-3-3 15,2-1-2-15,-1-1 2 0,3 1 2 0,-1 1 1 16,1-1-4-16,1-1 5 0,0-3-1 0,0 1 2 16,1-2-2-16,-1-2 2 0,-5 0-2 0,14-2 3 15,-1-2 3-15,0 2 3 0,1-3-5 0,1-3 3 16,-1 1-2-16,-1-2-2 0,0-1 5 0,-4-1-5 15,4 9 5-15,1 1-8 0,-1-7 8 0,-2-1-6 0,0-2 10 16,1 0-10-16,1-2-1 0,2 0-1 0,-6-2 0 16,3-2 0-16,1-2 0 0,2-1 1 0,-1-2-3 15,-1-1 3-15,1-1-3 0,-3 0 4 0,-2 9-6 0,2-13 0 16,0-1 3-16,-2-1-1 0,0 0 4 0,-2 1-4 16,0-1-2-16,0 0 0 0,-1 0 0 0,1 1 1 15,-2-1 1-15,0 0 0 0,1 1 5 0,-3 1-2 16,-3 0 1-16,1 2-2 0,-1-4-4 0,0 4 4 15,-1-2-3-15,9-1 4 0,-3-1 2 0,0-2-1 16,-1-3 3-16,-5 2-3 0,1-3-1 0,-4 1 2 16,0 0-2-16,0-2 1 0,-4-6 3 0,1 0-3 15,-3 1 3-15,-1-3-3 0,-3 2-3 0,1 1 4 16,0-3-2-16,-2 0 3 0,-1 1-4 0,-1-3-3 0,0 5 4 16,-1-1-2-16,1 4 6 0,0 2-5 0,2 3 0 15,7 3 0-15,-18 1 8 0,-4 2-6 0,-4 4 2 16,8 4-3-16,-10 3 1 0,0-14-16 0,-5 6-4 0,-9 12-5 15,-1 10-22-15,-6 16-55 0,-5 1-44 0,2 48-10 16,1 16-191-16</inkml:trace>
  <inkml:trace contextRef="#ctx0" brushRef="#br0" timeOffset="31023.32">20758 5233 122 0,'0'0'30'0,"0"0"29"0,0 0 2 0,0 0-2 0,0 0-8 15,0 0 4-15,0 0-11 0,0 0-2 0,0 0 12 16,-1 0-8-16,1 0 8 0,0 0-8 0,-2 0-8 15,2 0 3-15,0 0-3 0,-2 0-9 0,2 2 6 16,0 0-8-16,0 0 10 0,0 0-10 0,-2 0 4 0,2 0-6 16,-2-1 10-16,0 1-3 0,0 0-3 0,1 0 0 15,-1 0-4-15,0 0 1 0,0 0 3 0,0-1-1 16,0 1 11-16,0 0-1 0,1 0 1 0,-1 0-2 16,0 0-5-16,0-2-4 0,0 0 1 0,2 0-2 15,-2 0-6-15,2 0-4 0,-2 0-3 0,1 0 0 16,-1 0-3-16,2-2 0 0,-2 0-3 0,2 0 2 15,0 0-3-15,-2-1-2 0,2-3 5 0,-4-7-5 0,2-2-2 16,-1-2 4-16,1 1-4 0,0-1 5 0,0-2-4 16,2 5-5-16,-2-5 6 0,2 2-6 0,0 2 5 15,0-1-4-15,0 1 1 0,2 0-1 0,-2 0 5 0,0 2-3 16,0 0-2-16,0 2 0 0,2-2-1 0,0 2 2 16,0 2 1-16,-2 1 1 0,0 3-1 0,0 1-1 15,0 0 1-15,0 2-1 0,0 0 1 0,0 1-2 16,0-1 0-16,2-2 0 0,-1 0 4 0,1 1-5 15,0 1 2-15,0 0-3 0,0 0 4 0,0 0 4 16,0 0-1-16,-1 0 1 0,3 1-10 0,0-1 4 16,0 0-1-16,-1 0 3 0,-1 2 7 0,7-2-9 0,1 2 7 15,1-2-7-15,-2 2 0 0,0-2 10 0,4 1-10 16,-3-1 8-16,3 0-5 0,-2 0 1 0,0 0 5 16,0 0-4-16,0-1 1 0,0-1 2 0,1 2-3 15,-1-2 3-15,0 2-10 0,-2 1 6 0,2-3-5 16,0 2 6-16,-1 0-1 0,1 0-1 0,-2 0 1 15,0 1-1-15,-1 1 4 0,-4 0-3 0,3 0-3 0,-3 0 1 16,3 0 1-16,-1 0 4 0,-3 0-1 0,-1 0 0 16,2 0-9-16,0 0 7 0,-1 0 2 0,1 0 2 15,0 0 1-15,-2 0-13 0,0 0-6 0,-1 1-5 16,1 1-34-16,0-2-32 0,0 2-12 0,0-2-10 16,0 0-60-16,0 0-134 0</inkml:trace>
  <inkml:trace contextRef="#ctx0" brushRef="#br0" timeOffset="31335.92">21195 4483 811 0,'0'0'56'0,"-2"0"-3"0,0 0 2 16,-2 0 3-16,1 0-20 0,-12 0 18 0,9 0 11 15,-1 0-11-15,1 0 8 0,1 0-33 0,1 0-3 16,-2 0 4-16,3 0-4 0,1 0 5 0,-4 0-5 15,3 2-2-15,-1 0-2 0,0 0-7 0,2 2 11 0,0-1-8 16,1 1 8-16,-7 15-15 0,4-3 4 0,3 5-4 16,1-1 2-16,0-1-4 0,0 9 2 0,0-4 2 15,1 9-1-15,1-1-9 0,0-8 10 0,0 4-8 16,-2-6 9-16,0 2-7 0,0 0-7 0,0-2 3 16,0-3-5-16,-2 0 9 0,2-6-7 0,0 0 6 0,0-2-6 15,0-2 3-15,0 0-14 0,0-1-4 0,0-5-5 16,0 3-30-16,0-2-21 0,0-2-10 0,0-1-3 15,2 3-44-15,0 0-6 0,0-2-20 0,1 0 2 16,9-1-105-16</inkml:trace>
  <inkml:trace contextRef="#ctx0" brushRef="#br0" timeOffset="31615.55">21356 4509 284 0,'0'-2'53'0,"0"-1"55"0,0-10-1 15,0-10-1-15,-2 5-3 0,1 5 0 0,1 2-17 16,0 3-14-16,0 3-3 0,0 1-4 0,0-2-10 0,0 5 10 15,0-1-3-15,0 0 3 0,-2-2-12 0,0 0-17 16,0 3-1-16,0-1-5 0,0 0-10 0,0 0 4 16,1 2-5-16,-1 0 4 0,0 2-6 0,0 0-6 15,0 1 4-15,-2 10-6 0,1 10 2 0,-1 3-4 16,2 0 1-16,0-6 0 0,2 6 6 0,0-4-3 16,0 1-4-16,-2 8 1 0,2-3-3 0,-1 0 0 15,-1-2 3-15,0-4-3 0,0-1-1 0,-2-3 5 0,1 1-8 16,-1-2 6-16,2-1-13 0,-2-1 10 0,2 0-2 15,1-4 3-15,-1-2-15 0,2 1-39 0,0-3 5 16,0 0-21-16,0-3-30 0,0-2-49 0,2 2-10 16,-1-1-20-16,1-1-119 0</inkml:trace>
  <inkml:trace contextRef="#ctx0" brushRef="#br0" timeOffset="32062.35">21418 4611 335 0,'0'0'63'0,"-2"0"107"15,0 0-91-15,0 0 16 0,0 0-2 0,0 0 4 16,-1 0-13-16,-1 0-36 0,0 0 3 0,0 0-14 0,1 2-6 16,-1 0-5-16,2 0-2 0,0 0 0 0,0 0-5 15,1 0 1-15,-1-1 4 0,0 1-3 0,2 0-3 0,0 0 3 16,0 0-2-16,2 0 2 0,0 0 0 0,-1-1-5 16,3 1 0-16,7 0-2 0,10 2-1 0,-3-2-3 15,1-2 1-15,-2 0-3 0,3 0-8 0,-1-2 2 16,3 2 2-16,-4 0-1 0,1-2-1 0,-2 2 1 15,-2 0-3-15,-1 0 4 0,3 0 2 0,-4 0-5 16,0 0 6-16,-2 0-6 0,-1 0 5 0,-3 0 0 16,-1 0-3-16,-1 0 2 0,-1 0 1 0,0 0 10 15,-1 0-4-15,3 0 5 0,-1 0-8 0,1 0 2 0,1 0 3 16,-1 2-3-16,-4-2 5 0,3 2-6 0,1 1 3 16,-4-3-4-16,7 8 0 0,-7 5 7 0,9 2-9 15,-2 0 8-15,-3-2-11 0,0 3 2 0,-3-3 2 0,3 6-1 16,-4-4 2-16,0 0-4 0,-2 3 0 15,0-1-1-15,0 3 5 0,0 1-6 0,-2 1 4 0,0 2-5 16,0 0-4-16,-2 2 2 0,-1 2 1 0,1-2 2 16,0 4 5-16,-1-1-7 0,1-1 4 0,0-2-4 15,1-2 4-15,-1-3-1 0,0-3-5 0,2-1 3 16,2-4 4-16,0-2-1 0,0-1 3 0,0-9-3 16,0 1 3-16,0 0 2 0,0 0-1 0,0 0 0 15,0 0-11-15,0 1 4 0,0 1-5 0,0-2 2 0,0 0-39 16,0 0-28-16,0 0-10 0,0-2-7 0,2 0-59 15,0-2-134-15,0 0-72 0</inkml:trace>
  <inkml:trace contextRef="#ctx0" brushRef="#br0" timeOffset="32732.64">21349 4080 501 0,'-2'0'50'0,"-11"-3"67"16,-4-3-61-16,-1 1 3 0,-1-1-2 0,-7 0 5 15,0 1 21-15,0-1-26 0,4 3 9 0,-4-1-16 16,-2 0-6-16,2 2 4 0,-2 0-8 0,6 2 6 16,0 0-12-16,-1 0-4 0,3 2-2 0,0 2 1 15,1 2 1-15,2-1-7 0,1 3-3 0,1-1-2 16,0 2-13-16,0-1 3 0,2 14 4 0,2 8-2 0,2 3 0 16,5 4-8-16,-2 4-1 0,3 0-1 0,1 3-5 15,0 1 8-15,0 1-4 0,-22 1 5 0,11-1-9 0,5 1 6 16,5-1 2-16,3 2 0 0,0-5-4 0,0 0 4 15,2-6-3-15,-1-4 5 0,3-1-10 0,0-1 11 16,1 1-5-16,1-6 7 0,0 0-3 0,1 0-3 16,0-2 6-16,3-2-5 0,-1-1 7 0,0-4 3 15,2-1-4-15,1-1 4 0,-3 0-2 0,11-4-1 16,6 0 2-16,4-1-4 0,3-3-12 0,5-3 6 16,1 5-4-16,0-7 5 0,1 2 0 0,3-3-1 15,-2 22-1-15,-2-12 0 0,-2-7-6 0,-2-4-4 16,-1-2 5-16,-1-6-4 0,-5-1 3 0,-2-4 4 0,0-2 1 15,0 13 0-15,0-24 0 0,-4 2 6 0,2-4-7 16,-3 2 6-16,3-2-5 0,-2-1 9 0,1-1-6 16,-5-3 5-16,1-3-5 0,-3 1-3 0,-1-2 7 15,-2 2-7-15,-2 1 8 0,-3 5 2 0,-4-3-3 0,16-3 3 16,-11-1-3-16,-7 1 7 0,-2 2-5 0,-5-1 5 16,-3 3-5-16,-5-3 16 0,-2 1 0 0,-1 1 4 15,12-1 0-15,-22 3 0 0,-2 2 2 0,-4 0-1 16,3 4 2-16,-5 2-3 0,1 2-4 0,-6 5-2 15,-2 0-20-15,-7 8 7 0,-2 1-5 0,-4-20 5 16,-6 13-15-16,-1 9-18 0,-2 6-2 0,7 7-5 16,6 4-18-16,6 4-25 0,3 3-2 0,7-18-12 0,5 30-47 15,6 3-113-15,5 2-17 0</inkml:trace>
  <inkml:trace contextRef="#ctx0" brushRef="#br0" timeOffset="34577.78">19126 7434 751 0,'-1'0'2'0,"-1"0"15"0,0 0-16 0,0 0 11 16,0 0 10-16,0 0-1 0,0 0 19 0,1 0-4 0,-1 0-5 16,0 0 3-16,0 0-5 0,0 0-1 0,0 0-3 15,0 0 0-15,1 0-15 0,-1 0-3 0,0 0 6 16,0 0-5-16,0 0-5 0,0 0-2 0,0 0-4 15,2 1 3-15,0 1-2 0,0 0-49 0,0 0-24 0,0 0-25 16,0 0-242-16</inkml:trace>
  <inkml:trace contextRef="#ctx0" brushRef="#br0" timeOffset="35142.83">20729 7274 680 0,'0'0'20'0,"0"0"-1"0,0 0 37 15,0 0 1-15,-2 0 8 0,0 0 17 0,0 0-40 16,0 0-2-16,0-2-14 0,1 0-22 0,-1 2 3 16,0 0-1-16,2 0 1 0,0 0-2 0,0 0-3 15,-2 0-2-15,2 0-1 0,-2 0-13 0,0 0-158 16,2 0-63-16</inkml:trace>
  <inkml:trace contextRef="#ctx0" brushRef="#br0" timeOffset="35435.37">18813 7361 521 0,'-2'0'100'0,"0"0"227"0,-2 0-320 16,0 0-7-16,1 0-1 0,-1 0-2 0,2 0 0 16,0 0-3-16,0 0 1 0,2 0-1 0,0 0 5 0,2 0-15 15,0 0-5-15,4 0-4 0,25 2-9 0,1 0-72 16,1 0-28-16</inkml:trace>
  <inkml:trace contextRef="#ctx0" brushRef="#br0" timeOffset="35702.6">20727 7268 1022 0,'-2'0'68'0,"0"0"134"16,-2 0-162-16,3 0-19 0,-11 2 7 0,3-2-11 15,0 2 4-15,3-2-7 0,3 0-6 0,-1 0 2 0,0 0-7 16,0 0-36-16,3 2-19 0,-1 0-16 15,0-2-142-15</inkml:trace>
  <inkml:trace contextRef="#ctx0" brushRef="#br0" timeOffset="37654.54">19331 9872 256 0,'0'0'-11'0,"0"0"11"0,-2-2 8 0,0 0 3 15,0 0 18-15,0 0-3 0,0 0 19 0,-1 0-5 16,-1 1 10-16,-9-5 4 0,2 0-5 0,-2 1 1 16,0 1-6-16,0 0-9 0,0 3 13 0,-2-3 2 15,2 2 2-15,-4 0 1 0,-1 2-7 0,1 0-1 16,-3 2-2-16,-1 0-1 0,1 2-13 0,-8 5-1 0,2 0-3 15,2 2-6-15,-4 2 3 0,6 0-2 0,1 0 2 16,-3-9-10-16,4 18 1 0,-5 2 3 0,3 6-2 16,2-2-4-16,-1 2 7 0,5 3-10 0,1-3 10 15,4-1-9-15,-1-1 5 0,5 0-2 0,1-4 2 16,3 2-5-16,-14 0 4 0,6-2-1 0,5-1 0 16,4 1-3-16,2-2-4 0,0-1 3 0,4 3-2 15,0-2 4-15,3 0-1 0,3 2-4 0,1-3 2 0,0-3-6 16,-6 1 7-16,18-2 1 0,3-1 3 0,3 3 0 15,-3-2-3-15,6-3 4 0,0-1-4 0,3-1-1 0,-4-3-3 16,5-2 1-16,-7 1 1 0,-1-3 1 0,2 1-4 16,-4-4-2-16,0 14 1 0,2-3-1 0,0-5-1 15,0-4 1-15,3-4-1 0,1-2 2 0,1-4 0 16,2 1 0-16,-1-3 1 0,-1-3 1 0,-1 0 4 16,-1-2-8-16,-5 0 6 0,0-2-5 0,0 11 1 15,-5-24 9-15,-5 2-8 0,1-1 5 0,-9-9-3 16,5 3-4-16,-6-2 3 0,-3-2 2 0,-1 1-1 15,18 1 0-15,-12 0-1 0,-5-1 5 0,-4 3-1 0,-2 1-3 16,-7-3 1-16,-1 7-3 0,-4-1-1 0,-1 4 6 16,13 3-6-16,-19 2 4 0,-1 5 2 0,2-2-1 15,-4 4 2-15,-1 4 3 0,3 1-3 0,0 3 4 16,1 3-3-16,1 0-2 0,0-13-5 0,-1 6-6 0,1 5 2 16,-1 2-7-16,6 2-31 0,2 2-6 0,0 4-15 15,6-2-66-15,3 7-208 0</inkml:trace>
  <inkml:trace contextRef="#ctx0" brushRef="#br0" timeOffset="39378.68">23831 11717 113 0,'0'0'46'0,"-2"0"49"0,1 0-1 0,-1 0-8 16,0 0-10-16,-15-2 1 0,-3 0-27 0,-1 1 1 16,1 1 1-16,-2 0-3 0,-4 0-15 0,-2 0 6 15,0 1-1-15,0 3 3 0,-3 2 1 0,1-1-9 16,-2 3-2-16,1 1-1 0,5-2-7 0,0 1 1 15,2 1-1-15,1 0-1 0,1 3-15 0,3-1 1 16,3-10 2-16,1 16 0 0,2 2-1 0,-2 3-1 16,0-2-3-16,4 3 1 0,-2-1-5 0,4 0 6 15,-2 4-1-15,1 2 3 0,1-2-6 0,2 2 0 16,-1 0-3-16,3-2 3 0,-1 4-4 0,0-4 10 0,1 1-5 16,3 1 7-16,0 0-6 0,0 0-5 0,-16 0 2 15,7 2-2-15,3 1 12 0,4-1-11 0,3-2 5 16,1-1-7-16,1 1 1 0,3 0-1 0,2 0-2 0,1-2 1 15,2 0 1-15,1-2 3 0,3 2 1 0,2 2 1 16,-1 0-6-16,-1-4 4 0,2 0 0 0,-13-5 4 16,19 1 1-16,3 2-5 0,-2 1 1 0,6 1-2 15,-4-6-2-15,2 5 7 0,2-3-5 0,-4-3 6 16,2 1-9-16,-4-1 6 0,2-2 0 0,-1 2 2 16,1-1-8-16,-2 1 9 0,0-2-2 0,1 2 7 15,-1-3-6-15,0 3 0 0,4 0-6 0,-2 1 5 0,2-3-6 16,-3 4 0-16,1-2 1 0,0-3-1 0,0 1 5 15,0-2-4-15,2 0 7 0,4-3-6 0,1-1 3 16,3-4 2-16,1 1-4 0,2-2 3 0,4-2-11 0,6-1 4 16,-3 22-2-16,1-12 3 0,-3-7 1 0,-4-4-7 15,-1-4 3-15,0-2-5 0,-4-1 5 0,1-2 3 16,-3-3-5-16,1 1 5 0,-3-2-8 0,1 0 0 16,0-2 6-16,0-1-5 0,1-1 7 0,-3 0-4 15,2 1 2-15,-1-1-3 0,-1-2 3 0,0 3 2 16,0-1-1-16,-4 2 1 0,0 11 0 0,-3-16 2 15,-1-2-2-15,1-4 2 0,-3 2-3 0,-1-4 1 16,0 2 0-16,-3-2 3 0,5 6 5 0,-1 1-9 16,-3-3 4-16,2 4-6 0,-2-3 6 0,0-1-2 0,0 4-1 15,1-3 0-15,-3-3 4 0,-2 4-4 0,1 0 0 16,-5 1 0-16,0 1 2 0,-1 1 2 0,0-1 6 16,-3 1-4-16,3-1 3 0,9-2-6 0,-4-2-2 15,-4-1 0-15,-3 3 4 0,-4-2-2 0,0-2 3 0,-4 0-2 16,-1 0 2-16,-5-2 0 0,1 2 6 0,-4-2-3 15,-2-1 11-15,-1-1-8 0,-1 0-2 0,-2 1-1 16,3 3 3-16,14-2-1 0,-15 0-2 0,-2 2-2 16,-1-2-5-16,-6 0 8 0,0 2-3 0,0 2 2 15,-4-4-10-15,1 0 6 0,-3 2-2 0,-1 0 3 16,1 0-3-16,1 2-3 0,-3 0 4 0,3 0-4 0,-5 0 10 16,3 0-10-16,-2 0 4 0,-4 1-5 0,-2 3 6 15,-11-1 11-15,0 7 4 0,-10 1 0 0,-6 1-5 16,1 7 4-16,-2 1-13 0,2 2 10 0,6-26-13 15,5 19 1-15,1 7 4 0,3 8-3 0,2 5 3 0,-1 4-5 16,-2 3-2-16,-1 7-1 0,-4-18 0 0,3 32-4 16,3 7 1-16,0 5-2 0,7 2 0 0,4 10 0 15,8 4-1-15,7 8 0 0,3 4-6 0,5 1-19 16,3-2-6-16,8 0-9 0,5-5-53 0,-26-1-177 16</inkml:trace>
  <inkml:trace contextRef="#ctx0" brushRef="#br0" timeOffset="48520.58">20838 6130 256 0,'0'0'-50'0,"0"0"28"15,0 0-6-15,0 0-2 0,0 0 39 0,0 0-5 0,0 0 13 16,0 0-10-16,0 0 12 0,0 0-1 0,0 0 13 15,0 0 2-15,0 0 1 0,0 0 4 0,0 0-1 16,0 0 15-16,0 0-8 0,0 0 34 0,0 0-27 16,0 0 6-16,0 0-14 0,0 0-9 0,0 0-7 15,0 0-2-15,0 0 0 0,0 0 6 0,0 0 6 16,0 0-3-16,0 0 4 0,0 0-9 0,0 0-5 16,0 0 4-16,0 0-4 0,0 0-1 0,0 0 5 15,0 0-10-15,0 0 8 0,-2 0-12 0,2 0-1 0,0 0 2 16,0 0-3-16,0 0-1 0,0 0 1 0,0 0 0 15,0 0 0-15,0 0 1 0,0 0-3 0,0 0 5 16,0 0-5-16,0 0 2 0,0 0-2 0,0 0-3 0,0 0 2 16,0 0 2-16,2 0-1 0,0 0 1 0,0 0-1 15,2 0 2-15,-1 0-2 0,5 0-5 0,7-2 2 16,1 0-6-16,1 1-1 0,0-1 4 0,3 2-4 16,-1 0 6-16,3 0 3 0,2 0-3 0,-3 0 2 15,-1 0-4-15,-3 0 2 0,-2 0-4 0,-2 0 2 16,0 2-3-16,2-1 1 0,-4 1 3 0,-2 0-2 15,-2-2-1-15,-1 0 8 0,0 0-6 0,-5 0 6 16,3 0-2-16,-2 0-6 0,2 0 7 0,-1 0-8 0,1 0 10 16,0 0-11-16,-2 0 7 0,-1 0-8 0,1 0 1 15,4 0 8-15,1 0-9 0,-1 0 7 0,3 0-3 0,0 0-3 16,1 0 5-16,-3 0-6 0,1-2-11 0,1 0-53 16,0 1-11-16,4-3-21 0,-2 0-109 0</inkml:trace>
  <inkml:trace contextRef="#ctx0" brushRef="#br0" timeOffset="48924.39">21286 5867 845 0,'-2'0'16'0,"0"0"-2"0,0-2 32 0,0 0-3 0,0 0 9 15,1 0 17-15,-1 0-23 0,0 0 3 0,0 1-13 16,0-1-15-16,0 0-1 0,0 0-3 0,1 0 2 16,-1 0-4-16,0 0 2 0,2 1-1 0,0-1 1 15,0 0 0-15,0 0-3 0,0 0 0 0,0 2-1 16,0 0-2-16,0 0 2 0,0 2-3 0,0 0 2 16,0 0-2-16,0 1-6 0,0 10 4 0,2 6-6 0,1-2 4 15,1 3-1-15,2 2-2 0,-1-1 0 0,1 5-1 16,-2-2 4-16,-1-2-1 0,-1 2 0 0,0 6-6 15,2-6 4-15,-1 4 0 0,1 0 3 0,0-4-2 16,0 0-3-16,-3 0 1 0,3 2-2 0,0-5 0 0,-2-1 5 16,1 1-4-16,-1-7 6 0,0 3-2 0,0-2-6 15,0-6 3-15,-2-1-4 0,2-3 2 0,-2-3 5 16,0 0-4-16,0 0 4 0,2 2-14 0,-1-1-42 16,1-1-10-16,2 0-15 0,0 0-68 0,-2-2-109 15,9 0-44-15</inkml:trace>
  <inkml:trace contextRef="#ctx0" brushRef="#br0" timeOffset="49221.27">21514 5881 420 0,'0'0'59'16,"-2"0"104"-16,0-1-110 0,1-1 6 0,-1 0-4 0,0 0 6 15,0 0 1-15,0 0-9 0,0 0 4 0,0 1-8 16,1-1-16-16,-1 0 0 0,0 2-10 0,0 0 7 15,0 0-6-15,0 0-8 0,0 0 3 0,1 0-7 16,-1 2-10-16,0 0 9 0,0-1 0 0,0 3 3 16,-2 9-5-16,-1 8 8 0,-1 3-6 0,3 4 8 15,1 5-2-15,2-3-10 0,0 1 6 0,0 1-7 0,0-3 6 16,0 5 0-16,0-6-4 0,0-2 2 16,0-2-6-16,0 0-1 0,2 2 4 0,-1-6-4 0,-1-1-2 15,0-2 7-15,2-2-8 0,0-2 7 0,0 1-6 16,-2-6-1-16,0-1 5 0,0 1-5 0,0-5-1 0,0 3-27 15,0-4-19-15,0 0-5 0,2 1-83 0,0 1-63 16,0 0-27-16</inkml:trace>
  <inkml:trace contextRef="#ctx0" brushRef="#br0" timeOffset="49455.61">21542 6143 468 0,'0'0'72'0,"0"0"3"0,0 0 16 0,-2-2-10 15,0 0-8-15,0 1 19 0,1-1-20 0,-1 0 1 16,0 2-11-16,0 0-20 0,0 0-14 0,0 0-6 16,0 0-1-16,1 0-11 0,1 0 3 0,0 0 6 0,0 0-3 15,0 0 4-15,1 0-8 0,1 0 0 0,0 0-2 16,2 0 6-16,1 0-4 0,10 0-1 0,0 0-2 16,0 0-7-16,-4 0 1 0,0 0 5 0,0 0-4 15,-1 0-2-15,-1 0 9 0,0 0-11 0,1 0 8 16,-3 0-10-16,2 0-51 0,-1 0-8 0,-3 0-26 15,1 0-128-15</inkml:trace>
  <inkml:trace contextRef="#ctx0" brushRef="#br0" timeOffset="50064.25">21770 6164 277 0,'0'0'69'0,"0"0"-74"0,0 0 91 0,-1-2-41 16,-1 0 28-16,0 0-1 0,0-2-9 0,2 1 6 15,0-5-23-15,-2-3 1 0,0-2-4 0,0 2 1 16,2-2-18-16,0 2 8 0,0 5 2 0,0 1 3 16,0 1 5-16,0 2-6 0,0 0-5 0,0 0 2 0,0-1-7 15,0-1 3-15,0 0-1 0,0 2 0 0,0 1-13 16,0 1-7-16,0 0 3 0,0 1-4 0,0 1 1 15,0 0-5-15,0 2 2 0,-1 11-2 0,-1 1 5 0,0-3-4 16,2-5 2-16,-2 3-2 0,2-6 0 0,0 1 5 16,0 0-5-16,0-5 6 0,0 3-1 0,0 0 9 15,0 0-5-15,0-3 5 0,0 1-3 0,0-2 2 16,0 0 2-16,2-2-2 0,0 1 0 0,0-3-9 16,1-9-1-16,1-6-3 0,-2 4-1 0,0 2 4 15,0 4-4-15,-2 4 2 0,0-1-6 0,0 4 8 16,0-1-3-16,0-1 4 0,0 0-13 0,0 2-1 15,0 0 4-15,0 2-2 0,0 0 9 0,0 2-9 16,0 0 2-16,0 2-4 0,0 9 5 0,1 3 0 0,1 1 2 16,0-8-2-16,0 1 3 0,2 1-3 0,-2-4-2 15,-1-1 1-15,3-1-1 0,-4-3 7 0,6 0-1 16,-3 0 3-16,1 2-2 0,0-1-2 0,0-1 7 16,-1 0-5-16,1 0 8 0,-2 0-16 0,0-2-11 0,-1 0-5 15,1 0-63-15,-2 0-88 0,0 0-35 0,0 0-39 16,-2-2-342-16</inkml:trace>
  <inkml:trace contextRef="#ctx0" brushRef="#br0" timeOffset="50435.68">20840 6204 594 0,'0'0'19'0,"0"0"-1"0,-2 0 38 0,0 0 0 16,1 0 9-16,-1 0 25 0,0-1-22 0,0-1 4 0,0 0-10 16,0 0 0-16,0 0-16 0,1 0 2 0,-1 0-8 15,0 1-6-15,0-1-9 0,0 0-2 0,0 0-2 16,0 0-17-16,1 0-2 0,-1 0 0 0,0 1 0 16,0-1-2-16,2 2 3 0,0 0-4 0,0 0 1 15,0 0-18-15,2 0-56 0,0 0-3 0,0 0-25 16,-1 0-71-16</inkml:trace>
  <inkml:trace contextRef="#ctx0" brushRef="#br0" timeOffset="50641.25">21876 6281 983 0,'-2'0'80'0,"0"-2"168"0,-1 0-226 0,-1 0-11 0,0 2-1 15,1 0-3-15,1 0 0 0,0 0-9 0,0 0 0 16,-2-2-4-16,1 0 1 0,-1 0-22 0,2 1-12 16,0-1-8-16,0 2-73 0,0 0-223 0</inkml:trace>
  <inkml:trace contextRef="#ctx0" brushRef="#br0" timeOffset="50886.31">20864 6318 939 0,'-2'0'31'0,"1"0"5"15,-1-2 3-15,-2 0-12 0,0 0 0 0,1 0 4 0,-1 0 8 16,0 1-7-16,2-1 4 0,0 0-30 0,1 0-4 16,-1 0-3-16,0 0 0 0,0 0-6 0,2 1-32 15,0 1-6-15,0 0-18 0,2 0-102 0</inkml:trace>
  <inkml:trace contextRef="#ctx0" brushRef="#br0" timeOffset="51032.31">22077 6062 1094 0,'-2'0'-4'0,"0"0"1"0,-2 0-35 0,1 0-1 0,-7 1-12 15,3 1-32-15,1 0-231 0</inkml:trace>
  <inkml:trace contextRef="#ctx0" brushRef="#br0" timeOffset="53297.49">25549 9847 13 0,'0'0'0'0,"0"0"9"0,0-1 105 16,0-1-18-16,0 0 10 0,0 0-38 0,-2 0-12 0,0-2-20 15,0 1 2-15,2 1-4 0,-3-7 4 0,-3-3-2 16,0 3 0-16,1 0-1 0,-1-2 0 0,1 1 0 15,-1 1-2-15,-1-4 1 0,-3 0-8 0,3 0-9 16,1 4 4-16,1 0-5 0,-3-1-2 0,3 3-5 16,-3-2-2-16,7 5 1 0,-5-2 2 0,0 4-5 15,1 1 1-15,-1-3-2 0,1 2 0 0,-1-2-1 16,1 2-2-16,-1-1 0 0,-1-3-3 0,-3-1 2 16,-1-1 4-16,2 3 0 0,-4-3 1 0,4 3-3 0,-3-1 0 15,-2-1 2-15,2 1 1 0,-2 1 1 0,1-1-4 16,-2 0 4-16,-6-1-6 0,5 1 6 0,-5 3-3 15,3-1 4-15,-3 0-7 0,-1 1 8 0,1 1-5 16,-1 0 6-16,0 2-7 0,0 0 3 0,-3 0-2 16,3 0 1-16,2 0-7 0,1 0 3 0,1 0 2 0,1 0 2 15,0 0 4-15,1 0-5 0,3 2-2 0,-2 1 0 16,0 1-1-16,0 2-4 0,0-1 6 0,2 1-3 16,-2 1 4-16,0 1 2 0,-1 1-7 0,1 0 4 15,-2 1-4-15,2-1 5 0,0-5 0 0,1 9 2 16,-3 1-1-16,2-4-6 0,-4 1 5 0,3 2-5 15,-1-4 9-15,2 4-8 0,2 0 2 0,-4 0-2 0,-1 4 2 16,3-2 2-16,-5 0-1 0,5 3 2 0,2-1 0 16,-6 1 2-16,6 1-2 0,-2 1 2 0,4 3-6 0,2 1-1 15,1-2 1-15,-1 4 0 0,5 0 5 0,1 2-7 16,-5 2 3-16,5-1-4 0,-5 1 2 0,4 3 1 16,3 1-2-16,-3 1 2 0,-18 2 0 0,9-3 0 15,5 3 1-15,3-4-1 0,1 4 0 0,2 1 0 16,2-5 0-16,0 0 2 0,0-3-1 0,0 2 2 15,2-3-3-15,2-1 3 0,-1 2 1 0,3-2-5 16,0 0 0-16,1 1-2 0,2 1 6 0,4 2-3 16,0-1 0-16,2 3-3 0,-2 1 3 0,0-4 0 15,2 5 7-15,2-3-5 0,-1 1-1 0,-1-5 6 0,4 5-6 16,-3-5 6-16,-1-3-9 0,2 6 13 0,-2-8-4 16,2 0 7-16,-16 0-13 0,16-5 4 0,2 1 0 15,-1-3 2-15,3-2 3 0,1 0-3 0,-2-2-1 16,5 2 0-16,1-2 9 0,0 1-11 0,3-2 9 15,5-1-11-15,-1-2 9 0,4 0-7 0,-1-1 1 0,-1-1-2 16,0 1 5-16,2-3-3 0,-3-1 2 0,-1 0-2 16,-1 14 2-16,-5-7-3 0,3-3 2 0,-4-6-1 15,6-2 4-15,-3-4 1 0,7-7 5 0,-1-4-3 16,2-7 6-16,0 12-8 0,2-23-3 0,0-2-1 16,2 1-5-16,0 1 2 0,0-3 1 0,-4 1 1 15,4 4 3-15,-6-8-4 0,-3 3-4 0,-1-1 2 0,-3-4-1 16,-2 2-1-16,2-1 5 0,-8 1-5 0,-3 0 3 15,3 0 6-15,-7 0-4 0,2 0 4 0,-4-2-8 0,-7-2 3 16,-2 0-1-16,22-3 2 0,-13-1 5 0,-9-8-5 16,-6-5 0-16,-9-5-2 0,-1-5 8 0,-5-1-1 15,-3 1-2-15,-2 1 0 0,-2 8 1 0,-2-1 3 16,2 5 0-16,2 3 0 0,22 4-3 0,-35 4 32 16,-1 3-3-16,-1 4 11 0,8 4-23 0,-3 5-13 15,3 9-3-15,1 5-3 0,1 3-15 0,-3 3-25 16,-1 3-2-16,-1-13-17 0,1 8-117 0</inkml:trace>
  <inkml:trace contextRef="#ctx0" brushRef="#br0" timeOffset="62586.61">8699 8145 471 0,'0'0'1'15,"-2"0"9"-15,0 0 8 0,-1 0-2 0,1 0 6 0,-11 0-8 16,0 2 6-16,2-1 12 0,1 1-5 0,1 0 17 16,2 0-15-16,-1 0 2 0,4 0-6 0,1 0-3 0,-1-1-6 15,2-1 4-15,-2 2-3 0,1 0 11 0,-1 0 7 16,0 0-2-16,1 0 6 0,1 0 7 0,0-1-15 15,0 1 1-15,0-2-6 0,0 0 0 0,0 0-6 16,1 0 6-16,-3 0-6 0,2 0 6 0,0 0-6 16,0 0-1-16,0 0 0 0,1 0 3 0,-1 0 0 15,0 0-2-15,0 0 1 0,0 0-5 0,0 0 2 16,0 0-2-16,1 0 1 0,-1 0-3 0,0 0 0 16,0 0-2-16,0 0 0 0,0 0-6 0,2 0 7 0,0 2-4 15,0 0 2-15,0 0-12 0,0 0 1 0,0 0 1 16,0-1 1-16,2 1 2 0,0 0 0 0,0 0-1 15,2 0 0-15,5 3 2 0,11 5-6 0,1-1 5 16,5 2-5-16,3-2 7 0,9 1-4 0,6-1 2 16,4-2-2-16,3-1 0 0,2 0-1 0,-1 1-3 0,2 0 2 15,-2 1 4-15,0-1-4 0,-2 1 2 0,-1-1-2 16,-1 1-3-16,0 1 0 0,6 0 1 0,2 2 0 16,1-1 2-16,10 1 3 0,2 0-5 0,0-4 2 15,1 3 0-15,-9-5 1 0,-3-1 2 0,-1 0-3 16,-1-3 2-16,0-1 4 0,5 0-6 0,6-3 4 15,4-1-1-15,5-2-3 0,2 3 2 0,-2-3-4 0,-6 2 4 16,-3 1-1-16,-6-1 6 0,-3 2-6 0,-2 0 0 16,-4 2 4-16,2 0-5 0,-1 0 3 0,1 0-3 15,2 0 0-15,0 2 0 0,-4 0-1 0,-4 2 1 0,-9-1 2 16,-2 1 4-16,-7 0-1 0,-6 0 1 0,0-1 0 16,-5 1-4-16,-6-2 2 0,3 2-4 0,-8-3 1 15,3 1 3-15,0 0-2 0,-2 0-2 0,1 0 5 16,-1 0-4-16,0 0 6 0,0-1-5 0,1-1 3 15,-1 0-4-15,0 0 2 0,-1 0-7 0,-1 0 4 16,1 0 4-16,1 0 0 0,-2 0 5 0,1 0-8 0,-1 0 4 16,1 0-4-16,-3 0 11 0,3 0-4 0,-3 0 3 15,1 0-4-15,-1 0-2 0,1 0 10 0,-2 0-9 16,-1 0 10-16,1 0-10 0,-2 0-2 0,0 0 4 16,0 0-4-16,1-1 0 0,1-1-1 0,0 0 2 15,-1 2-2-15,1 0-2 0,-2-2 2 0,0 2-3 0,0 0 2 16,0 0-2-16,-1 0-6 0,1 0-22 0,0 0 0 15,0-2-118-15,0 0-146 0</inkml:trace>
  <inkml:trace contextRef="#ctx0" brushRef="#br0" timeOffset="68623.66">28029 6734 4 0,'0'0'0'15,"0"0"15"-15,0 0-3 0,0 0 1 0,0 0 3 0,0 0-12 16,0 0 5-16,0 0 1 0,-1 0 4 0,-1 0-3 15,0 0-8-15,-2 0 19 0,0 0-2 0,1 0 12 16,1 0 17-16,-2 0-10 0,0 0-5 0,-1 0-2 16,1 0-19-16,0 0 1 0,-1 0-5 0,-1 0 4 15,-1 0 5-15,3 0 3 0,-3-2 5 0,1 2-5 16,2 0-9-16,-3 0-5 0,0 0 0 0,-1 0 0 0,1 0 1 16,-1 0 3-16,-1-2-2 0,0 0 2 0,-2 0-4 15,3 2-1-15,-1 0 3 0,1 0-1 0,1 0 8 16,0 0-4-16,-1 0-2 0,1 0 0 0,1 0-9 0,-1 0 13 15,-1 0-4-15,1 0 7 0,-1 0-10 0,-1 0 10 16,2 0-7-16,-3 0 6 0,5 0-11 0,-1 0 9 16,1 0-2-16,3 0 4 0,0 0-8 0,-2 0 5 15,2 0-6-15,1 0 3 0,-5 0-10 0,2 0 9 16,1 0-2-16,-1 0 5 0,0 0-12 0,2 0-1 16,0 0 2-16,1 0-1 0,-1 0 5 0,0 0-7 15,0 0 2-15,0 0-2 0,0 0 9 0,0 0-11 16,1 0 4-16,-1 0-4 0,0 0 10 0,0 0-3 0,2 0-2 15,0 0 1-15,0 0-8 0,0 0 7 0,0 0 1 16,0 0 4-16,0 0 0 0,0 0-3 0,0 0-4 16,0 0 1-16,0 0 2 0,0 0-1 0,0 0 2 15,0 0-4-15,0 0-7 0,0 0 14 0,2 0-5 16,0 0 7-16,0 2-17 0,-1 0 11 0,1 0-2 0,0 0 4 16,0-1-9-16,0 1 4 0,2 0-1 0,-1 0 3 15,1 0 3-15,0 0 0 0,-1 0-4 0,1-1 1 16,0-1-1-16,3 2 1 0,3 0-1 0,-1 0 1 15,0 0-10-15,0-2 12 0,1 0 1 0,-3 0 3 16,2 0-13-16,1 0 6 0,-3 0-2 0,1 0 5 16,1 0-3-16,-4 0-1 0,5 0 5 0,-3 0-3 0,1 0-1 15,1 0 5-15,-2 0-10 0,4 0 8 0,-1 0-2 16,1 0-2-16,4 2 4 0,0 0-4 0,1-2 8 0,3 1-7 16,-1 1 3-16,1 0-5 0,3 0 0 0,-3 0 6 15,1-2-5-15,6 2 6 0,-3-2-7 0,1 2 2 16,3-1-3-16,-4 1 2 0,5 0-3 0,1 0 3 15,-5-2 5-15,2 0-1 0,-1 0 7 0,-1 0-10 16,2 0 2-16,-2 0-3 0,0 0-4 0,-4 0 8 16,3 0-9-16,-5 0 8 0,5 0-9 0,-3 0 6 15,-1 0 1-15,1 0 1 0,0 2 7 0,-1 0-10 16,1 0 7-16,5-1-8 0,-1 1 4 0,-2 2 2 16,4 0-5-16,-4-2 3 0,2-1-8 0,4 1 7 15,-4-2-1-15,4 0 2 0,-4 0 1 0,4 2-2 0,2-2 2 16,0 0-2-16,-1 0-3 0,-1 0 7 0,2-2-4 15,-4 0 5-15,4 1-10 0,-4-1 8 0,-4 2-5 16,0 0 6-16,-3 0-9 0,-1 0 3 0,1 0 2 0,-1 0 0 16,1 0 7-16,0 0-11 0,-1 0 7 0,3 0-7 15,-1-2 7-15,0 0-3 0,3 2 1 0,-1 0-1 16,2 0-3-16,0 0 8 0,4-2-6 0,0 2 6 16,-2 0-11-16,4-2 6 0,-4 2-3 0,-4 0 5 15,2 0-1-15,2 0 1 0,2 0-3 0,-2 0 1 16,-4 0-8-16,0 0 8 0,-1 0 3 0,1 0 0 15,0 0 0-15,-3 2 1 0,-2-2-9 0,-1 2 5 0,-1 0 0 16,-2-2-1-16,2 2 4 0,0 0-3 0,2-1 3 16,-1 1-7-16,1 0 4 0,4 0-4 0,-1 0 5 15,0 0 7-15,4 0-7 0,2-2 7 0,0 0-12 16,2 0 10-16,4 0-5 0,3 0 7 0,2-2-1 0,8 0-5 16,1 0 7-16,3-2-7 0,-1 1 11 0,-5 1-5 15,3 0 5-15,-5 0-5 0,-4 2-1 0,-2 0 0 16,-5 0-6-16,-4 0 3 0,-2 0-4 0,-7 0 1 15,-4 2 2-15,-2 0 0 0,-2 0 1 0,-3-2-1 16,-1 1 2-16,-3-1-2 0,2 0 1 0,0 2-5 16,-1 0 1-16,1 0-2 0,0 0 5 0,-2 0-3 0,-1 0-6 15,1-1 0-15,0 1-19 0,0 0-26 0,-2 0-48 16,0 0-10-16,0 0-309 0</inkml:trace>
  <inkml:trace contextRef="#ctx0" brushRef="#br0" timeOffset="69549.48">27612 6860 408 0,'-2'0'29'0,"0"0"-2"0,0 0 14 0,0 0 3 16,-2 0-6-16,1 0 10 0,-1 0-3 0,-5-2-1 0,-2 0-2 16,-1 0-12-16,7 2-6 0,-3-2 2 0,5 2-3 15,-1 0-7-15,0 0-8 0,1-1-4 0,-1 1 2 16,0 0 0-16,1 0-3 0,-1 0 4 0,0 0-4 15,2 1 1-15,0 1 2 0,1 0-6 0,-1 0 5 16,0 2-3-16,0-1 7 0,-7 14-3 0,-1 2 3 16,1 3-3-16,2 4-6 0,3-6 0 0,-2 5-3 0,1-1 3 15,1 2 7-15,0 3-6 0,3 1 5 0,-1 2-9 16,2-1 2-16,0 3 4 0,3-3-1 0,1 3 6 16,-2-3-6-16,2 3-2 0,-1-1-1 0,1 0-3 0,2 3 7 15,1-1 0-15,1 0 2 0,-1-1-4 0,0-1 3 16,1 2-3-16,-4-5 1 0,-1 2-4 0,1-1 6 15,0 1-2-15,-1-2 3 0,3-4-7 0,-2-2 2 16,-1-2 3-16,1 0 0 0,0 4 2 0,-1-7 2 16,-1-2-3-16,0-3 2 0,-2-4 2 0,0 3-1 15,0-8-2-15,0 3 0 0,0-1-4 0,0-1 3 16,2 1 4-16,-2-3-2 0,0-1-1 0,0-1 6 16,0 2-4-16,0-2 4 0,2 2-2 0,0-1-3 15,0 1 0-15,-1 0-1 0,1-1 4 0,0-1-2 0,0 0 2 16,2 0-2-16,-2-2 0 0,12 7 6 0,5-1-9 15,1 0 6-15,3-3-15 0,3-1 3 0,3 0 6 16,5 0-2-16,3 0 0 0,4 0 3 0,5-2-4 16,8 1 4-16,6 1-5 0,6-2 2 0,9 0-4 0,1 0 4 15,-2-2-1-15,-2-3 3 0,3-1 4 0,-3 1-3 16,8-1-2-16,5 2-3 0,8 3-2 0,6-1 1 16,-1 0 4-16,-1 0 1 0,-6 0 2 0,-8-2-1 15,-3 3-4-15,2-1 4 0,9 2-2 0,1 2 3 16,-1 1-2-16,-3 3-4 0,-12-4-2 0,-6-2 0 15,1 0 2-15,-6 0 0 0,0 2 7 0,4 1-4 16,9 1-3-16,-6-2 6 0,2 0-8 0,-3 0 8 0,-14-2-6 16,5 0 1-16,-3 0 3 0,-7 0-2 0,-2 0-2 15,-3 0 5-15,-5 0-3 0,1 0 5 0,-2 1-6 16,0 1 1-16,-6 0-2 0,-3-2 1 0,1 0 7 0,-5 0-5 16,-8 0 1-16,-1 0-4 0,-8 0-7 0,-5 0 0 15,5 0-11-15,-8 0-4 0,1 0-114 0,0 0-224 16</inkml:trace>
  <inkml:trace contextRef="#ctx0" brushRef="#br0" timeOffset="70184.56">30172 6719 362 0,'0'0'10'0,"0"0"29"0,0-2-42 16,0 0 14-16,0 0-5 0,0 0 9 0,0 1 9 0,2-1 0 16,0 0 3-16,0 2-5 0,1 0-7 0,1 0 3 15,13 0 0-15,1 2 0 0,12 1-3 0,7 3-5 16,0 1 0-16,4 1 1 0,7 1 11 0,3 0-6 16,4 2 3-16,10-1-4 0,-7-1 2 0,1-2 0 15,1-1-1-15,-3 0 0 0,3-3 5 0,1-1-13 16,-4 0 7-16,5-2-9 0,-1 0 13 0,-2 0-12 15,-1 0 3-15,-13 0-6 0,-5 0-4 0,-8 0 2 0,-10 0 2 16,-3 0 1-16,-8 0-2 0,-4 0 5 0,-5 0-7 16,0 0 7-16,2 2 3 0,-1 0-3 0,-1 0 7 15,0-1-5-15,0 1 10 0,-2 2-1 0,0-2 1 16,0 11 0-16,0-2 4 0,-2 2-6 0,-2 2-4 16,1 3 0-16,-1 3 1 0,0-8-1 0,1 5-3 0,-1 1 0 15,2-2-7-15,0 7-4 0,0-2 7 0,0 0-7 16,2 4 2-16,-1 2 1 0,-1 2-2 0,0 2 2 15,2 3 0-15,0-2-4 0,0 1-2 0,0 3 0 16,0-2 4-16,0 6-1 0,0 2 5 0,-2 1-5 16,-4 3 1-16,1-3 1 0,-1 4-4 0,-1-3 3 0,1-2 1 15,1-1 6-15,-1-8-3 0,1-6 3 16,-1-4-11-16,1-6 3 0,1-1 0 0,0 0 3 0,2-4 3 16,0 0 2-16,2-4-3 0,0-5 2 0,0 3-9 15,0-3-5-15,0 0-51 0,0-2-9 0,2 1-408 0</inkml:trace>
  <inkml:trace contextRef="#ctx0" brushRef="#br0" timeOffset="70781.16">29051 6823 273 0,'0'0'16'0,"-2"0"-3"0,0-2 3 16,0 0 3-16,0 0-5 0,0 0 17 0,0 0 37 15,1 1-11-15,-1-1 17 0,0 0-31 0,0 0-3 16,0 0-6-16,0 0 1 0,0 0-11 0,1 1 1 16,-1-1-4-16,2 0 1 0,0 0-9 0,0 0 17 0,-2 2 1 15,2 0 6-15,0 0 9 0,0 0-11 0,0 0 4 16,0 0-7-16,0 0-4 0,0 0-11 0,0 2 3 16,0 0-5-16,0 0 3 0,0 0-8 0,0-1 4 15,0 1-5-15,0 0-3 0,0 19 0 0,2 6-2 16,1 11 2-16,1 4 0 0,2 8-1 0,1 4-4 15,1 0 3-15,1 4-7 0,2-3 9 0,-4-1-6 0,1-4 6 16,1 0-13-16,-1 1 13 0,1 1-1 0,0 0 5 16,-1-2-9-16,1 2-2 0,0-6 2 0,0-3-1 15,-1-4 4-15,-1-8-1 0,3 5 0 0,-3-5 0 16,2 1 3-16,-3-6-4 0,-1-8 7 0,-1-1-6 16,0-2 7-16,0-4-10 0,-1 0 0 0,-1-3-3 15,0-3-12-15,0 1-170 0,-2-3-71 0</inkml:trace>
  <inkml:trace contextRef="#ctx0" brushRef="#br0" timeOffset="71117.62">30163 6689 217 0,'0'0'62'0,"0"0"-71"0,0 0 70 16,0 0-33-16,-2-2 3 0,0 2 23 0,0 0-1 15,0 0 7-15,0 0-11 0,1 0-10 0,-1 0 2 16,0 2-4-16,0 0 3 0,2 0 2 0,-15 24 5 0,4 3 0 16,2 10 10-16,1 8-20 0,5 3 3 0,1 6-8 15,2 1 1-15,3 5 1 0,3-7-2 0,0-5 3 16,-1 1 9-16,1-9-13 0,3 3 5 0,-2-6-10 15,3 0-12-15,-3-6-6 0,1 1 3 0,-1-3-3 16,0-1-5-16,-1-6 1 0,0 0-6 0,-3-7 5 16,-1-2 3-16,0-2-21 0,-2-8-21 0,0 3-16 0,0-6-201 15</inkml:trace>
  <inkml:trace contextRef="#ctx0" brushRef="#br0" timeOffset="72023.56">29415 6784 80 0,'0'0'26'0,"0"0"6"0,0 0 35 0,0 0-3 15,0-2 20-15,0 0 11 0,0 0-10 0,0 0 9 16,0 0-11-16,0 1-9 0,0-1-2 0,0 0-6 16,0 0-18-16,0 0 1 0,1 0-2 0,1 0 2 15,0 1-2-15,0-1-7 0,0 0 3 0,0 0-6 16,0 0-12-16,-1 0-7 0,1 0 3 0,0-1-3 15,0-1 8-15,0-3-14 0,1-8 3 0,1-4-6 0,-4 1 10 16,0-6-8-16,-2-1 4 0,-1-2-5 0,-1-3 6 16,0 0-3-16,-1-3-4 0,-1-3 2 0,-1 1-5 15,1-6 2-15,1 0 2 0,-3-3-2 0,3-4 2 16,-1 1 2-16,0 3 0 0,3 8 1 0,-1-1-6 0,0 6 1 16,1 1-5-16,-1 0 4 0,2 6-3 0,0 6 5 15,0-1-2-15,2 6 1 0,0 0-6 0,0 6 1 16,0-1 0-16,0 4 0 0,0-1 3 0,0 3 0 15,0 0-3-15,0-2 2 0,0 1-5 0,0-1 0 16,0 2 0-16,0 0-1 0,0 0-6 0,-2 1 7 16,1-1-3-16,-1 0 3 0,0 0 3 0,0 2-4 15,0 0 3-15,0 0-3 0,0 0 8 0,1 0-5 0,-1 0 0 16,0 0-2-16,0 0 3 0,0-2 0 0,0 0-4 16,0 0 2-16,1 1-4 0,-1-1 3 0,2 0 0 15,0-2 0-15,0 2 0 0,2-9 0 0,-1 0 2 16,1 0-2-16,0 2-3 0,2-3 5 0,0 1-2 15,-1 2 3-15,-1 0 6 0,0-1-8 0,0 3 0 0,0 1-3 16,-2 1-2-16,2-3 4 0,-2 3 3 0,0 1 0 16,0-1-3-16,0 1-3 0,0 0 0 0,0 2 1 15,0 0 9-15,0-1-11 0,-2-1 4 0,0 0-8 16,0 2 1-16,0 1 8 0,0-1-7 0,0 0 6 16,1 2-7-16,-1 0 4 0,0 0 2 0,0 2 0 15,0 0 2-15,0-1-1 0,0 3 0 0,2-2 0 0,-1 9-1 16,-1-2 1-16,2-1 1 0,0 1 0 0,0-1-1 15,0-3 2-15,0-1-2 0,0 0 4 0,2-1-4 16,-1 1-2-16,3 0 0 0,0-1 1 0,1 1 4 16,7 2-1-16,1-3 4 0,1-1-3 0,-1-2 0 0,0 0 1 15,-1-2 0-15,-5 1 1 0,2-3 3 0,-5 2 1 16,-2 2-3-16,0-4 1 0,5-7-6 0,-1 2 1 16,-3 0 0-16,-3 1-1 0,0 1-1 0,0 1 3 15,-2 2-1-15,2 3 1 0,-11-9-5 0,-7 1 10 16,-4 2-5-16,3 5 7 0,-1 2-5 0,5 2-1 15,0 1 2-15,6 1-3 0,-1 0 4 0,5-2-5 16,1-1 1-16,0 3-3 0,1 2-4 0,-3 3 8 16,4-2-6-16,0 1 5 0,2 1-3 0,0-1-6 15,2-3 3-15,2 3-7 0,0-1-11 0,-1-1-126 0,10 1-18 16,6-1-63-16,-2 1-309 0</inkml:trace>
  <inkml:trace contextRef="#ctx0" brushRef="#br0" timeOffset="72879.33">26869 7367 96 0,'0'0'33'0,"-2"0"22"0,0 0 29 0,-1 0-13 16,-1-2-6-16,-4 0-2 0,-5-2-20 0,2 1-3 0,0 1 1 15,-2-2-2-15,0 2-4 0,-2-1-10 0,2 1 3 16,4 0-5-16,-2 0 0 0,3 2 7 0,-3-2-2 15,6 2 5-15,-3 0 0 0,5 0-7 0,-1 0 2 16,0 0-5-16,0 0-10 0,1 0 18 0,1 0-13 0,0 0 16 16,0 0 11-16,2 0 40 0,0 0-3 0,2 0 9 15,2 0-39-15,12-4-3 0,18-1-6 0,5-3 3 16,4-1-17-16,1 2-5 0,6-3-7 0,4 5 2 16,-6-1-17-16,-1 4 3 0,1 2 1 0,-9 0 0 15,-2 0 0-15,2 0-6 0,-9 0 4 0,1 2-4 16,-5 0 11-16,-5 0-6 0,-4 0 0 0,-3 0-1 0,-1 0 3 15,-9-2-2-15,5 1-2 0,-5 1 0 0,0 0 0 16,-2 0-7-16,0 0-1 0,-1 0-5 0,1 0-26 0,-2-1-54 16,-2 1-8-16,-1 0-19 0,-21 7-69 0,-8 3-112 15</inkml:trace>
  <inkml:trace contextRef="#ctx0" brushRef="#br0" timeOffset="73190.97">26628 7293 231 0,'-2'0'52'0,"0"0"6"0,0-2 0 0,-2 0-24 15,-3 0 2-15,-14-5-5 0,3 1 2 0,-1 0 7 16,3 3-5-16,-1 1 10 0,-5 2-10 0,1 0-7 16,-3 4-1-16,2 1-14 0,3 3 12 0,-5 3 2 15,4 0 1-15,-3 2 1 0,5 0 16 0,1-2-2 0,2 0 7 16,2-2 2-16,4-7-14 0,3 7 7 0,3-1-9 15,-3-1 13-15,4-3 14 0,0 0 4 0,2-2 4 16,-1 1 17-16,1 1-26 0,0-2-6 0,1 0-8 16,1 0-25-16,8-2-5 0,10-2 5 0,2-4-6 15,-1-1-6-15,-5 1 5 0,-1-1-4 0,-6 1 5 16,-1 2 1-16,-6 4-7 0,1-3-2 0,1-1-2 16,-2 0-3-16,0 1-2 0,0-1-1 0,-2 0-2 0,0 1-20 15,0 1-19-15,0 0-22 0,0 0-5 0,0 2-120 16,0 0-147-16</inkml:trace>
  <inkml:trace contextRef="#ctx0" brushRef="#br0" timeOffset="74081.39">31171 7265 296 0,'-2'0'28'0,"0"0"-20"0,0 0 42 15,1 0-15-15,-1 0 24 0,0 0 2 0,0 0-7 16,0 0 3-16,0 0-30 0,0 0-1 0,1 0 1 0,-1 0 2 16,2 0 10-16,0 0-11 0,2 0 1 0,-1 0-3 15,1 0 5-15,21-4 5 0,4 2 4 0,-1 2 0 16,4 0 12-16,5 0-6 0,1 0 0 0,3 0-1 16,-2 0 2-16,2-2-19 0,2 2 2 0,-1 0-9 15,1-2-9-15,2 1 4 0,-2-1 1 0,0 0 0 16,0 2-10-16,1 0 6 0,1-2-2 0,-2-2 3 0,-4 1-5 15,-4-1-1-15,-3 0 5 0,0 0-2 0,-2-1 9 16,1 1-4-16,-6 0-5 0,-3 3 1 0,-1-1-6 16,-5 2 1-16,-1-2-2 0,-1 2 2 0,-5 0-5 0,-3 0 5 15,-1 0-4-15,1 0 4 0,0 0-1 0,0 0 2 16,-1 0 1-16,-1 0-2 0,0-2-5 0,0 0 4 16,0 0-1-16,0 0 3 0,-1 1-8 0,-1-1 1 15,0 0-2-15,0 0 2 0,0 0-1 0,0 0 3 16,0-1 1-16,0-1 0 0,0 0-2 0,-1 0-5 15,-1 3 3-15,0-1-4 0,0 0 1 0,0 0-1 16,0 0-1-16,0 0 1 0,-1 2 4 0,-1 0 3 16,0 2-3-16,2-2 0 0,-1 2-5 0,-3 0 1 0,2 2 5 15,1-1-2-15,1 1 1 0,-2 3 6 0,2 1-6 16,2-3 6-16,0-1 2 0,0 0 39 0,2 0-9 16,0-1 17-16,2-1-18 0,-1 0-14 0,3 0-2 15,0-2-4-15,1 0-12 0,-5 0 4 0,0 0-3 0,1 0 2 16,1-2-11-16,-2 0-41 0,-2 0-22 0,0 0-14 15,-2 1-138-15,-2-1-344 0</inkml:trace>
  <inkml:trace contextRef="#ctx0" brushRef="#br0" timeOffset="77066.95">27368 7278 97 0,'0'0'24'0,"0"0"-2"0,0 0 14 15,0 0-2-15,0 0-4 0,0 0-17 0,0 0 3 0,-1 0 2 16,-1 0 1-16,0-2-1 0,0 2-15 0,0 0 2 16,0-2-3-16,0 0 16 0,1 0-9 0,-1 2 4 0,-2 0-6 15,0 0 2-15,1 0-3 0,-1-2 0 0,2 1 0 16,0 1 10-16,0-2 7 0,-1 2 1 0,-1-2 2 15,0 0 15-15,0 0-7 0,1 0 6 0,1 0-7 16,0 2-3-16,0 0-3 0,0 0-5 0,0-1 4 16,1-1 1-16,-1 0-10 0,0 0 2 0,0 0-5 15,0 2 4-15,0-2-9 0,0 2 1 0,1 0-5 16,-1 0 2-16,-2 0 5 0,0 0-1 0,1 0 1 0,-5 0 2 16,-1 0-1-16,1 2 3 0,1 0-3 0,0 2 1 15,1-2 5-15,-1 1-8 0,5-3 8 0,0 0 0 0,-4 8 2 16,3-3 2-16,-1 1-1 0,0-1 4 0,2-1-6 15,-1 4 2-15,3-5-5 0,-2 3 5 0,2-2-6 16,0-1 7-16,0 1-7 0,0-2 7 0,0 2-1 16,2-1-1-16,-1 1 1 0,1 0-4 0,0-2-3 15,2-1 5-15,0 1-4 0,-1 0 3 0,1 0-4 16,0 0-1-16,-1-2 1 0,-1 0 4 0,6 0-7 16,-3 0 4-16,6-4-5 0,-7 2 5 0,0 0-9 15,3-3-1-15,-3-1-1 0,3-3-2 0,-1 0 6 0,0-4-2 16,-3 2 3-16,-1 1-6 0,0-1 1 0,-2 6 0 15,0-1 1-15,0 2-2 0,0 2 6 0,0-1-6 16,0 1 6-16,-2-2-9 0,-2 0 0 0,1 3 5 16,-1-1-4-16,-3 0 5 0,-5 0-2 0,1 2-1 15,0 0-1-15,2 2-8 0,1 0 9 0,3 0-5 16,1-1 5-16,-1 1-9 0,3 11 2 0,0 2 0 0,-2-2 1 16,-5 0 2-16,1 0 1 0,1 2-1 0,3-2 1 15,1 2 0-15,1-2-1 0,2 0 0 0,0 0-1 16,2-2 1-16,1 2 2 0,1-4 2 0,0 0-1 15,1 1-5-15,-1-5 6 0,7 3-5 0,2-5 5 16,6 1-4-16,-4-2 1 0,-1 9 3 0,-2-3 0 0,1-3 4 16,3 1-1-16,-1-3-1 0,7-1 1 0,-7-2 5 15,0-2-1-15,-4 1-2 0,2-5-2 0,-3 0-8 16,1-1 6-16,-6 3 1 0,-1-7 3 0,2-6 1 0,7-1-5 16,0-3 4-16,-6 5-4 0,-1-7 4 0,-5 5-7 15,-1 1-1-15,-1-3-1 0,-3 3 5 0,0 4-2 16,-3 0-3-16,1 4 1 0,-1 0-4 0,-3-1 6 15,-8 5-2-15,1-1 4 0,-5-9-6 0,1 6-3 16,3 3 3-16,-4 5-2 0,5 1-1 0,0 1 1 16,0 5-1-16,3 0 2 0,-1 3 0 0,4 0 2 15,1 0-3-15,3 12 3 0,3-3 0 0,0 1 2 16,-9 0-2-16,4-1 0 0,2 3-8 0,1-1 9 16,2-2-1-16,4 1 2 0,0-2-13 0,2 1 11 0,2-1 0 15,2-2 5-15,1 0-4 0,0-2-3 0,1-2 2 16,-6 0 0-16,7-4 10 0,2 1-9 0,6-4 3 15,-2-1-4-15,1 1-1 0,-1-2 2 0,-5 0-1 16,-3 3 2-16,0-1 9 0,1 0 0 0,-1-2-2 0,4-2 0 16,-3 0-5-16,1-2 4 0,-3 0-4 0,-3-2 2 15,9-11-9-15,-1-5 8 0,-2 1-3 0,-2 1 5 16,-3-3-1-16,-4 5-7 0,0-3 3 0,0 2-3 16,-2 2 9-16,0-1-10 0,-1 1 6 0,-1 4-7 15,-2 0 4-15,1 1 1 0,-1 3-4 0,3 1 2 16,-10 1-5-16,-4 3 4 0,2-9 1 0,2 3 0 15,0 3-3-15,2 1-6 0,-4 2 4 0,2 2-4 0,-2 2 7 16,2 4-1-16,4-1-2 0,-2-3 2 0,3 19-1 16,1-1 4-16,1 0-3 0,1 3 3 0,1-3 1 0,-11 0-5 15,4 3 2-15,5-3-4 0,3-1 5 0,3-3 1 16,0 1 2-16,0-2 0 0,2 2 1 0,1-4-4 16,-1-4-1-16,2 2-1 0,-2-5 4 0,1-1 1 15,-1-1 0-15,6-2 1 0,1 5-2 0,0-1 2 16,4-1 0-16,2 1 2 0,0-4 6 0,2-2-2 15,-1 0-1-15,-4-4 0 0,-1-1-1 0,0-5-2 16,-4-1 1-16,1-9-3 0,-3-1-2 0,-1 1 3 16,0-2 1-16,-2 1 1 0,12 1-2 0,-4-1-3 15,-5 1-1-15,-1-1 1 0,-2 3 4 0,-2-1-7 0,0 1 2 16,-2 1-5-16,0 4 9 0,-2 2-7 0,1 4 9 16,-1-1-9-16,2 4 3 0,2 3 1 0,-4-5-4 15,-3 4 3-15,-6 0-4 0,4-5 0 0,-1 1-5 16,1 4 4-16,2 2-1 0,-4 2 2 0,-2 4 4 15,3-1-4-15,1-3 1 0,0 21 1 0,5-1 0 0,0 0 2 16,2-2-3-16,-12 1 3 0,4-1 0 0,3 1 2 16,3-1 1-16,2 1-6 0,2-3 3 0,0 1-4 15,2-4 4-15,2-2 1 0,0-4-3 0,-1-2 2 16,1-1 7-16,0-1-9 0,12 1 4 0,5-4-4 16,-4 9 7-16,1-2 1 0,3-3-5 0,-5-6 4 15,8 0-1-15,-7-4 3 0,2-1 1 0,-3-3-2 0,-3 1-6 16,8-6 0-16,-10 11 2 0,0-15-1 0,-3 0 4 15,-7-1 0-15,1-3-2 0,11 3 2 0,-3-1-2 16,-3-1 2-16,-1 1-5 0,-3-1 1 0,-1-1-4 0,-2 5 6 16,-2-1-3-16,0 0 3 0,-1 3-8 0,-3-1 9 15,-1 2-4-15,-1 2 3 0,5 5-3 0,-10 0-1 16,-2 5 0-16,2-9-2 0,-2 1-8 0,-2 2 4 16,0 3 0-16,-3 2 1 0,-2 2 5 0,9 2-1 15,-4 3-1-15,4 1 0 0,6 0-3 0,-5-1 2 16,5 16 2-16,1-3-2 0,3 4-2 0,1-1 9 15,-11-3-4-15,2 5 5 0,5-3-11 0,4 2 7 16,2-3-3-16,0-1 4 0,4 1-2 0,2-2-2 0,1-1 3 16,2-1-4-16,-7-2 4 0,17-2 4 0,-4-3-4 15,-1-1 4-15,-2-3-9 0,6 0 6 0,-1 7 1 16,0-2 3-16,3 0 0 0,-3-5-5 0,1 0 2 16,1-4-2-16,-6 0 8 0,0 0-1 0,-4-2 1 15,0-2-2-15,3-1-3 0,-5-1-1 0,-1-5 6 0,-5-9-4 16,14-1 2-16,-5 1-6 0,-3-3-2 0,-3 1 2 15,-3 2 5-15,-1-3-1 0,-1 1 1 0,-1 2-2 16,-2-1-4-16,-3 1 1 0,-3 3 0 0,-1 1 1 16,8 1 0-16,-16 0-1 0,2 6 0 0,-3 1 0 15,-1-1 0-15,3 7 0 0,-3 0-1 0,-1-13-1 16,5 6-4-16,-3 2 0 0,3 5 1 0,6 2-1 0,-4 2-3 16,4 1 10-16,0 3-8 0,-2 1 9 0,6-1-8 15,1-2 1-15,-1 14 5 0,-6 1-2 0,1 3 3 16,5-3 0-16,3 1-3 0,1-2 1 0,1 3-6 0,2-3 5 15,0 3 2-15,3-3 0 0,1 1-1 0,2 0 1 16,-1-5-2-16,3 3 2 0,1-2-2 0,-2-4 2 16,-3 2 1-16,9-4 0 0,2 1 1 0,-2-3 1 15,0-1-2-15,-4-3 3 0,1-1-2 0,4 9-2 16,-1-3 1-16,4-3-1 0,-8-3 4 0,3 0 1 16,-1-2 5-16,0-2-5 0,-2-1 1 0,-1-1-5 15,-3 0 2-15,1-9-1 0,-3-5 6 0,10-3-5 0,-3 1-1 16,-3-1-1-16,-3-1 6 0,-4 3-4 0,0 1 3 15,-4-1-3-15,-1 3-1 0,-3-1-3 0,1 4-2 16,-3-2-1-16,3 6 5 0,-4 0-1 0,-8-1-1 16,1 5 0-16,-8 1 2 0,5 2-3 0,-1-13 2 15,5 8-3-15,1 1-3 0,-1 3 7 0,2 3-7 0,-4 0 6 16,6 1-9-16,0 3 6 0,2 2 2 0,6-3 0 16,-5 1-2-16,5 15-2 0,-1 1 1 0,4 2-1 15,1 2 5-15,-16 1 0 0,6-1-1 0,5 0 1 16,4 0 0-16,2 0-5 0,0-2 5 0,2-1-6 15,2-4 6-15,0-3 3 0,1-2-5 0,3 1 3 16,-1 0 0-16,-1-6-2 0,1 2 4 0,8-3-4 16,5-4 0-16,-1 11 4 0,-1-4-2 0,1-3 3 0,-6-6 0 15,2 0 4-15,0-2 0 0,-2-2 0 0,0-2-10 16,-2 1 12-16,-2-1-10 0,0-3 12 0,-1-10-15 0,-3-1 7 16,-3 0-3-16,13-1 5 0,-4-1-4 0,-3 1 0 15,-3-1 4-15,-1 2-5 0,-4-1 1 0,-2 1-3 16,-2 3 2-16,1 2-1 0,-5-1 5 0,3 4-4 15,-1 3-1-15,1 2-1 0,3 3 2 0,-19 2-7 16,1 0 5-16,-4-14-7 0,5 6 9 0,2 7-5 16,1 1 1-16,-1 2-5 0,0 2 4 0,2 1 4 15,4 3-2-15,2 0 2 0,2-1-4 0,3 4 1 16,0 6 3-16,-7 0-1 0,4 0-6 0,3-2 3 0,2 2 0 16,2-2 1-16,2-4 1 0,2 2 5 15,-1-3-5-15,3-1 5 0,7-1-4 0,4-5 2 0,3 3 1 16,-5 7 0-16,2-1-1 0,1-3 4 0,-5-3-6 15,2-2-9-15,0-2-131 0,2-2-216 0,1-2-101 0</inkml:trace>
  <inkml:trace contextRef="#ctx0" brushRef="#br0" timeOffset="78765.39">29459 6706 201 0,'0'0'23'16,"0"0"0"-16,0 0 16 0,0 0-6 0,0 0 3 16,0 0 10-16,0 0 18 0,0 0-1 0,0 0 4 15,0 0-9-15,0 0-1 0,0 0 1 0,0 0-2 16,0-2 0-16,0 0-11 0,0 0 4 0,0 0-7 15,0 1-6-15,0-1 8 0,0 0-10 0,0 0 8 0,0 0-15 16,0 0 2-16,0 0 4 0,0 1-3 0,0-1 2 16,0 0-9-16,-2 0 1 0,0 0-4 0,0-2 7 15,-1 3 0-15,-1-1 5 0,0 0-2 0,-5-4 9 16,-4-1 0-16,0 1-9 0,0 1 5 0,0 1-12 16,2 2-5-16,0 0 3 0,-2 2-5 0,0 0-3 0,0 0-6 15,0 2 1-15,0 2-3 0,0 1-1 0,0 1-3 16,2 0 3-16,0 1-3 0,1 0 8 0,3-5-6 15,-2 8 2-15,5-3-4 0,0 0 0 0,2-1 2 16,-1 0-2-16,-1-1 4 0,0 1-2 0,2-1 8 16,2-1-2-16,0 1 4 0,0-1-8 0,0-2 8 15,0 2-10-15,0-2 9 0,0 1-9 0,2 1-3 16,0 0 6-16,0-1-6 0,9 7 3 0,0-3-1 0,0-1 1 16,2-1 0-16,0 1 8 0,0-2-8 0,0-1 2 15,0-1-3-15,0 0 6 0,2-2-6 0,0 0 8 16,-2-2-7-16,0 0 10 0,2-1-11 0,-2-1 5 15,0-2-5-15,-4 1 10 0,0-1-5 0,-3 2 0 0,1-1-2 16,-1-8-5-16,1 2 5 0,-1-2 0 0,-1 2 3 16,-3-2-8-16,8 2 9 0,-3-2-10 0,-1 1 7 15,-3 1-6-15,-1 2 0 0,-2 2 3 0,0-3-3 16,0 3 4-16,0 1-1 0,-2-1 0 0,0 3-1 16,1-1-2-16,1 3-1 0,-4 0 1 0,-7 0 0 15,-2-7 4-15,-2-1-3 0,0 3 3 0,2 3-3 16,-2 2 0-16,4 2-1 0,-2 0-3 0,2 0 2 0,-2 2 1 15,0 2 0-15,0 0-1 0,0 1 1 0,2 1-1 16,0 1 1-16,1 1 0 0,5-6 1 0,-3 9 0 16,1 2-4-16,3 0 1 0,1-2-4 0,-7 0 3 15,3 0 4-15,1 0 1 0,1 2 0 0,1-2-3 0,2 0 1 16,0-1 0-16,2 1 0 0,0 0-2 0,0-2 3 16,0 2 2-16,0-3 0 0,2 1-3 0,0 0 0 15,0-3-3-15,0 0 2 0,0-1-2 0,-1-1 6 16,1 0-3-16,0 3 4 0,9 2-7 0,2-1 4 15,0-3 2-15,2 1 1 0,2-1-5 0,-2-1 2 16,3 0-1-16,-1-2 2 0,0-2 0 0,1 0-2 16,-1 0 1-16,2-4 0 0,-1-2 7 0,-1 1-4 0,-2-1 3 15,-2 1-5-15,-4 1 4 0,-4 2 1 0,1-2-5 16,-2 3 3-16,-1-5-7 0,5-3 3 0,-3-1 4 16,1 1 0-16,-2 0 1 0,-1 1-6 0,1-3 4 15,-4 4-4-15,0-2 4 0,0-1-4 0,-2 3 3 0,0 1-3 16,-1 1 4-16,1 1-4 0,-13-2-4 0,2 5 1 15,-2-3 3-15,-2 2-1 0,3 0 3 0,1-7-3 16,0 2 2-16,0 1-4 0,0 0 6 0,3 3-6 16,-3 1 6-16,4 0-3 0,-2 2-3 0,2 0 1 15,1 0 2-15,1 0-4 0,3 0 1 0,-1 2-3 16,1 0 6-16,0 0-1 0,0 11 0 0,3 0-2 16,-3 1 0-16,2-1 0 0,-9 4 0 0,2-2 0 0,3 0-1 15,2 0 2-15,2 1 0 0,2-1 1 0,0-4 6 16,0-1-5-16,0-5 1 0,2 3-4 0,2-1 3 15,0-1 4-15,3 3-4 0,-3-5 3 0,11-1-3 0,0 3 1 16,-1 5 2-16,3-2-1 0,-2-3-2 0,0-4 0 16,2 0 3-16,-4-2-3 0,5 0 2 0,1 0 3 15,-3 0-3-15,1-2 3 0,2-4-8 0,-1 1 4 16,-3-3 0-16,-4 3 3 0,0-3-3 0,-3 3 1 16,-1-1 1-16,1-5 0 0,-1 0 3 0,-5 3 1 15,2-3-5-15,3 2 4 0,-3 1-4 0,-1-1-2 16,-3 4 3-16,0-3-3 0,0 1 4 0,0 5-6 15,-1-2 3-15,1 2-2 0,-8 0 0 0,-9-9 3 0,1 2-3 16,-5 0 3-16,6 5-5 0,1 0 3 0,1 2-3 16,1 1 3-16,3 1 1 0,2 0-1 0,1 0 0 15,-1 0-2-15,3 0-6 0,2 0-8 0,-2 0-9 16,1 0-10-16,1 0-131 0,0 1-160 0,0 1-129 0</inkml:trace>
  <inkml:trace contextRef="#ctx0" brushRef="#br0" timeOffset="80468.89">31481 7267 140 0,'0'0'-1'0,"0"0"0"0,0 0 39 0,-2 0-1 15,0-2 20-15,0 0 36 0,1 0 1 0,-1 0-6 0,0 0 0 16,0 0-24-16,0-1 0 0,2 1-5 0,-2-6 2 16,0 1-8-16,-1-2-1 0,-1 1 1 0,2 1-4 15,2 3-12-15,-2 0 1 0,0-3 1 0,1 0-2 16,-1 1-11-16,0 2-2 0,0 1-1 0,0-1 2 0,0 0 8 16,-1 2-9-16,-1 0 1 0,-2 1-3 0,-7-3-2 15,-2 2 4-15,-1 2-1 0,-5 2 3 0,5 2 3 16,3-1 0-16,-2 3-1 0,2-1 1 0,4-1 3 15,-4 4-12-15,5-5 6 0,3 1-9 0,1 0-5 0,2 7-6 16,-5-2 0-16,-1 4-2 0,3-2 6 0,1 2-9 16,2-2 5-16,2 2-6 0,0 0-1 0,2-1 3 15,0-1-1-15,0 0 2 0,1-2-3 0,1 0 3 16,0-1 2-16,1 1 0 0,-1-2 1 0,0 1-3 16,-1-3-2-16,1 1 2 0,2 1-1 0,-4-3 1 15,-1 0 1-15,9-2 0 0,-8 0-4 0,1-1 7 16,1 1-2-16,0 0 5 0,-2-2 0 0,3 4 2 15,3 0-3-15,1-3 1 0,4 1-1 0,-4-2 1 16,4-2 1-16,-4 1-1 0,1-3-7 0,-1-2 2 0,-2 1 1 16,-1 1 0-16,3-7-5 0,-3-4-1 0,1 2 3 15,-1-4 0-15,-3 1 9 0,-1-1-9 0,0 0 1 16,11-1-4-16,-5 5 2 0,-1-2 2 0,-3 0-4 0,-2 0 4 16,-2 2-1-16,0 0-2 0,0 4 3 0,-2 1-4 15,-2-1 0-15,2 4 1 0,2 3 0 0,-5-4 1 16,-8-3 2-16,0 1-3 0,-4 1 1 0,2 1-2 15,-4 3 5-15,3 1-3 0,5 2 0 0,1 0-2 16,-4 2-4-16,1 1 4 0,-2 3 0 0,5-2 1 16,3 1 0-16,1-1 2 0,1 13-4 0,-6-1 2 15,5 3-4-15,-1 0 3 0,1-1 2 0,1 3 0 0,-3-5-1 16,6 3-4-16,-9-2 3 0,2-1-2 0,1 1 1 16,3-2 1-16,1-2-5 0,2 2 5 0,0-2 1 15,2 0-1-15,0 0 3 0,0-2-3 0,2 0 0 0,0-4 1 16,2 3-2-16,-2-5 1 0,1 3 9 0,1-3-8 15,-2-1 2-15,7 0-3 0,6-3 4 0,6 1-4 16,-7 9 4-16,7 1-4 0,-4-7 4 0,-3-1-4 16,3-4 4-16,2 0-2 0,-5 0 13 0,3-4-11 15,-4 0 0-15,0-1-2 0,2-3 4 0,-6 3-7 16,2-3 10-16,-5 5-9 0,0-12 16 0,-5 0-14 16,3-4-1-16,7 3-1 0,-1-1 6 0,-5 0-4 15,-1 1 2-15,-2 1-2 0,-2 2 0 0,0-2-3 0,-2 2 3 16,-2 4-3-16,0 1 11 0,1 3-10 0,1 1 4 15,-6 0-4-15,-6-1-2 0,-5 3 4 0,4 0-3 16,4-5 3-16,-4-1-5 0,4 4 2 0,-8-1 1 16,5 3 1-16,-1 2 0 0,2 0 0 0,2 2-2 0,-4 2 1 15,6-1-4-15,-1 1 2 0,-1 2 0 0,9-6 1 16,-3 3-3-16,1 12 4 0,0 0-1 0,1 2 1 16,1-2-1-16,-9-1-1 0,1 3 3 0,5-2-1 15,-1 2 0-15,2-3 1 0,3 1-1 0,1 0 1 16,0 0 1-16,0-2-2 0,0-2-1 0,0 2 1 15,0-4-2-15,0-1 4 0,1-1-2 0,1-1 4 16,0-1-2-16,0-1 1 0,0 0 1 0,-2-2-1 16,9 0-5-16,4 7 4 0,6 2-3 0,-6-5 3 0,2-3-5 15,-1-1 6-15,1-2 2 0,-2 0 1 0,4-2-2 16,0-1-2-16,-4-3 2 0,1-1-1 0,1-3 4 0,-5 5 4 16,1 1-8-16,-4-11 6 0,-1-2-12 0,-3 1 9 15,1-1 1-15,9-2 2 0,-2 1-7 0,-3 1 5 16,-3-1-7-16,-1 1 5 0,-2-2-5 0,-2 5 2 15,0 1 0-15,0 1-1 0,-2 3 2 0,0 4-2 16,-2-3 7-16,3 4-7 0,-1 1-1 0,2 1-1 16,-6-2-4-16,-9-5 4 0,0 1 4 0,4 7-3 15,0 1 0-15,0 0-1 0,5 0 1 0,-1 1 3 16,3 1-3-16,-1 0 1 0,1 0-1 0,4 0 0 16,-2 7 1-16,-5 0 1 0,1 1 0 0,2-3-2 0,3-1 5 15,1-1-4-15,0 1 14 0,0-2 1 0,0 1-2 16,0-1 0-16,0-2-12 0,0 0 0 0,0-1 3 15,5 3-1-15,1 0 1 0,-1-1-2 0,-1-1-6 16,-2-2-1-16,3 2-49 0,-1-2-151 0,2 0-30 0,1 0-74 16,4 0-419-16</inkml:trace>
  <inkml:trace contextRef="#ctx0" brushRef="#br0" timeOffset="81431.38">29359 6732 471 0,'0'0'30'16,"0"0"3"-16,0-2-10 0,0 0-6 0,0 0-7 0,0 0 10 16,0 0 64-16,0 1-12 0,2-1 26 0,0 0-35 15,-1-2-20-15,1 1 4 0,0-1-7 0,0 0 14 0,0 0-1 16,0 1-4-16,0-1 4 0,-2 0 5 0,0 1-13 15,0-1 7-15,0 0-9 0,0 0 7 0,0 1-6 16,0 1 3-16,0 0-4 0,0 0-4 0,0 0-7 16,0 0-1-16,-4-1-2 0,0-1-4 0,-1 0-10 15,-7-1 3-15,-1 1-5 0,2 2 4 0,2 2-8 16,0 0 1-16,1 0-3 0,1 2-4 0,1 0 2 16,3 0-2-16,-1 0 2 0,2 11-3 0,-9 1-1 15,3-1-1-15,3 0-1 0,3-1-7 0,2-1 12 16,0 0-3-16,0-2 6 0,2 0-15 0,2 1 13 15,-1-1-4-15,1-2 8 0,2 1 1 0,1-5-2 0,8 1 0 16,0 7-2-16,1-1 2 0,-1-3 3 0,2-1-1 16,0-3 0-16,1-1 4 0,-3-2-6 0,2-2 6 15,-1-1-6-15,-1-1 8 0,-4 0-5 0,1-1-2 16,-5-1-1-16,0 2-8 0,-1-12 7 0,1-1 2 0,-1 0 2 16,5 0-1-16,0 1-7 0,-3 1 0 0,-5 0-2 15,1 0 7-15,-2 0-6 0,-2 2 5 0,0 4-6 16,0 0 2-16,-2 1 1 0,0 3-1 0,0 1 1 15,1 0-2-15,-7 1 0 0,-7-8-2 0,0 1 2 16,1 5-2-16,1 1 4 0,-4 2-4 0,2 2 3 16,2 0-8-16,2 2 4 0,2 0 1 0,1 2 0 15,-1 1 1-15,2 1-1 0,1 1-1 0,0 12 0 0,5 1 1 16,-3 1-3-16,2-1 0 0,-11-1-1 0,4-1 3 16,1 1 1-16,5-3 1 0,3-1 0 0,0 2-1 15,1-2-1-15,1-2 0 0,2-2-1 0,0-4 2 0,1 1 1 16,-1-3 7-16,15-3-5 0,-3 0 2 0,3 11 1 15,1-4-5-15,1-5 4 0,1-4-5 0,-2-2 10 16,-3-3-3-16,2-3 5 0,-6 1-1 0,0-3-2 16,-8 3 4-16,-3-12-5 0,0 1-5 0,11-1 1 15,-4 3 0-15,-3 1 2 0,-3 0 6 0,-3 2-6 16,0 2-2-16,-1 2-1 0,-1 1-5 0,0 3 3 16,-2-1-1-16,4 4 0 0,-9 0-2 0,-6-9-3 15,-2 2-3-15,2 3 0 0,1 3-10 0,2 3-83 0,3 0-14 16,0 0-34-16,5 0-140 0</inkml:trace>
  <inkml:trace contextRef="#ctx0" brushRef="#br0" timeOffset="81914.39">29708 6147 560 0,'0'0'36'0,"0"-2"49"0,0 0-55 0,0 0 44 15,0 0 1-15,0 1 18 0,0-1 15 0,0 0-30 16,0 0-8-16,0 0-5 0,0 0-24 0,0 0-14 15,0 1-1-15,0-1-3 0,0 0 4 0,0 2 5 16,0 0 3-16,0 0-1 0,0 0-5 0,0 2 9 16,0 0-6-16,0 1 7 0,-2 1-3 0,0 7-4 0,-2 4 0 15,1 5-3-15,1-1-13 0,0-2 10 0,0-1-3 16,0-3 4-16,0 0-8 0,1-3 4 0,1-1-5 16,0-3 5-16,0-3-3 0,0-1 11 0,0 0 1 15,0 0 1-15,1 2 0 0,1-1-1 0,0 1-4 0,2-2 1 16,13 3-12-16,9-3-3 0,0-2-3 0,0-7 1 15,3-4-1-15,3-6 7 0,-1-2-2 0,7 14 2 16,1-27-12-16,5 1 1 0,4-6 4 0,4-1-2 16,4 0 0-16,-4-3 0 0,2 4-4 0,-6 3 3 15,-3 4-4-15,-10 6-1 0,-7 0 2 0,0 4-2 16,-8-1-1-16,-3 3-5 0,-4 3-8 0,-6 4-3 16,1 0-70-16,-6 3-143 0,3 3-21 0,-1 1-75 15,0 0-407-15</inkml:trace>
  <inkml:trace contextRef="#ctx0" brushRef="#br0" timeOffset="82530.88">31769 6531 947 0,'0'0'18'0,"0"0"0"0,0 0 9 15,0 0 13-15,0 0-4 0,0 0 79 0,0-2-41 16,0 2 4-16,0 0-22 0,0 0-29 0,0 0 3 16,0 0-10-16,0 0 9 0,0 0-4 0,0 2 0 0,0 0 5 15,0 0-5-15,0 2 7 0,0-1-12 0,0-1 5 16,0 8-7-16,0-1 13 0,0-2 4 0,0 1 0 15,0-3 1-15,0-1 10 0,0-2-1 0,0 0 5 16,7 3-4-16,12 6-1 0,7-1-7 0,2-7-4 16,5-3-1-16,-1-1-11 0,1-7 0 0,6-3 2 0,2-2-3 15,3-2-5-15,1 0-6 0,-2-1-1 0,-2-1-1 16,-6 0-4-16,2-1 1 0,-7 3-4 0,-10 4 3 16,1-2-7-16,-7 11-21 0,-2-13-15 0,-9 0-10 15,-1 0-112-15,4 8-120 0,-1-4-73 0</inkml:trace>
  <inkml:trace contextRef="#ctx0" brushRef="#br0" timeOffset="83125">26353 6787 292 0,'0'0'-1'0,"0"0"1"0,-2 2 14 16,0 0 10-16,-2 2 7 0,1 5 69 0,-9 8-6 15,1-2-4-15,4-8-6 0,1 1-39 0,4-1-7 16,-3 0 5-16,-1 3-2 0,3-1 27 0,1-3 56 0,2-5-16 15,0 3 27-15,2 0-40 0,7 0-9 16,32-1-1-16,16-8-6 0,1-10-19 0,14-9-15 0,4-4-3 16,-7 2-4-16,5-4-26 0,-14 8-3 0,-6 0-1 15,-8 1 2-15,-1 1 4 0,-8 3-11 0,-4 2-3 16,-5 2-13-16,-4 2-107 0,-3 2-217 0</inkml:trace>
  <inkml:trace contextRef="#ctx0" brushRef="#br0" timeOffset="95096.95">27736 7042 256 0</inkml:trace>
  <inkml:trace contextRef="#ctx0" brushRef="#br0" timeOffset="96126.27">27734 7047 22 0,'0'0'28'0,"0"0"-8"0,0 2 39 0,0-2 2 16,0 2-2-16,0-2-27 0,0 0-2 0,0 2-11 16,0 0 6-16,0-2-20 0,0 0 5 0,0 0 4 15,0 0-3-15,0 0-4 0,0 0-8 0,0 0 1 16,0 0-3-16,0 0 5 0,0 0 8 0,0 0-1 0,0-2 3 15,0 0 3-15,0 0 7 0,0 0-1 0,0 1 4 16,0-1 2-16,0 0 5 0,0 0-1 0,0 0 1 16,0 0-5-16,0 0 11 0,0 1-6 0,0-1 7 15,0 0-6-15,0 0-3 0,0 0 7 0,0 0-8 16,0 0 2-16,0 1 4 0,0-1-7 0,-2 0 5 16,0 0-10-16,1 0-4 0,-1 0 4 0,0 0-4 15,0 1 3-15,0-1 0 0,0 0-4 0,0 0 2 0,1 0-4 16,-1 0-7-16,0 0 3 0,0 1-3 0,0-1 6 0,0 0-8 15,0 0 7-15,1 0-6 0,-1 0 6 0,-2 0 1 16,0 1-9-16,1-1 7 0,-1 0-4 0,0 0-1 16,0 0 1-16,1 0-5 0,-1 0-7 0,0 1 8 15,1-1-2-15,-1 0 6 0,0 0-5 0,0 0-4 16,-1 0 8-16,-4-1-7 0,-1-3 3 0,-1 0 5 16,0 1-5-16,0-1 7 0,-2 1 4 0,0-3-3 15,2 1 2-15,-8-4-1 0,-1 1 11 0,-2 1 2 16,1 2 1-16,1 1-2 0,5 2-11 0,-6-1 3 15,1-1-3-15,1 1 3 0,3 1-12 0,-5 0 4 0,3 1-6 16,-1 1 5-16,-3 0-5 0,3 0 2 0,1 2 2 16,-3 0 0-16,1 0 3 0,5 0-6 0,-2 0 1 15,4 0-3-15,-2 2 1 0,1 0 0 0,-3 0 2 16,-2 1 0-16,3 1 3 0,1 0-8 0,0-1 1 0,4 3-3 16,-2 0 8-16,3-1-1 0,-1 3-3 0,0-1 1 15,2-1 3-15,1-1-6 0,-1-1 3 0,2 5-4 16,1 2-2-16,-1-1 6 0,1 1 0 0,-3 2 2 15,0 0-4-15,1-4 0 0,-1 6 0 0,-2-6 0 16,0 2 1-16,1 6 4 0,-1-2-4 0,2 3 2 16,0-1-9-16,-2 2 2 0,-1-1 0 0,-1-1 1 0,2 2 2 15,2 1 3-15,5 2 0 0,1 1 1 0,-1-1-7 16,0 0 7-16,-13-3-7 0,12 3 6 0,-3-3-14 16,-5-1 11-16,-1 2-4 0,4-3 7 0,3 2-2 15,3-1-1-15,0-1 1 0,1 2-2 0,1-3-5 16,0 3 6-16,2-2-1 0,2 1 2 0,2 1-2 0,1-3-2 15,1 3-1-15,-1-4 1 0,1 3 2 0,1 3-3 16,-1-6 3-16,3 5-2 0,-1-3 2 0,-1-2 1 16,2 3-1-16,-3-5 1 0,5 8 6 0,-2-5-8 15,1 1 3-15,1 2-4 0,-6-10 9 0,5 8-10 16,-5-8 5-16,3 4-6 0,3 4 8 0,-4-6-3 16,4 6 0-16,-1-3-2 0,-1 1 3 0,0-2-1 15,-2-2-1-15,-5-1-3 0,11-1-8 0,0 0 8 0,2-3-3 16,2-1 4-16,1-1-2 0,3 0-3 0,-3 1 4 15,3-1-2-15,-3 0 9 0,3 1-5 0,1 10 0 16,0-4-1-16,1-1 5 0,5-1-1 0,-2-4-1 16,-2-1-1-16,-4-2-6 0,-3-2 9 0,0 0 0 0,-4 0 2 15,5 0-5-15,1 0-4 0,3 0 4 0,0 0-3 16,2 0 11-16,-1-2-6 0,-5-2 0 0,3 1-2 16,-5-1-1-16,3-2 0 0,1-1 1 0,1-2 1 15,-1-2 7-15,-3 1-7 0,1-3 5 0,-3 2-5 16,0 8-1-16,2-10 6 0,-2-6-5 0,-2 0 6 15,2 3-5-15,-4-3-1 0,0-1 3 0,4 5-3 16,-2 0 0-16,0-4 3 0,-2 5-1 0,-2-5 3 16,-1 2-1-16,-1 1-2 0,2 1 1 0,-3 0 0 0,-1-2-1 15,1-1 3-15,-2-1-5 0,-1-1 5 0,3 1-1 16,0 0-2-16,-5 1 4 0,1-1-2 0,0 1 6 0,13-3-6 16,-6 3 7-16,-1-3-6 0,-1 1 7 0,-1-2-2 15,-3-3 0-15,-1 3 2 0,-2-4 4 0,0 0 12 16,0-3-9-16,-2-3 10 0,-3-3-6 0,-1-2-11 15,-1-2 5-15,-1 1-8 0,-3-2 2 0,-2 1 1 16,0 1-1-16,-2 1 1 0,1 4-2 0,1 9-1 16,-2 1 2-16,13 7-2 0,-19 1-2 0,1 6-8 15,-2-1-3-15,-1 7-3 0,1-12-7 0,2 5-17 16,-3 3-10-16,1 5-11 0,-6 2-124 0,2 2-354 0</inkml:trace>
  <inkml:trace contextRef="#ctx0" brushRef="#br0" timeOffset="97450.66">29611 6323 256 0,'0'0'-46'0,"0"0"34"0,0 0 2 0,0 0 5 0,0 0 44 15,0-2-6-15,0 2 11 0,0-1-4 0,0-1 7 16,0 0 2-16,0 0 8 0,0 0 2 0,0 0 0 16,0 0 3-16,0 1-2 0,0-1 2 0,0 0-2 15,0 0-3-15,0 0-3 0,-2 0-9 0,1 0 4 0,-1 1-8 16,-2-1-11-16,0 0 12 0,-1-2-13 0,-3 0 3 16,-1 1 2-16,-2-3-5 0,0 1 5 0,-2 1-7 15,3 0-5-15,-1 2-1 0,0 0-2 0,0 1 2 16,2-1-6-16,-1 0 3 0,1 0-3 0,4 2 6 0,-3 0-13 15,-1 0 6-15,-2 0-7 0,2 0 5 0,-3 0-8 16,1 0 0-16,0 0 0 0,0 0 10 0,0 0-10 16,-2 2 4-16,2 0-7 0,0 1 3 0,-1 3-4 15,-1 1 5-15,2-1-4 0,0 1 3 0,0 1 3 16,0-1-9-16,0-1 5 0,1 7-3 0,1 0 0 16,0 0 4-16,1-4-4 0,-1 4-1 0,2 0 1 15,-1 0 0-15,-1-2 3 0,2-1-1 0,-1-1-2 0,1 2-1 16,3 2-1-16,-2 0 1 0,3 0-6 0,-1 4 6 15,0-2-4-15,2 3 8 0,1 3 1 0,-1-1-4 16,-13 2 1-16,4 1-11 0,5 1 10 0,2 0-2 16,3 2 2-16,1 2-3 0,0-4 6 0,1 0-5 0,3-4 4 15,2-1-7-15,1-2 3 0,4 1-1 0,-1-3 1 16,1 2 2-16,-6-1-3 0,12-4 2 0,0 1-3 16,3-4 2-16,-5-2 3 0,2 4-2 0,-2 1 1 15,-1-1-5-15,1 5 7 0,0-8 1 0,2 1 2 16,-2-1-4-16,-2-3-3 0,2 1 0 0,-1-1 0 15,-1-1 3-15,4-2 3 0,-2 0-2 0,2 0 2 16,-1 1-4-16,1 8-3 0,0-1 1 0,-2-3-1 0,1-1 8 16,1-1-3-16,0-1 0 0,3-2-2 0,-5-2 3 15,4 0 2-15,-6-2-3 0,5-5 2 0,1-3-1 16,9-6-1-16,-2 14 3 0,-6-19-4 0,2-1 1 16,-1-2-2-16,3 5 0 0,-2-5 0 0,-1 2 1 0,-5 0 5 15,-3-1 0-15,-2 7 1 0,-1-1-1 0,-3 0-1 16,1-1-2-16,-3 1 0 0,1-2-6 0,-3 1 8 15,-1-3 1-15,0 1 4 0,11 0 2 0,-2-3-5 16,-5-1 1-16,-4 0-2 0,-2 0 6 0,-2 2 0 16,-2-4 5-16,-3 0 0 0,-3 0 26 0,-1 1-7 15,-4 1-1-15,1 4-6 0,6 1-18 0,-20 3 0 16,4 3-3-16,-2 5 3 0,-4 3-9 0,8-10-4 0,0 4 1 16,0 5-3-16,3 2 0 0,-3 4-7 0,5 0 3 15,2 0-4-15,-2 4 0 0,3 2-12 0,1-1 2 16,3 1-8-16,-3 3-25 0,8-5-113 0,-5 12-32 15</inkml:trace>
  <inkml:trace contextRef="#ctx0" brushRef="#br0" timeOffset="98787.53">31916 7036 6 0,'0'0'1'0,"0"0"0"0,0-2 1 15,0 1 1-15,0-1 1 0,0 0 5 0,0-2 0 16,0 0 3-16,0 1 3 0,0-1-6 0,0 0 3 16,0 2-4-16,0 1 7 0,0-1-10 0,0 0 13 15,0 0-9-15,0 0 36 0,0 0 17 0,0 0-7 16,0-1 11-16,0-1 0 0,0 0 10 0,0 1-1 16,0-1 0-16,0 0-17 0,0 0-10 0,0 1-3 0,0-1-1 15,0 2-4-15,0-9-11 0,-2 0 6 0,0 2-6 16,-4-3 13-16,1 3-9 0,-1 0-1 0,1-2-4 15,-7 1 0-15,-2 3-8 0,-5 0 3 0,0-1-6 16,-3 1 2-16,4-3 3 0,-3 5-2 0,3-3 1 16,-3 3-6-16,1 1-3 0,1 0-2 0,1 3 0 0,1-3-1 15,-2 2 1-15,1-2 6 0,1 2-4 0,0-9 0 16,4 4 4-16,-2-1-8 0,1 3 7 0,-1 1-14 16,0 2 8-16,0 2-3 0,-4 0 5 0,5 0-3 15,-5 4-10-15,0 0 7 0,-3 1-7 0,0 3 10 0,-4 3-8 16,-2 0 2-16,2 2-2 0,-4 0 7 0,-1 2-4 15,-1 0 0-15,3 1 0 0,-3 1 2 0,4-2-1 16,4-2-4-16,-2 4 2 0,4-4-2 0,1 0 1 16,5-2-1-16,1-2 0 0,0-7 0 0,4 7 2 15,0 2 1-15,3 1-1 0,1 2-8 0,3 1 4 16,-2 0-2-16,1 2 4 0,-1 0 2 0,3 5-2 16,-1-2-2-16,0 3-1 0,2-3-3 0,-1 2 10 15,1 2-4-15,-2 4 4 0,0-2-6 0,2 0 3 0,-1-2-1 16,1 0 1-16,0-1-1 0,0-3-3 0,-13 2 3 15,4 1-3-15,4 1 3 0,1-2-2 0,2 0 1 16,4 1 0-16,0 1 1 0,2-4 2 0,2 3-1 16,2 3 1-16,1-4-9 0,2 0 4 0,2 2-1 0,1-7 2 15,-7 0-1-15,17 3 3 0,6-3-4 0,0-2 4 16,4 1 1-16,3-3-3 0,-2-5 5 0,5 3-5 16,-3-5 2-16,0 1 3 0,-1 0-4 0,-1-3 5 15,0 0-2-15,-5-2 2 0,0 14 2 0,-6-8-2 16,-1-4 5-16,-3-3-4 0,-3-1-2 0,4 0 0 15,-3-1 2-15,3-3-1 0,1-4 5 0,-1-1-4 16,1-2 1-16,-1-2-6 0,0 11 0 0,1-13 0 0,-3 2 3 16,1-3 1-16,1-3 4 0,-2 0-4 0,1 1-2 15,-1-1 4-15,0 1-4 0,-3 1 5 0,-1-2-7 0,4 3 3 16,-4-3 0-16,0-1 1 0,0-1 3 0,-2 3 6 16,-1-3-1-16,3 1 1 0,1-1-5 0,-6-1 9 15,-1 0-1-15,-5-2 5 0,0 0 7 0,17-4-4 16,-6 0-2-16,-6 0-1 0,-3-2-6 0,-2-1 0 15,-2-6 1-15,-4 0-1 0,0-2 2 0,-1 0-5 16,-3 0 7-16,-1-2-6 0,-4-4 3 0,2 2 4 16,-4 1-6-16,0 5 6 0,-2 3-6 0,1 3-1 15,1 5-4-15,2 3 2 0,-2 1-11 0,4 5 3 16,5 1-4-16,-11 3 2 0,-1 2-11 0,1 1-11 0,2 5-4 16,0-1-10-16,2 4-94 0,0-1-79 0,4-5-40 15</inkml:trace>
  <inkml:trace contextRef="#ctx0" brushRef="#br0" timeOffset="104900.61">27684 8427 256 0,'0'0'-22'0,"0"0"27"15,0 0 12-15,0 0 9 0,0 0 23 0,-2 0-11 0,2-2-5 16,-2 0-1-16,0 0 3 0,1 1 5 0,1-1 4 16,-2 0-6-16,2 0 5 0,0 0-17 0,0 0-2 15,0-1-2-15,0-1 0 0,0 0-3 0,0 2 4 16,0-5 1-16,0-1 0 0,0 3 1 0,0-3 0 16,0 1-1-16,0 0 1 0,0-1 7 0,0 1 7 15,0 1 2-15,0 1 0 0,0-1-3 0,0 2-2 16,0-1-2-16,0 1 0 0,0-2-6 0,0 3 5 0,0-1-2 15,0 2 3-15,0 0 2 0,-2-1-8 0,0-1 8 16,0 0-7-16,0 0 12 0,0 3-9 0,1-1 2 16,-1 0-3-16,0 0 7 0,0 2-10 0,0 0 2 15,0 0-6-15,0 0 1 0,1 2-1 0,-1 0-4 16,0 0 2-16,0 1-3 0,0 1 5 0,-7 13-4 0,0-1 3 16,1 1-10-16,1 5 8 0,-1 1 2 0,1-1 1 15,-1 4 0-15,1-4-9 0,0 1 4 0,1-1-5 16,0-4 8-16,1 1-6 0,-1 5-8 0,4-5 3 15,2 1-10-15,0-5 0 0,0-8 7 0,0 5-5 16,0-5 4-16,2 0-6 0,2 4-3 0,0-1 1 16,-1-5 1-16,3 1-4 0,11-1 1 0,-1 7-4 0,1-3 4 15,2-2 2-15,-1-3 1 0,5-2-1 0,-3-2-10 16,2-2 11-16,1-2-5 0,1-1 6 0,2-3-1 16,-2 1 1-16,0-2 4 0,-4-1-1 0,5-1 0 15,-7 2-2-15,-1 1-1 0,-4 3 1 0,-9 3-2 0,-1 0 9 16,1 0-3-16,0 1 4 0,-1-1-7 0,1 0-1 15,-2 0 5-15,0 0-4 0,0 0-2 0,0 0-1 16,-2-1-1-16,0 1-1 0,0 0-12 0,0 0-33 16,0 0-4-16,0 0-11 0,-2 1-24 0,0-1-13 15,0 0-9-15,0 0-1 0,0 0-32 0,0 0-38 16,1-1 2-16,-1-1-15 0,0 0-11 0,2 0 43 16</inkml:trace>
  <inkml:trace contextRef="#ctx0" brushRef="#br0" timeOffset="105227.27">27636 8460 301 0,'-2'0'67'0,"0"0"124"16,-2 0-140-16,1 0-10 0,1 0 4 0,-6 0-5 16,1 0 5-16,1 0-12 0,3 0-2 0,-1 0-3 15,0 0-3-15,0 0-16 0,3 0 11 0,-1 0-12 16,0 0 16-16,0 0 1 0,0-1-7 0,0 1 6 15,0-2-5-15,2 2 10 0,0 0 4 0,0-2-1 0,0 2 2 16,0-2 1-16,0 0-3 0,0 0 3 0,2 0-4 16,0 1-7-16,0-1 2 0,0 0-4 0,2 0-6 15,10-5-1-15,5-3-8 0,1 1 5 0,5-2-3 0,-3 0-4 16,2 1 5-16,0 1-6 0,2 0-3 0,-4 1 2 16,-1 1-3-16,-3 1 2 0,-1 1-2 0,-4 1 1 15,2 0 5-15,-6 3-4 0,1-1-1 0,-3 0-3 16,-1 0-2-16,-3 2 0 0,1-2-12 0,0 0-16 15,-1 0-4-15,-1 1-4 0,0-1-27 0,0 0-19 16,0 0-36-16,-2 0 9 0,0 0-88 0,0 2-74 16</inkml:trace>
  <inkml:trace contextRef="#ctx0" brushRef="#br0" timeOffset="105476.36">27606 8199 610 0,'-2'0'69'16,"-2"0"110"-16,1 0-114 0,-10 0-12 0,2-2 10 0,-4 0-7 16,4 0 28-16,3 0-17 0,-1 0 1 0,5 0-7 15,1 1-17-15,1-1-6 0,0 0-9 0,2 0 4 16,0 0-19-16,2 0 4 0,1-1-4 0,14-3 2 16,13-5-12-16,3 2 0 0,-1 1-1 0,3 3 1 15,-3 1 2-15,-5 2 3 0,-1-15 0 0,-5 8 0 0,-1 2-1 16,-5 3-4-16,-4 2 0 0,-1 2-3 0,-5 0-8 15,1 0-45-15,1 0-1 0,-5 0-16 0,2 0-26 16,-1 0-50-16,1 2-75 0,-2-2 16 0,5 4-146 16</inkml:trace>
  <inkml:trace contextRef="#ctx0" brushRef="#br0" timeOffset="108109.29">32051 8208 32 0,'0'0'30'0,"0"0"12"0,0-2 47 16,2 0 6-16,0 0-2 0,0-1-16 0,1-1-31 16,-1 0 6-16,2-5-9 0,5-2 5 0,0 0-1 15,-5-1 2-15,4 3-1 0,-1 0 5 0,0-2 2 16,1-2 2-16,-3 2 0 0,1-2 11 0,-2 1-7 15,-2 3-1-15,-2-2-2 0,0-2 5 0,0 9-10 16,-2-1 4-16,0 1-9 0,-7-3-3 0,-12-5-9 16,-7 3 7-16,2 5-8 0,-5 4 6 0,-8 4-12 0,2 4 0 15,0 3-2-15,5 0 8 0,2 4-10 0,1 1 0 16,3-1-5-16,1-11-12 0,9 16 8 0,-1 3-3 16,4-1 4-16,4-2-9 0,3 3-2 0,2-3 0 0,-10 1 0 15,2 1-3-15,7-2-4 0,3 1-2 0,2-1 0 16,4-1 3-16,3-3 0 0,4 1 2 0,0-2 0 15,19 0 4-15,4-6-2 0,3 0 0 0,5-3-1 16,-4-4 4-16,4 22-4 0,-3-11 0 0,-4-7-4 16,4-6-30-16,-3-2-28 0,-3-4-10 0,-3-3-8 15,0-2-58-15,-1-2-125 0,1-2-15 0</inkml:trace>
  <inkml:trace contextRef="#ctx0" brushRef="#br0" timeOffset="117876.33">29439 5059 1 0,'0'0'0'0,"0"-2"7"0,0 0 75 15,0 0-21-15,0 0-2 0,0 1-33 0,0-1-11 16,0 0 1-16,0 0 4 0,0 0-2 0,0 0 3 0,0 0 6 16,0 1-6-16,0-1 7 0,0 0-1 0,0 0 0 15,0 0-2-15,0 0-2 0,0 0-14 0,0 1 12 16,0-1-3-16,0 0 5 0,0 0-4 0,0 0 6 15,0 0-2-15,0 0 1 0,0 1-6 0,1-1-8 16,-1 0 0-16,2 0-2 0,0 0 3 0,-2 0 3 16,2 0 4-16,0 1-5 0,0-1-10 0,0 2 6 15,-2 0-3-15,1 0 5 0,1 0 2 0,0 0-6 0,0 0-4 16,0 2 0-16,0-1-3 0,0 1 3 0,-1 0 2 16,1 0 0-16,0 2-1 0,-2-2 3 0,2 9-7 15,0 0 4-15,0 0-3 0,-2 0-3 0,0 0 4 16,0 0-4-16,0 2 7 0,0-3-5 0,0-1 2 0,0 0-3 15,0-3 5-15,0 1-1 0,0-1 2 0,0-4-3 16,0 3 0-16,0 1 2 0,0-2-4 0,0-1 1 16,0-1 2-16,0 2-51 0,-2 1-8 0,2-1-24 15,-2 4-84-15</inkml:trace>
  <inkml:trace contextRef="#ctx0" brushRef="#br0" timeOffset="126436.27">20814 9654 101 0,'0'0'0'0,"0"0"4"0,0 0 50 0,0 0-11 16,0 0 9-16,0-2-18 0,-2 2 1 0,0 0-4 0,1 0 5 15,-1 0-3-15,0 0 14 0,0 0-11 0,0 0 6 16,0 0-6-16,0 0 17 0,1 0-12 0,-3 0 3 16,0 0-7-16,-1 0-4 0,-7 2 2 0,-1 0-4 15,0 0 4-15,-1 2-2 0,1-1-5 0,0 1-3 16,-6 4-3-16,4-3-12 0,-5 3 10 0,-4-1-4 0,5-1 5 16,-3 1-4-16,-1 0-16 0,1 1 8 0,0 1-10 15,3-1 8-15,1-1-7 0,-4 4 1 0,1-2-1 16,1 1 1-16,7-3 4 0,0 1-6 0,-2 1 3 15,0 2-5-15,0-7 3 0,4 12 5 0,0 3-3 16,0-2 2-16,-2 3-3 0,0-1 0 0,2 1-1 16,-1 2 0-16,1 1 1 0,0-3-1 0,-2 2 0 0,4 1-3 15,-2-1 4-15,1 0 1 0,-1 2 2 0,0-3-6 16,2 3 4-16,-2 0-2 0,1 0 3 0,1 2-3 16,2-2-1-16,-1 4 1 0,1-2-1 0,1 6-1 15,3-1 1-15,-1-3 2 0,2 6 0 0,0-5-2 16,-18 5 0-16,7-1-1 0,7-1 2 0,2 1 4 0,4-1-7 15,0 1 3-15,2 2-2 0,4 1 8 0,-1-3-5 16,1 2-1-16,0-1-2 0,1-1 2 0,-1-1 0 16,1 1-2-16,0-5 1 0,1 2-3 0,-3 1 4 15,1-3 2-15,0-2-1 0,-1-2-2 0,-1-3 4 16,0-1-4-16,-1-1 3 0,3-1-9 0,1 4 9 16,-1-5-4-16,-1 2 5 0,3-1-9 0,-1 1 7 15,3-1 0-15,1 1 3 0,2 0 0 0,-2-5-3 0,-7 5-2 16,16-4 0-16,-3 0-5 0,5 1 3 0,4-3 3 15,2 0-1-15,2 0 5 0,-4-1-4 0,0-1 2 16,3-4-2-16,1 2 3 0,2 1-2 0,-3-5-2 16,-5 1 0-16,2-2 2 0,-2 1-3 0,1-1 3 0,-5-2-4 15,-1 0 11-15,-1 11-9 0,1-4 9 0,1-2-9 16,4-1 6-16,-1-2-2 0,-1-4-1 0,0 0 1 16,0-2 5-16,-1-2-7 0,-1 0 5 0,3-1-5 15,-1-1 8-15,0-1-4 0,6-3 0 0,-6 3 0 16,4-4-5-16,4-4 9 0,-2 0-3 0,2-3 8 15,-1 16 0-15,-1-22-8 0,0-1 4 0,-4-8-4 16,6 5 4-16,-6-2-6 0,0-7 4 0,-2 6-4 16,-9-6 10-16,4 3-12 0,-2 3 6 0,-4 1-7 0,-2 0 13 15,1 1-11-15,-3-1 2 0,0 0-3 0,-1 2 2 16,0-3 7-16,-1 1-3 0,-1-5 2 0,1-2-11 0,-1-2 8 16,0 0-2-16,-2-2 6 0,1-2-10 0,-1-2 7 15,0-3-4-15,22 2 6 0,-13-4-4 0,-7 1-3 16,-6-6 1-16,-5-1-1 0,-4-3 9 0,-4-3-4 15,-2 10 9-15,-3 2-7 0,-3 4 9 0,16 7-1 16,-30 0-6-16,-4 5 5 0,4 5-4 0,-10-3-1 16,3 8-2-16,-1 0 0 0,3 3-1 0,1 1 7 15,4 1 0-15,0 6 0 0,-4 0-6 0,4 2 5 0,-2 6 2 16,1 3 0-16,-1 0 3 0,2-18-15 0,2 10 1 16,-8 5-5-16,2 5 4 0,-3 7-2 0,1 2 0 15,4 4-2-15,-7 4-8 0,9-2-13 0,0 4-4 16,3-1-5-16,12-12-32 0,-2 23-23 0,1 7-12 15,14 1-7-15,0 2-73 0,3 7-205 0</inkml:trace>
  <inkml:trace contextRef="#ctx0" brushRef="#br0" timeOffset="130318.43">21046 9710 41 0,'0'0'14'0,"0"0"7"0,0 0 31 16,0 0 13-16,0 0 0 0,0 0-2 0,0 0-8 15,0 2-6-15,0-2 7 0,0 2-9 0,0-2-5 0,0 0 2 16,0 2-3-16,0-2-5 0,0 0-16 0,0 1 8 16,0 1-9-16,0 0 10 0,0 0-11 0,0 0 0 15,0-2-2-15,0 0 11 0,0 0 9 0,0 0-1 16,0 0 4-16,0 0 0 0,0 0-9 0,0 0 0 0,0 0-4 16,0 0-10-16,0-2 1 0,0 0 1 0,0 0-1 15,0-1-2-15,2-7-3 0,2-6-1 0,1-1 0 16,3-5-7-16,-1 1-3 0,1 1 3 0,1-1-2 15,-3 8 6-15,7-7-3 0,-10 3 0 0,12-3-1 16,4-3 2-16,1 5-2 0,-5-1-4 0,7 6 3 16,-1 8-2-16,-3-5-2 0,-9 5 3 0,1-1-3 15,-5 1 1-15,6 1 2 0,6 0-2 0,-8 2 1 16,1 1-4-16,-5-3 3 0,-1 2 2 0,2-2 0 0,-1 1-2 16,6-5-23-16,-9 8 2 0,7-4-9 0,-5 4 3 15,-2 0-24-15,5-1-3 0,-3 1-8 0,0 0-13 0,1 0 5 16,-3 0 4-16,6 0-2 0,-5 0 9 0,1 1-17 15,-2-1-4-15,7 12-12 0,2 8-106 0</inkml:trace>
  <inkml:trace contextRef="#ctx0" brushRef="#br0" timeOffset="130637.3">21299 9879 163 0,'0'0'73'0,"-2"0"-43"0,0 0 83 15,0 0-27-15,0 0-7 0,0 0 7 0,-1 0-8 16,-1 0 6-16,-3 0-25 0,-3 0-8 0,5 0-5 16,-1 0 1-16,1 0-12 0,3 0-6 0,0 0 1 15,-2-2-3-15,0 0-2 0,1 0-13 0,1 1 6 0,0-1-7 16,0 0 6-16,0 0-2 0,0-2-7 0,2 1 4 16,0-7-11-16,2 1 5 0,2-2 1 0,0 0-1 15,1-2-2-15,3 2 4 0,-5 1-6 0,14-1 5 16,4 4-7-16,-7-4 5 0,3-1 1 0,4 1-1 0,-7-4-2 15,1 4-2-15,0 0 4 0,-4 2-3 16,2 0 3-16,-2-3 4 0,2 1-5 0,-1 2 4 0,-1 0-8 16,-4-2 6-16,2-2-10 0,3 3 3 0,-1-1-48 0,2 4-89 15,2-6-5-15,-1-6-30 0,3 2-39 0</inkml:trace>
  <inkml:trace contextRef="#ctx0" brushRef="#br0" timeOffset="131974.62">21728 8633 137 0,'0'0'32'0,"0"-2"-4"15,0 0 30-15,0-1-6 0,-4-12 1 0,0 0-16 16,2 2 11-16,-1 0 0 0,-1 2 1 0,0 2-13 16,-1-3 8-16,1 3 0 0,0 2 1 0,-1-3-8 0,-1 3 5 15,4 1-9-15,-7 3 8 0,-2-3 0 0,2 2-8 16,-4 3 4-16,0-9-7 0,-2 1 1 0,4 3 15 16,-2 3-10-16,0 1 10 0,1 2-21 0,1 0-2 15,-2 4 0-15,2-1-4 0,-2 5-7 0,6-3-3 16,-1 5-3-16,1 6-1 0,1 5-5 0,3 1 0 15,1 0 4-15,-13-1-3 0,6-3-1 0,3-1 4 16,2-4-8-16,2 7 6 0,2-3-8 0,2-2 4 0,2 0 3 16,0-6-1-16,1 2 0 0,-3-5 3 15,2-1-2-15,-2-3 1 0,11 7-13 0,3 1 1 0,-1-3-3 16,2-3 6-16,-2-4 1 0,0 0-5 0,-2-2 4 16,0-2-3-16,0-1 11 0,0-3 2 0,-2 1-2 15,0 5 1-15,-2-15 0 0,-1 4-2 0,-1 0 2 0,-1-2-2 16,-3 8 2-16,-1-2-3 0,2 3 3 0,-2 2-2 15,5-5 5-15,-5 5-5 0,2-1 1 0,-4 3-1 16,0 0 1-16,2-1-3 0,0-1 2 0,-1 0-2 16,1 0 3-16,0 3 3 0,0-1 0 0,0 0 2 15,0 0 8-15,0 0-10 0,-1 0 7 0,1 2-9 16,0 0 10-16,0 2-9 0,0 0 1 0,0 2-2 16,0 5 7-16,1 13-6 0,-1 2-1 0,0 4-2 0,-2 0 3 15,0 0 0-15,0 2 1 0,0-4-1 0,-2 1-3 16,0-2 3-16,0-3-2 0,2-4 2 0,0-3-4 15,0-2-22-15,0-2-6 0,0 1-8 0,0-3-46 0,0 0-32 16,0-1-4-16,0-3-9 0,0 1-24 0</inkml:trace>
  <inkml:trace contextRef="#ctx0" brushRef="#br0" timeOffset="132364.29">22105 8312 174 0,'0'0'19'15,"0"2"20"-15,-2 0 16 0,0-1 19 0,0 3-7 16,-9 15 8-16,0 1-17 0,-2 4-29 0,0 0 2 16,0 2-12-16,2 2-14 0,1-2 8 0,3 0-6 0,3-3 6 15,0 1-4-15,4-4-5 0,0-1 7 0,2-3-8 16,0-4 7-16,0-3 12 0,2 0-5 0,-2-5 8 15,-1-1 4-15,3 1-3 0,0-2 8 0,5 4-7 16,-1-3 8-16,5 1-7 0,-4-4 5 0,-4 0-4 16,10-4 7-16,-5 1-20 0,-3-3 5 0,6-9-9 15,-9-9 0-15,1 4 1 0,1-1-5 0,-2-1 5 0,9 3 4 16,-4 1-10-16,-2-1-1 0,-1 1-3 0,-4 1 2 16,-2 0 1-16,0 4 6 0,-2-2-5 0,0 6 1 0,-2 0 0 15,-1 1-1-15,-5 5 2 0,-8 1 5 0,-3-13-9 16,-1 4 2-16,2 5-6 0,1 4 0 0,4 2-20 15,0 2-2-15,6 2-8 0,-4 2-22 0,2 1-34 16,4 2-9-16,-8 12-7 0,5-1-32 0,9 1 2 16,2-5-53-16</inkml:trace>
  <inkml:trace contextRef="#ctx0" brushRef="#br0" timeOffset="132632.22">22307 8243 145 0,'0'0'39'0,"0"0"-2"0,0 0 18 0,0-2-12 16,-2 2-2-16,0 0-33 0,0 0-7 0,2 0 9 0,0 0-9 16,0 0 9-16,0 2-7 0,0 0 3 0,0 2-1 15,0-1 5-15,0 10-10 0,2 4-1 0,0-2-1 16,2 2 2-16,0-2-1 0,1-1 1 0,1-1-1 16,-1-1 1-16,1 1 12 0,-1 0 3 0,1 0 6 15,0-2 18-15,-3-2 8 0,1 0 0 0,0 1 4 16,-1-1 4-16,1 0 4 0,0 4-3 0,-2-4 2 15,-2 1-16-15,0 1-17 0,0-4 2 0,-4 6-8 0,-2 0-4 16,1-2-13-16,-1-1 2 0,-1-1-5 0,3-3 2 16,-5 5-21-16,1 2-9 0,-1-2-10 0,2-9-65 0,-1 3-15 15,5-3-39-15</inkml:trace>
  <inkml:trace contextRef="#ctx0" brushRef="#br0" timeOffset="132905.57">22387 8206 369 0,'0'0'48'0,"0"0"-49"15,0-2 43-15,0 0-18 0,0 0-14 0,0 1 33 0,0-1 6 16,0-2 5-16,0 0-2 0,2 1-29 0,0-1-2 16,-1 0-7-16,1 0-1 0,0 1-3 0,2-1 3 15,-2 4-1-15,7-4 19 0,0 2-1 0,-1 2 5 16,-1 0-6-16,1 2-6 0,-3 0 0 0,-1 2-3 0,-2 20 4 15,-1 2 0-15,16 0 1 0,-4 0-7 0,-5-2 4 16,-3-2-14-16,-1-1 6 0,-2-1 4 0,0-3-2 16,-1-2-4-16,-1-2-2 0,2-2-7 0,-2-4 4 15,2 1-4-15,0-4 7 0,-2-3-4 0,4 3 5 16,-2-4-2-16,16 9 3 0,3-5 0 0,6-6-2 16,1-5-11-16,6-6-16 0,-3-2-5 0,3-4-9 15,3-3-78-15,-4 4-102 0</inkml:trace>
  <inkml:trace contextRef="#ctx0" brushRef="#br0" timeOffset="145885.6">20563 11325 76 0,'0'0'0'0,"0"-2"12"0,0 1 114 0,-1-3-35 0,-1 0 16 16,0-3-41-16,-2-3 10 0,2 3-4 0,-1-4-4 15,-1 2-2-15,2 1-6 0,-2-1-4 0,4 5 5 16,-1 0-7-16,-1 1-8 0,0-1 8 0,0 2-5 16,0 0 6-16,0 0-6 0,0 1-14 0,1 1 1 0,-1 1-6 15,0 1-1-15,-6 19-6 0,-5 14 4 0,0 6-5 16,0 2-6-16,-1-3 1 0,-5 7 0 0,-1 1 2 16,-5 4 0-16,3 2-8 0,-2 4-2 0,0 1 1 15,0 0-2-15,-2-1 6 0,2 1 3 0,1-7-1 16,3-2-4-16,1-3-2 0,1-8-2 0,-1-4 1 15,2-3 0-15,3-4-7 0,-1-1-2 0,4-6 0 16,-1-3 4-16,3-3-4 0,2-4 5 0,1-1-5 0,-1 1 2 16,3-6-2-16,2 1-7 0,2-4 1 0,-2 2-26 15,0-1-38-15,1 1 5 0,-1 0-17 0,0-1-16 0,0-1-48 16,0 0-51-16</inkml:trace>
  <inkml:trace contextRef="#ctx0" brushRef="#br0" timeOffset="146313.07">19979 12014 943 0,'-2'0'22'0,"0"0"-1"0,0 0 1 0,-2 0-3 15,-5 0-5-15,-2 0 0 0,0-2 24 0,1 2 1 16,1-2 6-16,-2 1 3 0,6 1-20 0,1 0 0 0,0 0-8 15,0 0-11-15,1 0-7 0,1 0 3 0,0 0-5 16,0 0 2-16,0 1 6 0,0 1 1 0,1 2 2 16,1 2-5-16,-2 14 7 0,0 2-5 0,0 6 5 15,0 0-7-15,0 0-1 0,0 0-2 0,1 0 0 16,-3-1 1-16,0 3-1 0,-3-2 3 0,-3 2-3 16,3-2 3-16,1-1-3 0,3-2-3 0,1-5 0 15,0-2-8-15,0-5 8 0,2 0 0 0,0-3 2 0,0-1-7 16,2 0 3-16,-2-3 0 0,2 1 2 0,0-3 3 15,0 0-5-15,1-1-3 0,3 1 0 0,11 5 5 0,1-3 5 16,-3-4-2-16,2-2 2 0,5-6-4 0,-2-1 1 16,6-8 4-16,4 11-4 0,0-24 0 0,3-3 7 15,2-2-7-15,1 3 6 0,1 2-11 0,-2 4 12 16,0 2-6-16,-5 5 7 0,-6 2-11 0,-1 4 4 16,-9 2 4-16,1 1-1 0,-4 4-2 0,-9 3 1 15,6-5 2-15,-5 2 1 0,1 1 4 0,0 1 8 16,-2 0-13-16,0 0 8 0,-1 0-27 0,1 2-54 15,0 0-7-15,-2 0-20 0,0 2-64 0</inkml:trace>
  <inkml:trace contextRef="#ctx0" brushRef="#br0" timeOffset="148549.54">21846 14803 6 0,'0'0'2'15</inkml:trace>
  <inkml:trace contextRef="#ctx0" brushRef="#br0" timeOffset="149784.13">21822 14823 3 0,'0'0'4'15,"0"0"-1"-15,0 0 28 0,0 0-5 0,0 0 12 16,0 0 4-16,0 0 9 0,0 0-2 0,0 0 2 16,0 0-8-16,0 0-16 0,0 0 3 0,0-1-10 15,0-1-12-15,0 0 7 0,0 0 3 0,0 0 2 16,0 0-2-16,0 0-6 0,0 1 0 0,0-1-1 0,0 0 5 16,0 0-5-16,0-2-3 0,0 1 0 0,0-1-6 15,0 0-49-15,0 0 38 0,0 3-31 0,0-7 113 0,0 1-12 16,0 1-4-16,0-1-5 0,0 1-20 0,0 2-7 15,0 1-4-15,0-1-1 0,0 0-16 0,-2 1 9 16,1-1-2-16,1 0 3 0,-2 0-13 0,2 1 6 16,-2-1-3-16,0 2 5 0,0 0 2 0,0 0-3 15,1 1 2-15,-1-1-2 0,2 0 0 0,-2 0 2 16,2 0-6-16,0 0 6 0,0 0-6 0,0 1 4 16,-2-1-1-16,0 0-1 0,2 0-5 0,0 0 3 15,0 0 1-15,0 0-1 0,0 2 1 0,0 0-6 16,0 0 2-16,0 0-3 0,0 0 3 0,-2 0 6 0,2 0-7 15,0 0 5-15,0 0-8 0,-2 0 7 0,2 0 1 16,0 0 3-16,-1 2-8 0,1 0 4 0,-2 0-3 16,0 0 4-16,0 2 0 0,0-1-6 0,2-1 4 0,-2 9-5 15,0 0 5-15,1 2 3 0,-1 2-4 0,0 0 3 16,0 0-5-16,2 2 6 0,0-2-6 0,0 3 6 16,0 1-7-16,0-1 3 0,2 1 2 0,0-1 0 15,0 1-2-15,-1-2 1 0,3 3-2 0,-2-3 1 16,2 1-7-16,-1 3 11 0,1-3-3 0,4 5 6 15,-1-3-9-15,0 0-3 0,1 3 3 0,1-1-2 16,2 2 4-16,2 2 5 0,-2 0-2 0,0 0 2 16,1 0-6-16,-1-2 0 0,0-1 3 0,4 1 0 0,-4-4 2 15,2 1 7-15,-4-7-11 0,2 3 9 0,2-2-14 16,6 0 10-16,-1 0-4 0,-3-4 5 0,2 0-7 16,3 0 8-16,3 0 0 0,3-1 2 0,-6-3 1 0,2 0 1 15,1 1-2-15,-3-3 1 0,2-1 2 0,3 0-8 16,1 0 4-16,-4-3-6 0,4 3-3 0,-2-2 3 15,0 15-2-15,2-4 1 0,0-6-6 0,0-1 3 16,0-3 2-16,6-1 2 0,-1-2-1 0,6 0 4 16,0 0-7-16,-1-2 5 0,1-1-5 0,-2-3-5 15,4 1 5-15,-2-1-3 0,2-1 9 0,0-1-5 16,0 1-2-16,0-1-1 0,-2-1-6 0,1 0 6 0,-3-1 5 16,6 1-1-16,-2 2 1 0,1-1 0 0,-1 1-5 15,2 1 4-15,-4 3-4 0,8 1 2 0,0 0 0 16,-5 0 0-16,7 2-6 0,-4 0 5 0,-3 0-1 15,3 2 2-15,-6 0-2 0,-1 0 2 0,-1-1 1 0,-2 1 2 16,4 0 1-16,-3-2-4 0,1 2-3 0,2 0 1 16,-2 0 5-16,3 1-3 0,1 1 0 0,0 0-1 15,0 1-1-15,5 1 4 0,-3 0-2 0,4 3 2 16,-1 0-5-16,-3 0 4 0,2 3 2 0,-3-1 1 16,-2 0-1-16,-1 2-1 0,-4 0-3 0,-3 0 1 15,1 3-1-15,1 1 1 0,-2 2-1 0,-1-14 0 16,-1 19-5-16,-2 1 7 0,0-1-1 0,0 2 2 15,-2 2-1-15,2-1-1 0,-1-1 4 0,-1 2-3 0,-2-2-1 16,-2 0 0-16,-1 0 0 0,1-3 0 0,-1-1 3 16,0-2-4-16,-1 1 1 0,-3 1-4 0,-2-7 1 0,-2-2 3 15,2 0 2-15,-2-2 0 0,2-2 6 0,-4-1-9 16,3 1 5-16,-1-2-6 0,-4-3 7 0,1 0 3 16,-3-2-3-16,3 3 5 0,1 3 7 0,0-3 1 15,-5-3-3-15,1 0 2 0,-1-2 0 0,4 2-11 16,3 0 6-16,-4-2-8 0,-1 0-6 0,1-2 3 15,-3 0 1-15,5-4 3 0,2-1 3 0,-1 1-6 16,1-12-2-16,-4-3 0 0,2 3 0 0,3-3-1 16,-1 5 1-16,-2-3-3 0,2-3-7 0,2 0 6 15,-4 1-2-15,4-1 5 0,-1 0 2 0,1 1-8 0,1 1 4 16,1 1-5-16,0 4 12 0,0 0-4 0,0 1-1 16,2-5-3-16,-1 2 1 0,5 1 4 0,1-3 0 15,4 4 2-15,6-2-6 0,-1 3 4 0,4-3-2 0,6 2 1 16,-2 0-6-16,4 2 2 0,0 0 4 0,1 4-1 15,-1-2 3-15,3 3-3 0,1 1 2 0,-6 1-2 16,3 3 8-16,-3-1-8 0,-2 2 2 0,4 0-5 16,-1-22 3-16,3 11 5 0,3 6-6 0,2 5 5 15,8 2-8-15,-1 2 6 0,5 1 1 0,1 1 1 16,0 2-4-16,2-1-5 0,-2 1 4 0,-2 1-2 0,1 1 9 16,-3 1-4-16,2 0 0 0,6 4-2 0,2 0-7 15,7 2 12-15,2 0-4 0,-4 0 5 0,-1 1-8 16,-7-1 6-16,1 4-3 0,-4-1 2 0,4 1-5 15,0 0 1-15,2 1 0 0,5 4 0 0,2-2 6 0,2 1-2 16,-2-1 0-16,0-2-2 0,-1 1-4 0,-5-1 4 16,1-1-1-16,-1-4 1 0,5-2 0 0,5-4 5 15,7 2-5-15,2-3 3 0,6-5-9 0,-4-1 6 16,-6 0 2-16,0-2 3 0,1-2-2 0,1 0-5 16,10-3 3-16,-1-1-2 0,4-1 7 0,-5-3-11 15,-6 1-13-15,-3 2-4 0,-6 1-83 0,-4 4-373 16</inkml:trace>
  <inkml:trace contextRef="#ctx0" brushRef="#br0" timeOffset="155253.47">30636 11827 41 0,'0'0'31'0,"0"0"13"0,0-2 24 0,0 0 4 0,0 0-15 0,0 0-22 0,0 0-2 0,0 0 2 0,0 1-2 0,2-1-13 0,0 0 10 0,0-2-6 0,0 0 7 0,0 3-13 0,-1-1-4 0,1 0 1 0,0 0-3 0,0 0 0 0,0 0 15 0,0 1 0 0,0-1 7 0,-1 2 7 0,1 0 1 0,0 0-3 0,0 0 0 0,0 2-13 0,0-1 3 0,0 1-5 0,-1 2 5 0,-1-2 1 0,6 14-12 0,0-1 1 0,-1 6-5 0,-1-3-3 0,1 1 1 0,-1-2-2 0,2 3 0 0,-1 0-4 0,-1-7-1 0,0 8 5 0,-1-4-6 0,-1-1 3 0,2 7 3 0,-2-7-7 0,0 1 5 15,-1 0-8-15,1-2 0 0,0-1 4 0,0 1-2 16,0-4 0-16,0 1 2 0,0-5-2 0,-1 0 3 16,1-1 8-16,-2-4 19 0,2 2-2 0,0-1 8 0,0 1 5 15,2 0-15-15,-1-2 5 0,5-1-8 0,5 3-1 16,3-4-11-16,1 0 2 0,4-4-5 0,3-1 4 15,0-6-3-15,7-6 5 0,8-5-4 0,2 14 2 0,13-18-8 16,4-5 0-16,7-8-1 0,7-2 3 0,1-9 2 16,4-8-2-16,3 1 0 0,-2-1-12 0,2 1 4 15,7 5-5-15,4 3 4 0,0 5-13 0,-2 1-21 16,-7 4-3-16,-9 0-13 0,-7 2-78 0</inkml:trace>
  <inkml:trace contextRef="#ctx0" brushRef="#br0" timeOffset="163784.34">14189 10772 256 0,'0'0'-19'0,"0"0"23"0,0 0 22 16,0 0 13-16,2-2 34 0,0 0-2 0,0 0-32 15,-2 1 1-15,0-1-13 0,0 0-10 0,0 0 4 16,0-2-3-16,2 1 3 0,-2-1-2 0,0 0-3 16,0 2 8-16,0-3-6 0,0-1 8 0,0 1-8 15,0-1 2-15,0 0-3 0,-2 1 2 0,0 1 0 16,0-1-4-16,0 1 4 0,1 0-8 0,-7 0 1 0,-3 3-2 15,0-9 2-15,-2 3 3 0,2 1-9 0,-4 1 3 16,0 1-5-16,0 0 0 0,0 2 7 0,0 2-5 16,-1 0 3-16,-1 2-12 0,0 2 5 0,-1 2 2 15,1-1 2-15,-2 3-2 0,5-1 0 0,-3 2 2 0,2 1-1 16,-2 1-4-16,4-6 7 0,-2 14-9 0,1-2 8 16,1 1-5-16,3 1-3 0,1 3 2 0,-2-2-3 15,2 6 2-15,1-3 6 0,3 3-2 0,3-2 2 16,0-2-4-16,0 8-2 0,-17-2-1 0,8-4 0 15,4 0 6-15,3 0 5 0,4-5 0 0,2 3 0 16,5 2-6-16,1-5 9 0,1-3-4 0,4 5 6 16,-2-6-9-16,-5 1 8 0,14 3-4 0,1-8 5 0,1 2-10 15,0-4 0-15,2 1-1 0,-1-1 0 0,-1-2-4 16,0-1-1-16,1-2-1 0,-1-1 2 0,2-1 4 16,-2 2-19-16,-1 11-4 0,-1-6-9 0,1-2-30 0,-1-1-35 15,-1-2-22-15,-3-4-16 0,-1 0-194 0</inkml:trace>
  <inkml:trace contextRef="#ctx0" brushRef="#br0" timeOffset="164396.25">14434 11262 693 0,'-1'-2'8'15,"-1"0"21"-15,0 1-29 0,0-1 0 0,0 0 2 16,0 0-2-16,0 0 2 0,1 0 2 0,-1 0-3 0,0-1 3 16,0-1 2-16,0 0 0 0,0 1 3 0,0 1-4 15,1 0 5-15,-1 0 13 0,0 0-2 0,2 0 7 16,-2 0 8-16,0 1-10 0,0-1-4 0,0 0-4 16,2 0-18-16,-1 2 1 0,-1 0 7 0,0 2-4 15,2 0 1-15,-9 22 2 0,-1 2-7 0,3 0 5 16,-1 0-1-16,3-2 0 0,1 0 3 0,0-2-4 15,1 1-5-15,1-5 2 0,0 1-1 0,2-2 2 0,0-3 1 16,0 1 6-16,0 0-3 0,0-2 3 0,0-2-9 16,0 0-3-16,0-1 3 0,0-3 0 0,0-1 8 0,0-1-7 15,0-3-5-15,0 0 0 0,2 2 2 0,0-1-11 16,0 1 10-16,-1-2-11 0,1 0 10 0,2 0-3 16,0-2-4-16,3 0 1 0,4-4-10 0,-1 0 6 15,-5 1-2-15,-1-5 5 0,7-10 10 0,-2 1-1 16,2-2-3-16,1 1 1 0,-7-1 1 0,4 2 4 15,1-3 1-15,-3 1 0 0,1-1 3 0,-3 1-3 16,1 3 3-16,1-1-4 0,-1 4 4 0,-3 4-3 16,3-2 0-16,-4 1-1 0,0 3 3 0,0 1 3 15,-1 3 0-15,-1 1 0 0,2-2-7 0,-2 2 0 0,4-2 0 16,0 1 1-16,-1 1 18 0,1 0-5 0,0 0 2 16,-2 2-5-16,0 2-6 0,-1 0 2 0,1 2 2 15,2 7-1-15,2 9-1 0,-3-1-2 0,1-1-4 16,-2-1 2-16,0 2-9 0,-2-5 12 0,0 1-4 0,2 0 8 15,-2-2-9-15,1 0-1 0,1 0 3 0,0-2-2 16,0 0 8-16,0-1-6 0,0-1-5 0,0-2 2 16,-1 1-1-16,1-3 1 0,0 1 2 0,0 0-1 15,-2-3-10-15,0-1-2 0,0 0-6 0,2 2 2 16,0-1-24-16,0 1-87 0,-2-2-6 0,0 0-37 16,0 0-106-16</inkml:trace>
  <inkml:trace contextRef="#ctx0" brushRef="#br0" timeOffset="164631.91">14108 11162 659 0,'0'0'19'0,"0"0"-2"0,0 0-10 15,0 0 4-15,0 0-12 0,0-2 5 0,0 2 3 16,0 0-2-16,0 0 3 0,2 0 14 0,-1 0 3 15,3 0 11-15,7 0-8 0,15 0 2 0,10 0-11 0,1-4 0 16,3-1-1-16,7-3 9 0,3-1-13 0,6-2 4 16,-6 0-7-16,-2 2-9 0,-7-1 0 0,-6 3-2 15,1 3 0-15,-3 2-11 0,-5 2-194 0,-2 0-19 16</inkml:trace>
  <inkml:trace contextRef="#ctx0" brushRef="#br0" timeOffset="165221.28">16260 10603 137 0,'0'0'17'0,"0"-2"26"16,1 0-27-16,1 0 29 0,0 1-2 0,0-1 12 16,0 0 6-16,0-2-6 0,0 0-11 0,-1 1 5 15,1-1-18-15,-2 2 25 0,0-2 2 0,0-1 5 16,0 1-4-16,0 2-15 0,0 0-2 0,0-1-5 15,0-1-19-15,-2 0-8 0,1 1 0 0,-1 1-3 16,0 0-1-16,-2 0-8 0,-5 0 3 0,-8 2-5 0,0 0 7 16,1 4-1-16,-3 1-1 0,2 3 0 0,-1 1 5 0,-1 2-5 15,4-7-1-15,-1 16-1 0,1 3 3 0,2 1-2 16,-4 2 0-16,6-2-1 0,-2 2 1 0,2 0 3 16,7 2 1-16,1 0-1 0,-16 1-6 0,8 3 3 15,3 1 4-15,5-3 1 0,1-4 1 0,2 4 0 16,2-6-4-16,3-2 2 0,3 2-5 0,1-3 8 15,0-3-5-15,2 1 7 0,1-2-2 0,-5-2-9 16,13-2 4-16,-1-6-6 0,-2-1-1 0,-1-3-36 16,1 1-5-16,0 7-13 0,-1-2-48 0,3-1-119 15</inkml:trace>
  <inkml:trace contextRef="#ctx0" brushRef="#br0" timeOffset="165952.7">16445 11257 313 0,'-2'0'135'15,"1"0"-183"-15,-1 0 153 0,0 1-87 0,0 1-23 16,-2 0 10-16,1 2-5 0,-1 0 5 0,0-1-7 15,0 1 14-15,1 0 4 0,1-1 2 0,0 1 5 0,0 0 11 16,0 0 14-16,0-1-1 0,2-1 43 0,0 0-37 16,0 0 2-16,2 0-14 0,0 0-9 0,2-2-12 15,5 0-9-15,13-4 2 0,6-5-7 0,0-3-3 16,0-1 7-16,0 0-7 0,-4-1 5 0,-2 10-6 16,-1-18 1-16,-3 1-3 0,1 3-5 0,-2-6 5 15,-1 1 0-15,-3 1 3 0,2-2 2 0,-2 7-4 16,0 0-1-16,-7-1 0 0,1 7 1 0,0-2 2 15,-5-2 2-15,6 6-2 0,1-3 8 0,-5 7-5 16,-2 1 8-16,-2 2-4 0,1-1 16 0,1-1-3 0,0 0 1 16,0 2-2-16,0 0-16 0,0 1-9 0,0-1-1 15,-1 2-2-15,-1 0 6 0,0 2 5 0,0-1-7 16,-1 5 6-16,-9 20-4 0,-1 0 3 0,0 0 0 0,0 0 1 16,0-4-8-16,1-1 6 0,1 7 0 0,4-2 1 15,-1-2-12-15,4-4 14 0,0-3-5 0,1-4 7 16,1 0-12-16,0 0 6 0,0-4-2 0,0 2 3 15,0-5 4-15,1-1 7 0,1 1 0 0,-2-4 1 16,0 0-10-16,4 1 3 0,3 3 0 0,10 3 1 16,-2-3 7-16,3-4-8 0,5-2 0 0,1-4-3 15,2-4-4-15,-4-1 0 0,0-4 6 0,-3 11-4 16,1-26 1-16,-5 4 3 0,4 0-6 0,-4 2 6 0,1-2-6 16,-3-8 0-16,0 6 0 0,0-3 0 0,-1 1-3 15,-1 5 3-15,-4 1 0 0,1 2 0 0,-5 5 0 0,-1 4 0 16,2 1 0-16,1 3 1 0,-1 1 4 0,-2 3-3 15,-2 1-2-15,0 0 1 0,2-2 10 0,0 1-12 16,0 1 1-16,-1 0-6 0,-1 2 4 0,0 2-1 16,0 0 3-16,-1 7-1 0,-7 24 1 0,1-1 0 15,-1 5-1-15,3-5 1 0,1-3 3 0,0-1-3 16,2-2 1-16,2-2-1 0,0 0 0 0,2-5 4 16,2-1-4-16,0-3 3 0,-1-2-4 0,3-2 7 15,0 1-4-15,-1-3 4 0,1-4-10 0,12 1 6 16,5 0-1-16,1 10 3 0,2-3-7 0,2-3 5 0,-1-5 1 15,5-3 1-15,0-2-4 0,-5 0-29 0,-1 0-7 16,-11-2-13-16,-4 0-57 0,2-1-259 0</inkml:trace>
  <inkml:trace contextRef="#ctx0" brushRef="#br0" timeOffset="172063.54">14106 15533 112 0,'0'0'0'0,"0"0"6"0,0-2 53 0,0 0-24 15,0 0 1-15,0 0-32 0,0 0 3 0,0 1-10 0,0-1 4 16,0 0-5-16,2-2 7 0,0 0-7 0,-1 1-8 15,1-1-2-15,0 0-36 0</inkml:trace>
  <inkml:trace contextRef="#ctx0" brushRef="#br0" timeOffset="173001.87">14824 12319 285 0,'0'0'71'0,"0"-2"16"0,-1 0-31 0,-1 0-30 16,0 0-10-16,0-1-5 0,0-1 21 0,0 0-7 15,-1-1 13-15,1-3-9 0,-6 4-5 0,1-1 0 16,-1-1-1-16,-1 3-3 0,0-1 14 0,0 2-2 16,-3-2 5-16,-1-1 4 0,4 3-7 0,-4 0 7 0,2-7-7 15,0 1 4-15,0 3-15 0,-4-3-2 0,0 5-4 16,0 1-7-16,-2 0-4 0,-3 2 0 0,1 2 0 15,-1 1 1-15,1 3-7 0,-1 3 6 0,-10 4-6 16,1 2 5-16,1 0-5 0,2 0 1 0,5-13-1 16,3 20 1-16,-5 2 4 0,1 2-5 0,4-2 3 15,6 2 3-15,3 0-3 0,2-4-1 0,-1 4-2 0,1 0-5 16,3 2 8-16,2 0 1 0,-16 4 2 0,8-6-7 16,5 2 3-16,5 1-3 0,4-6 2 0,3 6-7 0,2-5 10 15,2-3-1-15,4 1 4 0,-11-5-3 0,18 3 8 16,1-3 1-16,-3-8 2 0,10 4 1 0,-2-7-3 15,-1 1-4-15,3 1 1 0,-2 10-10 0,0-5 6 16,0-5-2-16,-4-3 2 0,0-3-9 0,-4-2-2 16,1 0 3-16,-1 0-1 0,-3 0 0 0,0 0-5 15,-4 0-5-15,-2-2-1 0,0 2-37 0,-5 0-15 16,-1 0-19-16,-3 0 1 0,0 0-76 0</inkml:trace>
  <inkml:trace contextRef="#ctx0" brushRef="#br0" timeOffset="173495.9">15179 12445 120 0,'0'0'18'0,"0"0"-2"0,0 0 27 16,-2 0 3-16,0 0 2 0,0 0 7 0,1 0-8 15,-1 0-7-15,0 0 1 0,0 0-17 0,0 0-2 16,0 0-4-16,0 0 2 0,1 0-3 0,-1 0-4 15,0 0 7-15,0 0-4 0,2 0 15 0,0 0 24 16,0 0-3-16,0 0 9 0,0 0-13 0,2 0-9 16,0 0-1-16,0 0-1 0,1 0 0 0,18 0-9 15,1 0 0-15,4 0-3 0,-2-2 0 0,4-2-5 0,2 1 2 16,-2-1-4-16,-1 0-7 0,1-1 1 0,0 1-4 16,0 0 3-16,-2 2-5 0,-2 1-6 0,-2-1 3 15,1 0-4-15,-5 0 2 0,1 2 3 0,-4 0-2 16,-4 0 2-16,-4 0-3 0,1 0-5 0,1 0 1 15,-4 0-3-15,3 0 7 0,-4 0-3 0,-1 0 2 0,1 0-1 16,0 0 6-16,-1 0-19 0,-1 0 4 0,0 0-11 16,0 0-12-16,0 0-123 0,0 0-11 0,0 2-47 15,-2 0-135-15</inkml:trace>
  <inkml:trace contextRef="#ctx0" brushRef="#br0" timeOffset="173868.24">15160 12690 397 0,'-1'0'23'0,"-1"0"49"0,-2 0-56 0,-2 0 12 15,-5 0 1-15,4 0 3 0,-6 0-1 0,5 0-12 0,7 0 6 16,-5 0-7-16,4 0 3 0,-2 2-10 0,1 0 3 16,-1 0-4-16,2-1 4 0,0 1 6 0,0 0 1 15,1 0 5-15,-1 0 24 0,2 0-10 0,0 0 6 16,0-1-8-16,2 1-2 0,-1 0-15 0,3 0 0 0,9 4-4 16,15 1-5-16,5-1 7 0,-5-5-8 0,6-1 7 15,-5 0-14-15,1-3 3 0,5 1 1 0,-5-2 0 16,0-1 0-16,-2-1-11 0,0 0 5 0,-8 5-6 15,0-1 9-15,-5 2-10 0,0 0 3 0,-2 0-7 16,-6 0-7-16,1 0-13 0,-3 0-55 0,-1 0 8 16,0 0-241-16</inkml:trace>
  <inkml:trace contextRef="#ctx0" brushRef="#br0" timeOffset="175726.13">16473 12207 49 0,'0'0'18'16,"0"-2"25"-16,2 1-23 0,0-1 12 0,0 0-7 0,0 0 9 16,-2 0 4-16,1 0-8 0,1 0-1 0,0 1-5 15,0-3-8-15,0 0 5 0,-2 0 6 0,0 1-2 16,0 1 9-16,0-6 2 0,0 1-1 0,0 5 0 16,2-7-5-16,-2 3 3 0,0 1 2 0,0-3 1 15,0 5 6-15,0-1-9 0,0-2 3 0,0 1-4 16,0-1 3-16,0-1-5 0,0 1-6 0,0 2 2 15,0 3-8-15,-2-3 0 0,0 0 0 0,-2 0-1 0,2 4-3 16,-9-5-4-16,-2-1 1 0,0 3-4 0,-2 1-9 16,-1 2 8-16,-1 0-4 0,-2 2 6 0,1 1-7 15,5 1 4-15,-4 2-3 0,2 1 4 0,-1 0 0 0,1 3 0 16,2-3-3-16,0 1 2 0,0 1 0 0,3-4-3 16,1 3 4-16,4-6-5 0,-3 7-9 0,3 0 11 15,1 1-3-15,0-1 5 0,0 0-6 0,-1-1 2 16,-3 1 1-16,5-4 1 0,-1 3 0 0,2-3-3 15,0 3 2-15,0-3-2 0,2 1-5 0,0 0 2 16,0-1 1-16,0-1 2 0,0 1 2 0,0-3 0 16,2 2-1-16,-2-2 2 0,13 7 1 0,0-1 0 0,2-1-3 15,0-1 2-15,0-3 0 0,0 1-2 0,0-2 2 16,-2-2-2-16,0 0 3 0,0 0 0 0,-4 0-5 16,0 0 2-16,0 0-1 0,-5 0 3 0,2 0 2 15,-3 0 0-15,1 0 0 0,0 0 13 0,0 0 0 0,-1 0 6 16,1 0 10-16,-2 0-9 0,0 0-1 0,0 0-5 15,-1 0-15-15,1 0 7 0,0 0-2 0,-2 0 5 16,0 0 5-16,0 0-16 0,0 0 7 0,0 0-10 16,-2 0 7-16,0 0 2 0,1 0-7 0,-1 0 5 15,-11 0-2-15,-2 2-5 0,0 1 3 0,-2 3-4 16,-1 1 3-16,-1 1 1 0,2-1-3 0,1 3 0 16,-1-1-1-16,0 2-2 0,1 0 9 0,1-7-6 0,0 9 1 15,4-2-1-15,1 2 0 0,-1-2 2 0,6 0 3 16,-1 0-2-16,1 0-3 0,-1 1 1 0,0-1-6 15,3 0 5-15,-6 0 1 0,3-2 2 0,0 2-3 0,3 1 1 16,1-1-5-16,2-4 4 0,0 2-8 0,2-3 4 16,0 0 3-16,1-1-1 0,-1 1 1 0,15-3-4 15,1-1 1-15,1 11 0 0,1-3 7 0,1-3-3 16,-1-1 4-16,2-3-4 0,1 1-1 0,-1-4-1 16,0 0 2-16,1 0 0 0,-1-2 0 0,-4-2-5 15,3 1-5-15,1-1 2 0,-3-2-2 0,-4 3-25 16,-2-1 2-16,-4 2-10 0,-2 0-15 0,-1 0-11 15,-4 2-3-15,1 0-2 0,1-1 6 0,0-1-1 16,0 0 3-16,-1 0-6 0,1 0-33 0,0 0-118 0</inkml:trace>
  <inkml:trace contextRef="#ctx0" brushRef="#br0" timeOffset="176240.71">16705 12577 390 0,'0'0'62'0,"0"0"-71"0,0-2 66 0,0 0-33 15,0 0-22-15,0 0 11 0,0 0-6 0,0 1 8 0,0-1 1 16,0 0 9-16,0 0 12 0,0 0-3 0,0 0 28 16,0 0-10-16,0 1 2 0,0-1-4 0,0 0 1 0,0 0-4 15,0 0-3-15,0 0 1 0,0 0-7 0,0 1 5 16,0-1-3-16,-2 0 2 0,1 0-9 0,-1 0-9 15,0 0 0-15,0 0-3 0,0 1 0 0,0 1-12 16,0 0-2-16,1 0-2 0,-1 1-3 0,-2 1-2 16,0 0 7-16,1 2-7 0,-1 1 2 0,-2 8 4 15,-7 2-7-15,8-2 5 0,-3 0-5 0,6-2 6 16,-9 4-5-16,4-4 5 0,-1 2-9 0,3-1 4 16,3-3 1-16,0-2 2 0,2-1-4 0,0-1 1 15,0 3 4-15,0-1-2 0,0 1-3 0,0-6-1 0,0 3 2 16,0 1 0-16,2-3-3 0,-2-1 3 0,0 0-2 15,2-2 3-15,13 2-1 0,-2 7 0 0,-2-3 0 16,7 1 2-16,-1-1 8 0,0-2-6 0,-4-4-4 16,-4 0 0-16,4 0 0 0,0 0 2 0,-2-2 3 0,-3 0-3 15,-3 0-2-15,1 0 6 0,3-3-5 0,-3 1 5 16,-1 0 1-16,-1-3-2 0,-2-4 5 0,0-2-5 16,9-2 3-16,-4 2 2 0,1-2-2 0,-3 0 2 15,1-2-4-15,-4 1 2 0,-2 1-2 0,0 2 2 16,0 0-3-16,-2 2 1 0,0 1 2 0,0 3-2 15,-2-1-5-15,2 3 0 0,-3-3-3 0,-4 3 2 0,-10 1 4 16,4 2-30-16,2-7-9 0,-7-2-12 0,3 3-64 16,-3 3-56-16,-3 1-6 0,7 4-26 0,-1 0-118 15</inkml:trace>
  <inkml:trace contextRef="#ctx0" brushRef="#br0" timeOffset="177867.65">17481 12079 56 0,'0'0'26'16,"0"-2"30"-16,0 0 13 0,2-1 4 0,0-7-1 16,4-6 0-16,-1-3-19 0,1 1-17 0,-1 5-3 15,3-4-3-15,-1-4-4 0,-1 7-7 0,-1-1 11 16,-1 5-10-16,-4 9 8 0,0-1 3 0,2-2 0 16,0 0 4-16,0 1 20 0,-1-1-17 0,1 0 3 0,0 2-8 15,0 0 3-15,-2 2-5 0,0 0-3 0,0 2-3 16,0 0-23-16,-2 7 8 0,-5 10-4 0,-6 9 5 15,2-4-5-15,-2 0-4 0,0 2 1 0,3-4-2 16,1-3 0-16,2-4 5 0,1-4-1 0,0-2 2 16,3 1 2-16,-1-3-5 0,0-1 7 0,1 1-7 15,1-1 8-15,0-3-6 0,-2 5-2 0,2-5-1 0,0 1-3 16,1 2 1-16,1-4-1 0,-2 1 3 0,2-1 1 16,0 0-4-16,0 0 4 0,-2 2-3 0,0-1 7 15,0 1-6-15,2 0 0 0,0-2-2 0,-2-1 5 16,2 1 0-16,0 0 2 0,0-2-1 0,0 0-4 0,2 0 1 15,0-2-6-15,0 2 5 0,22-13 0 0,-5-11 1 16,-3 0-2-16,3-2 0 0,-4-2-6 0,0 2 10 16,3-2-5-16,-5-1 7 0,-2-3-12 0,0 4 6 15,1 4 4-15,1 4 0 0,0 3-1 0,-2-2-2 16,-4 3-5-16,-1 4 3 0,1 1-6 0,-3 4 3 16,1 1 3-16,-1 3-1 0,0 1 1 0,1-2-1 15,-1 2 1-15,0 0-1 0,0 1 2 0,-1-1 2 16,1 0-4-16,2-2 2 0,-1 2-6 0,1 0 4 0,1 2 3 15,-1 0-1-15,1 0 3 0,1 2 7 0,-1 2-4 16,-1 0 6-16,-1 14-5 0,1 6-1 0,-1 4 0 16,-1 0-1-16,-2-2 1 0,0 2 4 0,0 5-4 15,16-5 3-15,-5 4-8 0,-7-10 0 0,-3 0 5 0,1 1-4 16,-2-3-3-16,-2-1 5 0,0-5-4 0,0 3 6 16,0-6-7-16,0 0 1 0,0-3 2 0,0 1 0 15,0-1 1-15,0-3-3 0,0 3 1 0,0-5-2 16,0 1-4-16,0-2 5 0,0 0-5 0,0 0 6 15,-2 1-5-15,0 1-15 0,0 0-11 0,1-2-3 16,-1-1-57-16,0 1-35 0,-2 0 2 0,0 0-15 0,1-2-23 16,-3 0 26-16,-3-2-5 0,1 0 16 15,3 0 23-15,-3-1 28 0</inkml:trace>
  <inkml:trace contextRef="#ctx0" brushRef="#br0" timeOffset="178098.74">17383 12161 347 0,'-2'0'80'0,"0"0"141"0,0 0-178 0,0 0-21 15,1-2-10-15,-1 2 2 0,0 0 2 0,2 0 8 16,0 0 5-16,0 0-2 0,2-2 4 0,0 0-15 0,1 0 3 16,10-1-8-16,11-3-1 0,4-1 6 0,-2 1-4 15,4 1 3-15,0 1-1 0,-4 0-4 0,2-1-1 16,-4-1-3-16,-2 2-5 0,0 1-2 0,-3-1 2 15,-1 2-2-15,-1 0 1 0,-4 2-14 0,2 0-2 0,-4 0-7 16,-3 0-39-16,-3 0-116 0,-1 0-18 0</inkml:trace>
  <inkml:trace contextRef="#ctx0" brushRef="#br0" timeOffset="178550.92">17130 12538 354 0,'0'0'72'0,"-1"0"144"0,-1-2-199 0,0 0-10 0,0 0-3 15,0 2 0-15,0 0-4 0,0 0 0 0,1 0-2 16,1 0 2-16,0 0 6 0,0 0-5 0,0 0 5 16,1 0-5-16,1 0 4 0,0 0 7 0,2 2 2 15,0-2 1-15,10 2 3 0,7 2 4 0,1-1-9 0,2 1 8 16,4 2-2-16,2-3 1 0,7-1 4 0,-2 0-5 15,2-2-5-15,10 2 14 0,-8-2-3 0,5 0 5 16,3 0-13-16,-3-2 3 0,3-2-2 0,-1 2 3 16,1-1-6-16,-1-5-1 0,6 3-3 0,-2-3 2 15,2 1-11-15,-2 1 4 0,-3 1-7 0,-3 3 5 0,-5 0-9 16,-7 2-1-16,-14 0 6 0,-3 0-5 0,-4 0 1 16,-9 0-2-16,7 2-2 0,-5-2 0 0,0 2-7 15,0 0-62-15,-3 1-4 0,1 3-34 0,-2 9-152 16</inkml:trace>
  <inkml:trace contextRef="#ctx0" brushRef="#br0" timeOffset="179487.37">17739 13106 457 0,'0'0'8'16,"0"0"2"-16,0 0-8 0,0 0 3 0,0-2-5 16,2 0 11-16,0 0 3 0,0 0-7 0,0 1 6 15,0-1-8-15,0 0 0 0,1 0 8 0,1 0-4 16,0 0 18-16,-1 0 13 0,1 1-3 0,0-1 6 15,0-2-5-15,-1 0-4 0,1 1 1 0,0-1-4 16,-1 0 4-16,-1 1-10 0,0-1 6 0,0 0-9 0,0 0-1 16,0 1-1-16,-2 1-1 0,0-2 1 0,0 0 2 15,0-1 2-15,0 1-5 0,0-3 4 0,0 3-5 16,0 0-12-16,-2-1 7 0,0 1-10 0,-2 0 6 0,1 1 5 16,-7-3-8-16,-5-1 8 0,2 1-3 0,0 2-2 15,-1 1 6-15,1 1-7 0,0 2 3 0,-2-2-5 16,-4 2 0-16,4 0 0 0,-1 0 0 0,-1 2-2 15,4 0-2-15,-4 1 1 0,2 1-2 0,2 0-1 16,2-1 4-16,-2 3-3 0,0 1 0 0,0 1 3 16,2-1-6-16,2-1 5 0,-1 1 0 0,7-5-6 15,-1 9 4-15,2 0-5 0,-7 1 6 0,5-5-2 16,-1 4 2-16,1-2-2 0,2 1 0 0,0-1-1 0,0 0-1 16,2-1 2-16,0 1-2 0,2 0 4 0,0-1-2 15,0-1 4-15,0 0-3 0,0-1-5 0,1 1 3 16,1-1-4-16,0 0 3 0,-1-1 2 0,-1-1-4 15,4 0 4-15,5-1-1 0,-5-1-4 0,5 7 5 0,-2-3-4 16,0 0 9-16,4-1-8 0,2-1 0 0,0-2-3 16,0-2 9-16,2 0-2 0,-1-2 3 0,1-4-4 15,0 1 0-15,-2-3-1 0,3-3-4 0,-3 2 3 16,2 5-4-16,-1-11 5 0,-1-1 2 0,0-1-1 16,0 0-2-16,-2 2 4 0,0 0-1 0,-2-1 3 15,0-1-2-15,-3 0-7 0,-1-1 7 0,-1 1-5 16,-3 0 2-16,1 4 5 0,0-3-4 0,-2-1 6 0,11-2-6 15,-2-3 3-15,-6 9-6 0,1-4 3 0,-4 1-1 16,0 3 1-16,-2-6 2 0,0 4 1 0,0 2 4 16,0-3-9-16,0 4 7 0,0 1-8 0,-2 2 11 0,2 2-11 15,-2-5 3-15,2 7-6 0,-2-4 10 0,2 3 2 16,0 4-3-16,0-2 2 0,0 3-3 0,0-3 7 16,0 2 2-16,-2-2-1 0,0 1-7 0,1-1 10 15,-1 2-5-15,0 0 7 0,0 0-9 0,0 0 0 16,0 1-1-16,0-1 2 0,1 0-2 0,-1 2-3 15,0 0-2-15,0 2 0 0,0 0-3 0,0 1 4 16,0 1-1-16,-3 9 3 0,-3 6-1 0,3 1-3 16,-1 4 0-16,1 4-1 0,1-4 5 0,0-3 1 0,1 1-2 15,1-7 0-15,0 3-2 0,2 3 0 0,0-3 3 16,0 3-2-16,0-3 0 0,0-3-1 0,2 2-1 16,0-2 0-16,1-2-4 0,1 0 8 0,2 2-1 15,-1-4 4-15,1 2-5 0,-1-2-4 0,3 0 4 16,-1 0-3-16,-1-2 2 0,1 1 1 0,-5-3-1 0,9 0 0 15,2-1-1-15,-2-2-5 0,6-1-4 0,0-1 2 16,1 11-12-16,1-3-53 0,-1-5-13 0,5-1-18 16,-3-4-84-16</inkml:trace>
  <inkml:trace contextRef="#ctx0" brushRef="#br0" timeOffset="181091.94">19279 14376 80 0,'-2'0'0'0,"0"2"7"0,0 0 78 0,-2-1-7 15,1 1 4-15,-7 0-23 0,-3 2-6 0,-1 1-5 0,-3 1 1 16,0-2-2-16,2-1-6 0,4-1-1 0,2 0-5 15,0 0 1-15,-1-2-13 0,5 0-2 0,-1 2 1 16,2 0-2-16,1 0-4 0,-1-1 1 0,0 1 6 0,2 0-3 16,1 0 4-16,-1 0-6 0,0 0-6 0,0 0 2 15,2-1-6-15,0 1-9 0,0 2 7 0,2 0-8 16,-2-2 8-16,4 3-7 0,10-3 2 0,7 0-2 16,5 15 9-16,2-4 2 0,1-4 3 0,5-4-2 15,1-3-3-15,4 0-5 0,4-2-3 0,7-2 0 16,2 0-1-16,5-3 3 0,-1-1-1 0,4-3 1 15,5 2-7-15,-2-3 6 0,0 1 0 0,-6-2 3 0,-5 3 8 16,-3-1-12-16,1 2 5 0,-2 3-7 0,2 0 5 16,0 1 2-16,-1 1-6 0,4 0 3 0,-2 2 0 15,-5 0-2-15,0 0 1 0,-5 0-2 0,-2 0 2 0,0 0 0 16,-5 0 0-16,-3 0-1 0,-3 0 2 0,-4 0-1 16,-2 0 1-16,3 0-2 0,-7 0-4 0,1 0 5 15,-1 2 1-15,-3-2 1 0,2 0-4 0,-4 0 4 16,-2 0-5-16,-2 0 5 0,1 0-3 0,-3 0-8 15,0 0-6-15,-1 0-5 0,0 0-59 0,-3 0-124 16,1 0-48-16</inkml:trace>
  <inkml:trace contextRef="#ctx0" brushRef="#br0" timeOffset="181916.17">19340 15386 64 0,'0'0'30'0,"0"0"-3"0,0 0 24 0,0 0 0 16,0 0-4-16,0 0-8 0,0 0-14 0,0 0 2 0,-2 0-5 15,2 0-4-15,-2 0 3 0,0 0 3 0,0 0 0 16,1 0 8-16,-1 0 1 0,0 0-3 0,0 0 1 15,0 0-14-15,0 0 15 0,0 0-1 0,1 0 7 16,-1 0 1-16,-2 0-3 0,0 0 2 0,1 0-2 16,1 0 7-16,-6 0-4 0,1 0-6 0,-2 0 2 15,-1 0-10-15,3 0-3 0,-4 0 6 0,2 0-6 0,1 0-4 16,1 0-5-16,-3 0-3 0,1 0 2 0,0 2 0 16,0 0-5-16,3-2 3 0,2 0-3 0,-1 0-3 15,1 0 6-15,0 0-7 0,1 0 7 0,1 0-7 16,-2 2 5-16,0-1 0 0,1 1 1 0,1 0-9 0,0 0 3 15,0 0 2-15,0-2 2 0,0 2 3 0,0-2 3 16,2 2-8-16,0-1 7 0,0 1-7 0,2 0-1 16,0 0 4-16,2 0-4 0,1 0-4 0,16 1 4 15,1 1-5-15,2-2 4 0,4-2-6 0,2 0 2 16,1 0 1-16,5-2 0 0,3 2 8 0,3 0-7 16,5-2 4-16,5 2-6 0,-2 0-6 0,0 0 8 15,2 0-4-15,2 0 5 0,2 0-6 0,1 0 8 16,-7 0-3-16,0 0 5 0,0 0-14 0,1 0 10 0,1 2-2 15,0 2 5-15,3 0-5 0,7-1-4 0,-1-1 0 16,2 0 0-16,-2-2 4 0,-1 2 0 0,-1-2 1 16,-5 0-1-16,-4 0 5 0,-4 0-11 0,1 0-2 15,-4 0-2-15,-1-2 5 0,-3 0-2 0,0 0 4 0,-5 0-5 16,-1 2 4-16,-1 0-3 0,-4 0-2 0,-2 0-1 16,0 0-12-16,-4 0-25 0,-5 0-7 0,-3 2-14 15,-2 0-109-15</inkml:trace>
  <inkml:trace contextRef="#ctx0" brushRef="#br0" timeOffset="184317.36">19966 14627 142 0,'0'0'32'15,"0"0"-4"-15,0 0 47 0,0-2-1 0,0 0 5 16,0 0-9-16,0 0-34 0,0-2 8 0,0 1-16 16,0-1 1-16,-2 0-6 0,2 1-7 0,-2-1 4 15,2 0-5-15,0 0 0 0,0 1 5 0,0 1-3 0,0 0 2 16,0 0 8-16,0 0-3 0,0 0 6 0,-2 1-2 16,2-1-7-16,0 0 2 0,0 0-2 0,0 2 6 15,0 0-8-15,-2 2-5 0,2 2 1 0,0 1-2 16,-4 12-7-16,1 1 1 0,1-1-4 0,0 0-6 0,0 1 5 15,2-1-2-15,0 0 3 0,0-2 0 0,0 1 1 16,0 1 5-16,0 0-6 0,2 1-3 0,0-1 0 16,2 2 2-16,-3-3 0 0,1 3 5 0,0-2-1 15,0-2-6-15,0-1 3 0,0 1 4 0,-2-4-7 16,0 2 8-16,0-1-8 0,0-3 0 0,0 4 1 16,0-4-2-16,0-3 3 0,0-5 3 0,0 1-5 15,0 2-1-15,0 0-1 0,0-1 0 0,0-1-25 16,-2 4-18-16,2-2-10 0,-2 1-112 0,-2 1-41 0,-1-1 0 15</inkml:trace>
  <inkml:trace contextRef="#ctx0" brushRef="#br0" timeOffset="184673.23">19695 15115 443 0,'0'0'24'15,"0"0"-1"-15,0 0 1 0,0-2 1 0,0 0-6 16,0 0 26-16,0 0-11 0,1 1 6 0,1-1-9 15,0 0-8-15,0 0 6 0,0 0-7 0,0 0 6 16,0 0-12-16,-1 1-1 0,1-1 5 0,2 0-3 0,0 0 10 16,-1 0 4-16,1 0-4 0,0 0 5 0,0 2-4 15,-1 0-4-15,1 0-4 0,-2 2-2 0,0 0-18 16,1 2 11-16,-1 0-4 0,11 16 5 0,0 2-10 0,-3-3 2 16,-3-2-4-16,0-3 2 0,1 3 1 0,-3-4-1 15,3 2 4-15,-1-2-3 0,-1-2 2 0,-1-2 0 16,1-1 0-16,-4-4 0 0,9-1 3 0,0-1 1 15,4 2 7-15,-4 5-4 0,0-1 9 0,2-3-6 16,-2-1-6-16,0 0 3 0,-1-3-5 0,1-1-4 16,0 0 8-16,0 0-6 0,-3 0 6 0,-1-1-8 15,0-1-3-15,-3 2 0 0,2-2 2 0,-3 0-7 16,-1 2 1-16,2-4-5 0,2-3-3 0,1-4-25 16,-1 0 3-16,-3 1-14 0,-1 3-28 0,0-10-99 0,-2 4-19 15</inkml:trace>
  <inkml:trace contextRef="#ctx0" brushRef="#br0" timeOffset="185047.65">19643 14758 620 0,'0'0'25'0,"0"0"-2"16,-2-1-5-16,0-1-2 0,0 0-10 0,0 0-1 0,0 0 5 15,0 0 9-15,1 0-4 0,-1 1 7 0,0-1-3 16,0-2-4-16,2 0 3 0,0 1 2 0,0-5 14 16,0-3-7-16,2 4 7 0,2-6-11 0,1 3 2 15,-1 3-5-15,1-1 1 0,1 1-19 0,0-2 5 16,12 5 5-16,-5 0-2 0,4 2 13 0,5-12-5 15,-11 6-4-15,8-1 0 0,-2 3 1 0,-1 1-1 16,3 3 1-16,-6 2-3 0,5 0 0 0,1 2 1 16,0 1-1-16,-1 3 0 0,-3 0-6 0,0-1-6 0,-2 1 1 15,2 1-2-15,-2 1 5 0,0-3-2 0,3 4 2 16,-5-1-4-16,2-1-7 0,-3-1-1 0,-1-1-8 16,0 1-2-16,-1 0-83 0,-5-5-76 0,1 3-32 15</inkml:trace>
  <inkml:trace contextRef="#ctx0" brushRef="#br0" timeOffset="185797.46">20471 14996 545 0,'0'0'11'0,"0"0"2"0,0-2-2 15,0 0-7-15,0 0 2 0,2 1 5 0,-1-1 14 16,1 0 1-16,0-2 0 0,0 0-14 0,0 1 1 16,0-1 6-16,3-3 0 0,1-1 23 0,-2 1-3 15,-1-1 0-15,1 3-1 0,0-3-1 0,-2 3 3 16,-1-1-6-16,1 1 5 0,-2-1-19 0,0 2 3 15,0-1-5-15,0 3 5 0,0-2-4 0,0 1-6 0,0 1-1 16,0 0-1-16,0 0 1 0,0 0-9 0,-3-2 9 16,-3 1-9-16,-7-5 11 0,4 3-5 0,-2 1-2 15,-6 0-1-15,0 2-3 0,-1 2 3 0,3 2-4 0,0 2 3 16,-4 3-2-16,4 1-4 0,-1 3 4 0,8-5-4 16,-1 3 4-16,2 6-1 0,-1-2-2 0,1 0 1 15,5 0-1-15,0 0-3 0,-5-4 3 0,-1 2-4 16,4-2 0-16,1 1 0 0,1-3-4 0,2-1 3 15,0-1-5-15,0 1 9 0,0-4 0 0,0-1 2 16,4 3 5-16,5 4-3 0,4-1 0 0,0-1-1 16,9 3 0-16,-5-5-4 0,1-1 3 0,3-1-3 0,-6-2 8 15,0 0-9-15,3-2 2 0,-10 0-5 0,3-1 7 16,-2-1 1-16,-3 2-2 0,3-3 1 0,-2-1-7 16,1-3 8-16,1-6 1 0,-2-2 3 0,-1-1-4 15,5-1 0-15,-7-3 2 0,3 1-1 0,-1-1-2 0,-1-2 4 16,-1 0-5-16,3 3 5 0,-3 1-9 0,4 0 10 15,-5 1-6-15,1-1 8 0,0 1-5 0,-2 2-3 16,3 1 0-16,-3 1-2 0,7 2-2 0,-1 0 8 16,-3 2-2-16,1-1 4 0,-2 5-4 0,-3 1 4 15,-1 3 0-15,0-1-1 0,0 2-5 0,0 0 7 16,2-1 1-16,0-1 2 0,0 2 8 0,0 0-12 16,-2 0 6-16,0 0-8 0,0 2 6 0,0 0-8 0,0 2 1 15,-2 0-2-15,2 0 4 0,-7 18-2 0,-1 1-3 16,-1-3 1-16,1 1-7 0,3-2 9 0,-1-1-1 15,3 3 5-15,1-2-1 0,0 1-7 0,0-1 1 16,2 2-3-16,0-1 4 0,4 1 3 0,1 1-1 0,3 2 1 16,-1-1-6-16,1 3 1 0,-1-2 0 0,0 2 0 15,1 2 9-15,-1-3-7 0,1-1 1 0,1-4-2 16,0 1-2-16,-1-4 2 0,-5-6 1 0,1-1-1 16,-2-5-16-16,4 5-68 0,1-3-21 0,12 6-24 15,-3-5-135-15</inkml:trace>
  <inkml:trace contextRef="#ctx0" brushRef="#br0" timeOffset="188548.15">19019 14500 133 0,'0'0'36'15,"0"0"39"-15,0 0-18 0,0 0-22 0,0 0-2 16,0 0-5-16,0 0-4 0,0 0-6 0,0-2 3 0,2 1-3 16,-1-1 0-16,1 0 11 0,0 0-8 0,0 0 9 15,2 0-5-15,-1-1 2 0,9-5 3 0,-1-5-2 16,2 2 2-16,2 2-5 0,-1-6 2 0,1 0-5 15,4-2 3-15,-2-5-10 0,1 2 0 0,3-1-4 16,1 1 1-16,6-4-8 0,1 0 7 0,5-1-7 16,1-1 4-16,4 2 3 0,2-2-5 0,3 2 4 0,-1 0-10 15,2 0 0-15,1 0 2 0,-1 1 1 0,3 3 11 16,-7 0-11-16,-2 3-3 0,-6 4-1 0,-9 0 1 0,-3 4-4 16,-4 1 5-16,-8 3-4 0,-2-1 2 0,-3 4 5 15,-4 0 3-15,0 0 1 0,4-1 4 0,-1-1 1 16,1 0-8-16,-2 1 7 0,0-1-3 0,0 2-4 15,0 0 3-15,-1 0-3 0,-1 0 10 0,0 1-10 16,0-1 4-16,0 0-6 0,-1 0 9 0,-1 0-7 16,0 2 0-16,0 0-3 0,0 0-7 0,0 0 4 15,0 0-2-15,1 0 3 0,-1 0 4 0,2 0 0 16,0 0-3-16,0 0 1 0,0 0-7 0,0 0 4 16,0 0 4-16,0 0-2 0,0 0 0 0,0 0 1 0,0 0-4 15,0 0 2-15,0 0 0 0,0 0 0 0,0 0 4 16,0 0-2-16,0 0-2 0,0 0 5 0,0 0-7 15,0 0 5-15,2 0-11 0,-1 0 8 0,1 0-1 16,0 0 3-16,2 0 5 0,0 0-10 0,8 0 3 16,7 2-5-16,1 0 3 0,3 0 3 0,3 0-3 0,2-1 2 15,1 3-8-15,5 0 11 0,1-2-6 0,4 1 7 16,9 1-6-16,1 0-4 0,8 0 6 0,4-3-3 16,-9-1-1-16,4 2 6 0,-6-2-2 0,0 0 3 15,0 0-7-15,-3-2 6 0,-1-1 1 0,-1-1 4 16,-1 0 2-16,1 2-10 0,-2 1 1 0,-4-1-3 15,0 2 3-15,-4 0 4 0,-3 0-4 0,-3 0 3 0,-1 0-6 16,-2 0 4-16,-2 0-1 0,-9 0 3 0,2 2-3 16,-10-2 1-16,4 1 1 0,2-1 0 0,-7 0-7 15,1 0 7-15,1 0-2 0,-3 0 4 0,8 0-4 0,-5 0-5 16,-3 0 2-16,-3 0-3 0,0 0 1 0,0 0-1 16,0 0-8-16,1 0 2 0,1 0-29 0,0 0-145 15,0 2-10-15</inkml:trace>
  <inkml:trace contextRef="#ctx0" brushRef="#br0" timeOffset="188892.31">20905 14404 450 0,'0'0'83'0,"0"-2"187"16,0 0-269-16,-2 0-10 0,2 0-1 0,0-1-1 16,0-1 6-16,0 0-10 0,0 0 8 0,0 1-8 15,0-1 18-15,0 0-3 0,0-1 0 0,0 3-1 0,0-4-4 16,0 3 7-16,2-7-2 0,0 3 5 0,2 0 2 15,1-3-1-15,-1 3 3 0,3-2-4 0,-1-3-1 0,9 1 8 16,2 0-6-16,7 0 6 0,-2 0-3 0,4-2-9 16,4 0 9-16,-2-4-8 0,3 2 5 0,6 2-4 15,-3-2-2-15,1 1 1 0,-4 1 6 0,-1 0-9 16,-2 1 2-16,-6 1-4 0,1 4 10 0,-7-1-12 16,-3 1 3-16,2 3-13 0,-2-1-48 0</inkml:trace>
  <inkml:trace contextRef="#ctx0" brushRef="#br0" timeOffset="190108.39">20079 13828 521 0,'0'0'15'0,"0"-2"25"16,0 0-30-16,0 1-3 0,0-1 1 0,0 0 1 16,-2 0 25-16,0 0 12 0,0 2 0 0,0 0 2 15,1 0-13-15,-1 2-12 0,-2 0 1 0,-9 3-5 16,-4 20-5-16,-3 1-1 0,-1 1-6 0,1 1 4 16,0 0-7-16,1 2 9 0,6-4-4 0,0-2 5 0,2-4-5 15,0-5 13-15,2-2-7 0,5-5 8 0,-2-3-6 16,3 1-4-16,-1-4 4 0,0 0-6 0,2-2-5 15,-1 3 19-15,-1 1-3 0,2 0 8 0,0-2-3 16,0-1-20-16,2-1 4 0,0 0-9 0,2-1 0 0,0-1 3 16,4-8-3-16,10-14 3 0,-14 0-8 0,17 0 6 15,-4 0-4-15,-3-2 5 0,5 2-4 0,-2-2-6 16,0 0 3-16,2 2-3 0,-3 1 7 0,1-1 4 16,-2 6-4-16,0 1 3 0,-2-2-4 0,-1 8-1 15,1-4 2-15,0 2-2 0,0 4 0 0,-2-2 5 16,3 5-5-16,-3-1 4 0,0-1-6 0,0 3 7 15,1-1 3-15,-3 3 1 0,2 1 5 0,-1 2 6 16,-1 0 1-16,3 2 1 0,-3 0-5 0,2 3-3 0,1-1-2 16,-1 16 1-16,-4 6 1 0,1-2-5 0,-4 2 2 15,0-2-2-15,1 1-2 0,-1-3-2 0,0 0 1 16,0 2 0-16,13-3-4 0,-4 1 5 0,-4-2-6 16,-1-3 6-16,0 0-1 0,-3-2-5 0,-1-2 5 0,0-2-5 15,0-2 5-15,-2-3-5 0,0-1-3 0,0-1 0 16,0-2 1-16,0 0-2 0,2 1-1 0,0 1-3 15,-1 0-19-15,-1-2-49 0,0 0-3 0,0-1-18 16,0 1-40-16,-1-2-43 0,-1 0-9 0,0 0-8 16,-2-2-13-16</inkml:trace>
  <inkml:trace contextRef="#ctx0" brushRef="#br0" timeOffset="190284.33">19993 14008 615 0,'0'0'82'0,"0"0"-53"15,0 0 77-15,0-2-27 0,-1 1-69 0,1-1 4 16,0 2-6-16,0 0 8 0,0 0 10 0,0 0 2 16,0 0 4-16,1 0-2 0,1 0-2 0,0 0 5 15,2 0-6-15,20-4 4 0,4 0-8 0,2 1-6 16,1-1 1-16,1 0-5 0,1-1-9 0,-1 1 0 16,-1 2-1-16,-5 0 0 0,0 2-18 0,-11 0-28 15,2 0-43-15,-4 0-14 0,-4 2-331 0</inkml:trace>
  <inkml:trace contextRef="#ctx0" brushRef="#br0" timeOffset="191123.36">18269 12241 287 0,'0'0'31'0,"0"0"43"0,0 0-63 15,0 0 22-15,0 0-6 0,0 0 13 0,0 0 1 16,0 0-12-16,0 0 4 0,0 0-5 0,0 0 6 0,0 0-7 16,0 0-2-16,0 2 1 0,-2-1 9 0,0 3 11 15,0 5 0-15,-2 4 3 0,1 2 6 0,1-4-12 16,0 1 11-16,0-3-10 0,2-2 21 0,0 1 17 15,0-5-9-15,0 1 11 0,0-2-14 0,6 2-13 16,18 9 2-16,7-8-8 0,5-5-8 0,4-7-16 16,7-10-2-16,5-5-5 0,2 20-9 0,11-33-2 15,3-2-4-15,12 1 2 0,7-6-6 0,-1-9-32 0,-1 1-5 16,-9-11-20-16,-3 2-111 0</inkml:trace>
  <inkml:trace contextRef="#ctx0" brushRef="#br0" timeOffset="199314.01">18298 12649 39 0,'0'0'0'0,"0"0"1"0,0 0 13 15,0 0-1-15,0 0 8 0,0 0-8 0,0-2 7 16,0 0 3-16,0 1-9 0,0-1 10 0,0 0 5 0,0 0 6 16,0 0 1-16,0 0-2 0,0 0-7 0,0 1-2 15,-2-1 7-15,1 0-5 0,-1 0 9 0,0 0-16 16,0 0 4-16,0 0-8 0,0 1 0 0,2-1 6 15,0 0-4-15,0 0 4 0,0 0-2 0,0 0-8 16,0-1 8-16,0-1-8 0,0 0 2 0,0 0-1 0,0 1-5 16,-2-1 5-16,1 0 1 0,1 2 3 0,0 1-1 15,-2-5 2-15,2 2-10 0,-2 1 6 0,0-1-7 16,2 2 6-16,-2-2-6 0,0 1-3 0,-1-3 7 16,1 2-6-16,-4 2 4 0,-5-1-5 0,4-1 2 15,-1 0-3-15,4 1 5 0,3-1 2 0,-5 2-3 16,-3-2 2-16,-1 1 2 0,5-1 2 0,-4 2-5 0,1 0 3 15,-3 0-6-15,0-1-1 0,3 1 5 0,3 0-5 16,1 0 0-16,-1-2 2 0,1 2-3 0,0 1 3 16,-1-3-4-16,1 2-4 0,0 0 2 0,-1 0-2 15,1 0 2-15,-5-1 5 0,-1-1-4 0,3 2 6 16,-2 0-8-16,5 2-1 0,-5-2 2 0,1 1 0 16,1 1 6-16,-3-2 1 0,3 2-5 0,-2-2 3 15,-1 0-5-15,3 2-3 0,-4-2 3 0,2 0-4 16,-1 0 4-16,1 1 4 0,2-1-3 0,-1 2 3 0,1 0-2 15,-1 0-5-15,3 0 4 0,-3 0-4 0,1 0 6 16,0 0 0-16,1 0-1 0,0 0-1 0,1 0-2 0,-3 0-2 16,1 0 3-16,0 0 0 0,-1 0 10 0,1 0-13 15,-1 0 2-15,1 0-5 0,-1 0 7 0,1 0 4 16,-2 0-4-16,1 0 3 0,-1 0-7 0,0 2 6 16,1-2 0-16,-1 1 1 0,0 1-12 0,1-2 11 15,1 0-7-15,-1 2 8 0,3-2-3 0,-4 2-1 16,-1 0 5-16,1 0-5 0,0 0-9 0,-2-1 7 15,1 1 0-15,-1 2 2 0,0 0 7 0,0-1-4 0,-2 1-1 16,4-2-1-16,-6 2-5 0,2-1 6 0,2 1-2 16,-4 2 3-16,5-3-8 0,-1 3 8 0,-2 0-3 15,-2 1 5-15,4-1-11 0,-2-1 5 0,2 1 0 16,4-3 1-16,-4 5 0 0,-1-1 1 0,-2 3-1 16,1-1 1-16,1-2 3 0,5-1-6 0,0-1 2 0,-5 3-5 15,-1-1 4-15,2 4 3 0,2-1 0 0,5 6 2 16,-7-3-4-16,2 0-4 0,-2 2-1 0,-4-2 0 15,6 6 11-15,-2-6-7 0,3 2 6 0,4 1-6 16,-1-3 3-16,-4 0-5 0,5 0 3 0,-4 0-3 16,1 0 4-16,3 2 0 0,1-2-3 0,1-2 2 15,0-1 0-15,-7 1 2 0,3-2-4 0,0 2 3 16,1 2 0-16,1-2-4 0,0 2 5 0,1-1-6 0,1-1 4 16,-2 4 0-16,2-4 0 0,0 4 0 0,1-2 0 15,-1-2 0-15,0 4-3 0,2-4 2 0,0 2 1 0,0 0 2 16,0 0 2-16,0 1-3 0,0-1-7 0,0 0 7 15,0 2-5-15,2 0 5 0,0 2 2 0,-1-2-5 16,3 0 3-16,0-1-3 0,0 1 8 0,-1-4-7 16,3 4 5-16,-2-4-4 0,1 1 7 0,1-1-1 15,-3-4-3-15,3 2 2 0,0 1 5 0,-5-5-4 16,7 3 9-16,1-1-9 0,2-1 0 0,-5-1-4 16,9 1 0-16,-2-1 2 0,-4 1 10 0,4 5-13 15,-2-3 1-15,-2-1-5 0,1 0 5 0,-5-1-4 16,3 3 5-16,1 1-4 0,-4 1-1 0,10-2 7 0,-4 4-6 15,1-6 7-15,6 3-3 0,-5-1-7 0,-2-3 6 16,6 1-4-16,-4 4 9 0,2 0-6 0,0-3-1 16,-4-1-3-16,2-3 2 0,0 0-3 0,2-3 7 0,0 1-4 15,-2 6 2-15,0-5 2 0,0 1-1 0,0-2 3 16,1 9 3-16,-1-3-8 0,0-3-1 0,2 1-2 16,0-3 3-16,0 1 3 0,2 0-2 0,-4-2 1 15,3-2-1-15,-1 0 2 0,2 0 3 0,2-2-3 16,-1 0-6-16,1-2 3 0,-1-1 0 0,1-1 1 15,-1-1-2-15,7-1 8 0,-5 1-5 0,0-1 7 16,1 1-10-16,-3 0 0 0,5-5 3 0,-5 5-1 0,-1 0 6 16,3-5-4-16,-3 3-3 0,0-2 2 0,1 0 0 15,-10 7 0-15,3-3 3 0,-2-1-1 0,2 6-4 16,0-7 2-16,-7-4-4 0,0 2 4 0,0-2-2 0,-3 0 5 16,9 2 0-16,-3 2 3 0,-1-1-8 0,3-1 0 15,-5 2 2-15,5-2-1 0,-2 0 1 0,3-2 3 16,-3 0-5-16,1 1 4 0,-1-1-5 0,0-1 5 15,-1 1 0-15,0 0 2 0,-1 1-6 0,3-1 2 16,-3 0 0-16,1 2 0 0,-1-2 0 0,-1 2 5 16,0 0-7-16,-2-4 4 0,-1 2 0 0,-1-2-6 15,0 0 10-15,0 2-9 0,0 0 5 0,0 1 0 16,0-1-3-16,-1 0 3 0,-1-4-2 0,-2 0-1 16,-2-1 1-16,3 1-1 0,-1 6 2 0,-2-4 6 0,3 4-8 15,-3-2 7-15,2 2-10 0,-1-2 7 0,-1 0-4 16,1 0 5-16,-1-2-8 0,2 4 4 0,3 3-1 15,-1-5 1-15,0-2-8 0,0 4 6 0,-2 0 1 16,1 0 2-16,-1 0-2 0,0 1 3 0,0-1-1 0,1 2 0 16,1 0-9-16,0 3 12 0,0 1-6 0,-2-1 8 15,4 4-3-15,-3-3 1 0,-3-3-1 0,-5 3 0 16,5-3-3-16,-10 4-2 0,3-1 4 0,-4-1-4 16,-3 3 3-16,5-5-3 0,0 3 1 0,0 1-1 15,0-2 2-15,-2 4-2 0,3-3 0 0,-1 1-2 16,-2 0 2-16,4 3 4 0,-4-3-3 0,4 2 2 15,-1 0-6-15,-1 0 3 0,0-9-4 0,0 2 4 0,0 1-2 16,2 5 2-16,0-1 2 0,0 2-2 0,0 0-2 16,2 0 6-16,-2 2-4 0,2 0 5 0,-2 0-7 0,2 0-2 15,-2 0 5-15,0 0-2 0,0 0 5 0,0 0-11 16,2 0 4-16,-1 2-7 0,1 2 16 0,-2 0-9 16,0 1 3-16,-2 3-6 0,1-1 9 0,1-1-6 15,0 1 4-15,1 1-3 0,1-1 7 0,2-1-9 16,-2 3-1-16,-2 0-2 0,-4-7 11 0,6 7-5 15,2 2 1-15,-2 2-5 0,3-1-3 0,-1 4 4 16,0-3 3-16,1 6 0 0,3 1 8 0,1-1-9 16,-7 3 4-16,7-3-5 0,-3-4 8 0,-5 1-7 0,5-3 2 15,-4 0-5-15,3 2 3 0,3-2 6 0,3-2-4 16,-2 0 4-16,1-3-3 0,-1 3-3 0,-2-2 2 16,1-1-5-16,-3 3-1 0,3-2 5 0,-1 2-4 15,2 2 4-15,1 2-1 0,1 2 0 0,0 0 2 16,2-1-2-16,-2 3 1 0,2 1 0 0,0 2 2 0,2 1-1 15,4-1 0-15,1 0 1 0,0 1-1 0,1-1 0 16,-3-2-8-16,1-1 8 0,0-2 0 0,1-3 3 16,0 1-7-16,1 0 3 0,-1 0 1 0,1-2 0 15,-1-2 4-15,1-2-5 0,-7-1-3 0,14 1-1 16,-2 0-2-16,-2 1 0 0,2 1 2 0,0-2-2 0,4-1 7 16,-2-3-3-16,0 1-4 0,0-1 1 0,0-3-1 15,-1 2-9-15,3-2 9 0,-2 7-8 0,2-2 11 16,1-1 5-16,3-4-1 0,1-2 3 0,0 0-7 0,2-4 0 15,1-1 4-15,1-5-1 0,0 1 0 0,1-4 2 16,3 0-4-16,2-2 4 0,-1 0 0 0,-1 0-1 16,-2 2 0-16,-6 2 0 0,4-4 9 0,-4 2-9 15,6-1 3-15,-4 2-4 0,-3 1 8 0,1-2-5 16,-2 0-2-16,-5 2-1 0,0 6 1 0,-2-10 7 16,-4-4-4-16,1 2 3 0,-3-1-6 0,-1-1 1 15,-3 1 4-15,-1-1-3 0,13-1 12 0,-6-1-11 16,-1-1 2-16,-4-2-5 0,-3 0 6 0,-1-2-7 15,0 2 7-15,0-2-8 0,0 0 3 0,-3-2-1 16,-1-2 2-16,-2 0 1 0,-1 6 4 0,1 6-2 0,-3-5-4 16,2 3 2-16,-4-2-1 0,-1 1 0 0,3 6 3 15,2 4-3-15,-3 0 0 0,5 4-2 0,-4-1 0 16,-10-1 0-16,0 5 0 0,-1 2-2 0,3 1-3 0,-5-1 0 16,7-9-1-16,-3 1-5 0,-5 1 1 0,5 5-2 15,-6 2 0-15,3 2-1 0,3 0-4 0,1 0 0 16,2 2-9-16,2 0-12 0,2 0 1 0,0 2-7 15,5-2-16-15,1-1-90 0,1 1-16 0</inkml:trace>
  <inkml:trace contextRef="#ctx0" brushRef="#br0" timeOffset="212405.7">25920 9723 20 0,'0'0'0'0,"0"0"6"0,0 0 70 0,0 0-18 16,0 0 8-16,-2 0-26 0,0 0-11 0,2 0-13 15,0-2 0-15,0 2-3 0,-1-2 8 0,-1 0 3 16,0 1-5-16,0-1 3 0,2 0-6 0,0 0-11 15,0 2 12-15,0 0-12 0,0-2 4 0,0 2-4 16,0-2 0-16,0 2 0 0,0-2-1 0,0 1 3 0,0-1-6 16,0 0 6-16,0 0 2 0,0 0-5 0,0 0 0 15,-2 0-3-15,2 1-1 0,0-1 0 0,0 2 3 16,0 0 0-16,0 0 12 0,0 0-10 0,0 0 7 16,0 0-8-16,0 0 10 0,-2-2-1 0,0 2-1 0,2 0-1 15,0 0-7-15,0 0 10 0,0 0-1 0,0 0 3 16,0 0-3-16,0 0-7 0,0 0 2 0,-1 0-3 15,1 0 7-15,0 0-3 0,0 0 2 0,0 0-2 16,0 0 4-16,0 0 3 0,0 0-7 0,0 0 6 16,0 0-7-16,0 0 6 0,0 0 0 0,0 0-1 15,0 0-9-15,0 0 13 0,0-2-3 0,0 2 3 0,0-2-13 16,0 2 9-16,0 0-3 0,0 0 5 0,0 0-3 16,0 0-4-16,0 0 1 0,0 0-3 0,0 0 3 15,0-2-5-15,0 2-3 0,1 0 0 0,1 0-3 0,0 0 4 16,0 0 5-16,-2 0-3 0,0 0-4 0,0 0 3 15,0 0-2-15,2 0 5 0,0 0-5 0,0 0 1 16,-1 2 3-16,1 0-1 0,0 0 2 0,0 0 4 16,0 0-10-16,0-1 9 0,0 1-5 0,-1 2 2 15,1 0 0-15,0-1-2 0,-2-1-1 0,0 6-3 16,0-3 6-16,0 3-6 0,0-3 12 0,0-1-8 16,0 3 5-16,0-1-6 0,0 1 10 0,0-1-6 15,2 1 5-15,0 1-6 0,-2-1-2 0,0 1-2 0,2 1 0 16,-2-2 1-16,2 3 0 0,-2-3-1 0,0 4 0 15,0-1 1-15,1-1-2 0,1 0 1 0,-2-1-2 16,2 1 1-16,-2-2 0 0,2 3 3 0,0-3 0 16,-2 0 1-16,2 1-9 0,0-3 7 0,-1 1-5 15,-1-2 5-15,0-1-5 0,0-1 3 0,2 2 4 0,-2-2-2 16,0 0 1-16,0-1 6 0,0 1-7 0,4 2 7 16,0 0 0-16,-1-1 2 0,1-1 2 0,0 0-2 15,-2 0 1-15,0 0 0 0,1 0 2 0,1 0-2 16,-2-2-3-16,5 0-8 0,3 0 6 0,-5 0-7 15,1 0 7-15,-1 0-1 0,-1 0-5 0,3-2 3 16,-1 0-6-16,1-2 4 0,1 0-3 0,-1 1 4 16,3-3-5-16,-1 1 0 0,4-5 2 0,-6 5-1 0,3-3 4 15,-1 6-4-15,0-9 5 0,4 0-4 0,2 0 8 16,0 0-9-16,0 0-2 0,1-2-1 0,3 0 4 16,3 2 0-16,1-2 1 0,2-2-2 0,1 0 0 0,6-2 5 15,1-1-6-15,12-3 4 0,3 1-5 0,-1-4 4 16,1 1 3-16,-5-1 0 0,-1-5-6 0,7 1 0 15,-10 4-2-15,2-2 3 0,-2 0 3 0,-8 1-3 16,4-2 3-16,-7 2-3 0,0 9 11 0,-6-3-11 16,-3 2 6-16,-4 4-7 0,-2 0 2 0,-4 2 4 15,-2 4-6-15,-1-1 4 0,0 3 1 0,-5-1-4 16,1 3 2-16,2-3-3 0,0 0 1 0,-4 5-10 0,2-3-8 16,-2 2-3-16,0 0-29 0,0 0-58 0,1-1-12 15,1-1-30-15,0 0-180 0</inkml:trace>
</inkml:ink>
</file>

<file path=ppt/ink/ink120.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5:27:14.215"/>
    </inkml:context>
    <inkml:brush xml:id="br0">
      <inkml:brushProperty name="width" value="0.05292" units="cm"/>
      <inkml:brushProperty name="height" value="0.05292" units="cm"/>
      <inkml:brushProperty name="color" value="#FF0000"/>
    </inkml:brush>
  </inkml:definitions>
  <inkml:trace contextRef="#ctx0" brushRef="#br0">3409 5451 85 0,'0'0'0'0,"0"-2"20"0,0 0 20 16,-2 0 10-16,0 0 10 0,1 0-13 0,-1 1-9 0,0-1-2 15,0 0 2-15,0 0 0 0,0 0-4 0,1 0-1 16,-1-1-1-16,0-1 4 0,0 0 22 0,0 0-7 15,2 3 10-15,-2-7-27 0,2 3-5 0,0-7-5 16,0 5 1-16,0-2-15 0,0 1-1 0,2 5 2 0,-2 1-1 16,2-2 8-16,0 0-7 0,2 1-2 0,-1 1-2 15,10-6-5-15,0 1-2 0,2 1 6 0,0 3-5 16,7-3 2-16,4 2 0 0,-4 2-5 0,4 2 5 16,-1 0 6-16,-1 0-9 0,9 2 1 0,-1 2-3 15,-1 0-4-15,5-1 7 0,-7-1 2 0,1-2 1 16,3 0-2-16,-1 0 2 0,1 0-3 0,6 0 3 0,-1 0-2 15,1 0-2-15,3 0 3 0,3 0-3 0,1 0 0 16,8-3 3-16,2-1 1 0,1-4 2 0,6 1 6 16,2 0-10-16,-1-1 3 0,2-1-4 0,-2 1 9 15,-1-1-6-15,3 2-4 0,5 1 0 0,0-1 2 0,7 1-2 16,-2-1 4-16,4 3-4 0,1 0-2 0,-3-1 4 16,0 1 0-16,-9 0 3 0,-2 1-8 0,5 1 5 15,-1 0-3-15,5 0 4 0,7 2-3 0,-1-2 0 16,0 0 0-16,-2-1 0 0,-10-1 0 0,1 2 1 15,-1 0-5-15,-3 0 3 0,2 2-3 0,3-2-1 16,3 1 5-16,1 1-2 0,-2 0 11 0,-7-2-9 16,-8 2 3-16,-1-2-6 0,-3 0-3 0,-1 2 11 0,-2 0-9 15,-2 0 10-15,2 0-8 0,-1 4-3 0,0-1 7 16,3 1-5-16,-7 0 5 0,-1 1-3 0,-3 1 2 16,0-2-2-16,-3-1 3 0,1 1 0 0,-4-2 1 15,-3-2 0-15,-3 0-3 0,-5 0 4 0,2 2-4 16,-4-2 7-16,1 0-5 0,-3 0 0 0,-4 0-3 0,1 0 1 15,0 0-6-15,-5-2 4 0,-1 0 1 0,-2 0 1 16,-1 0 7-16,-5 2-7 0,-1 0 5 0,-2 0-4 16,2-1 10-16,-1-1-12 0,-1 0 1 0,0 0-4 15,0 0 2-15,-2 0 3 0,0 0-2 0,0 1 2 16,-2-1-5-16,-2 0 3 0,-5-2 0 0,-15-3 1 16,-4 1 1-16,-2 2-4 0,-5 3 3 0,-4-1-2 15,-2 2 1-15,-5 0 5 0,-4 0-4 0,-2 3 4 0,-2 1-5 16,-6 2 1-16,5-1 0 0,-5-1 0 0,1 2-8 15,7-1 8-15,-6 1-3 0,3-1 5 0,-3 1 1 0,-1-1-1 16,-6 3-1-16,0 1 0 0,-2-1-2 0,-7-1-3 16,3-3 4-16,-5-1-2 0,2-1 6 0,3 4 0 15,1 1-3-15,-3 3 1 0,-5-1-5 0,-7-2 5 16,-6 1 0-16,-8-3 1 0,3 1-5 0,1 1-1 16,-1-1 0-16,5 1 1 0,0 3 7 0,-2-3-6 15,-6-1 4-15,5-3-4 0,-1-1 2 0,8 0 3 16,3 0-7-16,6 0 6 0,2 0 0 0,2-1-4 15,-6 1 2-15,-2-2-4 0,-3 0 1 0,1-2 2 0,4 2 1 16,4 0 0-16,4 0-2 0,3 0 1 0,-1 0 0 16,5 2 1-16,-2 0 5 0,-7 0-6 0,5-2 4 15,-7 0-4-15,7 0-2 0,8-2 5 0,-2 2-4 16,11 0 5-16,2 0 0 0,3 0-9 0,6 0 3 16,6 0-5-16,0 0 15 0,5 0-9 0,2 0 2 0,2 0-5 15,2 0 3-15,5-2 6 0,5 0-5 0,1 1 5 16,5 1-5-16,4-2 0 0,1 0 2 0,1 0-3 15,0 0-3-15,2 0 5 0,0 0 1 0,2 1 2 16,0-1 7-16,1 2-9 0,29-10 2 0,-2 5-4 16,5-1 0-16,0 1 6 0,8 1-3 0,2-2 4 15,5 5 2-15,7-3-9 0,8 2 1 0,2 0-4 0,4-2 3 16,7 1 6-16,-2 1-2 0,4-2 2 16,3 0-14-16,-3 3 10 0,4-1-7 0,10 0 8 0,5 0-8 15,3 0 5-15,4 0 0 0,-4 0 3 0,0 1-2 0,0-1 0 16,2 0-1-16,4 0 0 0,5 0 2 0,4 0-5 15,-6 2 4-15,-1 0-4 0,-4 0 4 0,-1 2-1 16,1 0 0-16,9 4 0 0,1-3-1 0,-7 1 4 16,-1-2-2-16,-12 2 4 0,3 1-6 0,3 1 2 15,0-1-1-15,0 1 3 0,-5-1-9 0,-12-3 8 16,-1-2-2-16,-8 2 6 0,-4 0-5 0,2 2-4 16,1-1 3-16,-3-1-3 0,2 2 3 0,-1-2 5 15,-8 0-6-15,0-2 5 0,-10 2-4 0,-6-2-4 0,-1 1 6 16,-11 3-5-16,0-2 9 0,-3-2-3 0,-7 0-1 15,-2 0 0-15,-5 0-2 0,-7 0-3 0,-2 0 1 16,-3 0 1-16,-5 0 11 0,1 0-10 0,0-2 3 16,-2 0-4-16,-1 0 0 0,-1 1 2 0,0-1-4 15,-1 0 3-15,-12-2-4 0,-21-3-6 0,-5 3 4 0,-5 2-5 16,-8 0-2-16,-8 2 6 0,-7 2-7 0,-9-2 6 16,-5 4-14-16,-5 0 12 0,3-3-1 0,1 1 4 15,2 0 6-15,2 2-3 0,-7-2 1 0,-4 1-1 16,-8 1 5-16,-13-2-5 0,5 2 4 0,-1-2-6 15,2-1 6-15,7 3 5 0,-7-2-1 0,-2-2 1 0,-5 2-10 16,0-2 3-16,3 4-3 0,6-3 5 0,2 1 4 16,-3 0-5-16,-2-2 1 0,-10 0-2 0,1-2 8 15,8 0-8-15,4 1 7 0,11-1-7 0,0 2 7 16,2-2-3-16,0 0-2 0,-4-4 1 0,6 1-1 0,2 1-2 16,7 2-1-16,7 0 1 0,4 1 3 0,6 1 1 15,0 0-1-15,3 0 0 0,-1-2 5 0,-1-2-8 16,6 2 1-16,2-3-4 0,8 1 6 0,1 2-1 15,4-2 5-15,4 2-5 0,1 1-2 0,7-3 2 16,1 2-2-16,3 0 2 0,3 0 1 0,1 0 2 16,6 1-2-16,6 1 1 0,1-2-3 0,3 2 1 15,-1-2 0-15,0 0 0 0,2 0-8 0,1 2 9 0,-1 0-6 16,2 0 7-16,0-2 0 0,2 2-2 0,1 0 1 16,16-3-2-16,12-1 2 0,8 0 7 0,6 2 2 15,5-1-1-15,6-3-8 0,11 2 2 0,-4 1-1 16,5-3 1-16,3 2-1 0,0-1 6 0,3 3-6 15,4 0 5-15,5 0-11 0,8 2 7 0,4-2-2 0,7 0 3 16,-2 2-7-16,-3-1 2 0,1-1 2 0,3 2 2 16,3 0 3-16,7 2-2 0,2 1-5 0,-3-1 3 15,-4 0-3-15,-6 2 1 0,-5 1 3 0,7 3 0 16,2 1-2-16,3 0-3 0,3 1 1 0,-12-5-3 16,-1 3 4-16,-10-1 0 0,6-1 0 0,4 1 0 15,-5 0 6-15,9 1-7 0,-9-3 1 0,-10-1-4 16,0 0 4-16,-13-2-5 0,-1 1 8 0,-5 1-6 0,-3 0 9 15,1-2-2-15,0 0-2 0,-5-1 0 0,-4 3-2 16,-4-2-5-16,-5 0 4 0,-4-2-3 0,-4 0 10 16,-5 0-5-16,-6 0 2 0,-3 0-4 0,-5-2-3 0,-5 2 4 15,-5 0 2-15,-2 0 1 0,-1-2 4 0,1 0-2 16,-2 0-3-16,0 1 2 0,-2-1-6 0,-2 0 2 16,-2 0 0-16,-24-7 1 0,-14-2-1 0,-8 1 3 15,-4 3-3-15,-2 1 1 0,-2 3-4 0,-5 1 1 16,0 2 4-16,-2 0-1 0,-2 0 5 0,-1 0-11 15,-8 0-1-15,-6 0-3 0,-13 0 1 0,-5 2-4 16,-2-1 3-16,-2 3-3 0,7 2 14 0,4-4-2 16,-9-1 0-16,-5-1-3 0,-3 0 3 0,-3-3-1 0,5-1 3 15,8 0-2-15,0 1 3 0,-1 1-6 16,-3 0 5-16,-7-2-5 0,0-3 6 0,3 1-4 0,0 1 1 16,10-1-1-16,1-1 6 0,-5 1-3 0,2 0-6 15,-6 1 2-15,2-1 1 0,9-1 1 0,6 1 4 16,11 3-4-16,0 1 0 0,6 2-2 0,-1-2 0 0,5-2-1 15,1 0 5-15,6 1 2 0,3-3-4 0,8 2 3 16,7 1-8-16,6-1 3 0,6 0 4 0,6 1 0 16,3 1 6-16,5 2-6 0,6 0-2 0,2 0 0 15,5 0-6-15,1 0 7 0,-1 0-1 0,2 0 3 0,0 0-11 16,0 0 7-16,2 0-5 0,2 0 6 16,2 2-2-16,9 1 1 0,22 5 3 0,4-1-1 0,9 2 0 15,6 1 5-15,4-1-8 0,7 0 6 0,0 1-1 16,3 1 1-16,1-4 3 0,5 4-4 0,3-1-4 0,12 1 7 15,11-2-4-15,9 0 6 0,5-1-6 0,5 1 4 16,-4 2 1-16,7 0 0 0,4 0-2 0,8 1-5 16,4-3-2-16,-7 0 0 0,1 4 4 0,-6-5-4 15,8 4 6-15,5 3-5 0,3-2 1 0,0 0 3 16,-8 0-6-16,-2 0 5 0,-2 2-7 0,4 0 5 16,-4 2 0-16,-10-4 2 0,-8 2 0 0,-12-2-5 15,-3-2 3-15,-3 0-4 0,-1 2 9 0,-2-2-3 16,-6-2-4-16,-10-1 1 0,-8-3-5 0,-14 1 9 15,-6-1 0-15,-4-1 2 0,-8 0-7 0,-7 0-1 16,-6-3 1-16,-9-1 0 0,-4 0 1 0,-7 0 5 0,2 0-1 16,-2 0 2-16,-1 0-7 0,-1 0 3 0,-1 0-2 15,-3 0 3-15,-35-1-6 0,-4-1 3 0,-5 0 1 0,-6 0 1 16,-7-2 2-16,-6 1-3 0,-5-1-1 0,-8 0 1 16,2-1 7-16,-4-1-7 0,2 0 0 0,0 3-3 15,1-1 2-15,-11 0 1 0,-1 1 0 0,-11-3 1 16,-9-1-3-16,0-1-2 0,-1 1 5 0,3 1-3 15,-1 1 3-15,-9-1-1 0,-5-1 1 0,-4-1 0 16,0-3 3-16,11 0-3 0,-2-2-1 0,-4 2 0 16,-3-2-6-16,-8-4 9 0,6 0-3 0,11 1 5 15,2-3-8-15,4 4-1 0,-1-1 2 0,1-3 0 16,5 6 8-16,13-2-3 0,8 2-4 0,10 2 1 0,7 0 2 16,1 3-2-16,2-3 5 0,-4 0-5 0,4 2 3 0,2 0-6 15,9 1 4-15,6 1-3 0,2 1 4 0,7 2-2 16,1-3 0-16,9 3 0 0,5 1-1 0,3-1 1 15,5 2-1-15,6 0 1 0,5 2 2 0,3 0-2 16,-2-2-2-16,0 0 1 0,3 1 4 0,-1 1-8 16,2 0 4-16,2 0-5 0,1 0 10 0,33-6-3 15,4 2 0-15,14 1-1 0,0 1-4 0,13 0 7 16,5 0-2-16,1-2 5 0,5-1-6 0,3-3-2 16,3 3 3-16,14 3-2 0,1 0 3 0,18 0 2 15,5 2 1-15,-1 0 1 0,3 0 2 0,-1 4-3 0,3-2-4 16,10 1 3-16,3 3-1 0,-3 0-6 0,-3 1 5 15,1 2-5-15,1 2 13 0,8-1-11 0,-2-5 2 16,-5 3-5-16,-8-1 4 0,4 4 5 0,2 0-5 16,-1-3 5-16,-1-1-5 0,-13-1-2 0,-2 1 1 0,-2 1-1 15,0-1 2-15,2 1-1 0,-2-5 4 0,-13 1-3 16,-5 0 0-16,-10-1 7 0,-7 1-8 0,2 0 6 16,-8 1-8-16,-5 3-43 0,-4-1-20 0,-13 3-23 15,-4 1-191-15</inkml:trace>
  <inkml:trace contextRef="#ctx0" brushRef="#br0" timeOffset="7234.16">27948 5800 32 0,'0'0'0'0,"0"0"11"0,0 0 112 0,0 0-44 15,0 0 8-15,0 0-52 0,0 0 1 0,0-2-4 0,0 2-1 16,0-2-2-16,2 0-4 0,-1 0-3 0,1 0 5 15,0 1-5-15,0-1-3 0,0 0-2 0,0 0-2 16,1-2 2-16,1 1-9 0,-4 1 10 0,2-9-10 16,7-1 11-16,-1 1-9 0,1 0 8 0,0 0 5 0,-5 0-2 15,0 2 5-15,-2-3 3 0,-1 3-3 0,5 0 3 16,-4-2 0-16,5 0-2 0,-1 1 6 0,-2 3-5 16,-3 1 7-16,1 1 1 0,-2 1-5 0,2-2 3 15,-2 5-20-15,0-1 3 0,0-2 0 0,0 0 1 16,0 2-1-16,0 1-4 0,0-3-3 0,0 0 0 0,-2 2-12 15,0 0 9-15,1 2-7 0,-1 0 7 0,0 0-10 16,0 2 10-16,0 0-3 0,-2 2 5 0,1 0-3 16,1 9-5-16,-6 7 3 0,3-1-4 0,-3 3 7 15,1 0 1-15,0 2 1 0,3 4 0 0,-2 0 8 16,4 0-8-16,-1 0 2 0,1 0-5 0,0-2 4 0,0 0-10 16,0 0 6-16,0 1-7 0,1-1 8 0,-1-5 2 15,-11-3-7-15,2 1 5 0,3-4-3 0,1 2-3 16,3-5 6-16,2-4-6 0,0-1 1 0,2-3 1 15,0 0-2-15,0-2 3 0,0-1 4 0,0 1-3 16,-2 2 3-16,1 0-5 0,-1-1-7 0,0-1 4 16,2 0 0-16,0 0 1 0,0-2-5 0,0 0 5 15,2 0-8-15,0-2 7 0,-1 2-11 0,22-4 3 0,-1-10 5 16,0-1-4-16,4-4-2 0,-3 3 6 0,-5-1-2 16,4 4 5-16,-5 4-5 0,-2 1 7 0,2 3-3 15,-8 1 4-15,8-7-8 0,-6 3 5 0,0 3-2 16,-2 1 4-16,-5 4 2 0,0 0-4 0,-1 0 0 0,1 0-1 15,0 2-3-15,-1 0 8 0,1 1-1 0,0 3 4 16,3 11-2-16,-3-2-3 0,-2-2-3 0,0 1 0 16,-2-1-7-16,0-1 13 0,0-1-2 0,0-2 5 15,2 2-9-15,-1-2-4 0,-1-3 3 0,2-1-5 16,2 3-12-16,0-1-65 0,-1 1-14 0,-1-5-21 16,2 3-76-16,-2-2-39 0</inkml:trace>
  <inkml:trace contextRef="#ctx0" brushRef="#br0" timeOffset="7638.49">28650 6013 102 0,'0'-2'25'0,"0"1"28"0,0-1 16 16,0 0 11-16,0 0-23 0,0-2-7 0,0 1-5 16,0-1 0-16,0 0-12 0,-2 0 5 0,0 3-3 0,2-1 3 15,-2 0-2-15,0 0 5 0,0 0 7 0,0 0-2 16,1 0 7-16,-1 2-8 0,0 0-2 0,0 2 0 15,0 2 1-15,-5 7-21 0,-8 17 7 0,2 4-13 16,2 1-7-16,1 0-8 0,3 4 6 0,1-5-4 16,1 0 11-16,1-3-15 0,0-6 0 0,3-3-4 15,-1-5 13-15,2-2-5 0,0-4 1 0,0-3-4 0,0-1-3 16,0 1 3-16,0-4-1 0,0 0 2 0,0 1-12 16,0 1-9-16,0 0-11 0,2-1 2 0,-1-1-38 15,1 0-13-15,0 0-2 0,0 0-13 0,2-2-98 16,-1 0 18-16</inkml:trace>
  <inkml:trace contextRef="#ctx0" brushRef="#br0" timeOffset="7888">29058 5984 341 0,'-2'-2'35'0,"0"0"35"0,0 0-4 0,1 0-31 0,-1 0-1 16,0 0-9-16,-2 1-1 0,0-1-14 0,1 2 2 15,1 0-8-15,-4 0-4 0,3 0 18 0,-1 2-10 16,0-1 12-16,2 1-9 0,-1 2 6 0,-1 0 10 16,-4 9-5-16,-1 5 7 0,0 6-3 0,0 4-5 0,1 2 4 15,3 1 3-15,-3-1-6 0,-3 7 3 0,2-1-6 16,-1-1-17-16,1 0 4 0,4-7-3 0,-1-4 4 16,2-3-8-16,1-7 5 0,-1 3-4 0,2-4 4 15,0-2-15-15,2-1-34 0,0-3-16 0,0 0-10 16,0-3-101-16</inkml:trace>
  <inkml:trace contextRef="#ctx0" brushRef="#br0" timeOffset="8495.99">30278 5517 481 0,'0'-1'19'15,"0"-12"30"-15,0-12-18 0,0 5 15 0,0 9-7 0,0 0 7 16,0 5-27-16,0 3-2 0,0-1 2 0,-2 0-2 16,0 2 0-16,0 0 2 0,0 1-2 0,1 1 3 15,-1 1 7-15,0 3-3 0,-9 22 0 0,1 4-3 16,1 1-5-16,2-1-8 0,1 2 2 0,-1-1-4 16,1-1 7-16,-1 1-9 0,-1 3 4 0,-1 1-5 15,0 0 8-15,-1 1-1 0,3-5 1 0,0 3-3 0,1-5-9 16,2-3 12-16,1-3-2 0,1-7 8 0,0-1-6 15,2-4-4-15,0-3-2 0,0-4 1 0,0-3 3 0,0 1-3 16,0 2 1-16,0 0-1 0,0-2 7 0,2-1-9 16,0-1 3-16,-1 0-5 0,1-1-2 0,2-3 2 15,7-4 1-15,6-12 1 0,0 1 0 0,3-1-5 16,2 1 1-16,1-1-4 0,1 0 0 0,4 1 2 16,3 0-1-16,-3 3 2 0,0 1 4 0,-6 4 0 15,0 1-3-15,-1 3 0 0,-1 1-1 0,-3 3 1 16,-6 1 0-16,-2-6 0 0,-3 5 4 0,1-1-1 15,-1 4 7-15,-2 0-5 0,-1 2 1 0,-1 0 0 16,0 1-2-16,2 12 3 0,-2 6 7 0,-2 1-15 16,0-3 4-16,0-1-6 0,-2 1 10 0,0-4-2 0,0 3-3 15,2-5 0-15,0 0-2 0,0-2-16 0,0 2 5 16,0 0-10-16,0 0-19 0,0 0-27 0,2-5-8 16,0-3-9-16,0 1-72 0,0-2-21 0,-1-1 0 0,1 1-1 15,8-2 24-15</inkml:trace>
  <inkml:trace contextRef="#ctx0" brushRef="#br0" timeOffset="8709.18">30983 5870 423 0,'0'0'47'0,"0"-2"65"0,0 1-27 16,0-1-29-16,0 0-3 0,-1 0-11 0,-1 0-25 15,0 2 2-15,0 0-6 0,0 0 4 0,0 2-6 16,0 0 3-16,-1 2 4 0,-5 7-3 0,-3 7 2 15,2 1 4-15,0 3 3 0,1-1 1 0,3-3 0 0,1-1-6 16,2-6-2-16,-2 4-2 0,1 2-13 0,1 3 2 16,0-3-3-16,0-1 3 0,0-1 0 0,0-4-4 15,0 0-5-15,1 2-2 0,-1-1-26 0,0-3-31 16,0 2-10-16,0-4-18 0,0 1-149 0</inkml:trace>
  <inkml:trace contextRef="#ctx0" brushRef="#br0" timeOffset="9041.35">31065 5972 439 0,'2'-1'80'16,"0"-1"24"-16,0 0-41 0,0-2-50 0,1 2 0 15,23-1-9-15,-2-1 0 0,4-15 1 0,-4 8 0 16,-1 6-6-16,1 1-1 0,-2 4 2 0,-3 0 3 15,-6 2 16-15,2 1 4 0,-4 3 2 0,-2 0 1 16,-2-1 9-16,-5 6 1 0,9 6 0 0,2 5-1 16,-5 1-16-16,-5-1 1 0,-3 2-9 0,-3 2 6 0,-3-6-19 15,1 3 13-15,-1-5-7 0,2-5 9 0,1 2-14 16,1-8 4-16,2-3 2 0,0-2 2 0,0 2 5 0,0-1-2 16,0 1-1-16,2-2 0 0,1 0-7 0,10 3 7 15,15 1-6-15,-2-4 6 0,0-2-9 0,-2-2-1 16,0 0 1-16,2-2 0 0,0 1 1 0,0-1-10 15,-1 0-8-15,-3 2-6 0,-2 1-51 0,-5 1-118 16,-2 0-29-16</inkml:trace>
  <inkml:trace contextRef="#ctx0" brushRef="#br0" timeOffset="9866.12">27946 7198 7 0,'0'-2'23'0,"0"0"-6"0,0 0 28 0,0-1-2 0,4-22 0 16,-3-2-3-16,1-5 22 0,0-1 2 0,2-5 6 15,-2-1 3-15,0 6-1 0,-1-4-2 0,1 7-1 16,-2 4-13-16,2 4-13 0,-2 5 0 0,0 8-6 16,0 1-15-16,0 5 3 0,2-1-4 0,0 0 5 15,0 2 6-15,0 1 7 0,-1 1 5 0,-1 1-3 0,0 18-3 16,-7 31-21-16,-2 11 5 0,-4 1-9 0,0-1 2 16,-4-5-7-16,2-2-1 0,-2-6 0 0,-1-2-2 15,1-3 1-15,0-6-3 0,1 2 2 0,3-4-4 16,0-1 8-16,2-3-8 0,-1-1 9 0,1-2-4 0,2-6 4 15,2-1-1-15,1-8-1 0,0 0-7 0,1 0 7 16,1-2 2-16,2-6 1 0,0 1-1 0,2-4-5 16,0 1 0-16,0 1-2 0,0-2 0 0,0 0 0 15,2 0 3-15,0-2-2 0,2 0 1 0,7-4-5 16,9-7-3-16,5-4 0 0,-3 11 1 0,6-18-12 16,0 2 5-16,3-3-8 0,3 3 9 0,3 1 3 15,-4 1-1-15,1 1 2 0,-3 4 8 0,-5 2-3 0,0 3 0 16,-11 5-1-16,-4 1 0 0,-2-6-1 0,-5 7 1 15,2-1-1-15,-1 0 6 0,-1 2-1 0,0 0 3 16,-3 2-2-16,1 0 2 0,0 1-3 0,2 14 0 16,-2 3 1-16,-2 1 3 0,0-1-8 0,-2 1 3 0,-2-3-4 15,2-3-3-15,-1 0 2 0,1-2-8 0,0 0 2 16,0 0-30-16,0 0-27 0,0 0-10 0,2-4-15 16,0 2-135-16,0 2-64 0</inkml:trace>
  <inkml:trace contextRef="#ctx0" brushRef="#br0" timeOffset="10112.71">28653 7541 552 0,'0'0'63'0,"0"-2"14"0,0 1-23 16,0-1-30-16,0 0-4 0,0 0-1 0,-2 0-5 15,1 0-1-15,-1 0 2 0,0 2 13 0,0 2-3 16,0 0 7-16,0 2-6 0,-7 11 4 0,-6 11-8 16,-2 3-3-16,3 1 0 0,1 4-3 0,-2 3-11 15,4-4 6-15,-1-3-8 0,1 1 1 0,0-1-4 0,2-2 1 16,1-2-1-16,3-4-2 0,1-3-21 0,2-4-10 16,0-2-2-16,1-2-30 0,1-4-51 0,0 1-11 15,0-3-16-15,0-1-48 0</inkml:trace>
  <inkml:trace contextRef="#ctx0" brushRef="#br0" timeOffset="10550.71">28872 7597 381 0,'-2'0'60'0,"1"-2"-39"0,-1 0 56 0,0 0-19 0,-2 1-39 16,0-1-10-16,1 0 2 0,-1 0-5 0,0 0 2 16,2 0 2-16,1 0-4 0,-1 1 3 0,0-1 1 0,0 0 4 15,2 0 7-15,0 0-4 0,2 0 8 0,0 0-2 16,1 1-3-16,7-5 0 0,8-3-5 0,1 3 5 16,-6 4-6-16,-2 2 4 0,0 0-11 0,-5 0-2 15,-3 2 7-15,1 2-5 0,7 13 4 0,0 10 7 16,-7-1-7-16,-6 4 7 0,-5 0-8 0,-2-4 0 15,-4 0-1-15,1-8-2 0,1-1-5 0,8-2 1 16,-12 0-2-16,4 3 1 0,1-10 3 0,8 3-6 16,1-5 1-16,-1-3-2 0,-4 7 3 0,4-5 0 0,2-3 3 15,0 4-4-15,0-3-2 0,0 1 2 0,2 0-1 16,2 5 2-16,9 0-2 0,2 2 3 0,3 4-5 16,-3 0 4-16,4 0-4 0,-10-2 12 0,-2 4 1 15,-1-3 5-15,-2-1 6 0,-2 4-6 0,5-6-1 0,-3-1-2 16,-2-1 1-16,-2-5 5 0,-2 1 4 0,0-1-3 15,-7 1-12-15,-16-1 7 0,-2-2-8 0,-5 0 7 16,0 16-26-16,1-5-30 0,1-5-7 0,6-4-12 16,2-3-69-16,7-1-76 0,2 0-40 0</inkml:trace>
  <inkml:trace contextRef="#ctx0" brushRef="#br0" timeOffset="11172.46">30412 6973 105 0,'0'-2'36'0,"0"0"-6"0,1-12 29 0,9-14 7 15,-1 2-8-15,2 2 3 0,-2 3-7 0,-1 4-1 16,-1 3-1-16,1-1-6 0,-3 5-9 0,1 1-5 0,-2 4-1 16,-3 1-10-16,-1 2 0 0,4-2 2 0,0 1-3 15,0 1-3-15,-1 0 4 0,1 0-3 0,-2 2 2 16,0 0 1-16,0 2-7 0,1 7 3 0,3 32-6 15,-6 4 0-15,-8 5 0 0,-5 5-3 0,0-3 2 16,-3 2 1-16,-3-2-5 0,-1-5 6 0,-3-3-7 16,1-3 0-16,4-7 2 0,-3-1-3 0,3-2 4 0,3-1 10 15,0 0-3-15,4-4 5 0,3-4-6 0,1 0-1 16,1-5-2-16,1 2 3 0,1-3-3 0,2-4 5 16,0-1-9-16,2-4 0 0,0-3-3 0,0-2-4 0,0 1 10 15,0 1-4-15,0-2 8 0,2 0-11 0,0 0-3 16,0 0 1-16,2-2-1 0,3 0 3 0,6-6 1 15,7-3-2-15,1-2 0 0,-3-2-12 0,8 7 4 16,-5-13 3-16,3-1 0 0,6 0 4 0,-6 1-4 16,2 0-2-16,0 3-1 0,-2 1 6 0,2 2-2 15,-2 2 4-15,-3 1-3 0,-3 1 3 0,-5 4-3 16,-2-1-1-16,0 4 0 0,-3-3 7 0,-1-1 1 16,3 2-1-16,-5 3 0 0,1 1-5 0,-5 0 6 15,3 1-2-15,0 1 3 0,-2 2-3 0,3 11-5 0,-1 5 5 16,-2-1-5-16,-2-1 0 0,-2-3-10 0,0 0-12 15,0-4 1-15,0 0-48 0,1 2-141 0,-1-2 1 16</inkml:trace>
  <inkml:trace contextRef="#ctx0" brushRef="#br0" timeOffset="12628.13">28436 7684 80 0,'0'0'26'15,"0"0"-4"-15,0-2 23 0,0 1 0 0,0-1-1 16,0 0 9-16,0-2 9 0,0 0-2 0,0 1 1 15,0-1-21-15,0-5 7 0,0-1-10 0,0 5 4 16,0-3-4-16,0 5-11 0,0-1 6 0,0 0-12 0,0 1-2 16,0 1 0-16,2-2 0 0,0 0 0 0,0 1 0 15,1 1-3-15,1 0 1 0,0 0-9 0,-1 2 11 16,1 0-9-16,-2 0 8 0,4 2-12 0,-3 0 5 16,1 0 7-16,-2 16-5 0,0 6-5 0,14 0 6 15,-4 6-5-15,-5 2 7 0,-5 1-2 0,-2 4-4 16,-2-3-4-16,-5 3 1 0,-3 2 5 0,1-9-3 15,-6 3 3-15,0-7-4 0,13-2-2 0,-22-4 6 16,-4 3-1-16,-1-5 3 0,-5-1 1 0,-3-2 3 16,2-2 1-16,-2-2-1 0,3 0 4 0,-3-2-5 0,4-3 3 15,3 0-4-15,0-5 3 0,10 14-6 0,3-5 5 16,2-5-6-16,6-3 2 0,4-2 3 0,-1 0-6 16,2 0 6-16,1 0-14 0,1-2 6 0,0 0-6 0,0 0 5 15,2 1-8-15,2-3 4 0,0 0 1 0,14-5 2 16,18-2-2-16,-1 3-5 0,-3 1-1 0,-2 1-1 15,-2 3 8-15,3-1-3 0,1-15-1 0,-6 8-1 16,0 4-5-16,-5 3 6 0,0 4-1 0,-1 0 3 16,-3 0-2-16,0 2-4 0,-2 2 2 0,2 1-7 15,-2 1-11-15,-2-3-7 0,2 3-1 0,0 0-1 16,0-1-10-16,0 1-26 0,-2-3-1 0,0 1-8 0,2 0-10 16,-2 0-30-16,4-1-24 0,0-1 2 0,4 2-28 15</inkml:trace>
  <inkml:trace contextRef="#ctx0" brushRef="#br0" timeOffset="13113.97">28850 7824 302 0,'0'-4'125'0,"0"-2"-133"15,0-33 134-15,4 8-63 0,-2 5-32 0,1 3-16 0,3 3 8 16,-1 1-11-16,1 3 10 0,0-3-2 0,-3 6 6 15,1 4-3-15,0-2 14 0,-2 3 7 0,-1 1-4 16,1 1 5-16,-2 4-3 0,0 1-12 0,2-3 2 16,0 0-6-16,-2 2-4 0,0 0-7 0,0 2-1 0,0 2-3 15,0 2-7-15,-7 24 7 0,-6 9-5 0,0 9 6 16,1-1-7-16,3 5-5 0,4 0 0 0,-1-7 0 16,-3-2 6-16,1-4-6 0,1-2 7 0,3-5-7 15,1 0 7-15,1-4-2 0,0-4-4 0,0 2 1 16,2-4 1-16,0 3 0 0,0-3 4 0,0-1-3 15,0-1 1-15,0-3 2 0,0 0-1 0,0-4 2 16,2 0 0-16,-2-3-5 0,0-3 3 0,0-1-3 0,0-2-1 16,2 2 12-16,0-1-10 0,-1 1 10 0,-1-2-7 15,0 0-4-15,0-2 7 0,0 0-7 0,0-2 4 16,0-2-6-16,2-13-1 0,0-7 0 0,2-4 4 0,-1 2-2 16,1-3 2-16,4-5-2 0,1-1 5 0,2-8-8 15,0-1 1-15,0-3-3 0,0-6 0 0,1 4 3 16,-3 5 0-16,0 5 0 0,-1 7-2 0,-3 8 2 15,3 4-2-15,-5 3 2 0,1 8-9 0,-4 5 0 16,0 0 4-16,2 0-2 0,0 3 7 0,0-1 4 16,-1 2-5-16,1 2 4 0,0 16 0 0,-2 27 5 15,0 1 1-15,-4 6-2 0,-3-5-13 0,1-1 8 16,-1-1-3-16,0-7 6 0,-1-2 4 0,3-5-5 16,-1-5 0-16,0-2-4 0,-1 1-5 0,0-3-23 0,1 2-6 15,2-5-13-15,2 1-77 0,2 0-186 0</inkml:trace>
  <inkml:trace contextRef="#ctx0" brushRef="#br0" timeOffset="13752.07">30911 7868 168 0,'0'0'68'15,"0"-2"-8"-15,0 0 30 0,0 1 2 0,-2-3-17 16,2 2-24-16,-4-9-15 0,1-4 5 0,1 4-10 16,0 0-12-16,2-2 2 0,0 3-12 0,0-1 10 15,0 4-8-15,2-1-4 0,0 3 7 0,0 1-6 0,7-1 6 16,8-1 9-16,-1 2-8 0,-3-5 7 0,4-2-1 16,-2 5-9-16,-2 4 4 0,4 2-7 0,-10 2-1 15,-3 0 8-15,-2 20 3 0,14 10 1 0,-6 1 2 16,-10 5-8-16,-2-3 3 0,-6-2-3 0,-3 1 4 0,0-8 2 15,-2-2-3-15,2-8 4 0,7-1 6 0,-13-4 0 16,3-1-1-16,1-3 1 0,0-1-4 0,5-1-4 16,-1-1 0-16,5 0-4 0,0-1-15 0,3 1 6 15,-1 0-4-15,2-2 5 0,-2 1-2 0,0 1 3 16,0 0 1-16,2 0 0 0,0-1-5 0,2-1-8 16,2 0 2-16,14 5-5 0,10 1 3 0,4-4-16 15,3-4-2-15,0 0-6 0,6-2-24 0,-2-2-53 16,-5 0-11-16,-1 1-20 0,2-3-93 0</inkml:trace>
  <inkml:trace contextRef="#ctx0" brushRef="#br0" timeOffset="14131.37">31346 7933 543 0,'0'-2'67'15,"0"0"15"-15,0-5-29 0,1-15-35 0,3 5-6 16,2 4-13-16,1 2-1 0,-5 2-3 0,20-1 4 16,0 5-1-16,1-3 8 0,1 1-2 0,-4-2 5 0,3-3-3 15,-5 9 6-15,-1 1-4 0,-4-7 3 0,-2 1 1 16,-2 4 8-16,-5 4 5 0,-2 0 0 0,2 2 11 0,-1 2-12 16,3 13 1-16,-2 12-5 0,-6 5-1 0,-8 1-8 15,-4-5 0-15,-5 0-2 0,10-3 8 0,-21-8-6 16,4 3 5-16,2-7-6 0,3-4 2 0,8-3 1 15,2-5 4-15,4 1-2 0,3 0 4 0,2-2 2 16,2-1 1-16,-3 3 1 0,1 0 6 0,2 0-6 16,0-3-10-16,2 1 5 0,5 2-6 0,26 5-9 15,-3-5 7-15,2-2-8 0,-1-2 6 0,1-2 0 16,-1 0 0-16,3 0-3 0,-1 0-10 0,-1-1 3 16,-4 1 0-16,1 0 1 0,-3 0-8 0,-3 0-29 15,-1 2-6-15,-3 0-10 0,-6 0-37 0,-4 0-92 0,-5 0-30 16</inkml:trace>
  <inkml:trace contextRef="#ctx0" brushRef="#br0" timeOffset="15498.51">28757 5519 94 0,'0'0'11'0,"0"-2"18"0,0 1-16 15,0-1-9-15,0-2 3 0,0-5-5 0,0-4 4 0,0-2 14 16,0 4-1-16,0 1 7 0,0 3 13 0,0-4 5 15,-2-4 7-15,-1-2-2 0,-1-3 12 0,-2-2-25 16,1 3 1-16,-1-3-9 0,1 3 3 0,1 3-11 16,-2-5 2-16,1 4-5 0,1 3-3 0,-1-3 4 15,-1 6-4-15,0 0 3 0,-3-2-9 0,7 3 14 16,-16 1-9-16,-3 3 9 0,-1-3-20 0,-4 2 8 16,-2 1 1-16,-2 4 0 0,-3 0-7 0,-2-18 7 15,-4 5-6-15,-8 6 6 0,-1 5-5 0,0 4-2 16,-4 0 2-16,2 0-2 0,-2 4 9 0,2 0-10 0,7 1 4 15,4 1-5-15,-2 1 8 0,2 1-10 0,0 1 6 16,-2 2-6-16,2 2 2 0,-2 2 5 0,0 2-7 16,-5 1 6-16,1 3-10 0,6-1 7 0,-5-18-2 15,11 29 4-15,-3-5-6 0,-3 0-2 0,6 8 3 0,-2-1-2 16,7 1 5-16,4-1-5 0,5-5-1 0,2 0-1 16,-1 0 4-16,3-2 0 0,4 0 0 0,1 0 0 15,7 0 1-15,-1 0 4 0,2 1-3 0,-16 1 3 16,6 2-1-16,9 2 0 0,3-1 5 0,2 4-4 15,3 1-3-15,4 5 8 0,3-1-9 0,2 9 9 16,3-3-5-16,2 0-3 0,3 5 10 0,-20-9-8 0,31 1 7 16,-1-6-5-16,-1-5 0 0,5-3 0 0,3-3 13 15,3-3-11-15,-3-1 6 0,2-5-8 0,0 1 6 0,0 1-2 16,0-2 0-16,-2-1-1 0,2-1-7 0,-6 2 4 16,6 0-3-16,-2-3 3 0,0-1-6 0,5-1 7 15,1-3-1-15,3-2 3 0,-1-1-7 0,4-2 4 16,0 22 2-16,1-13 2 0,1-8 7 0,-4-5-15 15,1-2 8-15,-2-3-8 0,0-3 7 0,-3 1 4 16,1-2-7-16,3-3 6 0,-5 3-6 0,5-2 0 16,-3 2-5-16,-3-1 2 0,-1 1-7 0,-3 0 9 15,-3 0-1-15,-3 1 4 0,0-1-1 0,-7 0-7 16,0-3 7-16,-3 3-7 0,-1-2 10 0,-2 0-5 0,1-4 2 16,-6 8-3-16,1-18 2 0,-1-4 3 0,0-3-5 15,-2-5 5-15,-2-8-2 0,-3 1 0 0,1-8 3 16,-2 2-3-16,1-2-7 0,-1-2 9 0,-3 6-4 15,0-1 6-15,-2 5-8 0,22 1 4 0,-13 2 4 16,-7 2-1-16,-4 2 13 0,-2-2-10 0,-6 0 6 0,-3 0-6 16,-4-5 6-16,-5-5-4 0,-6-3-6 0,18-1 2 15,-31 4-12-15,-1 3 5 0,-1 5 0 0,-4 11 1 16,4 2-10-16,-9 8-28 0,2 5-9 0,-6 4-7 16,-4 4-39-16,1-19-49 0,-4 16 2 0,-1 12-27 15,1 11-85-15</inkml:trace>
  <inkml:trace contextRef="#ctx0" brushRef="#br0" timeOffset="17890.09">20606 5865 75 0,'0'0'0'0,"0"0"7"0,0 0 74 16,0 0 0-16,0-2 4 0,0 0-25 0,0 0-6 0,0 0-23 16,0 0 7-16,0 1-7 0,0-1-6 0,0 0-5 15,0 0-4-15,0 0 1 0,0 0 3 0,0 0 1 16,0 1-1-16,0-1 1 0,0 0-5 0,0 0 8 15,0 0-9-15,0 0 7 0,2 0-11 0,0 1 9 16,0-1-1-16,0 0 2 0,-1 0-9 0,1 0-3 16,0 0-3-16,0 0 0 0,0 1 0 0,0 1 2 0,0 0 3 15,-1 0-4-15,1 0-6 0,0 1 4 16,0 1-4-16,0 0 6 0,0 0-5 0,0 2 7 0,-1-1-4 16,-1 1 5-16,4 7-11 0,-2-1 6 0,0-1 5 15,0 2-1-15,0-2 3 0,-1 2-6 0,1 1-4 16,0-1 2-16,0 0 2 0,0-4 0 0,0 4 3 0,0-1-2 15,-1-3 12-15,1 1-13 0,0-3 9 0,0 1-11 16,0 1 6-16,-2-3-1 0,0-2-4 0,2 3 3 16,0-1-1-16,-1 0 10 0,1-1-2 0,2 1 5 15,0-2 5-15,-1 0-13 0,12 2 10 0,0-4-11 16,6-4 7-16,5-7-10 0,1-6 0 0,7 6-1 16,3-23 0-16,4-1-3 0,3-2-2 0,7 0 0 15,2 3-2-15,3 3-13 0,0 1-3 0,-12 4-8 0,1 0-42 16,-1 2-77-16,-3 2-45 0</inkml:trace>
  <inkml:trace contextRef="#ctx0" brushRef="#br0" timeOffset="29081.57">26345 9326 1 0,'0'-2'0'16,"0"0"3"-16,0-4 33 0,0-14-1 0,0-1 12 15,0 1-16-15,2 0 4 0,0-1-8 0,0 1-3 0,0 3 4 16,1-1 4-16,-1-1-10 0,0 4-6 0,0 4 0 16,0-2-8-16,-2 2-6 0,0 3-1 0,0 1-2 15,0 0-17-15,0 1-69 0,0 0 70 0,0 1-55 16,0 1 139-16,0 2-40 0,0-1-19 0,0-1 3 15,0 0-16-15,-2 2-6 0,0 0 2 0,0 1-2 16,0 1 10-16,1 0 18 0,-1 1-4 0,-2 3 7 16,2 15-22-16,-7 10 15 0,0 3-4 0,-1 5 9 15,-1 4-12-15,2 4 6 0,-2 5-5 0,0-4 6 0,0 6 1 16,1 0 1-16,-1-6 0 0,2 3 0 0,-2-10 9 16,1-6-6-16,1-1 3 0,2-6-6 0,-3-4 1 15,7 0 9-15,-5-3-1 0,3-1 4 0,-1-1 3 0,2-2-18 16,-1-2 13-16,3-2-14 0,0-2 12 0,-3-1-7 15,1-3 2-15,2-1-1 0,0 0-1 0,2-2 10 16,-2 1-3-16,0 1 7 0,1 0 9 0,-1 0-7 16,2-3-1-16,0 1-2 0,0 0-12 0,2-2-9 15,-1 0 1-15,3-2-3 0,5-1 12 0,10-9-13 16,0-1 2-16,1 12-7 0,0-14-2 0,-1-2 3 16,1 4-2-16,1 2 4 0,-3 0-4 0,1 3-1 0,-4 1-1 15,0 1-1-15,-4 3-3 0,0-1 6 0,0-4-2 16,2 1 2-16,-4 3 3 0,1 2-7 0,-3 2 7 15,-1 0-6-15,-1 2 9 0,-1 0-6 0,0 0 0 16,1 4 0-16,-3 8 0 0,9 3 0 0,-2 0 0 16,-3-2-1-16,0 1 3 0,-3 1-9 0,-1 0 4 0,-2-2-8 15,0 0-8-15,0-2-21 0,-2 1-5 0,0-2-7 16,1 0-38-16,-1 0-79 0,0-1-46 0</inkml:trace>
  <inkml:trace contextRef="#ctx0" brushRef="#br0" timeOffset="29425.05">26915 9712 130 0,'0'0'4'0,"-2"-2"16"0,1 0-5 0,-1 0-6 16,0 0 10-16,0 1-11 0,0-1-5 0,0 0 2 16,0 2-1-16,1 0 3 0,-1 0-2 0,0 0 9 0,0 0-2 15,0 2 5-15,0 0-2 0,1-1 1 0,-1 3 3 16,0 0 1-16,-7 11 10 0,1 1-10 0,1 1 4 16,-1 2-5-16,3-1-5 0,1 1-3 0,0-2 0 15,1-1 2-15,1 1 0 0,0 0 4 0,2-4-8 16,0 1 8-16,0-1-11 0,0-1 4 0,0-1-4 0,0-4 4 15,0 1-10-15,0-1-4 0,0-1 0 0,0-3-3 16,0-1-10-16,2 2-22 0,0 0-7 0,1-3-6 16,1 1-26-16,7 0-12 0</inkml:trace>
  <inkml:trace contextRef="#ctx0" brushRef="#br0" timeOffset="29645.03">27199 9669 98 0,'0'0'44'15,"0"0"-3"-15,0 0 32 0,0 0-2 0,0 0-58 16,0 0 8-16,0 0-3 0,0 2 6 0,0 0-1 0,0 0-10 16,0 0 2-16,-3 14-5 0,-3 3 0 0,1-1 0 15,-1 1 1-15,-1 1 0 0,1-1-1 0,-1 1-4 16,1-1-2-16,0 1 1 0,3-1 1 0,-1 0 0 16,2-3 6-16,0 1-4 0,2-2-4 0,0-2 4 15,0-2-8-15,0-2 7 0,0-1 2 0,0-1-11 16,0-1 3-16,2-1-8 0,-2-3-21 0,2 2-36 15,0-1-9-15,0 1-10 0,1-2-36 0</inkml:trace>
  <inkml:trace contextRef="#ctx0" brushRef="#br0" timeOffset="29911.64">27478 9717 73 0,'0'0'36'16,"0"0"-3"-16,0 0 23 0,2 0 2 0,0 0-5 16,0-1 9-16,-1-1-12 0,1 0 5 0,2 0-8 15,0 0 0-15,-2 2-4 0,11-4-8 0,1-1 3 0,3-1-9 16,2-1-11-16,-1-1 8 0,3 3-11 0,-5 1 1 16,1 0-10-16,0 3 0 0,-2-1-4 0,-2 0-12 15,-4 2 1-15,2 0-1 0,-2 0 2 0,-1 0-2 0,1 0-15 16,-3 0-5-16,1 0-3 0,0 2-12 0,1 0-36 15,1-1 1-15,-3-1-19 0,-3 0-68 0</inkml:trace>
  <inkml:trace contextRef="#ctx0" brushRef="#br0" timeOffset="30112.76">27604 9859 417 0,'0'0'44'0,"0"0"-15"0,-2-2 39 16,2 0-7-16,0 0-26 0,0 0 8 0,0 0 1 0,0 0 1 15,0 1-6-15,2-1-5 0,2 0-6 16,0 0 1-16,14-7-19 0,4 1 6 0,1 1-8 0,3-1 6 16,2 1-10-16,-1 0-4 0,1 1 1 0,0 2-5 15,-4 2-27-15,-1 2-73 0,-5 0-15 0</inkml:trace>
  <inkml:trace contextRef="#ctx0" brushRef="#br0" timeOffset="30786.55">28536 9097 216 0,'0'-2'23'16,"0"1"-2"-16,0-3 10 0,2-9 2 0,0-2-6 15,2 2 1-15,-2 6-15 0,-1-1-5 0,-1 6-2 16,0 0-9-16,2-1 2 0,0-1 6 0,0 2-2 16,0 0 11-16,0 0 1 0,0 2 0 0,-1 0 2 15,1 2 6-15,0 2-9 0,0 20-3 0,-2 8-1 0,0 1-9 16,-4 6 10-16,-1 4 1 0,-3 1 1 0,1 10-7 15,-4 2 7-15,0 1-2 0,-2 5 4 0,0-8-3 16,0-6-11-16,1-7 5 0,3-10-6 0,0-3 6 0,1-2 8 16,1-4-8-16,1-5 9 0,3 0 2 0,-1-4 5 15,0 0-2-15,2-4 1 0,1 0 1 0,1-1-2 16,0-4-1-16,0-1-2 0,0-1-9 0,0 2 12 16,0 0 4-16,0-1 0 0,1-1-6 0,1 0-6 15,0-2-3-15,0 0 0 0,2 0-2 0,3-2 2 16,10-7-3-16,-4 0 2 0,2-3-14 0,0-8 8 15,-1-2-4-15,3 1 5 0,0-1-1 0,0 2 0 16,-3 1 1-16,1 0 0 0,-2 1-3 0,-2 3-1 0,-1 0-3 16,-3 6 2-16,2 1 6 0,-5 7-3 0,2-3 3 15,-3 2-4-15,-1 2-1 0,2 0 0 0,2 0-1 16,-5 0 1-16,1 0-1 0,0 0 1 0,11 19 3 16,-4-1-1-16,-1 1 6 0,-3-1-2 0,-1-1-2 0,-2-2-1 15,0 2-7-15,-2-3 5 0,0-1 0 0,0 2 3 16,0-2 2-16,0-2-2 0,0 1-3 0,0-1-1 15,0 0-24-15,0-2-25 0,2 0-9 0,-2-1-6 16,2-1-41-16,-1-1-42 0,1-1-13 0</inkml:trace>
  <inkml:trace contextRef="#ctx0" brushRef="#br0" timeOffset="31019.54">29117 9756 252 0,'0'0'33'0,"0"-1"58"0,0-1-45 0,0 0-4 16,0 0 3-16,0 0-6 0,0 0-31 0,0 0 9 16,-1 2-8-16,-1 0 10 0,0 0-1 0,0 2-1 15,0 0-4-15,0 0 2 0,-1 2-12 0,-5 9 7 16,-3 5-8-16,2-1 7 0,-1 2-4 0,1-1-2 16,0 1 4-16,1-1-5 0,-1 3 11 0,2-5-6 15,-1 3 6-15,3-2-7 0,1-4-8 0,0-2-5 0,1-2-4 16,1-3-2-16,2-3-32 0,0 1-84 0,0-2 6 15,-2 2-30-15,0-1 11 0</inkml:trace>
  <inkml:trace contextRef="#ctx0" brushRef="#br0" timeOffset="31170.65">29270 9606 378 0,'0'-2'55'0,"0"0"-28"0,0-1 48 0,0-5-12 16,0-5-29-16,0 9-20 0,0 1 4 0,-2 1-11 15,0 0-3-15,0 0-41 0,0 2-7 0,0 2-24 16,1 0-118-16</inkml:trace>
  <inkml:trace contextRef="#ctx0" brushRef="#br0" timeOffset="31598.75">29466 9756 109 0,'0'0'20'0,"0"2"-2"0,0 0 25 15,0 0-5-15,-1 0 4 0,-1 2-12 0,0 1-15 16,-4 6 2-16,3-1-5 0,1-3 5 0,0 0 7 16,2-3 15-16,0 0-5 0,0-2 42 0,0 1-17 15,0 1-8-15,2-2-3 0,0 0-27 0,5 0 0 0,17 1 2 16,2-3-2-16,0-3-5 0,6-7 2 0,-3 1-6 16,-3-2 5-16,-1 0-8 0,-5 0-9 0,-3 1 7 15,-6 3-7-15,2 3 11 0,-4-11-1 0,-1-3-2 16,6 3 1-16,-8 0 0 0,-4 4-1 0,9-6 1 15,-4 1-1-15,-3 3 1 0,-4-4 1 0,0 6 3 0,0 7-3 16,-4-3 7-16,3 3-9 0,1 2 0 0,-19-5-3 16,-1 5 3-16,-10-15-8 0,0 10 9 0,-1 5-9 15,-1 4 10-15,2 5-12 0,-1 2 1 0,-1 4-4 16,4 2 5-16,4 0 5 0,2-13-3 0,2 18 4 16,3-1-13-16,4-2 5 0,2-1-1 0,3 1 3 15,3-2 0-15,1 0 2 0,0 0 1 0,-7-1 2 16,2 1 1-16,3 0-7 0,3-2 1 0,1 2-1 0,2-2 4 15,0-2 0-15,2 0 3 0,1 0-2 0,3 1 1 16,1-1 6-16,1-2-3 0,12 0 5 0,6 0-1 16,0-3 0-16,6 0-6 0,3-5 3 0,4 1-6 15,2 21 1-15,1-10 3 0,3-8-1 0,0-5 6 0,5 0-11 16,-2-4 0-16,-3-3-6 0,-3 1-21 0,-6-1-57 16,-1-2-16-16,-5 1-24 0,1-1-148 0</inkml:trace>
  <inkml:trace contextRef="#ctx0" brushRef="#br0" timeOffset="32864.87">31405 5336 40 0,'0'0'12'0,"0"-2"0"16,0 0 16-16,-2 0 0 0,0-2 2 0,0 1-6 15,-1-5-11-15,-5-5 5 0,3 4-5 0,-3-2 14 16,4-4-5-16,-1 2-2 0,-8-2 2 0,4 0 2 0,3-2 9 15,-5 3 2-15,2-1 0 0,-1-2-13 0,-3 4 8 16,0-2-11-16,0 2 10 0,-3 0-3 0,-8 0-4 16,-1 2 6-16,-8 2-5 0,-2-1 3 0,1 1-7 15,-1 2 1-15,-4-1-4 0,2 3-6 0,-2-1 2 16,-4 2-6-16,4 1 5 0,-5-3 2 0,-3 1-1 16,3 3 4-16,-5-2-4 0,3 0 0 0,1 1-11 15,3 1 5-15,-1-2-5 0,2-18 6 0,0 9-3 16,4 5-2-16,4 5-1 0,3 1-1 0,2 2 2 0,2 0-5 15,0 2 4-15,0 1 0 0,0 5-4 0,-2 3 7 16,0 4-7-16,1 1 3 0,1-4 0 0,2 21-2 16,-4 6 2-16,2 4 5 0,-2 5-5 0,2 8 1 15,-2-1-3-15,-2 3 1 0,-3 0 0 0,1-5 1 0,4 1 0 16,-1-7 1-16,8-7 4 0,1-2-3 0,7-3 3 16,9-2-7-16,0 1 2 0,-14-3 0 0,10 3 0 15,8-3 2-15,6 3-2 0,5 3 2 0,6 2-2 16,5 2 7-16,-7 3-6 0,22 1 3 0,8-3-3 15,-4-1 5-15,-1-7-4 0,5 1 0 0,1-3 1 16,1-3-1-16,3 1 4 0,2-6-3 0,5-3 4 16,7-1-5-16,4-5 3 0,5 0-2 0,1-4 3 0,-5-2-8 15,1 0 4-15,-3-3-6 0,-4-4 5 0,-2 0-2 16,6 1 6-16,4 27-2 0,9-17 3 0,5-7-8 16,-1-6 2-16,-1-4 4 0,-9-2-1 0,-5-1 7 0,-2 0-6 15,-8-1-4-15,-1-1 1 0,-4 1 3 0,-4-1-4 16,2 0 7-16,0-2-7 0,0-2 14 0,-6-2-8 15,-5-2 1-15,-2-1-4 0,-4-3-1 0,-3 10 7 16,-4-26 2-16,-4-11 0 0,-2-1-5 0,-1-5 5 16,-3-3-5-16,-5 3 5 0,-3-5-3 0,-5 3 9 15,-3 2-2-15,24 0 4 0,-13 2-3 0,-11 0 8 16,-4-3-2-16,-7-5 3 0,-4-1 4 0,-6 5-6 16,-3-3-5-16,-4 5-2 0,13 4-25 0,-30 7-13 0,-13 8-13 15,-9 9-4-15,-9 9-78 0,-15 8-101 0</inkml:trace>
  <inkml:trace contextRef="#ctx0" brushRef="#br0" timeOffset="33750.18">22257 5725 39 0,'0'0'6'15,"0"0"-3"-15,0 0 9 0,0 0 1 0,2 0 0 16,0 0 6-16,-1 0-10 0,1 0 10 0,0 0-12 0,0 0 6 16,0 0 13-16,0 0-4 0,1 0 9 0,1 0 3 15,0 0 5-15,3 0-8 0,3 0 7 0,-3 0-2 0,2 0-4 16,-1 0 5-16,-1 2-7 0,-1 0-4 0,-3 0-3 16,1 2-3-16,0 11 0 0,0 1-5 0,-3 1-10 15,3-2 6-15,-2-2-8 0,2 2 3 0,-2-4 3 16,1 2-3-16,-1-2 4 0,2-2 0 0,0-3-3 15,1-2 0-15,1-1 0 0,1-1 15 0,1 4 24 16,3 1-3-16,0-1 7 0,4-3-25 0,1-1 11 16,5-2-9-16,3-5 8 0,0-3-18 0,8-7-6 15,5-3 4-15,7-6-6 0,5 0 1 0,4-2 1 0,1 1-4 16,-4 3 3-16,1 4-8 0,-14 3-6 0,-6 4-7 16,-5-1-7-16,0 3-77 0,-5 2-106 0,3-1-39 15</inkml:trace>
  <inkml:trace contextRef="#ctx0" brushRef="#br0" timeOffset="35671.49">26329 10666 256 0,'0'0'-53'15,"0"0"39"-15,0-2 5 0,0 0 7 0,0 1 50 0,0-1-4 16,0 0 0-16,0-2-3 0,0 0 3 0,0 1-13 15,0-1-6-15,0 0-4 0,0 1 1 0,0-1-2 16,0 2 1-16,0 0 1 0,1 0-1 0,1 0 6 0,0 1 1 16,0-1-2-16,0 0 0 0,0 0-4 0,-2 2 4 15,0 0 0-15,0 0 1 0,0 0-1 0,0 2 1 16,0 0 4-16,0 1-3 0,0-1-2 0,-2 19-11 16,-4 5 1-16,-1 0-4 0,-2 2 2 0,-1 3 1 15,1 3-4-15,0 1 2 0,-1 0-10 0,1 0 5 16,2 4-1-16,-2 2 2 0,3-5-5 0,0-3-4 15,3-5 6-15,-1-6-4 0,0 4 10 0,1-2-9 16,1-5 0-16,0-3-3 0,0-1 4 0,2-9 12 0,0 1 1 16,0-5 5-16,0 2 4 0,0 0-4 0,0-3 0 15,0 3-1-15,2 0-1 0,0 0-8 0,0-3 1 16,-1 1-3-16,1-2-7 0,2 0 8 0,0-2-6 16,5-3 7-16,6 1-12 0,0-18 0 0,-1-2 2 0,3-4 0 15,0 6 4-15,3-4-3 0,-1 0-3 0,5 0 0 16,4 0-7-16,-2 3 5 0,-2 1 0 0,-4 4 2 15,-1 1 0-15,5 4 1 0,-7 4-3 0,7 1 3 16,-5 1-1-16,-6 5 0 0,5 0-1 0,-7-7 0 16,0 3-1-16,-1 2 0 0,-1 3 3 0,-3 1-1 15,-5 0 1-15,1 0 0 0,0 0-1 0,2 16 0 0,11 7 0 16,-4 1 4-16,-2 2-1 0,-3-2 2 0,-3 2-7 16,1 2 1-16,-4-4-2 0,0 0 3 0,0-5 0 15,0-5 5-15,0 1-5 0,0-2 4 0,0 0-9 16,0 0 7-16,0-5-2 0,0 1 4 0,0-4-14 0,0-1-57 15,2 5-6-15,-2-5-24 0,2 2-79 0,0-3-58 16</inkml:trace>
  <inkml:trace contextRef="#ctx0" brushRef="#br0" timeOffset="36371.61">26869 11290 46 0,'0'0'40'16,"0"0"-3"-16,0-2 28 0,0 0-4 0,0-1-3 15,0 1-11-15,0-11-3 0,0 0 0 0,0 2-3 16,0 1-12-16,0 3 5 0,0-1-10 0,2-1 6 16,0-2-17-16,0 2 12 0,-1-1-3 0,1 3 5 15,-2 3-7-15,2-1 2 0,-2 3-3 0,2-2 2 0,0 1 8 16,0 1 13-16,0 0 0 0,-1 2 0 0,1 0-20 15,0 2 2-15,0 9-6 0,2 22 4 0,-4 1-11 16,-2-5-3-16,-2 3-1 0,-1-2-2 0,-3-4-6 16,3-2 3-16,-3 0-1 0,3-2 3 0,-1-1-4 0,0-1 3 15,1-1-2-15,-1-3 3 0,3 1 2 0,-1-2-8 16,2-2 2-16,0-2-5 0,0-2-13 0,2-3-76 16,0-1-7-16,0-1-31 0,0-2-85 0</inkml:trace>
  <inkml:trace contextRef="#ctx0" brushRef="#br0" timeOffset="36722.71">27081 11288 154 0,'0'0'67'0,"0"-2"11"0,0 0-16 0,-2 1-26 0,0-1-6 16,0 0-6-16,2 0-3 0,0 0-4 0,0 0 1 15,0 0-6-15,0 1 9 0,0-1-6 0,0 0 6 16,2 2-6-16,0 0 1 0,0 2 5 0,-1 0-3 16,1 1 13-16,-2-1-4 0,6 15 4 0,-2 1-5 15,-3 1-4-15,1 1 0 0,-2 1-7 0,0-3 4 0,-2 3-15 16,-1 1 7-16,-1 0-4 0,-3 4 6 16,-1-1 0-16,-1-1-4 0,1-2 1 0,1-3-2 0,0-3 7 15,-1-1-3-15,3-4 4 0,1-1-6 0,-2 1 4 16,4-8-1-16,-1 5 4 0,3-6-4 0,0 0-1 0,-2 1 5 15,0 1 0-15,0 0 2 0,2-1 1 0,0-1-7 16,0 0 0-16,2 0-3 0,0 0 1 0,2-2-3 16,10 0-4-16,9 0 1 0,-1-2-8 0,2-2 7 15,0-1-4-15,0-1 5 0,4 1-7 0,0-1 4 16,4 0 0-16,-6 3-1 0,-4-1-26 0,-5 2-55 16,-4 0-6-16,2 0-22 0,-2 2-76 0</inkml:trace>
  <inkml:trace contextRef="#ctx0" brushRef="#br0" timeOffset="37014.01">27857 11104 763 0,'0'-1'26'0,"0"-1"-1"16,0 0-3-16,0 0 1 0,0 0-12 0,0-2-1 15,0 3-9-15,0-1-1 0,0 0-3 0,0 0 2 16,0 0 1-16,2 0 2 0,-1 0-1 0,1 1 0 0,2-1 4 16,0 0-3-16,-2 2 2 0,7-2-9 0,2 0-5 15,-5 2-10-15,1 0-2 0,2 0-71 0,1 2-96 16</inkml:trace>
  <inkml:trace contextRef="#ctx0" brushRef="#br0" timeOffset="37172.55">27857 11333 284 0,'0'0'115'0,"-2"0"-96"0,0 0 114 16,0-2-44-16,0 0-38 0,0 0 13 0,1 2-1 15,-1 0 1-15,0 0-19 0,0 0-16 0,2 0-5 16,0 0-5-16,2 0-14 0,0 0-9 0,1 0 1 15,18-2-5-15,10-1 5 0,7-7-19 0,1 1 10 0,3-2-15 16,-1 0-5-16,0 0-56 0,0-2-11 0,1 1-18 16,-1 1-74-16</inkml:trace>
  <inkml:trace contextRef="#ctx0" brushRef="#br0" timeOffset="37695.93">28770 10705 379 0,'0'0'26'0,"0"-2"-7"0,-2 0 10 15,1 1 12-15,-1-1-14 0,0 0 17 0,0 0-19 16,-2 0 4-16,1 0-9 0,-1 0 0 0,0 1 8 16,0-1-1-16,1 0 2 0,-1 0-15 0,0 0 16 15,2 0-10-15,-1 2 11 0,1 0-10 0,0 0 2 16,0 0-3-16,0 2 3 0,0 0-2 0,1 2-7 15,-5 12 3-15,-1 9-5 0,1 1 0 0,2 5-6 16,1 3-1-16,-1 5-3 0,-2-2-2 0,-1 4 2 16,-1-1 0-16,1 1 3 0,0-2 3 0,-1 0-7 0,1-7 3 15,1-1-5-15,1-5 8 0,-1-7-3 0,2 1 4 16,1-5-4-16,-1 0-3 0,0 0 6 0,2-6-1 16,2-3 3-16,0-1 3 0,0-3-5 0,-2 2 4 15,1 0-2-15,1-1 19 0,0 1-8 0,0-2 3 16,0 0-5-16,1 0-8 0,1-2-6 0,0-2-1 0,2 0-1 15,16-9 1-15,3 5 1 0,3-16 1 0,1-4 0 16,5-2-8-16,-2 4 5 0,-1-2-3 0,-5-4 6 16,-1 8 0-16,5 2-6 0,-2 5 2 0,3 7-3 15,-8 3 4-15,-5-1-7 0,-3 4 4 0,-5-3-6 16,1-1 15-16,-3 4-9 0,-3 2 1 0,1 0-3 0,0 2 7 16,0 0 4-16,1 7-1 0,4 17 2 0,-3 4 0 15,-4 0-10-15,-4-2 5 0,-2-3-6 0,-1 0 4 0,-1-1 1 16,2-4-1-16,1-1 1 0,-1-4-3 15,0-2-3-15,1 0 0 0,1-4-4 0,0-2-23 0,0 1-44 16,0-3-5-16,2-1-15 0,0 0-44 0,0-1-14 16,0 1-12-16</inkml:trace>
  <inkml:trace contextRef="#ctx0" brushRef="#br0" timeOffset="38097.98">29385 11086 414 0,'0'0'40'0,"0"0"-5"0,0-2-2 0,0 0 10 15,0 0-21-15,0 0 11 0,0 1-13 0,0-1 1 0,0 2-5 16,0 0-2-16,0 0 22 0,0 2-5 0,0-1 10 16,0 3-8-16,0 9 1 0,0 8-4 0,0 5 1 15,-2-2-8-15,0-4 1 0,0 2 2 0,0-1-2 16,-1 1-3-16,-1 4-8 0,0-4 3 0,1-1-4 15,-1-1-3-15,0-1-3 0,0-3-6 0,1-1 3 16,-1 0-1-16,0-4-1 0,1 0 5 0,1-3-4 16,0-3 6-16,2-1-6 0,0 0 1 0,-2 0-3 0,0-1-4 15,0 1-4-15,0-2-6 0,2 0 1 0,0 0-22 16,0-2 19-16,0 0-6 0,0-2 11 0,0 0-8 16,2-2 10-16,2-5-6 0,3-8 7 0,3-3-8 15,-1 1 9-15,0-1 3 0,2-4 1 0,1 1 3 16,-1-1-1-16,2-4 0 0,-2 4-1 0,0 0 4 0,-2 4 3 15,0-1-1-15,3 1 3 0,-1 1 0 0,0 1 7 16,-4 5 0-16,3 0 1 0,-5 5-3 0,1 1-9 16,7 3-2-16,-2-5-1 0,2 1-1 0,-4 5 0 15,0 1 1-15,-1 2-2 0,-1 0-10 0,4 2-55 16,-5-2-3-16,3 3-20 0,-5-1-35 0,-2-2-65 16</inkml:trace>
  <inkml:trace contextRef="#ctx0" brushRef="#br0" timeOffset="38550.31">29756 11440 314 0,'0'0'43'15,"0"0"-7"-15,0 0-4 0,-2 0 17 0,0 0-24 16,1 0 41-16,1 0 0 0,0 0 4 0,0 0-9 15,0 0-27-15,1 0-5 0,1-1-9 0,2-1 7 0,15-4-7 16,1-1 11-16,2-3-5 0,-1 1 5 0,5-4-8 16,2 0 1-16,-2 0 3 0,0 0-3 0,-4 0-9 15,2 0-14-15,-2 0 2 0,-1 2-3 0,-1 0 6 0,-3 2-3 16,-2-1 3-16,-2 1-3 0,-2 2 1 0,-4 5-4 16,1-9 2-16,-5-1-2 0,-1-1 5 0,7 2-3 15,-3 2 0-15,0-2 1 0,-3 2 4 0,-1-2-6 16,-2 1 3-16,0 3-2 0,0 3 15 0,0 0-3 15,-2 1-1-15,0-1-2 0,-1 0-7 0,-8-3 3 16,-6-1-1-16,2 5 2 0,-2 1-4 0,3 2 7 16,-1 0-3-16,-2 0 4 0,2 2-3 0,2 3 0 0,-4 5-3 15,3-5 2-15,-1 16-1 0,0 1-3 0,0 4 0 16,0-10-2-16,4 9 4 0,2-7-3 0,1 3 5 16,5-3-6-16,-1-3-1 0,-5-2 17 0,1 0-1 15,4 0 6-15,3 0-6 0,1-2 2 0,0 0-6 16,1 0 6-16,3-1-7 0,2-1 0 0,-1-2-3 0,18-1 0 15,-1 0-4-15,2-3-2 0,4 16 6 0,2-8-6 16,5-4-4-16,6-5-11 0,3-2-6 0,6-3-3 16,6-7-51-16,7-1-73 0,6-2-55 0</inkml:trace>
  <inkml:trace contextRef="#ctx0" brushRef="#br0" timeOffset="42674.93">31262 9496 132 0,'0'-1'4'0,"0"-3"10"15,-4-15 20-15,1-12 7 0,-1 7 4 0,2-1-6 0,2 5-5 16,0 1-8-16,0 1 5 0,0-1-14 0,0 4-3 15,0-1 3-15,0 3-4 0,0 0-1 0,0 2 9 16,0 1-8-16,0 3 8 0,0 0-8 0,0 3 5 16,0 0 2-16,0 2-2 0,0 0-7 0,0-1 6 15,0-1-6-15,0 2 7 0,0 0-7 0,-2 2 4 16,0 0 3-16,0 2-2 0,1 2-3 0,-11 14-4 16,-4 16-3-16,-1 8 2 0,0 1-6 0,2 5-5 15,1 3 5-15,2-3-3 0,1-4 14 0,2-3-9 0,0-4-2 16,-1-5-2-16,3-2-2 0,0-6 5 0,-1-2 1 15,3 0 3-15,-1 1 5 0,2-3-2 0,-1 1 1 16,-1-1-2-16,2-1 4 0,1-3-4 0,1-1 5 16,0-2-4-16,0 0 5 0,0-4-3 0,0 1-2 15,2-5 0-15,0-1-6 0,0 0 4 0,0-3-4 0,0 1 5 16,0 2-2-16,-1 0 8 0,-1-2-1 0,0-1 2 16,0 1-4-16,2-2 11 0,0 0 2 0,0 0 1 15,0-2-5-15,0 1-5 0,0-1-5 0,4-17 3 16,1 1-4-16,3-1-6 0,1-1-2 0,2 1-2 15,0 1 3-15,0 3-3 0,-3 0 2 0,9-2-2 0,3 4 1 16,-5 0-1-16,-4 4 0 0,4 1 0 0,2 3-6 16,-6-1 6-16,7 1 0 0,-5-5 0 0,-3 5-7 15,3-1-4-15,0 4 4 0,-6 2-3 0,2 2 7 0,-1 0 3 16,-3 2-2-16,-1 0 2 0,11 18 0 0,-4 0 2 16,-5 2 2-16,-3-1 1 0,-3-1-5 0,0 4 5 15,0-2-8-15,-3 0 6 0,-1-2-9 0,-2 1 9 16,1-3-3-16,1-1 6 0,0 1-6 0,2-5 2 15,1 0 1-15,1 0-2 0,0-2 5 0,0 0-9 16,0-2 3-16,0-4-8 0,0 2-22 0,0-5-64 16,0 4-15-16,0-5-18 0,0-1-82 0</inkml:trace>
  <inkml:trace contextRef="#ctx0" brushRef="#br0" timeOffset="43125.62">31544 9910 534 0,'0'-1'13'0,"0"-1"34"16,0 0-47-16,0 0 8 0,0 0 4 0,0 0 0 16,0 1 2-16,0-1 0 0,0 0-6 0,0 0 4 15,0 0-10-15,2 0 0 0,0 0 3 0,0 1-1 0,0-1 7 16,1 2-4-16,1 0 2 0,0 0-2 0,-1 0 3 15,1 2 14-15,0-1-2 0,0 5 6 0,7 18-4 0,-4 4-5 16,-5 3-5-16,-4 3 2 0,-3-1-5 0,-5 1 1 16,-3 1 0-16,0-5 1 0,-2-2 9 0,2-4-2 15,0-6 6-15,6 1-7 0,-13-6 9 0,-1-6-13 16,-1-5 1-16,9 0-5 0,-2 9 8 0,4-5-4 16,2-3 1-16,-4 1-2 0,9-4-2 0,0 0 7 15,0 0-2-15,1-2 4 0,-1 0 1 0,2-1-12 16,-5-12 2-16,1-4-7 0,6 3 6 0,0 1-10 15,2 0 7-15,2 4-7 0,-1 1-1 0,1 3-1 16,-2 3-3-16,2 1 1 0,-1-1 4 0,1 2-1 16,7-5 0-16,2 1-2 0,2 4-2 0,-2 2 6 0,0 0 0 15,-2 4 1-15,0 1-4 0,-3-1 0 0,-1 0-2 16,1 11 3-16,-1 0 4 0,1-1-3 0,-1-4 4 16,0 3-4-16,1-6 1 0,1 1-22 0,0 1-1 0,4-4-10 15,0-3-25-15,0 6-29 0,2 3-4 0,0-2-10 16,-2-3-42-16,2-3-85 0</inkml:trace>
  <inkml:trace contextRef="#ctx0" brushRef="#br0" timeOffset="43460.6">31856 9909 174 0,'0'0'26'0,"0"-2"4"0,0 0 13 16,0 0-23-16,0 0 10 0,0 0-12 0,0 1 0 15,0-1 1-15,0 0-3 0,0 0-7 0,-2 0 2 16,2 0 1-16,-2 0 0 0,1 1 16 0,1-1 1 16,0 0 10-16,0 0-7 0,0 2 7 0,0 0-15 15,0 0-2-15,0 0-2 0,0 0-2 0,0 0 1 16,0 2 3-16,0 0-4 0,0 0-8 0,0 1 20 16,0-1-9-16,0 17 12 0,0 1-15 0,0 0-3 15,0 6-2-15,0-1 0 0,0 1-6 0,0 0-1 0,0 0-1 16,0 3 0-16,-2 3 3 0,2-6-8 0,0-2 2 15,0-5-3-15,0-5 1 0,0 1 8 0,-2 0-6 16,2-2 6-16,0-4-9 0,0 1-4 0,0-7 1 16,0 1-4-16,0 0-26 0,0 0-45 0,0-1-10 0,0-1-12 15,0 0-51-15</inkml:trace>
  <inkml:trace contextRef="#ctx0" brushRef="#br0" timeOffset="43722.16">32109 9597 568 0,'-2'-2'28'0,"0"0"-2"0,0 0-10 15,0 0 9-15,0 0-17 0,0 1 16 0,1-1 4 16,-1 0 0-16,0 0 3 0,0 0-1 0,2 0 3 16,0 0-2-16,2 1 1 0,0-1-12 0,1 0-9 15,9-2 0-15,8-1-3 0,0 1-4 0,-1 2-2 16,1 2-2-16,-7 0 0 0,0 0-5 0,-3 0-74 0,-3 2-15 16,1 2-33-16,-3-3-160 0</inkml:trace>
  <inkml:trace contextRef="#ctx0" brushRef="#br0" timeOffset="43908.31">32110 9742 372 0,'0'0'67'15,"-1"0"-8"-15,-1 0-3 0,0-2 12 0,0 0-33 16,0 0 13-16,-2 2 8 0,3 0-4 0,-1 0 4 16,0 0-3-16,0 0-21 0,0 0-2 0,2 0-8 15,0 0-9-15,2 0-6 0,2 0 6 0,7 0-7 0,13-2 1 16,-2 0-8-16,1 2 0 0,-5 0-4 0,-1 0-1 15,0 0-52-15,-3 0-7 0,1 0-19 0,-2 0-57 16,0 0-30-16,0 0-6 0</inkml:trace>
  <inkml:trace contextRef="#ctx0" brushRef="#br0" timeOffset="44453.92">32651 9181 229 0,'0'0'37'0,"0"-2"0"0,-2 0 21 0,0-2-12 16,0 1 1-16,0-1-25 0,0 0-11 0,1 1 3 0,-1-1-5 15,0 0 6-15,0 2-9 0,0 0-1 0,0 1-1 16,0-1-2-16,2 0 0 0,0 0 3 0,0 2-2 15,0 0 0-15,0 0 4 0,0 2-6 0,0 0 6 16,0 3 4-16,0 21-6 0,-1 4 2 0,-1 3-3 16,-2 8 10-16,-3 6-15 0,-1-3 9 0,-1 6-11 15,0-7 13-15,-1-2-7 0,1 2 2 0,4-14-5 16,-1 3 11-16,0-6 1 0,1-8 4 0,1-1-2 16,0-2 19-16,1 0-2 0,1-4 0 0,0-2-3 0,2-1-1 15,0-5-11-15,0 3 4 0,0-4-7 0,0 0 5 16,0 0-1-16,-2 1 2 0,2 1 0 0,0 0 20 0,0-2-15 15,0-1 6-15,0 1-9 0,0 0 2 0,0-2-7 16,0 0-6-16,2-2 1 0,0 0-9 0,0 1 3 16,0-3 0-16,-1-13-1 0,11 0 1 0,1-3-5 15,0 3 1-15,0-5-2 0,7 3 1 0,-5 5-1 16,0-3 3-16,-2 4-2 0,-6 4 3 0,2 1-5 16,1 3 2-16,-5 1-3 0,-1 2-2 0,1-2 6 15,1 2-6-15,1 1 6 0,-3 1 2 0,0 0-3 16,0 1 4-16,-1 3-4 0,1 2 0 0,9 14-1 0,-2 1-2 15,-3-5 1-15,-3 1 3 0,-1-4-2 0,-2 0 5 16,0 2-3-16,-1-2 8 0,1 0-8 0,0-2-3 16,2 0-5-16,-2-2-37 0,1-1-36 0,1-1-16 15,-2-3-10-15,0 2-103 0</inkml:trace>
  <inkml:trace contextRef="#ctx0" brushRef="#br0" timeOffset="44753.01">33161 9528 609 0,'-1'-2'20'0,"-1"0"33"0,0 0-52 16,-2 1 5-16,-3-1-6 0,-6 0 6 0,3 2-9 0,1 0 7 16,0 2-4-16,0 1 7 0,-1 3-10 0,5-2 1 15,-1 5 2-15,2 0 1 0,3 8 17 0,-9-4 9 16,1 2 3-16,2 3 1 0,5-3-4 0,0 2 1 15,2 0-7-15,0-1 5 0,2 1-14 0,0 4-5 16,1 1 1-16,1 2-1 0,2 4 1 0,-3 0-2 16,-1 0-3-16,-2 1 1 0,-2 1-6 0,0 0 3 15,1-1 2-15,-3 1 2 0,-2-2 5 0,-1 2-3 16,-1-6-2-16,-1 0-1 0,0-2-2 0,3-9 2 16,-1 0-4-16,1-4 0 0,-1 1-17 0,3-7-31 0,0 1-5 15,1 0-12-15,-1-2-39 0,0 0 1 0,1-2 2 16,-1-2-1-16,2 0 6 0,-2-4-7 0</inkml:trace>
  <inkml:trace contextRef="#ctx0" brushRef="#br0" timeOffset="45096.93">32968 9951 205 0,'0'0'47'0,"0"0"-3"0,0 0 49 0,0-2-11 0,2 1 6 15,0-1-25-15,0 0-5 0,0 0-3 0,0 0-3 16,1 0-24-16,5 0-2 0,7-1 3 0,1-3-1 16,3 1-1-16,1-1-1 0,6-1-3 0,4-1 2 15,0 1-5-15,-1-1-6 0,-1 1-5 0,0 0 0 0,0-1-9 16,2 1 10-16,-3-1-2 0,3 1 3 0,-6 1-4 15,-3 1-3-15,3-3 2 0,-7 3-3 0,-1-1-3 16,-6 2 7-16,-7 3-5 0,1-1 6 0,0-2-5 16,-1 0 6-16,1 1-1 0,-2-1 2 0,-2 2-7 0,0-2 9 15,0 1-4-15,0 1 5 0,0 0-4 0,-9-6-4 16,-17-5 2-16,-2 4-2 0,4 7 4 0,1 2-7 16,-3 2 4-16,2 2-6 0,2 3 1 0,2 1 3 15,3 1-4-15,0 2 4 0,2-7-3 0,2 14-2 16,4 1 3-16,2-2-3 0,3-2 1 0,-7-1 5 15,5-2-7-15,4-3 6 0,2 0 1 0,0-2 9 16,2 1 3-16,0-4-2 0,9-3-9 0,19 1-1 16,2 17-2-16,3-6 2 0,6-6-7 0,3-5 0 0,6-2-12 15,-7 0 4-15,-2-4-41 0,-2 1-71 0,-2-3-18 16,0 1-31-16,0-3-175 0</inkml:trace>
  <inkml:trace contextRef="#ctx0" brushRef="#br0" timeOffset="45784.71">27010 7367 207 0,'0'0'18'15,"0"-2"6"-15,0 0 13 0,0 0 2 0,2-2-31 0,0 1 10 16,0-1-7-16,-1 0 8 0,1 1-9 0,0-1-3 15,0 2 6-15,0 0-7 0,0 0 0 0,0 1 9 16,-1-1-8-16,1 0 10 0,0 0 2 0,0 0-3 16,-2 2 10-16,0 0-8 0,0 0 6 0,0 2-3 15,0 0-6-15,2 0 5 0,0 0 5 0,0 1 1 16,-1 1 13-16,1 3-7 0,0 3 21 0,0-3 4 16,0-1-4-16,0-3 4 0,0-1 1 0,12 9-19 15,7-1 4-15,7-3-9 0,5-5-6 0,15-4-14 16,4-7-3-16,6-8-1 0,9-5 5 0,-2-2-11 0,-2-2 4 15,-4 20-8-15,-3-25-9 0,-11-5-35 0,-3 1-15 16,-6 2-10-16,-7-3-75 0,3 8-77 0</inkml:trace>
  <inkml:trace contextRef="#ctx0" brushRef="#br0" timeOffset="46676.41">20545 7326 346 0,'0'0'18'16,"0"0"-2"-16,0-2 0 0,0 0-2 0,0 0-6 0,0 1-8 16,0-1-5-16,0 2 3 0,0 0-3 0,0 0 8 15,0 0 2-15,0 0-4 0,2 0 3 0,0 0-4 16,-1 2-2-16,1-1 3 0,0 1-1 0,0 0-3 0,0 2 8 16,-2-2-2-16,5 13 5 0,1 1-8 0,0-1 4 15,-1-2 1-15,1 0 4 0,-3-4 13 0,1-3 38 16,-4-4-13-16,11 7 21 0,8 0-8 0,1-3-14 15,3-4 6-15,1-4-12 0,4-7-10 0,1-6-15 16,5-4 2-16,7 10-6 0,3-23-8 0,3 3 1 16,3-7-15-16,4 1 4 0,-1 4-72 0,7-3-120 15</inkml:trace>
  <inkml:trace contextRef="#ctx0" brushRef="#br0" timeOffset="49019.74">32571 10536 37 0,'0'0'10'16,"0"0"3"-16,0 0 19 0,0 0 8 0,0 0 6 15,0 0 0-15,0 0 5 0,0 0-8 0,0 0 6 16,0 2-11-16,0 0 3 0,0 0 1 0,0 1-3 16,0 9-17-16,0 8-2 0,0 4-2 0,-2 2 2 0,0 2-4 15,0 2-3-15,-1 1-3 0,1 3-1 0,-2-1-8 16,0 2 6-16,1 1 0 0,-3 1 3 0,2-2-2 15,1-3-3-15,-1-1 4 0,0-1-3 0,-1 0 8 0,1-1 1 16,0-4-3-16,1-5 3 0,-1-3 2 0,0-2 14 16,2-6-2-16,0-2 4 0,1-1-10 0,1-3-9 15,-2 1 7-15,2-2-7 0,-2 2 11 0,0-1 3 16,0 1-1-16,0-2 4 0,0 0 15 0,1-2-17 16,-1 0 0-16,2-2-7 0,0 0-16 0,0 0 1 15,5-20-2-15,5-4 2 0,1-2-4 0,5-3-4 16,3-5 1-16,0 5 0 0,-1 1 8 0,-9 6-6 15,15 4 0-15,4-1-3 0,-4 4-2 0,-1 3-2 0,-1 1 6 16,-2 5-4-16,3 3 11 0,-7 3-12 0,-3 0 1 16,0-7-4-16,0 1 8 0,-3 4 3 0,1 3-6 15,-6 1 3-15,1 0-6 0,-2 1 4 0,-2-1 5 16,14 25-2-16,-5 2 6 0,-3 1-3 0,-3 6-1 0,-5-5-1 16,0-3-6-16,-1 10 3 0,-3-7-1 0,0-3 2 15,0 2 8-15,1-7-9 0,-1-5 5 0,0 1-6 16,2-6-3-16,2 0-59 0,0 2-5 0,0-9-23 15,0 3-64-15,0-3-69 0,0-2-15 0</inkml:trace>
  <inkml:trace contextRef="#ctx0" brushRef="#br0" timeOffset="49414.95">33128 11091 259 0,'0'0'73'0,"0"0"-73"15,-2-1 73-15,0 1-34 0,0 0-36 0,-1 1-1 16,-5 5 3-16,-3 16-2 0,-6 6 9 0,1 2-2 16,-3-4 5-16,2-4-2 0,4 2 27 0,-1-5 6 15,2-1 1-15,5-1 0 0,1-2-2 0,5-4 10 16,-9 0-5-16,7-3 6 0,-1-1-23 0,2-1 4 16,2-3-5-16,0-1 3 0,0 0-20 0,2 2 0 0,0-1-4 15,1 1 4-15,1-2-2 0,15 5-6 0,-1-3 5 16,-1-4-5-16,2 0-2 0,-3-2 4 0,1-3-7 15,3-3 7-15,-3 1-3 0,-2-2-3 0,-2-1 8 16,-2 8-7-16,-2-16 6 0,-1-3-4 0,-3 5-3 16,-3-7 2-16,0 5 6 0,0-3-5 0,11 3 3 0,-4 1-2 15,-1-1 8-15,-5 1-8 0,-1 2 3 0,-2 2-5 16,0 6 8-16,0 1-13 0,0 2 9 0,0 3-10 16,-2-3 0-16,1 4 1 0,-12-8-4 0,-2 1 1 15,0 3-29-15,2 4-25 0,0 0-11 0,4 2-3 16,-3 2-30-16,5 0-42 0,1-1-11 0,3-1-13 15,-3 2-59-15</inkml:trace>
  <inkml:trace contextRef="#ctx0" brushRef="#br0" timeOffset="49789">33282 11385 227 0,'0'0'113'0,"0"0"-112"16,-2 0 119-16,0 0-53 0,0 0-35 0,1 0 19 15,-1 0-6-15,0 0 9 0,0 0-20 0,0 0 3 16,0 2 6-16,1-2-3 0,-1 0 12 0,0 0-23 16,2 0 3-16,0 0-9 0,2 0-1 0,1 0 10 15,7-2-9-15,16-8 8 0,1-3-11 0,5 0-5 16,0-1-2-16,-3 1-3 0,-3 0-6 0,-11 5-2 0,6-3 3 16,-12 4-3-16,4-1 3 0,-4-10-2 0,-1 1 4 15,1 4-2-15,-5-2 8 0,-1 0-8 0,10-3 1 16,-5-3-2-16,-6 8 5 0,-2 4 5 0,0 2 0 15,0 3 0-15,-2-4-6 0,0 5-2 0,-2-1 2 0,-13-5-2 16,-3 3 4-16,-6 6-6 0,4 4 5 0,-2 5-5 16,-2 4 1-16,0 4 1 0,1-6-3 0,5 17 3 15,1 3-6-15,8-3-2 0,0-6 2 0,6 3-2 16,1-5 4-16,-9-1-5 0,4 1 5 0,5-5-3 16,2 0 9-16,2 0-6 0,2-6-2 0,2-2 1 15,3 3 2-15,8-7-3 0,15 1 2 0,1 15-2 0,1-6-4 16,3-6-38-16,-5-5-6 0,-1-2-14 0,-3-2-50 15,-5-2-91-15,3-1-22 0</inkml:trace>
  <inkml:trace contextRef="#ctx0" brushRef="#br0" timeOffset="50179.21">31609 10982 531 0,'0'-2'20'0,"2"0"35"0,0 0-44 16,0-1 12-16,0-1-1 0,1 0 7 0,12-5 5 15,9-2-8-15,2 1-2 0,2 1-2 0,-2 4-16 0,-2 1 4 16,-3 2-10-16,-5 2 7 0,-1 0-17 0,-4 0 4 15,6 0-1-15,-11 0-1 0,7 0-33 0,-4 2-75 16,-5-2-18-16</inkml:trace>
  <inkml:trace contextRef="#ctx0" brushRef="#br0" timeOffset="50299.91">31693 11143 378 0,'0'0'85'0,"0"0"-6"0,0 0 13 15,0-1-8-15,0-1-22 0,0 0-30 0,2 0 1 16,-1 0-1-16,3 0-1 0,5-1-4 0,16-7-7 0,6 1 3 15,3 0-6-15,-1-2-4 0,8-1-4 0,-2-1 0 16,4-1-2-16,3 1-7 0,-7 1-15 0,-2 3-17 16,-5 2-3-16,-10 3-100 0,-4 0-146 0</inkml:trace>
  <inkml:trace contextRef="#ctx0" brushRef="#br0" timeOffset="50911.77">30766 10958 62 0,'0'-2'31'0,"0"-2"-6"0,0-14 32 16,0-10-2-16,0 2-1 0,0 3-9 0,0 3 9 15,0 3-3-15,0 2 2 0,0 2-14 0,0 0-1 0,0 6 0 16,0 0-1-16,0 1 0 0,0 2 0 0,0 1-4 16,0-1 0-16,0 0-27 0,0 0 18 0,0 3-6 15,0-1 10-15,0 2 0 0,0 0-2 0,0 2 1 16,0 1-4-16,0 23-10 0,-2 6-9 0,0 5 3 0,-1 2-4 15,1 6 7-15,0 3-10 0,-2 2 3 0,2-2-5 16,1-3 2-16,-3-1 4 0,2-5 1 0,0 2-1 16,0-7 2-16,2-10-8 0,-2-4 2 0,2-1-1 15,0-3 12-15,0-3-2 0,0 2-3 0,0-7 1 16,0-1 0-16,0-3 4 0,0 0 1 0,0-1 0 16,0 1 1-16,0 0 13 0,2-1-4 0,0-1 6 0,0 0-13 15,0 0-7-15,0-2 3 0,0-2-4 0,-1 0 5 16,3-1-11-16,4-9 6 0,6-10-5 0,-1-2 5 15,0 0-7-15,0-2-1 0,0 0 0 0,0 0 5 16,0 0-3-16,0 0-1 0,-1 2-1 0,-1 0-7 0,0 3 11 16,0 5-2-16,-2 3 5 0,-5 3-7 0,11 8-5 15,0 1 1-15,-6-7-2 0,2 3 7 0,-2 3-2 16,3 2 0-16,-3 2-2 0,0 1-3 0,-5 5 8 16,13 18-2-16,-3 3 4 0,-4 3 1 0,-5-4-4 15,-1 0 6-15,-2-6-6 0,-2 0 1 0,0 0 7 16,0-5-8-16,0 2 7 0,0-3-12 0,0-3 4 15,2 0-3-15,-2-1 3 0,0-3-3 0,2 0-82 16,-1 0-16-16,-1-1-30 0,0-3-119 0</inkml:trace>
  <inkml:trace contextRef="#ctx0" brushRef="#br0" timeOffset="51329.37">31082 11548 267 0,'0'0'27'16,"0"0"-28"-16,2-2 24 0,0 0-11 0,-1 1-3 16,1-1 25-16,4 0-6 0,12-6 9 0,-1 1-22 15,-2 1-4-15,-4 3-7 0,0-1 2 0,-5 2-8 16,3 0 6-16,0 0-2 0,-7 2 2 0,8 0-5 0,-7 0 20 15,1 0 1-15,0 0 7 0,-1 2-3 0,-1 0-6 16,0 0 2-16,0 2-2 0,0 5 6 0,-2 8-10 16,-2 1 3-16,-2 3-6 0,-1-5-2 0,-3 1 8 15,-3 2 5-15,0-3 2 0,-2 3 19 0,11-4-5 16,-13-2 0-16,6 0-1 0,2-2-4 0,1 2-12 16,4-2-1-16,0-2-3 0,-3-1-4 0,-1-1 4 15,2-1-1-15,3-2 1 0,1-3-5 0,0 1 5 0,-2 2-3 16,0 0 4-16,2-1 1 0,0 1-12 0,2 0 2 15,0-2-5-15,-1-2 4 0,18 5-8 0,-4-3 5 16,7-2-5-16,-11 0 0 0,4 0-40 0,7-2-4 16,-7 0-15-16,8-1-36 0,-7-1-53 0,-3 2-15 0,6-2-18 15,-6 1-100-15</inkml:trace>
  <inkml:trace contextRef="#ctx0" brushRef="#br0" timeOffset="52212.75">31325 11569 245 0,'0'0'21'15,"0"0"-1"-15,0 0 12 0,0 0 7 0,0 0-5 16,0-2 25-16,0 2-4 0,0-2-5 0,0 0 1 15,0 0-6-15,0 0-13 0,2 0 7 0,0 1-9 16,0-1 13-16,1 0-14 0,1 0-3 0,0 2-5 16,5-2-20-16,-2 0 6 0,1 2-7 0,-3 0 6 0,-1 0-3 15,0 0 14-15,0 2 2 0,-1 0 1 0,-1 2-7 16,-2-1 0-16,4 14-3 0,-2-2 2 0,-2 0-8 16,-2 0-2-16,-2 0 4 0,0-2-4 0,1 1 0 15,-1 1 3-15,2-5-5 0,-2 1 5 0,3-4-1 16,-3 2-1-16,2-1 2 0,0-4-2 0,0 1 1 0,2-3-4 15,-2 4 0-15,2-3 0 0,0 1 9 0,0-2 11 16,0 2 2-16,0-1 3 0,2 1 1 0,0 0-8 16,2-2-7-16,5 3 1 0,10 1-10 0,3-3-1 15,0-1 4-15,-1-2-7 0,1-2-23 0,2-1-88 16,2-3-26-16</inkml:trace>
  <inkml:trace contextRef="#ctx0" brushRef="#br0" timeOffset="56246.05">21126 6409 256 0,'0'0'-63'0,"0"0"34"0,0 0-6 0,0-2 1 16,0 0 51-16,0 0 0 0,0 0 4 0,0 0-5 16,0-1 7-16,0 1-5 0,0-2 3 0,0 2-3 15,0-1 1-15,0-1-6 0,0 0 3 0,0 2 2 0,0 0-2 16,0 1-5-16,0-1-3 0,0 0-1 0,0 0-1 15,0 0-3-15,-2 0 8 0,0 0-5 0,1 1 5 16,-1-1-7-16,0 0 12 0,-2 0-5 0,0 0 5 16,1 2-12-16,-5 0 7 0,-1-2 3 0,-2 0 1 15,2 2 3-15,1 0-8 0,-3 0-4 0,4 0 0 16,-3 0-6-16,1 0 11 0,0 0-5 0,-4 0 7 16,2 0-5-16,1 0-6 0,-1 2 6 0,0 0-6 0,2 0 19 15,-2 0-10-15,1 0 9 0,1 0-9 0,0-1 8 16,-1 1-5-16,3 0-2 0,0 0 0 0,-1 0 0 15,1 2-7-15,-1-1 6 0,1 1-7 0,-2 2 6 16,1-1-9-16,1-3 1 0,-4 5-2 0,3 6 7 0,3-1-4 16,-5-1-2-16,3 0-1 0,-1 0 0 0,-1-2 2 15,4 2 0-15,-3-1 1 0,3 1-4 0,1-2 4 16,0 2-3-16,2 2 4 0,-3 0-2 0,3 2-7 16,-2 2 7-16,-1-2-7 0,1 3 13 0,2 1-8 15,-11-1 0-15,2 5-4 0,3-3 3 0,1 2 4 16,1 1-3-16,1 4 2 0,1 1-4 0,0 4 5 15,1 3 2-15,1-3 0 0,0 1-5 0,0-5-4 16,2-2-1-16,0-4 0 0,0 1 6 0,0-7 7 0,0 5-2 16,0-6 1-16,0-4-16 0,2 0 12 0,-2-6-3 15,2 3 6-15,0-3-2 0,0 1 18 0,-2-4-6 16,0 0 9-16,9 5-13 0,4 1-9 0,2-1 4 16,0-3-5-16,1-2 8 0,1-2-5 0,0 0 2 0,1-2-4 15,1-2-4-15,-1-2 9 0,1-1-4 0,-2 0 7 16,1-5-13-16,-1 1 2 0,0 0 0 0,1 6 2 15,1-16-1-15,-1-3 4 0,-1-4-4 0,5 0 6 16,-5-3 5-16,5-1-5 0,-1-3 1 0,-3 0-3 16,-1 3 2-16,0-1-2 0,0 3-1 0,-6 2-1 15,2 0 0-15,-10 4 4 0,-1 2-3 0,11 1 1 0,-4 3-3 16,-5 5 3-16,-4 0 0 0,0 2 0 0,-4 0-3 16,1 3 0-16,-1 3-2 0,-13-1-3 0,-7 4-37 15,-5-16-73-15,-1 6-39 0</inkml:trace>
  <inkml:trace contextRef="#ctx0" brushRef="#br0" timeOffset="72931.28">14182 11342 40 0,'0'0'0'0,"0"0"5"0,0 0 53 0,-2 0-8 0,0 0 15 16,0 0-21-16,1 0 1 0,-1 0-4 0,0 0-5 16,0-2 6-16,0 0-4 0,2 0-11 0,-2 1-3 15,0-1-2-15,1 0-1 0,-1 2-7 0,0 0-1 0,0 0-3 16,0 0-8-16,0 0 2 0,0 0 6 0,1 0-3 15,1 0 0-15,0 0 5 0,-2 0-6 0,2 0 7 16,0 0-3-16,0 0 3 0,0 0 3 0,0 0-1 16,0 0 1-16,0 0-3 0,0 0 0 0,2 0 0 15,-1 0 4-15,1 0-8 0,0 0 4 0,2 0-3 16,5 0 12-16,2 0-11 0,10 0 4 0,-5-2-6 16,1 0 1-16,3-2 0 0,-8 1 0 0,1-1 1 0,1 0 1 15,-1-1-3-15,2-1-8 0,-4 1 4 0,-3 1-7 16,1-2 8-16,-3 3-3 0,3-3 5 0,-2 0-1 15,-5 3-4-15,2-8 5 0,0 1-6 0,-2 3 7 0,1 1 2 16,-1-3 2-16,6 0-2 0,-3-1-3 0,-1-1-5 16,-2 2 4-16,-2 3-3 0,0-5 8 0,0 6-7 15,0-1-5-15,-4-3 1 0,0 2-4 0,4 5 6 16,-2-2 1-16,2 2 1 0,-3-2-2 0,-1 1-4 16,2 3 3-16,-2-2-2 0,-5-4 1 0,4 3-1 15,-1 1 0-15,0 0 1 0,1 0 0 0,-8 0 2 16,7 2-4-16,-3 0 1 0,2 0-4 0,-1 2 1 0,1 0 2 15,1 0-1-15,-3 3 4 0,3-1 0 0,-1 2-2 16,-1-3 0-16,5 12-3 0,-1-4 3 0,-2 4 2 16,1-6 0-16,-1 2 4 0,3 6-4 0,-1-6-1 15,2 8 0-15,-4-6-1 0,1 2-4 0,1 0 4 0,2-4-3 16,0 2 4-16,-7 0 0 0,2-2 0 0,1 2 0 16,3-4 3-16,1 0-4 0,2-1-2 0,0 1 0 15,0 0-3-15,0-1 7 0,2-1 3 0,-1-1 1 16,3-1-2-16,2-1-2 0,20 2-2 0,-6-3 0 15,6 1-5-15,2-2 11 0,-8 2-2 0,12 14 6 16,-1-5-4-16,5-3-6 0,-1-5 1 0,-2-1-2 16,-1-2 6-16,-2-2-12 0,1 0 6 0,1-2-9 0,1 0-10 15</inkml:trace>
  <inkml:trace contextRef="#ctx0" brushRef="#br0" timeOffset="75007.23">4462 10939 29 0,'0'0'19'0,"0"0"12"15,0 0 10-15,0 0 7 0,-2-2-9 0,0 0-12 0,0 1 7 16,1-1-10-16,-1 0 7 0,0 0-4 0,0 0 4 16,-2 0-5-16,1 0 5 0,1 2-7 0,-6 0 4 15,1 0-5-15,-1 0-1 0,3 0 4 0,-3 0-3 0,5 0 4 16,-1 0-6-16,-3 0 0 0,3 0 0 0,-2 0 2 15,1 0 8-15,3 0-19 0,-2 0 5 0,0 0-10 16,1 0-1-16,1 2 8 0,0-2-5 0,0 2 6 16,0-2-16-16,0 2 7 0,1 0-6 0,-1 0 8 15,2 0-8-15,0-1 11 0,0 1-10 0,2 0 8 16,-1 0-9-16,3 0 4 0,0 0 1 0,9 3 0 16,9 5-9-16,2-3 9 0,0-1 0 0,1-3 3 0,-3 1-2 15,4-2 2-15,2 0-2 0,-4-2 0 0,2 0-6 16,-2 0 1-16,6 0 5 0,-3 0-1 0,3 0-5 15,2 0 5-15,-1 2-5 0,3-1 5 0,1 1-12 0,6 0 10 16,0 0-7-16,1 0 7 0,3-2 0 0,0 0-2 16,-1 0 3-16,1 0-4 0,-1 0 0 0,3-2 1 15,-5 0 2-15,-1 0-2 0,-2 0-3 0,0 1-1 16,-2-3 2-16,2 2-1 0,0 0 9 0,0 0-6 16,-2 0-3-16,2 2-1 0,2 0 3 0,2 0 2 15,5 0 1-15,-1 2-3 0,-5-2-7 0,5 2 9 16,-6-2-1-16,3 0 5 0,-1 2-10 0,-8-2 5 0,2 2-3 15,-3-2 3-15,1 0-2 0,2 0 2 0,2 0-1 16,2 0 2-16,0 0 4 0,3 0-6 0,5 0 0 16,1 0-3-16,2 0 6 0,0-2-4 0,0 0 6 15,0 0-6-15,0 2 8 0,-2-2-12 0,-4 2 6 16,1 0-7-16,-5-1 11 0,1 1-5 0,4 0 0 0,-1 0-1 16,4 1-5-16,-2-1 11 0,4 0-7 0,8 4 8 15,1-2-12-15,4 0 5 0,0 0 2 0,-6-2 1 16,-1-2-2-16,-4 0-3 0,-2-2 2 0,-4 2 0 15,2-1 8-15,-1-1-8 0,1 0-1 0,7 1-2 16,4-1 0-16,1 0 8 0,1 0-5 0,0-3 5 16,-2 3-4-16,1-1 0 0,-5-3 3 0,-7 5-3 0,-1-1 2 15,-3 0-5-15,0 2 3 0,1 0-4 0,-3 1 13 16,5-1-6-16,-1 0 3 0,0 0-5 0,6 0-7 16,0 2 6-16,3-2 0 0,-1 2 2 0,-6 0-6 0,2 0 9 15,-9 0-8-15,3 0 7 0,-1 0-11 0,-2-2 5 16,3 2 2-16,2-1 0 0,4 1 1 0,0-2 0 15,10 0 3-15,-1-2-3 0,-2 2 3 0,6 0 1 16,-5-1-5-16,1 1 5 0,-2 0-5 0,-5 2 0 16,0 0-1-16,0 0 1 0,2-2 2 0,3 2 0 15,6 0 2-15,-2 0-3 0,6 0-3 0,1 0 0 16,-3 0 4-16,6 0-1 0,-7 2 3 0,-4 0 0 16,-5-2-2-16,1 2 2 0,-1 1 0 0,3 1-3 0,1 2-1 15,6-1-1-15,-2 1-8 0,4-1 7 0,1 1 2 16,-5 0 2-16,0-1 0 0,-2 1-2 0,-3-1-1 15,-1-1 1-15,-1 2 1 0,3-3-1 0,4 3 0 16,0-2 1-16,7-1 9 0,-3 1-8 0,0-2-2 0,3 2-1 16,-5-1 1-16,-2 1-2 0,-2 0 4 0,-4-2-4 15,1 1 3-15,1-1-1 0,2 2 2 0,6 0-2 16,-4-1 6-16,4 1-7 0,-4 3 1 0,-4-1-2 16,2 0 2-16,-9-1 2 0,-4 3-1 0,-2-1 3 15,-1 0-4-15,1 3 0 0,0-3 1 0,4 2 1 16,0 1-1-16,4-3 4 0,0 2-6 0,-1-3 5 15,3-2-4-15,-6-2 2 0,5 1-2 0,-5-1 3 16,-3 0 4-16,3-2-5 0,-6 2 5 0,2 0-6 0,1 0 3 16,-3 1-5-16,6 3 2 0,-2 1-3 0,2 1 3 15,6 1 4-15,-4-2-4 0,1-1 5 0,-5-2 3 0,1 1-9 16,-3 4 8-16,-4-1-9 0,1 1 8 16,0-1-7-16,-1-1 4 0,3-1-3 0,1-1 8 0,2 1-9 15,0-3 0-15,2 3 0 0,4-2 11 0,-1-2-2 16,7-1-3-16,-3-1-1 0,-1 0-4 0,1 0 14 15,-7 0 0-15,-2-1 7 0,0-1 16 0,-3 0-10 16,1 0-1-16,6 2-6 0,0 0-16 0,0 0 1 16,-2 0-2-16,-2 0 0 0,0 0-2 0,-2 0-3 15,4 0 5-15,-4 0-5 0,-3-2 2 0,-4 0 7 16,-6 0-8-16,-3 1 7 0,-3-1-10 0,-1 0 2 0,0 0 4 16,-6 2-3-16,2 0-2 0,-3 0 2 0,-3 0-7 15,-1 0 6-15,-2 0-20 0,-4 2-144 0,2 0-72 16</inkml:trace>
  <inkml:trace contextRef="#ctx0" brushRef="#br0" timeOffset="76984.13">21128 6212 89 0,'0'0'16'0,"0"0"-2"0,0 0 26 16,0 0-6-16,0-2 6 0,0 0-8 0,0 0 8 0,0 0-5 15,0 1 5-15,0-1-13 0,0 0 9 0,0 0-6 16,0 0 4-16,0 2-30 0,-2 0 9 0,0 0-9 16,0 0 9-16,1 0-13 0,-1 0 9 0,0 2 1 15,0 0 0-15,0 0-12 0,0 1 11 0,0 3-5 0,-3 3 7 16,-3 6-14-16,3-4 4 0,1-1 2 0,-1 4 3 16,1-4 1-16,0 1-5 0,2-4 4 0,2-3-4 15,-2 5 3-15,1-1 4 0,1 1-5 0,0-2 7 16,0-3 15-16,0 2-17 0,0-3 13 0,0 1-14 15,0-2 8-15,1 2 4 0,1-1-5 0,0 1 6 16,2 0-1-16,1 0-1 0,3-1 1 0,5 1-4 0,2 0-8 16,9-2 1-16,6-2 1 0,-3-4-1 0,-1-4-2 15,8-3-2-15,-3-2-3 0,5-5 1 0,-1-1-8 16,2 17-14-16,-2-20 1 0,-3 5-10 0,1 1-53 16</inkml:trace>
  <inkml:trace contextRef="#ctx0" brushRef="#br0" timeOffset="90902.34">20894 6823 26 0,'0'0'5'0,"0"0"10"0,0 0 20 0,0 0 5 15,0 0 10-15,0 0-5 0,0 0-18 0,0 0 7 16,0 0-9-16,0 0 12 0,0 0-4 0,0 0-2 16,0 0 0-16,0 0-7 0,0 0 2 0,0 0-1 15,0 0 0-15,0 0-11 0,2 0 12 0,0 2-3 0,0-1 7 16,-1-1-2-16,1 0-4 0,2 0-3 0,0 0 0 16,-1 0-9-16,12 0 6 0,-2 0-1 0,6-1 1 15,-2-3-6-15,1 0-13 0,4-1 4 0,-3 1-8 16,0-2-10-16,-1 1-25 0,1-1-10 0,7 1-4 15,-2-1-43-15</inkml:trace>
  <inkml:trace contextRef="#ctx0" brushRef="#br0" timeOffset="91767.87">22702 6567 40 0,'0'0'13'0,"0"0"8"15,0-2 5-15,0 0-14 0,0 0 3 0,0 0-6 16,0 0 3-16,0 0 3 0,0 1 2 0,2-1 0 0,0 0 0 16,0 0-3-16,0 0-1 0,0 0 0 0,0 0 3 15,-1 1-17-15,1-1 1 0,0 0-3 0,0 0 16 16,0 0-6-16,0 2-1 0,0 0-3 0,-1 0 8 0,1 0 8 15,0 2 9-15,0 0-5 0,-2 0 3 0,0 0 29 16,0 1-9-16,0 1 13 0,0 2-28 0,0 5-19 16,-2-2-1-16,0-2-4 0,2 1 12 0,0-3-11 15,0-1 3-15,0 0-4 0,0-2 13 0,0 1 8 16,2 1 1-16,0 0 2 0,0-2-8 0,3 0-3 16,21 3-2-16,8-5-1 0,1-2-9 0,2-3-5 15,-1-5 3-15,-3-1-3 0,0 0 2 0,-5 0-11 16,0 0 0-16,-4 2-7 0,-1-1-23 0,-1 3-42 0,-4-1-8 15,1 3-18-15,-4 1-113 0</inkml:trace>
  <inkml:trace contextRef="#ctx0" brushRef="#br0" timeOffset="92582.13">22701 7781 109 0,'0'0'23'0,"0"0"-2"0,0 0 7 0,0-2 5 15,0 0-9-15,0 0-10 0,0 0-1 0,0 1 0 16,0 1 2-16,1 0 16 0,1 0-10 0,-2 0 7 16,2 0-7-16,-2 0 5 0,0 1-5 0,0 1-5 0,2 0 1 15,0 0-9-15,0 0 6 0,0 0 5 0,-1 0-1 16,1 1 6-16,0 1 0 0,0 0 0 0,2-1 2 15,-1-1 13-15,3 2-5 0,9 3 1 0,2-3-3 16,3-4-16-16,2-2 4 0,8-3-8 0,5-5 7 16,-3-1-13-16,3-2 4 0,-5-2-2 0,-2-1 1 15,0-1-9-15,-2 0-21 0,0 2-6 0,-4 2-8 0,-2 2-31 16,1 0-55-16,-7 2-30 0</inkml:trace>
  <inkml:trace contextRef="#ctx0" brushRef="#br0" timeOffset="93082.76">20963 8002 52 0,'0'0'16'0,"0"0"19"0,0 0-19 0,0 0 9 15,0 0-4-15,0 0 7 0,0 0-8 0,0 0 4 16,0 2-3-16,0-1 5 0,0 1 2 0,0 0 1 15,0 0-3-15,0 0 3 0,2 0 15 0,-1 1-1 16,1-1 14-16,0 0-10 0,2 0 8 0,3 0-5 16,14 2-13-16,-1-3 7 0,4-1-15 0,8-5-10 15,1-4 5-15,6-3-9 0,8-1-6 0,-3-5-13 0,10-4-7 16,-4-2-7-16,-2 22-61 0,-5-26-139 0</inkml:trace>
  <inkml:trace contextRef="#ctx0" brushRef="#br0" timeOffset="103628.3">28965 9246 25 0,'0'0'0'0,"0"0"25"0,2 0 25 0,0-2 34 16,0 0 13-16,0 0-6 0,-1 0-11 0,1 1-30 0,0-1-2 15,0 0-6-15,0-2-19 0,0 2-8 0,0 0 3 16,-1 1-5-16,1-1-4 0,0 0 5 0,0 0 0 15,0 0 5-15,0 2 12 0,-2 0-3 0,0 0-5 0,0 2 1 16,0 0-14-16,0 2 4 0,0 1 1 0,-6 10 0 16,1 3-3-16,1-3 5 0,2-2-1 0,2-5 3 15,0-5 15-15,0-1 11 0,0 0 5 0,0 0 0 16,0 2-6-16,2-1-12 0,0 1-3 0,1-2-3 16,7 0-10-16,12-2-6 0,6-6 0 0,5-7-2 15,-1-2-8-15,1-3 1 0,3 16-5 0,-1-24 1 16,2 2-35-16,-2 0-136 0,4 3-142 0</inkml:trace>
  <inkml:trace contextRef="#ctx0" brushRef="#br0" timeOffset="118472.16">923 8290 21 0,'0'0'0'0,"0"0"10"0,0-2 4 0,0 0 13 15,0 0 0-15,0 0-6 0,0 0-3 0,0 0-13 16,0 1 2-16,0-3-2 0,0 0 1 0,0 0-11 0,0 3 5 16,0-5-6-16,0 2 3 0,0-1 7 0,0 1-4 15,0 0 5-15,2 1-3 0,0-1 17 0,-2 2 0 16,2-2 8-16,1-1 14 0,-1 1 1 0,2-2 3 15,0 1-2-15,-3 1 2 0,-1 2 1 0,2-1-9 0,0-1 6 16,2-2-18-16,-2 3-5 0,0-1 3 0,-2 2-7 16,1-2-2-16,1 1 1 0,0-1-4 0,0 0 1 15,0 0-12-15,0 1 12 0,0-1-7 0,-1 0 9 16,1 2-14-16,0 1 13 0,0-1-5 0,-2 0 7 16,0 0 0-16,0 0-1 0,0 0 5 0,0 0-6 15,0 1-5-15,0-1 6 0,0 0-5 0,0 0 5 16,0 0-1-16,0 0-7 0,0 2 9 0,0 0-8 0,0 0 7 15,-2 0 0-15,0 0-2 0,0 2 2 0,1 0-3 16,-1 0-5-16,0 0-2 0,0 1 0 0,0 1 5 16,2-2-4-16,-5 11 2 0,-1 2-4 0,0 0-3 0,1 1 3 15,-1 5-2-15,1-1 3 0,-3 6 2 0,1 2-10 16,-1 2 6-16,1 1-8 0,0 5 7 0,-1 1 1 16,1 6-2-16,-1 1 2 0,1-3-1 0,0 2 3 15,-1-3 1-15,1-1 0 0,1-1 3 0,1-3-2 16,-1-5 0-16,0-1-2 0,1-1-5 0,-1 0 4 15,3-2-4-15,-1-6 5 0,0 3 0 0,0-5-2 16,1-1 5-16,1-2-4 0,0-2 6 0,0-2 6 16,0 0-2-16,2-2 3 0,0-3-12 0,0-2 10 0,0-1-7 15,0-1 8-15,0 0-9 0,0 2 7 0,0 0-3 16,0-1 2-16,0 1-1 0,0-2-10 0,0 0 11 16,0 0-11-16,0-1 11 0,0-1-6 0,2 0-5 0,0 0 1 15,0-1 1-15,0-1-5 0,0-2 2 0,-1 0-3 16,5-7 5-16,1-6-3 0,1 3 5 15,1-3-4-15,0 0 6 0,1 0-4 0,-1 1-4 0,2-3 1 16,0 2-7-16,0-1 9 0,0 1-1 0,-1 2 3 16,-3 4-6-16,-5 2 2 0,9 3 1 0,-2 3 0 15,-1-1 4-15,-1-2-5 0,1 1 1 0,-1 1-1 16,-1 2 0-16,-1 0-2 0,-1 2 1 0,2 0-1 0,-1 0 3 16,1 0-1-16,3 4 0 0,-3-2 0 0,-3 0 9 15,3 3-12-15,-2 10 7 0,-3 0-8 0,1 4 8 16,0-5-4-16,9 3 2 0,-1 0-1 0,-1 1 0 15,-2 1 2-15,-1 0-4 0,-2-1 2 0,-3 1 0 0,1-4 3 16,0 1 2-16,0 1-1 0,-2-4 2 0,0 0-8 16,0 0 4-16,0-4-4 0,0 1 2 0,0-5 3 15,0-1-6-15,0-2 7 0,0 0-1 0,0-1-11 16,0 1-3-16,0 0-6 0,0 2-40 0,0 0-62 16,0-1-25-16,0 1-23 0,0 0-195 0</inkml:trace>
  <inkml:trace contextRef="#ctx0" brushRef="#br0" timeOffset="118952.93">1228 9029 72 0,'1'0'25'15,"1"0"1"-15,0 0 26 0,0-2-3 0,0 0-6 16,0 0-5-16,0 0 0 0,1 0-1 0,1 0 0 16,-2 2-2-16,3-3 2 0,3-1-2 0,-4-2-7 0,1 1 1 15,3-1-7-15,-5 1 7 0,1 1 2 0,0 2-8 16,1-3 3-16,-1 3-7 0,0 0-4 0,1-2-7 15,-1 0 10-15,-2 4-10 0,0 0 3 0,1-1 10 16,1-1-10-16,0 0 10 0,0 0-4 0,-3 2-10 16,1 0 7-16,0 0-8 0,0 2 1 0,0 0 5 15,0 1-3-15,-2 1 5 0,0 15-10 0,-2 1 5 16,0 2-8-16,-2 1 7 0,1 3-4 0,-1-2 1 0,0 0 4 16,0 2-3-16,1-2-2 0,-1-2 0 0,0 1-3 15,1-3 1-15,-1 0-6 0,0 1 6 0,0-3-1 16,1-1 5-16,-1 0-4 0,0 0-4 0,2-1 0 15,-1-1 0-15,1-2 11 0,0-4-10 0,0 1 1 0,2-5-6 16,0 1-2-16,0-2-12 0,0-1 7 0,0-1-10 16,0 0-14-16,2 0-36 0,0-2-9 0,0 0-8 15,0-2-31-15</inkml:trace>
  <inkml:trace contextRef="#ctx0" brushRef="#br0" timeOffset="119251.69">1621 8925 479 0,'0'0'17'0,"0"-2"5"0,0 0 14 0,0 2-21 16,0 0-2-16,0 0-5 0,0 0-2 0,0 0 3 16,0 0-5-16,0 0 4 0,0 0-6 0,0 0 17 15,0 0 2-15,0 0 3 0,0 0 4 0,0 2-4 16,0 0 3-16,0-1-3 0,0 3 4 0,0 0-11 15,-2 16 0-15,-1 3-4 0,-1 3-6 0,-2 3 5 16,1 3-12-16,-3 3 9 0,3 0-7 0,-3 3-1 0,1-3 7 16,1 0-6-16,1-5 6 0,1-4-7 0,0-2 7 15,2-6-7-15,1 1 8 0,-1-2-1 0,0-4-8 16,2-4 6-16,0-2-9 0,0-1 1 0,0 0 4 16,0-1-2-16,0-1-2 0,0-2-55 0,0 1-11 0,0-1-19 15,0 0-83-15</inkml:trace>
  <inkml:trace contextRef="#ctx0" brushRef="#br0" timeOffset="119608.12">1710 8590 355 0,'0'0'27'0,"0"0"-5"0,0-1 35 16,0-1-6-16,0 0 2 0,0 0-29 0,0 0-16 15,0 2 11-15,0 0-11 0,0 0 8 0,0 0-4 16,0 0-2-16,0 0 2 0,2 0 7 0,0 0 12 0,0 0-1 15,2 0 4-15,3 0-7 0,12-4-12 0,-1 1 3 16,4-1-6-16,1 0 5 0,1 1-15 0,4-1 7 16,0 0-8-16,-1 0 6 0,-1 3-4 0,2-3-3 15,-5 2 2-15,1-2 0 0,0 1 4 0,-6 1-2 0,5-2 1 16,-5 0-13-16,-3 2-3 0,0 1-16 0,-8 1 3 16,-1 0-67-16,-1-2-98 0</inkml:trace>
  <inkml:trace contextRef="#ctx0" brushRef="#br0" timeOffset="119818.89">1686 8841 524 0,'0'0'12'0,"0"0"1"0,0 0 10 15,0 0-4-15,0 0 2 0,2 0-11 0,0 2 6 16,0-2-8-16,1 2 8 0,1-2-10 0,5 2 8 15,6-1-2-15,2-1 3 0,0 0-5 0,1 0 16 16,5-1-5-16,1-1 8 0,4-2-7 0,-2 2-15 16,1-2 3-16,3 1-7 0,-4 1-1 0,4-2-44 15,-2 2-25-15,0 0-26 0,-1 2-266 0</inkml:trace>
  <inkml:trace contextRef="#ctx0" brushRef="#br0" timeOffset="126017.73">2516 7744 5 0,'0'0'0'0,"0"0"5"0,0-2 9 0,0 0 8 16,0 0 5-16,0 0 0 0,0 0-3 0,0-1-2 16,0-1 2-16,2 0 0 0,-2-1 0 0,0 1-3 15,2-3-1-15,0 1-1 0,-2 4-2 0,2-7 7 16,-2 5-2-16,0 0 4 0,1-1 0 0,-1 1-4 15,0 0 2-15,0 1-3 0,0 1-7 0,2-4-1 0,0 3-4 16,0-1 4-16,0 0 3 0,0 0 2 0,0 1 3 16,-1-1-2-16,1 0 2 0,0 1-7 0,0-1-1 15,0 0-1-15,-2 0-8 0,0 1 3 0,0-1-3 0,0 2 4 16,0 0 5-16,0 0-11 0,0 1 5 0,0-1-7 16,0 0 5-16,0 0 3 0,0 0 2 0,0 0-1 15,0 0-4-15,0 1 4 0,0-1-8 0,0 0 7 16,0 0 2-16,0 2-8 0,0 0 3 0,0 0-5 15,0 0 2-15,0 0 0 0,0 2 0 0,0 0-2 0,0 0-1 16,0-1 1-16,0 1 5 0,0 2-2 0,0 0-1 16,0 1 3-16,0 8-8 0,-2 2 5 0,2-2-1 15,0 4-2-15,0 0 8 0,0-1-7 0,-2 5 8 16,2 1-11-16,0 0 2 0,-2 1-5 0,2-3 9 16,-2 0-1-16,2 1-2 0,-1 7 0 0,-1 0-4 0,0-6 7 15,0 6 0-15,0-8 3 0,0-1-4 0,0-1-5 16,1-1 1-16,-3 1-2 0,2-3 7 0,0 2-2 15,0-2 7-15,0-2-5 0,1 0 9 0,-1-2-8 16,2 0 3-16,0 0-4 0,0 2-1 0,0-2 4 16,0 1-4-16,0-1 4 0,0 0 5 0,0-2-11 15,0-1 1-15,0-1-4 0,0 0 9 0,0 1-1 16,0-3-1-16,0-1-1 0,0-2-4 0,0 0-4 0,2 2 5 16,-1-1-4-16,1 1 10 0,0-2-5 0,0 0 2 15,0 0-2-15,0-1 3 0,0-1-2 0,-1 0-1 16,1 0 0-16,2-1 4 0,0-1-2 0,-1 0 8 15,-1-2-7-15,8-11 6 0,-1-1 3 0,-2-3-4 0,6 0 5 16,-3-1-3-16,4-2-2 0,-1-2-3 0,-3-2 1 16,1-4-2-16,6 0-4 0,-3-5 3 0,9-2-3 15,-3-2 3-15,-5 0-3 0,2 0-1 0,-2 2 0 16,-3 0 0-16,1 1 1 0,0 7 1 0,-7 4-1 16,1 5 2-16,-1 3 3 0,-4 2-4 0,5 4 3 15,-1 2-8-15,-1 3 3 0,1 3-2 0,-4-1 1 0,2 2-2 16,-1-2-15-16,1 3-1 0,0-1-7 0,-1 0-28 15,-1 2-41-15,0 0-30 0</inkml:trace>
  <inkml:trace contextRef="#ctx0" brushRef="#br0" timeOffset="126644.65">2852 8106 310 0,'0'0'14'0,"0"0"-1"0,0-2 11 0,0 0-6 0,0 0 3 15,0 0-10-15,-2 0 14 0,0 1-2 0,1-1 5 16,-1 0-5-16,0 0 4 0,2 0-6 0,-2 0 5 15,2 0-1-15,0 1 2 0,0-1 1 0,-2 2-3 16,2 0-4-16,0 0 11 0,0 2-3 0,0-1 4 16,0 3-14-16,-2 11-2 0,0 4-4 0,1-3 2 15,-1 5-4-15,0-3-2 0,2 3 2 0,0-3-3 16,0 1 0-16,0-1 0 0,0 1 1 0,0-2-2 0,0-1-7 16,0 1 3-16,0-2 1 0,0 0 2 0,0-2 8 15,0-4-12-15,0 0 2 0,0-3-5 0,0 0 5 16,0-3 1-16,-2 1 1 0,0 0-1 0,0-1-6 15,0-1 9-15,2 0-7 0,-1 0 8 0,-1 0-12 0,0 0 6 16,0-2-2-16,0 0 4 0,2 0-6 0,0-2 4 16,0 0-2-16,0 0 4 0,0 0-6 0,0-1-1 15,0-1 1-15,2-4-1 0,2-1 2 0,-1 2-2 16,3-1 1-16,0 3-1 0,10 1 8 0,5 2-11 16,-8 0 4-16,2-9-7 0,-4 4 14 0,-2 3-6 15,-3 2 4-15,3 0-5 0,-4 2 1 0,3 0 3 16,1 2-3-16,-5 0 2 0,0 0 2 0,-1 3-6 0,8 14 3 15,-5-2-4-15,0 1 3 0,-5 3 7 0,-1-3-7 16,-1 1 6-16,-5 3-5 0,-1-3 7 0,-5-3 5 16,7 1 0-16,-19-2 2 0,0-2 1 0,-1-2-5 15,5-3 4-15,-4-5-3 0,-2 1 3 0,4-2-4 16,1 13 1-16,3-6-12 0,3-2 0 0,2-1 4 0,0-2-1 16,2-2-2-16,5-2 4 0,1 0-6 0,1 0 1 15,0 0-30-15,0-2-63 0,1 0-17 0,1 0-22 16,0 0-128-16</inkml:trace>
  <inkml:trace contextRef="#ctx0" brushRef="#br0" timeOffset="127175.99">3108 8429 431 0,'0'0'26'0,"-1"0"68"0,-1-2-81 0,0 0-6 0,0 0 3 15,0 2-5-15,0 0-3 0,0 0 4 0,1 0 4 16,-1 0-2-16,0 0 0 0,2 0 13 0,0 0-7 15,0 0 11-15,0-2-3 0,2 1 14 0,0-1-5 0,-1 0 6 16,3 0-15-16,2-2-8 0,10-7 3 0,-1 2-5 16,0 0-8-16,2-1 6 0,-2 1-10 0,1 0 8 15,-1-1-3-15,0 1-6 0,-2 2 10 0,-4 1-9 16,3-1 5-16,-7 3 0 0,3-2-3 0,-3 3 2 16,-1-7 0-16,1 1 2 0,-3-2-3 0,6 2 4 15,-3-1 5-15,-1 3-1 0,0 1-1 0,-2 1-1 16,-1 1-3-16,-1 2 4 0,0-1-2 0,0 1 3 15,0-2 0-15,0 0-4 0,-1 2 0 0,-1 1-2 0,-2-1 3 16,-5 0-10-16,-12 0 8 0,3 2-7 0,-3 4 9 16,1 3 1-16,-1 4-3 0,3-9 2 0,1 24-8 0,2 0-1 15,-1 2-2-15,1 4 1 0,5-3-2 0,1 1 4 16,5 0 0-16,3-2 0 0,-1 1-1 0,-15-3 1 16,8 0 0-16,5-9 0 0,4 2 4 0,0-5 5 15,0-6-6-15,4 3 5 0,-2-5-8 0,1-1 6 16,1 1-1-16,11-4 1 0,7 12-11 0,-1-4 3 15,1-5 2-15,0-3 0 0,0-2 2 0,1 0-4 16,1 0-9-16,-4-2 0 0,-1 0-39 0,-4 0-42 16,-2 1-29-16,-4 1-13 0,0-2-180 0</inkml:trace>
  <inkml:trace contextRef="#ctx0" brushRef="#br0" timeOffset="127581.07">2323 9133 224 0,'0'0'19'0,"0"0"-1"15,0 0 7-15,-2 0 3 0,0 0-5 0,0 0 10 0,1 0-1 16,-1 0-7-16,0 0 4 0,2 0-9 0,0 0 5 16,0 0 1-16,0 0 0 0,0 0 3 0,2 0-3 15,0 0 8-15,-1 0-5 0,3 0 12 0,2 0-4 16,12 0-9-16,1 0 3 0,3 0-16 0,4 0 0 16,2-2 4-16,4 0-3 0,1 0 2 0,8-2 7 15,-2 1-6-15,7-3 5 0,3 0-7 0,-3 1 7 16,2-3-3-16,2 3 1 0,-3-3-18 0,-1 3 3 15,-3-1-2-15,-10 3 2 0,1 1 3 0,-10 0-10 0,-2 0 3 16,0 0-5-16,-3 0 3 0,-2 0 2 0,-2 2-2 16,-4 0 1-16,0 0-5 0,-4 0 8 0,-1 0-10 15,-4 0 6-15,1 0-20 0,1 0-16 0,0 0-4 0,0 0-10 16,-3 0-63-16,1 2-111 0</inkml:trace>
  <inkml:trace contextRef="#ctx0" brushRef="#br0" timeOffset="127958.38">2462 9610 207 0,'0'-2'54'0,"0"0"87"0,0 0-114 0,0 0 1 15,0 0-10-15,0-1 8 0,0-1-5 0,0 0 5 16,0-3-2-16,0 3 1 0,0 0-4 0,0-1 4 16,2 1 4-16,0 0 0 0,-2 1 14 0,0 1 0 15,0 0-1-15,0 0-1 0,0 2-17 0,0 2 4 16,0 0-1-16,-2 5 2 0,-5 19-12 0,-1 2 4 16,1-2-3-16,-2 0 3 0,-1 2-7 0,1-4 3 15,0 0 0-15,1-3 3 0,1 1 7 0,1-3-9 0,1-1 1 16,-1 1-3-16,2-4-2 0,3-1-7 0,-1 1 4 15,2-2-3-15,0 0 4 0,0 0-8 0,0-2 0 16,2 0-1-16,-1-1-3 0,1-5 2 0,2 3-2 0,0-3 2 16,-4-3 3-16,2 0-6 0,9 7-2 0,0-3-3 15,0-2-12-15,-2-3-28 0,4-1-7 0,-2 0-9 16,2-1-47-16,-1-3-70 0,-1-2-4 0</inkml:trace>
  <inkml:trace contextRef="#ctx0" brushRef="#br0" timeOffset="128103.69">2782 9229 562 0,'0'-2'147'15,"-2"0"-184"-15,0 1 168 0,0-1-91 0,-2 0-34 0,1 0-5 16,-1 0-13-16,0 2 0 0,1 0-77 0</inkml:trace>
  <inkml:trace contextRef="#ctx0" brushRef="#br0" timeOffset="128458.57">2848 9732 783 0,'0'0'12'15,"-1"0"6"-15,-1 2-5 0,-2 0-1 0,0 0-7 0,-11 15 6 16,1 7-9-16,-3-2 1 0,2 0 2 0,0-1-1 15,4 1-2-15,-2-2 20 0,4-1-6 0,-2-4 12 16,1-2 9-16,5-4 10 0,1-2-2 0,2-3 1 16,0 0-17-16,2-2-11 0,-1 1 3 0,-1 1-5 15,0 0-6-15,0-2 1 0,2 0-2 0,2-1 2 16,0-1-9-16,1 0 3 0,23-1-2 0,2-5 3 16,-2-1-2-16,8-3-2 0,-3 1 0 0,-1 0 0 15,0 1 0-15,-1 3-2 0,-5 1-1 0,1 2-1 0,-1 2 2 16,-8 0 2-16,1 2 0 0,-4 2 2 0,0 1 0 15,-2 1-5-15,-1-1 1 0,-3-3-3 0,-3 13 4 0,5-2 9 16,-2 0-4-16,-1 0 3 0,-4-2-10 0,-2 0 6 16,0 2-4-16,-6 0 4 0,-3 2-8 0,0-2 3 15,-21 0-4-15,-7 0 1 0,-6-2-18 0,2-1-38 16,-1-3-11-16,1-1-21 0,5-1-156 0</inkml:trace>
  <inkml:trace contextRef="#ctx0" brushRef="#br0" timeOffset="-138039.58">22309 5967 256 0,'0'0'-8'0,"0"0"17"0,0-2 4 16,-2 0-2-16,0 0 12 0,0 0-11 0,0 1-13 16,1-3 6-16,-1 0-9 0,-2-3 8 0,0-4 2 15,-1-1-2-15,-1 1 0 0,1-2-8 0,1 2 22 16,0 0-7-16,-1 0 14 0,1 2-2 0,0-1 9 16,0 3-2-16,1-1 4 0,-1 3-5 0,0-1-8 0,1 3 4 15,-3 1-5-15,-3-2 6 0,-4-5-5 0,-2-1-3 16,4 5-1-16,-6-1-6 0,-2 1-1 0,1 1 2 15,-4 2-4-15,-1 2-6 0,1 0 8 0,3 2-9 16,-3 2 8-16,-4 1-6 0,6 1 4 0,-3 1-1 16,5 1 1-16,5-3-2 0,-2 3-2 0,2-3 0 0,0 3-2 15,7-5 1-15,1 1 7 0,1-2-4 0,0 2 2 16,-1 7-10-16,-1 0 8 0,3 6-2 0,-1-2 4 16,2 3-7-16,-2 1 5 0,-1-1-1 0,1 5 2 15,-2 4-9-15,1 1 8 0,-1 4-5 0,-1-1 5 16,1-1-11-16,-1 9 12 0,3-2-6 0,1-2 8 15,-1 1-6-15,0-7-4 0,2 1 6 0,0 2-6 16,-16-4 3-16,9-1-1 0,3 3 1 0,6-2 0 0,0 2 1 16,4-1 3-16,1 1-5 0,1 2 4 0,3-1-3 15,0-1 0-15,3 2 1 0,-1-3 0 0,2 1 0 0,1-2 7 16,3 3-5-16,2 1 6 0,-14-2-9 0,19 3 1 16,1-1 9-16,1-6-5 0,-4-2 9 0,2-4 8 15,0-1-7-15,0-3 9 0,4-1 0 0,0-2-6 16,-2-9 0-16,2 0-2 0,-2 12 2 0,4-3-10 15,1-5 4-15,-1-6-8 0,1-4 1 0,3-7-6 16,1-4 7-16,2-2-7 0,-1-2 6 0,-1-2-3 16,-2-1 0-16,1 14-1 0,1-18-4 0,-2 2 10 15,4-2-12-15,1 0 12 0,-9 0-7 0,-1-2-3 16,0-2 6-16,-6 0-5 0,6 0 4 0,-4 0-1 0,0-2-2 16,1 3 1-16,-5-1-1 0,-1 2-5 0,-3-2 5 15,-3 0-4-15,0 2 7 0,-3-4 2 0,-1 3-1 16,-4-9 1-16,-1 3-5 0,-2-4 0 0,22-8-1 15,-13 2 1-15,-7-3-11 0,-4-2 11 0,-7-1-8 0,-3 3 9 16,-5-4-5-16,-3 5-1 0,-3 3 2 0,16 3-1 16,-32 7 3-16,-4 2-4 0,-4 4 2 0,-5 8-3 15,-2-1-1-15,-2 8-13 0,2 4 5 0,0 3-10 16,6-20-19-16,-1 15-81 0,-1 9-58 0</inkml:trace>
  <inkml:trace contextRef="#ctx0" brushRef="#br0" timeOffset="-134393.66">22509 5870 256 0,'0'0'-31'0,"0"0"22"16,-2-2 5-16,1 1 3 0,-1-1 33 0,0 0 0 0,-2 0-7 15,0 0 3-15,-5-3-6 0,-2-1-11 0,0 0 2 16,0 1-8-16,-2-1 6 0,0 1-16 0,0-1 16 16,2 1-6-16,1 1 10 0,1 0 0 0,2 2-2 15,-3-1 11-15,-1-1-8 0,-4-2 8 0,4 3-10 16,-2-1-6-16,4 2 1 0,-2 0 2 0,-2 0-6 16,0 0-1-16,-2 1-3 0,2-1-7 0,-6 2 6 15,5 0 0-15,-5 0 1 0,2 2 5 0,1-1-4 16,-5 3 2-16,8 0-4 0,-5 1-1 0,1 1 2 15,2 0 2-15,-4 1 1 0,1 0-5 0,1-1 3 0,-5 3-4 16,7-1 5-16,-4 1 0 0,3 0-4 0,-3 2 2 16,-1 2-3-16,3-1 5 0,-2-5-3 0,3 13 1 15,1 1-1-15,0 1 4 0,0 0-5 0,0 6 5 16,1 0-5-16,-1 2 4 0,2 1 2 0,2 1-3 0,1 1 1 16,1-5-7-16,3 2 4 0,1-4-1 0,1-4 3 15,0 4 4-15,3-4-4 0,-1-1 4 0,-9-4-4 16,3-3 1-16,3 1-2 0,-1 2 1 0,4-2 1 15,0 2 9-15,2 1-9 0,0-1-2 0,0 1-1 16,2 1 7-16,2 3-8 0,1-1 5 0,1 3-5 16,1 2 4-16,1 2-1 0,-1 1-2 0,1 1 0 15,1 0-4-15,0 5 8 0,-1 2 1 0,1 8 1 0,-2-1-7 16,1 1 0-16,-3-2 1 0,1-3 0 0,0-1 0 16,-1-5 0-16,3-3-1 0,-3-6 0 0,3-5-9 15,-1-5 6-15,0-4-1 0,1-4 5 0,7-1 9 0,3-2 8 16,3-2 2-16,8 16 1 0,3-5 1 0,5-5-16 15,-2-7 2-15,1-1-5 0,1-1 5 0,-6-3 3 16,5-5-1-16,-7-1 0 0,3-1-3 0,-1-2-7 16,-1-2 2-16,-2-1-2 0,2 8 8 0,-2-20-4 15,1-1-2-15,1 3-1 0,1 0 0 0,-3-4 0 16,4 2 5-16,-1 0-4 0,-3 0-1 0,2 2 5 16,2 0-4-16,-3 0 6 0,5 0-11 0,-8 0 4 15,-2 0 0-15,-7-2 3 0,1 1 4 0,3 1-6 0,-5 0 0 16,-1 0-1-16,-13 0 2 0,0 0 3 0,3-2-4 15,-3 0 4-15,2 0-3 0,15-7 3 0,-14 0 6 16,-9-6-2-16,-3 2 16 0,-6 2 8 0,-6-4-4 16,1 7 5-16,10-1-15 0,-29 5 3 0,-2 2-6 0,2 6 5 15,-4 4-8-15,6-1-4 0,2 8 1 0,-1 2-3 16,3 5-3-16,3 2-9 0,0-15-2 0,0 10-8 16,0 5-44-16,4 6-156 0,0 7-48 0</inkml:trace>
  <inkml:trace contextRef="#ctx0" brushRef="#br0" timeOffset="-180499.02">1918 14690 8 0,'0'0'0'0,"0"0"0"0</inkml:trace>
  <inkml:trace contextRef="#ctx0" brushRef="#br0" timeOffset="-179735.55">1900 14675 23 0,'0'0'10'0,"-2"0"8"0,0 0 14 0,0 0 8 16,0 0-4-16,0 0 4 0,1 0-3 0,-3 0 7 16,0 0-1-16,0 0 2 0,-1 0 5 0,-4 0 42 15,1 0 0-15,-1 0 13 0,1 0-10 0,1 0-36 0,0 0 3 16,1 0-14-16,0 0-9 0,1 0-3 0,-1 0-3 16,3 0 1-16,-1 0-8 0,0 0-13 0,2 0-2 15,-1-2-2-15,-1 2 0 0,0-2-4 0,0 0 4 16,1 2-3-16,1 0 13 0,0 0-10 0,0 0 4 0,0 0-5 15,0 0 14-15,1 0-5 0,-1 0 6 0,0 0-7 16,0 0 0-16,0 0 9 0,0 0-5 0,0 0 7 16,1 0-7-16,-1 0 0 0,0 0 2 0,0 0-1 15,0 0 2-15,0 0-8 0,0 0 3 0,1 0-4 16,-1 0 1-16,0 0-4 0,0 0-2 0,0 0 1 16,0 0-3-16,2 0-3 0,0 0 7 0,0 0-4 15,0 0 4-15,0 0 2 0,0 0-11 0,0 0 8 0,2 0-7 16,0 0 2-16,0 0 3 0,0 0-3 0,1 0-2 15,1 0 3-15,2 0-4 0,7 0 5 0,-2 0 0 0,0 0-3 16,4 0-1-16,0 0-1 0,0 0-2 0,5 0 1 16,2 0 4-16,2 0-3 0,4 0 2 0,-2 0-3 15,2-2-2-15,2 1 0 0,-2-1-5 0,3 0 7 16,-1 0 0-16,-2 0 4 0,1 0-3 0,1 0-1 16,-2 1-1-16,0 1 0 0,0 0 0 0,0 0-3 15,-1 0 4-15,3 0-4 0,0 0 3 0,0 0 7 16,5 0-7-16,-2 0 4 0,4 0-7 0,4 0-1 15,0 1 2-15,6 1-1 0,1 0 5 0,0 0-2 0,0 0 2 16,-3 0-3-16,3-2 1 0,0 0 5 0,3 0-5 16,-1 0 6-16,-2 0-7 0,-3-2 1 0,3 0 0 15,-2 0 0-15,6-2 0 0,0 4-2 0,-2 0 3 16,2 0 0-16,2 0 3 0,2-1-1 0,3 1-3 0,-5 0 0 16,0 0-2-16,-4 1 6 0,-3 1 0 0,-3-2 3 15,1 0-6-15,-1 2-1 0,1 0 1 0,5 0-1 16,4 2-1-16,-4-3 1 0,11 3-4 0,0-2 4 15,-3 0 6-15,5-2-6 0,-3 0 4 0,-3 0-6 16,1 0 1-16,-4 0 4 0,-2-2-3 0,1 0 2 16,3-2-2-16,2 3 2 0,1-1 4 0,0 2-2 15,6 0-4-15,0 0 0 0,-3 0-1 0,5 2 2 16,-14-2 6-16,3 0-8 0,-6 0 1 0,-5 0-3 0,1 1 7 16,-3 1-4-16,1 2 0 0,1 0-1 0,0-1-3 15,-1 3 4-15,1-2 0 0,5 1 3 0,0-1 1 0,2 0-2 16,4 1-2-16,-4-3 1 0,0 0-4 0,-2 0 2 15,-6-2 2-15,-1 0 0 0,0 2 0 0,-1 0-2 16,1-1 2-16,-2 1-1 0,-2 2 6 0,2-2-6 16,-2 0-2-16,5 0 0 0,3-1 7 0,-3 1-5 15,-1 0 1-15,-10 0-1 0,3 0 2 0,-3 0-6 16,4 0 5-16,0-1-4 0,-9-1 6 0,-2 0 6 16,-3 0-7-16,-5 0 6 0,3 0-4 0,-3 0 3 15,-1 0-2-15,0 0 1 0,-1 0-6 0,-1 0 0 16,0 0-3-16,-4 0-6 0,0 0-85 0,0 0-485 0</inkml:trace>
  <inkml:trace contextRef="#ctx0" brushRef="#br0" timeOffset="-178076.73">2154 16673 59 0,'0'0'14'0,"0"0"4"15,-2 0 21-15,0 0 4 0,0 0 3 0,1 0-5 0,-1 0-11 16,0 0 4-16,-2 0-4 0,0 0 11 0,3 0-4 16,-5 0 6-16,-3 0-7 0,5 0 6 0,2 0-9 15,-1 0-3-15,-1 0 0 0,0 0-2 0,2 0-9 16,-3 0 6-16,-3 0-7 0,3 0-4 0,-1 0 2 16,4 0 4-16,-5 0-2 0,5 0 9 0,-4 0-2 15,-3 0 2-15,2 0 2 0,1 0 23 0,-1 2-10 16,1-1 1-16,-1 1-4 0,-3 2-7 0,1 0-3 0,2-2-3 15,5-2 0-15,-2 0-5 0,2 0 5 0,0 0-3 16,-3 1 2-16,1 1-14 0,0 0 4 0,1 0-7 16,1 0 5-16,0 0-5 0,0 0 2 0,0-1 5 0,0 1-5 15,2-2-5-15,0 0 1 0,0 0-2 0,2 0 2 16,0 0-1-16,0 0-2 0,2 2 3 0,-1-2-3 16,7 2 5-16,6 0 3 0,-1 0-3 0,9 0 3 15,-7-1-9-15,9 1 0 0,0 0 2 0,4 0-1 16,1-2 5-16,-1 0-5 0,2 0 2 0,1 0-2 15,0-2 10-15,1-2-8 0,3-1 2 0,2-3-3 16,4-1-1-16,3 0 3 0,4 0-3 0,6-1 2 0,3 3-5 16,-1-1 0-16,3 3 5 0,-1-1-2 0,-1 1 1 15,2-1 3-15,-7 1-6 0,-2-1 6 0,-4 2-1 16,-1 1-8-16,1-1 9 0,-1 2-9 0,1 0 7 0,0 0-1 16,-3 2-2-16,3 0 1 0,-2 0-1 0,-1 0 3 15,-2 2-7-15,-3 0 5 0,-1 2-3 0,-1-2-5 16,-1-1 5-16,-6 1-7 0,-1 2-8 0,2 0-54 15,-3-1-18-15,1 1-31 0,3 0-241 0</inkml:trace>
  <inkml:trace contextRef="#ctx0" brushRef="#br0" timeOffset="-175002.58">8088 16814 104 0,'0'0'0'0,"0"0"56"0,0-2 15 0,0 0 25 16,0 0 13-16,0 0-41 0,0 1-1 0,-2-1-28 15,2 0-1-15,0 0-6 0,0 0-8 0,0 0-9 16,-2 0 6-16,2 1-7 0,0-1-3 0,0 2 3 16,0 0-10-16,0 0 8 0,0 0-6 0,0 0 14 15,0 0-1-15,0 0 3 0,0 0-10 0,0 0 11 16,2 0-6-16,0 0 7 0,0 0-8 0,0 0-7 15,0 0 7-15,1 0-8 0,1 0 8 0,5 0 0 0,6-2-1 16,-2 2 2-16,0 0-5 0,4-2-5 0,2 2 2 16,1 0-3-16,2 0 2 0,4 0-2 0,-3 0 1 15,1 0 0-15,-2 0-6 0,4 0 4 0,0 0-1 16,-2 0 3-16,4 0-1 0,-2 0 3 0,4 0-4 0,1 0 4 16,3 0-2-16,1 0 3 0,2 0-4 0,0-2 5 15,6 0-4-15,-2-1-1 0,7 1 2 0,2-2-1 16,4 2 6-16,5 0-8 0,-3 0-1 0,4 1-1 15,-7-1 3-15,3-2-3 0,-2 0 3 0,0 1-4 16,0 1 9-16,1-2-11 0,3 2 3 0,1 2-6 16,6 0 5-16,-2 0 0 0,4 0 1 0,-6 0-2 15,-1 0-6-15,-1-2 8 0,-5 2-5 0,2 0 6 16,-2 0-13-16,1 0 13 0,5 4-3 0,3 0 6 0,2-1-10 16,4-1 4-16,-1 0-1 0,3-2 2 0,1 0-2 15,-1 0-1-15,-2-2 2 0,-4 0-1 0,-2 1 1 0,0-1 3 16,4 0 0-16,7 0 0 0,6 2-7 0,-2 0 3 15,2 0 0-15,-4 0 2 0,-8 0 3 0,1-2-5 16,-6 0-1-16,2 0-2 0,2 1-1 0,4 1 5 16,-1 0 3-16,14 0 1 0,1 0 1 0,1 0-7 15,-5-2 2-15,-8-4-2 0,-5 1 1 0,3-1 2 16,3 0-2-16,0 3 1 0,3-3 0 0,1-1 1 16,0 1-1-16,0-1 1 0,-2 1 0 0,-2-1 1 15,-4 1 1-15,-3 2-2 0,-2 1-3 0,4-1-2 0,2 0-1 16,3 1 3-16,0-1 6 0,2 0-5 0,-2 2 5 15,-5-1-5-15,2-1 9 0,-8 2-8 0,-6-2 3 16,5 4-3-16,-7 0 7 0,7 0-8 0,-3 0 0 16,4 2-3-16,-5 0 7 0,-1 2 0 0,1 1 0 0,-12 1-1 15,-3-1-7-15,-2-1 1 0,-4 2 3 0,-4-1 0 16,1 3 7-16,-4-1-7 0,-3 1-2 0,-1-3-1 16,0 1 7-16,-3 1-5 0,1 1-16 0,0 3-5 15,-2 0-119-15,2 4-210 0</inkml:trace>
  <inkml:trace contextRef="#ctx0" brushRef="#br0" timeOffset="-155608.62">16196 14602 28 0,'0'0'0'0,"0"0"2"0,0-1 30 16,-1-1-2-16,-1 0 5 0,0 0-13 0,0-2-3 0,0 1-6 15,0-3 1-15,-1-3 0 0,1 1-4 0,0 1 0 16,-2-4-2-16,2 3 2 0,-1-5-4 0,1 2 10 15,0 2-5-15,-4-6 8 0,4 8-9 0,-3-6 9 16,1 3 2-16,0 3 3 0,3 1 11 0,-1 3 5 16,-2-3-12-16,0 0 6 0,-1 1-34 0,-5-1-6 15,-1 1 1-15,4-3 2 0,-2 5 32 0,-4-5-8 16,2 3 13-16,-4-3-15 0,4 1-7 0,1 5-7 16,-1-7-3-16,0 5 1 0,0-5-2 0,-4 1 6 0,2 3-2 15,2 1 4-15,-6-2-9 0,4-3-1 0,0 4 0 16,0-5 1-16,2 5 4 0,-4-1 2 0,0 1-6 15,-1 1 4-15,1-4-4 0,2 3-3 0,2-1 7 16,-2 3-4-16,0 1 6 0,0-8-7 0,-2 1 1 0,0 2-2 16,4 1 2-16,0 1 6 0,-2 1-9 0,1 0 7 15,1 2-11-15,0 0 13 0,-2 1 0 0,-2-1 4 16,2 2-8-16,-2-2-6 0,2 2 4 0,2 0-2 16,-2 0 9-16,2 0-10 0,-2 0 5 0,0 0-6 15,0 2 4-15,0 0 5 0,0-1-4 0,-2 1 4 16,4 0-6-16,-2 0 1 0,2 0 0 0,0 0 3 15,0 1-2-15,-2 1 0 0,2 0-1 0,0 0 2 0,-2-1 6 16,1 1-4-16,1 0-4 0,0 1 2 0,0 1-2 16,0-1 0-16,-2 5 2 0,-4 1-2 0,2 0-7 15,0-7 5-15,1 11 2 0,2-1 1 0,-2 3 1 0,-3-2-1 16,-4-4-1-16,5 4 0 0,1 0 2 0,2 1-3 16,2 1 1-16,0 0 0 0,-1-4-2 0,-1 0 2 15,0 2-4-15,2 0 4 0,0 1 8 0,2-3-11 16,-2 2 4-16,5-6-5 0,-1 3 14 0,-6 1-13 15,9 0 2-15,-3 0-5 0,-1 0 12 0,1 0-5 16,-1 1 1-16,3-1-3 0,-3 2 1 0,3-2 0 16,-5 2 2-16,1 0-3 0,2 0-7 0,-1 2 10 15,1-1 1-15,3-1 2 0,-3 2-5 0,-1 0-1 0,3-1-2 16,-3 1 1-16,3 0 6 0,-3 1-8 0,3-1 3 16,-1 0-5-16,1 1 11 0,1 1-7 0,-2 3 7 15,4-2-7-15,1 3 6 0,-3 1-2 0,0-2-4 16,2 4 1-16,-1-4-6 0,1 1 6 0,0 1 1 0,0 2 0 15,0 2 2-15,0-2 0 0,-14-2-3 0,6-4 1 16,3 3 0-16,1-1 3 0,3 0-3 0,-1 2 2 16,2 0-1-16,2-1-1 0,0-3 4 0,0 1-4 15,0 1-9-15,0 0 9 0,2 2-5 0,0-1 5 16,2 1-1-16,-1 0-1 0,-1 0 2 0,2 2 0 16,0 0 10-16,1 2-9 0,1 1 0 0,-1-3-3 15,1 2 1-15,-1-2-8 0,1 2 10 0,1 2-8 16,-1-6 9-16,1 0-2 0,1-3 0 0,1 1 0 0,2 0-1 15,0 2-2-15,0-1-4 0,2 1 4 0,2 0 8 16,-2-4-3-16,-11-1-1 0,19-4-2 0,-3 1-5 0,4-1 8 16,1-2 2-16,1 0 2 0,-2-3-8 0,4-1 7 15,-4 2-2-15,6-2 4 0,0 2-3 0,-4-5 0 16,0-2 3-16,-1 1 0 0,-1-1 0 0,0 0-1 16,-1-1-7-16,3-1 4 0,0 15-3 0,0-6 9 15,2-2-1-15,0-3 0 0,-2-4-11 0,4-2 6 16,2 0 1-16,5-2 2 0,-3 0-5 0,3-4 1 15,2-1 1-15,2 0 1 0,4-3 0 0,-6 3-1 16,-7-1 2-16,-4 1-1 0,1-2 5 0,-2-1-6 0,4-1 0 16,-3 0-1-16,-3 0-1 0,4-2 2 0,-6 2-3 15,-1-2 5-15,1 7 8 0,-5-18-7 0,3 6-1 16,-4-1-2-16,-2 1-1 0,0 3 5 0,-2-8 0 16,-2 3-1-16,0-2-7 0,-1-2 7 0,1 5-1 0,-1 0 4 15,-1 1-9-15,0 1 6 0,-1-3-6 0,-2-1 5 16,1 1-5-16,-1-1 6 0,0 1-2 0,-1 1 3 15,1-3-14-15,-2 2 9 0,0-1-5 0,0-1 6 16,0 3 2-16,12-3-8 0,-4 2 12 0,-1-3-10 16,-3-1 12-16,-1 0-9 0,-1-2-1 0,0-2-1 15,-3-3-6-15,1-1 6 0,0 3-3 0,0-5 4 16,0 1-1-16,0-4 0 0,0 1 0 0,-1 3 0 16,1-4 2-16,-2 7 3 0,0-2-4 0,0-1 2 0,0 9-2 15,-2 0 4-15,1 0 6 0,-1 3-3 0,-4-3-3 16,1 2 2-16,-1 0-2 0,0 3 4 0,-1-1 0 15,-2-1-10-15,-2-1 4 0,1 0-4 0,1 1 7 0,-2-1-6 16,2 1 2-16,-1 1-2 0,1-2 1 0,-2-2 2 16,0 1-3-16,1 3 1 0,-1-2-5 0,2 3 0 15,-2-1 7-15,-2-5-3 0,2 5-1 0,-4-4 8 16,4 3-8-16,-4-1 9 0,2 4-10 0,6 5 1 16,-3-2-6-16,5 5 5 0,1 5-14 0,0-1-31 15,4 4-5-15,-3-1-17 0,-1-1-81 0,0 2-91 16</inkml:trace>
  <inkml:trace contextRef="#ctx0" brushRef="#br0" timeOffset="-153206.65">18677 13789 10 0,'0'0'11'0,"0"0"-1"0,0-2 12 0,-2 0 3 16,0-1-3-16,2 1-11 0,-3-7 2 0,-1-1 1 16,-4-3 3-16,3 2 7 0,-1-2-8 0,1 0-4 15,-1 4 1-15,-1-4-1 0,-1-2 4 0,1 2 0 16,1 0 0-16,-1-4-4 0,1 6 10 0,-1-5-7 0,1 3 7 16,-1-2-7-16,1 2 2 0,1 3-3 0,-3-4 0 15,3 4-13-15,-1 1 7 0,-1-2 2 0,1 2-1 16,3 3-7-16,-5-7 7 0,3 4-7 0,-3-1 8 15,-1-1-7-15,3 4 5 0,1-2 3 0,-5-1-1 16,-3 3-5-16,-1-2 5 0,-1 1-6 0,0-3 7 0,0 2 4 16,-2-1-12-16,-3 3 5 0,-1 0-8 15,1-1 7-15,0-1 3 0,7 0 2 0,-4 1 0 0,0 1 6 16,0-1-13-16,1 1 5 0,3 1-7 0,-8-3 5 16,5 3-4-16,-5 1 3 0,1-3-3 0,3 5 1 0,2-3-4 15,4 1 2-15,-6-1-1 0,2 0 7 0,2 1-9 16,-1 1 0-16,2 0-1 0,3 1 4 0,0-1-3 15,3 0 0-15,1 1-1 0,-3-3 9 0,3 2-8 16,-3 1 3-16,3 1-5 0,1 0-1 0,-3 0-1 16,-1 0 1-16,-1 0 1 0,-2 0 2 0,0 2 6 15,0 0-4-15,1 2 4 0,-3 2-4 0,2 0-2 16,-2 1-4-16,0 3 0 0,2-1-4 0,0-5 8 0,0 11 0 16,0-2 1-16,-2 4 7 0,1-4-9 0,1 2 5 15,2-2-6-15,-4-1 2 0,2-1 1 0,2 2-1 16,-3-2 0-16,3 4 3 0,-2-3-7 0,-2 3 4 15,2 0-6-15,2-2 6 0,-1 2 3 0,1 2-1 0,-4-1 3 16,2 5-3-16,-8 0-7 0,4-5 2 0,-5 5-4 16,3 0 8-16,4 7 4 0,2 3-2 0,0-3 2 15,0 0-5-15,0-5 0 0,1-1-3 0,-3 2 2 16,2-1 1-16,0 1-6 0,-2-2 11 0,6 1-9 16,-10-1 12-16,6 3-13 0,2-5 2 0,-1 3-4 15,7 1 10-15,-5 0-2 0,-3 0 2 0,2 1-2 16,0 1 3-16,3-2-1 0,-1 2-3 0,-1 0 0 0,1 1-10 15,1-3 10-15,1 2-1 0,-1 2 4 16,2 2 1-16,-1-2-5 0,1 4 1 0,0-3-2 0,1 3 1 16,1 0 4-16,-2 1-3 0,2-1 4 0,0 0-12 15,0-1 8-15,1-1-2 0,-18 2 4 0,8-4 2 0,3 0-2 16,5-2-2-16,1-5 1 0,0 3-7 0,0 0 8 16,0 1-3-16,2-1 4 0,0 0-2 0,0 2-6 15,0-1 3-15,0-1-4 0,0 4 6 0,0-2 7 16,2 2-6-16,-2 0 7 0,2 0-8 0,0 0-7 15,2 2 7-15,-1 1-3 0,-1 1 10 0,0 0-9 16,0 3-2-16,0-1-2 0,0 1 8 0,3 1-4 16,1-3 2-16,-1 1-2 0,3-2 3 0,-1-1-1 15,-1 1 4-15,-1-4-3 0,1-2 9 0,-2-2-13 0,-1-1 4 16,1-1-5-16,0-1 7 0,-1 1-3 0,1 1 0 16,0-1-1-16,0 1-4 0,1-1 6 0,-1 0-2 15,1-1 4-15,-1 1-1 0,2 3-5 0,1-1 2 16,2 2-2-16,1-2 11 0,-3 1-7 0,0-1-1 15,-1 0-2-15,0-3 2 0,1 5 1 0,2-2 4 0,2 0-4 16,1 3-7-16,-3-5 6 0,0 2-4 0,0-1 5 16,1-1 1-16,-1-1-3 0,-2-3 4 0,3 3-5 15,-1 1 0-15,0-3 4 0,2 4-1 0,-1-5 4 16,-1 1-9-16,0 0 3 0,-1-2-2 0,-1-1 3 16,2 1-1-16,1 0 5 0,1 0-6 0,-7-4 6 0,5 2-4 15,2-2 2-15,-2-2 0 0,2 1-1 0,1-1-9 16,-1-3 5-16,2 1 1 0,-2 0 1 0,2 1 0 15,2-1 5-15,-2 1-4 0,3-1 3 0,-1 2-6 16,-2-1 0-16,2-1 3 0,2 1-2 0,0-1 2 0,-1 2 4 16,1-1-1-16,-2-1 3 0,0 1-2 0,3-3-4 15,-1 3-1-15,2-1-2 0,-1-1-1 0,1-1 0 16,3 3 6-16,0-3-2 0,-1 1 4 0,1-1-4 16,-2-1 0-16,-5 0-1 0,7 1 3 0,-1-1-5 15,-3 0 3-15,8-2-3 0,-7 1 3 0,3-1-3 16,1 0-1-16,-1 13 1 0,0-4 7 0,-1-3-9 15,-3-3 5-15,3-1-4 0,-5-2 12 0,1-2-8 0,-2 0 1 16,0 0-3-16,1 0 2 0,-1 0 0 0,2-2 1 16,0 0-1-16,-2 0 0 0,-1-2 6 0,3-1-6 15,-2 1 5-15,0-1-12 0,2-1 7 0,-1-1 1 16,-1 1 2-16,4-3-4 0,-3 1 1 0,3-1 1 16,1-2 2-16,1 0 1 0,1-2-3 0,4 0-3 0,-7 2 2 15,1-1 2-15,0 1-5 0,-3 2 4 0,7-6-4 16,-3 2 10-16,1-2-5 0,-3 10 4 0,3-19-6 15,6-4-6-15,-2-7 8 0,5-6-4 0,-1 0 5 16,-2-7-8-16,-2-1 8 0,0 1 2 0,-4 2 4 16,-1-1-2-16,-5 10-5 0,1 0-1 0,-4 3 0 15,2 3-5-15,-4 3 5 0,0 0-4 0,-3 6 6 16,-1-4-1-16,0 2 3 0,-3-2-4 0,2-2 1 0,-3 0-3 16,1-3 5-16,-2-5-1 0,2-3 2 0,-3-7-8 15,1-6 6-15,0-2-3 0,26-4 4 0,-15 3 0 0,-9-3-6 16,-4 4 6-16,-2 2-6 0,-2 4 14 0,-1 4 1 15,-5-3 4-15,3 3-4 0,-4-1 2 0,-2 0-7 16,-2-1-3-16,-2-6 0 0,1-4-1 0,-1-7 8 16,0-2-1-16,-1-5 2 0,-1-1-4 0,-1 6 9 15,-1 4-3-15,3 7 6 0,-3 2-7 0,-1 4 1 16,0 7 2-16,20 2-2 0,-24 4-10 0,2 1 4 16,-2-3-6-16,-2 5 5 0,5-3-5 0,3 5 4 15,0 3-4-15,1-3 4 0,-1 6-8 0,-1 2-1 16,3 3-5-16,3 4-1 0,2 8-29 0,2 1-77 0,1 4-30 15</inkml:trace>
  <inkml:trace contextRef="#ctx0" brushRef="#br0" timeOffset="-143798.89">18668 14012 25 0,'0'-2'0'0,"0"0"4"0,0 0 46 0,0 1 8 15,0-1 10-15,0-2-15 0,-2 0-2 0,0 1-24 0,0-1 5 16,0 0-5-16,0 0-4 0,1 1 2 0,-1-1-11 15,0 0 10-15,0 1 8 0,0 1 0 0,0 0 2 16,0 0-6-16,1 0-13 0,-1 0-7 0,0 0 5 0,0 1-6 16,0-3-3-16,2 0 10 0,-2 2-11 0,1-1 13 15,1-1-1-15,0 2-1 0,-2-2 2 0,0 1-3 16,0-1 2-16,0 0-7 0,0 0 8 0,0 1-8 16,1-1 3-16,-1 0-3 0,0 1-2 0,0-1 2 15,2 0 1-15,-2-1-8 0,0-1 3 0,2 2-4 16,-2 1 8-16,1-1-5 0,-1 0 10 0,0 0-8 0,2 3 6 15,-2-3 4-15,2 2-7 0,-2-2 7 0,-2 2-11 16,1 1 7-16,-3-1-2 0,1 0 4 0,-3 0-7 16,1-4 2-16,-3-1 0 0,1 1 0 0,0 1-2 15,0 1 0-15,-3-1-2 0,-1 1 3 0,0 0 2 16,-1 0-9-16,-3 1 0 0,-2 1-2 0,1 2 7 0,3 0-2 16,-7 0-1-16,-4 0 0 0,-2 0 1 0,0 0 3 15,4 0-1-15,1 0 2 0,3 0-7 0,-6 0 3 16,4 0 2-16,1 0 1 0,-1 0 2 0,3 0-2 15,5 0-6-15,-3 0 2 0,0 0 2 0,0 0 2 16,-1 0 2-16,3 0-4 0,-2-2-4 0,3 0 3 16,1 2 3-16,0 0 0 0,0 0-1 0,-2 0-1 15,0 0-2-15,2 0 1 0,0 0-5 0,2 0 5 0,0 2-4 16,-2 0 3-16,1 0-1 0,3 0 3 0,0-1 1 16,0 1-1-16,-1 0-11 0,1 0 7 0,0 2 1 15,-1-1 3-15,1 1 0 0,0 0 5 0,0 0 0 16,-1-3 1-16,3 1-1 0,-1 0 3 0,1 0-6 0,0 0 5 15,-3 2 0-15,5-3-2 0,-5 3 0 0,3 0-1 16,0 0 3-16,-5 1-11 0,7-1 6 0,-3 0-7 16,1-1 4-16,0 1 4 0,-3 2-7 0,5-3 5 15,-5 3 1-15,5-2-1 0,-3 1 5 0,1 1-4 16,1-3 0-16,-1 3-7 0,0 0 1 0,-1-1 0 16,-1 3 7-16,-2 1 2 0,3-4-3 0,5-3 0 15,-9 6-6-15,5-1 4 0,-4 2 6 0,-2-1-2 16,9 1-1-16,-1 0-3 0,-5 1-3 0,5-1 2 0,-6-2-3 15,1 5 4-15,3-5-3 0,-2 2 2 0,1 1-5 16,1-3 3-16,-1 0 2 0,5 1 1 0,1-1-2 0,-6-1-1 16,1 3 0-16,1-1-1 0,1 1-4 0,-1-2 8 15,1 1-4-15,-3 1 8 0,1 0-8 0,-2 4 0 16,1-2 1-16,-1 4 1 0,1 0 3 0,1-2 1 16,0 0-3-16,-3 6 2 0,3-3 1 0,-1 1 3 15,-1 4-4-15,4-5 2 0,-1 1-10 0,0 1 12 16,1-1-5-16,1 2 6 0,0-3-10 0,3-1 3 15,-1 2 2-15,0-2-1 0,0 2-9 0,0-1 5 16,0-3 2-16,0 2 2 0,2-4 3 0,0 2-8 16,0 2 2-16,0-2-2 0,2 0 4 0,2 2 3 0,-2-4-9 15,2 4 5-15,-1 0-2 0,1-2-3 0,2 4 4 16,-1-4-2-16,3 1 0 0,-1 1 5 0,0 0-6 16,1 2 5-16,-1 0-2 0,1-1-3 0,1 1 3 15,2 0-3-15,0-1 4 0,0-1-1 0,-9 0 1 0,9-2-2 16,2 0-7-16,-3 0 8 0,1 0-3 0,4-4 2 15,-1 3-9-15,9-3 6 0,-3 0 3 0,-3 0 0 16,1 3-4-16,-5-3 3 0,0 2-1 0,6 0 2 16,-2 0 7-16,-2 0-10 0,-1-1 1 0,1-1-4 15,-2-5 6-15,-2-1-3 0,1 3 3 0,-1-2-1 16,2 3 4-16,0 0 1 0,0-1-4 0,-2-2 1 0,2-2-6 16,2 3 3-16,0 1 1 0,-2-4 1 0,3 1-4 15,1 8 1-15,2-1 3 0,1-3-1 0,0-1 4 16,1-3-1-16,-1-1 0 0,4-2 0 0,1 0-5 15,1 0 7-15,3 0-5 0,5 0 5 0,-1 0-9 0,-1-2 2 16,-8 1 3-16,4-3 0 0,-1 0 1 0,7-1 4 16,-1 1-6-16,-3 0 4 0,2-1-3 0,-6 1 1 15,3-2 2-15,-5 1-2 0,1-1-1 0,-1-1-3 16,0-1 4-16,2 1-3 0,-2-1 2 0,-4 1 1 16,3 0-1-16,-3-1 0 0,1 1 3 0,-1-1-2 15,0 1 0-15,3-1-1 0,-5 1 5 0,1 0-6 16,1-3 3-16,-3 3-3 0,-2 0 0 0,0-3 6 15,-1 1-4-15,1-2 6 0,6-2-7 0,-5 2 2 0,3-2 1 16,-8 3-1-16,0 7-3 0,2-12 0 0,-9 2 1 16,5 0 1-16,-3-2 4 0,1 2-5 0,4 2 0 15,-1-2-1-15,-3 0 8 0,4-2-3 0,-1 0-3 0,-3 0 1 16,-1-1 0-16,-1-1 0 0,-1-2-2 0,-2-1 0 16,0 5-1-16,-1-7 0 0,1 3 3 0,0-3-2 15,-2-2 5-15,0 1-5 0,0-4 5 0,-2 4-5 16,0 3 1-16,1 1 5 0,-1 4-7 0,0-3 5 15,0-3-9-15,-2 1 5 0,-1-4 0 0,-1 5 1 16,1 1-1-16,-1-1 2 0,0 1-2 0,-1 1 0 16,0 0 2-16,-1 1 2 0,-1-1-1 0,1 2 0 15,-1 0-4-15,-2-2 0 0,2 3 6 0,-1-1-3 0,1 0 8 16,0 2 0-16,7 2-5 0,-15-2 4 0,2 2 0 16,2-1 3-16,-3-1 6 0,1 4-3 0,-2-2 4 15,0 0-12-15,-1 2 1 0,1 1-3 0,0-1 7 0,-1 1-3 16,1 1 2-16,1 1-3 0,-3-1-2 0,-3 1 0 15,-1 3-3-15,-1-1 4 0,0 0 6 0,-2-12-13 16,-4 3 4-16,-3 3-6 0,-6 5 3 0,-2 5-5 16,-3 0-5-16,1 5-4 0,-4 5-31 0,1 3-36 15,0 3-35-15,1 5-10 0,4-18-215 0</inkml:trace>
  <inkml:trace contextRef="#ctx0" brushRef="#br0" timeOffset="-136375.54">15931 16870 622 0,'-2'-4'0'0,"-13"-35"1"0,4-4 19 0,2 8-2 15,1 11 0-15,1 3-2 0,3 6-2 0,-1 2 10 16,-1 0-10-16,4 8 5 0,0-1-31 0,2 4-21 0,0 1 7 16,-1-3-11-16,-1 0 15 0,2 2 25 0,0 2-6 15,0 0 9-15,0 4-26 0,3 22-96 0</inkml:trace>
  <inkml:trace contextRef="#ctx0" brushRef="#br0" timeOffset="-131221.96">20112 14653 256 0,'0'0'-50'0,"-2"0"33"0,1 0 3 16,-1-2 7-16,-2 0 49 0,-5-2-1 0,-6-1-18 16,0-1 5-16,2 2-8 0,-4-1 8 0,4 1-11 15,0 0 4-15,0-1-8 0,0 1-6 0,-2-2 4 16,-1 1-1-16,-7-3 3 0,7 3-2 0,-5-1 0 16,1 3 0-16,3-1 2 0,-1 0-1 0,-3 0 6 0,3 3-11 15,-1-1 8-15,1-2-14 0,3 2 11 0,-6 0-3 16,8 2 5-16,-9 0-12 0,7 0 12 0,2 0-8 15,-7 2 7-15,7-2-15 0,-4 2 8 0,0 2-2 0,2-1 4 16,1 3-12-16,-1 1 3 0,2-1 1 0,0 1 1 16,-2 3-2-16,0-1 7 0,4-2-6 0,-4 5 6 15,2-3-16-15,0-5 8 0,0 9-1 0,0 1 3 16,2 1 3-16,2 0 3 0,-3 2-2 0,3 0 1 16,-2 1-9-16,2 1 7 0,-2-1-7 0,3-1 7 15,1 3-4-15,-1-1 3 0,3 0 1 0,-1 1 0 16,1-1 0-16,1 3-3 0,0-4 0 0,2 10-2 0,-14-2 2 15,3 0 1-15,3 2 0 0,5-4 0 0,1 8-1 16,0-1 0-16,3 1 5 0,-1-1-4 0,0-3 5 16,2 4-5-16,0-1-1 0,0 1 0 0,0-6-4 0,2-4 3 15,0 1 2-15,-1-5 0 0,1 3-3 0,2-3 4 16,0 1-6-16,-1-1 6 0,1 3 3 0,2-3-4 16,-1 3 4-16,3 1-5 0,-1-2 0 0,2 3-3 15,1-1 0-15,-1 0 0 0,2 4 11 0,0-2-7 16,2 0 5-16,0 1-6 0,2-3 3 0,-13 4 1 15,16 0-3-15,5 2 1 0,-1-4-2 0,0-2 3 16,2-3-1-16,-1-3 3 0,3 1 0 0,2 0-4 16,-2 1 8-16,1 1-7 0,-2-4 8 0,-1 2-8 15,5-4-1-15,-4-6 0 0,2 4 11 0,1-2-7 0,-4-3-1 16,2 0-3-16,-3-1 4 0,-1 1 2 0,4-4 3 16,-4 3-3-16,0-1-5 0,-1-2-2 0,-1 1 0 15,3 12 1-15,1-4 12 0,-2-5-9 0,0-2 5 0,2-4-8 16,1 0-3-16,-1-2 10 0,2-2-8 0,0 0 8 15,5-3-7-15,1-4 3 0,1-4 1 0,3-2-1 16,-5-1-5-16,6 12 4 0,-3-24-4 0,-6-1 4 16,1-3-2-16,-5-5 2 0,6 6 4 0,-2-2-3 15,-6-2 7-15,-1 3-7 0,-8 1 8 0,1 1-8 16,-1 2 5-16,0 3 1 0,-1 1 3 0,-3 0 0 16,-2 2 2-16,-5-4-4 0,4 2-5 0,-4-2 4 15,-1-2 0-15,16 4-2 0,-4-4 1 0,-5 3-2 0,-5-3 6 16,-1-2-7-16,-2-1 0 0,-2-2-3 0,-3 1 0 15,-3-1 0-15,1 0 4 0,-2-1-4 0,1 5-9 16,-1-1 6-16,-2 1 5 0,0 5 1 0,-2-2 1 0,0 2-6 16,-2 0-1-16,-2 0 0 0,2 2 15 0,11 1-6 15,-16 1 2-15,-4 2-4 0,0 1-1 0,-4-1 3 16,2 1-2-16,-7 1 3 0,5-1 1 0,-8 2-6 16,3-1 3-16,3 5-4 0,-5-2 2 0,7 0-5 15,-3 4 2-15,1 2-3 0,2 3 0 0,-2 2-12 16,2-14 0-16,4 8-4 0,2 7-12 0,0 3-54 15,1 5-46-15,-3 6-14 0,-2-3-255 0</inkml:trace>
  <inkml:trace contextRef="#ctx0" brushRef="#br0" timeOffset="-128802.76">22398 13578 256 0,'0'0'-78'0,"0"0"42"0,-2 0-16 15,0 0 4-15,0 0 59 0,1 0 0 0,-3-2 7 16,2 2-8-16,-5-2 7 0,-3-2-15 0,5 2 0 16,-3-1 2-16,1-1-1 0,1 2 6 0,-1 0-6 15,1 0 3-15,-1-1-4 0,-1 1 1 0,3 0 12 16,-4-2-9-16,5 4 8 0,-7-4-14 0,1 3-3 15,3-1 3-15,-4 0-1 0,2 2 10 0,-3 0-9 0,1 0 2 16,2 0-5-16,0 0-1 0,-1 0 11 0,-1 2-6 16,0 1 8-16,0 1-9 0,2-2-5 0,-8 4 4 15,2-3-6-15,0 1 9 0,0-2-1 0,8 0 0 16,-6 1-1-16,4 1 0 0,3-2 2 0,-7 2 2 16,8-2-1-16,-1-1-2 0,-1 1-1 0,3-2 0 15,-2 2 0-15,-1 0 2 0,1 0-3 0,1 0 2 0,1-2-2 16,2 0 5-16,0 0-6 0,0 0 1 0,-3 2-3 15,-1-1 7-15,3-1-5 0,-1 0 1 0,2 0-2 16,-2 2 11-16,1 0-11 0,-1 0 3 0,0 0-6 16,2-2-4-16</inkml:trace>
  <inkml:trace contextRef="#ctx0" brushRef="#br0" timeOffset="-126892.32">20073 13746 42 0,'0'0'28'0,"0"0"-3"16,-2 0 11-16,1 0 0 0,-1 0-8 0,0 0-15 15,0 0 3-15,0 0-3 0,-2 0 4 0,1 0-1 0,-1 0 3 16,0 0 0-16,1 0-1 0,-1 0-14 0,0 0 3 16,2 0 3-16,0 0 1 0,1 0 2 0,-1 0-7 15,0 0 1-15,0 0-1 0,0 0 10 0,0 0-4 16,0 0-1-16,1 0-1 0,-1 0-5 0,0 0 3 15,0 0 1-15,2 0 0 0,0 0 3 0,0 0 0 16,0 0 0-16,0 2 0 0,2 0 5 0,0 0-5 16,0 0 2-16,1 0-2 0,5-2 2 0,10 2 4 15,3-1-1-15,3-1 2 0,2 0-7 0,0 2-1 0,2-2-2 16,3 0 2-16,6 0-3 0,8 0-7 0,3 0 3 16,1 0-3-16,-7 0 9 0,8-2-7 0,1 2 3 15,0-1-5-15,1-1-1 0,-3 2 3 0,-3 0-5 16,1 0 3-16,-1 0-6 0,-1 0 9 0,3 0-3 0,0 0 5 15,4 2-6-15,9-1-1 0,1 1 2 0,1-2-1 16,2 0 8-16,0 0-9 0,2 0 6 0,-4-2-7 16,-6-3 9-16,3-1-3 0,-3-1-2 0,-1 1 0 15,7 1-2-15,2 1-7 0,0-2 7 0,0 1-5 16,4-1 12-16,-4 1-5 0,-6-4-2 0,-1 1 0 16,-8-1 0-16,-7 1 2 0,-1 1-1 0,-3 0-1 15,-2 1-3-15,-1 2 11 0,-5 2-8 0,3 1 7 16,-5-1-14-16,1 0 9 0,0 0 1 0,-4 2 3 0,3 0-8 15,-1 0-1-15,-2 0 0 0,-3 2 1 0,-3 0 2 16,-3-2 7-16,1 2-6 0,3-2 7 0,-5 0-9 0,3 1 1 16,0 1 0-16,-3 0 0 0,3 0-5 0,-6-2 9 15,-2 0 0-15,0 0 2 0,-2 0-6 0,1 0 0 16,1 0 0-16,0 0-1 0,4 0 1 0,-4 0 0 16,-2 0 6-16,-1 0-5 0,-1 0-1 0,1 0 8 15,-1 0-12-15,-1 0 10 0,-1 0-8 0,1 0 3 16,-1 0 5-16,1 0-4 0,-2 0-7 0,-1 0 7 15,-1 0-5-15,2 2 5 0,0 0-7 0,-1 0 8 16,1-1-3-16,0 1 4 0,-1 0-2 0,1 0-1 0,0 2 4 16,-1-1-5-16,1 1-5 0,0 0 6 0,0 0-4 15,-1-1 6-15,-3-1 2 0,4 4-4 0,2 1 5 16,-1 0-6-16,1 1 0 0,1 1-6 0,-1-1 4 16,1 3-4-16,-1-2 6 0,1 4-1 0,1-2-1 15,-3 0 1-15,3 4 9 0,-1 2-6 0,-1 0-1 0,1 3-1 16,-1 2-1-16,-1 2 1 0,-1 2 4 0,0 2-3 15,-3 4 0-15,1 3 0 0,-2 0-1 0,0 6 0 16,0 0 0-16,0 2 2 0,0 5-6 0,0-5 4 16,0 5-1-16,0-3 0 0,2-3 5 0,0 1-4 15,0-4-6-15,0 0 11 0,1-2-8 0,1-3 8 16,0-1-7-16,0-1 3 0,-1-1 3 0,3 4-1 0,-1 4-7 16,-1 0 0-16,0 2 0 0,0 2 1 0,-1 3 4 15,1 3 0-15,-2 4 3 0,-2-4-2 0,0 5 0 16,0 1-4-16,0-3 2 0,-4 4-1 0,0-8 7 0,1-3-2 15,-3-4-2-15,1 0 0 0,-1-2-2 0,-1 1-4 16,1 3 4-16,-1 2-3 0,1-1 10 0,2 3-10 16,1-1 1-16,1 2-3 0,0 1 8 0,0-3-3 15,0 0 1-15,2-3-1 0,0-2 5 0,0-2-2 16,2-7-1-16,0-1-1 0,0 1 1 0,0-1-1 16,-1-1-1-16,1-4 1 0,0-2 3 0,0 2-1 15,0-2 3-15,0 0-4 0,-2 0 2 0,0 1-8 16,0-3 4-16,0 0-5 0,0 0 8 0,0 3 4 0,-2-3-5 15,0-2 3-15,0 3-11 0,0-3 8 0,0-1-1 16,1 1 6-16,-1-5-7 0,0 0 6 0,2 0-4 16,-2-1 3-16,0 5-11 0,2-8 8 0,-2 4-2 15,2-8 4-15,0 1-1 0,0-1 4 0,0-5 1 16,-2 4 0-16,2-3-8 0,0 1 8 0,-3 4-6 0,1-5 8 16,0 1-9-16,-2 0 0 0,1-2 6 0,-9 5-3 15,-1 0 0-15,0-1 4 0,-1 0-7 0,1-3 6 16,-4 1-8-16,0 0 3 0,-1-2-1 0,-8-2 3 15,2 0 2-15,-2 0-7 0,-8-2 1 0,8 0-3 16,-2-2 3-16,-7-1 9 0,3-1-7 0,-7-1 7 16,-3-1-9-16,-1 3 6 0,0-1 0 0,2 2 3 15,2 1-9-15,-1-1 6 0,-3 2 2 0,2 2 3 0,-3 0 1 16,-1 0-7-16,-1 4 2 0,-5-1-1 0,-1-1 4 16,-5 2-4-16,-3-2-2 0,3 2 0 0,-1-4-4 15,3 0 4-15,-1 1-4 0,2-1 5 0,-2 0 0 0,6 0-3 16,-2 0 5-16,2-1-3 0,-2 1 3 0,0 0-4 15,-7-2 2-15,-4 2-3 0,1-2 2 0,-5 0 8 16,4 0-7-16,6 2 6 0,-1 0-11 0,6 0 3 16,4 0 5-16,0 2-3 0,-1-2-1 0,3 2 4 15,3 2-5-15,1-3 5 0,1 3-9 0,-4 0 6 16,-3 0-7-16,5-3 6 0,4 1-7 0,-2 0 3 16,8-2 1-16,-2 0 1 0,1 0 2 0,8 0-1 15,2-2 4-15,6-1-3 0,-5-3-1 0,5 0 4 0,1-1-8 16,-2-2 5-16,5 1-1 0,1 3-3 0,-2-3 5 15,0-1-5-15,2 2 0 0,0-1-2 0,0-1 2 16,2 0-1-16,0 1 2 0,-1 6 4 0,1-5-3 16,0-1 4-16,-4 1-5 0,4 0 0 0,-4-1 1 0,2 1-1 15,2-1-1-15,0-1 1 0,0 0 0 0,0-2 1 16,-4-1-4-16,2 1-1 0,4 0 1 0,-1 0 0 16,-3-4 11-16,4 0-5 0,-2 0 0 0,-2-1-2 15,4-1 1-15,1-3 2 0,-3 1-3 0,0-3 2 16,2 1-5-16,-1 1-1 0,1 1 4 0,4-1-2 15,-8-6 0-15,1 2 5 0,5-4-7 0,-6-2 7 16,4 1-3-16,-4-9-1 0,-2 7 0 0,4-6-1 0,-2 3-6 16,0-5 8-16,-2-2 1 0,-2-1 2 0,10 1-1 15,-10 2-5-15,6 0 1 0,3 0-3 0,-3-2 12 16,8 2-9-16,-1 0 3 0,2 0-5 0,-2-4 10 0,-20 1-7 16,11-3 5-16,8-9-5 0,3-3 7 0,2-12 2 15,2-7-6-15,-2-2 3 0,1 0-12 0,3 5 5 16,2 5 1-16,-1 5 2 0,1 3 4 0,1 3-6 15,-3 3 0-15,3-2-1 0,3-3 5 0,-5-1-5 16,3-3 4-16,-3 2-4 0,-1 0 5 0,0 5-5 16,-2 0 0-16,-2 8 0 0,0 5-3 0,1 4 1 15,1 6 1-15,2 3 0 0,-2 6-1 0,2 4-8 0,-1 3 0 16,1 4-4-16,0 4-22 0,-1 1-41 0,-1 4-4 16,8 3-16-16,16-16-60 0</inkml:trace>
  <inkml:trace contextRef="#ctx0" brushRef="#br0" timeOffset="-125623.76">22500 13995 28 0,'0'0'3'0,"0"0"-2"0,0-2 7 16,0 1 7-16,0-1-2 0,0 0 18 0,-2 0-11 15,0 0 7-15,0 0-8 0,1 0 2 0,-1-1 4 16,0-1-9-16,0 0 9 0,0 1 1 0,0-1-14 15,0 0 15-15,2 0-15 0,0 1 3 0,0-1 8 16,0 0-6-16,0 1 9 0,0-1 4 0,-1 2-7 16,1-2-2-16,-2 2-1 0,0 1-5 0,0-1 4 15,0 0-5-15,2 0 3 0,0 0-12 0,0 0-2 16,0 0 3-16,0 1-4 0,-2-1 2 0,2 0 0 0,0 0 1 16,0 0-1-16,0 2-8 0,0 0 11 0,0 0-6 15,0 0 9-15,0 0-11 0,0 0 4 0,0 0 2 16,0 2 2-16,0 0 3 0,0 0-2 0,0 0-1 15,0-1 0-15,0 3-3 0,0 0 3 0,0 0 3 0,0 7 0 16,0 2 6-16,0-2-10 0,0 2-3 0,0-2 0 16,0 2 0-16,2-2 3 0,-2 0 3 0,0-1-2 15,2 1 0-15,0-2 2 0,-2-2-2 0,2 1 1 16,-2-3-1-16,0 1 4 0,0-2 0 0,0-1-1 16,2 1-6-16,-1 0 7 0,1 0 1 0,0-1 2 15,0 1 2-15,0 0-3 0,0-1-4 0,1 1 2 0,1-2 0 16,0 0 2-16,0 0 0 0,-1 0-1 0,1-1 3 15,0-1-1-15,9 2 7 0,0-2-6 0,2-2-4 16,1-3 6-16,5-6-6 0,3 9 6 0,4-22-9 16,1-2 7-16,1 0-7 0,4-4 7 0,-5 0-9 0,10 1 1 15,-2-5 5-15,2 1-4 0,4-3-2 0,-8-6 1 16,3-5-7-16,-7-1 6 0,3 0-11 0,1 1 5 16,0 1 2-16,-2 0 0 0,3 1-2 0,-1 8-11 15,0 2-3-15,4 7-6 0,2 0-40 0,6 2-231 16</inkml:trace>
  <inkml:trace contextRef="#ctx0" brushRef="#br0" timeOffset="-117425.66">25274 13943 29 0,'0'0'0'15,"0"0"26"-15,0-2 20 0,-2 1 23 0,0-1 7 16,0-2-15-16,1 0-12 0,-1 1-18 0,2 1 3 0,-4-6-4 16,2 3 0-16,0-1-4 0,0 2 3 0,2 3-3 15,-1-3-9-15,1 2-2 0,0 0-8 0,-2-2 6 16,0 1-13-16,0-1 2 0,0 2-2 0,0 0 3 16,0 0 0-16,1 1 0 0,-1-1 5 0,0 2-4 15,0 0 0-15,0 0 6 0,-2 0 0 0,1 2 3 16,1-1 1-16,-2 1-5 0,0 2-4 0,-1 3 3 0,-4 8 6 15,-1 0-4-15,3 0 0 0,-1 0-2 0,3 0-4 16,1 0 1-16,0-1-1 0,3 1 1 0,1 0 10 16,0 0-10-16,0 0 6 0,1-2-8 0,3-2 8 15,-2-4 12-15,2 3-7 0,-2-7 8 0,1 3-6 0,5-4-2 16,5 2 1-16,5 9-3 0,-1-4-8 0,7-2 6 16,-3-5 0-16,1-2 1 0,2-2-3 0,4-5-3 15,5-4 3-15,1-2-2 0,3-6 4 0,-6 1-12 16,8 14 4-16,0-22-5 0,6 0 8 0,3 0-6 15,0 0 0-15,-1 2-1 0,-3 1 7 0,-1 3-3 16,-2-2-4-16,0 3 0 0,-8-1-1 0,1 1-15 16,-3 2 5-16,-1 4-13 0,0 4-23 0,-2 2-44 15,-2 5-7-15,0-15-16 0,-2 8-55 0</inkml:trace>
  <inkml:trace contextRef="#ctx0" brushRef="#br0" timeOffset="-116845.5">25547 16441 339 0,'0'0'39'16,"0"0"-1"-16,-2 0-7 0,0 0-1 0,0 0-15 15,1 0-1-15,-3 0 12 0,0 0-4 0,-7 3 6 16,2 3-1-16,1-1-10 0,3 1 5 0,3 9-8 16,-2 0 7-16,-7 1 2 0,4-3 2 0,1 2 0 0,2-2 9 15,4 0-12-15,0-2 3 0,0-1-7 0,2-1-3 16,2 2 7-16,0-2-6 0,1 3 6 0,-1-7-5 0,0 1 5 16,1-3 0-16,14 10 1 0,1-3 1 0,6-5-3 15,4-5-2-15,1-3-3 0,10-7-17 0,7-8 1 16,6-6-3-16,15 16 2 0,2-31-8 0,10 0-34 15,5-5-6-15,5-3-25 0,7-3-165 0</inkml:trace>
  <inkml:trace contextRef="#ctx0" brushRef="#br0" timeOffset="-102067.07">26906 16428 202 0,'0'0'0'0,"-2"0"3"0,0-2 31 16,0 0-13-16,1 0 4 0,-1 0-18 0,0 0-3 16,-2 0 17-16,2 2-5 0,-12-7 9 0,-1 1 5 0,2 1 3 15,-4-1-5-15,0 1 2 0,-5-1-18 0,0 1 12 16,-1-1-1-16,1 2 7 0,-2 1 19 0,-4-1 19 15,4 0-6-15,-9 0 6 0,3 1-36 0,-2-1 7 16,-3 0-6-16,9 2 5 0,-6-1-16 0,6 1-2 16,2 0 6-16,2 0-3 0,-2 0 5 0,2 0-10 15,1 1-3-15,3-1 0 0,-1 0 2 0,2 2 3 16,1 0 0-16,1 0 2 0,0 0 10 0,2 0-11 16,0 0 7-16,4 0-9 0,-1 0 7 0,5 0-7 0,-1 0 1 15,4 0-4-15,-1 0 0 0,-1 0-6 0,0 0 3 16,1 0-4-16,1 2 5 0,0 0-2 0,0-1-2 15,0 1 1-15,0 0 0 0,2 0-1 0,0 2 1 16,2-1-1-16,-2-1 1 0,6 6-3 0,7 1-1 0,9-3-1 16,6 1-4-16,2-1 4 0,1-3-4 0,4 3 4 15,1-2 0-15,4-1-3 0,11 1 5 0,1-2-4 16,0 0 1-16,0 0-1 0,3 1-1 0,-5 23 0 16,6-11-2-16,-4-7-1 0,-2-5 1 0,2 1-1 15,-2-2 4-15,-1 0-5 0,1 0 5 0,0-1-4 16,-2 3 2-16,4 0-2 0,0-2-2 0,-4 1 2 15,8 1 3-15,-2 0-3 0,-4 0 3 0,2-3-3 0,-7 3-1 16,-1-2 0-16,1 0 0 0,-3 0 1 0,3-2 6 16,0 0-6-16,-3 0 0 0,7 0-2 0,-1 0 0 0,6 0 2 15,-2-2 3-15,-2 0 1 0,0-2 2 0,0 1-6 16,-4-1 1-16,1 0-1 0,-1 0 5 0,-7 1-4 16,2-1-1-16,-6 2 0 0,-5 0 0 0,-2 2-1 15,0 0 5-15,-4 0-4 0,-2 0 0 0,-3 0 2 16,-1 0-2-16,-1 0 2 0,-2 2-8 0,0 0 7 15,0 0-2-15,-4 0 4 0,0 0-3 0,-2-1 0 16,2 1-1-16,1 0 1 0,-1 0 0 0,-2 0 2 16,-2 0-5-16,-1-2 3 0,5 2-6 0,-7-1 6 15,-2-1 2-15,0 0 2 0,1 2-2 0,1 0-1 0,0 0 0 16,-1-2-1-16,1 0-10 0,0 0 10 0,-2 0-7 16,0 0 7-16,-1 0-11 0,1 0 4 0,0 0-4 15,0 0 4-15,0 0-12 0,-2 0 13 0,0 0-4 16,0 0 5-16,0 0-13 0,0 0 8 0,-2 0-5 0,0 0 5 15,0 0-17-15,-1 0-4 0,-9 0 0 0,-2 0 0 16,1 0-4-16,-4 0-25 0,0 0-3 0,2 0-15 16,-3 2-97-16</inkml:trace>
  <inkml:trace contextRef="#ctx0" brushRef="#br0" timeOffset="-101248.88">26290 16727 106 0,'0'0'28'0,"0"-2"40"16,0 0-30-16,-2 0 26 0,0 0-6 0,0 0 12 0,0-1-11 15,0-1 1-15,0 0-6 0,1 0 4 0,-3-3-10 16,2 1-8-16,-2-3 0 0,3 4-3 0,-3-3-3 16,0 1-6-16,2 3 8 0,-1-2-8 0,-1 1 0 15,2 1-4-15,0 0-1 0,0 1 0 0,2 1 1 0,0 0-1 16,0 0-5-16,0 0 2 0,0 0-10 0,-2-1 1 15,1-1-4-15,-1 0 3 0,0 2-4 0,0 1 0 16,0-1 1-16,0 0-1 0,2 0 5 0,0 0-3 16,0 0 4-16,0 0-4 0,2 2 0 0,0 0-1 15,2 0 1-15,3 0-2 0,12 0 4 0,3 2 6 16,0 0-6-16,2 0 5 0,4 2-8 0,6-1 1 16,-1 1 1-16,8 0-2 0,3 1-4 0,-1-1 6 0,5-2-3 15,1-2 3-15,-5 0-5 0,10 0 5 0,-4 0-2 16,0 0 2-16,4-2-6 0,-2-2-3 0,2 3 2 15,2-5-2-15,3 0 11 0,6 3-10 0,6-1 4 16,-3-2-5-16,3 3 0 0,-4-1 1 0,-2 0-2 16,2 1 1-16,-2 1 2 0,-6-2-2 0,-1 2 0 0,-3 2-2 15,1-2 0-15,3 2 4 0,1 0-2 0,-3 0 4 16,7 0 1-16,-7 0-7 0,-1 0 6 0,-2 0-5 16,-8 0 1-16,0-2 5 0,-5 1-5 0,2-1 6 15,-6-2-10-15,2 0 5 0,-2 1-3 0,-1-1 5 16,1 0 2-16,0-1-5 0,-2-1 0 0,4 2-1 15,0-1-4-15,-4-1 4 0,2 2 1 0,-3 1 1 16,-1-1 5-16,3 2-6 0,-9-2 2 0,3 1-2 0,-4 1 1 16,-4 0 2-16,4 0-3 0,-7 2 1 0,0 0-6 15,-5 0 2-15,-1 0 4 0,-3 0-1 0,-3 0-2 16,1 0 5-16,-1 0-9 0,-1 0 6 0,-1 2-25 0,1 0-45 16,-3 0-22-16,-1 3-28 0,2 23-283 0</inkml:trace>
  <inkml:trace contextRef="#ctx0" brushRef="#br0" timeOffset="-96114.19">28742 13722 256 0,'0'0'-60'15,"0"0"33"-15,0 0 1 0,0 0 0 0,0 0 54 16,0 0 1-16,0 0-20 0,0 0 7 0,0 0-7 16,0 0 8-16,0 0-8 0,0 0 6 0,0 0-7 15,0 0-1-15,0 0 7 0,0 0-3 0,0 0 5 16,0 0 3-16,0 0-3 0,0 2 3 0,0 0-2 0,0 0 2 15,0 0 0-15,0 0-4 0,0-1 4 0,0 3 0 16,0 0-5-16,0 0 2 0,0-1-3 0,0-1-2 0,0 7-5 16,0-1 1-16,0-1 0 0,0 1 10 0,0-1-4 15,0 1-3-15,0-3-1 0,0 1-9 0,0-1 6 16,0-1 0-16,0 2 2 0,0-1 5 0,0-1-3 16,0 3 1-16,0-3-3 0,0 3-4 0,0-1-3 15,0-2 1-15,0 1-1 0,0 1 5 0,0-2-3 16,0-1 7-16,2 1-7 0,0 0 1 0,-2-2 9 15,2 1-9-15,-2-1 10 0,4 2-4 0,-2-4 5 16,7 7 4-16,0-1-1 0,4-1 9 0,0-3-14 0,4-2-1 16,3-2-6-16,6-5-7 0,8-6 4 0,3-6-2 15,4-1 4-15,-2 14 2 0,0-27-3 0,0-6 2 16,-2-4-4-16,0 1-9 0,-4-3 10 0,3 4-7 16,-3 2 8-16,-1-2-9 0,3 1 8 0,2 1-5 15,9 3 5-15,3 5-8 0,4-3-28 0,3 5-28 0,4-1-22 16,6 0-289-16</inkml:trace>
  <inkml:trace contextRef="#ctx0" brushRef="#br0" timeOffset="-91565.29">29182 15042 9 0</inkml:trace>
  <inkml:trace contextRef="#ctx0" brushRef="#br0" timeOffset="-90783.19">29182 15042 24 0,'0'0'5'15,"0"0"2"-15,0 0 4 0,0 0 15 0,0 0-4 0,0 0 6 16,0 0-10-16,0 0 3 0,0 0 2 0,0 0-2 16,-1 0-9-16,-1 0 5 0,0 0-4 0,0 0 6 15,0 0-2-15,0 0 1 0,0-1 3 0,1-1-1 16,-1 0 6-16,-2 0-11 0,0 0 0 0,-3 0-3 15,1 0 0-15,-3 1-7 0,0-3 3 0,-4 0-4 16,2 0 10-16,-1 1-4 0,3-1-4 0,-2-2 1 0,0 3 6 16,0-1-4-16,-6-2 4 0,6 3-6 0,-6-3 0 15,4 2-1-15,-4 1 1 0,-1-1-1 0,-1 0 4 16,-9 1-10-16,6 1 8 0,0 0-8 0,-2 0 13 0,3 2-7 16,1 0-1-16,-2 0-1 0,-1 0-2 0,3 0-2 15,1 0 4-15,1 0-3 0,-1 0 10 0,1 0-1 16,-3 0-4-16,5 0 3 0,-3 2-9 0,2 0 10 15,1 0-2-15,-3 0 5 0,0-1-5 0,3 1-8 16,-1 2 2-16,0 0-2 0,1-1 5 0,1 1-5 16,-6 2 5-16,3-1-5 0,1 1 11 0,-2 1-1 15,1 1-4-15,-3 1 3 0,1 0-7 0,-2 2-2 16,-1-1 3-16,1 1-2 0,2-2 5 0,-1 2 2 0,5 0-4 16,1-5 3-16,-4 7 5 0,3 4-7 0,-3 1 4 15,4-1-6-15,4 5-10 0,-2-1 10 0,7-7-7 16,3 9 10-16,-1-5 1 0,-3 3-4 0,3 5 2 15,0-8-4-15,-3 5-7 0,1-3 6 0,-5-1 1 16,2 1 2-16,3-1 1 0,1 1-4 0,3 0 2 0,-2 3-1 16,0-1 6-16,2 2-8 0,-1 0 1 0,-16 4-1 15,8 2 1-15,4 3 4 0,1 4 0 0,4 2 0 16,0 4 2-16,2 2-6 0,0 3-1 0,2 0-1 16,2 2 6-16,0-7-4 0,1 2 0 0,3-6-3 15,-1-6-1-15,4 0 4 0,2-3 1 0,2-2 0 16,2-2 2-16,-6-4-3 0,19-1 0 0,-3-5 0 0,1 1 1 15,2 2 0-15,-4-5 3 0,2 3-2 0,3-2 7 16,-3-2-5-16,4 0-1 0,-6-2-2 0,0 2-1 16,0-4 0-16,-2 3 5 0,2-3-1 0,-2 0 5 15,0 0 0-15,2-3-6 0,0 0 4 0,2-3-1 0,2-1-1 16,1 17 6-16,6-4-5 0,1-8 6 0,6-5-12 16,-1-2 5-16,1-6-5 0,6-1 13 0,2-4-12 15,8-4 2-15,-4-2-3 0,-1-1-3 0,-6-3 10 16,-3 1-8-16,-3-1 7 0,-2-1-6 0,-2 2 3 15,0-1 3-15,-4 1-1 0,-2 1 0 0,-1 1-4 16,-6 16 2-16,2-19-3 0,-2-1 4 0,-6 0 3 16,-3 0 0-16,-6-1 1 0,-4-1-4 0,3 0-1 0,-3-2 2 15,2-6-1-15,-5-1 7 0,16-2-5 0,-7-4 0 16,-7 0-2-16,-4 3 7 0,-2 3-7 0,0 3 6 16,-2-1-6-16,-4-3 1 0,-1 5 4 0,-6-3-3 15,0 4 4-15,-2-2-2 0,-2 3-5 0,16-1 3 16,-25 0-3-16,0-2 12 0,-4 1-11 0,2-5 7 0,-4-3-8 15,1 5 9-15,-2-1 3 0,-3 1-3 0,-1 3 3 16,-4-3-9-16,-7 8 4 0,-6 0-9 0,0 2 8 16,-3 5-11-16,-3 2 0 0,3 6 2 0,-1 3-2 15,4 1-11-15,8-20-12 0,7 12-8 0,4 8-1 16,5 5-42-16,4 5-53 0,4 5-21 0</inkml:trace>
  <inkml:trace contextRef="#ctx0" brushRef="#br0" timeOffset="-89689.29">29025 13345 40 0,'0'-1'11'0,"-2"-1"20"0,0 0 1 0,0-2-14 0,-4-3 15 16,3-4-15-16,-10 1 7 0,2 1-9 0,-12 0-5 15,10 1 1-15,-7 1-14 0,-2 3 3 0,-1-1 1 16,-5 1 1-16,6-2-1 0,-6 1 0 0,4 1 1 0,2-2 2 15,0 3 14-15,-1-3-5 0,5 1 10 0,-4 1-5 16,-1-2 24-16,1 1-9 0,2 1-1 0,-3 0 0 16,1 1 12-16,0-12-21 0,-1 4 10 0,-1 1-14 15,0 5 4-15,-2 1-9 0,0 4-7 0,2 0 2 16,-2 2 2-16,-4 3-12 0,1 3 10 0,-3 3-11 16,4 0 4-16,-2 4-1 0,-3 4-3 0,2-16 2 15,-1 23-1-15,2 2 3 0,4 4-1 0,2 1 2 16,2 2-5-16,1 4-1 0,5 0 0 0,3 0 0 15,0 0-3-15,0 0 6 0,2-3-2 0,1-3 3 0,1 1-5 16,3-5 7-16,5 1-3 0,-1-2 4 0,-2-4-12 16,-15 4 5-16,8-4-3 0,4 2 5 0,3 2 0 0,2 0 0 15,2 1 0-15,2 3 0 0,4 1 7 0,-1 3-6 16,3-1 5-16,3 4-7 0,2 0-8 0,2 2 4 16,3 1-2-16,3-3 4 0,1 4 4 0,-18-6-4 15,27 2 0-15,1-5-2 0,3-7 1 0,0 1-2 16,1-5 4-16,3-1-2 0,-2-2 7 0,0-3-3 15,0-2 0-15,-4-4 0 0,3 0 6 0,-1-3-4 16,0 1-1-16,1-2-1 0,-3 1 1 0,0-3-1 0,5 1 5 16,-1-2-5-16,2-1-1 0,3-1 1 0,-1 20-4 15,8-9 4-15,-5-7 9 0,2-6-4 0,1 0 2 16,-10-4-4-16,6-1-9 0,-4-3 12 0,-2 1-3 16,0-2 8-16,-5-1-6 0,-6 1 2 0,-2 0-1 15,-6-1 0-15,-1 1-4 0,-2 0 7 0,0-2 3 16,-4 5 2-16,0-11 1 0,-2 1-8 0,1-7-1 0,-3-3-1 15,0 0 2-15,3-3 2 0,-1 1 1 0,0-6 0 16,1-5 0-16,-1 1-10 0,0-3 2 0,0-2-2 16,1 4 15-16,-3 2-12 0,-3-2 1 0,1 2-4 15,-3 1 0-15,0 1 13 0,18 2-1 0,-8 3 4 16,-9-2 1-16,-3 1 3 0,-3-4-1 0,-5-1 1 16,-5-5-6-16,-3-5 2 0,-3 2-3 0,-3-5 2 0,-1 1-3 15,-1 2-9-15,19-6 2 0,-27 5-5 0,-5 8 0 16,-4 2-1-16,-3 5-1 0,1 8-2 0,-7 0-12 15,-4 7-15-15,-6 4-8 0,-1 6-3 0,4 5-41 0,-1-24-125 16</inkml:trace>
  <inkml:trace contextRef="#ctx0" brushRef="#br0" timeOffset="-86849.91">30397 15858 206 0,'-2'-2'0'16,"0"0"28"-16,0 0-2 0,-2-2 1 0,3 4 5 15,-16-7-32-15,2 1 3 0,0 3 4 0,0-1-5 16,6 0 7-16,0 0-2 0,1-1 0 0,5 1 6 0,-3 0-4 15,2 1 7-15,1 1-6 0,1 0-1 0,0 0 0 16,0 0 0-16,0 0-3 0,-2 1-3 0,3 1 0 16,-1 0 0-16,0 0 6 0,0 0-3 0,-2-2 5 15,-1-2 10-15,1 2-14 0,0 2 10 0,1 0-12 16,1 0 9-16,0 0 2 0,-2 0-2 0,0 0 2 16,1 0 0-16,1 0 3 0,0 2 1 0,0 0 0 15,0 0 9-15,2 0 4 0,0-1 2 0,0 1-2 16,2 0-4-16,0 0-12 0,2 0 5 0,24 9-7 0,-1-4 6 15,5-3-9-15,1-4-2 0,1 0 0 0,-3-2-3 16,1 0-2-16,-2 1 0 0,1-3 0 0,-1 0-3 16,-6 0 3-16,2 1 0 0,-5 1 0 0,-3-2-1 0,1 2 4 15,-4 0-3-15,-2 1 2 0,1-1-12 0,-2 0 6 16,-3 2-3-16,0 0 4 0,-3 0-3 0,1 0 0 16,-1 0 0-16,-1 0 1 0,3 0 2 0,-5 0-8 15,1 0-4-15,0 2-6 0,-1 0-47 0,1-1-47 16,0 1-27-16</inkml:trace>
  <inkml:trace contextRef="#ctx0" brushRef="#br0" timeOffset="-86552">30322 16132 720 0,'0'-1'16'16,"0"-1"0"-16,0 0-5 0,0 0 0 0,0-2-6 15,-1 1 6-15,-1-1-6 0,0 0 1 0,0 2-3 16,0 0 4-16,0 1 0 0,0-1 0 0,2 0-1 0,0 0-3 16,0 0-1-16,0 0 4 0,0 0-4 0,2 2 1 15,0 0 5-15,2 0-3 0,13-1 4 0,5-1-4 16,6 0 1-16,-6 0-2 0,-2-2 2 0,5 1 8 0,6-5-12 15,3 1 7-15,10-1-8 0,-5-1 10 0,-7 2-1 16,-1-3-6-16,-5 3 3 0,0 1-7 0,-4 3 0 16,3-1 2-16,-5 2-2 0,2 0-5 0,-3 2-19 15,3 0-35-15</inkml:trace>
  <inkml:trace contextRef="#ctx0" brushRef="#br0" timeOffset="-83801.34">31524 13578 43 0,'-2'0'15'0,"0"0"11"0,-2 0 6 16,-5 0-12-16,-10-2-3 0,3 2-2 0,-5 0-11 15,-1 0 0-15,-4 0-2 0,0 0 2 0,2 0 0 0,-6 0 0 16,8 2-1-16,-10 3 0 0,3 1-4 0,1-1-2 16,-2-1 1-16,4 0 0 0,0-1 9 0,2-1-7 15,-4 0 0-15,6 0-2 0,-2 4 4 0,1-1-5 16,3 1 6-16,1 1-7 0,1 1 7 0,1-1-3 16,0 0 4-16,1 1-3 0,1-3 9 0,-2 3-4 15,2-1-2-15,0-1 0 0,-1 1 4 0,1-1-5 16,-2 1 9-16,0 1-6 0,-3-1 11 0,-4 4-14 15,2-2 3-15,-2 1-5 0,-2 1 12 0,-6 0-12 16,-1 0 5-16,-3 0-5 0,5 0 14 0,-1 1-7 0,4-3-2 16,-1 2-2-16,-5 0 1 0,4-2 0 0,3 1 2 15,4-1 0-15,3-2 3 0,-1 3 0 0,3-1-1 16,1 0 0-16,0 1-3 0,3-1-1 0,-3 2-1 0,2-2-1 16,-2-7-5-16,1 11 8 0,1 2-5 0,-2 0 6 15,2 0-5-15,0 1-3 0,-1 1 8 0,1 0-7 16,-2 1 7-16,4-1 0 0,-2 2-7 0,2-1 5 15,-2-1-2-15,-1 3 7 0,-1 1-3 0,0 1 2 16,1 4-12-16,-1-4 12 0,0-1-2 0,0 1 6 16,1-1-5-16,-3-3 0 0,1 10 0 0,-1-2 0 15,-1 0 4-15,1 0-1 0,0-4-1 0,5 2-1 16,-5-3-6-16,-1 1 6 0,1-3 4 0,0-3-2 0,5 3-4 16,2-4 3-16,3 1-8 0,-4 1 7 0,4-2-1 15,-4 2-6-15,2-2 4 0,-2 1-4 0,3 1 8 16,-1 2-9-16,2-1 5 0,2 1-6 0,1 1 5 0,-3 1-2 15,3 5-2-15,-3-4 0 0,0 2-1 0,-1 4 7 16,1-4-8-16,2 6 5 0,1-1-3 0,0 7-1 16,3-1 8-16,1 4-8 0,0-2-3 0,-20 0 3 15,9 2-3-15,5-4 3 0,3 1-3 0,3-7 2 16,0 1 1-16,0-2 0 0,2-2 11 0,0 0-11 16,0-2 3-16,0-2-6 0,0 3 1 0,2-5 4 15,2 2-6-15,0-1 6 0,3 1-2 0,0-2-3 16,3 3 3-16,1 1-4 0,2-2 6 0,2 4 4 0,-1-4-3 15,-8-1 3-15,16 3-3 0,2-4 2 0,4 3 1 16,0 1 0-16,0-2 0 0,4 8-3 0,-5-4 4 16,5 5-4-16,1-3 4 0,-1-6-7 0,-4 3-2 15,2-9 0-15,-3 8 9 0,3-3-9 0,0-3 8 16,-2-1-8-16,0-6 11 0,-1 6-11 0,3-4 5 0,0 0-5 16,1 0 13-16,1-4-7 0,-1 2-4 0,5-1 1 15,1 1-1-15,0-2-2 0,9 0 5 0,-1-1-4 16,-4 1 2-16,7 0 2 0,-9-1-2 0,0 1 2 15,2 0 1-15,-4 1-5 0,-2-1 4 0,3 2-3 16,-7 0 4-16,2 0-4 0,-3 0-1 0,-2-1-1 16,2 1 4-16,-2-2-2 0,1 0 8 0,3 1-6 0,-2-1 3 15,1-2-4-15,4-1-3 0,4 1 2 0,6-1 5 16,-2 0-9-16,-4-1 5 0,3-3-6 0,-6 2 14 0,8 20-7 16,3-9 1-16,-8-8-3 0,3-3 0 15,-3-2 1-15,-2-2 4 0,1 0-3 0,-3-2 0 0,-2-2 4 16,1 0-3-16,-3 1 4 0,1-1-7 0,1-2 1 15,-3 3-1-15,5-1 0 0,-1 0-4 0,-3 1 3 16,3-3 6-16,-5 0-2 0,-1 1 9 0,6-1-12 16,-3 1-1-16,1-3-3 0,-1 1 12 0,-1-2-9 15,-2-1 4-15,2 1-6 0,1-4 10 0,-5 2-10 16,6-2 7-16,-4 2-9 0,-2 0 6 0,0-2 7 16,0 0-9-16,-2 0 8 0,2 0-7 0,-2-2 2 0,0 0 3 15,2 13-4-15,-2-18-4 0,0 1 3 0,4-3 0 16,4 0 1-16,1-4-1 0,-1 5 2 0,-3-1 3 15,-1-6 0-15,-2 8-3 0,2-6 4 0,0 1-5 16,-6 1 5-16,2 0-4 0,4 2-3 0,-6 0 3 0,4-1-3 16,-1-1 2-16,-9 4 2 0,5-3-2 0,-5 3 3 15,-1 1 0-15,-2 3-3 0,-3-1 0 0,-3 0 0 16,-3 2-5-16,-2-1 8 0,9 1-5 0,-2-2 5 16,-5 2-9-16,-1-1-14 0,-3-3 6 0,0 2-8 15,-3-3 7-15,-5-4 1 0,-1 0 2 0,-2-4 1 16,-2-6 10-16,2-3 0 0,0-11 1 0,-1-8-1 0,5-3 5 15,3-6-5-15,2 4 4 0,2-1-4 16,0 5 1-16,2-1 7 0,0 4-8 0,2 4 7 0,-2 2-5 16,0 2-2-16,-1 1 9 0,1-1-6 0,0-3 2 15,0-8 6-15,-2-6-7 0,-2-8 7 0,-5-3-15 0,-1 5 8 16,-3 4-4-16,-4 6 7 0,0 3-1 0,1 4-4 16,-3 2 2-16,-2 5-2 0,-1 4 7 0,16-1-6 15,-26-1 7-15,-1-3-7 0,-4-1 2 0,-6-3 7 16,0-4-7-16,-6 4 5 0,5-2-10 0,1 9-6 15,-5 4-5-15,-1 8-1 0,-3 5-17 0,-2 7 0 16,-6 8-4-16,-7 7-2 0,-5-25-26 0,-4 19-48 16,-3 10-17-16</inkml:trace>
  <inkml:trace contextRef="#ctx0" brushRef="#br0" timeOffset="-83102.29">32281 12426 449 0,'0'-1'-8'0,"0"-1"21"0,0-4-12 0,0-12 11 16,0 1 0-16,0 6 27 0,-2 0-11 0,1 1 14 0,-1 3-25 15,0-1 5-15,0 3-2 0,2 1 1 0,-2 0-9 16,2 3-8-16,-2-3 5 0,0 0-5 0,1 0 4 0,-1 3-10 16,0-1-1-16,0 0-2 0,0 0 11 0,0 0-8 15,0 0 8-15,2 2-8 0,0 0 8 0,-1 0-4 16,-1 2-2-16,0 0 0 0,0 2 4 0,-5 7 8 15,1 13 3-15,-9 4 0 0,-7 2-1 0,-4 1-3 16,2 6 0-16,-8 4 1 0,6 7 3 0,0 6-3 16,-5 0 1-16,3-2-2 0,-6-2 0 0,1-3-2 15,1 1-1-15,1-7 1 0,5-2-3 0,0-4-8 16,2-3 5-16,3 1-5 0,3-2 8 0,-1 1-4 0,4 1 1 16,-1 1 0-16,3-1 3 0,-2-1-6 0,0-1-2 15,2 3 0-15,-4-1-8 0,2 4-2 0,0 1-14 16,-3 2 1-16,-3 3-79 0</inkml:trace>
  <inkml:trace contextRef="#ctx0" brushRef="#br0" timeOffset="-82673.86">31208 13199 843 0,'0'-2'-8'0,"0"-2"9"16,2-9-8-16,4-5 5 0,-3 3 7 0,1 5 0 15,0 1 5-15,-2 0-5 0,-1 3 0 0,1 1 0 16,0 1-4-16,0 0 3 0,0 1-2 0,0-1 0 15,0 0-1-15,-1 0 1 0,3 1 2 0,0 1-5 16,0 0 1-16,-3 2-3 0,5 0-1 0,-2 0 11 16,1 0 2-16,-3 0 5 0,0 0 13 0,7 11-13 0,4 15 5 15,-3 4-6-15,-7 1 7 0,-3 3-17 0,-2 3 4 16,-1 2-7-16,-3 4 4 0,2-1 1 0,3 3-3 16,1 0 4-16,0-6-5 0,0-6 1 0,0-7-2 15,3-2 0-15,1-5 3 0,3-3-3 0,1-1 6 16,-3-5-5-16,3-1 1 0,5-7 0 0,7 13 4 0,2-8 0 15,8-3 11-15,-2-6-3 0,2-6-3 0,7-6 2 16,-2-5 3-16,6 15-8 0,2-22 5 0,-1-3-7 16,7 1 1-16,6-6-5 0,5 1-3 0,10 1-1 15,5-3-16-15,8 0-35 0,6-4-89 0</inkml:trace>
  <inkml:trace contextRef="#ctx0" brushRef="#br0" timeOffset="-76201.31">8558 13841 256 0,'0'0'-50'0,"0"0"41"16,-2-2-1-16,0 0 4 0,0 1 43 0,-1-1-11 0,-1 0-9 15,2 2 0-15,-7-8-2 0,-1-3 1 0,1 2 5 16,0-4 0-16,0 6 2 0,-3-3 0 0,3-1 0 16,-4 2 4-16,4-2-3 0,-4 1-1 0,2 1 9 15,2 2-10-15,-1-1 10 0,5 1-6 0,-5-4 0 16,3 3-1-16,-8-3-2 0,2 2-14 0,2 2 9 15,0-6 0-15,0 3 2 0,-6 3 1 0,2-2-3 0,-2 1 10 16,8 1-5-16,2 1 13 0,-3 1-14 0,-3-1-8 16,-3 2 2-16,-5 2-18 0,1 2 2 0,-1 0 0 15,5 2 2-15,-1 4 2 0,2 1 5 0,-3 3-5 0,-3 1 3 16,4 0-7-16,-1 0-1 0,5-2 1 0,2-7 0 16,-2 13 7-16,2-2-7 0,1 2 0 0,1 1-1 15,0 1 2-15,-1-4 0 0,-3 4 5 0,2-2-5 16,-2-2 1-16,2 3-2 0,2-1 1 0,-2 4 0 15,1-2 7-15,1 1-8 0,2-1 3 0,-1 3-5 16,1 1 5-16,0-1-1 0,1 2 0 0,0 3 0 16,3-1 2-16,-1 2 5 0,0 0-3 0,2 0 2 0,1 2-6 15,-1-2-1-15,0 3 0 0,-17-1-1 0,8 0 2 16,4-2 2-16,1 2 2 0,2 0-2 0,3-2-2 0,-1 1-2 16,2-1 4-16,0 4-1 0,2-2 10 0,1 2-8 15,1-2 0-15,0-1-1 0,-1 1 6 0,3 0 2 16,0 2-2-16,-1-2 1 0,3 3-5 0,-1-1 10 15,2 2-5-15,1-3 7 0,1 3-3 0,0-4-5 16,2 1 6-16,0-3-7 0,2 0 3 0,1 0-9 16,-14-1 3-16,22-3-4 0,0-2 7 0,6-1-3 15,0-1-2-15,0-3 0 0,3 0-4 0,-1-2-3 16,1-2 2-16,2 4-2 0,-5-2 11 0,3-4-4 16,1 1 1-16,-3-3-4 0,5-1-4 0,-7-3 7 15,-1 1-2-15,0 15 5 0,2-6-2 0,1-4-1 16,3-2 1-16,1-3-1 0,-2-4 5 0,-1-2 5 0,5-3-3 15,0-3 3-15,0 1-12 0,6-3 0 0,0-1-1 16,-6 0 1-16,2-4 1 0,-4 0 5 0,-1 1-3 16,1-3 2-16,-2 0-7 0,3-1 5 0,-5 1 1 0,1-2 1 15,-4 1-5-15,-4 12 1 0,2-16 1 0,-2-4-1 16,2-2 2-16,2 0 2 0,-2-3 2 0,3 1 0 16,-1-2 3-16,0 1-5 0,2-3-6 0,-2 1 3 15,1-4-4-15,-4-2 0 0,-5 2 3 0,2-2-3 16,-5-2 0-16,0 4 5 0,-1-8-2 0,-8 1 2 15,3-1-3-15,-9-1 0 0,0 5-2 0,20 0 1 16,-13 2-4-16,-5 2 3 0,-4-2 0 0,-4 0 2 0,-3 2 9 16,-4 1-7-16,-6-1 4 0,-2 0-5 0,18-2 8 15,-27-4-3-15,-2-3 1 0,-2-4-3 0,-1 2-7 0,-2-1 13 16,-2 3-1-16,-2 5 6 0,-4 2-3 0,0 4-2 16,-5 5-2-16,-6 4 2 0,-5 6 0 0,-6 5 1 15,-6 4-2-15,-5 3 0 0,4 3-11 0,3 1-3 16,2-26 0-16,8 19-2 0,-1 9 2 0,4 6-1 15,1 5-3-15,-6 6 0 0,1 7-21 0,1 6-67 16,-4-17-38-16,1 40-33 0,1 6-360 0</inkml:trace>
  <inkml:trace contextRef="#ctx0" brushRef="#br0" timeOffset="-73895.33">1716 13418 880 0,'-2'-2'10'16,"-2"0"-1"-16,-14-11 11 0,-12-4 0 0,4 4-1 15,4 4-4-15,1 4-6 0,3 1-4 0,-3 4-1 16,3 0-9-16,-1 4 3 0,2 3 0 0,-12 10 1 0,8-6 8 16,-6 28-11-16,-1 4 6 0,11 9-7 0,-9 3 6 15,11 1 4-15,-2 2-5 0,-9-3 5 0,12-1-5 16,2 0-4-16,3 2 4 0,-19 7-2 0,19 0 8 0,7 9-9 16,6 4 1-16,3 4-4 0,4 4 10 0,2-3-4 15,4-3 3-15,4-11-3 0,-3-5 2 0,3-5 1 16,-1-3 1-16,2-6 0 0,2 2 0 0,-18-7-3 15,24 0-1-15,3-1 1 0,0-4 8 0,1-5-4 16,3 4 3-16,4-9-4 0,5 4-2 0,6-5 7 16,6-8-7-16,11-4 7 0,1-6-10 0,10-1 3 15,-6-5 4-15,-1 27-2 0,-7-19-8 0,-8-11 8 16,0-7-9-16,-3-4 9 0,1-6 0 0,2-2-4 16,1-5 6-16,2 22-5 0,4-31 6 0,0-8-1 0,-7-2 5 15,-6-5-4-15,-2 0 3 0,-6-6 9 0,-5 0-8 16,-1-5 9-16,-9-3-7 0,-5-10-9 0,1-4 4 15,-9-6-6-15,-3-9 2 0,-5 6 5 0,-5-2-5 16,29 5 5-16,-25 4-7 0,-8 4 7 0,-11 1-1 0,-6 1 3 16,-6 3 3-16,20-5 8 0,-39 5 1 0,-14 10 3 15,-10-1 0-15,-13 16-11 0,-4 7 3 0,-1 11-6 16,3 13-3-16,4 11-34 0,0-26-14 0,2 30-13 16,-7 18-117-16</inkml:trace>
</inkml:ink>
</file>

<file path=ppt/ink/ink121.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5:25:01.154"/>
    </inkml:context>
    <inkml:brush xml:id="br0">
      <inkml:brushProperty name="width" value="0.05292" units="cm"/>
      <inkml:brushProperty name="height" value="0.05292" units="cm"/>
      <inkml:brushProperty name="color" value="#FF0000"/>
    </inkml:brush>
    <inkml:context xml:id="ctx1">
      <inkml:inkSource xml:id="inkSrc29">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1" timeString="2023-06-16T05:25:39.236"/>
    </inkml:context>
  </inkml:definitions>
  <inkml:trace contextRef="#ctx0" brushRef="#br0">8734 3152 256 0,'0'0'-54'0,"0"0"43"0,0 0 6 0,0 0 1 16,0-2 47-16,0 0-13 0,0 0-19 0,2 1 4 15,0-1-6-15,0 0 2 0,0 0 15 0,0-2 0 16,-1 1 5-16,-1 1-2 0,6-9 6 0,0 1-8 15,-1-1 8-15,1-4-6 0,-3 4 9 0,1-4 0 0,0 2 1 16,-2 0-9-16,0-3 6 0,-1 3-4 0,-1 0 3 16,0 3-17-16,0-3 12 0,0 4-12 0,0-2 12 15,0-2-13-15,0 7-5 0,0-5 11 0,0 6-11 16,0-1 3-16,0-5 7 0,0 2-11 0,0 5 10 16,0 2-10-16,0-2-4 0,0 1 1 0,0-1-2 15,0 0 10-15,0 1-5 0,0 1-3 0,0 0 0 0,0 0-2 16,0 0 1-16,-1 0 7 0,-1 2-7 0,2 0 5 15,0 2 2-15,0 0-2 0,0 2 0 0,0 11-12 16,0 1 7-16,0-1-4 0,2 7 7 0,1-1 3 0,3-1-6 16,1 2 1-16,1-3-5 0,-1 1-11 0,1 1 15 15,-1 1-6-15,0 0 9 0,3 3-7 0,-3-3-7 16,2 2 5-16,-1 0-4 0,-1-2 5 0,1 3 2 16,-1-3-3-16,-1 0 3 0,-3 0-4 0,1 1 2 15,-2-3 1-15,0-1 1 0,-2-1 5 0,0-1-7 16,0 0 4-16,0-2-4 0,-2-2 13 0,0 0-2 15,0 0-1-15,-1-2-1 0,-1-2 10 0,2-3-5 16,0-1 0-16,-2 1-4 0,1-1-4 0,3-3 4 0,-4 2-4 16,-5-2 2-16,-2 1-2 0,1 1-8 0,1 0 10 15,0 1-8-15,-1 3 11 0,1-3-10 0,2-1 1 16,-4 3-3-16,3-3 7 0,1 0-9 0,-3 0 6 16,5-3-6-16,-3 3 13 0,1-2-9 0,0 0 1 15,1 0-3-15,0 0 3 0,1-1-2 0,-1 1 4 0,3-2-3 16,1 0-1-16,0 0 2 0,0 0-5 0,-2 2 2 15,1 0-1-15,-1 0 0 0,2 0 1 0,0 0 0 16,0-1-1-16,0 1 1 0,1 0-1 0,-1 0 0 16,0 0 2-16,2 0 0 0,0 0-1 0,0 1 1 15,0 1-2-15,2-2 0 0,0 2 0 0,1-3 0 16,3 3 0-16,16 5 4 0,4-1 0 0,0-3 0 0,2-1-9 16,4 0 5-16,1-4 0 0,2 0 3 0,1 0 1 15,-1-2-3-15,0 0 0 0,0 0-1 0,-3 2-5 16,-2 0 5-16,-4 0 0 0,-6 0 3 0,0 2 1 15,-5 0-5-15,-2 0 2 0,-2 2-3 0,-3-3 2 0,-3 1 1 16,1 2-2-16,-4-4 2 0,2 4-4 0,-1-1 6 16,1 3-1-16,0 1 6 0,-1 6 0 0,-3-1-4 15,0-1-1-15,-5 4-1 0,-1-4-4 0,-5 2 10 16,-20 0-1-16,-7 2 5 0,1-2 5 0,2 0 0 16,0 0 2-16,3-2 0 0,-5-2 9 0,4 0-7 15,-1 1 2-15,-1-3-4 0,5 4 1 0,1-3-5 16,-1 1 0-16,6-2-3 0,1 3 2 0,5-1-7 0,3-2 2 15,2 3-5-15,0-1-1 0,4-4 2 0,1 5-5 16,3-7 4-16,1 5-2 0,0-3-3 0,1 1 4 16,-1 0-5-16,0 1 1 0,2-1 5 0,0 1-5 15,2-1 4-15,0 1-6 0,0-3 4 0,0-1-2 0,0 1 2 16,0-2-1-16,6 0 0 0,11 9 4 0,7 2-2 16,-4-6 0-16,4-1-2 0,4 0-2 0,0-5 0 15,-4-1 2-15,4 0-1 0,-6 0 4 0,3 0-3 16,-3 0 0-16,0 0 0 0,0 0 0 0,1 0 0 15,1 0 1-15,-4 0 0 0,-3 0-1 0,-6 0 0 16,4 2 5-16,-8-2-6 0,1 2 5 0,-4-2-4 16,-3 0 7-16,3 2-9 0,0 2 2 0,-4-2-3 15,4 9 10-15,-3 2-4 0,-1 0-2 0,-5 2 0 0,-4-2 6 16,-12 1-7-16,-7-1 4 0,2 0-6 0,-5 0 6 16,1 0 5-16,-2 0-9 0,-3-3 6 0,7 1-11 0,2 2 11 15,0-2 2-15,2 0 0 0,4 0-9 0,1-2 4 16,2 3-4-16,3 2 5 0,1-1-4 0,1-3 1 15,3 1-2-15,2-4 0 0,1 1 1 0,4-3-6 16,0-1 9-16,-1 2-7 0,-1-3 4 0,2 1 0 16,0 0-3-16,2-1 3 0,0 1 1 0,0-2 3 15,2 0-3-15,0 0 0 0,2 0-7 0,11-1-2 16,7 1 6-16,2-2-4 0,-4-2 7 0,3-1 2 16,-1-1-3-16,-7 0 3 0,7-1 0 0,-3 1-5 0,-8 2 1 15,6-2-3-15,-8 3 4 0,-2 1 0 0,3 0 3 16,-5 0-2-16,1 0 0 0,-4 0-1 0,1 0-4 15,-1 0 2-15,2 3 1 0,-2 1 2 0,7 11 0 16,0 7 2-16,-1 2-6 0,-3 4 3 0,-3 2 0 0,-2 3 2 16,-2 1-7-16,0-1 5 0,-3 2 0 0,1-5 3 15,0 2-2-15,1 1 3 0,1-3-5 0,0-2 4 16,0 1 1-16,0-3-3 0,2 2 5 0,0-2-6 16,0 0 4-16,0 0 0 0,0-2 1 0,0 0 0 15,0-3 2-15,0-1-6 0,0-3 0 0,0 0-1 16,2-2 5-16,0-4-7 0,0-2 2 0,-2-3-4 15,0-1 5-15,0-1-4 0,0-2-2 0,2 1-3 0,0-1-15 16,-1 0-84-16,3-2-2 0,0 0-32 0,5-4-34 16,12-7-181-16</inkml:trace>
  <inkml:trace contextRef="#ctx0" brushRef="#br0" timeOffset="456.6">9496 3915 769 0,'0'0'13'0,"0"0"0"0,-2-2 10 0,0 0 2 15,0 1 0-15,0-1 24 0,0 0 2 0,0 2-4 0,1 0 0 16,1 0-23-16,0 2-14 0,0 0 1 0,0 1-5 15,-2 12 9-15,0 7 0 0,0 1 6 0,2 3-4 16,0 2 3-16,0 1 2 0,0 3-2 0,0 1 2 16,0 1 0-16,0-1 1 0,0 0 4 0,0 3-2 15,0-5-1-15,-2 1 0 0,2-1 4 0,-2-5-1 16,2-1 12-16,0-1-14 0,0-9-1 0,-2 3-3 16,2-7-1-16,0-5-4 0,0 5 0 0,0-7-1 0,0-1-2 15,0 1-5-15,0 0-2 0,0-2 0 0,0 0 3 16,2-2 2-16,0-2 0 0,0-2 0 0,9-20 1 15,2-10 0-15,0-5 0 0,0 0-2 0,0-3-10 16,-2-1 7-16,2 2-3 0,0 2 5 0,2 2-9 0,0 2 6 16,-2 1-1-16,0 3 2 0,2-1-7 0,-2 6 14 15,2 0-4-15,-2 6 9 0,-10 3-4 0,12-1-9 16,0 1 6-16,-2 4-7 0,-5 0 7 0,4 4-12 16,0 1 0-16,-3 4-4 0,0 3 7 0,-3 1-4 15,-1 0 1-15,1 0-2 0,-2 0-2 0,-1 0-2 16,1 1-1-16,0 3-3 0,1 4-11 0,5 6-99 15,-1 5 6-15,-2 0-45 0,-1-1-63 0,-2 1-152 0</inkml:trace>
  <inkml:trace contextRef="#ctx0" brushRef="#br0" timeOffset="933.14">9880 4361 706 0,'0'0'20'15,"0"0"-3"-15,-2 0 17 0,0 0 14 0,0 0-5 16,0-2 55-16,1 0-10 0,-1 0-5 0,0 0-6 16,0 0-42-16,0 1-16 0,0-1 3 0,0 2-6 0,1 0 9 15,1 0-3-15,0 2-3 0,0-1 0 0,0 3-2 16,0 2 8-16,0 18-1 0,-2 4 2 0,0 0-2 16,0 1 0-16,-2 1 0 0,-1 3-2 0,-1-1-12 15,1-2 0-15,-1-2-2 0,0-4 1 0,1-4 2 0,1 1-10 16,0-5 3-16,3-5-4 0,1-3 3 0,0-1-4 15,0-5 4-15,0 2-4 0,1 0 1 0,1-1-7 16,0-1-3-16,2 0-2 0,1-2-7 0,8 0 7 16,4-4-7-16,-2-1 7 0,2-5-2 0,-2 3-5 15,-2-19 12-15,1-2-9 0,-2 2 17 0,-3-4-7 16,2 6 3-16,-5 0-4 0,1 4 7 0,-3 7 2 16,-1 3 2-16,-1 9-1 0,-2-1 0 0,4-2 1 15,0 0-4-15,-1 1 3 0,-1 1-1 0,0 0 3 0,0 2 6 16,0 2-3-16,0 0 3 0,-2 1 4 0,0 7-8 15,0 10 8-15,0-1-6 0,-2-3 2 0,0 5 6 16,0-5-4-16,0 5 6 0,0-3 4 0,2-1-4 16,0-2 3-16,0-4-14 0,0-2-1 0,0 1 0 15,0-3-1-15,0 1 0 0,0-1-6 0,0-1 3 0,0-5-3 16,0 3-4-16,0 0-19 0,0 0-11 0,0-3-6 16,0 1-68-16,0 0-47 0,0 0-10 0,0-2-16 15,0-2-86-15</inkml:trace>
  <inkml:trace contextRef="#ctx0" brushRef="#br0" timeOffset="1105.53">9895 4348 374 0,'0'0'69'16,"0"-2"-20"-16,-2 0 71 0,0 0-13 0,0 0-2 15,0 0-11-15,0 1 1 0,1-1-7 0,-1 0-17 0,0 0-19 16,0 0-3-16,0 2-4 0,2 0-3 0,0 0 14 16,0 0-3-16,2 0 6 0,0 0-10 0,2 0-10 15,3 0 0-15,13-4-4 0,1 1-1 0,-1-1-23 16,1-2 5-16,1 1-10 0,-3 1-4 0,-1 0 0 15,1 1-4-15,-4 1 1 0,-1 0-13 0,-2 0-161 16,-1 0-42-16</inkml:trace>
  <inkml:trace contextRef="#ctx0" brushRef="#br0" timeOffset="2723.22">8829 2976 270 0,'0'-2'31'16,"-2"0"-5"-16,0 0 25 0,-1 0 8 0,-12-5-6 0,2 1 9 15,2 1 9-15,1 1-6 0,3 2 7 0,1 0-15 0,3 0-19 16,1 2 2-16,0 0-8 0,-2-2-11 16,2 2 4-16,0 0-9 0,-1-3 6 0,-1-1-12 15,0 0 6-15,2 2 5 0,1 1-1 0,-1-1 11 0,0 0-11 16,0 0 2-16,0 0-3 0,0 0 10 0,2 0-11 15,0 1 10-15,0-1-11 0,0-2 11 0,2 0-8 16,0 1-1-16,5 1-1 0,19-4-3 0,8-9-2 16,3 4 3-16,0-2-2 0,11 2 4 0,6 0 0 15,2 2-1-15,9-1 1 0,-8 1-3 0,3 0 2 16,3 3-2-16,2 1 0 0,7 1-7 0,3-2-4 0,6 5 0 16,-1-31-1-16,-2 17 1 0,-4 8-4 0,-10 5 4 15,-3 4-3-15,-9 1 5 0,-4 5-4 0,-5-1-1 16,-2 3-1-16,-2-1 0 0,-6 2 4 0,-1-2 0 15,-3 2 2-15,-4-1-6 0,-3 1 0 0,-4-2 2 16,-5-3 1-16,-3-1 3 0,-1 1 0 0,0-1-2 16,-3-1 3-16,5 2 8 0,-9-6 4 0,2 2 0 0,-3-2 1 15,1 0-3-15,0 0 6 0,2 1-1 0,0 1 1 16,-3 0-14-16,1 0 2 0,0 0-2 0,0 0 2 16,0-2-4-16,-2 0-1 0,0 0-4 0,0 0 3 15,0-2-3-15,0 0 0 0,0 0-1 0,0-2 0 16,0 1 4-16,0-12-6 0,0-2 4 0,-2-3-5 15,2 1 2-15,0-1 1 0,0-1 1 0,0 3 0 16,2-1 1-16,0 1-1 0,1-1-3 0,1 0 1 0,0 3 1 16,-1 1 0-16,1 0-1 0,0 2-1 0,0 2-3 15,-1 3 4-15,1 1 0 0,-2 1 2 0,0 3 0 0,0-1-8 16,-1 0 6-16,1 1-7 0,0 1 13 0,0 0-12 16,0 0 4-16,0 0-6 0,1 2 9 0,-1 0-1 15,0 2 1-15,0 2-1 0,4 7 2 0,5 15-2 16,-2 0 0-16,-2 4 0 0,-1-3-3 0,0 1 3 15,1 4-2-15,-1-2 3 0,1 1-1 0,0-1 3 16,-1-6-4-16,3 2 4 0,-1-4 0 0,-3-5-3 16,5 5 4-16,-3-5-4 0,0 0 1 0,3-1-3 15,-5-6 1-15,1-1-3 0,-1 0 8 0,-3-5 0 0,2 1 2 16,-2-1-2-16,0 0 0 0,1 0-4 0,1-1 2 16,0 1-2-16,0-2 8 0,-1 0-8 0,1 0 0 15,0-2 0-15,-1 0 4 0,1-2 1 0,0 0 2 16,0 0-3-16,-1-13-7 0,5-7 4 0,-3-6-1 0,3 0 3 15,3 0-5-15,-4-1 2 0,3 1 1 0,-1-2 0 16,-2 0-1-16,3-1-2 0,1 3 0 0,0 2 1 16,2 2 1-16,-2 3 5 0,2 3-4 0,-2 3 5 15,-2 2-3-15,-1 2-8 0,-1 3 3 0,-3 1-5 16,2 3 8-16,-5 2-2 0,1 2 1 0,0 0-2 16,0 0-2-16,2-1 4 0,-1-1-1 0,1 2 2 15,0 2-5-15,-2 1 7 0,3 10-3 0,6 19 6 0,-5-1-2 16,-2 1-4-16,-1-2 0 0,-1-2 0 0,0 1-4 15,0-1 4-15,2 0 1 0,-2-6 2 0,-1-1 1 16,1-6-3-16,2 3 0 0,0-3 0 0,-1-4 10 0,1 2-10 16,-2-6 6-16,2 1-7 0,-2-4 6 0,-1-1-6 15,-1-1 3-15,0 0-2 0,4 2 10 0,0-1-4 16,0-1 0-16,-1 0-2 0,1 0-2 0,0-2 0 16,-1 0-1-16,-1 0 1 0,2-2-5 0,0-3 6 15,-1-18-1-15,1-1 3 0,4-2-1 0,-1-3-1 16,0 1-2-16,6 0-1 0,-3-2 0 0,-1 2-5 15,0 2 2-15,4 2-3 0,-2 4 7 0,0 1-2 16,1 2 0-16,1 3-3 0,0 2 0 0,-2 7 4 0,0-1-3 16,-9 3 2-16,1-1-3 0,-1 4 0 0,4-4 3 15,-1 2-2-15,1 2 0 0,-2 0 2 0,-1 2 0 16,1 0 1-16,0 2-2 0,5 11-3 0,0 5 4 16,1 2-2-16,-3-1 5 0,1-3 0 0,-3-1-3 0,-1-6 2 15,1 0-2-15,-1-3 1 0,2-1 0 0,14 1 1 16,4-5-3-16,8-1 1 0,-2 15 2 0,9-6 1 15,-4-7-1-15,0-4 1 0,2-4-2 0,-1-3 2 16,4-5-5-16,1-1-1 0,4 0 2 0,3-1-2 16,0-1 6-16,1 0 1 0,-1 0-4 0,-2 2 2 15,-1 2-2-15,-2 0 0 0,-8 1 0 0,-2 3-1 0,-1 1 1 16,-6 3 2-16,-2-1 3 0,-4 2-1 0,-5 0 0 16,0 0 3-16,-2 1-4 0,-5 1 3 0,-1 0-11 15,-5 0 9-15,0 0-4 0,1 0 7 0,1 0-3 16,0 0-1-16,0 0-1 0,-3 0-1 0,1 0-2 0,0 0 0 15,0 0 2-15,0 0 0 0,0 0 3 0,0 0-24 16,-1 0-45-16,-1 0-6 0,0 0-266 0</inkml:trace>
  <inkml:trace contextRef="#ctx0" brushRef="#br0" timeOffset="3417.22">10842 1698 200 0,'0'0'32'0,"0"0"-3"0,0-2 34 15,0 0 0-15,0 1 3 0,0-1 28 0,0 0-37 16,0 0 7-16,0-2-22 0,0 1-13 0,0-1-3 16,0 2 0-16,0 0 0 0,0 0 7 0,2 0-16 15,-1 1 11-15,1-1-14 0,0 2 6 0,0 0-1 16,0 2 1-16,0-1 0 0,1 5 1 0,10 24 12 0,-1 3-10 16,-3 6 10-16,-2 4-17 0,1 3 4 0,-5-1-3 15,1 1 5-15,-2 1 3 0,-2-5-16 0,0 3 7 16,-2-8-10-16,0-2 10 0,0-9-1 0,-1-1 5 15,1-11-2-15,0 1 11 0,0-5-3 0,0-5 3 16,2-1-2-16,0-2 14 0,-2 1 8 0,1 1-3 0,-1-2 1 16,0 0-25-16,0-2-3 0,0-2 1 0,0 0-2 15,2-2 0-15,-2-29-10 0,2-2 2 0,2-4-4 16,2-2 4-16,2 0-5 0,1-2 3 0,-1 6-2 16,1-2 4-16,2 2-5 0,1 5 0 0,1 1 1 15,0 3 21-15,-2 4-4 0,2 0 3 0,0 5-6 16,-9 2-3-16,19 3-12 0,1 1 3 0,-4 0-6 0,3 1 4 15,1 5-4-15,6 1 4 0,-8 1-5 0,1 3-1 16,-3-11 3-16,-6 7-4 0,1 1 3 0,0 1-13 16,-2 2 10-16,-2 2-5 0,4 0 6 0,-2 0-6 0,0 0-26 15,2 2-13-15,-2 0-10 0,-1 0-100 0,-1 2-3 16,0-1-24-16,-5-1 8 0,5 4-95 0</inkml:trace>
  <inkml:trace contextRef="#ctx0" brushRef="#br0" timeOffset="3945.94">11250 2136 506 0,'-2'0'66'0,"0"0"-71"0,1 0 67 15,-1 0-29-15,0 0 11 0,0 2 33 0,0 0 7 16,0-2 2-16,0 2-23 0,1-2-32 0,-1 2 0 0,0 0-9 15,0-2 2-15,2 0-5 0,0 0 3 0,2 0-3 16,0 0 4-16,0 0-10 0,1 0 4 0,1-2-6 16,2 0 3-16,5-5 1 0,0 5-4 0,4-15 4 15,-4-5-12-15,0 1 3 0,-2-3 1 0,-3 0 1 16,-1 2 7-16,1-1-9 0,1-1 5 0,1 8-6 16,1-1 1-16,-5 0 1 0,0 6-2 0,-3 0 2 0,1 3-1 15,0 5 8-15,0-1-7 0,2 0 6 0,-1 1-6 16,1 1 11-16,-2 0 0 0,0 2 4 0,0 0 1 15,0 2-9-15,-1 7 1 0,5 23-5 0,-4-1-3 0,-2-1 2 16,0 1-3-16,0 1 2 0,0-6-3 0,0-2 2 16,0-2 1-16,0-5 0 0,2-2-2 0,0-6 2 15,-1 1-1-15,-1-9 1 0,0 1-4 0,2-2 1 16,15 10 3-16,-2-5-2 0,3-3 1 0,-3-4-1 16,0-5-3-16,0 1 1 0,0-24-5 0,0 1 2 15,0-3 2-15,-2 4 0 0,1 0 0 0,-1-1 3 16,2 3-4-16,0 0 4 0,-2 3-6 0,0 5 0 0,-2 1-1 15,2 6 1-15,-4 4-1 0,-1 5 12 0,-3-2 3 16,-1 2 5-16,0 2 13 0,-2 0-3 0,1 0 0 16,-1 0-2-16,0 0-8 0,0 30-3 0,2 0-4 15,-2 3 0-15,3 0-10 0,1-1 1 0,-1-4 3 16,5-2-2-16,-1 0-4 0,-2-6 6 0,1 1-6 0,-3-3 3 16,3-8-14-16,-3 3-34 0,3-6-43 0,3 0-9 15,-7-5-254-15</inkml:trace>
  <inkml:trace contextRef="#ctx0" brushRef="#br0" timeOffset="7282.92">6720 2213 460 0,'0'-2'23'0,"0"-2"5"0,-4-16 29 15,-3-10-17-15,1 6 15 0,2 3 7 0,2 6 8 16,-1 1 1-16,1 2 0 0,-2 1-11 0,4 6-26 16,0 1-2-16,0 0-8 0,0 2-8 0,0 1 2 15,0 1-4-15,0 1 2 0,0 3-3 0,15 35 9 16,0 4 0-16,0 1 2 0,0 1-3 0,-2-2 0 0,0-6 1 16,-2-4-1-16,0 1-12 0,0-3 4 0,-2 1-4 15,1-1 5-15,-1-3 3 0,-4-4-3 0,3 2 2 16,-3-5-4-16,1-3-7 0,-2-3 3 0,-1 0-2 15,-1-6 3-15,0-1 6 0,-2-5-4 0,0-1 1 16,2 2-1-16,0 0 5 0,-2-2-3 0,0-1 1 0,0-1-2 16,0 0 2-16,0-1-7 0,0-5 6 0,-8-22-8 15,1 0 0-15,1-1 2 0,3-3 1 0,-1 0 1 16,-2-1 3-16,3 0-8 0,-3-3 1 0,4 7-2 16,0-7 10-16,2 3-5 0,4 5 0 0,2 0-1 15,1 2 5-15,1 8-2 0,3-3 10 0,0 3-8 16,-7 5 5-16,16-2-8 0,2 4-2 0,2 5 1 15,-1 1 1-15,-1-10-8 0,0 5 2 0,-1 7-3 0,-1 3 0 16,-3 2 1-16,0 3-1 0,-4 1 3 0,0 1 3 16,0 2-8-16,-4-1-5 0,0-3-4 0,0 10-33 0,-1 0-124 15,-3-2-10-15,3 0-53 0,-4 0-163 0</inkml:trace>
  <inkml:trace contextRef="#ctx0" brushRef="#br0" timeOffset="7704.02">7364 2257 737 0,'-2'0'162'0,"0"-2"-232"0,-1 0 198 16,-5 1-114-16,-1-3 5 0,-2 0 13 0,-4 2-3 16,-2 2 8-16,4 2 2 0,2 2-15 0,4 0 6 15,1 1-8-15,-1 25-3 0,-1 3-5 0,1 1 3 0,-1-3-2 16,1 3 14-16,3-3 4 0,0 3-2 15,-14-3 4-15,7-1 3 0,3-2-11 0,3-2 3 0,1-4-5 16,2-3 15-16,0-3-16 0,2-5 8 0,0-3-11 16,0-3 4-16,0-1-10 0,0 0 0 0,0 0-4 15,0-3-3-15,0 1 5 0,2-2-6 0,0 0 5 16,0-2-12-16,2 1 0 0,-2-3 2 0,16-18-1 16,1-1-2-16,1 1 4 0,-1 0-3 0,7 1 2 0,0 3-5 15,0 3 3-15,3 0 0 0,-8 6 1 0,1-1 3 16,-2 5-9-16,-3 3 3 0,-2-9-6 0,-2 5 12 15,4 1-4-15,-6 5 0 0,-4 0-3 0,3 2 1 0,-7-2 4 16,3 1 0-16,1 5 3 0,-3 1 5 0,-2 8 2 16,9 0 1-16,-4 0 0 0,-1 0 14 0,-4 0-2 15,-2-2 4-15,-4-2-5 0,-3 2 0 0,1-2-12 16,-18 2-2-16,-2-2-2 0,-2 0 0 0,-3-3-4 16,-1-1-2-16,2-3-1 0,-1 1-2 0,3-3-6 15,2 0 2-15,2 0-8 0,0 15-56 0,7-8-260 16,2-3-151-16</inkml:trace>
  <inkml:trace contextRef="#ctx0" brushRef="#br0" timeOffset="8760.54">8820 4702 124 0,'0'-1'21'0,"0"-1"-1"0,0 0 34 0,0-2-5 0,-2-5 11 15,0-6 24-15,0 4 0 0,0-2-1 0,2 5-4 16,0 1-26-16,0 3-10 0,0 1 0 0,0-3-5 16,0 2-10-16,0 1-2 0,0-1-2 0,0 2 1 15,0 0-1-15,0 0 3 0,0 2-7 0,0 0 5 16,0 2-5-16,0 2-10 0,-2 18 13 0,1 8-13 16,1 3 3-16,0 1-5 0,-2-1-1 0,-2 2 1 15,0-1 1-15,1 3 2 0,1 4-2 0,2 5 2 0,-2 2 5 16,2 6-5-16,0 4 3 0,0-1-4 0,4 5 9 15,1-1-3-15,1-3 1 0,1-1-2 0,1-7-7 16,-3-7 7-16,4 1-3 0,-1-10 4 0,1-1 1 16,0-3-3-16,1-4 0 0,-1-2-3 0,-2-2-3 0,1 1 6 15,-3-3 4-15,-1 1-2 0,0-3 0 0,-2-1-1 16,0 0-1-16,-2-4 2 0,1 1 6 0,-1-2-3 16,0-1 0-16,0-2-2 0,0-2 0 0,0-3-3 15,0 2-1-15,0-3-1 0,0 1-4 0,0 0 4 16,0 0-1-16,0-1 2 0,0 1 2 0,0 0-9 15,0-2 3-15,0-1-5 0,0 1 1 0,0 0-5 16,0 0 2-16,0 0-2 0,0 0 2 0,0 0-2 16,0-1-7-16,0-1-6 0,0 0-103 0,0 0-382 0</inkml:trace>
  <inkml:trace contextRef="#ctx0" brushRef="#br0" timeOffset="10062.25">12268 2742 114 0,'0'0'24'16,"0"0"22"-16,0 0 3 0,0 0 0 0,0 0-10 16,0 0 6-16,0-2-8 0,0 0 2 0,0 0 5 0,0 0-4 15,0 0-6-15,0 1 5 0,0-1-4 0,0-2 4 16,0 0-13-16,0 1 5 0,0-3-10 0,0-3 7 16,0 1-12-16,0 3 3 0,0-3 2 0,0 3-1 15,0-1-3-15,0 1 6 0,0 1 2 0,0 0 1 16,0 2-3-16,0-1 0 0,0-1-5 0,0 0 4 15,0 0 3-15,0 1-9 0,0 1 8 0,0 0-10 16,0 0 5-16,0 0 0 0,0 0 0 0,0 1-1 0,0 1-4 16,-2 0 6-16,0 0-12 0,0 0 11 0,0 1-6 15,2 1-4-15,-2 0 2 0,1 0-5 0,-1 2-1 0,0-1 2 16,2-1-1-16,-2 9 0 0,0 2-1 0,0 6-1 16,0 0 2-16,1 3-1 0,1 0 1 0,0 6 0 15,0 5 6-15,0 3-4 0,1 8 6 0,1-1 0 16,-2 0-4-16,2 1 3 0,-2-3-9 0,2 2 11 15,0-6-5-15,0-2 8 0,0-1-10 0,-1-7 2 16,1 1-1-16,0-2 2 0,0-2 10 0,0-3 4 16,0 1-1-16,0-5 0 0,-2-2-4 0,0-2 5 15,0-4-2-15,0 2 1 0,0-3-12 0,0-1 1 16,0-3-2-16,0-2 1 0,0-1-1 0,1 3-8 0,1 0-1 16,0 0-2-16,0-3 7 0,0 1-7 0,0 0 7 15,0 0-7-15,-1-2 4 0,1 0-2 0,0 0 0 16,0 0-1-16,0-2-2 0,0 0 1 0,-1 0-1 0,1 1 3 15,0-1 0-15,0-2-3 0,-2 0 1 0,0 1-1 16,0-1 4-16,0 0-2 0,0 0 0 0,0 1 0 16,0-1 4-16,0 2-5 0,0 0 0 0,-2 0-1 15,0 1 3-15,0 1-2 0,-1 0 0 0,-5 0-1 16,-10 5 3-16,-1 4-4 0,-9 10 7 0,-1-10-7 16,-1 21 0-16,-3 3 6 0,1 3-4 0,-5-1 7 15,-2 6-7-15,-4-2 3 0,4 2 0 0,8-2 1 0,-5-2 10 16,8-2 5-16,2-3 1 0,0-3 2 0,6-3 2 15,0 2-9-15,1-6 1 0,4 1-4 0,2-3 3 16,4 1-7-16,0-5 3 0,3-1-5 0,2 0-6 0,1-4 2 16,1 0-1-16,0-1 2 0,0-1 3 0,-2-4-5 15,2-1-1-15,1 0 0 0,1-2 7 0,0 0-8 16,-2 1 2-16,0 1-4 0,0 0-3 0,0-2-12 16,2-1-2-16,0 1-5 0,0-2-23 0,2 0-75 15,0-2 11-15,2 1-33 0,-1-1-2 0,14-8-91 16,5-6-35-16</inkml:trace>
  <inkml:trace contextRef="#ctx0" brushRef="#br0" timeOffset="10362.69">12271 3497 137 0,'0'0'97'0,"0"-1"-111"0,2-1 118 16,0 0-56-16,0-2 36 0,0 0 51 0,0 1-13 15,0-1 21-15,-1 0-43 0,1 1-33 0,0-1 7 0,-2 0-17 16,0 2-6-16,0 0-12 0,0 1 1 0,0-1-4 15,0 2 9-15,2 0-6 0,0 0 8 0,0 2-6 16,-1 1 6-16,7 12-13 0,3 13-3 0,2 2-2 16,2 5 0-16,0 6 2 0,0-2-1 0,1 5 0 15,1-3-7-15,0 0-3 0,-1 0-3 0,3 0 2 0,-2-4-2 16,-1-6-3-16,1-1 3 0,0-4-2 0,-13-2-4 16,18 0 5-16,-4-1-4 0,3-3 4 0,-3-1-3 15,-6-3-4-15,1 3 1 0,-6-4-4 0,4 0-5 16,0-2 8-16,-3-4-4 0,1-2 4 0,-3 1-10 0,-5-5 4 15,3 3-3-15,-4-4 3 0,0 0-6 0,2 1-4 16,0 1-3-16,0-2-7 0,-2 0-81 0,0 0-111 16,0 0-9-16,-2-1-42 0,0-1-138 0</inkml:trace>
  <inkml:trace contextRef="#ctx0" brushRef="#br0" timeOffset="10735.93">11659 4127 790 0,'-2'0'33'16,"0"0"6"-16,0 0-19 0,0-2-11 0,0 0-6 16,1 0 14-16,-1 0 13 0,0 1-3 0,0-1 5 15,2 0-13-15,0 0-6 0,0 2 2 0,2 0-2 16,0 0 1-16,0 0 11 0,1 0-4 0,1 0 7 15,9 2 4-15,-4 2 11 0,2 1-3 0,-3 1 4 0,1 10-9 16,-2 9 18-16,1 2-5 0,1 1 8 0,-3 4-4 16,3 1-11-16,2 4 2 0,-2 2-7 0,6 2-3 15,-2-2-11-15,4 2 4 0,3-2-7 0,3 0 5 16,1 0-12-16,2-6 1 0,-2 1-5 0,2-1 0 16,-2-7 3-16,0 0-1 0,4-2 1 0,-4-5-4 0,0 1-1 15,-3-1-3-15,-4-4 2 0,1 0-3 0,-5-2 2 16,2-4-1-16,-6-2-1 0,2 1-1 0,-3-5 1 15,-4 1 4-15,-1-2-4 0,1 0-14 0,0 0-14 16,-1 0-29-16,1-1 3 0,-2-1-112 0,2 2-18 16,1 0-23-16,-1-2-10 0,2 0-206 0</inkml:trace>
  <inkml:trace contextRef="#ctx0" brushRef="#br0" timeOffset="11062.11">12717 4244 800 0,'0'0'27'15,"0"0"6"-15,-2-2-1 0,0 0-13 0,0 0 4 16,1 0 25-16,-1 0 13 0,-2 1-3 0,0-1 2 16,1 0-32-16,-1 0-7 0,2 0-5 0,-2 2 0 15,2 0-8-15,-1 0 5 0,-1 2 0 0,0 0 1 0,-5 3-7 16,-2-1 5-16,-6 22 0 0,-1 2 3 0,-3 4-1 15,-1 3 16-15,-2 4-2 0,1 4 8 0,-1-6 8 16,2 5-6-16,-2-3 0 0,2 0-1 0,-1 2-1 0,5-5-18 16,-3-3 2-16,6-7-8 0,1-2 3 0,2-3-13 15,3-3 2-15,2-1-4 0,1-4 0 0,1-2 5 16,1-4-2-16,-2 1 2 0,3-3-13 0,-1 1-22 16,4-4-17-16,-2 1-9 0,0 1-122 0,0 0-105 15</inkml:trace>
  <inkml:trace contextRef="#ctx0" brushRef="#br0" timeOffset="11425.37">12173 4062 565 0,'-2'0'17'0,"0"-2"16"15,0 0 3-15,1 0 44 0,-1 0-8 0,0-1 19 16,0-1-24-16,0 0-20 0,2 2-3 0,-2-1-4 0,2 1-13 16,-2-2 11-16,1 0-10 0,-1 1 10 0,0 1-4 15,0 0 2-15,0 0 5 0,2 0-4 0,0 0-2 0,0 2 6 16,0 0-3-16,0 0 4 0,0 2-10 0,0 0-9 15,0 2 0-15,-4 14-2 0,1 3 4 0,-1 1-13 16,0 2 5-16,2 2-8 0,1 0 1 0,-1 0-4 16,2 0-1-16,0 0 0 0,0 0 1 0,0-2-6 15,0-1 2-15,-2-3-3 0,0 0 0 0,2-1 4 16,0 0-3-16,0-5 4 0,0-1-4 0,0-1-3 16,0-3-3-16,0-5-3 0,0-1-39 0,0 1-118 15,0 0 1-15,0-2-44 0,0-1-50 0</inkml:trace>
  <inkml:trace contextRef="#ctx0" brushRef="#br0" timeOffset="11828.8">11963 4201 368 0,'0'0'28'0,"0"0"-2"0,-2 0 29 0,0-2 1 16,1 0 42-16,-1 0 10 0,0 1-2 0,0-1-3 15,0 0-42-15,0 0-14 0,0 0-3 0,1 0-5 16,-1 0-20-16,0 1 6 0,0-1-3 0,0 0 4 0,0 0-2 16,0 2 7-16,1 0-4 0,-1 0 5 0,2 2-12 15,0 0 5-15,0 1-4 0,0 3 3 0,0 9-8 16,3 2 3-16,1 1-5 0,0-1 3 0,1 0-8 0,1-1 1 16,1 3 0-16,3-1 0 0,-5-1 2 0,3 4 5 15,-1-3-1-15,1-1 0 0,-1 1-15 0,0-1 13 16,1 0-6-16,-1 0 8 0,1-4-8 0,-1-2 0 15,-1-4-2-15,-3 2 2 0,5-7-2 0,1 0 2 16,4 0 3-16,-2 7-3 0,2-1-6 0,2-3 4 16,-4-3 0-16,0-2 4 0,4 0 4 0,0-4-7 15,2-3-1-15,1-4 0 0,-1 9 3 0,-2-22 1 16,2 3 2-16,-1-1-1 0,-1 2-3 0,-2 1-4 0,0 1 0 16,-4 1-1-16,1 2 1 0,-5 6-2 0,-1-2 2 15,0 1-2-15,1 3-2 0,-1 1 2 0,-2 3-4 16,-2 1 2-16,0 0-1 0,2-2-14 0,-2 2-17 15,2-1-11-15,-1-1-177 0,1 0-306 0</inkml:trace>
  <inkml:trace contextRef="#ctx0" brushRef="#br0" timeOffset="12640.58">13304 3965 418 0,'0'-2'30'0,"0"1"-37"15,2-3 34-15,3-22-15 0,3-8 24 0,-1-1 50 16,0 4-6-16,-1-5 17 0,-2 5-24 0,-1 5-13 16,-1-6-1-16,-2 8-4 0,0 4-2 0,-2 1 14 0,1 6-4 15,-1 2 3-15,0 3-26 0,0 3-1 0,2 3-2 16,0 0 1-16,-9-5 1 0,-2 1-7 0,-6 1-3 16,-2 3 0-16,1 4-5 0,-1 3 4 0,2 4-4 15,-3 4 2-15,1 2-13 0,1 19 2 0,-1-1-2 0,4 2 1 16,1 1-14-16,1 1 3 0,0-2 2 0,1-1-1 15,1-3 4-15,4-7-8 0,5 0 2 0,0-3-3 16,-11-1 4-16,6-3 0 0,1-4-4 0,2 0 3 16,4-6 4-16,0 3-5 0,0-5 3 0,0 1-4 15,0-4 0-15,2 1 2 0,0 1 3 0,2 0-1 16,3 0-4-16,10-1 6 0,0-1-6 0,1-2 7 0,-1-4-5 16,-2-3-4-16,2-2 2 0,-3-2-3 0,3 5 9 15,-4-14-3-15,0-1 2 0,0 1-4 0,-4-1-2 16,-1 5 1-16,-3-1 1 0,-3 0 1 0,2 6 6 15,3 2-8-15,-1-1 5 0,-2 3-5 0,-1 1-1 0,-3 5 1 16,2-3-4-16,0 0 4 0,0 0 2 0,0 3 3 16,0-1-3-16,0 0 2 0,-2 0-4 0,0 2 2 15,0 0 0-15,0 2 2 0,0 0 4 0,0 1-8 16,0 3 2-16,1 11-4 0,1 1 10 0,0 3-8 16,0 3 3-16,0 4-4 0,0 0 0 0,-2 1 5 15,0 3 0-15,0 1 1 0,0 3-5 0,0 1 1 16,-2 3 3-16,-2 3-1 0,-1 0 9 0,-3 1-7 0,1-3-1 15,-3 2-1-15,-1-2 6 0,0-4-3 0,0-2 8 16,2-5-5-16,-2-4 14 0,1-4-6 0,3-3 4 16,1-8-4-16,1-2 8 0,1-3-13 0,2-2 4 15,-2-1-6-15,3 1 2 0,-3-2 1 0,2 0-7 16,0-2 6-16,-2 0-5 0,3-2 1 0,-1-2-1 0,-4-5 1 16,-5-17 4-16,5 4-6 0,3-6 1 0,1 0-4 15,2 0 6-15,0-2-4 0,0 6 8 0,2-2-7 16,1 4 2-16,1 0-4 0,2-1 1 0,-1 3 0 15,1 1-1-15,-1 3-8 0,3-3 3 0,-3 4-4 16,3 0 12-16,-3 4-7 0,1 2 1 0,0 1-2 16,-1 1-1-16,6 5-8 0,0 0 2 0,-3 0-3 15,-3-1 5-15,3-3-50 0,-1 2-25 0,6-1-14 0,-2 1-127 16,1 2-54-16,1 2-40 0</inkml:trace>
  <inkml:trace contextRef="#ctx0" brushRef="#br0" timeOffset="13311.44">13562 4333 764 0,'0'0'43'0,"0"0"7"0,-2-2-21 16,0 0-9-16,0 0-8 0,0 0 57 0,1 1 9 16,-1-3 2-16,0 0-4 0,0 0-36 0,0 1-8 0,2 1-1 15,0-2 0-15,0 2 9 0,-2-1-12 0,2-1 5 16,0 0-7-16,0 2 8 0,0 0-3 0,0 1-5 15,0 1 2-15,0 0-2 0,0 1 5 0,0 1 2 16,0 2-2-16,0 3-6 0,0 14-6 0,-2 1 2 0,-1 0-4 16,-1 4 5-16,0 0-4 0,-1 0 3 0,-1 0-3 15,1-5 0-15,-1-3 1 0,0-1-1 0,1 0 0 16,1-6-5-16,0 2 1 0,1-2-4 0,3-7 2 16,-2 7-6-16,2-7-6 0,0-2 7 0,0 1-7 15,0 1 6-15,0 0-2 0,0-2-2 0,2-1 1 16,0 1 1-16,-1 0-1 0,1-2-2 0,0 0 0 15,2-2 1-15,0 0 3 0,-1-1 0 0,-1-10 0 0,2-6-9 16,1-5 6-16,1 5-2 0,0 1 2 0,1-4-5 16,-1-1 1-16,1-3 2 0,2 2 0 0,2 2 0 15,-1 3 3-15,-1 1-3 0,6 5 2 0,-4 3-2 0,4 3 0 16,-6 1 0-16,-3 5 0 0,-3-1-3 0,1 0-3 16,2 0 5-16,-3 2-2 0,-1 0 6 0,2 0 1 15,0 2-4-15,-1 2 1 0,7 16-6 0,-1 8 7 16,-5 0-3-16,-3 0 4 0,-1-2-6 0,-1-4 6 15,-3 0-2-15,0 0 4 0,0-3-6 0,3-2 2 16,-1-1 3-16,2-8 0 0,0 1 0 0,0-3-1 16,0-1-2-16,0-1 1 0,0 0 2 0,0-1-3 15,2-1 3-15,-1 0-3 0,1 0 5 0,0-2-3 0,0 0 0 16,2-2-1-16,-2 2-2 0,9-7 3 0,0-4-3 16,2-14 3-16,-2 3-3 0,0-4 0 0,0 2 0 15,-3-2-1-15,1-2-3 0,2 8 9 0,-2-1-4 0,1 6 4 16,-1 1-13-16,-2 1 8 0,-1 1 0 15,0 5 2-15,-1 3-2 0,-1 2-3 0,0 1-1 0,-3 1 0 16,1 0 3-16,0 0 1 0,2-2 1 0,0 0 1 16,-1 2-2-16,1 2 1 0,-2 0-1 0,-2-1 1 15,11 18 3-15,-2 3-1 0,-3-5-3 0,-1 2 1 16,-1 1 2-16,0-3-4 0,1 5 3 0,-1-7-4 16,-2-2 5-16,0 0-7 0,-2-9 4 0,2 1-6 0,-2-1 8 15,2 0-13-15,-1-1-16 0,1-1-11 0,0 0-141 16,2 0-121-16,0 0-117 0</inkml:trace>
  <inkml:trace contextRef="#ctx0" brushRef="#br0" timeOffset="14225.71">14239 3822 338 0,'0'-2'51'0,"0"1"-17"15,-1-3 60-15,-3-7-13 0,-4-10 15 0,1-1-18 16,1 2 0-16,5 7-8 0,-3-6-21 0,2 2-16 16,2 2-2-16,0 1-3 0,0 1-1 0,0 1 2 15,0 5 7-15,0 1-3 0,0 3 8 0,0 1 0 16,0 0-9-16,0-2 8 0,0 1-4 0,2-1-11 16,0 2 8-16,-2 0-9 0,0 0 11 0,0 0-12 0,0 2 5 15,0 0-7-15,0 2 5 0,0 0-5 0,0 2 3 16,0 0-4-16,0 10-1 0,-2 5-7 0,2 3 0 15,0-5-1-15,-2 2 1 0,2-1-4 0,0-1-3 16,0 5 1-16,0-1-6 0,0-3 1 0,2 4 6 16,0 1-4-16,0-3 8 0,-1 6-11 0,1-2 5 0,-2 2-5 15,0 0 2-15,0-3 3 0,0 1-5 0,0 0 5 16,0 0-7-16,0 0 5 0,0-2-3 0,0 1 5 16,0-1 4-16,0-2-8 0,0-1 6 0,0-2-7 15,0-3 1-15,0 1 2 0,2 0 1 0,0-2 2 16,-2-2 2-16,0-1-5 0,0-1-1 0,0-2 0 15,2 1 3-15,-2-5-3 0,0-1 1 0,0 2-1 0,2 0 9 16,0-1-10-16,-1 1 5 0,1 0-6 0,0-2 4 16,0 0-4-16,0-1 1 0,0 1-1 0,0 0 4 15,-1-2 4-15,3 0-6 0,0 0 4 0,0 0-9 0,-1-2 5 16,1 0-1-16,0 1 2 0,-1-1-7 0,1-2 4 16,-2 4 1-16,2-9 1 0,3-2-2 0,-3-2 4 15,1 0-4-15,-1 0 4 0,4 0-2 0,1 0-1 16,-4-4-2-16,5 2 1 0,-7-4-1 0,3 3 1 15,0-5 3-15,-1 1-2 0,3-2 2 0,-3-4-4 16,6 2 2-16,-1-4-1 0,-1-2 4 0,2-2-3 16,-4-7-3-16,-1 4 1 0,1 2 1 0,5 1 0 15,-3 6-2-15,-2-2 2 0,3 2 0 0,-5 6 0 0,-1-1 3 16,3 7-3-16,1 8 0 0,-3 0-2 0,-3 3 0 16,2-1-1-16,0 0-2 0,-1 1 7 0,1 1-1 15,0 0 3-15,-2 0-5 0,-1 0-3 0,1 0-3 16,0 0 1-16,0 1-14 0,0 1-105 0,0 0-1 0,0 0-46 15,-1 0-101-15</inkml:trace>
  <inkml:trace contextRef="#ctx0" brushRef="#br0" timeOffset="19055.36">14754 4151 73 0,'0'0'28'0,"0"0"-4"0,0 0 24 15,0 0-1-15,0 0-3 0,0 0-4 0,0 0 6 16,0 0 2-16,0 0-1 0,0-2-2 0,0 0 1 16,0 0-4-16,0 1 1 0,0-1-8 0,0 0-6 15,-2 0 2-15,2 0-4 0,0 0 7 0,0 0-2 0,0 1-3 16,0-1 0-16,0 0-10 0,0 0 2 0,0 0 5 16,0 0-3-16,0 0 8 0,0 1-6 0,0-1-4 15,0 0 1-15,0 0 1 0,0 0 3 0,-2 0 0 16,2 0 0-16,-2 1-4 0,2-1-1 0,-2 0 7 0,1 0-4 15,-1 0 2-15,0 0-5 0,2 0-5 0,-2 1 3 16,0-1 3-16,2 0-5 0,-2 0 0 0,2 0-2 16,0 0-1-16,0 0-9 0,0 1 3 0,0-1-6 15,0 0 0-15,0 0 4 0,0 0-2 0,0 0 1 16,0 2-9-16,0 0 5 0,0 0 0 0,0 0 3 16,0 0-2-16,0 2-3 0,0 0-3 0,0 0 1 15,0 2 11-15,0-1-10 0,0 3 5 0,0 7-5 0,-2 2 13 16,1 1-8-16,-1 1 5 0,0-2-5 0,0 0 7 15,0 0-3-15,-2 1 1 0,3-1-1 0,-3 2 5 16,0-4-2-16,0 2-2 0,1 0 0 0,-1-2 1 0,0 0 8 16,2-2-5-16,1-2 4 0,-1 0-9 0,0-1 4 15,0-1-1-15,0 1 2 0,2-5-8 0,-2 3 6 16,0-1-2-16,2-3 2 0,-1 4-6 0,-1-2-1 16,0-1 2-16,0 1-1 0,0 0 2 0,2-2 1 15,0-1-2-15,0 1 1 0,0 0-6 0,0-2 0 16,0 0 1-16,0 0 0 0,0-2-1 0,0 0 7 15,2 1-5-15,0-3 5 0,0-4-8 0,1-3 5 16,1 2-4-16,2-2 4 0,-1 0-9 0,1 1 4 16,-1-1 2-16,1 2 0 0,0 2 1 0,-1-1-2 0,-1 3 1 15,0-1 0-15,5-1-1 0,0 3 2 0,2-2-3 16,-1 3 2-16,-1 1-6 0,0 0 5 0,0-6-1 16,1 3 1-16,-1-1-6 0,0 3 7 0,-3 1-1 0,1 2 4 15,-3 0-2-15,-2 0-2 0,0 0 0 0,1 2 1 16,1-1 5-16,0 3-5 0,-1 4-1 0,5 6-1 15,-3 3-4-15,-1 0 7 0,-2 0-1 0,0-3 4 16,-2 3-6-16,0 0 1 0,0-2 2 0,0 0 0 16,-2-1-4-16,0-4 5 0,0 1-3 0,0-2 5 15,1-1-3-15,-1-1 5 0,0-1-4 0,-2 1 4 16,0-1-7-16,-1 1 10 0,-1 0 0 0,4 3 4 0,-9-5-6 16,-2-1 5-16,2 2-2 0,-2 3 3 0,2-4-2 15,2-1 0-15,-4 2 5 0,4-4-3 0,-3-1 4 16,3-1-3-16,-2 0-6 0,4 0 3 0,-1 0-4 0,1 0 1 15,1 0-1-15,1 0 1 0,1 0 0 0,0-1-5 16,0-1 2-16,1 0-3 0,1 2-2 0,-2-2-3 16,0 0 2-16,1 0-3 0,1 0 3 0,0 1 0 15,0-1-2-15,0 0 0 0,0 0-1 0,1 0 0 16,-1 0 0-16,2 0 0 0,0 1-5 0,0-1-32 16,2 0-34-16,-1 0-2 0,1 0-118 0,2 0-65 15,5-1-58-15</inkml:trace>
  <inkml:trace contextRef="#ctx0" brushRef="#br0" timeOffset="19678.3">15194 4400 567 0,'-2'0'49'0,"0"0"84"16,0 0-73-16,0 0 43 0,-1 2-8 0,-1-1 15 0,0 1-31 15,1-2-32-15,1 0-4 0,-2 0-7 0,2 0-1 16,0 0-9-16,-1 2 7 0,-1 0-8 0,0 0-3 16,2 0-3-16,0 0-3 0,1-1 1 0,-1 1-5 0,0 0 5 15,2 0 1-15,0 0 0 0,0-2-3 0,0 0 4 16,2 0-2-16,0 0 4 0,-1 0 3 0,3 0-15 15,5-2 3-15,4-2-7 0,4-1-3 0,-4-1 4 16,2-1-4-16,4-4 5 0,-5 3-1 0,1-1-3 16,-2 1 3-16,-2 1-4 0,-1 0 5 0,-1 5-7 15,0-8 3-15,-5-1-3 0,0 2 6 0,-1 0-5 0,-1-1 1 16,2 1-2-16,3 0 0 0,-1 0 2 0,0-1 2 16,-3 1 1-16,1-2 1 0,-2 2-3 0,0-3 0 15,-2 3-1-15,0 2-4 0,0-1 5 0,0 1 0 16,0-1 5-16,0 3 10 0,0 1 7 0,-2 1-1 15,2 1 2-15,0 0-12 0,0 0 2 0,-4-2-2 16,2 4 0-16,-7-7-11 0,2 3 4 0,-3 0-1 0,-1 1 2 16,-2 1 1-16,-4 0-6 0,4 2 4 0,2 0-5 15,-5 4 5-15,4-1-3 0,-2 3 2 0,-1 1-2 16,7-3 2-16,-3 5 0 0,2-3-4 0,0 11 3 16,1-1-5-16,-1 1 4 0,1 2-3 0,-1 1 2 15,-2-1-4-15,4 3 3 0,-1-4 1 0,6 5 1 16,0-3-5-16,-3-1-1 0,1-1-1 0,0 3 0 0,3-1 3 15,-14 1 3-15,5-1-2 0,7-7 2 0,1 0-5 16,2-6 5-16,0 5-1 0,2-3 2 0,0-4-4 0,3 7-1 16,-3-9-1-16,4 1-1 0,20 13 1 0,1-4 5 15,3-6 1-15,0-5 2 0,-4-2-4 0,2-6-2 16,0-1-2-16,-2 0 0 0,1-3 2 0,-4 1-6 16,-1 0 6-16,-2-1-7 0,-3 1-11 0,-4 0-59 15,0 7-1-15,2-11-22 0,-4 4-46 0,0-2-390 16</inkml:trace>
  <inkml:trace contextRef="#ctx0" brushRef="#br0" timeOffset="20690.54">12286 4858 106 0,'0'0'37'0,"0"0"23"0,0 0 57 0,0 0-3 16,-2 0-5-16,1-2-4 0,-1 1-45 0,0-1 2 15,0 0-12-15,0 0 7 0,0 0-19 0,0 0 5 16,1 0 4-16,-1 1 0 0,0-1 7 0,0 2-10 16,0 0-1-16,0 0-3 0,0 0-1 0,1 0 0 15,-1 0-1-15,0 0 0 0,0 0-11 0,0 0-6 16,0 2 7-16,0-1-6 0,1 1 4 0,-1 2-2 16,-2 5-10-16,-2 12 6 0,1 1-11 0,3 2-2 0,2 4 7 15,0 2-5-15,2 1 8 0,2 5-11 0,-3-3 5 16,1 2-7-16,2 6 1 0,0-4-1 0,-1 2 2 15,3 0 1-15,-2-5 12 0,-1-1-11 0,1-1 2 16,-2-1-3-16,0 5 7 0,2-3-6 0,-1 4 0 0,1-5-2 16,-2-1 3-16,0-3 0 0,0 0 3 0,-1-2-2 15,1-2-4-15,0 2 5 0,0-4-8 0,0 2 7 16,0-3-8-16,-2-1 3 0,0-1-1 0,0-4 2 16,0 0 0-16,0-1-6 0,0-1 7 0,0-1-6 15,0-3 12-15,0-2-4 0,0 1 2 0,0-5-2 16,1 3 4-16,-1-2-8 0,0-2-1 0,0 1-1 15,0-1 5-15,0 2-7 0,0 0 2 0,2-1-4 0,0 1-1 16,0 0 6-16,0-1 4 0,0-1 0 0,0 0-1 16,-1 0-8-16,1 0-1 0,0 0 0 0,-2 0 8 0,2-1-6 15,0 1 3-15,0 0-3 0,-2 0 5 0,0 0-3 16,0-2-2-16,0 0 1 0,2 0 3 0,-2 0-4 16,0 0 5-16,0 0-5 0,0 0-1 0,0 0-4 15,0 0 1-15,0 0-2 0,0 0-7 0,1 0-131 16,1-2-11-16,0 0-62 0,0 0-246 0</inkml:trace>
  <inkml:trace contextRef="#ctx0" brushRef="#br0" timeOffset="28455.02">12244 2679 9 0,'0'0'2'0,"0"0"6"0,0 0-6 0,0 0 7 15,0 0 1-15,0 0 9 0,0 0 1 0,0 0-1 16,0 0-2-16,0 0 19 0,0 0-5 0,0 0 7 16,0 0-15-16,0 0 13 0,0 0-4 0,0 0 6 15,0 0-13-15,-2 0 21 0,0 0-1 0,0 0 7 16,0 0-1-16,0 0-15 0,0 0 0 0,1 0-5 0,-1 0-5 15,0 0-5-15,0 0 3 0,-2 0-3 0,1 0 7 16,-1 0-3-16,0 0 6 0,0 0-4 0,1 0 7 16,1 0-10-16,-2 0 0 0,0 0-3 0,1 0 0 0,1 0 3 15,-2 0-6-15,0 0 6 0,1 0-7 0,-1 0 5 16,0 0-4-16,1 0 3 0,1 0-8 0,-2-2-6 16,0 2 1-16,1-2-2 0,1 2 4 0,0 0-6 15,0 0 3-15,0 0-4 0,0 0 6 0,0 0-9 16,1 0 8-16,-1-2-8 0,0 2 6 0,0 0-7 15,0 0 0-15,0 0-2 0,2 0 11 0,0 0-3 16,0 0 3-16,0 0-4 0,0 0 0 0,0 0-2 16,0 0-2-16,0 0 0 0,2 0 3 0,0 0 1 0,0 0 3 15,0-2-3-15,0 0-3 0,-1 2-1 0,1-2 0 16,0 1 0-16,2-1 9 0,0 2-5 0,7-2 2 16,5-2-4-16,-6 2-2 0,3 0 0 0,0 1 0 15,3-3 0-15,3 0 6 0,0 0-8 0,1 1 4 0,-3 1-5 16,3-2 7-16,-1 0 1 0,1 1-1 0,-1-1 1 15,1 0-3-15,0 1-4 0,1-1 2 0,1 0-3 16,0 0 3-16,-1 3 2 0,1-1-2 0,2 0 1 16,-1 0-5-16,-1 0 5 0,-4 0 1 0,5 0 2 15,1 1-4-15,4-3 2 0,0 2-3 0,-2 0 2 16,-6 0 0-16,4-1-1 0,0-1 6 0,2 0-6 16,6 0 3-16,-4-1-2 0,-4 1-5 0,0 0 4 0,-2 1 2 15,-1-1-2-15,-1 0 4 0,-3 1-4 0,-2-1 0 16,5 0 0-16,-1 0 2 0,-1 1 0 0,3-1 0 15,-7 2-1-15,5 0-1 0,0 0 0 0,-1 1-4 0,-1-1 3 16,1 0-3-16,-3 0 4 0,4 0 4 0,1 0-1 16,3 0 1-16,-3 1-2 0,6-1-5 0,-2 0 5 15,-3 0-5-15,6-2 4 0,-1 2 2 0,6-1-7 16,0-1 8-16,-8 2-6 0,-4 0 9 0,-1 0-5 16,3-1-2-16,-4 1 1 0,5 0 1 0,-8 0-6 15,1 0 4-15,1 2-4 0,-2 0 2 0,2 0 4 16,-3-2-2-16,1 1 3 0,0-1-1 0,0 0-4 15,0 0 3-15,2 0-3 0,-1 0 2 0,1 0 1 16,0 1-1-16,-1-1 1 0,3 0-5 0,-2 0 5 0,1 0-3 16,1-2 5-16,1 3-1 0,1-1-4 0,-3 0 3 15,3 0-3-15,-1 0 2 0,1 0 1 0,3 2 0 16,-4-2 1-16,4 2-2 0,-1 0 0 0,3-1 2 0,-2 1 0 16,-2-2-3-16,2 0 6 0,-4 2-6 0,-1-2 5 15,3 2-9-15,2-2 2 0,-3 0 3 0,5 0-1 16,-4 1 9-16,-1 1-7 0,-1-2 0 0,-5 0-1 15,2 0 2-15,-1 0-2 0,-3 0 0 0,6 0-3 16,-2 1-1-16,-3-1 1 0,3 0 6 0,-4 0-3 16,4 0 4-16,-2 0-4 0,1 0 0 0,1 1-2 15,-2 1-2-15,0 0 5 0,0 0-4 0,-2 0 4 0,0 0-1 16,-2 0 6-16,2 0-4 0,-2 0 5 0,0 0-13 16,0 0 6-16,-1 0-4 0,1 0 5 0,2 0 3 15,-4 0-4-15,4 0 6 0,2 0-6 0,-2 0-9 16,0 0 9-16,0 0-5 0,-4 0 7 0,2 0-2 0,2 0 0 15,2-2 0-15,0 0 1 0,2 0 5 0,-4 2-7 16,-2-2 1-16,2 0-3 0,-2 0 3 0,2 1 4 16,2-1-4-16,-4 0 4 0,0 0-3 0,-2 2-7 15,2 0 6-15,-3 0-6 0,3-2 6 0,0 0 2 16,-3 2 0-16,3-2 2 0,0 2-6 0,-2 0 7 16,0 0-6-16,1 0 6 0,-7 0-8 0,7-1 5 15,-1 1-4-15,0 0 2 0,-1 0-8 0,3-2 13 16,-4 2-2-16,-1 0 4 0,7-2-9 0,-8 2 1 0,3-2-2 15,1 0 2-15,-5 2 4 0,1 0-3 0,-1 0 2 16,0 0-4-16,0 0-4 0,-3 0 7 0,3 0 1 16,-2 0 1-16,0 0-1 0,0 0-3 0,0 0 1 15,1-2-1-15,1 0 6 0,0 1-4 0,-1-1 1 0,-1 0-2 16,0 0-4-16,0 0 4 0,0 0-2 0,0 0 3 16,0 1 2-16,-1-1-5 0,1 0 4 0,0 2-4 15,0 0 5-15,0-2 0 0,0 2-3 0,0-2 2 16,-1 2-3-16,1 0-1 0,0 0 1 0,0 0-1 15,0 0 0-15,0 0 5 0,0 0-4 0,-1 0 4 16,1 0-4-16,0 0-2 0,-2 0 3 0,2 0-2 0,-2 0 5 16,0-2-3-16,0 0 1 0,0 1-1 0,0 1 3 15,0 0-3-15,0 0 2 0,0 0-2 0,0 0 0 0,0-2 0 16,0 2 0-16,0 0 0 0,0-2 4 0,0 2-4 16,0 0-3-16,0 0 1 0,0 0 1 0,0 0 3 15,0 0-2-15,2-2 2 0,0 0-2 0,0 2-3 16,-1 0 6-16,1-2-5 0,-2 2 1 0,2 0 1 15,0 0-1-15,0 0 1 0,-2 0-3 0,2 0 5 16,-2 0-1-16,0-2 3 0,0 2-5 0,0 0 1 16,0 0-1-16,0 0 2 0,0 0 3 0,0 0-5 15,0 0 1-15,0 0-4 0,0 0 4 0,0 0 1 16,0 0-1-16,0 0 1 0,0 0-4 0,0 0 3 0,0-1 0 16,0 1 2-16,0 0 1 0,0 0-5 0,0 0 4 15,0 0-3-15,0 0-3 0,2 0 5 0,-2 0-2 16,1 0 3-16,1 0-2 0,-2 0 3 0,0 0-4 0,2 0 3 15,-2 0-5-15,0 0 0 0,0 0 3 0,0 0 0 16,0 0 11-16,0-2-11 0,0 2 0 0,0 0-3 16,0 0-1-16,0 0 3 0,0 0 1 0,0 0 0 15,0-2 1-15,0 2-1 0,0-2 2 0,0 0-2 16,0 2 5-16,0 0-3 0,0-2-4 0,0 2 2 16,0 0 0-16,0 0 0 0,0 0 1 0,0 0-1 15,0 0-3-15,0 0 5 0,0 0-2 0,0 0 3 0,0 0-3 16,0 0-4-16,0 0 2 0,0 0-1 15,0 0 8-15,0 0-5 0,0 0 1 0,0 0-3 0,0 0-2 16,0 0 5-16,0 0-1 0,0 0 1 0,0 0 4 16,0 0-5-16,0 0 0 0,0 0-3 0,0 0 2 0,0 0 1 15,0-2 4-15,0 2-3 0,0 0 3 0,0 0-6 16,0 0 2-16,0-1-2 0,0-1-1 0,0 2 1 16,0 0-1-16,0 0 3 0,0 0 9 0,0 0-12 15,0 0 6-15,0 0-7 0,0 0 3 0,0 0 5 16,0 0-4-16,0 0 5 0,0 0-3 0,0 0-2 15,0 0-3-15,0 0 0 0,0 0 1 0,0-2 2 16,0 0 0-16,0 2 2 0,0 0 2 0,0 0-7 0,0 0 8 16,0 0-8-16,0 0 1 0,0 0 1 0,0 0-2 15,0 0 3-15,0 0 0 0,0 0 2 0,0 0-4 16,0 0 2-16,0 0-2 0,0 0 2 0,0 0 2 16,0 0 0-16,0 0-2 0,0 0 0 0,0 0 0 15,0 0 1-15,0 0 3 0,0 0-3 0,0 0 1 0,0 0-2 16,0 0-6-16,0 0 6 0,0 0-3 0,0 0 4 15,0 0 5-15,0 0-11 0,0 0 5 0,0 0-6 16,0 0 6-16,0 0 0 0,0 0 0 0,0 0 0 16,0 0 9-16,0 0-11 0,0 0 6 0,0 0-7 15,0 0 7-15,0 0-2 0,0 0-4 0,0 0 1 16,0 0-7-16,0 0 8 0,0 0 2 0,0 0 1 16,0 0-7-16,0 0 4 0,0 0 0 0,0 0 2 0,0 0 0 15,0 0-2-15,0 0-3 0,0 0 3 0,0 0 3 16,0 0-2-16,0 0 4 0,0 0-4 0,2 0-1 0,0 0 0 15,0 0-5-15,0 0 4 0,-1 0 3 0,1 0-2 16,0-2 2-16,2 2-3 0,0-2-6 0,1 2 9 16,8-1-2-16,2-3 6 0,0 0-8 0,5 0 1 15,1 1-3-15,3-1 3 0,5-2 2 0,-1 1-1 16,6-3 3-16,-1 1-2 0,-1 0 5 0,5-1-6 16,-2 1 3-16,2 3-3 0,-5 0 6 0,-1 2-2 15,-3 1-4-15,-2 1 0 0,0 0-4 0,2 0 4 16,-4 0 2-16,-1 0 0 0,-1 0-7 0,-7 0 7 15,-2 0 1-15,0 0 2 0,-2 0-1 0,-2 1-8 16,0 1 4-16,1 0-4 0,-1 0 11 0,0-2-5 0,-1 0-1 16,1 2-1-16,-4-2-3 0,3 2 3 0,-3-2-1 15,3 0 1-15,-1 0-3 0,-1 0 3 0,1 0 1 16,-1 0 0-16,-1 0 5 0,1 0-6 0,-2 0 3 0,-1 0-3 16,1 0 7-16,-2 0-5 0,2 0-1 0,-1 0-1 15,1 0 2-15,0 0 0 0,-2 0 0 0,0 0-1 16,-1 0-4-16,1 0 0 0,0 0 0 0,0 0-8 15,0 0-80-15,0 0-144 0,0 0-69 0</inkml:trace>
  <inkml:trace contextRef="#ctx0" brushRef="#br0" timeOffset="30185.98">15890 2368 185 0,'0'0'24'0,"0"0"-3"16,0 0 28-16,0 0-8 0,0 0 6 0,0-1-3 0,0-1-5 15,0 0 14-15,0 0-12 0,0 0 7 0,0 0-7 16,0 0-5-16,0 1 1 0,0-1-13 0,0 0 13 16,0 0-7-16,0 0 9 0,0 0-6 0,0 0 4 15,0-1 3-15,0-1 0 0,0 0 9 0,0 1-14 16,0-1 2-16,0 0-6 0,0 0-2 0,0 1-6 15,0-1-6-15,0 0 2 0,0 2-9 0,0 1 3 16,0-3 3-16,0 0-1 0,0 2 1 0,0 0-6 0,0 1 0 16,-2-1-2-16,0 0 6 0,1 0 5 0,-1 0 0 15,0 0 1-15,0 1 6 0,0-1-8 0,0 0 5 16,0 0-7-16,1 0 3 0,-1 0-4 0,2 0-5 16,0 1 2-16,0-1-6 0,0 2 4 0,0 0-3 15,0 0 2-15,0 0-3 0,0 0-5 0,0 0 6 16,0 0-6-16,0 2 9 0,0-1-9 0,0 1 8 0,0 2-8 15,0 0 8-15,0 3-1 0,0 4-7 0,0 4 4 16,2 2-1-16,-2-2-2 0,1 3 1 0,1 1-2 16,2 1-5-16,0 1 4 0,-1 1 0 0,-1 0 2 15,-2 2 3-15,0 0-4 0,0 1 6 0,0-1-6 16,0 2 8-16,-2 0-6 0,-1 0-3 0,-3 2 1 16,2-4 1-16,1 0-4 0,1 0 2 0,-2 0-2 0,2-2 8 15,0 1-6-15,1-5 3 0,1 1-4 0,0-1-2 16,0-1 8-16,0 0-5 0,0-1 6 0,0-1-9 0,0-2 9 15,0 4-5-15,0-6 6 0,0 6-13 0,0-4 6 16,0-2 0-16,0-2 2 0,0-3-2 0,0 1 1 16,0 1 2-16,0-1-1 0,0-1 4 0,0-3-5 15,0 3 1-15,0-2-2 0,0-2 7 0,0-1-5 16,-2 3 2-16,0 0-2 0,0 0 2 0,0-1 0 16,0 1 3-16,0 0-2 0,1-2 11 0,-1-1-9 15,0 1 0-15,0 0-4 0,0 0-1 0,-2 0 1 16,1 0 5-16,-8 1-3 0,-1 1 2 0,-1 0 5 15,0 0-4-15,-3 1 5 0,1-1-6 0,-2 0 7 0,-1-1-5 16,3-1 4-16,0 0-8 0,2 0-1 0,-4 0 6 16,4 0-5-16,-2-1-2 0,2 1 2 0,-2 0-5 15,1 0 5-15,2 0-9 0,-1 0 7 0,4 0-3 16,2-1 4-16,-1 1 1 0,3 0-5 0,1 0 4 0,2-2-5 16,-2 2-1-16,3-2-2 0,-3 2 2 0,0 0-1 15,0-1 4-15,3 1-1 0,-1 0 1 0,0 0-1 16,0 0-5-16,0 0 6 0,2 0-5 0,0-1 6 15,0 1 2-15,2 0-8 0,0 0 4 0,2 0-6 16,3 2 9-16,13 3-4 0,5-1 3 0,-1-3-4 16,5 1 4-16,3 0-2 0,1-2 0 0,1-1 0 0,-6 1-3 15,1-2 3-15,1 0 0 0,-2 2 0 0,2 0 0 16,-1 2-2-16,-1-1 0 0,-4 1 1 0,4 2 7 16,-9-3-6-16,-2 1 3 0,-3 0-3 0,-2 0 3 15,-3-1-3-15,0 3 1 0,-3-2-2 0,-1-1-1 0,-3-3-1 16,0 10 3-16,2 1-1 0,5 0 10 0,-3-2-9 15,-1 2 2-15,1 2-3 0,-4-3 4 0,-1-1 2 16,-1 0-1-16,0-1 1 0,0 1-6 0,0 0 1 16,-1 0 2-16,-1 1 1 0,-2-3 2 0,-2 1 0 15,1-1-3-15,-16 0 2 0,1 1-1 0,-4 1 5 16,-8-1-4-16,3 3 4 0,1-2 3 0,-4 0 0 16,4 2 4-16,0-5-3 0,-1 5 2 0,-1-5 0 15,6 5-1-15,-4-4 0 0,8 2-5 0,1 1-6 0,0-5 2 16,5 3-4-16,1-3-4 0,3 1 4 0,3 1-3 15,3 1 4-15,0-1-1 0,3 2-2 0,-7 1-1 16,3-1-1-16,3-3 3 0,-2 3 1 0,2-4-1 16,2 3 1-16,0 3-7 0,0-5 7 0,0-1-1 0,2 1 3 15,0-3-1-15,3 3-4 0,14 7 4 0,5 0-3 16,-2-4 2-16,3-3 0 0,4-1 0 0,-3-3 0 16,4-2-3-16,0 0 2 0,-12-2-1 0,8-1 2 15,-5-1 3-15,1 2-3 0,6-2 0 0,-10 3-2 16,-1-1 2-16,-6 2 0 0,0 0 4 0,-3 0-4 15,-1 0 0-15,-3 0 2 0,0 0-2 0,-1 0 2 0,-1 2 1 16,0-1-2-16,0 1 5 0,-2 0-5 0,0 0 7 16,-2 0-9-16,0 2-2 0,-1-1-1 0,-5 3 9 15,-5 5-5-15,-4-5 2 0,6 8-4 0,0-2 8 0,2-7-6 16,3 10 0-16,1-6-2 0,1-1-4 0,0 3 5 16,2-4 1-16,1 6 0 0,-9 0-2 0,3-2 0 15,1 2-3-15,3-1 3 0,1 1 2 0,2-2 0 16,0 5 1-16,0 1-1 0,3 2 0 0,1 1-3 15,2 2 3-15,1 4-2 0,-1 2 5 0,-1 6-4 16,1 3 0-16,-1 4-2 0,3 3 3 0,-4 1-2 16,-1 1 5-16,-1 2-3 0,2 6 1 0,0 2-1 15,-3-6-3-15,3 4 3 0,-2-6 3 0,2-1-3 0,1 1 2 16,-1-7-2-16,0 0 0 0,-1-1 2 0,3-1-2 16,0 0 1-16,1 0-1 0,-1 0 0 0,-3 2 1 15,1-4-1-15,-2 1 0 0,-2-5 2 0,0 4-2 16,0-2 2-16,2-1-4 0,0-1 7 0,-2-3-1 15,0-8 2-15,0 2-9 0,0-5 0 0,0 0 3 0,0-3 0 16,0 1 5-16,0-4-4 0,0-4-1 0,0 0 0 16,0-7 3-16,0 2-2 0,0 0-1 0,0-2 0 15,0-1-2-15,1 3 2 0,1 0 1 0,0 0 0 16,0-1-7-16,0-1 0 0,0 0-8 0,0 0 2 16,-1 0-44-16,1-2-118 0,0 0-14 0,2 0-62 15,0 0-320-15</inkml:trace>
  <inkml:trace contextRef="#ctx0" brushRef="#br0" timeOffset="32916.15">16596 3278 140 0,'0'0'21'0,"0"0"21"0,0-2 48 15,0 1 11-15,0-1-6 0,0 0-21 0,0 0-40 16,0 0 5-16,0 0-6 0,0 0 10 0,0 1-8 16,0-1-6-16,0 0 2 0,0 0-8 0,0 0 13 15,0 0 5-15,0 0 0 0,0 1 0 0,0-1-1 16,0 0 0-16,0 0 0 0,0 0-3 0,0 0-1 0,0 0 1 16,0 1 1-16,0 1-1 0,0 0-2 0,2 0-6 15,-2 0 2-15,0 1-12 0,1 1 2 0,-1 0-4 16,2 2 4-16,-2-2-8 0,6 14-6 0,-1 1 5 15,-1 0-5-15,2 3 4 0,-3 1-5 0,3 3 0 16,0-4 0-16,1 3 0 0,0 1-2 0,-1 0-2 16,1 4 1-16,1 1-2 0,-3-1 5 0,1 2-6 0,0-2 6 15,-5 1-7-15,1 1 4 0,0 0 5 0,-2-6-1 16,0 2 7-16,0 0-2 0,0-4 0 0,0 1-1 16,0-5 3-16,0-3 5 0,-2-2-3 0,0-4 5 15,1 1 0-15,-1 1-5 0,2-6 2 0,0-1-4 16,-2 0 5-16,0-1-10 0,0 1 4 0,0-2-6 15,0 0 5-15,1 0 4 0,-1 0-5 0,0-1 4 0,0-1-6 16,0-1-6-16,0-1 1 0,2-2-2 0,-2-26 9 16,2-1-8-16,2-8 7 0,2 3-8 0,3-1-2 15,5 0 0-15,-3-2 0 0,4-2 2 0,-2 0 0 0,0 3 4 16,0 0-6-16,0 3 4 0,0 2-9 0,1 3 5 16,-1 0-1-16,0 6 2 0,0-2 3 0,0 6-5 15,4-3 3-15,-2 5-5 0,-9-1 3 0,16 1 0 16,1 1 0-16,-3 2 1 0,3 2-3 0,-3 4 2 15,1 5 0-15,-3-7 1 0,1 2 1 0,-4 5 3 16,0 2-3-16,-2 2 3 0,-1 0-6 0,-3 2 5 16,-1 0-3-16,-5-2 4 0,1 0-5 0,6 9 0 15,-3 0 3-15,1 3 0 0,-2-1 2 0,-3-4-8 0,1 4 1 16,-2-3-5-16,0-1-4 0,0-1-103 0,0 1-13 16,0-1-41-16,0-1-138 0</inkml:trace>
  <inkml:trace contextRef="#ctx0" brushRef="#br0" timeOffset="33604.15">17064 3949 613 0,'0'0'42'0,"0"0"8"16,-2 0-22-16,0 0-15 0,0 0-5 0,0-2 38 15,0 0 23-15,0 0-3 0,1 0 2 0,-1 0-44 16,2 0-9-16,0 1 3 0,0-1-2 0,0-2 19 0,0 2-7 16,0-5-1-16,0-1-3 0,2-1-10 0,-2 3 24 15,1-3-10-15,-1 4 15 0,0-1-3 0,0 0-1 16,0 5 3-16,0-3-3 0,0 2 0 0,0 0-10 16,0-3 5-16,0 1-8 0,0 0 3 0,0 0-7 15,0 3 3-15,0-1-3 0,0 0-3 0,-1 0 2 16,-1 0-4-16,0 0 3 0,0 0-4 0,0 1-2 15,0-1-1-15,0 0 0 0,1 0 3 0,1 0-5 0,-2 2 4 16,2 0-6-16,-2 0-2 0,2 0 6 0,-2 0-7 16,0 0 8-16,2 0-1 0,-2 0-4 0,0 0 4 15,1 2-5-15,-1 0 3 0,0 0-1 0,0 1-1 16,-2 9-1-16,1 4 1 0,-1-1-2 0,0 0 3 0,0 2-2 16,1-1 1-16,-1 3-3 0,0 0 4 15,2-3-5-15,1 1-5 0,-1-2 2 0,0 0 0 0,0 0 3 16,2-1 0-16,0-1-1 0,0 0-1 0,0 0 0 15,0-1 3-15,0-1-2 0,0-2-4 0,0-3 1 16,2 1-6-16,-2-3 3 0,2-1 5 0,-2-1-1 16,3 2 4-16,1 0-7 0,5 1 2 0,6 3-1 15,0-5 9-15,0-1-7 0,-2-2-2 0,0 0-1 16,2-2 6-16,3-3-8 0,1-1 7 0,-2-1-8 0,-1-2 8 16,1-3 2-16,-2 3-3 0,0 7 1 0,-4-14-8 15,0-1 10-15,-7-2-6 0,0-1 8 0,3 1-7 0,-3 3 4 16,1-3 0-16,8 0 0 0,-2-5-7 0,-5 4 5 15,-4-2-3-15,-2 5 3 0,0 4 0 0,-2 4 0 16,0-1 2-16,-2 3-3 0,1 1-2 0,-3 3 0 16,-11 1 3-16,-1-11-1 0,-3 2-2 0,5 5 6 15,-3 2-5-15,2 4 6 0,1 2 1 0,-1 2 5 16,2 1-2-16,2 3 2 0,2-1 1 0,2-5-7 16,1 15 4-16,5-4-4 0,1 2-3 0,0-2-3 15,-7 0 0-15,1 0-1 0,4-4 2 0,1 0-2 16,1 1-2-16,2-3 0 0,0 0 3 0,0-1-9 0,0 0-5 15,0-3-11-15,0 1-105 0,0 0-203 0,2-1-52 16</inkml:trace>
  <inkml:trace contextRef="#ctx0" brushRef="#br0" timeOffset="35021.14">15764 2326 213 0,'0'0'28'16,"0"0"-4"-16,-2 0 17 0,0 0 6 0,0 0-6 15,-1-2 28-15,-1 2 5 0,-7-2-5 0,1 0 0 16,-1 0-33-16,4 2 7 0,-2 0-4 0,1 0 4 15,1 0-4-15,-1 0-9 0,5 0 1 0,1 0-5 16,0 0-10-16,-2 0-4 0,0 0 1 0,3 0 0 16,-1 0 6-16,0 0-8 0,0 0 3 0,2 0-4 15,0 0 6-15,2 0-3 0,2 0-3 0,16-2 0 16,15-1-1-16,8-1 0 0,5 2 1 0,4 2 0 16,8-2 3-16,3 2-3 0,0-2 1 0,2 1-3 0,4-1-6 15,3-2 5-15,10 2 1 0,11-2 1 0,1 3 6 0,5-3-6 16,-3 0-2-16,-10 1-1 0,-1-3 1 0,-5 0 2 15,0-1-1-15,3 1 1 0,-1 3 0 0,3-1-4 16,-7 2 7-16,-3 0-7 0,-10 0-3 0,-13 1 4 16,-8 1-4-16,-12-2 6 0,-1 2 0 0,-7 0-3 15,1 0 0-15,-5 0 0 0,-1 2 12 0,-3-2 17 16,3 1 4-16,-4-1 2 0,1 0 10 0,1 0-17 16,-2 0 1-16,4 2-6 0,-1 0 2 0,-3-2-14 15,4 2 0-15,-3-2-4 0,3 0-3 0,-2 0-1 0,-1 0 0 16,-1 0 0-16,-6 0 7 0,4 0-9 0,-5 0 6 15,3 0-8-15,2 0-6 0,-4 0 7 0,2 0-1 16,-1 0 4-16,-5 0 0 0,-1 0 2 0,1 0-6 16,-1 2 5-16,0 0 0 0,0 0-5 0,-1-1 6 0,1 1-6 15,-2-2 0-15,0 0 8 0,0 0-8 0,-1 0 7 16,1 0-10-16,0 0 0 0,0 0 3 0,0 0-1 16,2 0 4-16,-1 0-7 0,1 0 4 0,0 0-4 15,-1 0 2-15,-1 0-2 0,6 0-1 0,1-2 1 16,-7 2 3-16,0 0 1 0,1-1-1 0,1-1 0 15,0 0-5-15,-2 0 6 0,0 0-2 0,-1 0 4 0,1 0-10 16,-2 2 5-16,0 0 0 0,0 0 4 0,-2 0-1 16,1 0 11-16,-1 0-3 0,0 0 7 0,0 0 5 15,-2 0-5-15,1 2-2 0,-1 0 0 0,-2 0-3 0,-3 4-5 16,-4 1-4-16,4 0-2 0,1-1-6 0,5-2 3 16,-5 5 6-16,1 4-4 0,3-2-2 0,2 0 0 15,0-2 0-15,2-1 2 0,0-1 0 0,2 1-2 16,0-3 1-16,0-1 1 0,3-2 6 0,14 0-3 15,-2 9-3-15,3-2 2 0,6 0-4 0,-2-5 3 16,4-4-3-16,-4 0 2 0,-1-4-3 0,-3-1 4 16,0-3-1-16,-3 1 3 0,-2 0 4 0,-2-1-7 15,-6 3 7-15,-3-3-8 0,0-5 1 0,5 0 1 16,-1 2 2-16,-3-2 1 0,-1 2 6 0,-4-2-11 0,0 2 3 16,0 5-4-16,-2 3 7 0,0-1 7 0,-2 0-2 15,-9-5 3-15,-3 1 2 0,3 5-2 0,-6-1-3 16,2 4 0-16,6 0-3 0,-2 0-4 0,6 2 1 15,1 0-4-15,-1 0-7 0,1-1 7 0,1 1-1 16,1 0 3-16,0 0-4 0,1 0 0 0,1 2-2 0,0-1 0 16,0 1-29-16,0 0-95 0,0 1-13 0,0 5-43 15,2-1-174-15</inkml:trace>
  <inkml:trace contextRef="#ctx0" brushRef="#br0" timeOffset="36662.56">7377 6307 760 0,'-4'0'0'0,"-7"-2"4"0,-2 0 40 15,0 2-21-15,0 0-1 0,-2 0-22 0,0-2 1 0,1 0 2 16,2 0 10-16,1 0-4 0,2 1 22 0,0-1-18 16,1 0 4-16,1-2-7 0,-1 0 12 0,1 1-3 15,0-1-2-15,-3-2-1 0,3 3-3 0,-2-3 4 16,-1 1 5-16,1-1-3 0,0 2 2 0,-2 1 3 16,0-1-1-16,-1 2 2 0,-1 0-3 0,-1 2 3 15,-1 0-5-15,2 0 5 0,-2 0-5 0,2 0-3 0,2 2 4 16,0 0-4-16,1 0 7 0,5-2-4 0,-1 0-3 15,2 0 0-15,1 2-9 0,-1-1-1 0,0 1 1 16,2 0-1-16,1-2-5 0,1 0 6 0,0 0-4 16,1 0 4-16,1 0-13 0,2 0 6 0,11 0 1 15,11-2 2-15,2 0-4 0,1-1 5 0,5-1-5 0,3-2 4 16,2 1-5-16,11-1 0 0,4 3 3 0,2 1-1 16,3-2 9-16,-5-2-6 0,3-1-5 0,-5 1 1 15,0 1-1-15,0-3-1 0,-1 1 5 0,6 0-3 16,3 1 1-16,4 0 5 0,7 3-1 0,0-3 0 15,7 2-2-15,0-1 2 0,0 3-5 0,-6 0 4 16,-1 0-7-16,-5-1 6 0,1-1 0 0,6 2 4 0,3 2 1 16,7 0-8-16,3 2 3 0,-1 0-3 0,2-2 5 15,-9 0-2-15,-2 0-1 0,-1 0-2 0,-1 0-3 16,10 0 6-16,5 0 1 0,2 0 2 0,5-2 0 0,-3-4-3 16,-8 1 2-16,5-1-3 0,-9 2-3 0,5 1 1 15,7-3 0-15,5 1 3 0,4 1 3 0,-2-2-7 16,-1 1 0-16,-12 3-2 0,-2-4 6 0,1 1-5 15,5 3 3-15,7 0-2 0,4 0 11 0,2 2-4 16,-7-2-2-16,-2 1-2 0,-6-1-5 0,0 0 3 16,5 0 0-16,5 0 1 0,5-3 0 0,2 1 0 15,-4-2 3-15,-4 4-1 0,-1-1 1 0,-1-3 2 16,8 2-4-16,2-1 3 0,4-1-9 0,-6 1 5 0,-6-1 0 16,-3-1 2-16,-4 1-1 0,2 1-5 0,1-1 3 15,8 0-3-15,2 5 8 0,-3-1 0 0,-7-4-7 16,-8 2 3-16,-3-1 0 0,5 3-4 0,3-2 7 15,5 2-6-15,1 1 6 0,-6-1-2 0,-4 0 0 16,-7 0 0-16,-6 0 0 0,0 0-1 0,2 2-3 0,4 0 1 16,-2 0 1-16,9 0 0 0,-1-2 4 0,-6 1-4 15,-2-3 4-15,-6 0-8 0,-3 0 4 0,1 1-3 16,5 1 15-16,1-2-14 0,0 0 7 0,2 1-9 16,0-1 8-16,-2 0-2 0,-4 1-3 0,-3-1 1 15,-4 2-3-15,-4 0 8 0,1 0-5 0,-1 0 3 16,-2 1-12-16,4 1 9 0,1 0 2 0,-7 0 2 0,6 0-3 15,-5 0 4-15,-1 0-6 0,-3 0 4 0,-7 0-2 16,-5 0-3-16,1 0 4 0,-4 0-5 0,0 0 1 0,0 0 2 16,-4 0 2-16,1 0 0 0,1 0 2 0,-2 0 2 15,2 0-5-15,0 0 4 0,-3 0-6 0,-5 0 1 16,-3 0 3-16,-2 0 0 0,-1 0 3 0,-1 0-3 16,4 0 0-16,-2 0-1 0,-5 0-2 0,-1 0 0 15,-3 0 0-15,-4 0 0 0,6 1 0 0,-4-1 5 16,-2 0-3-16,0 0 3 0,0 0-5 0,1 0-1 15,-5 0 3-15,2 0-2 0,-3 0 1 0,-1 0 0 16,1 0 0-16,-2 0 1 0,-1 0 5 0,-1 0-7 16,0 0 2-16,2 0-2 0,0 0 0 0,-1 0 0 0,1 0 0 15,0 0 0-15,-2 0-4 0,-1 0-17 0,1 0-20 16,0 0-4-16,0 0-106 0,-2 0-180 0,0 0 30 16</inkml:trace>
  <inkml:trace contextRef="#ctx0" brushRef="#br0" timeOffset="37689.58">15957 5098 302 0,'0'0'244'0,"0"-2"-347"16,-2 0 292-16,0 0-169 0,0 0-20 0,2 1 8 16,0-1 6-16,0 0 2 0,0-2 31 0,0 0-12 15,0 1 9-15,0 1-10 0,0 0 3 0,0 0-6 0,0 0-4 16,0 0 1-16,0 1-11 0,0-1 5 0,2 0-8 16,-2 0 8-16,0 2-3 0,0 0-2 0,0 0 12 15,0 2-9-15,0 0 5 0,0 0 1 0,0 3-9 16,0 21 8-16,0 0-6 0,0 4 0 0,0 1 0 15,0 8-1-15,0 4-2 0,2 0 0 0,2 1-3 16,-2 1 2-16,1-6 3 0,3 4-16 0,0-4 14 0,-1-6-14 16,-3 2 7-16,0-3 1 0,2-4-10 0,-1-2 9 15,3-2 2-15,-1-2-7 0,-1 0 6 0,0-1-7 16,0-4 8-16,-3-4-3 0,1 0 1 0,0-4-1 16,0 0 0-16,-2-3 5 0,0-3-2 0,0-1 3 15,2 2 3-15,0 0 1 0,0-1 6 0,-1-1-5 16,1 0-4-16,0 0-5 0,0 0-1 0,0-2 1 15,0 0 0-15,0 0 0 0,-1-2-6 0,1 0 3 0,0-2-4 16,-2 3-1-16,8-14 3 0,-3 2-4 0,1 2-5 16,-3 1 5-16,1 1 1 0,0 2 3 0,-2 1 1 0,-2 2-6 15,2 1 3-15,-1-1-3 0,1 0 7 0,0 2-1 16,0 0-2-16,-2 1 0 0,0 1-4 0,0 0 6 16,0 1-1-16,0 1 4 0,0 2-5 0,0 0-1 15,0 3 3-15,-2 4-1 0,0-1 9 0,2-5-5 16,0 1 4-16,0-3-3 0,0 1 20 0,0-2-3 15,0 2 2-15,0-1-3 0,0 1 2 0,0 0-5 16,0-2 2-16,0 0-4 0,0-1 1 0,0 1 0 0,2 0-3 16,-2 0 0-16,2 0-5 0,-2-2-9 0,0 0 0 15,0 0-4-15,0 0-3 0,0 0 5 0,0 0 2 16,0 0 0-16,0 0-3 0,0 0-7 0,-2 0-11 16,0-2 0-16,0 0-37 0,1 0-107 0,-1 0-17 15,0 1-51-15,0-1-228 0</inkml:trace>
  <inkml:trace contextRef="#ctx1" brushRef="#br0">19709 14695 0,'0'0'0</inkml:trace>
  <inkml:trace contextRef="#ctx0" brushRef="#br0" timeOffset="38594.86">8848 5993 138 0,'0'0'47'0,"0"0"-27"0,0-2 52 16,0 0-15-16,0 0 1 0,0-1-1 0,0-1 0 15,0 0-1-15,0 2-12 0,0-3-8 0,0-1 4 16,0-1-5-16,0 1 10 0,0 2-9 0,0 1 5 15,0-1-7-15,0 0 5 0,0 1 1 0,0 1-4 16,0 0 3-16,0-2-8 0,0 0 2 0,0 1-5 0,0 1 4 16,0 0-9-16,0 0 6 0,0 0-2 0,0 2 1 15,0 0-8-15,0 0-4 0,0 2 3 0,0 0-4 16,0 2 0-16,0 3-7 0,-2 8 5 0,0-2-5 16,0 2 4-16,2 0 0 0,0-2-4 0,0 0 4 15,0-2 7-15,0-4-6 0,0-3 12 0,0 2-7 16,2-3 30-16,0 1-2 0,0 0-5 0,-1-2 1 0,1-1-18 15,2 1 2-15,0 0-2 0,-1-2 2 0,1 0-14 16,0 0 5-16,0 0-2 0,-1-2 3 0,-1 0-6 16,0 1 6-16,0-1-7 0,0 0 6 0,0 0-11 0,-1 0 3 15,1 0 2-15,0 0 0 0,0 1 4 0,-2-1-8 16,0 0 3-16,0 0-5 0,0 0-2 0,-2 0 0 16,0 2-2-16,0 0 2 0,1 0-3 0,-1 0 0 15,0 0-3-15,0 0 0 0,0 0-14 0,0 0-21 16,0 0-11-16,1 0-7 0,-1 0-70 0,0 0-370 15</inkml:trace>
  <inkml:trace contextRef="#ctx0" brushRef="#br0" timeOffset="41173.08">5866 3362 256 0,'0'0'-56'0,"0"0"36"0,0 0-1 16,0-2 8-16,0 0 55 0,2 0 2 0,-1 0-6 0,1 1 4 15,0-1-4-15,0 0 4 0,0 0-2 0,0 0 4 16,0 0-2-16,-1 0 11 0,-1 2-9 0,0 0 2 16,0 0-2-16,0 0 5 0,0 0-2 0,0 0-4 0,0 0 1 15,0 0-11-15,2 0 2 0,-2-1 3 0,0 1-1 16,0 0-3-16,0-2-3 0,0 2-3 0,0 0 1 16,0 0-2-16,-2 0-4 0,1 0-1 0,-1 0-2 15,0 0-6-15,0 0 5 0,-15 0 1 0,1 0-1 16,-5 0-3-16,4 0 3 0,-5 2-2 0,0-1 3 0,-6 1 2 15,-2 0-6-15,2 0-1 0,-1 0-1 16,-3-2 3-16,-1 0 3 0,-4 0 2 0,1 0-1 0,-1 0-8 16,-2-2 6-16,-2 0-6 0,-5-2 7 0,0 1-6 15,-5-1-4-15,7 0 2 0,1-1-4 0,-3-1-2 0,5 2 9 16,-4-1-3-16,1 1 4 0,7 0-9 0,1-1-2 16,3 1 5-16,3 0-2 0,4 1 10 0,4-1-8 15,-2 0-2-15,1 2-1 0,1-1-3 0,4 1 8 16,1 2-2-16,0 0 4 0,2 0 3 0,1 0-10 15,-1 0 6-15,2 0-7 0,2 0 7 0,1 0-4 16,3 0-1-16,-1 0 0 0,1 0 3 0,5 0-6 16,0 0 2-16,0 0-5 0,-1 0-4 0,-1 0 1 15,2 0 1-15,0 0 0 0,0 0 0 0,1 0 6 0,-1 0-8 16,2 0 6-16,0 0-3 0,0 0-24 0,0 0-3 16,2 0-12-16,-1 0-39 0,1 0-95 0,0 0-35 15,0 0-36-15,0 0-234 0</inkml:trace>
  <inkml:trace contextRef="#ctx0" brushRef="#br0" timeOffset="41941.87">4209 2057 248 0,'-1'-2'74'0,"-1"0"15"0,-8-17-12 0,-4-9-38 16,1 1 2-16,3 4-8 0,3 3 20 0,-2-1-4 0,1 3 10 15,3 3-4-15,1 0-3 0,0 4 3 0,2 2-4 16,0 1-4-16,1 1-14 0,1 3 2 0,-2 0-4 15,0 1 6-15,0-1-8 0,0 2 1 0,0 0-3 16,2 2 13-16,-2 2-10 0,1 2 0 0,-5 18-5 16,-3 17-13-16,-1 9 5 0,3-1 2 0,0 5 0 15,-1-8-4-15,1 1-2 0,-1 0-6 0,1-8 4 16,0 0 2-16,-1-7 0 0,1-3 2 0,1-4-2 16,1-3-7-16,1-3 3 0,2-4-3 0,0-2 2 0,0-2 1 15,2-1-9-15,0-5 11 0,0 3-10 0,0-2 8 16,0-1-7-16,0 1 0 0,2-2 0 0,0 0 5 0,0 0-4 15,0-1 1-15,1-1-2 0,1 0 1 0,5 0-2 16,4-1 2-16,6-3-2 0,1-2 0 0,3-1 4 16,-3-1-3-16,0 3 2 0,3-1-9 0,1 3 5 15,0 1-7-15,-2 2 7 0,2 0-5 0,-5 3 1 16,3 3 6-16,-5 0-3 0,-4-1 1 0,2 4 5 16,-6-3-4-16,-1 0 5 0,-3 1 1 0,-3 2 1 15,5 2 5-15,-1 2-2 0,-2-1 10 0,-4-1 0 16,0 0-3-16,-2-2 4 0,-4 2-2 0,1-3 5 0,-8 3-1 15,-11-4 2-15,-1 3-5 0,1-3-2 0,-5-1 2 16,4 1-1-16,3-3 5 0,0 1-1 0,1-1-3 16,5-2 1-16,-5 2-10 0,5-3-3 0,1 11-3 0,2-5-1 15,2-1-5-15,1-3 3 0,1 1 1 0,3-2 2 16,1-2-3-16,1 0-4 0,2 0-9 0,1 0-2 16,-1 0-45-16,-2 2-51 0,0 0-1 0,2-1-20 15,1 1-51-15,1 0-203 0</inkml:trace>
  <inkml:trace contextRef="#ctx1" brushRef="#br0" timeOffset="4218.42">18150 15108 0</inkml:trace>
  <inkml:trace contextRef="#ctx0" brushRef="#br0" timeOffset="44340.08">5888 2135 47 0,'0'0'0'0,"0"0"18"0,0 0 15 16,0 0 9-16,0 0 10 0,0 0-15 0,0 0-8 16,0 0 5-16,0 0-9 0,-2 0 8 0,2 1-19 0,0 1 5 15,0 0-5-15,0 0 4 0,0 0-4 0,0 2 5 16,0-1 0-16,0 8 1 0,0 2-8 0,0 2 1 15,0 6 0-15,0-3 2 0,2 5 8 0,0-1-17 16,2-2 8-16,-1 2-10 0,1 1 6 0,2 1-10 16,-3 2 1-16,1 0-2 0,0 2 2 0,-1 1 4 15,3 3-6-15,0 1 4 0,1 1-2 0,2 5-1 16,-1 2 1-16,-1 3-1 0,-1 6 3 0,-3 1-3 16,5 2 2-16,-1-1-2 0,1 0 5 0,-1 0-4 15,-3-2 3-15,1-5-5 0,-1 0-1 0,0-5 0 0,-1 1 1 16,-1 2 0-16,0 3-2 0,2 5 1 0,-2 4-1 15,1 5 1-15,1 6 6 0,0 11-3 0,0 1 4 16,-1-4-4-16,1-4 3 0,0-10-5 0,-2-3 0 16,-1-6-2-16,1-3 8 0,0 2-2 0,0-2-3 0,4 2 0 15,-1-1 3-15,1 4-1 0,-1 1 9 0,3 2-7 16,-3 5 5-16,3 1 6 0,-3-7-4 0,-1 1 5 16,0-2-9-16,-1-8 7 0,1 3-9 0,0-5 7 15,0-1-12-15,-1-1 9 0,-1 5-1 0,0-1 2 16,0 3-19-16,0 1 20 0,1 2-8 0,1 2 12 15,0-1-11-15,1 3 5 0,-1-2 5 0,-2-6-2 0,2 0 4 16,-2-3 1-16,1-2 1 0,1-6 1 0,0 0 10 16,-2-2-11-16,1 1-1 0,1-3-4 0,2-1 3 15,-1 1-4-15,1-5-1 0,-1 0-3 0,1 0-3 0,-2-2 0 16,1 1 2-16,-1-1-2 0,0-3 0 0,-1-7-1 16,1 3-2-16,-2-4 0 0,0-4-5 0,0 0-10 15,-2-7-6-15,0-2-2 0,0 1-27 0,1 1-43 16,1 0-10-16,-2-2-11 0,0-1-24 0,0-1-25 15</inkml:trace>
  <inkml:trace contextRef="#ctx0" brushRef="#br0" timeOffset="46588.8">6209 2407 33 0,'0'0'41'0,"0"-1"-4"0,0-1 17 16,0 0 3-16,0-2-13 0,0-3-11 0,0-8-5 16,0 0-1-16,0 2 1 0,0 0 0 0,0-4-4 15,0 1-2-15,-2-7-1 0,0 3-7 0,1 0-3 16,-1-3 5-16,0 5-5 0,0-6 3 0,2-2 0 16,-2 3-2-16,0-3 2 0,0 6-6 0,2 3 7 15,0 0-9-15,-1 1 10 0,1 5 4 0,0 1-3 16,-2-1 14-16,2 6-10 0,-2-5 5 0,2 3-2 15,0 5-2-15,0-2 2 0,0 1-7 0,-2-1 8 0,0 0-14 16,0 0 12-16,2 1-13 0,0 1 2 0,0 0 2 16,0-2-3-16,0 2-6 0,0 1 11 0,0-1-2 15,0 0 4-15,0-2-9 0,2 0-2 0,0 1 2 16,0 1-1-16,0 0 4 0,0 0-6 0,-1 0 2 0,1 0-5 16,2 1 0-16,-2 1 0 0,9-6 1 0,0 0 0 15,2 3 0-15,0-1-4 0,2 2-1 0,0 0-1 16,0 0-5-16,1 1 11 0,3-1-1 0,3 0 5 15,1 0-4-15,-1 0 0 0,4 0-3 0,0 0 3 16,9-1 5-16,4-1 2 0,4 0-2 0,3-1 0 16,1-1-11-16,-1 1 3 0,0-3 1 0,1 1 1 15,-3-1 2-15,5-1-4 0,-1 2 5 0,2-1-6 0,-2-1 1 16,4 0-1-16,4-1-2 0,9 1 2 0,2 2 0 16,2 1 6-16,5 0-5 0,-11 3 6 0,4-1-8 15,-8 0-5-15,-1 1 10 0,-4 1-7 0,0 2 12 16,3-2-9-16,1 0-4 0,5 0 0 0,4 0 8 0,5 0-3 15,0 1 2-15,1-1-3 0,-4-2 1 0,-8 0-2 16,0 1 1-16,-3-1-4 0,-3 0 5 0,5 0 0 16,-3 3 4-16,8-1-5 0,2 2 0 0,6 0 1 15,-3 0-1-15,-1 0 1 0,-4 0-8 0,-2 0 11 16,-7 0-5-16,-4 0 7 0,0 2-12 0,-2-1 7 16,4 3-1-16,3 0 4 0,-1 0-8 0,7-1 7 15,0 3-6-15,2-2 6 0,0-1-4 0,-2-1 1 0,0 0 0 16,-11-2 0-16,2 0 3 0,-2 2-4 0,0-2 1 15,2 2-3-15,7 0 2 0,4 1 2 0,2-1 4 16,2 0-2-16,-1 0-3 0,1-2 2 0,-2 0-2 16,-4 2 1-16,-2-2-5 0,-5 2 3 0,0-2 0 0,0 0 1 15,5 0 2-15,6 0 0 0,1 0-2 0,5 0 1 16,1 0-4-16,-5 0 3 0,-2 0 1 0,-8 0 3 16,-1 0 2-16,-3 0-8 0,1-2 1 0,1 0-3 15,3 0 2-15,5 0 1 0,2 2 1 0,3-2 0 16,-3 0 10-16,2 1-7 0,-4-1-4 0,-2 0-1 15,-2 0 0-15,-1-2-4 0,-5 1 6 0,1 1-6 16,5 0 6-16,4-2 2 0,-3 0-1 0,10 3 1 16,-1-3-1-16,-1 0-3 0,3 0 2 0,-10 1-3 0,-4-1 3 15,-5 2 2-15,0-2-2 0,0 1 1 0,1-3 0 16,5 1 1-16,3 1-2 0,4 0 1 0,3 0-5 0,3 1 7 16,-7-1 0-16,-1 0 2 0,-5-1-11 0,-4 1 8 15,-1-1-1-15,-1 1 4 0,2 0-9 0,3 2 9 16,-1 0-6-16,7 1 7 0,0-1-6 0,-6 0 0 15,6 2-1-15,-7 0 1 0,-3 0-1 0,1 0 1 16,-2 0 3-16,-6 0-3 0,1 0-8 0,-1 0 10 16,0 0-4-16,4 0 7 0,4 2-2 0,1 0-3 15,-1-2 0-15,2 0-2 0,-1 0 0 0,4 0 4 16,-1-2-4-16,-6 2 2 0,-4-2-6 0,-6-2 6 0,1 0 3 16,-1 3 0-16,3-3-8 0,3 0 8 0,2 2-6 15,4-1 7-15,-1-1-7 0,3 0 4 0,-2 0-1 16,-2 3 2-16,-2-3-4 0,-2 0 0 0,-4 0 4 15,-5 3-2-15,-4-3 1 0,-2 2-2 0,1 0 1 16,-3 0 0-16,2 0 4 0,-1 1 1 0,1-1-5 0,-2 0 2 16,-1 0-11-16,1 2 8 0,-1-2-3 0,5 0 5 15,0 2 6-15,0-2-7 0,-3 1 4 0,-3-1-4 16,1 0 3-16,-2 0-3 0,-2 0-1 0,1 0-1 16,-1-1 3-16,-2 1 1 0,-2 0-2 0,-2 0 1 15,-3 0-4-15,0 0 4 0,-3 0 3 0,-3 1 1 16,0-1 2-16,-2 0-7 0,2 2-1 0,0 0-2 15,-1 0 4-15,-3 0-2 0,2-2 1 0,-4 2-3 0,3 0 6 16,-5 0 1-16,3 0 0 0,-3 0-1 0,1 0-11 16,-2 0 7-16,1 0-2 0,-1 0 5 0,0 0-2 0,-3 0 5 15,1 0-5-15,0 0 6 0,2 0-5 0,0 0 5 16,-1-2-4-16,1 0 3 0,0 0-8 0,-2 1 6 16,-1 1-1-16,1 0 2 0,0 0-9 0,0 0 5 15,0-2-1-15,0 2 3 0,0-2 1 0,-1 0-2 16,1 2 0-16,0 0-2 0,0 0-9 0,0 0 12 15,0 0-3-15,0 0 5 0,-1 0 2 0,1 0-7 16,0 0 2-16,0 0-5 0,0 0 0 0,0 0 1 16,0 0 3-16,-1 0-1 0,1 0 1 0,0 0 2 0,0 0-3 15,0 0 1-15,0 0 0 0,0 0 2 0,-1 0 2 16,1 0 0-16,0 0-8 0,0 0 5 0,0 0-4 16,0 2 4-16,0 0-2 0,-1 0-3 0,1-1 5 15,0 1-4-15,0 0 3 0,0 0 0 0,0 0 1 0,0 0 0 16,-1 0 1-16,1-1-1 0,0 1-1 0,0 0 0 15,0 0 4-15,0 0-6 0,0 0 4 0,-1 0-4 16,1-1 12-16,0 1-10 0,-2 0 0 0,0-2-2 16,0 2 2-16,0-2-3 0,2 0 6 0,-2 2-4 15,0 0 5-15,0-2-7 0,0 0 0 0,0 0-2 16,0 0 7-16,0 2 0 0,0-1-1 0,0 1-1 16,0 0 0-16,0 0 3 0,0 0 0 0,0 0 1 0,0 0-4 15,0-1-3-15,0 1 0 0,0 0 0 0,0 0 8 16,0 0-5-16,0 0 2 0,0 0-2 0,0-1 8 15,0 1-6-15,0 0 1 0,0 0-3 0,0 0 3 0,0 0-4 16,0 0 4-16,0-1-4 0,0 3 2 0,0 0 0 16,0 0 2-16,0-1-3 0,0 1-2 0,2 7 0 15,0-2 0-15,1 4 1 0,1 2 8 0,0 0-8 16,1 2 4-16,1-1-6 0,0 5 8 0,-1-1-5 16,3 3 1-16,-1-1-1 0,0 0 0 0,1 2-2 15,-1 4 0-15,-1-4 0 0,-1 2 2 0,1 4-1 16,0 0 4-16,-1 1-2 0,3 3-1 0,-3-6 1 15,3-2-3-15,-1 7 3 0,0-3 3 0,1 1 0 0,-1 3 1 16,-1-10 0-16,-2 2 3 0,1-2-8 0,-1 2 6 16,-2 0-6-16,1 0-1 0,-3-2 0 0,2 2 1 15,0 2 0-15,-2 2-4 0,2 1 4 0,0 1-2 16,0 1 3-16,-2 1-1 0,0 1 0 0,0 2 0 0,3 4 1 16,1 0 3-16,0 0-4 0,-1 1 4 0,-1-1-4 15,2 0 0-15,0 3 1 0,-1-3-4 0,1-4 3 16,0 1 0-16,0-7 2 0,1 1-2 0,1 1 0 15,-1-3-3-15,3 1 4 0,1 1 0 0,2 1 2 16,0 5-5-16,-1-1 2 0,1 4 2 0,-2-1 0 16,0 5-1-16,2 7 3 0,1 4-4 0,-1-3 1 0,-2 3-1 15,-3-4-1-15,-3 4 2 0,-1-4-1 0,0-6 2 16,0 3-2-16,0-10-1 0,-2 1-1 0,2 3 2 16,-1 0 1-16,3 3 1 0,-2 1 0 0,2-1-2 15,-2 0 1-15,3 8-3 0,1-2 2 0,-3 0 0 0,5 4 1 16,-4-8 1-16,1 2-2 0,-1-1-1 0,0-7 3 15,-1 1-1-15,1-4 2 0,0 2 0 0,-1-2-8 16,1 4 5-16,0 3-4 0,0 0 4 0,-3 3 4 16,3 1-2-16,-2 0 3 0,2 6-4 0,-2-4 2 15,1 0-5-15,-1 0 3 0,0-8 2 0,-2 3-4 16,0-5 3-16,0-6-4 0,0-1 2 0,0-2 5 16,0-1-4-16,2-1 3 0,0 1-11 0,0 0 10 15,-1-1-3-15,1 3 5 0,0-3-2 0,0 3-6 0,0 1 4 16,2 2-4-16,-3 6 13 0,3 1-11 0,0 4 6 15,0 1-8-15,-1-3 0 0,-1 1 11 0,2-3-8 16,0-1 8-16,-1-4-16 0,1-4 8 0,2-3 1 0,-3-3 5 16,3-1 2-16,-2 0-7 0,-3-6 2 0,3 1-3 15,0-1 0-15,0-3 14 0,-1-1-8 0,1-1 9 16,0-2-11-16,-1 0-1 0,1-2 3 0,2 1-3 16,-1 1 3-16,-1-2-2 0,0 0-2 0,-1-2 2 15,1-1-2-15,-2-1-3 0,2 0 1 0,-2 0-6 16,-1-3-23-16,1 1-73 0,0 1-19 0,-2-1-19 15,0-1-83-15</inkml:trace>
  <inkml:trace contextRef="#ctx0" brushRef="#br0" timeOffset="48277.52">6319 5742 100 0,'0'0'74'15,"0"0"-5"-15,0 0 26 0,0 0 0 0,0 0-18 0,0 0-12 16,-2 0-20-16,0 0 1 0,0 0-7 0,0 0-4 16,0 0-1-16,1 0 1 0,-1 0-1 0,0 0 3 0,0 0-15 15,0 0 3-15,0 2-6 0,0 0 10 0,1 0-12 16,-1 1 8-16,2 1-9 0,-4 17 11 0,0 5-15 15,1 5 1-15,1 8-4 0,2 6 3 0,0 7-5 16,2 5 2-16,-1 6-4 0,3-3 5 0,-2 8-4 16,0-1 2-16,0-4-3 0,-2 2 4 0,0-11 11 15,0-2-5-15,0-2 5 0,0 1-5 0,0-3 6 16,0-4-3-16,0 1 3 0,2-2-4 0,1-3 2 16,1-2 3-16,-2-7-1 0,2-1-5 0,-1-2-2 15,1-2-2-15,0-4 1 0,-1-3-8 0,-1-3 3 0,2 1-5 16,0 0 3-16,-1 1-5 0,1-1 4 0,0-2 1 15,-2-4 1-15,0 0-7 0,-1 0 4 0,1 2 0 16,0-2 2-16,0-1-2 0,0 1-2 0,-2-4-1 16,2 3 1-16,-2-3-1 0,0-1 6 0,0-1-5 0,0-1 3 15,0-2-5-15,0 0 3 0,0-1 3 0,0 3 1 16,2 0-1-16,-1 0-7 0,1-1 6 0,0 1-5 16,0-2 4-16,2 0-3 0,-1 0-2 0,-1-2 1 15,8 3 1-15,1-1-1 0,2 0 3 0,0 0-3 16,-2 0 3-16,2-2 0 0,-2 0-4 0,0 0 1 15,2 0 1-15,0 0-4 0,6 0 6 0,3 0-5 16,0-2 7-16,2 0-5 0,-3 2-2 0,-1-2-1 0,2 0-3 16,8 0 7-16,-4 1 3 0,2-3 0 0,0 0-4 15,-4 0 2-15,-2 1-7 0,4-1 5 0,0 0-1 0,0 1 0 16,4-3 1-16,-2 0-1 0,0 1 2 0,1 1-4 16,1 0 8-16,2 3-8 0,3-1 3 0,4 0 0 15,0 2-1-15,7 0 2 0,-1-2 1 0,3 0-4 16,-1-2 2-16,6-1-1 0,-1 1 1 0,-1-1 7 15,2-1-2-15,-4-1 3 0,3-1-8 0,3 1 4 16,5-3-6-16,3-1 5 0,4 0-7 0,11 0 2 16,3 2 2-16,7 3 1 0,-1 1 0 0,-7-3 5 15,-4 1-8-15,0-3 6 0,0 3-6 0,10 3 1 0,10 1 3 16,1-3-2-16,7 4 0 0,-8-3-6 0,-7-1 6 16,-1 4-4-16,-3-2 1 0,8 3 5 0,9 1-9 15,6 0 8-15,-1-2-9 0,-1 0 5 0,-17-2 0 16,-1-1 1-16,1 3 6 0,4 0-8 0,9 0 7 15,9 2-8-15,-1 0 5 0,-6 0-2 0,-8 0-4 0,-7 0 4 16,2 0 3-16,10 0 0 0,2 2-1 0,9 2 0 16,-1-1-1-16,-9-3-6 0,2 2 7 0,-7 0-6 15,3-2 9-15,12 0-3 0,5 0-4 0,5 0 1 16,-7-4 3-16,-5 2-5 0,-6-1 10 0,3 1-8 16,10 0 8-16,8 0-6 0,-3-2 0 0,-5 1-2 15,-3-3 1-15,-7 1 6 0,14 1-5 0,7 0 5 16,0 0-11-16,-5 3 7 0,-10-3-3 0,-5-2 4 0,3-1 0 15,17 1 3-15,-2-3-3 0,-1 2 3 0,-8-1-2 16,-11-1-2-16,1 1 1 0,8-3-2 0,4 4-1 0,6-2 4 16,-8-4-2-16,-11 0 3 0,-2-2-3 0,-2 2 0 15,3 2-2-15,7-1 1 0,-3 3 2 0,-6 0-4 16,-12 0 6-16,-10-1-6 0,-5 3 3 0,-1-1 3 16,3 3-4-16,0-3 4 0,1 5-3 0,1-1 3 15,-5 0-4-15,-10 1 2 0,-2-1 1 0,-10 2-6 16,-4 0 7-16,-5 0-6 0,-1 2 8 0,-4-2-3 15,4 2-2-15,-6-1 0 0,2-1 0 0,-2 0 1 16,0 0 2-16,2-2-1 0,-5 2 4 0,-1-1-4 0,-3-1 2 16,-3 0-3-16,-1 3 2 0,-1-1-3 0,-3-2 1 15,-4 2-1-15,1 0 3 0,0 0-2 0,-5 1-2 16,3-1 1-16,0 0 2 0,-6 2-2 0,0 0 3 16,-2 0-3-16,-1 0 0 0,1 0 2 0,-1 0-2 15,1 0 0-15,0 0-3 0,-1 0 2 0,-1 0 1 0,0 0 0 16,-1 0 2-16,1 0-2 0,1 0 4 0,-3 0-4 15,3 0 4-15,-1 0-4 0,3 0-2 0,-3 0 1 16,0 0 1-16,-1 0 0 0,0 0 0 0,-1 0 0 16,3 0-1-16,-5 0 0 0,3 0 1 0,-2 0-1 15,1 0-27-15,-3 0-42 0,0 0-16 0,0 0-11 16,1-2-94-16,1 0-120 0</inkml:trace>
  <inkml:trace contextRef="#ctx0" brushRef="#br0" timeOffset="48557.39">17845 5920 605 0,'0'0'15'0,"0"0"-3"0,0 2-10 0,0 0 12 16,0 7-14-16,-2 27 30 0,1 3-6 0,-1 9 6 15,-2-4-6-15,0 1-9 0,1 1-4 16,-1-3-9-16,0-2 5 0,2-2-6 0,0-6 2 0,2-3 1 0,0-4 0 16,0-2-2-16,0-1-43 0,0-3-14 0,0-3-16 15,0-2-91-15</inkml:trace>
  <inkml:trace contextRef="#ctx0" brushRef="#br0" timeOffset="49083.9">17403 5735 155 0,'-2'0'76'0,"1"0"-26"0,-1 0 65 16,0 0-13-16,-2-2-61 0,-3 2 10 0,-6-2 3 15,0 0 2-15,5 2 12 0,-5-2 0 0,2 2-3 0,2 0 2 16,-2 0-7-16,3 0-18 0,3 0 1 0,-1 0-9 16,3 0-13-16,-1 2-4 0,0 0-3 15,0 0 0-15,3 0-5 0,-1 0 3 0,2-1 2 0,0 1-1 16,0 2 3-16,2 0 3 0,-1-4-8 0,29 16 6 16,2-3-5-16,-4-3-3 0,12-1 9 0,3-2-7 15,2 1 5-15,7-3-8 0,-4-1 0 0,-2-2-1 16,4 0 3-16,1 0 0 0,1-2 1 0,7 2-1 15,-1-1 3-15,5 3-9 0,0-2 3 0,-4 0-5 0,2 0-1 16,-5-2 8-16,-4 0-6 0,0 0 7 0,-11 0-10 16,-2 0 10-16,-4 0-5 0,-3-2 6 0,-1 0-4 15,-1 0-3-15,-2-2 3 0,-2 3-3 0,-4-1-2 0,-3 0 5 16,-2 0-2-16,-5 0 3 0,1 0-6 0,-1 2 4 16,-3 0-3-16,-2 0 2 0,-3 0-1 0,0 0-5 15,-1 0 8-15,1 0-7 0,0 0 11 0,-2 0-39 16,0 0-17-16,-1 2-13 0,-1 0-104 0,0 0-116 15</inkml:trace>
  <inkml:trace contextRef="#ctx1" brushRef="#br0" timeOffset="11340.07">18298 15452 0</inkml:trace>
  <inkml:trace contextRef="#ctx0" brushRef="#br0" timeOffset="50659.21">7104 6433 276 0,'0'0'38'16,"0"0"-5"-16,0 0 29 0,2-2-3 0,0 0-3 16,0 0-11-16,0 0-7 0,-1 1 7 0,1-1-8 15,0 0 5-15,0 0-10 0,0 0 2 0,-2 0-5 0,0 0-4 16,0-1-4-16,0 1-1 0,0 0-1 0,0 0 5 15,0 0 0-15,0 0 4 0,0 1-3 0,-2-1 3 16,0 0-9-16,0 0 2 0,-1 0-2 0,-9-2 5 0,-6 1-4 16,-4 1 0-16,-3 2-2 0,-1 2-2 0,0 1 14 15,-7 3-8-15,-2 0 8 0,-1 1-2 0,-8 0-9 16,-3 1 9-16,-1-1-11 0,-9 1 3 0,-1-3-3 16,2 1 0-16,-3-2-1 0,7-1-4 0,4 1 4 15,-2 0-8-15,-1-1 6 0,5 1-5 0,1 0 8 16,-1 0-2-16,-2-1 2 0,-1 1-6 0,-8 0 2 15,1-2 1-15,2-2-2 0,-5 1-5 0,9-1 2 16,-2 0 1-16,7-1 1 0,4-1-1 0,4 0-7 16,2 0 3-16,2 2-3 0,-1 0 10 0,4 0-11 15,-1 2 1-15,1 2-3 0,-1 1 6 0,-1 1-4 0,-3 1 2 16,-4 2-4-16,2 1 6 0,0 1-3 0,-1-2 2 16,1 0-2-16,-2 1 3 0,4-3-1 0,-2 2-2 15,3-1 1-15,3-3 2 0,-3 1-2 0,3 0 4 0,1-3-3 16,6 1 5-16,-2-2-3 0,2 0 1 0,3 0-2 15,-1-1 2-15,4-1-5 0,3 0 5 0,2 0-5 16,2 0 9-16,-1 0-11 0,3 0-1 0,-2-1 0 16,4-1 9-16,-3 0-7 0,1 0 2 0,2 0-4 15,-1 0-2-15,3 2 2 0,-5-2 1 0,3 1 1 16,1 1 3-16,1 0-2 0,1 0-3 0,0-2 0 0,1 0-3 16,-1 2 3-16,0 0 2 0,1 0 0 15,1 0-6-15,0 0 7 0,0 0-4 0,0 0 6 0,0 0-5 16,0 0 1-16,1-2-1 0,-1 2 0 0,0-2-3 15,0 2 3-15,2 0-3 0,0-2 3 0,0 2 6 0,0 0-6 16,0-2 5-16,0 2-5 0,2-1 0 0,0 1 0 16,0-2-3-16,-1 2 3 0,3 0-2 0,2 0 3 15,12-4-1-15,5 2 1 0,1 0-1 0,5 0-1 16,5 1 0-16,1-3-1 0,8 0 6 0,9-1-8 16,3-1 4-16,10 2-5 0,4-1 8 0,9-1-6 15,0 2 3-15,-2 1-3 0,0-1 5 0,-7 0 1 16,3-1-3-16,6-1 2 0,0 1 2 0,13-3-4 15,-1 3 2-15,-1-3-3 0,-6-3 7 0,-14 0-6 0,-4 0 7 16,-6-4-7-16,1 0 6 0,-3-2 0 0,3-1-6 16,-5 1 3-16,5-2-3 0,-6 3 1 0,-6 1 0 15,-2 2 1-15,-9 0-3 0,2-2 4 0,-5 0-1 16,1-2 2-16,-1 4-4 0,-7 2 0 0,-1 0 0 0,0 0 0 16,0 0 3-16,-1 0-4 0,4-4 5 0,-3 4-6 15,-2 0 1-15,1-1 3 0,-3 3-5 0,-2 2 5 16,1-1-1-16,-5 3-1 0,1 1 6 0,-4 0-6 15,4 1 0-15,-4 1 2 0,-4 0-6 0,0 0 4 16,-5 2 2-16,0 0-5 0,0 0 7 0,-3 0-5 16,1 0 7-16,0 0-13 0,-2 0-4 0,0 0-3 15,-2 0 7-15,-1 2-1 0,-10 2 3 0,-13 5-3 0,0-2 4 16,-6 3-2-16,0 1 3 0,-3 0-3 0,-2 2 0 16,-4-2 3-16,-2 2-2 0,-9 2 2 0,-9 2-1 15,-6-3 1-15,-11-1-2 0,-1-1 2 0,4 1-2 0,3 1-1 16,5 3-1-16,6-2 1 0,-1 2-1 0,3-1 4 15,-6-1 2-15,-7-2 0 0,-3-2-2 0,1-1 1 16,5-5 3-16,8-1-1 0,5-2-1 0,6-2 6 16,4 0-6-16,3 0 6 0,4-2-5 0,4-2-3 15,0 1 4-15,-1-3-4 0,3-1-1 0,-4 1 6 16,0 0-5-16,-4 3 5 0,-2 1-6 0,2 0 5 16,2 2-1-16,2 0 1 0,2 2-6 0,5 3 6 15,-3 1-4-15,9 0 3 0,3-1-4 0,1 1 3 0,7-3 1 16,2 1 0-16,1 0-2 0,5-2 1 0,3-2 0 15,-2 2-1-15,0-1 2 0,3 1-4 0,-1 0 5 16,0 0-2-16,2 2 4 0,0-1 4 0,2 1-7 16,1 0 6-16,9 3-7 0,23 12-1 0,2-4 3 0,0-4 0 15,2 0 6-15,0-4-8 0,-4 3 2 0,3-1-4 16,-5 0 4-16,-7-1-4 0,4 1-25 0,-4 0 4 16,-4 1-118-16,0-1-185 0,0 2-50 0</inkml:trace>
  <inkml:trace contextRef="#ctx0" brushRef="#br0" timeOffset="52484.15">18941 2296 87 0,'0'0'0'0,"-2"0"87"16,0 0 15-16,0 0 25 0,0 0 19 0,-1 0-66 16,-1 0 3-16,-2 0-19 0,-3-2-5 0,2 2-4 15,-1 0-23-15,4 0-1 0,1 0-2 0,-1 0 1 16,2 0 8-16,0 0-5 0,0 0 3 0,1 0-4 15,-1 0 3-15,2 2-7 0,0 0 5 0,2 0-5 16,-1 0 4-16,3-1-5 0,4 1 3 0,8 2-2 0,-1-2 1 16,6 0-12-16,-1-2 6 0,2 0-6 0,1-2 5 15,-5-2-8-15,1-1 0 0,-1-3-1 0,5-1-2 16,-5 0 1-16,-1-2 0 0,-2-1 1 0,-6 3 2 0,-2-11 0 16,-1 1-2-16,0 1 2 0,-5-3-3 0,12 3 0 15,-3 1 1-15,-3-4-1 0,-3 7 0 0,0-9 3 16,-4 5-4-16,0 3 4 0,-2 2-7 0,0 4-5 15,-2-4 4-15,-1 0-4 0,-1 1 7 0,0 3-7 16,3 4 0-16,1 1-2 0,-6 2 1 0,-3-7 3 16,-4-1-1-16,-3 3 1 0,-4 1-1 0,-3 3-4 15,1 3 0-15,0 2-1 0,-2 1 5 0,0 5 0 16,-5 3 3-16,1 2-3 0,0 2 3 0,4-13-6 0,6 24 3 16,1 5-3-16,4-1 0 0,4-6-1 0,4 4-2 15,1 0 0-15,1-6 7 0,3 2-7 0,-13-2 3 16,6-1-5-16,3 1 2 0,4-3 4 0,2-1 0 15,2-3 2-15,2 0-2 0,1-2-2 0,3-2 1 16,7 0-1-16,14-2 4 0,1-1 7 0,2 1-6 0,-1-5 6 16,3 1-6-16,3-1 2 0,2 18 1 0,-6-9 0 15,1-5-2-15,-1-4-3 0,-3-3 0 0,-4-1 0 16,0 0 5-16,-4 0-6 0,-3 0 4 0,-3 0-4 16,-3 0 9-16,-3 0-10 0,-3 0 6 0,-3 0-7 15,1 0 0-15,-3 0 7 0,0 0-5 0,0 0 8 16,1 0 1-16,1 0-25 0,0 0-10 0,-2 0-11 0,0 0-67 15,-1 0-57-15,1 0 0 0,0 0-36 0,0 0-189 16</inkml:trace>
  <inkml:trace contextRef="#ctx0" brushRef="#br0" timeOffset="53823.14">18995 2359 25 0,'1'0'16'0,"1"-2"-2"0,0 2 9 0,22-11 2 16,0-2-18-16,-1 0 17 0,-1-2 1 0,0 0 5 15,-3 3 10-15,-2 6 9 0,1-16 1 0,-3-1 1 16,0-1-2-16,0 0 9 0,-4 2-2 0,-2 1 5 0,-1-1 14 15,-3 2-6-15,-1 3 3 0,0 2-6 0,5 2-6 16,-4 6-1-16,-1-1-3 0,0 1 3 0,-2 1-5 16,-1 1 1-16,-1-1 3 0,0 4-3 0,0-3-11 0,0-1 4 15,0 4-11-15,0 0 7 0,0 1-18 0,-5-3-1 16,-12-7-3-16,1 3 1 0,-1 5-8 0,-4 1 0 16,-1 2 4-16,0 2-3 0,-4 1 4 0,4 3-1 15,-6 1 2-15,0 4 0 0,7 1 5 0,-3-7-9 16,8 23-6-16,1 7 1 0,-9 1-12 0,3 3 5 15,3 0-2-15,3-2 2 0,2 0 2 0,2-6-6 16,3 3 2-16,1-3-3 0,1-1-3 0,1-4 5 16,-14 2-1-16,8-4 4 0,5 0 0 0,4-3-1 15,2-1-1-15,0-5 0 0,2 0 6 0,4-2-10 16,-1-4 5-16,3 0-9 0,20-3-9 0,0 12-25 0,5-5-3 16,2-7-8-16,2-6-16 0,6-4-3 0,-2-5-6 15,-4-2 0-15,0-4-22 0,-3 0-30 0,-1-2-18 16,2-1-5-16,-1-3-65 0</inkml:trace>
  <inkml:trace contextRef="#ctx0" brushRef="#br0" timeOffset="54095.11">19620 1837 359 0,'0'-1'80'16,"0"-1"4"-16,-2 0 37 0,-1-2-19 0,-8 0 0 16,-14-7-6-16,-1 2-1 0,-1-2-5 0,-1 5 3 0,-2 3-17 15,-2-1-11-15,1-15-1 0,-4 8-4 0,-1 6-11 16,-3 5-23-16,-1 3 2 0,-1 7-9 0,-6 4 1 15,-3 3 6-15,4 2 3 0,-3 5 0 0,9-2-3 16,1-14 2-16,1 19-3 0,9 3 2 0,1 4-10 0,7-1-11 16,3 0-2-16,5 8-1 0,4 2 1 0,3-2-4 15,2 2 5-15,-18-6-4 0,11-2 3 0,9-2 0 16,4-3-3-16,2 0 2 0,5-2-4 0,6 1 2 16,3 1 1-16,-10-2 1 0,21 0 1 0,3-4 4 15,3 0-1-15,4-2 2 0,2-3 1 0,0-4-8 16,4-2 3-16,-6-8-4 0,1-1 5 0,-1-2-33 15,-3 18 0-15,-1-9-15 0,0-7-33 0,-3-4-18 0,1-2-36 16,2-5 1-16,-1-2-155 0,-1-3-122 0</inkml:trace>
  <inkml:trace contextRef="#ctx0" brushRef="#br0" timeOffset="54400.08">19442 2088 497 0,'-2'-2'103'0,"-2"0"195"16,-5-3-246-16,-9-4-12 0,1 1 4 0,-2 1 0 16,-1 1 34-16,-2 2-12 0,-1 1 4 0,1 3-9 15,-2 0-9-15,-4 3-16 0,0 7 0 0,-9 5-6 0,2-1-4 16,-2 7-15-16,0-14 8 0,1 30-7 0,3 1 26 16,-1-1-11-16,5 2-1 0,3-2-3 0,2-2-2 0,11 0-4 15,5-1-1-15,4-3-1 0,-12 1-1 0,8 1 1 16,8-1 3-16,6 1-2 0,5-3 0 0,-2 0-8 15,32-2 4-15,7-6-4 0,1 4 4 0,3-11-6 16,2 0 3-16,-2-4-2 0,1-8 3 0,1 1 3 16,2 24-14-16,1-17 6 0,3-9-41 0,5-4-43 15,-9-7 1-15,1-2-18 0,1-2-22 0,-4 0-240 16,-1 0 12-16</inkml:trace>
  <inkml:trace contextRef="#ctx0" brushRef="#br0" timeOffset="55442.85">18410 6457 127 0,'0'0'62'0,"0"0"-1"0,0 0 15 16,-2 0 6-16,0 0-16 0,0 0 23 0,-2 0 6 15,1 2-4-15,1-2 3 0,-7 2-21 0,3 0-1 0,0-1-10 16,1 1 6-16,1-2-15 0,-1 2 2 0,-3 0 2 16,1 0-2-16,1-2-8 0,-1 0-3 0,3 0 0 15,0 0-2-15,1 0-8 0,1 0-16 0,0 0-1 16,0 0-4-16,0 0 0 0,2 0-8 0,0 0 1 16,2 0-3-16,0 0 3 0,2-2 3 0,10-2-3 0,7-3 2 15,-1-1-6-15,1-1 5 0,1-4-1 0,0 0 1 16,-1 0-5-16,-3 0 6 0,3-2-5 0,-5 4 4 15,-3 4-6-15,-1-12 3 0,-3 8 5 0,-5-4-3 16,-3 6 1-16,9-2 4 0,-7 3-7 0,1 1 6 16,0-2-10-16,-2 1 4 0,-2 1 3 0,0 1-2 15,0 4-1-15,-2-1 8 0,-2-1-6 0,-7-2 8 16,-8 1-3-16,1 1-2 0,3 4 4 0,-2 2-4 0,2 2 1 16,1 3-1-16,-1 0 0 0,0 3 1 0,0-5 7 15,2 14-12-15,2 3 5 0,0 0-8 0,3 1 8 0,3-1-3 16,1-2 1-16,-11 1-1 0,6-3 7 0,1 1-3 15,3 1-2-15,1-3 1 0,2 0-1 0,2 0-4 16,0-4 8-16,2 0-7 0,2 0 6 0,0-4-3 16,1 0-6-16,-1-3 5 0,9-1-3 0,5-3 0 15,3 0-2-15,-3 11 0 0,7-4 2 0,1-3-9 16,0-6 3-16,3 0-10 0,3-4-25 0,-2-3-32 16,3-4-9-16,2-1-10 0,4-2-69 0,0-1-93 15,6-4-63-15</inkml:trace>
  <inkml:trace contextRef="#ctx0" brushRef="#br0" timeOffset="-99467.68">29799 3516 584 0,'0'0'40'0,"0"0"60"15,0 2-53-15,0 0 40 0,0 0-5 0,0-1 17 16,0 1-21-16,0 0-25 0,0 0-12 0,0 0-2 0,0 0-27 16,2 0 1-16,0-1-4 0,-1-1 1 0,3 0-14 0,15-1-23 15,7-3-16-15,0-2-11 0,0-1-127 0</inkml:trace>
  <inkml:trace contextRef="#ctx0" brushRef="#br0" timeOffset="-70210.64">29281 9942 13 0,'0'0'0'0,"0"0"47"0,-2 0-2 0,0 0-4 16,0 0 3-16,0 0-50 0,1 0 4 0,-1 0 0 16,0 0-11-16,0 0 1 0,0 0-58 0</inkml:trace>
  <inkml:trace contextRef="#ctx0" brushRef="#br0" timeOffset="114187.75">18694 2545 72 0,'0'0'0'16,"0"0"5"-16,0 0 0 0,0 0 4 0,0 0 6 15,0 0 14-15,0-2 9 0,0 0-2 16,0 0-2-16,2 0-10 0,-1 1-31 0,1-1 5 0,0 0-3 16,0 0 2-16,0 2-11 0,0-2-28 0,0 0 0 15</inkml:trace>
  <inkml:trace contextRef="#ctx0" brushRef="#br0" timeOffset="116805.17">33458 4121 1040 0,'0'0'21'0,"0"0"-1"0,-1 0 25 16,-1 0 3-16,0 0 1 0,0-2 20 0,0 1-11 16,0-1-6-16,0 0-2 0,1 0-24 0,-1 0-12 15,0 0-2-15,2 0-4 0,0 1-8 0,2-1-2 16,0 0 0-16,-1 0-2 0,1 0 6 0,2 0-22 16,0 2-3-16,9-3-12 0,0 1-42 0,0 0-57 15,-4 2 8-15,-5 0-31 0,-2 0-55 0</inkml:trace>
  <inkml:trace contextRef="#ctx0" brushRef="#br0" timeOffset="117348.87">33711 3783 278 0,'0'0'110'0,"0"0"4"0,0-2-31 15,0 1-9-15,0 1-39 0,0 0 10 0,0 0 19 16,-2-2-3-16,0 0 8 0,0 2-15 0,2 0-15 16,-1 0-3-16,-1 0-3 0,0 2-5 0,0 0-7 15,0 1 1-15,2 1-2 0,-7 15 2 0,-1 1-9 16,3 4 2-16,-1-2-4 0,2 1 10 0,1-3-3 16,-1-3 1-16,0 0-1 0,1-1-1 0,-1 1 7 15,2 0-5-15,0-2 6 0,0-1-6 0,2-2-4 0,0-1 1 16,0-4-3-16,0 1 2 0,0-1-1 0,0-3 10 15,0-1-6-15,0-1 16 0,2 2-4 0,0 0-7 0,2-1 3 16,9 3-3-16,3-2-5 0,1-2 5 16,4-2-6-16,-3-4 0 0,3-4 2 0,1-3 4 0,-5 0-3 15,-3 0-2-15,-1 5 0 0,-3-14-3 0,-3-2 2 16,-1 1-5-16,-4 1 7 0,14-6-8 0,-6 2 7 16,-5-2-9-16,-5 3 1 0,-2 5 2 0,-1 1-3 15,-5 2-9-15,1 2 2 0,-1 6-9 0,-20 3 1 16,2 2-54-16,-1-14-43 0,1 6-65 0,-4 5-28 15,8 7-562-15</inkml:trace>
  <inkml:trace contextRef="#ctx0" brushRef="#br0" timeOffset="138071.44">4447 3681 256 0,'0'0'41'0,"-2"0"9"0,0 0 48 15,1 0 8-15,-1 0-15 0,-2 0-18 0,0 0-19 16,1 0 2-16,-9 0-2 0,5 0-7 0,0 0 1 15,-3 0-3-15,7 0 1 0,-3 0-2 0,0 0-18 16,5 0 4-16,-1 0-9 0,-2 0-4 0,0 0-11 16,2 0 0-16,1 0-2 0,-1 0 11 0,0 0-3 15,2 0 0-15,0 0-3 0,2 0-6 0,0 0 9 0,1 0-5 16,12-2 6-16,13-1-4 0,-6-1 2 0,8 0 1 16,-4 0 0-16,2 1-3 0,-2 1 6 0,2-2 2 15,-2 0 1-15,2-1 4 0,-1-1-5 0,1 1-1 16,0-1-2-16,-2 1-3 0,0 1-7 0,-2 0 4 15,0 0-4-15,-1 1 0 0,-5 1 3 0,1 2-1 0,-1 0 1 16,-5 0-4-16,-3 0 1 0,1 0-2 0,-8 0 2 16,1 0 5-16,0 0-1 0,0 0 3 0,-1 0-2 15,1 2-2-15,-2 0-3 0,0-1 0 0,0 1-2 16,-1 0-9-16,1 0-40 0,-2 0-11 0,0 0-12 16,0 0-57-16,0-2-24 0,2 0-15 0,0 0-12 0,0-2-150 15</inkml:trace>
  <inkml:trace contextRef="#ctx0" brushRef="#br0" timeOffset="138367.79">4889 3453 199 0,'-2'0'73'0,"0"0"-45"16,0 0 84-16,1 0-28 0,-3 0-2 0,0 0 6 15,-5 2-8-15,1 0 5 0,1-1-32 0,5-1-12 16,0 0-4-16,-1 2-3 0,-1 0-13 0,2 0 12 15,0 0-4-15,0 0 6 0,0 0-1 0,2-1-9 16,0 1 6-16,2 0-8 0,2 0 5 0,2-2-12 0,16 4 5 16,2-1-7-16,0-1 6 0,4 0-14 0,0-2-1 15,-4 2-3-15,2 0 0 0,-4 2 2 0,-7-1-1 16,-2 1 2-16,0 2 1 0,-2-1 2 0,4 4 1 0,-7-7 0 16,1 15 10-16,2-2 5 0,0 3 2 0,-3 5 0 15,-5-1 3-15,-3 0-3 0,-2-1-5 0,-3-5 0 16,-3 1-14-16,-5 3 2 0,-1 1 1 0,6-3-1 15,-18-1-2-15,-2-2-8 0,2-6-9 0,4 6-2 16,0-11-52-16,3 1-56 0,2 7-9 0,4-5-25 16,6-3-133-16</inkml:trace>
  <inkml:trace contextRef="#ctx0" brushRef="#br0" timeOffset="140090.51">3734 6034 654 0,'0'0'28'16,"0"0"-4"-16,0 0 38 0,0 2 4 0,0-2 1 16,0 1 20-16,0 1-3 0,0 0-2 0,0 0-4 15,0 0-34-15,0-2 0 0,2 0-9 0,0 0 6 0,0 0-14 16,3 0-7-16,16-2 5 0,5-4-6 0,-2-1 5 16,2-2-14-16,4-2 3 0,-1-1-6 0,1 1 3 15,-2 2-7-15,-2 2 3 0,-4 1-4 0,-1 2-4 0,-3 1-79 16,-3 1-23-16,0 0-24 0,-2 0-139 0</inkml:trace>
  <inkml:trace contextRef="#ctx0" brushRef="#br0" timeOffset="146634.41">4735 3761 910 0,'0'0'40'0,"-2"0"78"0,0 0-93 0,0 0 2 16,0 0-5-16,1 0 3 0,-1 0-13 0,0 0-7 16,2 2 0-16,0 0-4 0,0 0-13 0,0-1-47 15,2 1-22-15,0 0-21 0,-1 2-191 0</inkml:trace>
  <inkml:trace contextRef="#ctx0" brushRef="#br0" timeOffset="146989.61">4987 4001 448 0,'0'0'81'0,"0"0"18"0,-1 0-19 0,-1 1-31 16,0 1-1-16,0 0 46 0,0 2-16 0,0 0 1 15,-1 9-11-15,-3 3-30 0,0 3-4 0,1-1-4 16,1-1 2-16,0 4-1 0,1-3 3 0,-1-1 1 0,0 0 1 16,2-3 1-16,1-3-3 0,1-1-5 0,0-5 1 15,0 1-13-15,0-4 6 0,0 1 1 0,0 1 0 16,0 0-5-16,1-2-3 0,1 0 1 0,0-1-2 15,0-1-2-15,2 0-9 0,3-1 2 0,12-7-5 16,-3 1-4-16,-3-1 3 0,-1 3-2 0,-5 1 2 16,8-5-1-16,-4 3 2 0,2 1 1 0,0 1 2 0,2 0-8 15,0 1 5-15,-6 1-3 0,6 2 3 0,-6 0-2 16,2 0 4-16,2 2-2 0,-7-2 4 0,-2 0-2 16,1 1-2-16,-1 1 9 0,0 2-5 0,-1 0 18 0,-1-1-3 15,0 5 2-15,0 7-2 0,-4-2 3 0,-4 1-7 16,-3 3 1-16,7-4-3 0,-20 2-3 0,0 0-8 15,1-2-1-15,3-2 0 0,1-2 6 0,-5-3-1 16,-1-1-1-16,5-3-4 0,-1 11-40 0,8-7-130 16,2-2-36-16,5-3-64 0,0 1-446 0</inkml:trace>
  <inkml:trace contextRef="#ctx0" brushRef="#br0" timeOffset="148312.64">3439 8403 71 0,'0'-2'0'0,"0"0"10"0,0 0 111 16,0-1-16-16,-2-7 14 0,0-5-33 0,0-3-1 0,0-1-24 15,1-1 1-15,1-1-9 0,0 1-10 0,0-2-9 16,0 3 0-16,0 2-3 0,0 3 7 0,0 2 1 15,0 3 2-15,0 4-2 0,0-3 1 0,0 4-7 16,0 3 5-16,0-1-6 0,0-2 2 0,0 0 5 16,0 2-8-16,0 1 6 0,0-1-8 0,0 2-7 15,0 0 4-15,0 2-6 0,0 1-6 0,0 20-8 0,0 4-1 16,0 1 0-16,0 0 7 0,-2 0-10 0,2 2 6 16,0-1-8-16,0 5 10 0,0-1-9 0,0 3 4 15,2 1-5-15,-1 0 0 0,1 0 6 0,0 0-5 16,0-3 6-16,0-1-4 0,0 0 3 0,0 1-2 15,-1-3 1-15,3 1-1 0,0-4 1 0,0-4 3 0,-1-4-2 16,1-1 0-16,0-6 0 0,-1-2-4 0,3 0 3 16,-4-5-3-16,2 1 12 0,-4-5-2 0,3 0 4 15,7 5-12-15,-5-3 9 0,4 2-3 0,-3-5 5 16,3 1-5-16,-1-2 5 0,3 0 0 0,-2-2 1 16,2-3-13-16,4 3 5 0,-4-30-6 0,2-1 6 15,2-2-8-15,-2-10 7 0,4 2-5 0,-4-3 4 0,-2-2-6 16,2-2 3-16,-4 0-3 0,-3-1 1 0,5-1-4 15,-2 4 7-15,2 2-1 0,1 1 2 0,-3 4-6 16,-4 2 1-16,3 6 1 0,-1 5 1 0,-3 0-2 0,2 8 4 16,-3 3-2-16,-1 4 4 0,7 2 2 0,-5 5-2 15,-2 3-2-15,-2 1 0 0,2-2-5 0,0 0 3 16,0 2-1-16,-1 1 2 0,1 1-14 0,0 1-26 16,0 1-7-16,-2 0-11 0,4 26-74 0,-2 0-97 15,1 0-74-15</inkml:trace>
  <inkml:trace contextRef="#ctx0" brushRef="#br0" timeOffset="148797.91">3951 8774 853 0,'0'0'8'15,"0"-2"-1"-15,0 0 24 0,0-3-1 0,-3-19 7 16,1 5 19-16,2 4-4 0,0-1 1 0,0 10-5 16,0 2-19-16,0-3-15 0,0 3 6 0,0 0-7 15,0 1 16-15,0-1 9 0,0 2 2 0,0 0 2 16,2 2-4-16,0 2-6 0,-1 2-1 0,5 29-1 0,-2 4 1 16,-2 2-8-16,-2 0-4 0,0-7 1 0,-2 0 0 15,-2-3-2-15,0 1 6 0,1-2-6 0,-1-6-2 16,0 0 2-16,0-5-8 0,3-2 4 0,-1-4-18 0,0-2 7 15,2-3-2-15,0-4 5 0,0 0-4 0,0 1 0 16,0 1 1-16,2-2 0 0,0 0 5 0,-1 0-5 16,3-2-2-16,0 0-1 0,14-8-4 0,-1-1 1 15,0-2 1-15,0 0 1 0,-3 1 11 0,3-1-10 16,-2 4 3-16,2-1-6 0,-1 3 2 0,1 1 1 16,0 4-1-16,-2 0 2 0,3 4 1 0,-7 0 1 15,-3-1 5-15,1 3-3 0,-5-4 6 0,-2 13-1 16,9 1 2-16,-4-1-1 0,-5 0 7 0,-2 0-2 0,0 0-1 15,-4-2 0-15,-1 0-9 0,-3-2 4 0,-3 4-1 16,-7-2 1-16,-3 0-8 0,-1-2 5 0,3-4-6 16,-3-1 5-16,3-1-10 0,5-3-24 0,1 0-7 15,2 7-9-15,1-3-53 0,7-4-18 0,1-2-7 16,-2 0-4-16,0 0-41 0,2-2-91 0,1 0 28 0,1-2-40 16,0 1 77-16</inkml:trace>
  <inkml:trace contextRef="#ctx0" brushRef="#br0" timeOffset="149131.75">4273 9062 397 0,'1'0'53'0,"1"0"66"16,2 0-14-16,0 0-6 0,-1 0 1 0,5 0-5 0,-1 0-11 16,3 0-5-16,1 0-5 0,0 0 2 0,2 0-10 15,2-2-14-15,-2 0 3 0,3-1-8 0,3-3-6 16,-8 2-5-16,6-3 0 0,-2-1-3 0,-4 1-11 16,6-4-2-16,1-2-9 0,-9 5 6 0,6-3-7 0,-5 8-6 15,-3-9 5-15,0-2-7 0,-1-1 7 0,-2 0-2 16,-1-2 1-16,-1 4-2 0,4 6-1 0,-1-3 1 15,1-1-3-15,-2 4 1 0,-1-6 1 0,-3 9-2 16,0-3 2-16,0-1-5 0,0 6-1 0,0 1 3 16,-1-3 4-16,-3 2 0 0,-4 0 5 0,-10-2-1 15,1 4-5-15,2 4 3 0,-5 7-8 0,5-9 3 16,-5 22-1-16,5 2 2 0,2 4 2 0,0-2-3 0,5 2 4 16,1-6-3-16,3 2 7 0,-13 0-8 0,8-2 3 15,5-2-4-15,4-1 0 0,0-1-4 0,4-3 0 16,2-1-2-16,1-3 8 0,-1-3-5 0,18-3 3 15,2-1-3-15,-2-4 6 0,4 16-5 0,-2-9-1 16,2-5-2-16,-2-4-1 0,0-4 6 0,-2-1-5 16,0-3 1-16,-4 1-37 0,-3 0-36 0,-2 1-4 0,-4 0-12 15,-2 3-39-15,1-1-122 0,-3 2-40 0</inkml:trace>
  <inkml:trace contextRef="#ctx0" brushRef="#br0" timeOffset="149515.51">3467 9634 936 0,'-2'0'22'0,"0"0"-3"0,0 0 28 16,-13 2 10-16,6 0-2 0,-2-1 30 0,3 1-10 0,3 0-4 16,1-2-5-16,0 2-40 0,1 0-10 0,1 0-6 15,0 0 2-15,2-1-6 0,2 1 8 0,2 0-4 16,35 9 3-16,5-3-11 0,12-3 5 0,-2-5 1 16,1 0 1-16,5-2 5 0,-10-3-7 0,4-1 7 15,2-5-5-15,1 2 11 0,1 0 1 0,7-1 0 16,-2 3 0-16,0-1 3 0,-7 3-13 0,-4 3 4 0,-10 0-7 15,-5 2 6-15,-1 0-6 0,-10 0-6 0,-4 0 2 16,-2 2-5-16,-7-2 1 0,0 2 0 0,-1 0-2 16,-5 0-24-16,-1-1-60 0,-3-1-10 0,1 0-19 15,-2 0-60-15,2 2-208 0</inkml:trace>
  <inkml:trace contextRef="#ctx0" brushRef="#br0" timeOffset="149819.37">3933 10059 884 0,'0'0'15'0,"0"0"-2"0,0 0 7 15,-2-2 10-15,0 0-7 0,0 0 32 0,0 1-4 16,1-1-3-16,-1 0-1 0,0 0-14 0,0 2-6 15,0 0 7-15,-2 0-8 0,1 0 8 0,-1 2 5 0,0 0-6 16,2 1 7-16,-12 22-3 0,2 1 8 0,3 0 0 16,2 3 2-16,1 7-6 0,2-3-4 0,3 0-3 15,-1 5 0-15,2-9-7 0,0 3-10 0,2-4-1 16,1-4-3-16,3 2 0 0,-1-8-13 0,1 1 6 0,0-4-8 16,-1-4 11-16,1-2-5 0,-4-1-1 0,12-6-3 15,5 10-16-15,0 0-28 0,-1-7-1 0,3-3-14 16,-5-2-43-16,3-6-168 0,-1-3-70 0</inkml:trace>
  <inkml:trace contextRef="#ctx0" brushRef="#br0" timeOffset="149997.77">3961 9669 1525 0,'0'0'13'0,"-2"0"3"0,0 0-9 16,0 0-1-16,0 2-5 0,0 0-1 0,1 0 4 15,-1 0-5-15,0 1 4 0,0 1 0 0,2-2-21 16,-2 9-13-16,2 0-11 0,0 2-106 0,2 0-175 16,4 0-16-16</inkml:trace>
  <inkml:trace contextRef="#ctx0" brushRef="#br0" timeOffset="150382.25">4425 9992 490 0,'-2'0'212'0,"0"0"32"0,-2 2-104 0,-5 2-69 0,-4 3-48 16,6-1 16-16,-4 16 34 0,9 4-2 0,-2 0 12 15,-5 2-9-15,7 2-31 0,0 1-5 0,-2 3-8 16,-14-5-13-16,7 3-1 0,5-4 4 0,2-4-4 16,4 0 1-16,0-4 2 0,2-1-4 0,2-2 3 15,-2-6-3-15,0-6-8 0,1 3 12 0,-3-6-10 16,0 0 5-16,4 1 3 0,0-1-12 0,9 6 9 15,-2-5-12-15,-2-1 5 0,0-2 0 0,-1 0-1 0,-3 0-9 16,5-2 7-16,-3-1-6 0,-1 1 6 0,1-2-11 16,2-2 3-16,3 1 4 0,-3 1-3 0,2 0 3 15,2 3 0-15,0 1-5 0,6 0 3 0,-3 3-2 0,-3 1 6 16,2 3-1-16,-6-3 2 0,3 4-3 0,-5-3 0 16,0-3 4-16,-3 13-2 0,0-2 9 0,0 4-9 15,7-1 3-15,-2-1-4 0,-3-2 3 0,-5 2 2 16,-1-2 1-16,0 2 1 0,-3 0-2 0,-3-4 1 15,-3 2-2-15,-2-4 3 0,-12-2-4 0,-10 1 1 16,0-4 0-16,3-3 1 0,-5 20-2 0,9-10-1 16,-2-4-2-16,4-3 0 0,-2-4-5 0,7 0-67 15,4 0-7-15,4-2-29 0,5 0-103 0,3 1-328 0</inkml:trace>
  <inkml:trace contextRef="#ctx0" brushRef="#br0" timeOffset="150869.37">5026 9474 451 0,'-1'0'202'0,"-1"0"17"0,-8 0-80 0,-12 0-36 16,4 0-63-16,5 0 18 0,3 0 7 0,1 0 2 16,7 0-2-16,-2 0-10 0,1 0-31 0,-1 0-2 15,2 0-9-15,0-2-9 0,2 0 9 0,0 1-5 0,2-1 8 16,2 0 5-16,13-7 7 0,12-3-1 0,-3 5 1 16,4 1-10-16,-4 3-2 0,2-1-2 0,0 2-2 15,-8 0-10-15,-1 0-2 0,-4 2-1 0,-4 0 0 16,4 0-4-16,-6 0-33 0,-2 0-14 0,3 0-10 15,-5 0-85-15,3 2-68 0,-3 0-25 0,-1 0-19 16,1 2-128-16</inkml:trace>
  <inkml:trace contextRef="#ctx0" brushRef="#br0" timeOffset="150993.27">5093 9686 834 0,'0'0'13'0,"0"0"-2"0,0 2 45 15,0 0 4-15,0-1 11 0,2 1 28 0,0 0-19 16,0 0-7-16,0 0-7 0,1 0-30 0,10 5-3 15,2 1-3-15,9-1-1 0,-7-3-10 0,5-1-3 16,1-3-4-16,-5 0 0 0,5-1-9 0,-5-3-4 16,3-2-4-16,-7 1-10 0,1-3-93 0,0 1-254 15</inkml:trace>
  <inkml:trace contextRef="#ctx1" brushRef="#br0" timeOffset="142453.25">20257 15689 0,'0'0'0</inkml:trace>
  <inkml:trace contextRef="#ctx0" brushRef="#br0" timeOffset="181422.13">6391 8371 256 0,'0'0'0'16,"0"-2"5"-16,-2 1 36 0,0-3 13 0,2 2 26 0,-9-15 9 15,2 2-13-15,-3-1 1 0,3-1-5 0,0 0-16 16,-1 1-7-16,3 1-3 0,-1 2-1 0,2 2-10 15,2 3 6-15,1 1-3 0,1 1 4 0,0 2-4 0,0 1 0 16,0 1-3-16,-2-2-2 0,2 0-19 0,0 3 5 16,0-1 0-16,0 2 2 0,0 0-3 0,0 2-7 15,2 1 0-15,3 25-4 0,3 7-7 0,-1 3 4 16,0 2-3-16,1 3 5 0,-1 2 3 0,3-1-6 16,-3 1 0-16,2-1-3 0,1-3-3 0,-1 2 15 15,0 0-4-15,-1-4 6 0,-1 0-9 0,0-4 7 16,-1-4 1-16,0-3 2 0,-3-2 6 0,-1-3-3 15,0-5 4-15,-2-5-5 0,0 0-3 0,0-2-2 16,0-5 0-16,0-1 0 0,0-3 2 0,0 2 20 0,0 0-9 16,0-1 11-16,0-1-20 0,0 0-9 0,0-2 0 15,0 0-3-15,0-2-2 0,0 0-2 0,2-31-1 16,-2 0-1-16,2-5 0 0,1-1 2 0,1 0 2 16,0-7 0-16,1-6-2 0,1 4 0 0,1-4-1 0,1 2 1 15,-3 5 2-15,1 2 0 0,1 3-2 0,3 4 0 16,-1 3-3-16,4 3 5 0,0 4-1 0,0 4 3 15,-11 3-6-15,16 1 3 0,-1 1-1 0,2 6 1 16,-5 0 2-16,3 3-2 0,0 3-1 0,0 3-1 16,-4 0-3-16,-2-7 4 0,2 1-2 0,-4 5 1 15,-2 1-10-15,3 0-12 0,-1 2-8 0,0 0-6 16,1 2-61-16,-3 0-73 0,0 1-16 0,-1 1-37 0,3 11-231 16</inkml:trace>
  <inkml:trace contextRef="#ctx0" brushRef="#br0" timeOffset="181864.87">6956 8813 430 0,'-2'0'105'0,"0"0"233"0,0-2-317 0,0 0-2 16,0 1 8-16,-1-1 0 0,-1 0 49 0,0 0-10 15,0 0-2-15,1 2-9 0,-1 0-36 0,0 0-5 0,1 2-4 16,-1 2 2-16,-4 9-8 0,-3 13 2 0,2 0-1 15,2 2 1-15,1-1-2 0,0 1 5 0,1-2 2 16,-1 0 0-16,-1 0 6 0,-1-3 5 0,1-1-1 16,1-4 4-16,1 1 4 0,3-8 3 0,-2 0-2 0,2-3 1 15,2-5-11-15,0-1-3 0,0 0 1 0,0 2-3 16,0 0-8-16,0-3 0 0,2 1-4 0,0-2 3 16,0 0-7-16,0 0 3 0,18-11-2 0,-1-2 4 15,1-2-3-15,3 12-1 0,-1-14 0 0,2 0-1 16,4 4 8-16,0 2-10 0,0 2 7 0,-1 5-8 15,5 2 6-15,-6-15-4 0,2 6 2 0,2 8-1 0,-6 3 6 16,3 3-6-16,-2 3 2 0,-7 1-2 16,4 4 3-16,-10-3 7 0,-3-1-3 0,-4 1 5 0,7 8 0 15,-3 3-4-15,-4-2 2 0,-3-1-2 0,-2 3 0 16,-3 0 7-16,-5-1-4 0,-1-1 7 0,7-2 13 0,-22-2-13 16,0 0 10-16,0-2-11 0,-1-2 6 0,1 0-11 15,2-1-4-15,2-3 0 0,1 3-4 0,4-5 0 16,0 9 1-16,2-5-1 0,2-1-6 0,0-3-12 15,4-1-6-15,-1-2-2 0,3 0-27 0,3 0 3 16,-2 0-18-16,0-2 4 0,3 0-77 0,-1 1-28 16,2-3-12-16,0 0-10 0,2-3-104 0</inkml:trace>
  <inkml:trace contextRef="#ctx0" brushRef="#br0" timeOffset="182168.16">7934 8728 381 0,'0'0'107'0,"-2"0"220"15,0 0-280-15,-1 0 2 0,-9 0 14 0,-4 0-3 16,1 0 45-16,2 0-18 0,0 0-1 0,2 2-7 16,0-1-12-16,1 1-17 0,1 0 5 0,4-2-10 15,1 0-2-15,0 2-11 0,0 0-1 0,3 0-3 16,-1 0 2-16,0-1-2 0,2 1-4 0,0 0 1 0,2 0-13 15,1-2 5-15,16 0-2 0,16-2 2 0,4-3-9 16,2-5-1-16,4 1-5 0,1 0 1 0,-5-1-3 16,-6 5 0-16,-1-3 2 0,-8 5-2 0,-2-1-8 15,2 0-13-15,-2 2-6 0,-6 1-2 0,5-1-19 0,-8 2-102 16,-1 0 7-16,-2 0-45 0,-1 0-51 0,-4 0-149 16</inkml:trace>
  <inkml:trace contextRef="#ctx0" brushRef="#br0" timeOffset="182411.28">8077 8466 606 0,'0'0'190'0,"-2"-2"-248"0,0 0 220 16,0 0-120-16,-1-1-32 0,-1 1 23 0,-5-6 11 16,1 1 3-16,5 0 32 0,-5 1-19 0,4 2-6 15,3 4-3-15,-1 0-23 0,-2-3 3 0,0 1-1 0,1 0 2 16,1 0-5-16,0 2 5 0,0 2-8 0,0 2 6 15,-2 12-9-15,3 16 1 0,1 1-1 0,1 3 0 16,1-3-5-16,2 0 1 0,0 1 0 0,1-1 0 16,-1 4-2-16,0 0-3 0,-2-1 1 0,-1-7-3 15,-1 3-6-15,0-6-4 0,0 0 0 0,0 0-1 16,0-2 6-16,2-3-21 0,0-1-2 0,0-5-13 16,2 0-42-16,-1 0-162 0,1-4-14 0</inkml:trace>
  <inkml:trace contextRef="#ctx0" brushRef="#br0" timeOffset="185737.59">9356 8217 76 0,'0'-2'0'0,"0"0"14"15,0 1 157-15,0-3-22 0,-2-5 16 0,1-4-57 16,-1 1-15-16,0 3-29 0,0 0 0 0,0 1-3 15,0 1 6-15,0 0-16 0,2 3 4 0,0-2-9 16,-1 3-7-16,-1-1 4 0,2 0-4 0,0 2 3 16,0 0-8-16,0 2-1 0,0 0-7 0,0 2 3 0,0 2-15 15,2 7 1-15,5 19-2 0,0 1 0 0,1 5-10 16,-3-1 0-16,3 2 1 0,-3 2-1 0,-1 0 8 16,0 4-6-16,0-4-2 0,-3 0-1 0,1 2-1 0,-2-8 1 15,0 4 4-15,0-11-1 0,0-4 9 0,0-5-6 16,0-4 2-16,0-2-5 0,0-7-3 0,0 5 9 15,0-5-4-15,0 0 6 0,0-1-8 0,0-1 2 16,0-2-3-16,0 0 2 0,0-2-6 0,0-3 6 16,6-27-3-16,-1-1 3 0,-1-6-2 0,0-4 2 15,-2 4-2-15,0 0 0 0,-1 0-7 0,-1 2 6 16,2-4 1-16,2 4 3 0,-2 2 2 0,0 1-8 16,1 3 2-16,1 1-3 0,0 4 6 0,1 2 1 15,1 0 1-15,1 3 0 0,1 3 0 0,1-1-6 0,2 3 2 16,-3 4-2-16,-3-2 9 0,14 6-11 0,-1-5 0 15,-1 4-4-15,-2 3 0 0,2 3 1 0,-1 3 1 0,3 0-1 16,-4 1-14-16,-2 3-18 0,0 2-38 0,-4 1 3 16,6 2-156-16,0 16-148 0</inkml:trace>
  <inkml:trace contextRef="#ctx0" brushRef="#br0" timeOffset="186228.56">9833 8704 780 0,'-1'0'334'15,"-1"0"-475"-15,-2-2 404 0,-9 0-231 0,0 0-3 0,2 0 33 16,0-2 1-16,5 3 11 0,1-1-1 0,3 2-37 16,0 0-5-16,-2-2-11 0,0 2-22 0,3 0 5 15,-1 0 5-15,0 2-1 0,2 3 4 0,-2 25-1 16,2 5-2-16,2-3 1 0,2-1 2 0,-1 5-6 15,1-5 5-15,2-1-5 0,-3 0-2 0,-1-2 4 16,-2-2-5-16,-2-4 5 0,2 0-3 0,0-1-1 16,0-7-3-16,0-4 0 0,0 1-7 0,0-6-23 15,0-1 0-15,0 0-9 0,0 0-5 0,2-3-8 16,0 1-10-16,0-2-2 0,2 0-60 0,3-2 4 0,6-7 0 16,-2 2 5-16,0-17 30 0,0-1 24 0,-3-2 10 15,3-3 5-15,-5-2 33 0,-1-1 16 0,3 5-3 16,-5-4 7-16,5 8 6 0,-3 0 38 0,1 2 3 15,-1 5 12-15,-3 0 9 0,0 4-15 0,0 8-4 0,0 1-3 16,0 4-10-16,3-4-1 0,-1 3 3 0,2-1-3 16,-1 0-1-16,-1 2 8 0,0 0 2 0,-3 0 3 15,3 2 5-15,-4 0-23 0,13 16 3 0,-4 1-8 16,-3-1 1-16,0 5-9 0,-3-1-1 0,-3-4-3 16,0 3-5-16,0-3-10 0,0-1 0 0,0-4-3 15,0 0 2-15,-2-2-6 0,2-1-5 0,0-3-4 0,0 2-29 16,0-5-23-16,0-2-20 0,0 0-6 0,0 1-112 15,0 1-55-15,0 0-53 0</inkml:trace>
  <inkml:trace contextRef="#ctx0" brushRef="#br0" timeOffset="186381.2">9698 8589 788 0,'0'-2'55'0,"-2"0"-4"0,0 0 22 15,2 0 8-15,-9-13-13 0,2 0 31 0,-1 2-12 16,6 6-3-16,0 0-8 0,1-1-33 0,1 4-7 15,0 1 2-15,1-3-4 0,3 1-4 0,24 1-18 16,2 2-5-16,5-18-2 0,-4 8-5 0,1 7 1 0,-4 3 0 16,-2 2-2-16,0 2-19 0,0 2-28 0,-2 1-63 15,0 1 3-15,2-1-293 0</inkml:trace>
  <inkml:trace contextRef="#ctx0" brushRef="#br0" timeOffset="186740.43">10504 8037 501 0,'-2'-2'123'0,"0"0"26"0,0 0-37 15,-2 1-60-15,1-3-3 0,-1 0-2 0,2-1 26 16,-2 1-4-16,3 0 8 0,-1 0-17 15,-2 1-32-15,0-1 4 0,2 0-12 0,1 2-1 0,-1 1 23 16,0-1-8-16,2 2 11 0,0 2-19 0,0 1 4 16,2 18-7-16,0 20 7 0,-2-1-11 0,1 3-2 15,-1 4 0-15,0 3 0 0,0 4 0 0,-1 1-4 16,-3 3 0-16,-4-1-3 0,1-1-1 0,1 2-3 16,-1-6 1-16,-2-4-1 0,-1 2-4 0,1-7-2 15,2-4 4-15,-1-4-3 0,3-5-1 0,1-4 0 0,2-4-7 16,2-2 2-16,2-5-31 0,2-2-21 0,-2-5-8 15,-1-5-8-15,-1-1-68 0,13 8-100 0,8-1-55 16</inkml:trace>
  <inkml:trace contextRef="#ctx0" brushRef="#br0" timeOffset="187019.55">10857 7777 806 0,'0'0'28'0,"-2"-2"30"16,0 0 0-16,0 1 23 0,0-1 1 0,0 0 8 0,-1 0 7 16,-1 0-31-16,0 0-3 0,0 0-10 0,1 1-15 15,-1-1-8-15,0 2 0 0,1 0-4 0,-1 0-8 16,0 2 3-16,0-1-5 0,-1 11 3 0,-8 19-10 0,4 6 4 16,3 6-1-16,4 2 1 0,0 5-1 0,2-2-9 15,0 0 5-15,-2 4-6 0,2 0 5 0,-1 2-2 16,-1 2-1-16,0-1 1 0,0 7-1 0,0-7-5 15,-2 1 2-15,3-4-1 0,-1-5 11 0,-2-5-5 16,0-1-5-16,2-4 0 0,1-2-3 0,-1-5 2 16,2-4 6-16,0-5-3 0,0-1-3 0,0-3-8 15,0-6-5-15,0 0 0 0,0-5-28 0,0-3-42 16,0 1-34-16,0-2-8 0,2 2-175 0</inkml:trace>
  <inkml:trace contextRef="#ctx0" brushRef="#br0" timeOffset="187628.45">11180 8093 314 0,'0'-2'19'0,"0"0"25"0,0 0-6 0,0-2 56 16,0 1-7-16,-2-10 23 0,0 2-9 0,0 1-25 16,0-5 0-16,2 10-8 0,-2-3-5 0,2 3-5 15,0-1-3-15,0 3-1 0,0-1-3 0,0 0-3 16,0 0 0-16,0 1-4 0,0-1-13 0,0 0 1 15,0 1 2-15,0 1-1 0,0 0 1 0,0 2-6 16,2 0 0-16,0 2-2 0,0 0 3 0,2 7-14 0,7 21 0 16,2 7-4-16,-6-2 2 0,1 2-9 0,-3 2 1 15,1 2-4-15,-1 0 2 0,1 2 4 0,-1-1-3 16,-1-1 1-16,0-2-4 0,0 0 4 0,-1 0 4 16,3 2-1-16,-2-6 1 0,-1-3-2 0,-1-4-2 0,0-1 0 15,2-4-2-15,-2 1 1 0,-1-4-3 0,1-5 3 16,0-2 0-16,-2-7 1 0,0-1 7 0,0-1-5 15,0 0 3-15,0-1 2 0,0-1-8 0,0 0 7 16,-2 0-8-16,0-2 0 0,1 0 1 0,-1-2-2 16,-4-13-2-16,-5-24-4 0,2-3 5 0,3-5-2 15,4-3 4-15,2-2-1 0,0 2-1 0,0 0 0 16,0-2-1-16,6 4 0 0,1 3 3 0,3 2-2 0,1 4 3 16,2 2-4-16,2 2 1 0,1 1-1 0,-14 5 8 15,22-3-1-15,2 4-5 0,4 2 3 0,-2 2-5 0,2 8 8 16,-3 1-2-16,-2-2 4 0,-1 6-9 15,2 2 1-15,-2 1 1 0,-4 4-2 0,-1-9-8 0,-6 6-2 16,-4 3-11-16,-3 4 3 0,-1 0-48 0,-1 0-171 16,0 2-32-16,-1 0-65 0,1 2-272 0</inkml:trace>
  <inkml:trace contextRef="#ctx0" brushRef="#br0" timeOffset="188265.13">11675 8715 902 0,'-2'0'234'0,"1"0"-344"0,-1 2 286 0,-2-1-166 16,4 1 9-16,-11 15 37 0,2-4-2 0,3-4 12 15,-1 4-7-15,1-2-25 0,2 1-2 0,3-3-9 16,-1 0-6-16,2-5-1 0,0 0-2 0,0-3 1 15,0 1-8-15,0 0 5 0,2 2-2 0,-1-2 3 16,3 0 4-16,5-2-3 0,8-2 3 0,0-6-3 0,1-5 5 16,-1-5-15-16,0-10 8 0,-1-4-9 0,-3-1 6 15,2 1-6-15,-7-1 0 0,-3 0-2 0,-1 5 0 16,0 0 1-16,1 4-1 0,-3 3 3 0,0 1-3 16,9 5 10-16,-3 2-3 0,-5 4 7 0,-1 3 7 0,-2 2 2 15,0 3-1-15,0-3 0 0,0 0 4 0,0 2-8 16,0 0 1-16,0 1-6 0,0 1-16 0,0 0 11 15,0 1-3-15,0 3 7 0,-4 11-8 0,-1 13 2 16,-1 3-1-16,1 3 2 0,3-1 2 0,0 3-8 16,0-5 1-16,2-1-2 0,0-1 9 0,0-3-9 15,2 4 2-15,2-4-3 0,-1-4 1 0,1 1 2 16,0-8 1-16,1 1 0 0,1-5-4 0,0-1-1 16,-1-3 1-16,-3-1 0 0,11-4 0 0,4-1-5 0,-2 9-2 15,-1-5 1-15,11-1 0 0,-1-4 1 0,-4-6 1 16,4-3-1-16,-3-2-1 0,-1 5 4 0,1-21 1 15,-10-3 0-15,2-2 6 0,-4 4-6 0,0 1 1 16,-5-5-2-16,2-1 2 0,-3-3 2 0,3 3-3 0,3 5 2 16,-3 2-3-16,-4 0 5 0,12 4-1 0,-4 5 2 15,-5 2-10-15,-1 4 8 0,-2 4 2 0,-2 3 3 16,0 2 1-16,0 0 6 0,2-1-5 0,0-1 5 16,-1 2-4-16,1 0 5 0,0 2 1 0,0 2 0 15,0 0 0-15,3 15-1 0,7 14 0 0,-1 3 0 16,-4-1 5-16,-1-1-4 0,1-1-2 0,2 2-1 0,1-5-5 15,1 0 0-15,-2-2 2 0,0-4-4 0,1-1-7 16,1-3 1-16,-2-5 0 0,2 2 2 0,-5-4-2 16,5-1-35-16,4-1-3 0,-4-7-20 0,0 2-97 15,0-3-289-15</inkml:trace>
  <inkml:trace contextRef="#ctx0" brushRef="#br0" timeOffset="193110.48">13460 8212 24 0,'0'0'0'0,"0"0"19"0,0 0 30 15,-2 0 35-15,0 0 14 0,0 0-1 0,0 0-16 0,0 0-33 16,1 0 4-16,-1 0-10 0,0 0-6 0,0 0 4 15,-2 0-4-15,1 0 4 0,-1 0 2 0,0 0 1 16,0 1-4-16,1 1 1 0,-1 0-19 0,0 0 8 16,1 0-5-16,-1 0 5 0,2 0-3 0,0-1 4 15,0-1 0-15,0 0 1 0,1 2 0 0,-1-2-12 16,0 0 6-16,0 0-7 0,0 0 11 0,0 0-10 16,0 0-4-16,1 0-1 0,-1 0-3 0,0 0 0 0,0 0 0 15,0 0-2-15,-2 0-4 0,3 0 2 0,-1 0 5 16,-2 0-3-16,2 0 6 0,0 0-9 0,0 0 3 15,1 0-4-15,-1-2 0 0,0 1 3 0,0-1-5 16,0 0 4-16,0-2-7 0,2 0 3 0,0-1 1 0,0-8 0 16,0 2-3-16,0-4 1 0,2 0 2 0,0 2 0 15,0 0 3-15,2 0-4 0,1 0-3 0,3-2 2 16,1 0 0-16,0 2-1 0,-5-2 5 0,13 10-5 16,1-8 5-16,3 4-1 0,-3 5-5 0,6-4 3 15,-1-6-1-15,-1 6 7 0,-4 5-4 0,-3 3 4 16,2 1-4-16,0 5 3 0,-3 3 1 0,1-1-1 15,0 12-4-15,-4-1 5 0,4 1 0 0,-6-7 3 0,3 2 10 16,-3-4-1-16,-2-4 7 0,1-1-5 0,-1 0 2 16,1-1 1-16,-1 1-5 0,4 1 5 0,-2-3 3 0,-1-2-5 15,1 0 0-15,-1-2-4 0,5 0-6 0,-2-4-9 16,0-2 2-16,0-1-6 0,-2 3-1 0,1-13 4 16,-3 4-4-16,2-1 2 0,-1 1-5 0,-3 1-3 15,3-1-5-15,-1 6 2 0,1 1-20 0,-1 1-14 16,0-1-9-16,-3 4-5 0,2 1-60 0,-3-1-19 15,-1 2-7-15,0 0-6 0,0 0-37 0,2-2-55 16,-1 2 3-16</inkml:trace>
  <inkml:trace contextRef="#ctx0" brushRef="#br0" timeOffset="193427.46">13792 8408 105 0,'0'2'25'0,"0"0"34"15,-2 0 3-15,0 2 33 0,0-1 0 0,-1 1 9 16,-1 0-13-16,2-4-2 0,-7 7-3 0,1-1 3 16,1-2-3-16,-2 1-30 0,3-3 0 0,4-2-11 15,0 0-11-15,-1 2-1 0,-1-2 0 0,2 0 1 0,0 0 11 16,0-2-20-16,2 0 5 0,0 0-10 0,0 0-1 16,6-12-3-16,1-1-1 0,1 2 0 0,1 2-2 15,-1 3-12-15,6 1 6 0,1 3-7 0,-2-5 5 0,4-1 1 16,-4 5-6-16,0 1 4 0,2 2-4 0,-4 2 1 15,4 0 2-15,0 2-1 0,-2 0 0 0,0 2 5 16,0-1-1-16,-2 1 2 0,2 0-4 0,-2-2 11 16,0 0 1-16,2-1 5 0,0 1 13 0,0 0-6 15,2-2-1-15,-2 0-3 0,2 0-15 0,0-2 1 16,0 0-6-16,-4 1 4 0,2-3-7 0,-2 0-1 16,0 0 0-16,2 1-2 0,-4-1-9 0,4-2-17 0,-2 3-14 15,-1-1-10-15,-3 0-126 0,2 1-170 0</inkml:trace>
  <inkml:trace contextRef="#ctx0" brushRef="#br0" timeOffset="194446.31">15276 7874 524 0,'0'-2'7'0,"-2"0"6"0,0-4-7 0,-4-12 17 16,3 1 6-16,-1 0 8 0,0 3 47 0,2 4-32 16,2 3 5-16,0 1-16 0,0 4-18 0,0-1-9 15,0 1-3-15,0-2 1 0,0 0 22 0,0 3-9 16,0-1 4-16,2 2-8 0,0 2-4 0,0-1 7 0,5 16-6 15,6 20 5-15,0 8-11 0,-5-6 12 0,-1 7 1 16,-1-1 3-16,-3-6-1 0,-1 3 1 0,0-6 3 16,-2-1 0-16,0-2 13 0,0-3 1 0,0-2-4 15,0-4 2-15,0-2-3 0,0-3-13 0,0-2 1 0,-2-4-8 16,0-4-8-16,1-2 7 0,-1 1-1 0,2-6 2 16,0 0-3-16,-2 1-6 0,0 1 1 0,0-2-4 15,0 0-8-15,0 0 9 0,1-2-5 0,-1-2 5 16,0 0-9-16,0-7 1 0,-2-19-1 0,4-2 1 15,2-3 2-15,2-1-3 0,1-1 5 0,3-8-5 16,-1 0 1-16,3-3-1 0,3-6 2 0,-2 6-1 0,0-6 3 16,0 3 1-16,2 5-1 0,2-1 2 0,-2 8 2 15,0 4 1-15,0 5 3 0,0 4-1 0,-2 3 1 16,0 5-9-16,-2 3-2 0,-7 3-1 0,11 3-6 0,-2 3 7 16,0 2-3-16,1-7 4 0,-1 2-5 0,0 1-15 15,-2 4 4-15,4 0-10 0,0 0-22 0,0 2-80 16,-2 0-3-16,0 2-30 0,2 2-48 0,0 2-141 15</inkml:trace>
  <inkml:trace contextRef="#ctx0" brushRef="#br0" timeOffset="194948.33">15944 7961 935 0,'0'-2'20'16,"-2"0"-3"-16,0-1-2 0,-5-14 2 0,-1-2-6 16,5 4 22-16,-3 1 47 0,1 1-6 0,1 3 14 15,0 1-40-15,4 7-22 0,-2-2-3 0,0 3-6 16,1-1-9-16,-1 2-5 0,0 2 4 0,0-1-3 16,-2 12 6-16,-1 23-5 0,1-3 3 0,2 2-2 15,0 2 1-15,2-7 1 0,0 4-4 0,2-5 4 16,0-3 9-16,2 0-7 0,-2-2 3 0,-1-3-5 0,1-1 1 15,-2-5 1-15,2 0-1 0,-2-6-1 0,0-1 1 16,2-1-1-16,-2-3 1 0,0-2-2 0,0 0-3 0,2 1-4 16,2 1-3-16,-1-2-1 0,3 0 1 0,7 1-1 15,4-3 5-15,-4 0-2 0,3-3 5 0,3-5-5 16,-2 1 1-16,1-2-3 0,-1 1 3 0,-6 3 0 16,0 1 0-16,-2 0 1 0,3 0-2 0,-5 4 3 15,2 0-1-15,-3 0 3 0,1 2-6 0,-1 0 7 16,-3 0-6-16,1 4 5 0,-2 8-4 0,0 3 5 15,9-2 1-15,-4-2 1 0,1 2 3 0,-4-2-2 16,-3-2 2-16,-1-2-1 0,-1 2 8 0,-1-3-4 0,-2-1 4 16,-2 1-6-16,5-3-8 0,-20-1 3 0,3-2 1 15,1 9 0-15,-5 2-1 0,5-6 0 0,-2-1-8 16,-1-2 4-16,5-4-9 0,4 0-6 0,2 0 5 16,3 0-6-16,1 0-14 0,3 0-14 0,-2-2-6 15,2 0-5-15,0 0-53 0,2-2-81 0,0 3-35 0</inkml:trace>
  <inkml:trace contextRef="#ctx0" brushRef="#br0" timeOffset="195229.45">16572 8074 1030 0,'-2'0'48'0,"0"0"89"0,-4 0-110 0,-9-4 37 16,4 3 4-16,0-1 15 0,6 0 31 0,-1 2-51 16,2 0-1-16,1-2-19 0,-1 0-32 0,2 0 4 15,0 0-3-15,2 1 5 0,2-1 4 0,2 0-5 16,16-6 4-16,15-1-4 0,1 0 8 0,5-2-11 16,-4 1 0-16,0-1-5 0,-4 0-7 0,-7 4 2 15,-2 1-4-15,-1 3 2 0,-5-1-6 0,-5 2-1 16,0 0-6-16,-4 2 2 0,1 0-29 0,-1 0-67 0,0 0-1 15,-1 0-28-15,-5 0-58 0,3 0-118 0</inkml:trace>
  <inkml:trace contextRef="#ctx0" brushRef="#br0" timeOffset="195433.15">16830 7658 693 0,'0'0'31'16,"0"0"-4"-16,-2 0 25 0,0 0 18 0,0 0-8 15,0 0 65-15,0 0-35 0,0 0-6 0,1 0-12 16,-3 0-35-16,0 2-5 0,0 0 3 0,-1 7-3 0,-14 27 7 16,8 4-2-16,4-1 0 0,-3 8-2 0,5-4-11 15,1-1 0-15,2 3-4 0,0-6 2 0,2-2-10 16,0-2-1-16,0-5-4 0,0-4 0 0,0 0-6 0,0-2-8 16,0-2-1-16,0-3-6 0,2-2-30 0,0-4-111 15,0-2-55-15,2 0-41 0,-2-2-365 0</inkml:trace>
  <inkml:trace contextRef="#ctx0" brushRef="#br0" timeOffset="198250.5">17691 7476 256 0,'0'0'74'16,"0"0"-12"-16,-2-2 36 0,0 1 16 0,1-1-33 0,-3-2-8 15,-4-5-1-15,-1-6-1 0,2 2-5 0,-1 0-20 16,3 2-17-16,1 0 1 0,2 3-5 0,0 1-5 15,0 1-11-15,2 2 4 0,0 3-6 0,0-3-3 16,0 0 10-16,0 0-8 0,2 3 10 0,0-1 4 0,0 0-5 16,0 2 9-16,2 0-8 0,-1 2 10 0,1 1-9 15,9 16 1-15,4 11-3 0,-4-1 1 0,-4 3 6 16,-2 1-4-16,1 3 5 0,-4 1-2 0,-1 0 3 16,-1 0 2-16,-2 2 0 0,0-4 1 0,0-1-1 15,0-1-6-15,0-7 3 0,-2-2-13 0,0-5-2 16,1-6 1-16,1-6-1 0,-2 5 1 0,0-3 5 15,2-7-4-15,0 1 4 0,-2 1-8 0,0-2-1 0,0 0 1 16,0-2-2-16,1 0-2 0,-1-2 3 0,-2-5 0 16,-9-29 2-16,4 3 5 0,1-8-3 0,5 0 2 15,-1 2-3-15,0-2 0 0,2 2-2 0,2 2 3 16,2 0-2-16,2 4 1 0,1 1-6 0,3 4-3 16,-1 6 1-16,3 0 2 0,1 3-1 0,0 2 4 0,-7 2-3 15,16 4 0-15,0 4-5 0,1 0 3 0,-1 3-4 16,-3-7 7-16,0 1-4 0,-2 7 0 0,-1 1-2 15,1 2 7-15,-4 0-7 0,1 2-4 0,-3 1-2 16,2 5-9-16,-2-1-53 0,2-3-10 0,-1 11-24 16,-3 1-117-16,1 1-143 0</inkml:trace>
  <inkml:trace contextRef="#ctx0" brushRef="#br0" timeOffset="198688.2">18124 7928 1030 0,'-2'0'20'0,"0"0"1"0,0 0 7 16,0 0 13-16,0 0-5 0,-1-2 65 0,-1 2-35 16,2 0-4-16,-2 0-14 0,3 0-41 0,-3 2 4 15,0-1-4-15,2 3 3 0,-9 17-8 0,4 1 7 0,1 0-3 16,2 2 3-16,3-2-4 0,1 1 4 0,0-5-6 15,0-3 4-15,0 0-4 0,0-4 2 0,0-2 5 16,0-3-4-16,0 0-6 0,0-5 0 0,0 1-6 16,1 2 5-16,1 0-15 0,2-2 7 0,0-1-3 15,11 3 3-15,-4-4-7 0,2-2 10 0,3-3 2 0,-4-1 2 16,2-5 5-16,1 4-3 0,-4-14-2 0,6 1-1 16,0 3 3-16,0 4-1 0,-3 2 4 0,-1 2-4 15,-7 5 1-15,1 2 4 0,-3 0-4 0,-2 2 6 16,2-2 4-16,-1 0 2 0,1 2 5 0,-2 0-3 15,2 0 1-15,-1 2 1 0,1 2 0 0,-4-2 0 16,9 16 3-16,-1 1-3 0,-3-2-2 0,-3-2 1 0,-2-1-7 16,0-2-3-16,0-1-5 0,0-2 2 0,0 0-2 15,0-3-19-15,0-2 8 0,0-3-14 0,0 1-5 16,0 2-41-16,0 0-6 0,0-2-14 0,0-1-43 0,0-1-33 16,0 0 0-16,0 0-10 0,0 0 14 0,0-1-3 15</inkml:trace>
  <inkml:trace contextRef="#ctx0" brushRef="#br0" timeOffset="198890.98">18140 7981 87 0,'-1'-1'63'0,"-1"-1"-15"16,-2-2 60-16,0-11-9 0,-7-5-20 0,2-1-6 15,1 5 6-15,3-3-7 0,3 2-10 0,-2 4-4 16,1 0-5-16,1 2 2 0,-2 0-12 0,2 7 9 0,0 1-3 16,2 1 6-16,-2-2 0 0,1 0-8 0,1 2-3 15,-2-1-1-15,0-1 0 0,2 2-4 0,0 0 5 16,2 0-6-16,0 1 1 0,7-3-7 0,21-2-2 15,-3 3-3-15,9 1-11 0,-5 0-2 0,1 2-3 0,-4 0 1 16,1 0-8-16,-4 0-7 0,-1 0 3 0,-2 0-6 16,-3 0-5-16,1 0-123 0,-1 0-47 0</inkml:trace>
  <inkml:trace contextRef="#ctx0" brushRef="#br0" timeOffset="-193146.09">27125 4376 83 0,'0'0'0'0,"0"0"20"15,-2-2 1-15,2 0 0 0,-2 0 0 0,1 0-19 16,-1 0 1-16,2 0-16 0,0 1-20 0</inkml:trace>
  <inkml:trace contextRef="#ctx0" brushRef="#br0" timeOffset="-193004.78">27160 4333 8 0,'0'0'3'16,"0"0"-2"-16,0 0 7 0,0 0-3 0,0 0 6 0,0 0-11 15,0 0-4-15,0 0-2 0,0 0 0 0,0 0 11 16,0 0-5-16,0 0 7 0,0 0-7 0,0 0 6 16,0 0 1-16,0 0 1 0,0 0-15 0</inkml:trace>
  <inkml:trace contextRef="#ctx0" brushRef="#br0" timeOffset="-174884.22">29398 6841 865 0,'0'0'31'0,"0"0"55"15,0 0-58-15,0 0 22 0,0 2-5 0,0 0 10 16,0 0-3-16,0 0-23 0,0 0 2 0,2-1-11 15,0 1-13-15,-1-2-29 0,1 0-9 0,2 0-13 16,13-2-77-16,7-1-149 0</inkml:trace>
  <inkml:trace contextRef="#ctx0" brushRef="#br0" timeOffset="-173818.75">28945 5189 104 0,'-2'0'24'15,"0"0"-4"-15,0 0 36 0,0 0 0 0,0 0 3 0,1 0-12 16,-1 0-22-16,0 0-5 0,0 0-5 0,0 0-22 16,0 0 2-16,0 0 5 0,1 0-1 0,-1 0-2 15,0 0-1-15,0 0-7 0,2 0 5 0,0 0-8 0,0 0 16 16,0 0-7-16,0 0 8 0,0 0-18 0,0 0 8 16,2 0-18-16</inkml:trace>
  <inkml:trace contextRef="#ctx0" brushRef="#br0" timeOffset="-171915.73">4131 11637 265 0,'0'0'0'0,"0"-2"61"0,0 1 6 15,0-1 5-15,0-2 11 0,0-5-40 0,0-6 8 0,0 0 13 16,0 2 0-16,0-2-4 0,0 2-18 0,0 2-3 16,0 0-1-16,0 2 0 0,0 1 0 0,0 3-11 15,0 1 4-15,0 0-8 0,0 2-4 0,0-1 9 16,0-1-10-16,0 0 11 0,0 0-3 0,0 3 6 15,2-1 2-15,0 0 0 0,0 2-6 0,0 0-5 16,0 0 4-16,0 2-3 0,-1 0 5 0,1 1-8 16,6 12-1-16,-1 4-2 0,-1-1-3 0,-1 1-3 15,-1 1-1-15,-2 1 0 0,-2 1-8 0,0-2 5 0,0 1-1 16,-2 3 3-16,-2-2-3 0,1 4 1 0,-3-2-2 16,0 1 1-16,-1 2-7 0,0-4 5 0,-3 1 0 15,1 0 3-15,2-4-3 0,1-3 4 0,2-2-7 16,1-4 7-16,-1-2 3 0,-2 6-10 0,4-7 8 0,1-3-10 15,-3 4 6-15,4-7-1 0,-2 2-1 0,0 2 0 16,0-3 0-16,0 1-4 0,1 0 0 0,-1-2 0 16,0-1 8-16,0 1-11 0,0 0 7 0,0 0-8 15,0 0 5-15,1 0 0 0,-1 0-3 0,0-1 3 16,0 1 3-16,0-2-1 0,0 0-2 0,0 0 0 16,1 0-1-16,-1 0-6 0,0 0 6 0,0-2-7 15,0 1 2-15,0-1 1 0,0 0-2 0,1 0 2 0,-1 0 0 16,2 0 1-16,0-1-1 0,0-1 1 0,0 0 3 15,0 0-2-15,0 3 1 0,0-1-1 0,0 0 6 0,0 0-9 16,0 0 4-16,0 0-5 0,0 0 8 0,0 1-2 16,0-1 4-16,0 0-4 0,0 0-3 0,0 0 4 15,0 0-3-15,2 0 4 0,-1 1 2 0,-1 1-6 16,0-2 3-16,0 2-4 0,0 0 6 0,0 0 4 16,0 0-7-16,0 0 5 0,0 0 0 0,0 0-4 15,0 0 6-15,0 0-7 0,0 0-4 0,0 0 7 16,0 0-4-16,0 0 5 0,0 0-4 0,0 0 0 15,-1 2 1-15,-1-1 1 0,0 1 0 0,0 0-2 0,-2 0 0 16,-1 0-1-16,-4 3 1 0,-3 3 1 0,3-1-1 16,2-1 3-16,-3 1-1 0,3-1-2 0,0-1 2 15,-3 1-2-15,5-2 8 0,-1-1 1 0,1 1-1 16,1-2 2-16,0 0 5 0,2-2-4 0,0 0 4 16,1 0-6-16,-1 0-3 0,-2 4-8 0,0-1 3 0,2 1-4 15,1-2 2-15,-1 0 6 0,2 0-5 0,0-1 5 16,2 1-1-16,1-2 1 0,10 0 0 0,17-5-1 15,2-5-1-15,3 1 0 0,2-2 0 0,6 2 0 16,1-2-7-16,1 1 7 0,-3 1-3 0,-8 3 6 16,-3 5-2-16,1 1-8 0,-8 0 3 0,2 1-5 15,-4 1 14-15,-9 0-3 0,-1 0 0 0,-1 2-3 16,-6-2-5-16,-1-1 4 0,3 3 0 0,-3-2 2 0,0 0-3 16,0 0-4-16,-3 0-3 0,1 1-2 0,0 1-15 15,0 0-77-15,0-2-2 0,-2-1-30 0,0 1-48 0,0 0-69 16,-2 0-41-16</inkml:trace>
  <inkml:trace contextRef="#ctx0" brushRef="#br0" timeOffset="-171632.96">3801 11689 961 0,'0'-2'19'0,"-2"1"23"0,0-1-18 0,0-2 22 0,1 0 8 0,-1-3 8 15,-2-4 31-15,2 1-27 0,0 1-9 0,2 0-6 16,0 0-28-16,4-3-8 0,2 3 1 0,-5 2-5 16,22-4-3-16,5 3 6 0,1-1 1 0,7 1 2 15,1 3 3-15,0 1-11 0,0 0 2 0,4 3-5 16,-2-22 0-16,0 10-4 0,-2 8 2 0,0 3-3 15,-5 2 3-15,-3 0 0 0,-3 0-1 0,-7 2 1 16,-2-2-2-16,-3 2-5 0,3-1-4 0,-8 1-3 0,1 0-30 16,-3 0-146-16,-1-2-6 0</inkml:trace>
  <inkml:trace contextRef="#ctx0" brushRef="#br0" timeOffset="-169553.88">18655 3091 256 0,'0'0'70'0,"0"-2"-19"0,-2 0 37 0,0 0 10 0,0 0-26 16,0 0-3-16,0 1 5 0,-1-1 2 0,-6-2-5 16,-4 0-23-16,-2 1-4 0,-2-1 1 0,2 2-1 15,-2 0 1-15,3 0-7 0,1 0-6 0,1 2 2 16,-1 0-8-16,6 0 12 0,-4 0-2 0,-2 0 4 16,5 0-12-16,-1 0 5 0,4 0 3 0,-1 0-2 15,2 0-4-15,2 0-16 0,1 0-1 0,-3 0-3 16,0 0 5-16,2 0 10 0,0 0 0 0,2 0 2 0,0 2-4 15,2 0-7-15,2-2-3 0,22 0-1 0,9-2-10 16,6-3 9-16,2-3-4 0,5-1 6 0,6 0-3 16,7-2 0-16,-5-1-1 0,-4 3 0 0,-2 2-6 0,-9-1 2 15,2 3-2-15,-8-1 1 0,-4 2-2 0,-5 3 2 16,-9-1-2-16,-2 2 1 0,-6 0-5 0,-5 0 3 16,-2 0 0-16,2 0 0 0,-1 0-7 0,-1-2-39 15,0 0-23-15,-2 0-5 0,0 0-81 0,-2 2-39 16,-5 0-15-16,-32-2-29 0,0 2-229 0</inkml:trace>
  <inkml:trace contextRef="#ctx0" brushRef="#br0" timeOffset="-169212.54">18488 2983 375 0,'0'0'58'15,"0"0"-5"-15,0-2 30 0,0 0 9 0,0 0-14 16,0-1 23-16,0-1-30 0,0-2-2 0,0-5-10 16,0 4-16-16,0-6 0 0,0 7-4 0,0-1 1 0,2-1-16 15,-2 7 1-15,0-3 1 0,1 0 0 0,1 1 12 16,0 1 8-16,0 0-5 0,0 0 3 0,-2 2-16 16,0 2 4-16,0 2-1 0,-8 12 0 0,-8 14-14 15,14-4 1-15,-26 4 2 0,0 1-1 0,-2-5 0 0,1-2 8 16,3-1-6-16,-4-3 6 0,6-5-1 0,5 2-3 15,-1-4 2-15,9 0-4 0,3-2 0 0,1-2-15 16,-1 2 3-16,5-3-7 0,-1 1-2 0,2 0 10 16,2-1-7-16,0-3 7 0,0-1-13 0,2 0 3 15,0-3 2-15,28 18 1 0,-1-8-3 0,5-3-3 16,-3-7-4-16,-5-1 2 0,0-1-5 0,-2-3-38 16,-1-2-11-16,1 1-15 0,-4 1-79 0</inkml:trace>
  <inkml:trace contextRef="#ctx0" brushRef="#br0" timeOffset="-165791.35">4839 12009 25 0,'0'0'0'0,"0"0"26"15,0-2 16-15,0 0 34 0,0 0 19 0,0 0-6 16,0 0 2-16,0 0-26 0,0-1 2 0,0-1-8 15,0 0 0-15,0 1-6 0,0-7-1 0,2-3-2 16,0 2-12-16,-1 0-1 0,1 2-1 0,-2 3 2 16,0 1 0-16,0 3-7 0,0-4 5 0,0 1-5 15,0 3 4-15,0-4 9 0,0 4-5 0,0-1 6 0,0-3-12 16,0 2 8-16,0 1-9 0,0-1 9 0,0 0-11 16,0 2 2-16,0 0 2 0,0 1 0 0,-2-3-4 15,1 0 0-15,-3 0-3 0,-4 1 2 0,-6-3 3 0,-1 2-1 16,-2 4 8-16,-2 0-7 0,1 2 1 0,3 2-4 15,-2 3-11-15,2 3 5 0,2-1-15 0,2 0-1 16,2 14-1-16,4-1-1 0,-3 0-3 0,4 6 2 16,-1-6 1-16,-10 1-3 0,4 1-7 0,3-2 5 15,5 0-2-15,3-3 2 0,0-4 3 0,2-4-5 16,1-2 0-16,1-1-3 0,0-3 7 0,11-3-3 16,7 0 3-16,2 13-4 0,2-4 5 0,0-6-7 15,2-1-2-15,1-4-3 0,-3 0-15 0,0-2-22 0,-5-1-11 16,1-1-5-16,-1 0-46 0,-1 0-17 0,6-1 0 15,-7 1-18-15,-1-1-138 0</inkml:trace>
  <inkml:trace contextRef="#ctx0" brushRef="#br0" timeOffset="-165259.48">3914 12729 817 0,'0'0'10'0,"-2"0"-1"0,1-2 2 15,-1 0 0-15,-2 0-2 0,0 1 9 0,1 1 43 16,-5-2-5-16,1 0 15 0,-1 0-9 0,1 0-19 15,-1 0 0-15,5 2-7 0,-5-2-3 0,1 1 11 16,1 1 4-16,-3-2 1 0,3 2 9 0,-1 0-6 16,1 0 2-16,3 0-4 0,-5 0-7 0,3 0-4 15,-1 0-6-15,4 0 1 0,0 0-13 0,-1 0-1 16,-1 2-2-16,0-2 0 0,1 1-12 0,1 1-7 0,0 0-2 16,0 0-2-16,0 0 1 0,2 0 4 0,2 1 2 15,0 1-1-15,2-2-3 0,25 15 1 0,7-8-5 16,4-5 5-16,11-4-3 0,4-6-3 0,14-5 3 0,5-4-2 15,6 0 2-15,5-1 1 0,-7 1-1 0,-9 0 2 16,-6 0-4-16,-11 2 4 0,0 0-1 0,-2 2 2 16,-3 2-2-16,-3 3 8 0,1 0-5 0,-2 3 5 15,-6 1-8-15,-2 0 2 0,-5 0 7 0,-6 2-3 16,2 0 3-16,-9 0 1 0,-4 0-7 0,-4 0 5 16,-7 0-7-16,1 0 11 0,-1 0 2 0,2 0 2 15,0 0-7-15,-1 0-3 0,-1 0-1 0,0 0 0 0,0 0-4 16,0 0-11-16,0 0-4 0,-2 0-2 0,0 0-29 15,0 0-127-15,2 0-25 0,-1 0-68 0,1 0-407 16</inkml:trace>
  <inkml:trace contextRef="#ctx0" brushRef="#br0" timeOffset="-163154.62">4536 13240 77 0,'0'0'20'0,"-2"0"22"16,1 0-24-16,-1 0-13 0,0 0-2 0,0 0-2 15,0 0-1-15,0 0 8 0,0 0 3 0,-1 0 3 16,1 0 15-16,-2 0 6 0,0 0-3 0,3 0 6 16,-3 0 7-16,0 0 4 0,0 0 0 0,1 0 1 0,-1 0-4 15,0 0 6-15,1 0-9 0,1 0 6 0,0 0-8 16,0 0-3-16,0 0 7 0,0 0-7 0,0 0 0 0,1-2-14 15,-1 0 1-15,0 0-5 0,0 0 3 0,0 0-4 16,0 0 1-16,0-1-2 0,1-1 1 0,-1 0 2 16,0 1 0-16,0-1 0 0,2 2-7 0,-2-4-2 15,0 1 3-15,2 1-2 0,0 0 3 0,0 1 3 16,0 1-4-16,0-2 4 0,0 0-7 0,0 1 3 16,0 1 2-16,0-2 1 0,0 0 1 0,0 3 6 15,0-3-5-15,0 2 5 0,0 0-4 0,-2-2-8 16,1 1-1-16,-1-1-1 0,2 2-4 0,0 0 3 15,0 0-3-15,0 1 2 0,0-1-10 0,-2-2 3 0,2 2 1 16,-2-2 1-16,2 3-7 0,-2-3 6 0,0 0-3 16,2 2 5-16,-2-3-6 0,2 1 0 0,0 0 2 15,0 1-1-15,-1-3 2 0,1 2-4 0,0 1 2 16,0 1-1-16,0 0 11 0,0 0-8 0,0-2 1 0,0 2-3 16,0 1-4-16,0-3 7 0,0 0-2 0,0 1 4 15,0-1-1-15,0 0-4 0,0 2 3 0,-2 0-3 16,0 1 13-16,0-1-5 0,0 0 2 0,2 0-3 15,-2 0 10-15,2 0 2 0,0 0 0 0,0 1 1 16,-2-1 0-16,1 0-8 0,-1 0 6 0,0 2-5 16,0 0 6-16,0 0 6 0,0 0-3 0,0 2 4 15,1 0-4-15,1 0-6 0,-17 24-1 0,0-1-1 0,2 5 0 16,4 2-5-16,0-1 4 0,2 3-6 0,-1-1-3 16,3-1 0-16,0-1-4 0,1-3 3 0,0 2-1 15,-1-2 2-15,1-4-2 0,-1 2 2 0,1-4-2 0,1 0-5 16,1-3 2-16,2-4-4 0,0 0 5 0,1-8-9 15,-1 2 5-15,0-1-6 0,0-1 6 0,0 1-6 16,0-3-2-16,2-1-1 0,0-2-8 0,-2 2 3 16,1-1 0-16,-1 1 1 0,0 0 5 0,0-1 5 15,-2 1-2-15,-5 2 2 0,0-3-1 0,-2 3 4 16,-2-2 1-16,1-2 1 0,-1-1-6 0,6-1 4 16,0 0-7-16,1 0 7 0,0 0-8 0,1 0 2 15,1 0 5-15,0-1-1 0,1-1 9 0,-1 0-2 0,0-2-3 16,4 2 2-16,-3-7 4 0,1 2 0 0,0-6 7 15,2 3-6-15,2-3 10 0,1 2-4 0,3 2-1 16,5 1-1-16,15 5-3 0,8-1 0 0,-5-2-4 16,8 3 4-16,-5 1 0 0,-6-2-6 0,4-14 3 0,-2 6-4 15,-4 7 8-15,0 1-6 0,-6 2 3 0,-5 0-4 16,8 1 2-16,-4 1-1 0,-1 0-2 0,-1 0 0 16,-6 0-3-16,-1 0-4 0,1-2-2 0,-3 2-4 15,-1-2-33-15,-1 2-28 0,0-2 2 0,-1 0-11 16,-1 2 2-16,2-4-17 0,2-3-57 0,3-8 10 15,-4-2-213-15</inkml:trace>
  <inkml:trace contextRef="#ctx0" brushRef="#br0" timeOffset="-163004.85">4261 13017 567 0,'-1'0'61'0,"-1"0"2"0,-2-2 29 16,-11-2-14-16,-5-3 0 0,7 1 4 0,3 3 1 15,5 1 0-15,1 0-5 0,0 0-39 0,3-2-23 16,-1 1-7-16,0-1-1 0,2 0-4 0,2 0 1 15,0 1 2-15,11-7-1 0,18-8-1 0,4 3-3 16,-1 4-4-16,-3 3 1 0,3 1-4 0,-4 3-25 16,-1 2-18-16,-3 2-17 0,0 2-183 0</inkml:trace>
  <inkml:trace contextRef="#ctx0" brushRef="#br0" timeOffset="-162567.28">4776 13082 750 0,'0'0'77'0,"-2"0"171"16,0 0-231-16,0 0-3 0,0 0 10 0,0 0-5 15,1 2 33-15,-1-1 6 0,0 1-5 0,0 2 3 16,0 0-14-16,-7 16-12 0,0 2 2 0,1 4-4 16,3 2 2-16,1 4-4 0,0-1-4 0,0 3 0 15,1 3-5-15,-1-4-3 0,0 3 11 0,1-3-7 0,-1-5 12 16,2-2-1-16,0-4-7 0,0-5 5 0,0 2-12 15,1-8 1-15,1-2 1 0,0-3-1 0,0-3-6 0,0-1-8 16,0 2-5-16,0 0 0 0,0-1-9 0,0-1 9 16,0 0 1-16,0 0 1 0,0-2-3 0,1-2 0 15,1 0 4-15,2-2-1 0,7-10 1 0,8-9 2 16,1 3-3-16,1 3 2 0,3-1-4 0,0 6 3 16,-2 1-2-16,2 2 2 0,-3 2 0 0,1 5 0 15,0 0 1-15,-3-11-1 0,1 4 0 0,-3 5 5 16,3 2-4-16,-8 2 4 0,-1 2-5 0,-2 0 5 15,-5 0 5-15,-1 1 0 0,1 1 14 0,0 3-7 16,0 6 1-16,-3 6-2 0,-1 0 8 0,-5-3-2 16,-6 7 1-16,-2-5-2 0,3 3 6 0,-16-1-5 0,-1-3 0 15,-3-1-3-15,0-3-15 0,2 4 0 0,4-2 0 16,0-2-1-16,0 2-4 0,3-6-4 0,3 0-1 16,1-3-1-16,0-2-15 0,8-3-34 0,0 1-11 15,1 4-13-15,7-6-88 0,-3 4-139 0,0-1-48 0</inkml:trace>
  <inkml:trace contextRef="#ctx0" brushRef="#br0" timeOffset="-161898.98">5667 12103 287 0,'0'0'90'0,"0"0"-100"0,0 0 104 0,-2 0-50 0,0 0-8 16,0 0 65-16,1 0-16 0,-1 0 31 0,0 0-19 15,0 0-4-15,-2 0 1 0,2 0-4 0,-7 0-5 0,2 0-16 16,-1 2 1-16,1 0-5 0,1 0-2 0,1 0-16 16,1-2-5-16,2 0-5 0,0 0-21 0,-1 2-4 15,-1-1 2-15,2 1-5 0,0 0-3 0,0 0 4 16,2 2-8-16,0-1 7 0,0 1-6 0,2 0-1 15,2-2 9-15,16 7-6 0,12 0 6 0,-2-5 1 16,1-4-6-16,3 0 3 0,-3-2-8 0,-1-2 0 16,-6 3 6-16,-2-1-4 0,-3 0 5 0,3 0-6 15,-1 0-2-15,-5 2 0 0,-3 0 0 0,-2 0 2 16,-1 0 2-16,-3 0-2 0,-1 0-3 0,-3 0-3 0,1 0 0 16,-2 0 0-16,2 0-7 0,-1 0-10 0,1 0-13 15,0 2-3-15,-2 0-80 0,-1 0-8 0,-1 0-12 16,0-1 8-16,-1 3-12 0,-1 0-12 0,-4 0-5 0,-18 7-4 15,-9 0-28-15</inkml:trace>
  <inkml:trace contextRef="#ctx0" brushRef="#br0" timeOffset="-161752.51">5643 12317 113 0,'-2'0'89'16,"0"0"-11"-16,-2 2 85 0,-18 3-3 0,0 1-5 15,5-2-35-15,2-1-14 0,6-1-7 0,2 0-4 16,3-2-36-16,2 0-23 0,-2 2-4 0,1 0-5 16,1 0-10-16,0-1 20 0,0 1 0 0,2 0 7 15,0 0 6-15,2-2-14 0,2 0 6 0,22 0-9 0,3 0 4 16,12-4-18-16,4-1-1 0,1-3-4 0,-1 1-3 15,-1-1-9-15,-1 1 2 0,2 0-4 0,-3-1-3 16,1 3-73-16,0 1-18 0,-6 0-58 0,4 2-446 16</inkml:trace>
  <inkml:trace contextRef="#ctx1" brushRef="#br0" timeOffset="-195180.31">30905 17828 0,'0'0'0,"0"0"0,0 0 0,-74-4 0,18 4 16</inkml:trace>
  <inkml:trace contextRef="#ctx0" brushRef="#br0" timeOffset="-155080.57">16540 2604 127 0,'0'0'3'15,"-2"0"10"-15,0 0 55 0,0 0 20 0,-1 0 18 16,-1 0 5-16,-5 0-50 0,-1 0-1 0,3 0-7 16,-4 0-23-16,3 0 0 0,3 0-11 0,-4 0 8 15,3 0-8-15,0 0-1 0,1 0-2 0,1 0-1 0,0 0-9 16,3 0 7-16,-3 0 3 0,2 0-2 0,0 0-8 15,0 0 13-15,-1-2-7 0,-1 1 7 0,0-1-15 16,0 0 5-16,3 0-1 0,-1 0 2 0,0 0-10 16,0 0 8-16,0 1-2 0,0-1 4 0,0 0-1 0,1 0 0 15,-1 0-2-15,0 0 1 0,0 0-3 0,0 2 12 16,0 0-6-16,0 0 8 0,1 0-10 0,-1 0 6 16,2 0-2-16,0 0 4 0,0 0-5 0,0 0 0 15,0 0-1-15,0 0 0 0,2-1-2 0,-1 1 4 16,1-2-7-16,0 2 4 0,17-4-13 0,1-2 7 15,2 1 5-15,4-1-1 0,4 1-5 0,7-3 7 16,2 3-8-16,-2-3 8 0,8 1 0 0,1 1-6 16,-3 1 2-16,0-1-3 0,-4 1 2 0,-2 1-3 0,2 0 1 15,0 0-2-15,-2 1 4 0,2 1-2 0,0 0 0 16,-2 0-1-16,2 2 3 0,-2 0-3 0,0-2 6 16,1 2-5-16,-7 0 10 0,1 0 8 0,-6 0 2 15,-6-2 2-15,2 1 10 0,-5-1-12 0,3 0 3 0,5-2-7 16,-9 2-4-16,1-1 0 0,-2 1-2 0,-4 0 2 15,-2 0-3-15,1 0-9 0,-5 0 2 0,-1 2-3 16,0 0 10-16,-3 0-9 0,3-2 8 0,0 1-9 16,0-1 8-16,-3 0-6 0,1 0-2 0,0 0-1 15,0 0-11-15,-2 2-24 0,0 0-18 0,-2 0-8 16,0 0-114-16,0 0-134 0</inkml:trace>
  <inkml:trace contextRef="#ctx0" brushRef="#br0" timeOffset="-154384.34">16722 2435 222 0,'0'0'57'16,"-2"-2"92"-16,2 1-79 0,0-1-8 0,0 0 10 0,0 0-7 16,0-2 18-16,0 2-30 0,-2-7 0 0,2 4-10 15,0-1-7-15,0 0-7 0,0 3 7 0,0-3-7 16,0 2 12-16,0-1-14 0,0-1 1 0,0 4-2 15,0-5 14-15,0 3-12 0,0 1 0 0,0-1-4 16,0 0 0-16,0 2-5 0,0 0 6 0,0 1-5 16,0-1 9-16,0 0-8 0,-2 0 3 0,1 0-4 15,-1 0 3-15,0 2-4 0,0 0-6 0,0 0 3 0,-2 0-10 16,1 0 4-16,-3 0 1 0,-7 2 0 0,-2 2 1 16,-1 1-7-16,-7 3 6 0,3-1-5 0,-2 3 6 0,-1-3-5 15,-3 4 3-15,2-2-1 0,2 1 5 0,-2-1-3 16,3 0-6-16,-3 1 4 0,0-1-3 0,4-2 5 15,1 1-3-15,2-3 3 0,2 3-6 0,1-3-2 16,1 1 4-16,1-1-3 0,1-1 8 0,2 0-12 16,0 0 6-16,3-3-6 0,-1 3 3 0,3-2 3 15,2-2-4-15,-2 2 4 0,1 0-7 0,-1 0-1 16,2-1-1-16,0 1 0 0,0 0 2 0,1 0 4 16,-1 2-1-16,2-1 3 0,0 1-2 0,0 0-3 0,0 0 1 15,2-1-1-15,-1 1-1 0,1 0-1 0,2-1 4 16,0 1-2-16,5 2 1 0,8 5-2 0,3 0 0 15,1-2 0-15,3 2 1 0,0-1-2 0,6 1 0 0,-3 0 1 16,1 0 5-16,4 0 0 0,-2 0-2 0,1 1 1 16,1-1-3-16,-3 0-1 0,3 0 1 0,-4-2-1 15,0 1 5-15,-4-5-4 0,-4 1 5 0,-3-3-5 16,-2-1 7-16,3 2 2 0,-3-2-2 0,0-2 3 16,0 0 1-16,-6 0-8 0,0-2 4 0,1 0-5 15,-5 0 9-15,-1 2-1 0,0-2 1 0,-1 1-2 16,1-1-1-16,0 0-3 0,0 0 3 0,-3-2-3 0,1 1 0 15,0-1-11-15,0 0-9 0,-2 0-6 0,0 1-72 16,0-1-52-16,0 0-9 0,0 1-13 0,-2 1-33 16,0 0-37-16,0 0-12 0</inkml:trace>
  <inkml:trace contextRef="#ctx0" brushRef="#br0" timeOffset="-153900.16">16596 2567 184 0,'0'0'64'0,"0"-2"-24"16,0 0 66-16,0 1-15 0,0-1-13 0,0-2-6 16,0-2-2-16,0-5-2 0,2-2-10 0,1 2-13 0,1 0 7 15,0 0-9-15,1 0-1 0,1 1-4 0,1-1-6 16,1 2 3-16,-5-4-7 0,10 4 2 0,2-1-3 16,-5 3 1-16,-1 1-9 0,-5 3 8 0,-3-1 1 15,-1 2 2-15,0 0 0 0,0 0-7 0,0 1 0 16,2-3-3-16,0 0-7 0,-2 2-2 0,0 0 1 0,-2 1 0 15,0-1-7-15,-1 0 9 0,-10 2-7 0,-8 0 7 16,-1 2-8-16,2 1 1 0,1 1 0 0,-5 2 0 16,5-1-2-16,-1 3 9 0,3-3-2 0,4-1 4 15,0 2 1-15,6-5-8 0,-3 3 4 0,3 0-6 16,0 0 7-16,1-3-9 0,2 1 4 0,2-2-6 16,1 0 0-16,-1 0 0 0,0 0 1 0,-2 4 1 15,0 0 2-15,1-1-4 0,-1 1-3 0,0 0 0 0,2 0 3 16,1-1-2-16,-1 1 1 0,0 0-2 0,0-1-2 15,0 1 2-15,2 0 1 0,0 0 1 0,0-1 5 0,2 1-5 16,0 0 3-16,2-1-5 0,-3-3-2 0,14 10 7 16,8 3-2-16,1-2 4 0,-4-4-6 0,4 1 2 15,-1-3-3-15,-3-1 2 0,2 2 0 0,-3-3 3 16,1 1-4-16,-1 2 3 0,-4-3-4 0,3 3 4 16,-5-2 2-16,-2-1 1 0,4 1-3 0,-9-2-2 15,-1 0 0-15,5 1 1 0,-5-1 3 0,-1 0-4 16,1 0 2-16,-3-2-4 0,2 2 4 0,0 0-1 15,3 1-1-15,-1-1 1 0,-4-2-1 0,1 2-79 0,-1-2-26 16,2 2-30-16,0 0-170 0</inkml:trace>
  <inkml:trace contextRef="#ctx0" brushRef="#br0" timeOffset="-153444.43">16898 2374 768 0,'0'0'20'0,"0"-2"-1"15,0 0-4-15,-2 0 6 0,1 1-10 0,-1-1 28 16,-2 0 21-16,2 2-9 0,-5-4 8 0,-6-3-40 16,0 1 6-16,2 2-7 0,-8-1 5 0,2 3-16 15,4 2 10-15,-5 0-6 0,1 0 7 0,-2 4-5 0,-3 1-5 16,2 3 7-16,-2 1-6 0,1 0 11 0,-9 4-11 15,4-2 2-15,0 1-4 0,-3 1 8 0,5-2 1 16,-6 2 2-16,4 0-1 0,2-2 0 0,5-2-1 16,2 0-4-16,4-1 2 0,0 1-2 0,0 0 2 15,4-1 1-15,2-4-3 0,3 5-6 0,-3 0-1 16,1 0 3-16,0 1-2 0,3-1-1 0,1 0 7 16,2 1-5-16,0-3 7 0,0-1 5 0,2-1-7 15,0-1 3-15,3 0-6 0,16-3 2 0,1 1 0 16,4 15 2-16,2-6-1 0,3-3-3 0,-1-5 3 0,-4-3-6 15,-6 0 5-15,-3 0-9 0,4 0 2 0,-1 0-1 16,0 0 1-16,-3 0 5 0,-6 0-7 0,2 2 1 16,-3 0-3-16,3 0 10 0,-8-2-7 0,1 0 4 0,-3 0-6 15,1 2 6-15,0 0-4 0,0-1 5 0,-3 1-5 16,1 0-1-16,0 0 6 0,0 0-10 0,0 0 6 16,0 0-17-16,0-1-35 0,-2 1-40 0,1-2 0 15,1 0-135-15,0 0-83 0,0 0-15 0</inkml:trace>
  <inkml:trace contextRef="#ctx0" brushRef="#br0" timeOffset="-152884.33">16843 2562 464 0,'0'0'60'0,"-2"-2"118"0,0 0-170 0,0 0 13 15,0-2 4-15,0 1 7 0,2 1 38 0,-3-6-21 16,-3-1-1-16,2 2-8 0,2 3-15 0,1 0 7 15,-3 0 1-15,-7 3 1 0,1-7 3 0,-4-1-10 16,-3 1-3-16,2 5-2 0,-3-1-5 0,-3 4 2 16,1 0 2-16,-3 4-2 0,3 1 5 0,-4 5-4 15,0-1 1-15,1 0-1 0,-1 2 0 0,4 0 2 16,3-1-1-16,-1 1 2 0,5-4-8 0,1 1-6 0,5-5-2 16,3 1 1-16,1 0 5 0,1 0-5 0,0-1-1 15,0 1-2-15,0 0-2 0,2-2 3 0,2-1 5 16,0 1-3-16,2 0-3 0,14 2-2 0,6-2-2 15,6-2 2-15,-4-4 6 0,0 0-9 0,-6-1 4 16,-1-1-5-16,-2 1 4 0,1-1 2 0,-3 2-4 0,0 1 3 16,-4-1-4-16,-2 0 3 0,-1 2 0 0,-3 0 1 15,-3 2 4-15,2-1-11 0,0-1 4 0,-1 0-5 16,1 0 11-16,-2 2 4 0,0 0-2 0,0 0 2 16,-1 0 0-16,1 0-2 0,0 0 3 0,-2 0-5 15,0 2 1-15,0 0 1 0,0 0-1 0,-2-1 2 0,0 1-1 16,1 0-3-16,-1 0 1 0,0 0-3 15,0 0 0-15,0 0 0 0,0-1-3 0,1 1 1 0,-1 0 3 16,0 0-1-16,0-2 1 0,0 0-2 0,0 0 2 16,0-2-5-16,1 0 4 0,-1 0-5 0,0 1 7 0,0-3-4 15,0 0-2-15,0-1 0 0,0-3-4 0,-1 1 4 16,-1-1 0-16,4 5 2 0,-2-1-2 0,2 2 3 16,-2-2-1-16,0 1 0 0,1-1-9 0,-1 0 7 15,0 2-4-15,0 0 6 0,0 1 0 0,0 1 2 16,0 0 1-16,1 1-1 0,-1 1 5 0,2 2-8 15,0 0 6-15,0 7-7 0,0 6 8 0,0-3-4 16,2 1 0-16,-1 0-1 0,1 0 5 0,0-4-31 0,0 2-78 16,2 0 3-16,-1-2-337 0</inkml:trace>
  <inkml:trace contextRef="#ctx0" brushRef="#br0" timeOffset="-116054.91">7810 11062 377 0,'0'0'20'15,"0"0"2"-15,0-2 23 0,0 0 14 0,0 0 2 0,-2 0 2 16,0-1 2-16,0-1-3 0,2 0 2 0,-2-5 1 15,0-2-11-15,1-2 5 0,-1 2-6 0,0-1 10 16,0-2-7-16,0-1-2 0,0 0-3 0,0 2-12 0,1 4 3 16,-1-4 6-16,0 3-2 0,-2 1 5 0,2 2 6 15,-1-1-5-15,-1 3 7 0,0-1-2 0,-1 4-1 16,-7 0 1-16,-4-9-2 0,1 4-10 0,-6-1-3 16,-1 5-2-16,-2 3 0 0,-6 1 0 0,1 7-9 15,-3 3-2-15,-1 4-3 0,1 2-9 0,8-12-8 16,-2 23 3-16,4 4-6 0,3-3 4 0,-1 3-7 15,1-1 1-15,8-5-4 0,-4 2 5 0,8-7-5 0,3 1 1 16,0 2-3-16,-11-4-2 0,4 3 4 0,6-3-3 16,1-5 3-16,2 2-6 0,2-8 6 0,0 2-3 15,0-3 3-15,2-3 0 0,-2-3-2 0,4 2 4 16,7 3-3-16,9 2 4 0,4-3-8 0,2-6 1 16,-2-4-3-16,8-5 2 0,1-8 1 0,-3-1-1 0,4 8 2 15,-7-21-1-15,-2-1 2 0,-1-1 2 0,-4 1-1 16,1-1 0-16,-3 3 2 0,1 6 1 0,-1 4 1 15,-3 5 1-15,-6 6-9 0,-1 1 2 0,-4 1-3 16,1 1 10-16,-3 6-1 0,0 0-1 0,0 0 1 16,1-2 0-16,1 0 0 0,0 2 2 0,-2 0-2 15,0 2 1-15,-1 2 0 0,5 11-2 0,1 15 1 16,-3 1-6-16,-2 3 5 0,-2-3-2 0,0 3 3 0,-2-1-5 16,-2 0 8-16,-1 3-4 0,-1-3 6 0,3-1-4 15,-3 1-3-15,0-3 5 0,-1-1-5 0,0-1 0 16,-1 0 8-16,-1-2-7 0,-2 0 8 0,-2 2-10 0,2-4 7 15,-2 0 0-15,1-3 2 0,-1-3-3 0,10-1 2 16,-16-4 1-16,-3 0-1 0,1-2 3 0,1-3-3 16,1-3-2-16,3 1 0 0,1-3-2 0,0-1 3 15,0 0 1-15,8 4-1 0,-4 1-7 0,1-1-2 16,1-3 2-16,2-1-3 0,-5 0 3 0,11-2-5 16,-7 2-3-16,3-2-2 0,1 2-23 0,0 0-29 15,2 0-21-15,0-1-5 0,1 1-89 0,1 0-5 0,0 2-15 16,1 0 1-16,9 3-80 0,27 12-133 0</inkml:trace>
  <inkml:trace contextRef="#ctx0" brushRef="#br0" timeOffset="-115456.96">8203 11461 548 0,'0'0'66'0,"-2"-2"109"16,1 0-113-16,-1 0 6 0,0 0-2 0,2 1 3 15,0-1-11-15,0 0 0 0,-2 0-10 0,0 2 5 16,0 0-17-16,0 0-8 0,1 0 5 0,-1 2-5 0,0 0 8 16,0 0 0-16,-2 3-3 0,-11 16 2 0,1 3 1 15,-1 0-6-15,0 4 6 0,2-4-5 0,0 2 8 0,0 0-10 16,2 0-3-16,0 0-2 0,-1-2-3 0,1-2-4 16,2-1 5-16,0-5-6 0,1-1-4 0,3-2-6 15,1-5-3-15,0 1 1 0,2-4-4 0,1-1 5 16,-1 0 1-16,0 0 1 0,0-3-1 0,2 1-2 15,0 0-4-15,2-2 0 0,0 0-5 0,1-2 5 16,7-5 1-16,8-6 3 0,5-11-2 0,-1 0-3 16,-2-2-1-16,1-2-2 0,1-2 2 0,0 0 1 15,2 1 1-15,-1 3 0 0,-1 0-2 0,0 7 2 16,-3 2-4-16,-1 3 4 0,-1 1-1 0,-4 3-1 0,-2 5 5 16,-1-3-3-16,-1 3-5 0,-5 3 7 0,3 0-2 15,-3 2 4-15,-2 0-3 0,1 2 3 0,1 0 2 16,-4 0 1-16,11 16 2 0,-3 1-6 0,-5-1 1 15,-3-1-3-15,0 0 2 0,0-4 0 0,-2 0 2 16,1-2-2-16,-1-2-3 0,2-1 1 0,0-5-4 0,0 1 3 16,0 0 1-16,0-1 2 0,0-1 1 0,2 0-1 15,-1-2-3-15,1 0 1 0,2-2 0 0,7-5 1 16,4 1 0-16,2-16-5 0,-2 0 3 0,3-1-4 16,-1 3 11-16,-1 1-7 0,1 5 0 0,0 1-4 15,-2 1 3-15,0 7-4 0,-2 1 4 0,0-5-3 16,-2 3 5-16,-2 3 1 0,-2 1-1 0,3 2 1 0,-5 0 1 15,1 2-4-15,-2-1 0 0,-1 3-2 0,5 5 4 16,3 10 1-16,-2 1-2 0,-1-1 0 0,-3 1-1 16,-1-1-6-16,0 0-9 0,-3-1-2 0,1-1-48 0,-2-4-29 15,2 2 1-15,0-6-12 0,-2-5-19 0,2-1-175 16,0 1 44-16</inkml:trace>
  <inkml:trace contextRef="#ctx0" brushRef="#br0" timeOffset="-115050.14">9228 10811 694 0,'-2'-2'77'16,"0"0"154"-16,1 0-201 0,-3-1 9 0,-2 1-4 16,-3-4 8-16,0 3 13 0,3 1 0 0,-1 0 0 15,1-2-3-15,4 4-17 0,-1-2-10 0,-1 0-3 0,0 1 0 16,2 1-2-16,0 0-2 0,1 1 0 0,-1 1-3 15,0 4-8-15,-2 24 9 0,2-1 2 0,0 5 1 16,1 1 1-16,1 6-7 0,0 0-4 0,0 1 2 16,0 1 0-16,-2-4-5 0,0 0 6 0,-2-2-8 15,2 0-3-15,0-3 6 0,1-1-7 0,1-7 8 16,0-2-5-16,0-1-3 0,0-3 5 0,0-3-4 16,1-4 5-16,1-2-5 0,0-4-1 0,0-1 0 0,0-2 6 15,0-1 5-15,1 1 0 0,1-2 1 0,2 0 2 16,9 0-1-16,-2-2-2 0,3-6 0 0,-1-3-8 15,0-4-3-15,2-23 6 0,-1-4-5 0,5-3 11 0,-4-7-9 16,3-4 0-16,0-5-2 0,3-3 3 0,-1 3-4 16,-2 3 3-16,-1 10-4 0,-2 3 0 0,-4 10 6 15,-4 5-9-15,-2 4 8 0,-1 5 0 0,0 4-6 16,-1 4 7-16,-1 4-8 0,-2 3 3 0,1 0-55 16,1 0 4-16,-2 3-24 0,0-1-10 0,0 0-19 15,-2 2 2-15,0 2-9 0,0 0-19 0,-2 5-168 16</inkml:trace>
  <inkml:trace contextRef="#ctx0" brushRef="#br0" timeOffset="-114648.82">9616 11058 720 0,'0'0'69'0,"0"0"8"0,-2 0-22 0,2 0-15 0,0 0-15 16,-1 0 20-16,1 2 22 0,0 0-2 0,-2 1 7 15,0 10-9-15,-2 8-9 0,0 5-5 0,3 7-2 16,-5-3-24-16,0 0 6 0,1 1-2 0,-3-1 4 15,1 0 0-15,0-3-13 0,-1-1 4 0,-1 0-6 16,1-1 4-16,1-3-8 0,0-2 3 0,1-1-5 16,-1-1 0-16,3-5-1 0,0 0-3 0,2-3 3 0,0-3-7 15,2-3 3-15,0-2 1 0,-1 1 2 0,-1 1 10 16,0 0-6-16,2-2-2 0,0 0-2 0,0-1-9 16,0-1 6-16,0-1-4 0,2-1 5 0,0-2-12 0,-2 2 5 15,1-13-1-15,14 2 1 0,4 2-1 0,-1 4 1 16,-5-1 4-16,2 3-2 0,4 1 2 0,-4-7-4 15,1 2-3-15,-3 3 0 0,-3 4 0 0,3 0 4 16,-2 2 0-16,2 0 0 0,-8 0 1 0,3 2 2 16,-4 0 2-16,-3-2 0 0,3 6 2 0,5 8 0 15,1 3-4-15,-7-2 4 0,-1 0 2 0,-2 0 0 16,0 0 3-16,-3-1-3 0,-5 3-5 0,1-4 6 16,3 2-5-16,-15-4 5 0,-7 0-5 0,2-1-2 0,-2-1 3 15,0-2-3-15,2 1-1 0,2-6-2 0,7 1-6 16,-2-1 1-16,4 7-29 0,4-3-24 0,-2 0-8 15,3-3-3-15,3-1-25 0,1 0-54 0,0 0-4 16,3-2-19-16,-1 0-32 0,0 0-9 0</inkml:trace>
  <inkml:trace contextRef="#ctx0" brushRef="#br0" timeOffset="-114196.44">9919 11531 510 0,'0'0'127'16,"0"0"22"-16,0 0-39 0,0 0-44 0,0 0-17 15,0 0 18-15,2 0 20 0,0 0-6 0,-1 0 11 0,1 0-12 16,0 0-28-16,0 2 2 0,0-2-11 0,0 2-17 16,0 0 1-16,-1-2-5 0,1 0 4 0,0 0-9 15,2 0-4-15,-2 0-1 0,9 0-1 0,0-2-1 0,2-2 0 16,0 1-1-16,2-5 0 0,-2 1 0 0,2-2-4 16,-2-1 3-16,2 5-3 0,-1-12 2 0,-1-3 0 15,0 1-1-15,0-1 1 0,-1-1 0 0,-3 4 2 16,-2-3-4-16,-1 3 3 0,-2-5-3 0,-3 2 2 15,14-1-4-15,-5 3 1 0,-7 6-6 0,-1 3 5 16,0 0 2-16,-2 5-1 0,0 0-7 0,0 3 3 16,-2-3 0-16,0 2 1 0,-1 0-1 0,-5 2 7 15,-10 0-7-15,-3 4 7 0,3 3-3 0,-3 4-2 16,3 2-1-16,1-5-1 0,-2 14-2 0,4 0 6 0,2 3-1 16,0-7 2-16,2 3-10 0,0-1 9 0,0 0-4 15,4-1 6-15,-1 0-9 0,1 1 3 0,1-1 1 16,4 1 1-16,-13 0 0 0,6 3 0 0,4-1-2 15,3 0 2-15,2 1 2 0,2-1-3 0,1-2 9 0,1 1-6 16,3-1 11-16,1 1-2 0,1-3 2 0,0-1 1 16,-1-6 19-16,-3-4-9 0,1 1 1 0,11-4-5 15,-1-3-3-15,3 12 3 0,0-3-3 0,3-5 1 16,0-3-12-16,0-2-1 0,3-4-2 0,-1-3 2 16,0-4-2-16,0-2-23 0,-2 0-10 0,-1-2-10 15,-1 9-84-15,-3-10-124 0,5-1-60 0</inkml:trace>
  <inkml:trace contextRef="#ctx0" brushRef="#br0" timeOffset="-112242.82">7663 12263 67 0,'0'0'23'15,"-2"0"3"-15,0 0 40 0,0 0 26 0,1 0 8 16,-12-2 9-16,1 0-39 0,5 0 0 0,0 1-11 15,-5-3-6-15,3 0-20 0,-4-1 3 0,4 1-8 0,0 0 7 16,3 2 3-16,-1-1 1 0,-3-1-1 0,1 0-9 16,0 0 6-16,-2 1-6 0,5 1 6 0,0 0 0 0,-1 0-4 15,0 0 0-15,-1 0-2 0,-3-1-1 0,5 1-4 16,1 2 7-16,-1 0-6 0,-3-2 5 0,0 0-3 16,1 2 2-16,1 0 0 0,-1 0 8 0,-1-2-5 15,-4 0-6-15,6 2 3 0,3 0-7 0,2 0-15 16,-2 0 8-16,1 0-10 0,-1 0 5 0,2 0-6 15,0 0 0-15,0 0-1 0,1 0 3 0,1 0-5 16,0 2 2-16,0 0-2 0,1 0 10 0,3 0-9 16,20 5 3-16,12 3-4 0,1-3 5 0,9-1-2 15,-5-5 1-15,4 1-1 0,3-2 2 0,2 0 6 16,8-2 3-16,10-3 0 0,8-1 2 0,17 1-5 0,7-3 2 16,6 1-3-16,-5-1 2 0,-5-1-10 0,1 0 3 15,1 0-4-15,4-1 5 0,10-1-2 0,1 0 0 16,-5 0-1-16,-5-2 3 0,-10 2 1 0,-7-2-2 0,1-2 2 15,0 2 3-15,1 0 6 0,-3 0 1 0,-7 2 0 16,-6 0 5-16,-10-1-4 0,-9 3 6 0,-4-2-7 16,-5 0-2-16,1 2-4 0,-6 1-2 0,-4 4 2 15,0 1 3-15,-5 1-6 0,2 0-1 0,-8 2-2 16,-4 0-4-16,-1 0 10 0,-6 0 0 0,-2 0 3 16,-4 0 5-16,3 2-3 0,-7 0 1 0,1 0-4 0,0-1-7 15,0 1-3-15,-1 0 3 0,1 0-2 0,0 0 7 16,-1 0-7-16,1 0-3 0,-2-1 1 0,0 1-2 15,0 0 3-15,0 0 1 0,-1 0 1 0,1 0 0 16,0-2-63-16,0 0-8 0,0 0-26 0,-2 0-76 16,0 0-179-16,0 0 0 0</inkml:trace>
  <inkml:trace contextRef="#ctx0" brushRef="#br0" timeOffset="-100255.91">7884 12631 21 0,'0'0'13'0,"0"-2"3"0,0 0 18 15,0 0 2-15,0 0-2 0,0-2-7 0,0 3 5 16,0-11-3-16,0 3 4 0,0-4-1 0,0 0-17 0,0 0 15 16,0 0-15-16,-2-2 30 0,0 2 39 0,0-2-17 15,0-1 22-15,1-1-27 0,-1 2-14 0,0 0-1 16,0 4-6-16,-2-2-2 0,1-2 10 0,1 6 5 15,0 4 0-15,0-1 1 0,0 0-2 0,2 3-6 16,0 1 2-16,0 0-14 0,0 0-9 0,-2-2 2 0,0 1-6 16,1-1-6-16,-1 2 4 0,-2 0-7 0,0 0 4 15,1 1-12-15,1-1 2 0,0 2 1 0,-2 0-1 16,2 0 2-16,1 2 0 0,-1-1 0 0,0 3 0 16,-4 5-6-16,-3 10 3 0,3 0 4 0,1-1-2 15,1 2 7-15,2 1-10 0,2 3 1 0,0 0-4 16,0 4 0-16,0 4 8 0,2-1-9 0,0 3 9 0,0 1-8 15,0-2-3-15,0-1 4 0,-1 3-3 0,1-1 9 16,0-1-7-16,0 0-2 0,0-1 0 0,0-4 0 16,-2-4 0-16,2 0 4 0,-2-5-2 0,1-1 4 0,-1-5-2 15,0 0 0-15,0-3 0 0,0-5 0 0,0-1 5 16,0-2 3-16,2 1 0 0,0 1 6 0,0 0-9 16,0-2-2-16,2-1-1 0,-1 1-6 0,5-2 3 15,5 0-3-15,0-2 3 0,-2-1-3 0,4-5 3 16,-1-3-2-16,-1 2 2 0,6-11 2 0,0-1-5 15,-1-7 5-15,3 0-5 0,-7-1 5 0,11-5-2 16,-5 5 1-16,2-5-1 0,2-3 1 0,-12-2-6 16,8-2 2-16,-7-2-2 0,4 3 11 0,-1 1-4 0,-1 1 1 15,4 5-4-15,-4 3-5 0,1 6 5 0,-3 4-1 16,-5 5 4-16,-4 6-2 0,1 1 3 0,-3 5 1 16,-2 1 0-16,4-2 2 0,-1 0-1 0,1 1 0 15,0 1-1-15,-2 0-3 0,0 0-2 0,-1 2 1 0,1 0-3 16,0 0-5-16,-2 2-5 0,0 2-9 0,0-3 2 15,-2 16-28-15,-1 0-27 0,-1-2-14 0,-2 1-8 16,1 5-77-16,1-5-148 0,2 5 9 0</inkml:trace>
  <inkml:trace contextRef="#ctx0" brushRef="#br0" timeOffset="-99708.76">8487 12746 558 0,'0'-2'58'0,"-2"0"119"0,1-2-160 0,-1 1-8 16,0-5 6-16,-2-3-2 0,0 2 41 0,1-1-3 15,1 3 4-15,2 3-4 0,-2 1-4 0,2 1-9 16,0-2-1-16,-2 0-3 0,0 1-7 0,1-1 5 16,-1 2 2-16,0 0 0 0,2 2-3 0,0 0 2 15,0 2-12-15,0 2 9 0,-2 14-14 0,0 12 0 16,0 3 1-16,0 5-2 0,-1 1-8 0,-3 3 5 15,1-5 1-15,-1-1 2 0,0-5 10 0,-1-3-3 0,0 0 5 16,-1-4-4-16,1-2 13 0,1-5-12 0,1-2-1 16,1-4-3-16,0-2-8 0,2-3 1 0,0-1-3 15,2-3 1-15,-1 2-3 0,-1 0-4 0,0-1 2 16,0-1-3-16,2 0-1 0,0-2-3 0,0 0 1 0,0 0-2 16,2-2-1-16,0-1 2 0,0-1 0 0,11-17 0 15,-2 5 0-15,0-1 5 0,0 0-3 0,-2 6 3 16,-7-4-7-16,11 2 5 0,2 4-2 0,0 0 4 15,-2 3-7-15,-2-3 1 0,-2 3-1 0,2-1 1 16,-1 3 2-16,-1 1 0 0,0 1 0 0,-3 2 1 16,1 0 10-16,-1 0-7 0,-3 0 3 0,1 0-5 0,-2 0 2 15,2 3 9-15,-4-1-3 0,7 11 4 0,-1 2-6 16,-3 0 3-16,-3-2 4 0,0 0-1 0,-1 0 1 16,-3-2 5-16,-2 0-7 0,1-2 7 0,-5 3-8 15,5-3-5-15,-10-2 4 0,2-1-4 0,-2-1-2 0,-3 1-1 16,3-2 1-16,-2-2 1 0,-1-1-1 0,6 9-5 15,-1-3-3-15,4-1-1 0,4-4-1 0,-1-1-13 16,2-1 3-16,2 0-8 0,-1 2-6 0,-1 0-20 16,0-2-10-16,2 0-5 0,1 0-43 0,-1 0-22 15,2 0-9-15,2-2-8 0,-1 0-58 0,3 1-63 16,0-1-26-16</inkml:trace>
  <inkml:trace contextRef="#ctx0" brushRef="#br0" timeOffset="-99299.58">8682 13121 384 0,'0'0'47'0,"0"0"-2"0,2 0 47 0,0 0-1 16,0 0 2-16,0 0 11 0,0 0-28 0,-1 0 1 16,1 0-11-16,0 0-9 0,2 0-11 0,0 0 0 0,-1 0-4 15,1 0-7-15,0-2 1 0,-1 0-2 0,5 0-1 16,3-2-7-16,0 1-8 0,0-1 0 0,2-2-1 16,2 1 11-16,0-1-8 0,7-3 4 0,-1 0-6 15,-1 0 0-15,1-1-6 0,-7 3 2 0,1-2-4 16,-2-1-1-16,-5 5 4 0,3-5-2 0,-6-4 2 15,7-1-6-15,-5 4 2 0,-3-6-1 0,-1 4 1 0,9-4 2 16,-7 4 3-16,-1 0 0 0,-2-2 1 0,-2 6-3 16,0 0 1-16,-2-1 2 0,0 5-1 0,0 1 1 15,2 2 1-15,-4 0-3 0,-12-9 2 0,3 4-14 16,-2 1 3-16,-2 3-1 0,2 3 1 0,-5 0 1 0,1 1-5 16,4 1 4-16,1 2-4 0,-1 3-1 0,4 3 2 15,-1 3-4-15,3 11 4 0,2-4-1 0,1 4 3 16,1 2-1-16,1-3 2 0,2-1-9 0,-13-2 4 15,6 1 2-15,3-3 1 0,4-1 3 0,2 0-6 16,0-2 1-16,2-4-2 0,4 2 3 0,-1-4 2 16,3 0-3-16,3-3 4 0,11-2 0 0,4-1 3 15,0 14-1-15,2-6 0 0,0-5-6 0,0-4 0 0,0-2 0 16,-2-2-1-16,-2-2 3 0,-4 0-2 0,3-3-5 16,-5 1 1-16,3 1-16 0,-8 1-18 0,-1 0-2 15,-2 1-9-15,1-3-31 0,0 0-151 0,-2 3-20 16</inkml:trace>
  <inkml:trace contextRef="#ctx0" brushRef="#br0" timeOffset="-94423.56">15450 8893 48 0,'0'0'13'0,"0"0"14"0,-2 0 51 0,0 0 13 16,-1 0 6-16,-1 0-9 0,0 0-47 0,-5 0 0 0,2 0-7 16,1 0-10-16,2 0 7 0,1 0-1 0,-1 0 4 15,0 0 5-15,2 0 4 0,0 0 1 0,-1-2-2 16,-1 0-16-16,2 0-15 0,0 1-6 0,0-1 0 15,2 0 1-15,0 0-1 0,0 0-1 0,2-2-1 16,0 1-3-16,0 3 3 0,20-6-1 0,4-1 1 16,2-1-3-16,5 1 3 0,3-2 4 0,8 1-2 15,6 3-4-15,6-3-1 0,4 4 5 0,-1-5-1 0,4 2 4 16,6 1 1-16,0-9-5 0,3 6 5 0,-3-2 15 16,1 0-19-16,3 1 10 0,6 1-14 0,7-2 5 0,5 7-2 15,0-3 1-15,-2-1 0 0,-7 1-1 0,-4-2 0 16,-4-1 1-16,-4 5 0 0,3-3-5 0,1 3 0 15,2 1 0-15,-1 2 2 0,-7-1-2 0,-7-1 5 16,-7 0-5-16,-4-1 4 0,-5 1-5 0,-4 0-2 16,-6 2 2-16,-3-1 0 0,-4 1 7 0,-4-2-9 15,-2-11 4-15,-5 6-5 0,-1 2 12 0,-3 1-4 16,-1 2-3-16,-5 2-1 0,-3 2-3 0,-1-1-4 16,1-1 1-16,-2 0-5 0,0 0-13 0,-2 0-32 15,0 2-6-15,-2 0-12 0,-2 0-63 0,-9 2-70 0</inkml:trace>
  <inkml:trace contextRef="#ctx0" brushRef="#br0" timeOffset="-94020.78">15509 8962 686 0,'-1'-2'30'0,"-1"0"48"0,0 0-52 15,0 0-17-15,0 0 1 0,0 1-7 0,0-1-9 0,1 0 13 16,-1 0-8-16,2 0 8 0,0 0-9 0,0 0 9 16,2 1-7-16,-1-3 8 0,7 0-7 0,16-11-1 15,2 2 6-15,6 2-6 0,1 0 7 0,8 2-2 16,5-1 1-16,6 3-2 0,2-2-2 0,13-2 3 15,-2-1-1-15,2 1 2 0,3 2-6 0,-3 0 6 16,6-1-2-16,1 1 4 0,8-2-5 0,5 2 0 16,4-2 0-16,2 1 1 0,-1 1 0 0,-6 2-2 15,-3-1 1-15,-5 1-1 0,-1 1 5 0,4-1-4 16,3-1 3-16,-1 3-3 0,1-1-3 0,-4 1 3 0,-8-1-4 16,-9 0 4-16,-3 1-1 0,-8-1 2 0,-2 1-1 15,-4-1-1-15,-3 1-5 0,-2-1-1 0,-2 1 4 0,-4-1-1 16,0 2 8-16,-7 1-9 0,-2 1 2 0,-5 0-4 15,-8 0 4-15,-2 0 4 0,-2 0-4 0,-2 2 0 16,1 0-17-16,-6 0-124 0,0 0-8 0</inkml:trace>
  <inkml:trace contextRef="#ctx0" brushRef="#br0" timeOffset="-89457.6">7631 13520 30 0,'0'0'7'0,"0"0"9"0,0-2 7 16,0 2 16-16,0 0 0 0,0 0 3 0,-1 0-3 0,-1 0 10 15,0 0-6-15,0 0 6 0,0 0-12 0,0-2 0 16,0 0-1-16,1 1 1 0,-1-1 2 0,0 2 4 16,0 0 3-16,0 0-2 0,0 0-7 0,0 0-6 15,1 0-7-15,-3 0 1 0,0 0-4 0,0 0 2 16,1 0 1-16,1 0 0 0,0 0-5 0,0 0 1 15,-3 0 2-15,3 0-1 0,-2 0 1 0,0 0-3 16,1 0 4-16,-1 0-2 0,0 0 10 0,2 0-10 16,0 0 2-16,1 0-4 0,-1 0 3 0,0 0-4 0,0 0-4 15,0 0 0-15,0 0-8 0,0 0 3 0,1 0 1 16,1 0 1-16,0-2-4 0,0 0-5 0,0 2 4 16,0-2-4-16,1 2 14 0,1 0-10 0,0 0-5 15,2 0-1-15,0 0-2 0,3 0 5 0,12-4 5 0,-1 1-1 16,-1 1 0-16,3 0-7 0,1 0 1 0,3 2-2 15,2-2 4-15,4 0 1 0,1 1 4 0,10-3-1 16,0 0 5-16,7-1-2 0,6-3-3 0,5 1 3 16,10-3 1-16,-4 3 6 0,0-2-6 0,-7-2 6 15,-5-1-6-15,5 1-2 0,-2 2 1 0,-1 0-4 16,1 1-7-16,2 1 2 0,3-1 0 0,-2 1 3 16,6 1-4-16,-5 3 1 0,1 1 0 0,-2 0 2 0,-8 0 5 15,1 0-8-15,-8-1 1 0,-3 1-3 0,-4 0 6 16,-4 0-3-16,-1 0 3 0,0 0-3 0,-1 0 1 15,-1 2 0-15,-2-1-3 0,-2 1 1 0,-4-2 0 0,-2 0 3 16,1 0 4-16,-4 0-2 0,-1 0 0 0,-3 2-1 16,-3 0-5-16,-5 0 1 0,1 0 0 0,-3 0 1 15,1 0-1-15,0 0 1 0,0 0-12 0,-3-2-18 16,1 2-2-16,0-1-9 0,-2 1-45 0,0 0-106 16,-2 0 20-16,0 0-50 0,1 0-28 0</inkml:trace>
  <inkml:trace contextRef="#ctx0" brushRef="#br0" timeOffset="-88743.45">7921 13904 105 0,'0'0'45'0,"-2"0"-18"15,0-2 49-15,0 1-10 0,1-1 13 0,-1-2-18 16,-2-3 5-16,-2-5-12 0,3 3-9 0,1 0-8 15,0 0 2-15,0-1-5 0,2 1-9 0,0 3-1 16,0-1-3-16,0 3 3 0,0-3-3 0,0-1 11 16,0 3-11-16,2-3 9 0,-2 5-17 0,2-1 5 15,-2 2-1-15,2-2 2 0,0 1-10 0,-1-1 3 16,1 2-6-16,0 0 6 0,0 0 6 0,0 1-2 16,0-1 0-16,0 0-3 0,-1 0 0 0,1 0-10 0,0 2 11 15,0 0-11-15,0 0 9 0,0 0-6 0,0 0 0 16,-1 0-2-16,1 2-3 0,0 0 6 0,0 0-5 15,0 1 5-15,0 3-5 0,5 9-2 0,-1 2 6 0,1 3-5 16,-1 0 4-16,-1 5-1 0,-1-3-4 0,0 4 4 16,-1 0 8-16,1 0-10 0,-2 0 6 0,0 0-8 15,0 0 1-15,0 0 4 0,-1-2-2 0,3 2 3 16,-2-4-6-16,0-1 7 0,0 1 0 0,0-3 3 16,-1-1-7-16,1 3 19 0,0-7-12 0,0 3 14 15,-2-6-15-15,0 2 14 0,0-2-6 0,0-1 8 16,0-1-8-16,0-5-3 0,0-2 0 0,0 1-2 15,0 1-3-15,0 0 8 0,0-1 7 0,0-1-3 0,0 0 6 16,2 0-11-16,0 0-3 0,0-2 0 0,-1 0-5 16,1-2-3-16,0-2 0 0,4-11-2 0,3-5-1 0,2-2-1 15,2-8 0-15,0 2 0 0,2-2 4 0,2-1-7 16,1-3 3-16,3 1-3 0,-19 0 8 0,25 1-3 16,-1 0-1-16,6 3-1 0,-4 3 1 0,-4-2-6 15,2 4 5-15,-4 0-4 0,2 5 9 0,-3 2-7 16,-1 2 1-16,-3 2-3 0,-6 2 1 0,-2 4 2 15,-1 3-9-15,-1 0 7 0,-1 1-11 0,-4 3-15 16,1-2 5-16,1-2-10 0,0 2-8 0,-1 0-58 16,-1 1 1-16,0 1-23 0,0 0-21 0,0 1-10 0,0 1-2 15,0 0-6-15,-2 2-35 0</inkml:trace>
  <inkml:trace contextRef="#ctx0" brushRef="#br0" timeOffset="-88065.36">8573 14151 327 0,'0'0'73'15,"0"-2"-80"-15,0 1 78 0,0-1-38 0,0 0-26 0,0-2 13 16,0 0 7-16,0 3 2 0,0-5 14 0,0 2-18 15,0 1 4-15,0 1-7 0,0 0 7 0,0-2 4 0,0 0-2 16,0 1 6-16,0 1 13 0,0 0-11 0,0 0 4 16,0 2-7-16,0 0 2 0,0 2-13 0,0 2 0 15,0 9-6-15,-2 16-9 0,0 3 0 0,0-2-1 16,-2 7 1-16,1-6-3 0,-1 1 5 0,0-1-3 16,1-3 4-16,-1-4 3 0,0 1-2 0,2-5 2 0,0-1-2 15,1-3 0-15,1-5 9 0,0-5-4 0,0-2 4 16,0-1-15-16,0 1 13 0,0 0-8 0,0 0 9 15,0-3-11-15,0 1-5 0,0 0 6 0,0 0-5 16,0-2-4-16,1 0-3 0,1-2 1 0,0-2 0 16,-2 3 9-16,9-12-9 0,-5-2-1 0,9 2-1 15,2 0 2-15,0-2 5 0,0 7-2 0,1 3 1 0,1-3-11 16,-2 7 8-16,2-5-5 0,-4 4 6 0,0-7-3 16,2 1 0-16,-1 5 3 0,-2 3-3 0,2 2 0 15,-6-1 3-15,-4 1-1 0,-1 0 2 0,-1 2 0 0,6 7 3 16,-1 8-4-16,-5-3 3 0,-2 1-6 0,0-2 6 15,-4-2-1-15,-1 0 1 0,-5 2-1 0,8 0 4 16,-18-2 1-16,0-4 0 0,1 2-2 0,0-2 2 16,-1 1-7-16,1-3 4 0,1-1-6 0,3-5-1 15,0 11 3-15,4-5-3 0,2-3-1 0,1-1-8 16,3-1-5-16,1-2-2 0,0 0-21 0,2 0-44 16,-1 0-10-16,-1 0-16 0,0 0-73 0,2 0-58 15,1-2-29-15</inkml:trace>
  <inkml:trace contextRef="#ctx0" brushRef="#br0" timeOffset="-87784.89">9044 14205 773 0,'-1'0'80'0,"-3"0"163"16,-13 0-224-16,6 0-8 0,-2 0-2 0,2 0 1 0,7 0 16 16,0 0 23-16,3 0-6 0,-1 0 11 0,0 0-12 15,2 0-16-15,2 0 5 0,1-2-9 0,10-3-3 16,13-6-10-16,2-1 0 0,0 1-4 0,-2 0-5 0,0 2 5 16,-2 0-3-16,-3 3 3 0,-1 0-13 0,-5 3-3 15,-2 1-8-15,-2 0 3 0,0 0-18 0,-2 0-17 16,-1 2-5-16,-1 0-9 0,-1 0-53 0,-2 0-24 15,-3 0 4-15,3 0-13 0,0 0-22 0</inkml:trace>
  <inkml:trace contextRef="#ctx0" brushRef="#br0" timeOffset="-87534.14">9193 13997 242 0,'0'-2'84'0,"-2"0"140"0,0-1-142 0,0-1-42 0,0-2 4 16,1-1-17-16,-1 0 3 0,0 1 2 0,2 4-3 15,0 0 2-15,0 0-18 0,0-1 17 0,0-1-9 16,0 2 12-16,0 0-4 0,0 2-9 0,0 0 9 0,0 2-10 16,0 0 6-16,0 5-11 0,2 21-2 0,0 2-1 15,-2 2-3-15,0 1 0 0,0 0-2 0,0 5 0 16,0-1-3-16,0 2-2 0,-2 0 2 0,0 0-3 16,0-6-2-16,-2-1 2 0,2-3-2 0,1-1 1 15,-1-2-11-15,0-5-9 0,0-7-5 0,2-4-2 0,0-5-19 16,0 3-71-16,0-6 7 0,0-1-40 0,0 3-99 15</inkml:trace>
  <inkml:trace contextRef="#ctx0" brushRef="#br0" timeOffset="-87113.9">9555 13850 597 0,'0'0'142'0,"0"0"-167"16,0 0 157-16,-2 0-82 0,0-1-47 0,0 1-1 0,1 0-2 16,-1 0 1-16,0 0 4 0,0 0-1 0,0 1-1 15,0 1-1-15,0 0-2 0,1 2 0 0,-7 13 5 16,3 3-4-16,1 4 7 0,2 0 0 0,2 2 3 16,0 0-1-16,0 0 8 0,2-2-6 0,0 2 0 15,1-1-1-15,1-3 6 0,0-4-3 0,1 1 5 0,-1-4-3 16,2-2 20-16,-3-4-13 0,-1-1 7 0,0-5-7 15,-2-1 12-15,0 0-6 0,0 0 3 0,2 2-3 16,0-1 10-16,0-1-17 0,0 0 0 0,-1-2-6 16,1 0-5-16,0-2 0 0,0 0-3 0,-2 0 0 15,7-20-6-15,-1-2-2 0,-2 0 6 0,-1 0-5 16,-1-2 6-16,0 0-7 0,0 0 2 0,4 2-2 0,-1-1 3 16,3 5 4-16,1 0-6 0,0-1 5 0,2 3-4 15,2-1 6-15,-9 4-2 0,13-2 1 0,5 1-16 16,-3 5 8-16,-1 1-2 0,1 5 4 0,-3-6-5 15,1 1-4-15,-10 7-1 0,3 1-1 0,-7 2-1 0,1 0-27 16,0 0-8-16,-2 0-14 0,0 0-94 0,1 3-65 16,7 12 1-16</inkml:trace>
  <inkml:trace contextRef="#ctx0" brushRef="#br0" timeOffset="-86708.7">9926 14129 839 0,'0'0'34'16,"0"0"58"-16,-2 0-77 0,1 0 0 0,-1 0-4 15,0 0 5-15,0 2 3 0,0 0 4 0,0 0-7 0,2-1 3 16,-5 16-15-16,1 2 6 0,0 1-5 0,1-1 5 16,-1-1-1-16,0-3 6 0,0-2 2 0,-1 4-1 15,-1-2 2-15,3 0 2 0,-1-2-1 0,2-6-1 16,2-1-10-16,0-5 8 0,0 1-6 0,0 2 5 15,0 0-14-15,0-1 2 0,2-1-1 0,0 0 0 16,0 0-4-16,1-2-2 0,1 0 3 0,7-4-1 16,4-5 6-16,-4 7-4 0,2-20 0 0,0 1-3 0,2 3-1 15,-2 1 9-15,0 2 0 0,0 6 3 0,0 2-5 16,-4 3-3-16,-1-2 0 0,-3 3 0 0,1 1 14 16,-1 2 0-16,-1 0-3 0,-2 0 1 0,2 2-12 0,-2-2 12 15,12 22-10-15,-1 4 10 0,-5-4-10 0,-3 4 6 16,-3-4 5-16,-2 2-3 0,0 1-1 0,0-9-7 15,-2 5-1-15,1-8-1 0,-3 3 6 0,0-1-3 16,2-5 1-16,-1 1-2 0,1-6-11 0,2-1-3 16,-2 0-7-16,0-1 2 0,0 1-28 0,0 0-5 15,0-2-12-15,-1 0 0 0,1-1-71 0,-2-1-58 16,0 0-31-16</inkml:trace>
  <inkml:trace contextRef="#ctx0" brushRef="#br0" timeOffset="-86522.96">9841 14135 772 0,'-2'0'118'0,"0"-2"222"16,0 0-299-16,0 0-30 0,1 0-5 0,1 0-4 16,0 0 0-16,0 1 9 0,1-1-7 0,3 0 6 15,17-11-10-15,3 0 4 0,0 0-2 0,2 0 3 16,-4 2-14-16,2-2-21 0,0 0-9 0,-3 2-14 0,3-2-135 15</inkml:trace>
  <inkml:trace contextRef="#ctx0" brushRef="#br0" timeOffset="-85866.76">10210 13804 219 0,'0'-2'75'0,"0"0"8"0,0-1 2 16,0-5-36-16,-1-9-1 0,-1-1-30 0,0-3 22 15,2 7-2-15,0 1 6 0,0 0-14 0,0 0 10 16,2 0-7-16,0 0 6 0,1 2-19 0,-1 3 5 0,0 3 1 15,-2 3 0-15,0 0-4 0,2-2-4 0,2 0 6 16,-1 1-2-16,-1 1 10 0,0 0-14 0,2 2 3 16,-2 2-6-16,1 0 3 0,7 16 1 0,1 18-3 15,-4 1 2-15,-3 2-7 0,-4 1 3 0,0-2-5 16,-4 1 5-16,-1-2-5 0,-1 2-2 0,0 2-3 0,3-1 0 16,-1-2-5-16,-2-1 8 0,3-6-4 0,-3-3 5 15,2 2-4-15,-1-2-6 0,1 0 5 0,0-4-6 16,1-2 2-16,-1-9 1 0,0 0-7 0,1 2 4 15,1-8-20-15,-2 2-12 0,2 1-4 0,0-5-4 16,0 3-33-16,2-5-79 0,0-1-3 0,-1 2-29 16,-1 0-48-16</inkml:trace>
  <inkml:trace contextRef="#ctx0" brushRef="#br0" timeOffset="-85634.45">10556 13676 180 0,'2'-2'78'0,"-1"-2"-50"15,9-22 79-15,-5 6-25 0,1 1-23 0,-4 10 2 16,0 0 3-16,-1 0-3 0,-1 7-1 0,0 0-16 16,2-2-1-16,0 2-6 0,-2 0-3 0,0 2 9 15,0 0-2-15,0 2 4 0,0 2-10 0,0 28-8 16,-2 3-1-16,-1-4-2 0,-1 3-7 0,0-3 0 16,0 1 3-16,1-2-3 0,-1-1 3 0,0-1 0 0,1 2-5 15,-1 0 4-15,0-3-3 0,0 3-5 0,1 2 1 16,-3-3-3-16,1 3-5 0,1 0-3 0,-2-3-2 15,1 1 0-15,1-2-3 0,-2 2-2 0,1-4-6 16,-3 0 0-16,-1 0-29 0,2-4-30 0,1-4-27 16,2-1-6-16,1-4-120 0,1-4-64 0</inkml:trace>
  <inkml:trace contextRef="#ctx0" brushRef="#br0" timeOffset="-85229.7">10767 13869 782 0,'0'0'24'0,"0"0"37"0,-1 2-53 16,-1 0-5-16,0 1-1 0,0 3 0 0,-4 14-1 0,1 3-1 16,1-1 0-16,2 2 0 0,0 2 8 0,1 0-5 15,-3 2 2-15,0 0-3 0,2-4 3 0,0-2 15 16,1-5 3-16,-1 0 4 0,0-2 13 0,2-4 0 15,0 0-4-15,0-4 1 0,0-5-24 0,0 2 14 16,0 0-6-16,0-1 10 0,0-1 3 0,0 0-4 16,0 0-1-16,0-2-2 0,0-2-16 0,0 0 5 15,0-2 0-15,4-25 1 0,1-1-3 0,1 0-3 0,1-1 1 16,1-3-1-16,-1 3-4 0,2-3 1 0,1 1-2 16,1-1 2-16,0 3-5 0,0 3 1 0,0 2-2 15,-2 7 3-15,3-1 5 0,-3 3-11 0,-4 8 5 16,-3-4-7-16,11 4 9 0,-2 3-11 0,-1-1-3 0,-3 1-3 15,-3 4-3-15,0 2-20 0,-3 0 0 0,3 0-9 16,0 2-30-16,0 0-57 0,-3 2 3 0,9 16-20 16,-3-1 11-16,-1-3-19 0,-3 3-9 0</inkml:trace>
  <inkml:trace contextRef="#ctx0" brushRef="#br0" timeOffset="-84740.95">10909 14285 409 0,'0'2'50'0,"-2"0"94"0,0 0-108 0,0-1 6 15,0 3 1-15,0 0 2 0,0 0 9 0,1-1 4 16,1 1-2-16,0 0 2 0,0-2-18 0,0-1-5 16,0 1 0-16,1-2 0 0,1 0-1 0,2-2-13 15,0-1 4-15,9-8-6 0,3-12 4 0,3-1-13 16,0-2 0-16,-5 4-3 0,5-2-4 0,-4 3-2 15,0 1 3-15,-2 1-2 0,-2 4 4 0,-2 1-6 16,-2 1 0-16,1 0-1 0,-1 0 3 0,1 5 4 0,-3-1-5 16,3 5 3-16,-8 2-10 0,3-1 21 0,1-1-7 15,-2 0 11-15,0 2-13 0,0 0 5 0,0 2-5 16,-2 0 4-16,0 2-5 0,0 2-5 0,-4 7 2 16,-4 15-2-16,1-2 5 0,0-1-6 0,-1 1 3 0,1-2-3 15,-1 0 7-15,3-1-7 0,1-3 6 0,2-7-6 16,0 1 4-16,2-5 2 0,0-1-2 0,0-5 3 15,0 3-4-15,2 0 1 0,0-2-2 0,2 0 2 16,9-1-2-16,7-1-1 0,2-3 0 0,4-8 0 16,0-4 0-16,-1 9 0 0,-7-22 0 0,3 0 0 15,3 1 4-15,-8 2-4 0,5 3 0 0,-4 5-1 16,-6 1-1-16,0 3 2 0,-6 3 0 0,-3 5 0 0,0 1 1 16,2 0 3-16,0 1-1 0,-3 1 2 0,1 0 5 15,0 2-4-15,0 2 3 0,0 0-3 0,-2 1 6 16,0 23-6-16,-4 0 1 0,0-3-2 0,1 1 7 0,-1 0-8 15,0-2-1-15,2-1-1 0,-1-3 4 0,1-5-1 16,2-3-2-16,0-1-1 0,0-2-5 0,0-1-16 16,0-1-1-16,0-1-9 0,2 0-28 0,0 0-107 15,1-3-19-15,5 1-47 0,8 2-231 0</inkml:trace>
  <inkml:trace contextRef="#ctx0" brushRef="#br0" timeOffset="-82819.88">11493 11643 253 0,'0'0'51'16,"-1"0"9"-16,-1 0 22 0,0-2 5 0,-2 0-36 0,-5 0-30 16,-4-1 15-16,-2-1-4 0,6 2 12 0,-1 0 9 15,1 0-8-15,-2-1 3 0,4 1-3 0,-1 0 7 16,4 2-7-16,3 0 3 0,-3-2-4 0,0 0-6 0,0 0-22 15,1 0-3-15,1 1-5 0,0-1-8 0,0 0 6 16,2 0 6-16,2 0-2 0,0 0 10 0,2 0-5 16,10-1-1-16,16-7-2 0,2 3-2 0,-4 1-10 15,-1 1 4-15,-2 1-4 0,-1 0 3 0,0 3 1 16,-2 1-4-16,-3 0 0 0,-1 0-18 0,-1 1-11 16,-2 3-3-16,-4 0-5 0,-4 0-40 0,-5-4-88 15,2 3 9-15,0 5-41 0,3 10-61 0</inkml:trace>
  <inkml:trace contextRef="#ctx0" brushRef="#br0" timeOffset="-82642.94">11224 11999 301 0,'-2'0'229'0,"0"0"-237"0,-7-2 251 0,-2 1-115 16,4-1-53-16,3 2-33 0,0-2 1 0,2 0-14 16,0 0-16-16,1 0 7 0,1 0-2 0,1 1 2 15,20-12-5-15,20-8 4 0,5 3-8 0,-1 1 6 16,3-2-12-16,0 3-5 0,-1-3 6 0,5 0-6 15,-6 5 1-15,1-1-23 0,-1 2-21 0,-2 4-16 16,-1 1-233-16</inkml:trace>
  <inkml:trace contextRef="#ctx0" brushRef="#br0" timeOffset="-81789.05">13291 11049 401 0,'0'-2'69'0,"2"0"-3"15,-1 0-8-15,1-2-7 0,8-16-25 0,-1 3-23 16,-2 4 13-16,3-2-1 0,-3 2 6 0,2-1-2 15,1-3 12-15,-1 2-3 0,0 0 6 0,0-2-5 0,-1 3 10 16,-3 1-2-16,3-2 5 0,-3 0-14 0,-1 2 0 16,0 0-6-16,-2 2 5 0,-2-2 0 0,0 3-15 15,0 3 10-15,-2 0-11 0,0 1 6 0,0 2-7 16,2 2-2-16,-15-9-1 0,-3 2-3 0,-3 2 2 16,-1 3 0-16,-4 4 1 0,-2 4-2 0,-2 5-3 15,1 4 4-15,-1 4-4 0,-2-8 4 0,1 26 5 16,-1 4-10-16,1 2 8 0,3 2-10 0,4 3 4 15,0-1 0-15,3-6 2 0,1-8 2 0,9-7-5 16,-1-1 4-16,-2-3-4 0,4 1 7 0,5-9 0 0,1 0 8 16,4-9-5-16,0 1 2 0,2 0 1 0,0-1-7 15,2-1 6-15,16 6-10 0,10-5 4 0,-3-6-7 16,5-7 4-16,0-6-8 0,1 10 4 0,4-23 5 0,0-5-1 16,2-1 1-16,-3-2-2 0,1 3-3 0,-4 1 2 15,-1 1-4-15,1 8-3 0,-9 2 4 0,0 5-1 16,-3 2 8-16,-12 6-7 0,2 3 1 0,-9 3-2 15,-2 1 1-15,4-2 8 0,0 0-2 0,-3 3 2 16,1-1-13-16,0 0 5 0,-2 2 0 0,0 2 4 16,0 0-2-16,-5 11 3 0,-8 18-7 0,0 1 5 15,-2 1 0-15,4-3-3 0,1 1 4 0,1 1-4 0,2 0-2 16,1-5 3-16,2 3 0 0,2 0 2 0,1-6-6 16,-1 4 4-16,2-2-3 0,0 0 4 0,0 2-2 15,0-2-3-15,-2 0 4 0,0 0-1 0,-2-2 7 0,-1-2-4 16,-3 0 1-16,1-1-2 0,-2-3 2 0,1-3 7 15,-1 0-4-15,0-2 5 0,5-2 2 0,-11-2 14 16,0 1-1-16,0-3 5 0,0-3 0 0,2 0-11 16,0-3 7-16,-1 1-9 0,1 8 3 0,-2-1-11 15,4-4-1-15,-1-1-3 0,3-2-7 0,0 0 8 16,1-2-8-16,-1 0 8 0,2 0-4 0,1 0-5 16,2 0 0-16,1 0-6 0,-1-2-27 0,-2 0-32 15,1 0-1-15,1 0-13 0,2 2-23 0,-1-1-49 16,-1-1 6-16,2 0-23 0,0 0-50 0,0 0-40 0</inkml:trace>
  <inkml:trace contextRef="#ctx0" brushRef="#br0" timeOffset="-81162.98">13837 11370 363 0,'0'0'107'0,"0"0"-109"0,-2 0 111 0,0 0-51 16,0-2-29-16,0 0 19 0,0 0 3 0,0 0 4 16,-1 1 5-16,-1 1-16 0,0 0-5 0,1 0-3 0,-1 0-18 15,0 0-7-15,0 1 5 0,1-1-3 0,-7 6 14 16,1 0 3-16,0 1 3 0,-4 12-1 0,2-1-3 0,-4 1-1 16,4-1-5-16,1-1 3 0,1-2-3 0,4-2-9 15,-1 0 6-15,4 0-6 0,-3-2 6 0,-1-2-4 16,2-1-3-16,-1-3 1 0,1-1-3 0,2 0-3 15,-2-1 1-15,3 1-2 0,-1 0 2 0,0 0 3 16,0-3 0-16,0 1-1 0,0 0-1 0,2 0-1 16,0 0 0-16,0-2 0 0,0 0-1 0,2 0-6 15,0-2 2-15,0 0-3 0,0 0-1 0,1-1 3 16,-1-1-3-16,9-11 2 0,-1 0-3 0,-1 0 4 16,2-1-3-16,0-1 4 0,0-2-8 0,-1 3 5 0,-1-1 2 15,0 2 0-15,1 2-4 0,-1 0 1 0,-5 6-1 16,5-3 1-16,0 5 1 0,-1 3-7 0,-1-4 0 15,2 1-2-15,-1 1 12 0,1 2-7 0,-2 2 6 0,1 0-6 16,-4 0 10-16,-3 0-4 0,7 9 2 16,3 10-3-16,-4 0 3 0,-3-3-6 0,-2-3 1 0,-2 0-1 15,0-3 13-15,0-3-8 0,0-1 0 0,0-3-3 16,0 1-2-16,0 0 1 0,0-1 4 0,0 1 0 16,0-2-1-16,0 0 4 0,0 0-4 0,0 0 4 15,2-2-5-15,0 0-2 0,0-2 1 0,1 0-1 16,-1-2 0-16,11-14 0 0,2 1-5 0,2-4 5 15,-1 1 0-15,3-2-3 0,1-2 5 0,1 1-3 0,-1 5 4 16,1 3-6-16,-5 4 0 0,1 3-2 0,-4 1 3 16,-2 5 0-16,-1 0 3 0,-1-5-1 0,4 1 0 0,-2 2 1 15,-2 4-1-15,4 0 1 0,-3 2 7 0,-3 2-7 16,2 3 2-16,-5 6-3 0,11 8 4 0,-4-1 1 16,-6-3-3-16,-1 0 2 0,0 1-4 0,-4-5 0 15,0 2 0-15,0-4 0 0,0 0-4 0,0-1-18 16,-2-1-10-16,2-2-6 0,-2 3-69 0,0-5-32 15,0 1-28-15,2-4-3 0,0 0-110 0</inkml:trace>
  <inkml:trace contextRef="#ctx0" brushRef="#br0" timeOffset="-80698.14">14977 10330 325 0,'0'-2'31'0,"0"0"-1"15,0-1-9-15,1-20 8 0,1 1-16 0,0 2 30 16,2 1 2-16,1 1-2 0,3-1 0 0,-1 0-17 15,-1 5 9-15,-2 2 0 0,-3 7 4 0,-1 1 5 16,0 0 5-16,2 1-4 0,0-1 3 0,-2 0-15 0,0 2 9 16,0 1-7-16,-2 1 7 0,0 0-13 0,1 1-1 15,-1-1 2-15,-17 17-2 0,6 15 1 0,-9 3-11 16,1 0 5-16,5 6-7 0,-3 0 1 0,2 0-1 16,1 0 1-16,-3-4 1 0,1 0 4 0,1 4-13 15,0-2 0-15,2 5-5 0,2 3-2 0,2 3 5 16,-2 4-2-16,2 3 2 0,0 3-5 0,4 5-1 15,1 0 0-15,4 3-1 0,0-3 0 0,-26-7 4 0,17-6-1 16,9-9 2-16,4-4-2 0,4-4 8 0,3-2-4 16,2-3 5-16,4 0-6 0,0-6 1 0,-13-2 0 15,18-3 0-15,4-1-5 0,-3-5-2 0,1-2 0 16,-3-3-4-16,-1-3-26 0,-1-3-74 0,-2 0-28 0,3 11-29 16,-5-7-240-16</inkml:trace>
  <inkml:trace contextRef="#ctx0" brushRef="#br0" timeOffset="-80047.78">15329 10631 404 0,'0'0'51'0,"0"-2"-3"0,0 0 25 0,0 0-9 15,0-1-6-15,0-3-32 0,0-1 10 0,0-3-12 16,0 1 11-16,0 0-13 0,0 3 3 0,0 1-5 16,0 1 1-16,0-4-16 0,0 5 11 0,0-3-5 0,0 2 5 15,0 1-9-15,0-1-6 0,0 2 5 0,0 0-6 16,0 0 0-16,0 1 10 0,0 1-3 0,0 0 6 16,0 1 7-16,0 1-10 0,2 26 4 0,0 4-8 15,-2-1 1-15,0 5 2 0,-4 1-2 0,1 0 3 16,-3 2-4-16,2 2 6 0,1 1-3 0,-1-1 5 15,2 2-2-15,-2-4 9 0,3-6 4 0,-1 1 1 0,0-4 11 16,2-6-4-16,0 0-3 0,0-7-1 0,0-3-11 16,0 3 1-16,0-4-2 0,2-2 2 0,0-2-14 0,-2-3 6 15,0-4-2-15,0 2 2 0,1-1-5 0,1 1 9 16,0 0-1-16,0-2 5 0,0-1 1 0,0 1-10 16,0-2 3-16,-1 0-4 0,1-2 6 0,2-9-13 15,5-22 4-15,-1-4-6 0,1 0 0 0,0-6 3 16,-1-2-1-16,3-1 2 0,0 1-8 0,0 3 5 15,-2 1-1-15,3 4 3 0,-1 1-5 0,0 7 5 16,2 3-3-16,-2 5 4 0,0 1 1 0,0 3-3 16,-5 2 1-16,14 4-2 0,2 2 1 0,3 1-2 15,1-1 4-15,-2 2-4 0,0-3-3 0,2 7 3 16,-4-3-5-16,4 4 4 0,0-14-5 0,-9 8-17 0,-4 3-6 16,-2 1-8-16,-2 2-51 0,-1 2-46 0,-3 0-30 15,1 0-5-15,-2 0-102 0</inkml:trace>
  <inkml:trace contextRef="#ctx0" brushRef="#br0" timeOffset="-79563.83">15792 10963 590 0,'0'0'115'15,"0"-2"17"-15,0 1-54 0,0-1-43 0,0-2-22 0,0 0-10 16,0-7 5-16,0 4 7 0,0-3-3 0,2 1 5 15,1 0-8-15,1 0-2 0,-2 3 2 0,0 0 14 0,0 3 14 16,-2 1-3-16,1-2 3 0,1 0-23 0,0 3-3 16,0-1 2-16,0 0-2 0,0 2 1 0,0 2 3 15,-1 1-5-15,-1 27 5 0,-3 9-11 0,-5 6 1 16,-3-1 0-16,-2-1 1 0,-2-2-5 0,0-8 7 16,1 1-6-16,1-5 7 0,1-3-9 0,1-3 6 15,4-7 2-15,-1-1 2 0,3-6 7 0,3-3-9 16,-2 1 2-16,2-3-3 0,2-2 5 0,-1 2-3 15,-1-1 2-15,0 1-3 0,2-2 13 0,0 0-16 0,0 0 9 16,2-2-12-16,0 0 2 0,3 0-4 0,17-6-1 16,-1-1 0-16,-3-3-1 0,5-1 2 0,-5 2 3 15,5-2 0-15,-3 2-3 0,-3 3 1 0,-1 0-2 16,-3 3 2-16,2-1 0 0,4 0 0 0,-2 4 1 16,-1 0 0-16,-5 0-1 0,-1 2-4 0,-5-2 2 0,-1 2-3 15,2 0 8-15,-3 2 3 0,-3-3-3 0,6 9 2 16,-1 1-1-16,-1 4 1 0,-4-2-1 0,-4 0 2 15,-3 0-4-15,-10-2 1 0,-14 0 1 0,-3 2-1 16,1-2 0-16,-1-2 3 0,-3-1 0 0,2-3 1 16,3 1-3-16,5-4 1 0,2 2-5 0,5 10 4 15,0-4-1-15,3-5-5 0,4-1-1 0,2-2-5 16,3-2-17-16,5 0-40 0,1 0-4 0,-2-2-15 0,0 0-61 16,2 0-56-16,1-1-18 0</inkml:trace>
  <inkml:trace contextRef="#ctx0" brushRef="#br0" timeOffset="-79298.74">16313 10934 661 0,'0'0'172'0,"-1"0"38"0,-1-2-78 16,0 0-89-16,0 0-14 0,0 0-29 0,0 0-3 0,0 0 3 15,2 1-1-15,0 1 17 0,2 0 0 0,0 0 5 16,2-2-1-16,11-2 30 0,11-3-15 0,3-3 5 16,7 1-11-16,-3 0-5 0,2-1-18 0,-1 3 3 0,-3 0-8 15,3 1-1-15,-4 0-5 0,-4 5-2 0,-6-1-2 16,-3 2-19-16,-6 0-23 0,-4 0-12 0,3 0-6 16,-7 0-71-16,1 0-38 0,0 0-2 0,-1 0-12 15,-1 0-24-15</inkml:trace>
  <inkml:trace contextRef="#ctx0" brushRef="#br0" timeOffset="-79063.01">16585 10644 739 0,'0'0'98'0,"0"-2"20"0,0 0-32 16,-2 0-51-16,0 0-4 0,0 1-23 0,2-1-4 15,0 0 0-15,0 0-1 0,0 0-4 0,0 2 5 16,2 0-4-16,0 0 3 0,0 2-1 0,-1 0 11 15,1 2 3-15,2 5 0 0,7 19 0 0,-3 1-3 16,-5 5-1-16,-3-1 1 0,-2 4-5 0,-1 4-1 16,-5 0-2-16,1 4 2 0,-2-1-2 0,-3-1-3 0,3-2 0 15,0 0 0-15,1-6 4 0,3-3-5 0,1-7 2 16,-1-2-4-16,-1-5-10 0,2-1-25 0,1-4-7 16,1-4-8-16,0 1-39 0,2-7-119 0,0 1-22 15</inkml:trace>
  <inkml:trace contextRef="#ctx0" brushRef="#br0" timeOffset="-78563.9">17309 10536 822 0,'-2'-2'69'0,"0"0"149"0,-2-1-205 15,2-6-13-15,-1 1 0 0,-1 6-1 0,0-3 8 0,1 1-4 16,1 0 1-16,0 1-3 0,0-1 0 0,0 0-1 16,0 2-1-16,2 0 0 0,0 1 3 0,0-1 0 15,0 0 3-15,0 0-4 0,0 2-4 0,2 0 4 16,0 2 0-16,0 2 3 0,2 7 4 0,3 13 0 16,0 2-3-16,1 3 0 0,-3-1-5 0,-1 2 10 15,-2 2 4-15,-2-3 1 0,-2 3-4 0,0-2 9 16,2 1-7-16,0 1 8 0,0-3-9 0,0 1 6 15,0-4-2-15,-2 2 1 0,1-2-8 0,-1-4-4 16,-2 1 2-16,0-5-2 0,2-7-2 0,1 0 2 0,-1-3-1 16,2-4 2-16,-4 5 3 0,4-5 4 0,0-1-2 15,-2 1 2-15,0 0-1 0,0-2-2 0,1-1 5 16,-1 1-5-16,0-2 3 0,-2-2-7 0,0-1 4 0,-9-20-4 16,0-10 4-16,6-4 9 0,3-2-5 0,6 0 7 15,4-4-7-15,5 0-2 0,4 1-1 0,1 1 0 16,5 0-8-16,-1 6 5 0,1 1-3 0,-16 3 4 15,16 1 3-15,-1 4-12 0,0 2 6 0,8 2-7 16,-4 3 7-16,2 4-2 0,-3 0 0 0,-10 4 0 16,9 0-5-16,0 2 5 0,-1 0-4 0,-3 3 4 15,1 4-4-15,-4 0 0 0,0-9 0 0,-1 4 0 0,-1 1-10 16,-1 2-14-16,-5 3-5 0,0 1-6 0,-1 0-56 16,-4 0-64-16,2 1-11 0,-1 1-19 0,1 2-54 15</inkml:trace>
  <inkml:trace contextRef="#ctx0" brushRef="#br0" timeOffset="-78085.77">17780 10922 218 0,'0'0'60'0,"0"0"-26"0,0-1 48 15,0-1-10-15,0 0-48 0,0 0 14 0,0 0 2 16,0-2 5-16,2 1 20 0,-2 1 7 0,2-6 6 16,0 3-2-16,0-1 6 0,-2 4-17 0,3-1-6 0,-1-1-6 15,0 0-30-15,0 2-4 0,0 1 1 0,0-1-1 16,0 2-1-16,-1 2-1 0,1 1 0 0,-2 16-1 16,-3 9-6-16,-7 3 3 0,-3 5-2 0,-2-3 3 15,1-1 2-15,-1-3-9 0,4-6 1 0,-2-1-4 16,0 2 1-16,3-7-4 0,3-1 7 0,1-3-7 15,4-7 0-15,1 3 6 0,1-5-7 0,0 0 6 16,0-1-1-16,0 1-3 0,1-2 3 0,1 0-5 0,0 0 0 16,2-1 0-16,7-1 2 0,6-3-1 0,3-7-5 15,-1-1 7-15,1 6-4 0,1-14 5 0,-1-3-2 16,-1 7-3-16,-3-3 1 0,1 1-1 0,-4 2 1 0,-2 2 4 16,-2 9-4-16,-1 1 4 0,1-5 4 0,-3 4 3 15,-1 1 0-15,-3 3-1 0,4-2-4 0,-3 2 7 16,1 0 1-16,2 0 1 0,-3 0 2 0,1 2-4 15,0 0 1-15,0-1-1 0,-1 3-2 0,-1 0-3 16,9 13-2-16,-3-3 0 0,-3 1-7 0,-1-2 1 16,-2-2 0-16,-2 4 3 0,0-2 1 0,0-2-4 15,-2 2-4-15,-2-3-2 0,2-5-8 0,-1 3-20 0,3-7-3 16,-6 5-8-16,-3 1-28 0,-2 1-13 0,3-4-25 16,1-1 5-16,-1 1-60 0,5-4-93 0</inkml:trace>
  <inkml:trace contextRef="#ctx0" brushRef="#br0" timeOffset="-77861.81">17608 10768 1291 0,'-2'-2'29'0,"0"1"56"16,0-1-67-16,0 0-5 0,0 0-3 0,0 0-1 15,1 0-6-15,1 0 7 0,0 1-2 0,1-1 3 16,1 0 0-16,9-2-6 0,12-3 4 0,3-1-4 0,2 1 7 15,1 1-10-15,1 1 4 0,5-1-6 0,-1 1 4 16,-1 1-33-16,2 2-5 0,-1 0-15 0,-3 0-68 0,-3 2-108 16,0 0-27-16</inkml:trace>
  <inkml:trace contextRef="#ctx0" brushRef="#br0" timeOffset="-77489.96">18404 9944 527 0,'-2'-2'81'16,"0"-2"147"-16,-3-5-187 0,-3-6-19 0,3 4 0 0,-1 0-5 15,1 2 2-15,1 1 3 0,0 1 1 0,2 3-1 16,1 0 0-16,-1 1 11 0,2 1-7 0,0 0 8 15,0 0-5-15,-2-2-13 0,0 1 2 0,0-1-7 16,0 2-6-16,2 0 18 0,0 0-4 0,0 2 10 16,2 0 0-16,0 2-4 0,2 0 3 0,14 11-4 15,10-4-9-15,4 16 0 0,1 0-5 0,1 3 4 0,-1 2-5 16,2 2 1-16,1 3 0 0,2 2-1 0,0 2-3 16,2 6-1-16,-2-6-2 0,-1 5 1 0,0 4 1 15,0 3 3-15,-7 1 3 0,-2 1 1 0,-2-1 7 16,-6 0-9-16,8 4 2 0,-13 2-5 0,3 3-2 15,-1 6 7-15,-10 1-5 0,5 5 5 0,-3 1-10 0,-5-9 9 16,-3-2-4-16,25-7 6 0,-16-4 1 0,-8-8-11 16,-6 1 8-16,-5-10-9 0,-10 2 10 0,10-1-11 15,-30-3-16-15,-8 1-8 0,-16 1-142 0</inkml:trace>
  <inkml:trace contextRef="#ctx0" brushRef="#br0" timeOffset="-75068.69">2598 12699 140 0,'0'0'30'0,"0"0"32"0,-2 0 37 15,0 0 6-15,0 0-11 0,0 0-40 0,1 0-22 16,-1 0 4-16,0 0-3 0,0 0 16 0,0 0-3 16,0 0-2-16,0 0-2 0,1 0-5 0,-1 0 6 15,0 0-3-15,0-2 2 0,0 2-6 0,0-1-7 16,0-1 0-16,2 0-5 0,0 0-16 0,0 0 4 16,0 0 0-16,2 0 2 0,2 1-7 0,7-5 7 0,13-5-4 15,6 0 4-15,2 0-12 0,7-2 11 0,-4 0-1 16,6 0 4-16,-1 0-5 0,1 1-7 0,4 1 0 15,-10 4-1-15,-3 1 5 0,-10 3-2 0,-5 1-5 16,-2 2 2-16,-2 0-3 0,-4 0 2 0,0 0-1 16,-1 0 0-16,-3 0-1 0,-1 2-6 0,0-1 4 0,-1 1-9 15,1 0-12-15,-2 0-4 0,0 0-8 0,0 0 3 16,-1 0-21-16,-1-1-41 0,0 3-6 0,0 0-14 16,0 0-40-16,0-1-42 0</inkml:trace>
  <inkml:trace contextRef="#ctx0" brushRef="#br0" timeOffset="-74880.71">2546 13002 571 0,'0'0'118'0,"-2"0"21"0,0 0-26 16,0 0-59-16,0 0-5 0,1 0-43 0,-1 0 11 15,0 0 4-15,0 0 2 0,0 0 4 0,2 0-9 16,0 0 2-16,2 0-3 0,0 0 5 0,2 0-7 15,5 0 0-15,21 2 0 0,1-2 9 0,6-4-12 16,0-1 1-16,1-3-6 0,-1-1-11 0,0 1-36 16,-6 5-24-16,5-1-14 0,-10 4-164 0</inkml:trace>
  <inkml:trace contextRef="#ctx0" brushRef="#br0" timeOffset="-73932.46">1101 12129 327 0,'-2'-2'42'0,"1"1"73"15,-1-1-73-15,-2-2-17 0,0 0 3 0,1 1-8 0,1 3-1 16,-4-2-2-16,4-6-1 0,-3 6 0 0,1 1 2 16,0-1-4-16,1 0 3 0,1 2-3 0,-2-2 2 15,2 2 9-15,0 0-4 0,-1 0 6 0,-1 0-9 16,0 0 0-16,0 2-5 0,1 0 2 0,1 1-10 0,-9 20 2 16,1 6 4-16,3 5-3 0,1 3-7 0,1 6 4 15,-3 1-1-15,3 8 3 0,-3 2 3 0,1 4-3 16,0 5-2-16,-3 5 0 0,1 5-3 0,0-1 8 15,-1 1-6-15,-1-5 4 0,2-3-5 0,-2-5 1 16,0-5 3-16,0-3 0 0,-2-1 25 0,2-3 21 16,-2-4-5-16,1-5 6 0,1-1-21 0,2-3-1 15,2-5-3-15,1-4 0 0,0-2-14 0,3-6-5 0,-1-1 2 16,2-4-3-16,0-6 2 0,0 1 10 0,2-3-2 16,0-3 5-16,0 0 5 0,0 2-12 0,0-2 7 15,0 0-8-15,0-2 0 0,2 0-4 0,0-2-8 16,0-2 5-16,13-18-1 0,2-6-6 0,-3-2 2 15,1 0-4-15,0 1 5 0,0 1-3 0,0-2 3 0,0 2-4 16,1-1-1-16,-1 4-1 0,0-1 4 0,-2 4-4 16,0 2 1-16,-2 1 4 0,0 2-7 0,0 1 6 15,-1 3-2-15,-5 0-1 0,8-2 0 0,6 4-3 16,-8 1-1-16,-4 5 2 0,6 3 0 0,-7-2 0 16,0 1-2-16,1-1-2 0,-3 2 5 0,-1 0-3 15,1 2 7-15,0 0-3 0,0 2 0 0,-1 0-1 0,-1 2 0 16,7 16 2-16,-1 2 3 0,-4-1-1 0,-1 1 1 15,-1 0-1-15,0 1-3 0,0 1 2 0,0-2-5 0,1 0 5 16,1 1-2-16,0-1 4 0,-2-2-4 0,1 1 1 16,1-3 2-16,2-1-1 0,-1-4-2 0,1 0 5 15,1 0-4-15,1-2 5 0,-5 0-9 0,7-5-23 16,1-2-11-16,-4-1-7 0,1 1-64 0,8 0-28 16,-3-1-8-16,-7 1-11 0,5 4-78 0,-2-3-30 15</inkml:trace>
  <inkml:trace contextRef="#ctx0" brushRef="#br0" timeOffset="-73584.92">1569 13258 186 0,'0'-2'142'0,"0"0"-19"0,0 1-37 0,0-3 34 0,0-2-89 16,-2-3-11-16,2 2 0 0,0 1-5 0,0 2 4 15,0 1-2-15,0 1-6 0,0-2-1 0,0 0-3 16,0 1-2-16,0 1 24 0,0 0-2 0,0 0 9 15,-2 2 12-15,1 0-15 0,-1 0 5 0,0 2-10 16,0 0-14-16,0 3 0 0,-5 16-1 0,-3 3 2 16,1 2 5-16,0 2-9 0,1 1-3 0,-1 9-1 15,2 1-3-15,-2 9 8 0,-1 4 0 0,1 5 1 16,2-3-5-16,1 2 7 0,2 0 1 0,2-10 1 0,-1-1 5 16,3-6 3-16,0 0 1 0,0-4 2 0,2 0 4 15,-1-1-3-15,5 1 0 0,-2-4-1 0,-1-3 0 0,1-2-4 16,2 0 0-16,-1-2-1 0,-1-3-6 0,0 1-2 15,-2-3-2-15,-2-3 2 0,0 3 5 0,0-6-7 16,0-4 0-16,0-1-4 0,0-3-5 0,-2 3 6 16,2-5-2-16,-2 3 2 0,0-2-9 0,0-1-11 15,0 1-13-15,-1-2-1 0,-5 0-56 0,-5-2-12 16,0 0-3-16,-2-2 0 0,6-2 8 0,0-1-67 16,-4-5 15-16,9-10-36 0,-3-2-25 0</inkml:trace>
  <inkml:trace contextRef="#ctx0" brushRef="#br0" timeOffset="-73122.73">1356 13878 354 0,'-2'0'140'0,"2"-2"-122"0,-2 1 148 0,0-1-62 15,2 0-60-15,0 0 5 0,0 0-7 0,0 0 4 16,0 0-22-16,2 1 9 0,0-1-10 0,0 0 8 16,1 0-21-16,1 2 7 0,17-2-7 0,5 0 6 15,-4 0-6-15,0 2 16 0,0 0 3 0,-3-1 3 16,3-1 1-16,0-2 13 0,3-2-3 0,1 1 6 15,3-3-6-15,3-1-19 0,-1-2-3 0,1-2-4 0,1 0-10 16,-1 0 3-16,1 0-1 0,-7 2 0 0,0 0-5 16,0 0-4-16,0-2 4 0,2 0-4 0,-5 2 9 15,-7-1-7-15,-8 7 1 0,-6 3-1 0,1-15 3 0,3 4 1 16,-2-3-5-16,1 4 5 0,4 1 0 0,-3 0-3 16,-2 0 5-16,-2-2-5 0,-2 2 1 0,0 5-2 15,0 3-2-15,-2-1 0 0,0 0-4 0,-4 0 4 16,-14-7 0-16,-1 2 0 0,1 3 2 0,3 5 2 15,-1 1 0-15,-5 0-1 0,7 1-4 0,-1 1 1 16,-2 4 0-16,3-1 0 0,1 3-6 0,0-1 6 16,2 3 0-16,4-5 1 0,-1 14-6 0,3 3 5 15,3 2 0-15,1-5 1 0,1-1-2 0,0-1-1 0,-6-8-1 16,-1 6 2-16,2 2 6 0,3-1-6 0,2 1 1 16,2-4-4-16,2-2 3 0,2 2 1 0,-1-3 0 15,5 3 1-15,-1-4 7 0,1-2-8 0,12 1 8 16,8-3-7-16,0 1 11 0,7-4 1 0,0 18-4 0,-3-9 3 15,9-5-8-15,0-6-2 0,0-2-3 0,7-4-3 16,-7 1-46-16,-4-3-100 0,-2-1-44 0,-3 0-33 16,-3 0-278-16</inkml:trace>
  <inkml:trace contextRef="#ctx0" brushRef="#br0" timeOffset="-72282.58">2295 9755 371 0,'0'0'81'16,"0"0"11"-16,-2-2 1 0,0 0-41 0,1 0 0 15,-1 0-44-15,0 0-3 0,0 0 6 0,0 2-7 16,0 0 2-16,0 0 2 0,1 0-3 0,-1 0 4 15,0 0 6-15,0 0-5 0,0 0 7 0,0 0-5 16,0 0 17-16,2 0 7 0,0 0 2 0,2 0 1 0,0 0-1 16,2 0-6-16,18 0-7 0,4 0 2 0,4-1-12 15,1-1-3-15,3 0 1 0,3-2-3 0,-2 2-10 16,1 2 4-16,1 0 0 0,-8 0 3 0,3 2-6 0,-2 0 5 16,-8 0-5-16,4 2 5 0,-6-3-3 0,-3 1-10 15,0 2-6-15,-6-2-5 0,0 0-45 0,-4 0-27 16,-5-2-26-16,2 0 0 0,0 1-92 0</inkml:trace>
  <inkml:trace contextRef="#ctx0" brushRef="#br0" timeOffset="-72101.69">2291 9914 229 0,'-1'0'170'0,"-1"0"-154"0,-15 2 176 16,-9 0-74-16,6 2-59 0,-3-1-4 0,7 1 2 15,-1 0-5-15,9-2-14 0,5-1 1 0,-1 1 0 16,2 0 1-16,0 0-15 0,2 0 2 0,2 0-6 0,2-2 6 15,29 2-9-15,3-2-4 0,3-4-1 0,0-4 0 16,9-3 2-16,0 0-6 0,8-2-1 0,3 0-2 16,3 2 1-16,3 2-1 0,-4 1 4 0,-4 3-4 15,-5 3-1-15,-7 2-41 0,-6 0-7 0,-8 2-15 16,-1 0-48-16,-8 0-91 0,-3-1-14 0</inkml:trace>
  <inkml:trace contextRef="#ctx0" brushRef="#br0" timeOffset="-71206.77">871 9292 108 0,'0'-2'37'0,"0"-1"40"0,0-16-14 16,-2-5-20-16,0 2-4 0,2-1-4 0,0 1-10 0,0 2 10 15,0 1-5-15,0 1 5 0,0-1-8 0,0 4 5 16,2 0-1-16,0 2 1 0,0 2-19 0,-2 2 27 16,0 1 1-16,0 3 11 0,0 3 24 0,0 0-33 15,0-2 1-15,0 1-13 0,0 1-1 0,0 0-8 16,-2 2 6-16,0 0-7 0,0 2 10 0,0 0-13 16,-7 11 2-16,7 15-5 0,-9 3 6 0,0 3-8 15,0 5 4-15,-4 1-5 0,4 1 6 0,2 11-4 0,-6 0-3 16,11 2 1-16,-5 5-1 0,-4-3 3 0,2-4-3 15,-4-2 2-15,-2-5 4 0,6-2-9 0,-2-1 6 16,0-3-7-16,4 2 5 0,1 2-8 0,-3-2 5 16,2 1-6-16,3-1 11 0,-7 0-7 0,6-4 3 0,3 0-6 15,2-3 1-15,-16-5 0 0,7-1 3 0,7-11 0 16,2 2 6-16,2-5-2 0,0-6 2 0,0-4-2 16,0-3-2-16,0 3 3 0,2 0-2 0,0-2 2 15,1 0-6-15,1-1 4 0,0-1-7 0,9 0 5 16,2-5-14-16,-4-3 7 0,4-3-1 0,-8-18 5 15,2 1-2-15,4-2 2 0,4 0-6 0,-6 4 4 0,4 0-7 16,0-2 2-16,-4 2 4 0,10 2-2 0,-7 0 6 16,1 2-9-16,2 1 3 0,-2 1-4 0,-2 3 2 15,4 3 5-15,-3 1-6 0,1 1 5 0,-2 3-4 0,-4 4-2 16,3 1 3-16,-5 2-2 0,4-7 0 0,-3 5 0 16,-3 2-4-16,1 0 3 0,-3 2-4 0,-1 0 6 15,2 2-1-15,-4 0 2 0,15 22 4 0,-4 6-5 16,-4 1 2-16,-5 5-3 0,-2 1-1 0,0 0 6 15,-3 6-2-15,-1-8 5 0,0 2-6 0,0-5 0 16,3-3-1-16,-1-3 0 0,0-3-3 0,2-3 7 16,0-5-3-16,0 2 4 0,0-3-2 0,0-1-2 15,0-1-2-15,0-1-3 0,0 0-29 0,0-4-64 0,0-3 7 16,0 0-28-16,0-2-12 0,0-1-95 0,0 3-2 16</inkml:trace>
  <inkml:trace contextRef="#ctx0" brushRef="#br0" timeOffset="-70876.09">1218 10364 416 0,'0'0'161'0,"0"0"-214"0,0-2 191 0,0 0-106 0,0 0-23 16,0 0 6-16,0 0-10 0,0 0 8 0,0 1-11 0,0-1-1 15,0 0 6-15,2 0-5 0,0 0 1 0,0 0 15 16,0 2 10-16,0 0 2 0,-2 0 26 0,0 0-15 16,0 2-4-16,-2 0-2 0,2 2-13 0,-10 24 8 15,3-6-8-15,0 2 8 0,-3 2-10 0,3-2-8 16,-1 0 8-16,3 0-8 0,-1 0 7 0,1-1-10 16,1-3-1-16,0 1-1 0,2-5 4 0,1 1 0 15,-1-4 0-15,0-2-1 0,2-2-4 0,0-1-3 16,0-3 1-16,0 1-1 0,0-4-2 0,0 0 6 15,0 0-7-15,0 1 4 0,0 1-17 0,0 0-41 0,0-2 1 16,2-1-17-16,-2 1-26 0,0-2-88 0,2 0-1 16</inkml:trace>
  <inkml:trace contextRef="#ctx0" brushRef="#br0" timeOffset="-70718.66">1309 10066 653 0,'0'-1'120'0,"0"-1"-115"0,0 0 132 0,0-2-60 16,0 0-54-16,0 1-13 0,0 1-4 0,0 0 0 16,0 0-4-16,0 0-2 0,0 2 1 0,0 0-1 0,0 0-3 15,0 0-38-15,0 2-12 0,0 0-11 0,0 0-60 0,0 2-94 16</inkml:trace>
  <inkml:trace contextRef="#ctx0" brushRef="#br0" timeOffset="-70283.04">1480 10588 657 0,'0'0'31'0,"0"0"-2"0,0 0 5 16,-2 0 0-16,0 0-10 0,1 0-3 0,-1 2-4 0,0 0 4 15,0 0-5-15,0 0 10 0,0-1 5 0,2 1 4 16,0 0 0-16,0 0 8 0,0 0 6 0,0 0-3 15,0-2 3-15,0 0-7 0,0 0-5 0,2-2-6 0,0 0-1 16,0 0-24-16,2-2 5 0,1 1-3 0,6-14 2 16,0 0-11-16,-1-1 6 0,-3-1-2 0,0 3 5 15,1 1-8-15,-1 4 3 0,-5-2-2 0,0-2 4 16,5 5 1-16,1-1-9 0,-3 2 7 0,-1 2-7 16,-2-1 14-16,0 1-6 0,-2 1 1 0,0 2-1 15,0 3-2-15,0-3 1 0,0 2-2 0,-2-2 2 16,0 1 4-16,0 1-7 0,-1 0 2 0,-5 0-4 0,-7-2-3 15,0 4 5-15,-5 0-1 0,5 4 3 0,-3 3-6 16,-1 3 6-16,8-3-1 0,-2-1 4 0,4 14-6 16,-4 2 0-16,2 1 0 0,1-1 0 0,1 0 1 0,3 0 1 15,3 3-2-15,1-5 0 0,-13 2-3 0,6-3 4 16,3-1 1-16,6-1 1 0,0-2-11 0,4 0 8 16,3 0 1-16,1-4 3 0,-3-2 3 0,18-1 1 15,3-3-5-15,1-3 3 0,-4 13-3 0,1-4 7 16,0-4-5-16,6-3 4 0,1-4-4 0,1-2-4 15,5-3 0-15,-2-5-8 0,4 1-63 0,-2 0-150 16,6-2-86-16</inkml:trace>
  <inkml:trace contextRef="#ctx0" brushRef="#br0" timeOffset="-66093.41">19938 10792 256 0,'0'0'56'0,"0"0"-13"0,-2 0 19 15,0 0 4-15,0 0-28 0,0 0-7 0,0 0 17 16,1 0 2-16,-3-1-1 0,0 1-19 0,0-2-7 16,1 0 3-16,-1 2-3 0,0-2 5 0,3 0-8 15,-1 0 1-15,0 0-2 0,-2 1 3 0,2-1 8 16,0 0-4-16,1 0 5 0,-1 0-12 0,0 0 3 15,0 0-4-15,0 1 4 0,0-1-4 0,2 0-6 0,0-2 3 16,0 0-3-16,0-3 10 0,4-4-10 0,2 0-1 16,1 0-5-16,2-1-7 0,-7 3 2 0,9 2 1 15,0-1 0-15,0 3-7 0,1 1 7 0,-5 0-3 16,0 2 5-16,1-3-2 0,-1-1-2 0,1 3 0 0,-1-1-1 16,1 0 4-16,-1 2-7 0,2-1 3 0,-3 1-6 15,3 0 13-15,-1 2-3 0,1-2 6 0,0 2-5 16,0 0-3-16,1 0 7 0,-1-2-5 0,2 0 7 15,0 0-6-15,0 1 5 0,-1-1-7 0,-3 2 5 16,1-2-7-16,-3 2 6 0,1 0-2 0,-3 0 1 16,-1 0-9-16,2 0-16 0,0 0-10 0,-2 0-4 15,-1 0-55-15,1 0-22 0,2-2-37 0,0 2 9 0,-1 0-84 16</inkml:trace>
  <inkml:trace contextRef="#ctx0" brushRef="#br0" timeOffset="-65797.08">19945 11010 337 0,'0'0'42'0,"0"0"-3"0,-2 0 9 15,0 0 4-15,1 0-14 0,-1 0 10 0,0 0-17 0,0-2 0 16,0 0-9-16,2 0-15 0,0 0 10 0,0-1 1 15,0 1 4-15,4-15 3 0,1 0 15 0,3 2-9 16,1-1 12-16,-1 5-5 0,-7-2-4 0,18 1 5 0,-2 3-7 16,1 2-15-16,1 1-4 0,-2 4-6 0,-1-9 3 15,-1 4-8-15,-2 3-2 0,0 0 1 0,0 2-1 16,-2 2 8-16,0 0-3 0,1 0 2 0,-1 2-3 16,-2 0 2-16,0-2-8 0,2 2-18 0,1 0 1 15,2-2-65-15,3 0-153 0</inkml:trace>
  <inkml:trace contextRef="#ctx0" brushRef="#br0" timeOffset="-64752.56">15976 9697 63 0,'0'0'16'0,"0"0"-1"0,0 0 17 16,0 0-1-16,-2 0 0 0,0 0-5 0,0 0 2 0,0 0-1 15,0 0 2-15,0 0 2 0,1 0 1 0,-1 0 6 16,0 0-2-16,0 2 7 0,0 0-11 0,-2 0 2 15,1-1-2-15,-1 1 21 0,0 0-9 0,-3 4 0 16,1-3-5-16,-5 5-6 0,0 5-1 0,0 0 2 0,2 4-2 16,1-1-3-16,-3 1 0 0,0 0-5 0,-2-2 4 15,-2-1-10-15,8 1-9 0,-1-2 4 0,-1 0-5 16,1-2-3-16,1 0 3 0,1-1-7 0,1-3 6 16,1 1-7-16,-1-1 0 0,-1 0 4 0,2-1-2 15,1 0 4-15,3-5-8 0,-2 3 2 0,0 0-5 16,-6-2 1-16,5 0-20 0,-3 1-2 0,2-1-10 0,3-2-29 15,-3 2-17-15,2-2-35 0,-2 2 5 0,2-2-135 16</inkml:trace>
  <inkml:trace contextRef="#ctx0" brushRef="#br0" timeOffset="-64395.12">15613 9899 342 0,'0'0'15'0,"0"0"-4"0,0-1 3 15,0-1 3-15,0 0-8 0,0 0-5 0,0 0 1 0,0 0 3 16,0 0-2-16,0 2 0 0,-1 0-1 0,-1 0 3 16,0 0-1-16,0 0 6 0,0 0 6 0,0 2-7 15,0 0 7-15,1 0-1 0,-1 0 13 0,0 2-2 0,0-1 4 16,-5 8-6-16,-3 4 0 0,3 0-3 0,-2 2 2 15,1-1 1-15,1 3-12 0,-1 1 10 0,3 1-10 16,1-1 5-16,2-5 5 0,0 2-5 0,0-6 6 16,1 0-4-16,1-2-5 0,0 3 4 0,0-1-2 15,0-6 17-15,1 3-12 0,-1-6 2 0,2 1-7 16,2 1-6-16,0-2-2 0,7 3 1 0,4-1-1 16,3 0-5-16,1-2 2 0,-1-2-8 0,3-2 5 15,1-2-4-15,-5 0 3 0,5-1-3 0,-7 1 1 0,2 0-10 16,-4 1-76-16,-4 1-12 0,2-2-31 0,0 2-116 15</inkml:trace>
  <inkml:trace contextRef="#ctx0" brushRef="#br0" timeOffset="-62184.74">21447 10547 256 0,'0'0'18'0,"0"-2"1"16,0 1 20-16,0-1 9 0,0-2-2 0,0-5-3 15,4-10-9-15,0-1 4 0,1-1-5 0,3-1-4 16,1-4 12-16,0-2-11 0,-1 4 11 0,-1 0-17 0,1-2 7 15,-3 2 1-15,1-6 0 0,-1 4 3 0,1 2-8 16,-2 2 3-16,-1-1-6 0,1 3-5 0,-2 1-1 16,0 3-7-16,0-1 4 0,-1 2-8 0,-1 4 5 15,0-2 1-15,0 2 1 0,0 2-1 0,0 1 10 16,0 1-3-16,0 3 5 0,0 0-12 0,0 2 9 16,-3-1-7-16,1 3 8 0,-13-10-7 0,-2 5-8 15,-1 3 3-15,-5 2-4 0,-3 4 1 0,2 1 3 16,-2 6 0-16,-3 4 0 0,6-2-4 0,-1-5-7 0,-2 18 1 15,9 3-1-15,-9 7 2 0,0-7 1 0,4 7 1 16,-4-7-1-16,8-1 0 0,3 0 3 0,-2-7-6 16,6 5 4-16,0-4-6 0,2-2 4 0,3-3-2 15,2-6 1-15,2-3 0 0,-5 1-4 0,1 0 7 16,3-1-7-16,1-1 9 0,2-3 1 0,0-1 2 0,0-1 1 16,0 2-1-16,2 0 1 0,0-1-4 0,3 1 2 15,12 4-9-15,7-3 4 0,0-3-1 0,-2-2 4 16,4-4 2-16,-3-1-2 0,-3-3-1 0,8-5 0 15,3-3-5-15,-3-1 2 0,-2 2-3 0,-3 0 1 16,-3 10 2-16,-3-14 1 0,-4-3 1 0,0 5-3 16,-2 2-1-16,-4 0 0 0,1-1 1 0,-3 1 0 0,-1 0 3 15,0 6-1-15,-2 1 1 0,-1 4-2 0,5-3-4 16,-4 3 4-16,2 1-1 0,-3-1 3 0,1 0-3 0,0 2 1 16,0 0 0-16,0 1 0 0,-2 1-2 0,0 0 3 15,0 1-2-15,0 1 2 0,0 0-3 0,0 2-5 16,-2 7 5-16,-2 8-6 0,2-6 7 0,1 3 5 15,-1 1-8-15,0 3 5 0,2 6-10 0,0-3 4 16,-2 3 2-16,0 2 0 0,0-1 6 0,0 3-4 16,1 4 5-16,-3 4-6 0,-2 5 0 0,-1 4 0 15,-2 1-1-15,-3 8 0 0,-2 1 1 0,-5 4 2 16,-1 8-2-16,-3-8 0 0,3-1-3 0,3-8 3 16,2-9 3-16,2-10 1 0,-2-5 2 0,4-10-3 0,4-1-3 15,-8-4 1-15,0-2-1 0,-2-2 8 0,6-5 4 16,-7 0 2-16,1 7 9 0,-1-2-5 0,1-3 2 15,8-4-3-15,-3-2 5 0,3 0 8 0,2-2-7 16,-1-2 7-16,3 2-10 0,1-20-5 0,2-4 3 0,-2 4-4 16,-12-2-9-16,5 1-1 0,5 3-4 0,2-2 0 15,4 3 2-15,0-1-2 0,0 1 0 0,0 6-2 16,2-4-7-16,0 6-41 0,0 2-8 0,0-2-14 16,-2 5-46-16,0 1-30 0,2-1-5 0,-1 2-22 15,3 1-163-15</inkml:trace>
  <inkml:trace contextRef="#ctx0" brushRef="#br0" timeOffset="-61418.74">21756 10963 477 0,'0'-2'121'0,"-2"1"29"0,0-3-57 16,-6-11-61-16,-1-2-10 0,2 4-11 0,-1 2 9 16,3 0-3-16,1 4 7 0,-2-3 3 0,5 5-6 0,-1 1-4 15,0 0-1-15,2 2-11 0,0 1 13 0,0-1-2 16,-2-2 4-16,0 0-12 0,0 2-4 0,0 1 6 16,1-1-4-16,-1 2 15 0,0 0 2 0,0 2-4 15,0-1 2-15,0 5-10 0,-9 18-5 0,4 2 4 16,1 4-3-16,1 1 3 0,1 1 6 0,0-2-8 0,2-2 6 15,0 1-14-15,1-3 12 0,-1 2-1 0,0-4 4 16,2-3-5-16,0-3 1 0,0-7-6 0,0-1 4 16,0-3-3-16,0 0 9 0,0 3-1 0,0-5 1 15,0 3-21-15,0-5 10 0,0-1 2 0,0 2 4 16,0 0 4-16,0-1-4 0,0-1-2 0,0 0 2 16,0 0 3-16,0 0-3 0,0-2-4 0,0 0 0 15,0 0 1-15,0-2-6 0,0 0 8 0,0-2-8 0,2-5 5 16,1-9-2-16,1-5 0 0,0 5-1 0,1-8-7 15,1 2 7-15,1 0-7 0,1-1 6 0,1 1-7 0,2-4 5 16,0 2 4-16,1 2-2 0,-1 4-6 0,0 3 3 16,-2 4-2-16,0 2 3 0,-7 2-2 0,11 1 1 15,0 6 0-15,-2-7 1 0,2 2 0 0,-3 3-6 16,3 2 2-16,-4 2-2 0,2 2 6 0,0 4 4 16,-9-6-2-16,15 24 1 0,-6 0 0 0,-2-2-1 15,-3-1 2-15,-1-1-1 0,-1-1 1 0,-2-5-7 16,2 5 3-16,-3-10-4 0,1 4 4 0,0-2 2 15,0-3-1-15,0-1 1 0,-2-5 3 0,0 4-3 0,2-3-1 16,0 1 0-16,-1 0 4 0,1 0 2 0,0-3 2 16,0 1-1-16,0 0 0 0,0 0 0 0,0-2-2 15,1 0 0-15,1 0-6 0,2-2 2 0,7-5 0 16,0 1 1-16,0-18 4 0,0 0-3 0,5 2-4 16,3 1 0-16,-8-3-6 0,1-2 6 0,-1 0 0 0,-3 0 3 15,5 6-1-15,1-1-2 0,-1 3 2 0,0 3-2 16,0 4 2-16,-4 3-2 0,-4 4-1 0,3 3-1 15,-5-3-1-15,1 0-2 0,1 0 0 0,-5 4 0 16,2 0 5-16,-2 0 0 0,0 0-2 0,-2 2 2 16,20 32-1-16,-7 3-1 0,-6-2 3 0,-3 6-2 15,-2-4 0-15,-2-2 0 0,0-1 1 0,0-6 0 16,0-4 2-16,0-2-2 0,0 0 4 0,0-3-2 0,0-2 4 16,0-6-4-16,0-2-4 0,0-3 2 0,0 1 0 15,0 2-55-15,2-1-12 0,0-1-21 0,-2-3-89 0,2 0-123 16,-1-1-8-16</inkml:trace>
  <inkml:trace contextRef="#ctx0" brushRef="#br0" timeOffset="-60765.69">22558 10414 456 0,'0'-2'142'0,"0"0"-163"0,0 0 150 0,-6-20-74 15,2 7-40-15,1 0 15 0,1 4 1 0,0 4 2 16,0-6-5-16,0 0-10 0,2 0 0 0,0 5-2 0,0 3 9 15,0 3-8-15,0 0 4 0,0-2-5 0,2-1 9 16,0 1-10-16,0-2 8 0,1 3-10 0,1-1-6 16,0 2 0-16,7-4 0 0,4 5 1 0,-4 1 9 15,4 1-2-15,0 5 0 0,-4 1-1 0,0 3-8 0,-2 18 9 16,-1-2-5-16,1 5 6 0,-3-1-16 0,1 1 8 16,-5 1-5-16,16 0 6 0,-5-3-3 0,-3 1 3 15,-5 1-1-15,1 1 1 0,-2 0 1 0,-1 1-3 16,-1 0 1-16,0 1-2 0,0-3-1 0,0 1-5 15,0-4 6-15,-1 0-4 0,1-2 8 0,0 0 2 16,0-4-6-16,0-5 5 0,0-2-7 0,0-4 0 16,-2 0 0-16,0-4 0 0,0 1 4 0,0-5-1 15,0-1 8-15,0 2-6 0,0 0 12 0,0-2-11 16,0-1-1-16,0 1-2 0,0-2 2 0,-2 0-3 0,0-2 1 16,0-1-2-16,-5-12 0 0,-8-15 0 0,2-1 1 15,0-1 0-15,2 0-6 0,-1-1 3 0,3 1-3 16,2-3 4-16,1 0-5 0,4 1 5 0,2 1-5 15,2 1 5-15,0 3-5 0,2-1 2 0,1 6 3 0,1-2-1 16,1-2 0-16,3 8-1 0,3-6 1 0,0 3-1 16,-12 5 3-16,25 1-6 0,2 2 1 0,2 2-2 15,-2-5 3-15,2 1 4 0,-3 4-5 0,5 2 3 16,0 3-2-16,-5 1-1 0,5 1 4 0,-4 5-3 16,0-18 3-16,-2 10-2 0,0 5-2 0,-4 4 2 15,-5 0-2-15,-4 2-5 0,-4 0-5 0,-2 1-4 0,-1 1-40 16,-4-4-37-16,0 9-2 0,9 8-13 0,-4-2-17 15,-1 5-99-15,-3 3 13 0</inkml:trace>
  <inkml:trace contextRef="#ctx0" brushRef="#br0" timeOffset="-60217.98">23310 10891 382 0,'0'0'114'0,"0"0"15"0,0-2-36 0,0 0-45 0,0 0-17 16,0 0-11-16,0 1 22 0,0-1-7 0,0 0 9 15,0 0-19-15,0 0 8 0,0 2 4 0,0 0 0 16,-2 0 17-16,0 2-9 0,0 2 4 0,0 1-8 15,-9 18 2-15,2-3-9 0,-2 4 7 0,-2 2-9 16,1-2-2-16,1 4-5 0,2-6-4 0,2-3 3 16,-1 0-3-16,4-8-11 0,1 4 5 0,-1-1-6 0,2-2-2 15,0-3 3-15,2-4-4 0,0 3 3 0,0-3-10 16,0 1 2-16,0 1-2 0,0-3 2 0,0 0 2 16,0-1-1-16,0-1-3 0,2 0 0 0,0 0-15 0,0 0 6 15,0-2-2-15,1 0 1 0,5-4-16 0,5-3 8 16,4 3 2-16,-1-22 3 0,-1 4 6 0,0 0 1 15,2-3-2-15,-4 3 3 0,2 2 6 0,-4-4 0 16,4 3 0-16,-8 4-2 0,4 1-9 0,0 5 11 16,-3 1-4-16,1 1 5 0,-3 5-4 0,-3 2 0 15,1-1-7-15,0-1 4 0,-1 2-11 0,1 0 17 16,0 0 2-16,-2 2 4 0,0 0 0 0,-1 2-2 16,1 2 5-16,2 16-3 0,-2 6 8 0,-2 0-5 15,0 0-4-15,0-1 2 0,0-5 0 0,0 4-3 16,0-3 2-16,0-3-3 0,2 6 1 0,0-3-1 0,1-3-3 15,-1-3 1-15,0-6 1 0,-2-1 4 0,2-1-2 16,0-1 1-16,1 1-5 0,-1-3 7 0,0 0-2 16,0-1 3-16,0 1-12 0,0 0-27 0,0-1-4 15,-1 1-11-15,1-2-47 0,0 0-94 0,0 0-1 0,0-2-36 16,0 0-72-16</inkml:trace>
  <inkml:trace contextRef="#ctx0" brushRef="#br0" timeOffset="-59891.97">23284 10716 431 0,'0'0'70'0,"0"0"5"0,-2 0-14 16,0-2-5-16,-2 1-21 0,0-1 24 0,-5 0-7 15,-2 0 5-15,-2 0-6 0,4 0-4 0,1 0 1 16,-1 1-2-16,3 1 3 0,-1 0 3 0,1 0-5 16,3 0 0-16,-1 0 0 0,0 0-1 0,1 0-12 15,-1 0-1-15,0 0-3 0,2 0-10 0,0 0-3 16,1 0 0-16,-1 0-1 0,2 0-4 0,0-2 3 0,2 0-3 16,1 0 2-16,23-7-7 0,10-1-1 0,3 1 2 15,5-2-2-15,4 2 1 0,4-1-2 0,-1 3 0 16,-3 1-1-16,-2 3-1 0,-3-1 1 0,-2 2 2 0,-8 2-3 15,-5 0-28-15,-4 0-150 0,0 2-42 0</inkml:trace>
  <inkml:trace contextRef="#ctx0" brushRef="#br0" timeOffset="-38957.97">12890 13000 52 0,'0'0'0'0,"0"0"27"0,0 0 10 0,0-2 12 15,0 0 6-15,0 1-24 0,0-1-6 0,0-2-8 16,0 0-3-16,0-7 1 0,0-2-1 0,2 2 6 16,-1-2-1-16,1-2 3 0,0 0 6 0,0 0 7 15,0-1-3-15,0 5 3 0,0-2-5 0,-1 1-5 16,1 1-2-16,0 0-3 0,0 0-3 0,0 2 5 16,0-1 3-16,-2 3-2 0,2-2-1 0,-2 3-1 0,0 1-3 15,1-3 2-15,-1 6 1 0,0-1 5 0,0-3 0 16,0 4 1-16,0-2-5 0,0 3-10 0,2-3 4 15,-2 0-6-15,0 2 2 0,0 0 1 0,0 1-5 16,2-1 5-16,-2 2 1 0,2 0-10 0,0 2 6 0,-2-1-8 16,2 3 11-16,-1 11-5 0,-1 9-2 0,2 4-1 15,-2 2 4-15,0-1-4 0,0-3 2 0,-2 2-4 16,1 2 2-16,-3 0-2 0,-2 1 0 0,-1 1-1 16,-2-1 0-16,-1 3 5 0,1 1-2 0,0 4 3 15,0-2-4-15,1 0 1 0,-1 2-3 0,-2 0 1 16,3-3-2-16,-1-1 9 0,0 0 0 0,1-3 2 15,1 1-1-15,-2-3 0 0,1-6 6 0,1-2-3 0,1-3 11 16,1-1-11-16,-1 3-2 0,2-6-3 0,2 1 0 16,1-4-6-16,-1-5 8 0,2-1-6 0,0-3 9 0,0-1-8 15,0 2 5-15,0 0-3 0,0-1 12 0,0 1-6 16,0-2 1-16,0 0-2 0,0-1 3 0,0-1-8 16,2 0 2-16,-1-1-4 0,1-1 0 0,2-4-3 15,11-22 0-15,-4 2 0 0,0 0-2 0,2-3 6 16,0-1-8-16,4-3 4 0,-2-3-7 0,1 7 6 15,1-1-2-15,-2 4 4 0,0 4-2 0,0 1-3 16,-2 3 1-16,-10 1-2 0,12 2 0 0,0 2 3 16,-2 0 0-16,0 2 1 0,0 3-6 0,-4 3 4 15,2 1-1-15,-3-1 2 0,-1-1-11 0,-1 4 11 0,-2 2-4 16,-1 0 6-16,1 0-2 0,0 0 2 0,-1 2 4 16,12 18-3-16,-2 8-3 0,-3 4-2 0,-3 1-2 15,-3 4 0-15,-1 2 4 0,-3-5 3 0,0-1 0 0,2-5-1 16,-2 4-7-16,2 3 3 0,0-7-1 0,2 2 2 15,-2-10 3-15,1 0-3 0,1 1 1 0,0-5-1 16,-1 3 3-16,1-6 1 0,0-2 0 0,0 0-1 16,-1-1-6-16,1-3 2 0,0 2-1 0,-2-3 0 15,-1-2-15-15,1-1-25 0,-2-1-13 0,4 2-10 16,0-2-105-16,-1 0-126 0</inkml:trace>
  <inkml:trace contextRef="#ctx0" brushRef="#br0" timeOffset="-38566.29">13790 13360 974 0,'0'-2'19'0,"-2"1"-2"0,0-1 9 15,-1 0-9-15,-1 0 1 0,-7-5-11 0,-4-1 9 16,0 3 1-16,4 1 0 0,-2 2-5 0,2 0-2 15,2 2 0-15,-4 0 0 0,-2 0 6 0,2 0 3 0,0 2-3 16,0 2 1-16,5-2-8 0,1 1-2 0,-6 5 2 16,9-5-5-16,0 3-3 0,-10 14 3 0,1 10-2 15,0 2 3-15,2 3-5 0,3 4 8 0,3-2-6 16,1 6 5-16,4 1-9 0,0-1 2 0,0 2 2 16,0-6 1-16,0 0 4 0,0 0-6 0,0 1 2 0,2 1-4 15,-2-2-3-15,2 4 7 0,-2-2-3 0,0 2 5 16,0-1-5-16,0-1 0 0,3 4 1 0,-1-3 1 15,2 1 11-15,-2-4-9 0,-2-6 4 0,0-5-4 16,0-2 9-16,0-2 3 0,-2-3 2 0,0-3 1 16,-2-3 11-16,2-4-3 0,-1 1-4 0,-1-3 2 15,2-4-8-15,0-1-13 0,0 0 2 0,2-2-6 16,-3 1-3-16,-7-1 0 0,1 6 0 0,-2-3-2 0,-2 1-14 16,0-2-29-16,-4-4-21 0,2 0-10 0,-1-2-138 15,-1-2-122-15</inkml:trace>
  <inkml:trace contextRef="#ctx0" brushRef="#br0" timeOffset="-38096.08">13198 14105 845 0,'0'0'47'0,"-2"0"7"0,0-2-12 0,0 0-18 16,0 0-6-16,1 0-16 0,-1 1-2 0,0-1-2 15,0 0 1-15,0 0 3 0,2 0 1 0,0 0 5 16,2 0-3-16,0 1 2 0,2-1 2 0,20-9 2 16,5-1 1-16,-1 3 17 0,6 0-6 0,-1 1-1 0,10-3-2 15,-2 2-1-15,7-2 2 0,-2 2 2 0,1-1-2 16,1-1-7-16,-2 0-2 0,-1 0-2 0,-10 2 1 16,4-4-1-16,-5 1-6 0,-1 1 0 0,-7 0-2 15,0 0 0-15,-5 2 1 0,-3-1 4 0,-3 3-3 16,-2 0 0-16,-2-1 0 0,-2 1-1 0,-1 3 1 15,-3-5 7-15,-3-2 9 0,0 1-2 0,6 1 4 16,-1-2 0-16,-3 0-3 0,-1-2-1 0,-3 3-1 16,0-1-2-16,0 8-14 0,0-1 7 0,-1 0-8 0,-1 0 1 15,0 4 2-15,-13-7 0 0,-4 1 2 0,1 5 1 16,-3 1-9-16,3 1 4 0,-3 7-5 0,1 1 2 16,3 2 3-16,-3 4 1 0,3 9 2 0,-1 2 3 0,1 2-8 15,2-2 1-15,0 2-2 0,8-2 2 0,-1 0 4 16,-8-2-4-16,4-2 4 0,5 1 1 0,3-3 0 15,2-1-1-15,2-3-1 0,4 1-8 0,2-6 12 16,1 0-3-16,-5-1 6 0,18-3-11 0,5 1 7 16,-1-5-5-16,4 16 7 0,-1-6-8 0,3-6-5 15,4-3 2-15,-3-2-4 0,3-2 1 0,-3-2-24 16,1-2-4-16,-3-1-11 0,-3-1-58 0,-1 1-116 16,-3-3-16-16</inkml:trace>
  <inkml:trace contextRef="#ctx0" brushRef="#br0" timeOffset="-37274.35">14605 13403 432 0,'0'0'51'0,"-2"0"-1"0,1-2 25 0,-1 0 1 15,0 0-9-15,-2 1 0 0,2 1-6 0,-3-2-10 16,-3 0 3-16,5 0-23 0,-1 0-1 0,0 0 0 16,2 0-2-16,0 1-5 0,1-1-6 0,1 0 2 0,0 0-3 15,0 0 2-15,1 0 2 0,1 0-5 0,2 1 2 16,11-9-9-16,5-1 0 0,3 0 8 0,1 2-6 16,0 1 2-16,2 1-3 0,0 1-9 0,-4 3 4 15,2-1-4-15,-3 2-4 0,-1 0 8 0,-3 2-7 16,-4 0 0-16,-2 0 3 0,0 0-4 0,-2 0 3 15,2 2-16-15,-7-2-14 0,0 2-14 0,0 0-3 16,-1 0-71-16,-1-1-121 0,0 3-2 0</inkml:trace>
  <inkml:trace contextRef="#ctx0" brushRef="#br0" timeOffset="-37050.88">14459 13620 522 0,'0'0'129'0,"0"0"25"0,-2 0-41 16,0 0-63-16,0-2-9 0,0 2-31 0,0 0 12 16,0 0-4-16,1 0 9 0,-1 0 7 0,2 0-6 15,2 0-4-15,1 0-2 0,5 0-6 0,20 0-3 0,1 0 2 16,-1 0-4-16,2-1-9 0,0-3-3 0,1 0 1 16,4 0-4-16,-1 3-22 0,-3-1-108 0,1 2-57 15</inkml:trace>
  <inkml:trace contextRef="#ctx0" brushRef="#br0" timeOffset="-36013.99">15753 13189 219 0,'0'0'10'0,"0"0"-1"0,2-1 1 16,-1-1 2-16,1 0-4 0,2 0 5 0,0-2 23 16,9 2 8-16,0-9 5 0,-4 0 13 0,2 0-2 15,-3-4-6-15,10 2 5 0,-9 0 0 0,-1 0-6 16,-1-2-5-16,6-3 1 0,-5 3-9 0,1-2 1 16,0-1 1-16,-1 1-3 0,-1-5-8 0,-3 5 10 15,-2 2-8-15,0-2 5 0,-2 6-16 0,0-4-2 0,-2-1-4 16,2 10 1-16,-4-3-6 0,0 1-3 0,4 7 2 15,-16-1-4-15,-7-11-3 0,1 5-3 0,-6 6 5 16,-3 4-5-16,1 6 3 0,-4 5 1 0,1 3 1 16,1-10 1-16,1 20 1 0,3 6-2 0,2-1-4 15,4-3 1-15,1 4 3 0,3-6-1 0,3-1 4 0,2 0-4 16,4-1-3-16,3-2 6 0,-9 0-5 0,6-3 5 16,2-1-5-16,5-5 1 0,2 0 2 0,0-1-1 15,2-3 5-15,-1-2 10 0,-1-5-3 0,4 2 4 16,15 7-10-16,5-2-2 0,4-5-2 0,5-6 1 15,-1-3 1-15,1-7-8 0,0-1 2 0,6-5-4 16,-1-1 2-16,-3 1 4 0,-4-1 1 0,-3 1 0 0,-5 3-8 16,3 11 3-16,-4-13 0 0,-2 2 1 0,-1 1-1 15,-6 1 5-15,-2 1-4 0,-5 3 5 0,1 4-9 16,-5 1 8-16,-2 2-3 0,0 0 6 0,4-1-4 0,-1-1 6 16,1 2-6-16,0 0 5 0,-2 0-9 0,-1 2 2 15,1 2-1-15,-2 2 0 0,0 18-1 0,-3 13 0 16,-3 6 0-16,-1 2 0 0,-1 1 1 0,3 3 0 15,-3 3-1-15,3 0 0 0,1 4 2 0,2-4 1 16,0 0 0-16,0-3 1 0,-3-6 0 0,-3-4-7 16,1-6 7-16,-2-3-5 0,-1 0 9 0,3-10 3 15,-2 3-2-15,-1-6 4 0,-1 0 2 0,7-1 5 0,-12-1-2 16,5-1 4-16,-6-5 0 0,2-1-6 0,2-3 5 16,-4 8-6-16,6-3-1 0,0-3-3 0,4-1-8 15,-1-2 4-15,3-2-6 0,-3 0-5 0,-3 0 4 16,2 0-7-16,3 0-12 0,1 0-14 0,1 0-7 15,0-2-3-15,0 0-36 0,1 0-102 0,-1 1-9 0,0-1-45 16,2 0-164-16</inkml:trace>
  <inkml:trace contextRef="#ctx0" brushRef="#br0" timeOffset="-35359.61">16239 13702 429 0,'0'-2'152'0,"0"0"34"0,-2 0-76 16,0 1-75-16,1-1-15 0,-1 0-11 0,0 0 1 15,0 0 3-15,0 0-1 0,0 0-6 0,0 1-6 16,1-1 1-16,-1 0 0 0,0 2 20 0,0 2 2 16,0 0-1-16,0-1 1 0,-1 5-5 0,-10 16 5 15,0 4-1-15,1-2 1 0,1-1 4 0,2-1 8 16,-2 0-1-16,2-3 2 0,-1-1-5 0,1 1 0 15,2-2 0-15,-1-3-1 0,-1 3-10 0,3-6 2 16,1 0-2-16,-1-1 3 0,3-5 5 0,1-1-16 0,0 0 6 16,2-2-11-16,-2 1-3 0,0 1 15 0,0 0-3 15,0-1 7-15,1-1-7 0,1 0-6 0,0 0-2 16,0-2 1-16,0 0-3 0,1-2-7 0,1 0 2 16,0-1-3-16,4-9 5 0,3-6-3 0,2-1 0 15,0-1-2-15,0-1 2 0,2-1 2 0,2-2 0 0,0 0 0 16,0-2-7-16,0 2 5 0,-2 0-6 0,2-2 5 15,-2 1-2-15,0 5 2 0,-2 0 5 0,-4 7-4 16,1 3-2-16,-3 3 2 0,-1 3-9 0,-2 4 6 16,5-3-4-16,-1 1 7 0,1 2 6 0,-1 0-2 15,-3 0 2-15,1 3-6 0,11 20 0 0,-4 3-1 16,-3 0 2-16,-5 0-1 0,-1 0-1 0,-2 0 0 0,0-4 6 16,0-2-2-16,-2-1 1 0,0-4-2 0,1 0-2 15,1-8 2-15,0 0 0 0,0-1 1 0,0-2 5 16,0-2-4-16,0-1 4 0,0 3-5 0,0 0 1 0,0-2 4 15,0 0-9-15,1-1 6 0,1-1-7 0,0 0 2 16,2-1 0-16,7-5 0 0,6-5-4 0,3 2 1 16,-3-17 7-16,7-2-4 0,0 0 0 0,2-7-2 15,4 7-2-15,-10-6 3 0,6 7 6 0,-9 10-5 16,-4 0 4-16,0 12-5 0,-6-5-4 0,5 8 9 16,-3-5-2-16,0 1 4 0,2 3-5 0,-5 3 4 15,3 0-3-15,0 0 4 0,-5 2-2 0,4 3 3 16,-1 10-4-16,-1 13 2 0,-5-4-5 0,16 2 2 15,-8-4 1-15,-5-1-1 0,-2-1-2 0,0-1-10 0,-2-5-5 16,0 1-6-16,0-4-55 0,-2 1-88 0,0-3-21 16,0-2-29-16,2-1-152 0</inkml:trace>
  <inkml:trace contextRef="#ctx0" brushRef="#br0" timeOffset="-34862.35">17125 13037 824 0,'0'-2'54'0,"0"1"8"16,-2-1-25-16,0-2-19 0,0 0-11 0,0 1-7 0,1-1 4 15,-1 0 1-15,0 0 1 0,0 1 5 0,0 1-6 16,0 0 2-16,0 0-4 0,2 0 4 0,0 0-1 15,0 1 3-15,0-1-3 0,0 0 7 0,2 2 2 16,0 0 2-16,0 2-1 0,0 1-4 0,7 16 2 16,4 9-9-16,-2 3 6 0,-1 6-11 0,-3 2 7 15,-1 4 0-15,-1 0 0 0,-3 0-8 0,-2 3 6 16,0 0-3-16,0 1 6 0,0-4-4 0,0-3 2 16,-2-6-2-16,0-4 1 0,-1-3-4 0,1-2 9 0,-2-5 3 15,0-3 3-15,2-6 11 0,1-4 11 0,1-3-5 16,-2 0 5-16,2-2-12 0,-4 1 6 0,0 1-6 15,1 0 6-15,-1-2-4 0,2-2-1 0,-4 0 1 16,1-2-1-16,1 0-2 0,2-4-11 0,-16-23 1 0,3-10-4 16,7 0-3-16,7-6-3 0,1 0 5 0,5 1-4 15,3-3 1-15,3-1-3 0,0 4-3 0,2 1 1 16,2 4 7-16,-2 5-3 0,2 5 3 0,-1 3-5 16,-1 5 0-16,-7 1 4 0,16 3-4 0,-1 2 3 15,5 2 0-15,-6 4-11 0,2 2 5 0,-1 1-7 16,-6 4 6-16,-4 0-9 0,-2-5 0 0,-7 7-4 15,5-6-1-15,4 1-50 0,-3 3 0 0,3 2-22 0,-5 0-42 16,-5 0-37-16,3 2-7 0,0 2-14 0,5 9-67 16</inkml:trace>
  <inkml:trace contextRef="#ctx0" brushRef="#br0" timeOffset="-34459.24">17674 13433 822 0,'0'0'20'0,"0"-2"39"0,0 0-50 0,-1 0 9 16,-1 0-2-16,0 0 6 0,0 1 7 0,0-1-6 15,0 2 2-15,0 0-3 0,1 0 5 0,-1 2 2 16,0-1 6-16,-7 14-2 0,-6 15 14 0,2 2-17 0,0-5 1 16,2-1-7-16,-1 2-7 0,3 4-6 0,0-2 0 15,1-3-2-15,3-2 0 0,-1-7-4 0,3-1 3 16,-1-4-4-16,0-2-4 0,2-4 3 0,2-1-3 0,0-2 2 15,0-3-2-15,0 3 1 0,0 0-1 0,0 0 0 16,0-3-2-16,2 1-2 0,0 0 6 0,0-2-5 16,0 0 4-16,16-5-5 0,-1-5-4 0,2 8 1 15,-1-22-10-15,-3-2 7 0,2 6 3 0,-4 1 1 16,-2 1 4-16,0 5 1 0,-4-2-2 0,-1 9 3 16,-4 3 0-16,0 1 12 0,-2 0-2 0,3-2 6 15,1 2 5-15,0 1-9 0,-2 1 5 0,0 0-6 0,-1 1 0 16,-1 1-3-16,2 22-3 0,-2 2 2 0,-2-3-2 15,1-3 4-15,-3-1 0 0,0-3 1 0,0 1 5 16,3-4-9-16,-1-2 2 0,-2 2-6 0,2-4-2 0,0 1 0 16,0-3-1-16,2-1 1 0,0-3-1 0,0 1-15 15,0-2 4-15,0 0-8 0,0 2 5 0,0-1-30 16,0 1-7-16,0-2-13 0,0 0-67 0,0 0-58 16,0-2-20-16,0 0-13 0,0 0-83 0</inkml:trace>
  <inkml:trace contextRef="#ctx0" brushRef="#br0" timeOffset="-34252.58">17450 13511 887 0,'-2'-2'68'0,"0"0"-4"0,0 0-2 0,0-2-2 16,0-5-22-16,1 2 7 0,-3-4 6 0,0-1 0 16,4 5-3-16,0-6-18 0,2-2-17 0,4 2 3 0,-5-2-8 15,29 0 2-15,7 2 2 0,0-1 0 0,-3 1 0 16,1 0-2-16,2 1-3 0,-3 5-4 0,1 0 1 15,-3 5 1-15,-6-15-21 0,0 6-5 0,-6 7-25 16,-3 4-193-16</inkml:trace>
  <inkml:trace contextRef="#ctx0" brushRef="#br0" timeOffset="-32152.64">12307 12432 610 0,'0'0'30'15,"-2"-2"-5"-15,0 0 11 0,-2 0 1 0,-9-5-7 16,-2-2-4-16,2 3 6 0,4 2-6 0,-2-1 4 16,2 1-7-16,-4 0-4 0,3 1 5 0,5 1-5 15,-1 0 4-15,3 2 15 0,1 0-4 0,-2-2 6 16,0 0-14-16,2 0-12 0,1 1 1 0,-1-1-5 0,2 0-1 16,0 0 6-16,2 0-2 0,-1 0 4 0,3 2-5 15,26-7-4-15,-2 3 1 0,0 0-1 0,5 3-2 16,0-1 0-16,8-2 3 0,7 2-2 0,1 0 1 15,8 0 2-15,5 1-2 0,3-3 3 0,9 2 0 16,2 0-5-16,0-2 2 0,2 1-3 0,-4-1 6 0,1 0-9 16,4 1 1-16,7 1-3 0,5 0-5 0,7 2 5 15,4-2-3-15,-5 0 3 0,3 0 4 0,-5-1-4 16,3-1 0-16,8 2-2 0,7-2-3 0,6 1 3 16,-4-3 2-16,-7 0-1 0,0 1 1 0,-1-1 0 15,8 1 3-15,8 1 1 0,1 0 2 0,-7 1-4 16,-5-3-2-16,-6 2 0 0,-2 1-4 0,7-1 5 15,2 0 1-15,1 2 1 0,-5 0-1 0,-9-1-1 16,-3-1 2-16,-6-2-1 0,4 3 0 0,5-1 0 0,-4-2-1 16,3 1 1-16,-6-1-2 0,-10-1 3 0,1 1 0 15,-10 1 2-15,0-3-5 0,4 3 0 0,-2 1-2 16,-1-2 3-16,-5 5 9 0,-7-1-11 0,-5 0 4 16,-8 2-6-16,-5-2 8 0,-5 2-1 0,-4-2-2 0,-3 2 2 15,-3 0-2-15,-8 0-5 0,0 0 3 0,-3 0-4 16,-2 0 9-16,-4 2 1 0,0 0-6 0,-6 0 2 15,1 0-2-15,-3-2 2 0,-1 0 7 0,0 0-3 16,-1 1 8-16,-1-1-3 0,2 2 1 0,-2-2-3 16,1 4-1-16,1 0 1 0,0-1-6 0,0 1 4 15,-3 2 2-15,5 7-1 0,-2 2-1 0,-1 5-2 0,-1 0-5 16,-2 6 1-16,0 2 5 0,-2 6-3 0,1 1-4 16,-3 6 6-16,0 3-8 0,0-1 7 0,3 3-11 15,-1 3 5-15,2 5 6 0,0-2-3 0,0-2-1 0,3-2 2 16,1-7-4-16,2 3 4 0,-1-1-2 0,1-4 0 15,1 0 2-15,1-2-1 0,-3-1 4 0,5 1-5 16,-1 3-2-16,4 3 0 0,2 0 10 0,1 1-8 16,1 7 2-16,2 1-3 0,-1 7 5 0,-1-3-8 15,0 1 6-15,-3-1-6 0,-1 0 4 0,-5-4 2 16,-3-2-2-16,-3-8 1 0,-2-1 3 0,0 0-4 16,0-2 0-16,0 0-2 0,-3 0-2 0,-1-2 4 15,0 2 1-15,0-2 1 0,1 1 5 0,-1 1-4 16,0 0-1-16,-1-2 0 0,-1-6 0 0,1 3 7 0,-1-10 0 15,-1 2 2-15,-5 7-3 0,3-7-8 0,0 2 5 16,0 0-5-16,1-8 7 0,1 1-1 0,-1-1-3 16,1-5 2-16,-4 4-5 0,0-3 4 0,0 1-3 15,5-2 6-15,-13 0 2 0,-1-2-8 0,1 0 8 0,1 0-8 16,-4-2 8-16,1 0-3 0,1-2-3 0,-1-1 3 16,1-1 11-16,-1-3-5 0,-1 1 2 0,-2-3-4 15,0 0-6-15,-2 0 5 0,-2 17 0 0,0-8 0 16,-3-2-3-16,-3-3-3 0,1-5-3 0,3 1 2 15,-9 2-2-15,0 0 0 0,-4-1 2 0,-10 1-1 16,6 0-1-16,-3 0 6 0,2 1-8 0,1 3 5 16,-3-1-9-16,4 0 5 0,-10 5 0 0,4-3 1 0,-7 0 2 15,-1 2 1-15,3-1-3 0,-6-1 2 0,5 2 0 16,-7-2-2-16,2-1 4 0,3-1-3 0,-1-1-1 16,7-1 6-16,-1 1-7 0,-1 1 6 0,-4 1-8 0,-6-1 6 15,3 0 0-15,-1 1 1 0,-1 1-12 0,-1-1 12 16,-5 1-3-16,4-4 8 0,8 1-7 0,3 1-5 15,2 3-1-15,0-3-1 0,-1 1 9 0,-3-3-3 16,-3-1 0-16,-4 0-1 0,2-1 2 0,-2 1-3 16,-2 0 4-16,6-2-5 0,-3-1 1 0,5 3 1 15,2 0 0-15,1 1 0 0,0 3 0 0,0-1-1 16,-3 3 1-16,0-3 0 0,1 2 5 0,-7-1-5 16,4 1 0-16,-1-2-1 0,1 1 0 0,9-1 1 0,2-1 3 15,4 1-1-15,-1 3-2 0,5-3 1 0,-1 0 0 16,-4-1 0-16,1-2-2 0,-2-2 1 0,-2-1 0 15,1-1 0-15,5 0 4 0,-3 0 1 0,1 0-5 16,3-5 2-16,-1-3-9 0,1-1 7 0,6-2 0 0,3 4 4 16,1 1-2-16,0-1-1 0,1 1-1 0,0-3-2 15,1-2 0-15,5 1 2 0,-2 1 0 0,4 2 0 16,-2-1 2-16,2 3 0 0,-2-3 0 0,2 3-1 16,7 1-6-16,-2 0 6 0,3 0 0 0,3 3 3 15,-2-1 2-15,6 0-6 0,-1 0 2 0,5 0-2 16,1 2 3-16,-2-2 4 0,5 2-2 0,-3-2 2 0,0 1-7 15,0-1 1-15,3 2 1 0,-1 0 0 0,0 0-1 16,0-2-5-16,0 0 4 0,0 0-3 0,0 0 8 16,1 2-1-16,-1 0-2 0,0 0 2 0,0 0 6 15,0 0-7-15,0-2 6 0,0 2-7 0,1-1 3 0,-1-1 1 16,0 0-2-16,0 0 3 0,0 0 1 0,0 0-8 16,0 0 1-16,-1 1-2 0,1-1 5 0,-2-2-1 15,0 0 0-15,3 1-2 0,-7-7-2 0,-5-1 0 16,0-2 5-16,2-2-3 0,0 0 2 0,0-1-2 15,-2-1-1-15,-4 0 1 0,2 1 3 0,0-5-6 16,2 1 0-16,2 1-2 0,0-5 9 0,2 4-5 16,1-4 0-16,3-1-2 0,-1-1 7 0,1-1-5 0,-3-5 1 15,3-1-2-15,-1-1 1 0,2-7 0 0,2 2 2 16,1-3-2-16,-5-3-4 0,0 0 6 0,-1-1-3 16,0 0 5-16,1-3-4 0,0 3-3 0,1 0 6 15,-1-1-5-15,3 3 2 0,-1-1 0 0,0 2 0 0,2 1 0 16,-1-5 3-16,-22-1-4 0,11-2 1 0,6-4-2 15,4 0 7-15,4-5-7 0,0 3 3 0,2-2-4 16,2-1 3-16,0 5 1 0,3 0-1 0,1 2 4 16,-1 4-3-16,0 3 0 0,-1 1 0 0,0 5-1 15,-1 0-1-15,1 2 1 0,-1 2 2 0,1-3 0 16,-2 1 0-16,-1 2 0 0,1 0-3 0,-2 3 1 16,2 2-2-16,-3-3 2 0,1 5 0 0,2 0 0 0,-2 2 2 15,2 4-4-15,-1 2 0 0,1 3-2 0,0-2-4 16,-1 4-38-16,1 2-27 0,2 0-17 0,-3 4-211 0</inkml:trace>
  <inkml:trace contextRef="#ctx0" brushRef="#br0" timeOffset="-28039.93">19709 7383 75 0,'0'0'0'0,"0"-1"4"16,0-1 43-16,0 0-2 0,0-2 10 0,-1 0-9 0,-1 1 6 15,2-1 8-15,-2-3-4 0,0-3 3 0,2 7-27 0,0-1-2 16,0 0-5-16,0 2 3 0,0-3-10 0,0 1-11 16,0 2 4-16,-2-1-6 0,0-1-3 0,0 0 2 15,1 2-5-15,-1 0 3 0,0 1-10 0,0-1 7 16,0 0 1-16,0 2 3 0,0 0 5 0,1 0-10 16,-1 2 4-16,0 0-4 0,0-1 10 0,2 1-10 15,-7 17 4-15,1 1-5 0,0 2 8 0,-1 4 1 16,0 2-6-16,-1 4 4 0,1-1-5 0,-1 7 9 15,1 1-4-15,-1 3 6 0,3 5-2 0,-3-3 2 0,3 1 3 16,-1-1-3-16,1 1 3 0,-1-2-5 0,1-2 3 16,-1-4-4-16,2-6 3 0,-1 1-4 0,1-6 4 15,0-2-3-15,1-2 1 0,-1-3 6 0,0 1-10 16,0-1 9-16,1-3-8 0,-1 3 9 0,2-6-3 16,0-4 5-16,0 1-6 0,1-5 3 0,1-1 5 0,0-2 2 15,-2 1 42-15,0 1 2 0,0 0-3 0,0-2-4 16,2 0-40-16,0-1-1 0,0-1-7 0,0 0 4 15,2-1-13-15,0-1 5 0,0-2 4 0,3-3-3 16,-3-12-2-16,11 2 4 0,-4-1-7 0,4-1 7 16,0-1-5-16,2-1-1 0,8-1-2 0,-5-2 0 15,3 0-7-15,-3-2 10 0,-1 0-1 0,1 4 3 0,3 1-8 16,1 6 4-16,-3 2-2 0,-3-2 2 0,1 4-1 16,0 4-5-16,0 1 8 0,-1 3-7 0,-5-7 1 15,1 5-4-15,-5 3-2 0,-3 2 2 0,-1 0 4 16,1 2-1-16,0 3-1 0,11 23 0 0,-6 4 5 0,-4-3 0 15,-3 3 2-15,-2-1-1 0,-2-1 2 0,1-4 0 16,-1 0-4-16,0 0 2 0,-2-2-2 0,1 0 1 16,-1-1 0-16,2-3 0 0,0-3 1 0,0 0-2 15,2-4 2-15,0 1-2 0,0-2 2 0,0-5 4 16,0 2-4-16,0-3 3 0,0-2-8 0,0 1 4 16,0-1 0-16,0-2 0 0,0 1-3 0,0 1-1 15,0 0-3-15,2 0-1 0,-2-3-35 0,0 1-50 0,0 0 6 16,0 0-19-16,2 0 0 0,0-2-16 0,0 0-2 15,0 0-3-15,-1-2-1 0</inkml:trace>
  <inkml:trace contextRef="#ctx0" brushRef="#br0" timeOffset="-27804.69">20075 8124 245 0,'0'0'59'16,"0"0"-5"-16,0 0 30 0,0-2-8 0,0 1-10 15,0-1-37-15,0 0-17 0,0 0 5 0,0 0-10 16,0 0-2-16,0 2-5 0,0 0 2 0,2 0-2 15,0 0 13-15,0 0-1 0,0 0 4 0,-1 2-2 16,1 0 15-16,0 2-5 0,0 7 1 0,0 9-2 0,0 4-10 16,0 1 5-16,-2 4-9 0,0-1 7 0,-2 2-9 15,-2 1-7-15,0-1 2 0,-1-2-3 0,-1 4 4 16,1-3 1-16,-1 3-1 0,0-2 0 0,1-4-7 16,-1-4-6-16,1 0-8 0,3-7-6 0,-2 2-87 0,4-10-46 15,0-3-27-15</inkml:trace>
  <inkml:trace contextRef="#ctx0" brushRef="#br0" timeOffset="-27665.38">20305 8074 791 0,'0'-2'52'0,"0"0"13"0,0 1-28 0,-1-3-28 15,1 0-4-15,0 0-4 0,0 1-7 0,0-1-2 16,0 2-3-16,0 0-7 0,0 2-64 0,-2 0-5 15,0 0-28-15,0 2-80 0</inkml:trace>
  <inkml:trace contextRef="#ctx0" brushRef="#br0" timeOffset="-27272.84">20352 8275 160 0,'0'0'88'0,"0"0"-54"0,0 0 93 0,0 0-31 16,0 0-29-16,0 2-24 0,0-1 4 0,0 1-10 15,2 0 3-15,0 0-17 0,1 0 5 0,1-2-8 0,16 2 8 16,3-2-9-16,-1-2-3 0,-7 0-1 0,3-4-7 0,1-1 0 16,0 0-3-16,3-5 3 0,-9 5-2 0,2-2 3 15,-4 1-2-15,-6 5 1 0,6-1-3 0,-7-7-3 16,-2 0 7-16,4 1-6 0,-5-1 1 0,7 2 4 16,-3 0-2-16,1-1 3 0,-2 3-6 0,-2-2 5 15,-2 1-5-15,0-1 5 0,-2 0 3 0,2 5-3 16,-2 0 5-16,2 2-5 0,-4 0-2 0,-16-12 3 15,3 4-9-15,-2 3 7 0,-1 3-10 0,0 4 2 16,-3 0 8-16,3 4-4 0,1 1 0 0,3 1-1 0,-1 1-6 16,0 3 4-16,-1 3 0 0,3-11 1 0,-2 16 2 15,6 3-3-15,2 1-2 0,1 0 5 0,3 0 0 16,3 1 3-16,0-1-5 0,-13 0 3 0,6-1-4 16,5-3 2-16,2 1 1 0,2-1 2 0,4-1-1 15,2-2 2-15,-1-4 6 0,4 2 0 0,3-2 2 0,10-1-4 16,4-1-10-16,4-5 3 0,-3 1-1 0,3 14 2 15,4-6-3-15,-5-8-3 0,5-3-13 0,-5-2 2 16,1-4-40-16,-2-1-120 0,-4-1-39 0</inkml:trace>
  <inkml:trace contextRef="#ctx0" brushRef="#br0" timeOffset="-26524.11">20992 7760 120 0,'0'0'45'0,"-1"0"47"0,-1 0-44 0,0 0-25 16,0 0-1-16,0 0-5 0,0 0 2 0,0 0 18 15,1 2-1-15,-1-2 11 0,0 0 19 0,0 0-6 16,0 0 1-16,0 0-4 0,0 0-12 0,1 0-3 15,-1 0-2-15,2 0 2 0,-2 0 1 0,2 0-20 16,-2 0 1-16,2-2-9 0,0 1-5 0,0-1 1 16,0 0 1-16,0 0-1 0,0-2-3 0,0 1-3 15,0-7-2-15,0 1 1 0,0 0 0 0,2 1-5 16,0 1 1-16,0-1-2 0,-1 5 7 0,1-1-5 0,-2 2 0 16,4-2-1-16,0 1 1 0,-1 1 0 0,1 2 1 15,4 0-1-15,3 2-4 0,-4 0 2 0,-3-1 5 16,5 5-2-16,-1 13 2 0,5-3-2 0,0 1-1 15,-2-6 1-15,0-3 15 0,-2-1 0 0,2 0 9 0,10 5-3 16,-3-5 20-16,1-3-8 0,7-2-4 0,-13-2-2 16,3-4-16-16,-1-2-3 0,-9 4-5 0,1-3 1 15,-1 1-8-15,-1 2 6 0,5-9-2 0,-3 0 4 16,-1 2 0-16,-3 1-5 0,-1 3 2 0,0-1-3 16,0 1-1-16,-2 3-7 0,0-2-2 0,2 0-1 15,-2 1-1-15,0 1-20 0,0 0 8 0,-2 0-13 16,0 0 1-16,-2 2-25 0,3 0-14 0,-12 2-7 0,3 0-93 15,-3 3-67-15</inkml:trace>
  <inkml:trace contextRef="#ctx0" brushRef="#br0" timeOffset="-26242.67">20920 8124 194 0,'-2'0'30'0,"0"0"-1"0,0 2 25 16,-5 0-11-16,-12 5 4 0,1 1-12 0,5-3-5 16,2 1 12-16,3-2-8 0,3-2 21 0,3-2 41 15,-2 1-6-15,0 1 15 0,3 0-38 0,-1 0-45 0,0-2-3 16,2 0-11-16,0 0-6 0,2-2 10 0,1 0-7 16,16-9 7-16,9-6-8 0,-2 4 1 0,0 0-1 15,0 0 0-15,-2 4 6 0,2 0-1 0,-2 1 8 0,2 3-6 16,2-1 5-16,0 4-6 0,2 2-3 0,-10 2 0 15,2 4-8-15,-9-1 4 0,0 1-2 0,2 1 4 16,-2 1-5-16,4 1 1 0,-1-1-1 0,1-1 0 16,-4-3-9-16,2-1-33 0,0-1-14 0,0-2-12 15,-2 0-101-15,5-2-57 0</inkml:trace>
  <inkml:trace contextRef="#ctx0" brushRef="#br0" timeOffset="-25617.79">21776 7413 417 0,'0'-2'52'0,"0"-1"68"16,0-7-63-16,0-3-24 0,0 2-9 0,0 4-2 15,0 3-14-15,0 2-3 0,0 0-2 0,0 0-2 16,0-1-5-16,2-1 11 0,0 2-6 0,0 0 8 15,-1 1-10-15,1 1 17 0,0 0 4 0,0 1 4 16,0 1-3-16,0 2-1 0,7 20-4 0,-2 2 3 16,1 4-6-16,-3 1-1 0,3 6-1 0,-5-1-1 0,1 3-10 15,-2 3 5-15,-2-1-1 0,0 8 3 0,0-5-4 16,0-1 3-16,0 0-5 0,-2-8 6 0,0-5 0 16,0-1-7-16,1-3 3 0,-1-7-3 0,-2 1 11 0,2-5-9 15,0-4 9-15,0 0-8 0,1-1 4 0,1-5 7 16,0-1-4-16,0-2 7 0,-2 1 4 0,0 1 7 15,0 0-1-15,0-2 4 0,0 0 3 0,1-2-16 16,-3 0 4-16,2-2-9 0,0-2-2 0,-9-18-1 16,2-15-4-16,5-6 3 0,4 0 0 0,0-3-7 15,2-4 5-15,3 1-6 0,3-1-1 0,1 4 5 16,4 1-5-16,-2 10 6 0,0 2-6 0,4 1 2 16,-2 4 4-16,2 2 0 0,-13 4-2 0,24 3 3 0,0 1 0 15,-2 3 2-15,-2 0 4 0,2 2-13 0,-1 2 0 16,-3 3-3-16,1 3 1 0,-7 1 4 0,1-7-4 15,-4 4 3-15,-1 3-1 0,-3 2-1 0,1 0-3 16,-5 2-2-16,-1 0-11 0,0 0-13 0,2 2-3 16,-1 0-7-16,-1 2-33 0,2 9-32 0,0 5-16 0,-4-1-4 15,0 1-45-15,-2 3-51 0</inkml:trace>
  <inkml:trace contextRef="#ctx0" brushRef="#br0" timeOffset="-25152.14">22171 7939 424 0,'0'0'69'0,"0"0"11"0,0-2-17 15,0 0-37-15,0 0-2 0,0 0-27 0,0 0 2 16,0 1 3-16,0-1-1 0,2-2 7 0,0 2-6 16,0 0 0-16,0 0-2 0,-2 1-3 0,0 1 8 15,0 0 7-15,0 1 1 0,0 3 25 0,-2 17 4 16,-4 3-7-16,1 0 4 0,-4 2-11 0,-1-2 2 15,3 0 2-15,-1-4-3 0,3-3-6 0,-3 2-12 16,5-4-3-16,-1-2-4 0,0 0-8 0,2-4 8 16,1 0 1-16,-1-3 3 0,0-1 1 0,2-3 1 0,0 0 0 15,0 2 1-15,0-1-4 0,0-1-9 16,0 0-6-16,2 0 0 0,0-2-8 0,1 0-5 0,8-4 6 16,6-3-7-16,2-2-9 0,-3-3-21 0,5-2-11 15,-6 12-1-15,-2-15-20 0,-2 0 34 0,0 4 5 0,-4-2 11 16,-1 4 21-16,-2 4 8 0,-2-1 2 0,-1 5 3 15,1-1 14-15,2 0 8 0,0 1-3 0,-2 1 5 16,-1 0 4-16,1 0 8 0,0 2 3 0,0 0-1 16,-2 2-5-16,0 0-5 0,0 1 0 0,0 9-1 15,0 2 6-15,0 1-4 0,0-2-5 0,0 0 1 16,0 0-11-16,0-2 5 0,0 1 2 0,0-3-1 16,0 0-12-16,0-3 2 0,2 1-4 0,-2-3 4 0,0 0-8 15,0-3-2-15,2 3 0 0,0 0 1 0,-1 0 0 16,1-3-78-16,0 1-4 0,0 0-33 0,0-2-68 15,0 0-42-15</inkml:trace>
  <inkml:trace contextRef="#ctx0" brushRef="#br0" timeOffset="-24992.61">22014 7831 1000 0,'0'-2'22'0,"0"0"-2"0,1 0 13 16,-1-1-9-16,0 1-1 0,0 0-23 0,12-2 6 15,25-18 2-15,-2 9 0 0,6 4-3 0,0 3-5 0,-2 1 1 16,3-1-1-16,-3 2 2 0,2 1 3 0,0-3-5 16,-4 0 4-16,-2 3-12 0,-3-1-24 0,-4 2-21 15,0 0-9-15,-4 2-154 0</inkml:trace>
  <inkml:trace contextRef="#ctx0" brushRef="#br0" timeOffset="-24270.1">19358 7016 123 0,'0'-2'88'0,"0"0"-15"16,0-2 1-16,0-5 27 0,0 0-52 0,0 1-8 16,0 5-18-16,0-1-7 0,0 0-3 0,0 2-16 15,0 1 1-15,0-1 6 0,-1 2-3 0,-1 0 10 0,0 2-7 16,0-1 0-16,0 3-2 0,-5 17 0 0,-1 6 2 16,1 3-2-16,1 0 3 0,1 0 2 0,-1 1 17 15,2 1-3-15,1 3 6 0,-1 4-9 0,-2-2-6 16,1 2 4-16,-1 4-5 0,1 3 0 0,-1 8-1 15,3 4 4-15,-3 10-1 0,2 7 3 0,1 6-5 16,-3 5-3-16,2-6 1 0,-1-3-1 0,-1-8 5 16,2 0 2-16,-1 0-1 0,1 1-2 0,0 4-2 15,3 4-1-15,-1 6 3 0,2-4 6 0,0-8-8 16,-2-5 8-16,0-13-8 0,-2-4 7 0,2-7 6 0,1-6-4 16,-1-7 5-16,2-3-3 0,0-2-4 0,0-7-2 15,0-3 0-15,0-2 0 0,0-6-3 0,0-1 5 16,0-4-3-16,0 0 8 0,0 1-5 0,0 1-2 0,0-2-1 15,0 0-9-15,0-2-25 0,0 0-6 0,0-2-15 16,0 0-86-16,0-22-88 0,0 0-43 0</inkml:trace>
  <inkml:trace contextRef="#ctx0" brushRef="#br0" timeOffset="-23265.1">19444 6945 994 0,'-2'-2'13'0,"0"-1"2"0,-9-23 5 15,0 0-9-15,5 11 2 0,3 6-17 0,-1-1 9 16,2 5-5-16,2 1 6 0,0-3-9 0,0 1 2 16,0-1 3-16,2-3 1 0,3-1 11 0,1 2-13 15,22 0 1-15,3-3-4 0,5 3 7 0,12 0 1 16,2-2 3-16,10 1-3 0,10 1-6 0,-1 2 7 15,1-2-5-15,1 1 6 0,-1 3-8 0,1-1 5 16,9 2-7-16,5 2 4 0,3-31-9 0,3 20 7 0,0 9 2 16,-6 2 1-16,-2 2 8 0,1 0-11 0,-4 2 5 15,9 2-6-15,9 0 0 0,8 1 6 0,0 1-5 16,-2-1 7-16,-4-3-7 0,-1 0 2 0,5 0-1 16,5-2 3-16,3 0 3 0,5-2 3 0,-4-3-2 0,-7-1 2 15,0-1-2-15,-6-3 2 0,-2 3 3 16,6-1-1-16,-4 1-4 0,-3 1-2 0,-8 1 1 0,-13 1-1 15,-5 0 5-15,-12 3-9 0,-11 1 0 0,-9 0-2 16,-7 1-3-16,-8 1 2 0,-5 2 1 0,-6 0 3 16,-2-1 0-16,-6-1 3 0,-1 0-2 0,0 0 2 15,0 2-6-15,-3-1 9 0,-1-1-3 0,4 6 6 16,-2-1-4-16,-2 1-5 0,0-3 0 0,0 3-1 0,0-3 8 16,0-1-12-16,-2 3 6 0,0-1-7 0,0 1 4 15,-1 3 2-15,-1-1-4 0,-2 2 2 0,1 2-2 0,1-2 1 16,0 4 3-16,1 5 0 0,-1 3-1 0,-2 4 4 15,3 5-2-15,-3 3 3 0,2 2-7 0,1 1 0 16,-1-3 0-16,0 2 1 0,-1 0 2 0,-1 0 2 16,1 0-3-16,-1-3 2 0,0-1-7 0,-1 3 4 15,1-1 2-15,3-4 1 0,-1 5-7 0,2-3 3 16,2 2 2-16,0 2 2 0,2 4-1 0,2 2 1 16,1 2-4-16,1 3 3 0,-1 0-11 0,1 2 13 15,0-5-6-15,-1 3 7 0,1-1-9 0,-3-3 2 16,1-1 1-16,-2-8 0 0,0-3 2 0,0-3-1 0,-2 1 4 15,0 0-3-15,-2 1 4 0,0-1-3 0,-2-2-1 16,2-2 0-16,-1 0 1 0,-1-2 0 0,2-4-3 16,-2 3 1-16,3-1-3 0,-1-3 3 0,0 3 2 15,2-4 1-15,0-3-4 0,0-4 0 0,0 2 0 16,0-3 0-16,0 1 7 0,-2 2-7 0,0-4 3 0,0 2-4 16,0 0 6-16,-1-1 4 0,-1-1-7 0,-2 0 6 15,-1 2-2-15,1 1-1 0,-12 1 4 0,-3 1-4 16,-1-1 8-16,0 0-12 0,0 2 8 0,-2-2-9 15,-2-2 6-15,-2-5 1 0,-2 3-5 0,-5 12 5 16,-1-7-4-16,1-1 2 0,0-3-3 0,-6 1 2 0,0-2-2 16,-7 2-2-16,-4-3 2 0,5-1-3 15,-1-1 3-15,2-1-3 0,-1 5 3 0,1-1-2 0,-6 2 5 16,-4 2 0-16,2-2-2 0,-7 2 0 0,2 0 0 16,-6-2 1-16,-6 0-1 0,2-3 0 0,-1-1-1 0,5-1-4 15,2-1 2-15,-4-1-3 0,6 2 11 16,-6-3-5-16,-2 1 4 0,-5 0-5 0,-8 0 0 0,-3-3 2 15,-2 1-3-15,3 0 2 0,2 2-5 0,4 0 5 16,-2-1 0-16,2 3 4 0,-1-2-3 0,-1-1 5 16,4 1-3-16,-2 2 3 0,2-3-6 0,-1 1 0 15,9 0 2-15,3-1-1 0,2 1 2 0,3 0-4 16,-7-2 3-16,1 0-1 0,1-2 2 0,-4 0-6 16,6 0 0-16,-2 0-1 0,2 0 4 0,1-2-3 15,7-2 6-15,10 2-4 0,0 0 5 0,14 0 1 0,1-1-4 16,6 1 1-16,4 0-5 0,5 0 4 0,2 2-4 15,4 0 1-15,3 0-21 0,2 0-124 0,1 2-38 16</inkml:trace>
  <inkml:trace contextRef="#ctx0" brushRef="#br0" timeOffset="-8770.9">25023 7564 4 0,'0'0'0'0,"0"0"17"0,0 0 9 0,0-2 12 16,0 0 10-16,0 0-8 0,0 0 0 0,0 0-3 15,0 0-2-15,0 1 1 0,0-1-3 0,0 0-11 16,0 0 1-16,2 0-5 0,0 0 4 0,0 0-3 15,0 1 1-15,0-1-2 0,-1 0 5 0,-1 0-10 16,0 0 7-16,2 0-8 0,-2 2 15 0,0 0 4 0,0 0 0 16,0 0 2-16,0 0 2 0,0 0-12 0,0 2 0 15,0 0-3-15,-2 0-2 0,1 0-5 0,-1 1 0 16,0 7-3-16,-4 6-3 0,1 1 0 0,-3 4-1 16,1 3 0-16,1 0-1 0,-1 7 16 0,0 1-3 15,-1 7 7-15,-1 6-5 0,0-1-3 0,-1 3-2 0,1 3-1 16,2-9-1-16,-3-1-2 0,1 1 2 0,0-6-3 15,-1 3 3-15,3-5-4 0,1 0 2 0,1 1-3 16,1-3-7-16,2 1 10 0,0-2-2 0,1-1 4 16,-1-1-1-16,0 2-7 0,0-2 2 0,2-2-4 15,0 5 3-15,0-5 4 0,-2 4-2 0,2-4 1 16,-2-5-13-16,0 1 10 0,1-6-6 0,-1 3 8 16,0-4-12-16,0-4 9 0,0 4-2 0,0-4 5 0,0-2-7 15,1 1 8-15,1-5-5 0,0-1 5 0,-2 0-3 16,2-1 15-16,0-1-6 0,0 0 10 0,0 0-2 15,0-2-13-15,0-2 7 0,0 0-9 0,2-7 6 0,5-21-9 16,4-1 4-16,2-5-5 0,2 7-3 0,2-5 3 16,-1-1-2-16,1 2 3 0,-2 1-8 0,2 2 5 15,-1 1-2-15,1 1 5 0,0 4-1 0,-14-1-3 16,18 5-1-16,3 1-1 0,-5 3-6 0,-1 1 7 16,-3 4-1-16,-4 1 4 0,-2 5-1 0,1 1-4 15,-5 0-2-15,-1 3-1 0,0-1-5 0,-1 0 8 16,1 0-1-16,0 2 3 0,-2 0 0 0,0 2-3 0,-1 3 3 15,5 23-2-15,-2 2 3 0,-2 0-1 0,-1 1 1 16,-1-1-1-16,0 0-4 0,0-4 4 0,0 0-1 16,0 0 3-16,4 2-2 0,0-1 1 0,0-2 0 15,-1-5 2-15,1-1 4 0,0-1-10 0,-1-3 5 16,1-2-4-16,0 0 2 0,0-2 5 0,-1 2-7 16,1-4 6-16,-2-1-6 0,2 1 2 0,-3-3 3 0,3 1-1 15,-2-1-1-15,2 1-4 0,-2-1-24 0,-2-5 6 16,1 5-81-16,-1-4 5 0,0 0-10 0,4 5 3 15,-2-1-48-15,0-3-131 0</inkml:trace>
  <inkml:trace contextRef="#ctx0" brushRef="#br0" timeOffset="-8306.3">25462 8639 287 0,'0'0'24'0,"0"-2"-1"0,0 0 15 16,0-2-4-16,0 1 0 0,0 1 1 0,0-4-4 16,0 4-2-16,0-3 1 0,1-1-1 0,-1 4-11 15,0 0 8-15,0 1-8 0,2-3 9 0,0 0-7 16,0 0 2-16,0 3-1 0,0-1 18 0,0 0 5 16,-1 2-1-16,1 2 1 0,0 1-12 0,0 12-4 0,0 13-6 15,0 5 1-15,-2-1-12 0,0 1 3 0,0-1-2 16,0-4 2-16,0-2-5 0,0-2 0 0,0 0 1 15,0-3-2-15,0-1-3 0,0-1 7 0,0-3 0 16,0-1 4-16,0 0-3 0,0-2 0 0,0-2-2 16,0-2 2-16,0-1 4 0,0-3-11 0,0 1 8 0,0-2-9 15,0-2 8-15,0 1 4 0,0 1-2 0,0 0 3 16,0-2 2-16,0-1-4 0,0 1-6 0,0-2 2 16,0 0-8-16,0 0 0 0,0-2 2 0,0 1-3 15,0-5 0-15,2-14 2 0,1-3 0 0,-1 1-1 16,0 2-8-16,2-3 7 0,-1-1-3 0,1 2 6 15,2-6-4-15,-1 4-2 0,1 0 0 0,-1 0 0 0,1 5 6 16,1-1-5-16,1 1 2 0,-3 6-3 16,1 4 0-16,1-2 3 0,-5 5-5 0,13 0 2 0,0 3 0 15,4-10-3-15,-5 5 5 0,1 3-3 0,0 1 5 16,-2 4-5-16,2 0-4 0,-2 0-5 0,-2 2-40 0,2 2-35 16,0 1 6-16,0 1-13 0,-2 1 6 0,-3-3-68 15,-1 1-17-15,0-1-21 0,-1 7-85 0</inkml:trace>
  <inkml:trace contextRef="#ctx0" brushRef="#br0" timeOffset="-7848.24">25777 9004 340 0,'0'0'231'0,"0"0"-337"0,0 0 281 0,0 0-164 15,-2 0-7-15,0 0 6 0,1 0 3 0,-1 0 1 16,2 0 12-16,0 0 6 0,0 0 1 0,0 0 2 16,2-1-8-16,-1-1 3 0,3 0-4 0,2 0 4 15,9-4-4-15,5-1 2 0,0-2-5 0,5-1 4 16,-1 1-8-16,2-2-2 0,-2 0 0 0,2 0-2 16,0 1-6-16,-4 1 0 0,-1 0-3 0,-3 0 2 15,1-1-3-15,-4 1-2 0,1-2 1 0,-3 9-2 16,-2-15 4-16,-1 1 4 0,-3 1-1 0,-1 4 3 0,-4 3-8 15,-1-1 12-15,5 1-7 0,-4 5 9 0,3-7-3 16,-3 7-7-16,-2-1 8 0,2-5-7 0,-2 7 13 0,0-2-7 16,-2 0-4-16,0 3-1 0,-1-1-4 0,-16-2 1 15,-9 4 0-15,4 0-1 0,-6 6-6 0,1 3 1 16,-5 4 0-16,1 4 1 0,1-1 2 0,4-1-1 16,4 0-2-16,4-11 0 0,-1 14 2 0,5 1-2 15,-1-2-1-15,2-1-2 0,6-1 0 0,0-2 1 16,3 2 4-16,-5 2-3 0,3-2 3 0,1-1-4 15,3 1 1-15,2-2-1 0,2 4-3 0,2-2 6 16,2-2 3-16,3 0 2 0,3-2 5 0,6-2-2 16,9-1-3-16,6-3 2 0,-3-3-1 0,5 19-7 0,5-8 7 15,2-6-8-15,5-5 8 0,0-2-27 0,-1-6-10 16,-3-1-9-16,2-2-59 0,-4-3-177 0,0 1-43 16</inkml:trace>
  <inkml:trace contextRef="#ctx0" brushRef="#br0" timeOffset="-6832.08">26646 8353 75 0,'0'0'15'0,"0"0"28"0,0 0-26 0,0 0 8 15,-2 0-3-15,0 0 5 0,1 0 5 0,-1 0 11 16,0 0 7-16,0 0 1 0,-2 0 31 0,1 0-10 16,-1 0 5-16,0 0-8 0,0 0-2 0,3 0-9 15,-3 0-11-15,2 0 2 0,0 0-27 0,0 0-10 16,0 0 12-16,2 0-13 0,0 0 11 0,2 0-8 16,0 0-2-16,0 0 0 0,22-6 1 0,-2 2-1 15,1 1 3-15,1-3-3 0,0 2 2 0,-2 1-2 16,4-3-2-16,-2 1 1 0,-1 1-2 0,1-2-2 15,-4 3 0-15,-1-1-2 0,1 0-5 0,-3 0 1 0,-2 3 4 16,-2-1-1-16,0 0 2 0,-4 0-6 0,-2 2-3 16,1 0-1-16,-4 0-5 0,-3 0-9 0,1 0-5 15,2 0-4-15,0 0-39 0,-1 0-10 0,-1 0 4 16,0 0-6-16,0 0 0 0,0 0-84 0,-2 0-17 16</inkml:trace>
  <inkml:trace contextRef="#ctx0" brushRef="#br0" timeOffset="-6613.94">26618 8507 352 0,'-2'0'27'0,"1"0"38"0,-1 0-20 16,0 0-7-16,0 0 0 0,0 0-4 0,0 2-3 15,0 0 2-15,2-1-6 0,0 1 5 0,0 0-3 0,0 0 1 16,2 0 2-16,0 0-4 0,2-2-8 0,13 0 7 15,5 0 1-15,2 0 0 0,0-2-7 0,6-2 5 16,0 0-8-16,1-1 7 0,1-1-7 0,-8 3-14 16,2-1 5-16,-2 0-8 0,-2 0 2 0,-1 3-11 15,-3-1-30-15,1 2 2 0,-3 0-123 0</inkml:trace>
  <inkml:trace contextRef="#ctx0" brushRef="#br0" timeOffset="7257">27586 7788 246 0,'0'-2'0'0,"0"1"34"0,0-3 18 0,-6-18 16 0,2 3 8 16,1 4-21-16,1 0-11 0,0 2-19 0,0 0 0 15,2-2-5-15,0 1-1 0,0-3-9 0,2 2 7 16,2 0-6-16,-1 0 13 0,1 2-8 0,2-2 9 0,-1 2-8 16,1 2 7-16,-1 2-1 0,-1 2-4 0,0 1 2 15,-1 0-13-15,-1 3 2 0,-2 1-6 0,4-2 6 16,0 0-7-16,-1 3-3 0,1-1 3 0,-2 0-3 15,0 0 0-15,0 2 6 0,0 0-4 0,-1 2 7 16,1 0-11-16,0 1 10 0,7 22-7 0,-3 1 8 16,-2 0-12-16,-2 5 3 0,-2 3 3 0,0 5-1 15,0 0 2-15,-2 1-1 0,0-1-1 0,-2 4 0 0,0-4-7 16,1-2 6-16,-3-1 1 0,2-9 2 0,1-1 0 16,-1-2-6-16,0-5 2 0,1 0-3 0,1-6 14 15,0-2-9-15,2-2 4 0,0-5-5 0,0-1 0 0,0 1 22 16,0 0-5-16,0 0 11 0,0-1 9 0,0 1-4 15,0-2 0-15,2 0-3 0,0 0-12 0,-1-2 4 16,1 0-4-16,0 0 2 0,0-2-6 0,2 0-3 16,-1-2 3-16,1-9-4 0,7-11-5 0,0-2 5 15,4-7-6-15,0 1 6 0,0-7-2 0,2-4-7 16,-1 4 6-16,1-5-6 0,2 3 6 0,-3 2 0 16,3 2-2-16,-6 3 0 0,0 5-6 0,-4 3 4 15,2 0-2-15,-1 3 4 0,-3 3-2 0,1 5-5 0,-5 2 3 16,5 2-4-16,-5 4 2 0,-1 1 2 0,0 2-5 15,-2 2 4-15,2 2-5 0,2-3-18 0,-1-1 6 16,1 2-12-16,0 0-31 0,-2 0-14 0,0 2-41 0,-1 0 5 16,-1 2-184-16</inkml:trace>
  <inkml:trace contextRef="#ctx0" brushRef="#br0" timeOffset="7757.64">28178 7924 388 0,'0'0'65'0,"0"-2"5"0,0 0-28 16,0 0-12-16,0 0-21 0,0 1-1 0,0-1-1 16,0 0-5-16,-2 0 2 0,0 0-4 0,0 0 0 15,0 2 7-15,1 2-3 0,-3 0 21 0,-2 2 2 16,-8 14 6-16,-5 5-4 0,2-3 1 0,1 4-2 15,-9-2-5-15,9-1 4 0,-3 1-2 0,2 0-13 16,6-1 4-16,-4-3-6 0,4-3 7 0,2 0-9 16,2-2 1-16,3 0-3 0,0-2 12 0,2-3-9 15,0-1 5-15,1-3-4 0,-1-1 14 0,2-1 4 16,0 0-1-16,-2 2 1 0,0 0 1 0,0-1-17 16,0-1 10-16,0 0-12 0,2 0 4 0,0 0-13 0,2-2 2 15,0 0-3-15,0-2 8 0,0 2-2 0,13-8-4 16,3-3 1-16,-1 2-13 0,-2 2 9 0,2-3 0 15,-4 5 3-15,0-1-2 0,0 1-1 0,0-1-5 0,0 2 3 16,-4 2 2-16,-2 2-1 0,3 0-1 0,-7 0 0 16,5 0-6-16,-5 0 11 0,1 2-2 0,0 2 6 15,3 5-4-15,1 4-2 0,-3 0 3 0,-1 0-3 16,-2-2-1-16,-2-3 6 0,0 1-1 0,0-1 4 16,0-1-2-16,0-1 2 0,-2 3-3 0,0-4 4 15,-2 3 3-15,3-4-8 0,-9 1 4 0,-6-3-4 0,-3 2 4 16,6-2-9-16,-2 1 4 0,4 7-4 0,2-5 6 15,-2 1 0-15,-1-1-2 0,3-1 1 0,0 0-5 16,1-2-18-16,1-1-13 0,-2 1-2 0,-1 0-63 16,5-2-93-16,-3 0-10 0</inkml:trace>
  <inkml:trace contextRef="#ctx0" brushRef="#br0" timeOffset="8196.34">28462 8310 428 0,'0'0'116'0,"0"0"15"0,-2-2-48 0,0 0-35 16,0 0-27-16,2 1 1 0,0-1 4 0,0 0-1 16,0 0-2-16,0 0-13 0,0 0 4 0,2 0 0 0,0 1 3 15,0-1 10-15,2-2-3 0,5-3 6 0,4 3-5 16,2-7-1-16,-2 0-12 0,0 1 2 0,0 3-5 15,0-2-2-15,2-1 1 0,-4 1-7 0,2 2 5 16,-2 1-3-16,-4 0 2 0,3 1-1 0,-5-1 1 16,-1 3-1-16,-2-3-5 0,0 2 4 0,0 1-4 15,1-5 10-15,-1 3-1 0,0-1-4 0,-2 2 1 0,0 1-7 16,0-1 6-16,-2 0 2 0,0 2 1 0,-1 0-4 16,-3 1-1-16,-13-1-2 0,-1 2 1 0,1 0 1 15,-1 3 2-15,1 3-2 0,1 0 0 0,-1 1-5 0,4 0 3 16,4 1 0-16,2-1 1 0,-2-1-4 0,5 11 4 15,1-1 0-15,1-1 3 0,2 2-2 0,-9-2-1 16,2 0 1-16,3-2-1 0,2 1 7 0,4-2-3 16,0 1-1-16,2-2 0 0,2-2 7 0,0-3 0 15,1-1 7-15,18-1-5 0,1 0 0 0,0 12 3 16,4-5-2-16,1-3 3 0,5-6-5 0,-1-2-8 16,3-2-4-16,1-2 0 0,-4-1 0 0,1-1-8 15,-3 0-1-15,-5 1-5 0,2-3-22 0,-8 3-37 0,-3-1-22 16,-6 3-11-16,-2-1-112 0,-7 4-101 15</inkml:trace>
  <inkml:trace contextRef="#ctx0" brushRef="#br0" timeOffset="8598.81">27292 8887 274 0,'-2'0'58'0,"1"0"69"0,-1 0-36 0,-2 0-12 15,0 0-11-15,2 0 0 0,1 0-44 0,-1 0-1 16,2 0 1-16,0 0-2 0,2-1-5 0,1-1 8 15,23-4-6-15,15-3 8 0,4 0 0 0,9-1 12 16,-1-1-1-16,1 0 4 0,2 0-1 0,0 0-2 16,5 1-3-16,4 1 0 0,4 2-12 0,5-1-13 15,0 1 3-15,-3 5-8 0,-4 2-2 0,-10 0-3 16,-3 2-3-16,-8 0 1 0,-7 1 0 0,-3-1-1 0,-7 0 0 16,-5 0 0-16,2 0 6 0,-9 0-5 0,0 0 0 15,-2-1-5-15,-6-1-4 0,-2 0-8 0,-3 0 4 16,0 0-7-16,0 0-4 0,-1 0-81 0,-1 2-3 15,0-2-32-15,0 0-60 0</inkml:trace>
  <inkml:trace contextRef="#ctx0" brushRef="#br0" timeOffset="9030.85">27554 9006 773 0,'0'0'11'0,"0"0"-2"16,0-2 7-16,0 1-2 0,0-1 0 0,0 0-12 0,0 0-2 15,0 0 1-15,0 0-1 0,2 0 5 0,0 1 1 16,0 1-1-16,-1 0 2 0,-1 0 20 0,0 0 6 16,0 1 3-16,0 1-2 0,0 2-8 0,0 3-3 15,0 16 0-15,0 3-3 0,-1 5-14 0,-3 3-1 16,2 1 1-16,0 0 1 0,0-1 8 0,2 1-14 15,0 0 5-15,2-3-6 0,0 1 5 0,0-9 7 16,2 0-6-16,-1-3 5 0,1-6-6 0,0-2 11 16,-1 0-1-16,1-4 4 0,0 0-7 0,-2-3 12 15,0-2-5-15,-1-1 7 0,1 1 5 0,0 0 4 0,2-2 4 16,0-1-4-16,1-1-9 0,4-1 5 0,3-7-6 16,-1 1 6-16,4-23-7 0,-2-3 3 0,3-1 1 15,-1 1-1-15,4 1-8 0,-3-3 5 0,3 5-3 0,1-1 4 16,-1 5-12-16,0 3-5 0,-3 5-8 0,-5 3 4 15,1 0-7-15,-1 6 0 0,-2 0 3 0,0 3-2 16,1 2 2-16,-9 2-23 0,1 1 4 0,2-1-14 16,0-2-27-16,-1 0-48 0,1 2-10 0,0 1-14 15,-2-1-49-15,0 2-3 0,-1 0-1 0,1 2-3 16,0-1-25-16</inkml:trace>
  <inkml:trace contextRef="#ctx0" brushRef="#br0" timeOffset="9359.67">28065 9508 675 0,'0'0'67'0,"0"0"11"0,0-2-11 16,0 0-25-16,0 0-6 0,0 0 3 0,0 0-11 15,2 0-2-15,-1 1-5 0,1-3-16 0,2 0 6 16,-4 2-4-16,7-9 4 0,-1 2-1 0,0 1 13 16,-1-3-1-16,1 2 5 0,-3 0 8 0,1-1-6 15,-2 3 5-15,-2 0-6 0,0 5-2 0,0-4-13 0,0 4-3 16,-2-1-2-16,0-1-7 0,0 2 7 15,-5 0-4-15,-13-2 4 0,-5 4-8 0,1 6 2 0,0 3 3 16,2 4-1-16,1 2-3 0,1-7 3 0,3 18-4 16,1-2 4-16,-1 4-2 0,6-2 0 0,1-2 2 15,3 0-1-15,1-6 3 0,-8 3-2 0,4-4 2 0,5-1-2 16,3-1-1-16,2 0 7 0,2-2-4 0,0-4 6 16,1-1-4-16,3-1-1 0,9-1 2 0,9-3-1 15,7-1-2-15,1 0-6 0,7 0-6 0,0 20 0 16,-9-11-7-16,-1-5-30 0,-3-4 1 0,2 0-16 15,2-2-39-15,-2-2-74 0,-2 0-9 0,-2-2-27 16,-2 1-88-16</inkml:trace>
  <inkml:trace contextRef="#ctx0" brushRef="#br0" timeOffset="9779.08">28466 9628 695 0,'0'0'59'0,"-2"0"12"0,0 0-25 16,0 0-28-16,0-2-6 0,0 1-8 0,1 1-4 16,-1 0 0-16,0 0 0 0,0 0 6 0,0 0-1 15,0 0 8-15,0 0-3 0,1 0 40 0,1 0 17 16,0 0 0-16,0 0 4 0,0 0-10 0,1 0-12 16,1 0-2-16,2-2-5 0,0 0-17 0,9-4-7 0,5-5-2 15,1 0-3-15,-1 0-12 0,1 0 7 0,-2 1-6 16,-4 3 5-16,0 0-13 0,-2-1 10 0,-4 3-4 15,-1-5 6-15,-1-5-6 0,-3 4 5 0,0-2-1 16,9-2 0-16,-3 1-5 0,-5-1 1 0,-1 0 0 0,-2 4 0 16,0 5 3-16,0 2-3 0,-2 1 3 0,-1-1-2 15,-5-2 7-15,-12-5-8 0,-2 4-1 0,-3 5-3 16,1 2 8-16,-2 7-4 0,-2 5 3 0,-1 4-3 16,-1 3 3-16,2-1-3 0,4-8-3 0,4 18 1 15,-5 1 2-15,5 3 1 0,0-8 3 0,3 0-4 16,9-2-6-16,1-3 5 0,-8 1 1 0,6-1 1 15,3-2 1-15,4-4 3 0,2-2-4 0,4 2 6 16,0-4-1-16,3 0-6 0,14-3 4 0,8-2-3 0,5-2 6 16,5 20-11-16,0-11 0 0,0-7-4 0,2-4 1 15,0-2-32-15,-1-4-6 0,1-1-22 0,-2-1-148 0,-5 1-105 16</inkml:trace>
  <inkml:trace contextRef="#ctx0" brushRef="#br0" timeOffset="10307.75">29259 8122 116 0,'0'-1'45'0,"0"-1"-30"0,0-6 50 0,5-18-16 16,1-3-5-16,1-1-9 0,1 0 6 0,-3 2-6 0,1 1 4 15,-3 2 0-15,1-1 4 0,0 8 0 0,-2-1 14 16,0 4 11-16,-2 2-12 0,0 0 9 0,0 2-30 15,0 6-6-15,0 1-2 0,0 0-2 0,0 1-6 0,0-1 2 16,0 0-5-16,0 0 2 0,0 1-18 0,0 1 1 16,0 0 0-16,0 2 2 0,0 0 3 0,0 2 2 15,0 3 4-15,-4 23-3 0,2 8 2 0,0-3-6 16,0 2 4-16,0 2-5 0,1-5 3 0,1-2 2 16,0 5-7-16,0-4 5 0,-2 7-4 0,2-1 1 15,-2 4 2-15,2 3-2 0,-2 4-8 0,0 4 9 16,-2 8-5-16,1 7 8 0,-1 5-9 0,-3 2-3 15,1-1 2-15,0-5-2 0,-1-3 6 0,0-5-2 16,1-3 2-16,2-5-2 0,1 0 1 0,1-3 4 0,0 1-5 16,0-2 5-16,0 0-5 0,0-1 2 0,0-1-1 15,2-5 2-15,-1 2-2 0,-1-2 4 0,-2-6-3 16,0-4 2-16,-1-3-3 0,-1-4 1 0,1-1 5 16,-3-1-4-16,3-5 10 0,-1-2-10 0,0-4 1 0,1 2-4 15,-1-2-2-15,1-2-183 0,-5 4-41 0</inkml:trace>
  <inkml:trace contextRef="#ctx0" brushRef="#br0" timeOffset="11303.67">29379 9818 127 0,'0'0'57'0,"0"0"7"0,-2 0 51 16,1 0-1-16,-1 0-42 0,0 0-30 0,0 0-1 0,0 0-8 15,-2 0 1-15,1 0-7 0,-1 2 3 0,0-1-5 16,1 1-6-16,1 0 4 0,0 0-9 0,0 0 8 16,0 0-6-16,0 0 6 0,0-1 10 0,1 1-4 15,1 0 18-15,0 0 1 0,0 0-5 0,1 0 1 16,1 0-13-16,0-1 0 0,2 1-7 0,5 0 3 16,10 0-12-16,-1-2-9 0,1-2 5 0,1-2-5 15,2-3 7-15,-5 1-11 0,2-3 6 0,-1 0-8 16,1-2 2-16,-1 0 1 0,-3 1 2 0,2-1 0 0,-2 9 6 15,-4-13-9-15,4 2 5 0,-6-5-6 0,2 1 0 16,0 0 5-16,-3 3-7 0,3 4 4 0,-2 1-6 0,-7-4 4 16,6 6-1-16,-3-1 2 0,1 1 5 0,-3 3-6 15,1 0 5-15,-2 1-5 0,0-1 5 0,0 2-2 16,0 0 4-16,-2 0-5 0,0 2-5 0,0 0 4 16,-2 2-2-16,0 0 3 0,0 2-2 0,-2 20-2 15,-9-2 0-15,2-3 0 0,4 1 2 0,-1 1 7 16,1-3-4-16,3 3 3 0,-1-3-8 0,-8 1 0 15,5-3 3-15,4-1-1 0,4 0 0 0,0-2 5 0,2-2-5 16,2 0 6-16,0-1-5 0,1-3 0 0,-1 1 6 16,13-3-4-16,1 1 0 0,-5-3 1 0,8 1-7 15,-5-2 4-15,1 9-8 0,5 0 0 0,-5-3-6 16,-4-5-1-16,-2-1-40 0,-1-2-66 0,-3 0-8 16,2 0-26-16,-3 0-85 0</inkml:trace>
  <inkml:trace contextRef="#ctx0" brushRef="#br0" timeOffset="11478.03">29849 9131 846 0,'-2'-2'268'16,"0"0"-367"-16,0-2 317 0,-1-5-179 0,1 0-25 16,2 7-13-16,0 0 0 0,-2-2-3 0,2 2 2 15,0 1-7-15,0-1-1 0,0 2-4 0,2 0-17 0,0 2-19 16,0-1-22-16,-1 3-7 0,-1-2-136 0,12 20 17 15,-3-1-46-15</inkml:trace>
  <inkml:trace contextRef="#ctx0" brushRef="#br0" timeOffset="11863.77">30040 9675 988 0,'0'0'8'0,"-2"0"2"0,1 0-2 0,-1 2-1 15,0-2-1-15,-11 5 10 0,-2 19-9 0,-2 2 3 16,1 0-5-16,-3 0-4 0,-3 0 5 0,7-2-2 16,2-3 4-16,0-1 8 0,4-5 17 0,-3-2 0 0,5-2 6 15,1-3-2-15,-1-5 1 0,5 1-3 0,-3-2 0 16,-1 2-17-16,4-4-7 0,-2 3 0 0,1 1-3 16,1 0-1-16,0-2 4 0,0-1-5 0,0 1 3 15,2 0-9-15,2-2 2 0,0 0 0 0,2 0 1 16,11-2-1-16,5-3-1 0,0-1 1 0,-3 1-2 15,2-1 0-15,-6 2 1 0,0 2 3 0,-2 1-1 0,2-1-4 16,0 2-6-16,-2 0 4 0,0 2-2 0,-2 1 7 16,-3 1-3-16,0-2-1 0,-3 18 0 0,-1-1 5 15,9-2 2-15,-1-1 1 0,-3 1-1 0,-3-2-4 0,-2-4 6 16,-2 2-3-16,0-6 5 0,-2 5-7 0,-2-3 5 16,0-2-5-16,-1 3 5 0,-1-7-6 0,-11-1 7 15,1 9-6-15,1-1 4 0,0-5-10 0,2-1 0 16,0-2 3-16,2-2-2 0,3 0-5 0,3 0-35 15,3 0-16-15,-2-2-12 0,1 0-99 0,-1 0-55 16,2 0-20-16</inkml:trace>
  <inkml:trace contextRef="#ctx0" brushRef="#br0" timeOffset="12099.88">30287 9821 918 0,'-2'0'68'15,"0"-1"16"-15,1-1-30 0,-1 0-36 0,0 0-4 16,0 0-2-16,0 0-4 0,0 0 3 0,0 1-2 16,2-1 12-16,0 0-8 0,2 0 6 0,0 0-8 15,0 0-5-15,2 0 1 0,-1 2-4 0,12-3 2 0,4-1-5 16,-2 2-1-16,3 0 3 0,-5 0-2 0,-2 2-1 15,-2 0-29-15,-2 0-13 0,1 0-13 0,-1 0-116 16,2 0-77-16,-4 0-26 0</inkml:trace>
  <inkml:trace contextRef="#ctx0" brushRef="#br0" timeOffset="12272.71">30213 10018 1125 0,'0'0'35'0,"0"0"-5"0,-2-2-12 15,0 0 15-15,0 1-27 0,0-1-3 0,2 0-1 16,0 2-3-16,0 0 1 0,2 0-3 0,0 0-1 0,0 0-1 16,4 0 1-16,16-6-6 0,2 1-60 0,-2-1-8 15,4-1-18-15,2-3-35 0,2 3-32 0,1 0 4 16,3-1-15-16,-1 1-6 0</inkml:trace>
  <inkml:trace contextRef="#ctx0" brushRef="#br0" timeOffset="12615.29">30944 9730 513 0,'0'-1'91'0,"-1"-1"130"16,-1 0-136-16,0-2-18 0,-2 0-7 0,0 1 0 15,1 1-15-15,-5-2-21 0,-1-1 0 0,-2-1-7 16,2 2-1-16,-1 2 3 0,-1 2-6 0,4 0 4 0,-1 2-7 16,1 0 2-16,1 0 6 0,3 0-4 0,-3 2 2 15,2 10 3-15,2 1-5 0,1-2 6 0,-11 2 2 16,3 0-7-16,2 0-1 0,1 0-3 0,2 0 2 0,3-1-8 15,1 1 7-15,0 0-7 0,1 0 13 0,3-2-4 16,2 0-1-16,1 2-1 0,-1-6-5 0,-3 0 12 16,16 1 0-16,0-5 4 0,5 1-1 0,0-4-4 15,4-1-2-15,-2 16 1 0,3-6-2 0,-1-5 2 16,4-6-5-16,-2-2 2 0,-3-4-4 0,1-1-3 16,-2-2 4-16,0-2-3 0,-2-1 6 0,-5 1-2 15,-8 2 1-15,0 0-2 0,-1-13 3 0,-7-1 1 0,7 1-2 16,4 0 2-16,-4-2-4 0,-8 3 4 0,-4-3-6 15,-6 4 5-15,-5-3-10 0,2 7-3 0,-28-1-1 16,-4 6-3-16,-3 3-13 0,-4 6-72 0,-2-24-20 16,2 17-37-16,1 9-238 0</inkml:trace>
  <inkml:trace contextRef="#ctx0" brushRef="#br0" timeOffset="49215.97">7511 3289 89 0,'0'0'25'0,"0"0"3"0,0 0 17 16,0 0 2-16,0 0-17 0,0 0-14 0,0-1-4 16,0-1 0-16,0 0 2 0,0 0 7 0,2 0-6 15,-1 0 5-15,1 0-3 0,0 1 16 0,0-1-8 16,0 0-3-16,0 0-1 0,1 0 0 0,1 0-18 15,0 0 10-15,5-1-13 0,6-3 9 0,4 1-3 0,-3 1-2 16,1 0 2-16,0 0-4 0,-2 1 7 0,1-1-2 16,3 0 5-16,-1 1-4 0,1-1 5 0,1 0-8 15,1 0 7-15,-3 1-8 0,-1-1 3 0,2 0 3 16,1 1-3-16,-1-1 4 0,-1 0-3 0,-1 0-4 16,0 1 0-16,-3 1-10 0,-1 0 11 0,-1 0-5 0,-3 2 6 15,0-2-10-15,-1 2 8 0,-5 0 0 0,3 0 2 16,-2 0-13-16,-1 0-26 0,1 0-34 0,0 0-7 15,-1 0-185-15</inkml:trace>
  <inkml:trace contextRef="#ctx0" brushRef="#br0" timeOffset="49560.47">7797 3065 79 0,'0'-2'63'0,"0"0"-5"0,0 0 14 16,0-2 1-16,0 1-21 0,0-1-21 0,0 2-25 16,0 0 0-16,0 0-8 0,0 1-9 0,0-1 11 15,0 0-1-15,0 2 2 0,0 0-4 0,0 2 9 0,0 0 0 16,0-1 6-16,0 1 5 0,0 15-6 0,0-2 4 15,0-2-5-15,0 0 2 0,-2 2-3 0,2 0-1 16,0 1-1-16,0-1-3 0,0 2-1 0,-2 1 3 16,2-1-1-16,-2 2-3 0,2-3 5 0,-2 3-2 0,0-2 3 15,1 3-5-15,1-1 6 0,0 1-8 16,0-1 8-16,0-1-9 0,0 1-9 0,0 5-9 0,1 0-5 16,1 0-79-16</inkml:trace>
  <inkml:trace contextRef="#ctx0" brushRef="#br0" timeOffset="50013.14">7485 5664 73 0,'0'0'39'0,"0"0"44"0,0 0 33 0,0 0 15 16,0 0-28-16,0 0-68 0,0 0 4 0,0 0-24 0,2 0-2 15,-1-2 5-15,3 0-2 0,11-1 2 0,13-7-7 16,2 3 11-16,-1-2-8 0,-1-1 7 0,2 3-10 15,0-2 0-15,-1-1-3 0,1-1 1 0,0 0-4 16,-1 2-2-16,1 1 0 0,0 1-1 0,-1 1 7 0,-3 1-9 16,4-1 5-16,0 3-7 0,-4 1-3 0,-6 0-36 15,4 0-26-15,-5 0-17 0,-2 2-226 0</inkml:trace>
  <inkml:trace contextRef="#ctx0" brushRef="#br0" timeOffset="50774.71">6922 4134 94 0,'0'0'26'0,"0"-2"26"0,0 1 3 0,0-1-1 16,0 0-9-16,0 0 4 0,0 0-21 0,0 0-2 0,0 0-8 15,2 1 0-15,0-1-22 0,0 0 6 0,0 0 1 16,-1 0 3-16,1 0-2 0,0 0-4 0,0 1 3 15,0-1-3-15,0 0-2 0,0 0 2 0,-1 2-3 16,1 0 2-16,0 0 6 0,0 2-5 0,0 0 2 16,0 1-3-16,0 9 4 0,1 10 3 0,-3 4 5 0,0 2-3 15,-3 1 6-15,-1 3-4 0,-2 3-7 0,1 0 4 16,-1 4 2-16,2 0-8 0,1-3 8 0,-1-3-8 16,0-1 8-16,2-3-9 0,1 5 3 0,1-4-4 15,0-4 7-15,0-8 3 0,1-1-3 0,1-4 3 16,-2-4 0-16,2 2-1 0,0-1 0 0,0-3 0 15,0 0-4-15,0-3 11 0,-2-2-4 0,3 2 6 0,1-1 1 16,0-1 8-16,-2-2-2 0,7 4 3 0,0-2-5 16,2-2-4-16,2-2 1 0,-2-4-3 0,2-3-7 15,-3-6-6-15,1-16 3 0,-2 1-4 0,0-3 2 0,3-1 4 16,-1 1-6-16,-2-3 4 0,2 3-6 0,-2 1 4 16,1-1 2-16,-3 3 1 0,2 4 2 0,-3 0-13 15,1 2 4-15,1 0-5 0,-1 2 7 0,3 1 3 16,-5 3-4-16,1-1 3 0,-3 4-2 0,3 4-7 15,1 2 7-15,-3 3-7 0,0 1 5 0,-2 3 0 16,0-2-3-16,1 1 1 0,1-1-6 0,0 0 12 16,-3 2-8-16,1 0 9 0,0 1-5 0,0 1-2 15,0 0 2-15,0 0-5 0,0 1-9 0,-1 1-25 0,1 2 1 16,-2 3-12-16,2 10-24 0,2 2-101 0</inkml:trace>
  <inkml:trace contextRef="#ctx0" brushRef="#br0" timeOffset="51244.68">7280 4493 388 0,'0'0'1'16,"0"0"2"-16,0 0-2 0,0 0-1 0,0 1 2 16,0 1 6-16,0 0-7 0,0 2-1 0,0 7 0 15,0 8 1-15,0 5 5 0,0-2-2 0,0 0 3 0,0-1-3 16,-1-6 0-16,-1-4 1 0,0 2 0 0,0-4 4 15,0 0 3-15,0-1 0 0,2-3-1 0,0-1-3 16,-2 2 7-16,1-1-8 0,1-3 8 0,-2 4-4 0,0-3 2 16,0 1 5-16,0 0-2 0,0-1 16 0,0-1 26 15,2 0-12-15,0 0 13 0,0 0-35 0,0 0-11 16,0 0 2-16,0-2-7 0,2 0-6 0,0 0 0 16,0-2 2-16,2 0-1 0,-1 0 5 0,5-2-10 15,7-1 6-15,-2 1-5 0,0 0 7 0,3-1-7 16,1 1-4-16,-4 2 1 0,-4 2 1 0,1 0 1 15,-5 0-1-15,-1 0 1 0,3 2 1 0,1 0 3 16,-4 0-2-16,-3-2 2 0,3 3-6 0,0 3-4 0,1 3 8 16,1 4-4-16,-4-2 11 0,-2-1-7 0,-2-1 6 15,-2-2-5-15,1-1 15 0,-9 0-9 0,-10-1-2 16,0 1-1-16,0-3 1 0,-3-1-3 0,7 2 3 16,1-2-2-16,4 7 6 0,0-2-6 0,4-1 0 0,-2 0 0 15,5-5 6-15,1 1 0 0,-1 0-1 0,4-2-2 16,0 0-1-16,0 0-5 0,-1 2-3 0,-1-2-5 15,2 0-21-15,0 0-40 0,1 0-5 0,-1 0-19 16,2 0-85-16</inkml:trace>
  <inkml:trace contextRef="#ctx0" brushRef="#br0" timeOffset="51648.55">7711 4732 250 0,'0'0'28'0,"0"0"39"0,0-2-37 0,0 0-1 15,0 1-9-15,0-1 5 0,2 0-9 0,0 0-6 16,0 2 10-16,0-2-9 0,0 0 11 0,1 0-8 16,-1 2 0-16,9-5-1 0,2-3 15 0,-2 1-11 15,2-2 9-15,0-1-10 0,2-1-1 0,0 8 1 16,2-9-9-16,-2 3 7 0,-1 0-12 0,-1 3-2 16,-3 4 0-16,-3-3 0 0,-1 1 9 0,-3 2-4 15,1-3-1-15,0 1-2 0,0 0 0 0,-1 1 8 16,-1-1 0-16,0 0 0 0,0 2-14 0,0 0 7 0,-2 1-6 15,0-1 6-15,-2 2 0 0,-2 0-4 0,-5 0 3 16,-8 3-4-16,0 3 6 0,1 1-5 0,-1 5-1 16,0-1-2-16,-1 2 8 0,3-2-1 0,-2-7-3 0,4 10 0 15,0 1-8-15,0-4 8 0,2 1-1 0,2-5 2 16,3 2 4-16,3-1-9 0,-3-1 4 0,0 1-5 16,3-1 8-16,-1 0 3 0,2-3-2 0,0 2 1 15,2-3-6-15,0 1 11 0,0 0-2 0,0-2 7 16,4 1-7-16,13 9 10 0,9-1-7 0,2-4 7 15,3-3-11-15,4-4 8 0,6 0-1 0,4-6 2 16,1-1-10-16,12-2-6 0,-3-3 7 0,7 1-7 0,-3 0 9 16,-3 0-1-16,1 0-6 0,-8 0 1 0,-5 1-41 15,-7 3-223-15</inkml:trace>
  <inkml:trace contextRef="#ctx0" brushRef="#br0" timeOffset="73946.81">29981 8215 76 0,'0'0'13'16,"0"0"18"-16,-2 0 52 0,0 0 17 0,0 0 11 16,0 0-7-16,-1 0-53 0,-1 0 1 0,0 0-12 15,1 0-11-15,-1 0-13 0,0 0 4 0,0 0-6 16,1 0 7-16,1 0-12 0,0 0 9 0,0 0-8 16,0 0 16-16,0 0-12 0,1 0 2 0,-1 0-4 0,0 0 15 15,0 0-11-15,2 0 1 0,0 0-5 0,2-2 12 16,0 1-12-16,1-1 2 0,1 2-6 0,17-4-5 15,-1 0 3-15,2 1-2 0,2-1 1 0,1 0 3 0,-3 0-8 16,2 3 9-16,-4-1-8 0,4 0 6 0,-5 0-7 16,0 2 0-16,-5 0-2 0,-1 0 1 0,-1 0 4 15,1 0 1-15,-4 0 0 0,-2 0 0 0,-3 0-3 16,-2 0 1-16,0 0-2 0,0 0-11 0,1 0-19 16,1 0-8-16,0 0-6 0,-1 2-57 0,-1 0-48 15,0 0-11-15</inkml:trace>
  <inkml:trace contextRef="#ctx0" brushRef="#br0" timeOffset="74211.72">29855 8498 357 0,'0'-2'55'0,"0"0"83"15,-2 0-109-15,2 0-18 0,0 0-4 0,-2 0 0 16,2 1 6-16,0-1-6 0,0 2 0 0,2 0-1 16,0 0 5-16,-1 0-6 0,1 0 6 0,19-2-7 0,-1 0-2 15,2 0 9-15,3 0-9 0,1-1 11 0,1-1 0 16,1 0 0-16,2 0 0 0,0 1-2 0,3-3-6 16,-3 1-2-16,1-1 4 0,1 2-4 0,-4 1-1 15,3 1-39-15,-1 0-29 0,-2 0-8 0,3 0-127 0</inkml:trace>
  <inkml:trace contextRef="#ctx0" brushRef="#br0" timeOffset="75067.55">31548 7391 105 0,'0'0'17'0,"0"0"-3"0,0-2 24 0,0 0-3 16,0 0 2-16,0 0-6 0,0 1-3 0,0-1 0 16,0 0-2-16,0 0 4 0,0 0-1 0,0 0 2 15,0 0-3-15,0 1 6 0,0-3-5 0,0 2 1 16,0 0-5-16,0 0-13 0,0 0 4 0,0 1-5 0,0-1 3 15,0 0-2-15,0 0 2 0,0 0-1 0,2 0 0 16,0 2-11-16,-1 0 2 0,1 0 0 0,0 2 0 16,0 0-3-16,0 2 1 0,0 7-1 0,1 11 1 15,-1 2-2-15,0 4 3 0,-2-2-3 0,-2 6 3 16,0 1 2-16,1 1-5 0,-3-1 5 0,2 2-5 16,0 1-5-16,-2-3 12 0,3 2-9 0,-1-3 9 0,0-2-11 15,0 1 9-15,0-3 5 0,2-2 1 0,0-6 1 16,0-3 7-16,0-4-3 0,0-4 6 0,-2 1-2 15,2-5 14-15,0-1-2 0,0-2 7 0,-2 2 1 0,1-1 0 16,-1 1-8-16,0-2 3 0,0 0-25 0,0 0 7 16,0-1-4-16,0-1 4 0,1 0-10 0,-1-1 0 15,0-3 1-15,-4-9 0 0,-1-11 8 0,1-2-12 16,1-6 6-16,-1-1-9 0,4 1 1 0,0-1 3 16,1 3-4-16,1-2 5 0,-2-1 2 0,2 1-10 15,0 1 5-15,2 1-5 0,1 0 9 0,1 4-5 16,2 2 1-16,1 2-3 0,0 2-1 0,1 3-2 15,-1 2 0-15,1 2 2 0,-6 0 6 0,16 2-5 16,1-2 1-16,-1 2-3 0,1 3-2 0,-1 1 4 0,1 3 0 16,1 0 3-16,1 1-3 0,-3-10-2 0,-1 4 3 15,4-1-1-15,-5 5 4 0,-1 1-6 0,2 2 0 16,-8 2-2-16,0 0 5 0,1 0-3 0,-5 0-3 0,-1 0-5 16,-2 0-36-16,0 0-39 0,3 2-10 0,-3-2-13 15,0 6-86-15</inkml:trace>
  <inkml:trace contextRef="#ctx0" brushRef="#br0" timeOffset="75587.14">31873 7876 367 0,'0'-2'10'0,"0"0"11"0,0 0-12 0,0 0-2 16,0 0-5-16,0 0 2 0,0 1-13 0,0-1 9 15,0 0-1-15,0 0 4 0,2 0-4 0,0 2 1 16,-1 0-3-16,1 0 3 0,0 2 5 0,-2 2 6 16,0 11 5-16,0 11-1 0,0 0 7 0,0-2 2 15,-4-2-8-15,1-4 4 0,-1 3-11 0,0-6 8 0,1-2 4 16,1 0 0-16,0-6 14 0,0 2-13 0,2-3 6 15,0-2-8-15,0 1 14 0,0-3 2 0,0 2 3 16,0 0-1-16,0-1-6 0,0 1-9 0,2 0-1 16,0-2-2-16,0-1-11 0,1 1 3 0,7-2-6 0,6 0 5 15,3-3-7-15,-2-3-4 0,-1 0 0 0,1-3 0 16,0-2 0-16,1-2 4 0,-1 6-4 0,1-12 3 16,-1 4-6-16,2 2 4 0,-6-5-2 0,-6 1 3 15,1 4-2-15,-3 2-5 0,1 5 8 0,-3 3-6 16,7-9 9-16,-7 5-8 0,-3 5-3 0,4-2 0 15,-2 3 1-15,0-1-2 0,0 0 0 0,0 0 0 16,-1 2 0-16,-1 2 5 0,0 0 1 0,0 1 0 0,0 16 6 16,0 0-5-16,0-1 1 0,0-1-2 0,0-4 0 15,0-2 0-15,0-2 3 0,0 0-2 0,0-1-3 0,0 1 6 16,0-1-7-16,0-3 6 0,2 4-1 0,-2-3-3 16,0-2 6-16,2 3-6 0,0-3 1 0,0 0 2 15,0-1-1-15,-2-1 2 0,0 0 1 0,0 0-9 16,2 2 0-16,-1-1-5 0,1 1-15 0,0-2-59 15,0 0-7-15,0 0-20 0,0-1-51 0</inkml:trace>
  <inkml:trace contextRef="#ctx0" brushRef="#br0" timeOffset="75877.4">31910 7673 366 0,'0'0'116'16,"-2"-2"32"-16,0 0-36 0,0-1-82 0,1-1 10 16,-3-3-36-16,4 5 14 0,0 0-7 0,-2-2 8 15,0 0-3-15,0 1-1 0,0 1 2 0,2 0-3 16,0 0 5-16,0 0 7 0,0 0 2 0,2 1 0 16,2-1-7-16,16-9-4 0,6-1 3 0,2 3-2 0,4 0-3 15,7 0-4-15,2 1-1 0,-1 3 1 0,3-1-2 16,-8 2-9-16,-1 1 5 0,-4 1-4 0,-4 2 9 15,-6 0-15-15,0 0-13 0,-3 0-2 0,-2 0-39 16,-6 0-70-16,1 2-18 0,-5-1-21 0,1 1-74 16</inkml:trace>
  <inkml:trace contextRef="#ctx0" brushRef="#br0" timeOffset="76328.7">30998 8431 136 0,'0'0'77'15,"-2"-2"4"-15,1 0-4 0,-1 0-11 0,-2 0-16 16,0 0 16-16,-1 1 5 0,1-1-11 0,0 0 5 16,1 0-39-16,-1 0-14 0,2 0 2 0,0 0-6 15,0 1 2-15,2-1-4 0,0 0 1 0,2 0-2 0,2 0 0 16,29-9 1-16,8 2 2 0,6-1 0 0,3 5 12 16,9-1-3-16,1 1 5 0,-1-1-4 0,4 2 4 15,-2-1 1-15,2-1-6 0,2 1 4 0,2-1-14 16,6 2 7-16,1 1-3 0,6 1 3 0,5 0-6 0,-7 0-1 15,-2 0-2-15,-5 2 0 0,-8 0-9 0,-5 0 6 16,-1 0 2-16,-3 0 2 0,-4 2-6 0,-5 2 4 16,-1 0-5-16,-7-1 5 0,2-1 0 0,-7 0 1 15,-4 0 3-15,-4 0-3 0,-4 0-3 0,-3-1 5 16,-2-1-2-16,0 0 2 0,-2 0-7 0,-2 0 6 16,4 0-9-16,-12 0 6 0,7 0-17 0,-8 0-38 15,-1 0-3-15,1 0-21 0,2 0-82 0,-2 0-9 0,0 0-23 16</inkml:trace>
  <inkml:trace contextRef="#ctx0" brushRef="#br0" timeOffset="76825.45">31063 8791 483 0,'0'0'32'0,"0"-2"-6"15,0 0-8-15,-2 0 9 0,1 0-22 0,-1 1-3 0,0-1 0 16,2 0 3-16,0 0-3 0,0 0 5 0,0 0-9 16,0 0 0-16,0 1-2 0,0 1 5 0,0 0 6 15,0 1-1-15,0 1 3 0,0 2 3 0,0 9-1 16,0 7 1-16,-2 3-1 0,0-3 3 0,0 2-10 15,0 1 3-15,2-3-4 0,0 2 5 0,-1 1-1 16,1-1-2-16,0-2 0 0,0-1-3 0,0 0 9 16,0-3 3-16,0-1 2 0,0-4 13 0,0 0 0 15,0-3 1-15,0-4 0 0,0 1-11 0,0-3 1 16,0 0 4-16,0 2-1 0,0-1 16 0,0 1-9 0,0-2 1 16,0 0-3-16,0 0-9 0,0-2-12 0,0 0 3 15,0-2-6-15,0 0 5 0,0-2 2 0,0-3-3 16,0-12 3-16,1-1 3 0,3 1-2 0,0-1 2 15,0-1-2-15,-1 1-2 0,1-2 1 0,0 1 0 0,1-1 0 16,1 3-9-16,-1 3 8 0,5-1-5 0,-3 4 7 16,4-2-1-16,-7 4-4 0,16 0-4 0,-1 1 0 15,3 3-3-15,1 0 0 0,-1 1 4 0,2 0-4 16,-2 5 4-16,-1-12-16 0,-5 5-12 0,1 3-4 16,-2 5-51-16,-2 0-43 0,2 1-10 0,-4 3-17 15,0 2-79-15</inkml:trace>
  <inkml:trace contextRef="#ctx0" brushRef="#br0" timeOffset="77185.15">31405 9012 346 0,'-2'0'124'0,"0"0"23"0,0 0-61 16,0 0-51-16,1 0-21 0,-1 0-14 0,0 2 0 15,0 0 0-15,-2 1 0 0,-3 7 0 0,-6 10 4 16,4-3 0-16,-1-1 2 0,3 1-6 0,1-4 6 15,3 0 5-15,1-2 1 0,0-1 23 0,2-5 5 16,0 1-2-16,0-4 3 0,0-1-3 0,0 1-4 0,0 0-2 16,0 2-2-16,0 0-16 0,0-1-5 0,2-1-1 15,0 0 0-15,0 0 4 0,1-2-10 0,5 0 5 16,5-2-6-16,0-2 4 0,0-1-5 0,0-1 0 16,0-1 0-16,-2-1 8 0,2 1-8 0,0-1 0 0,-2 1-4 15,-4 3 6-15,1 1-2 0,-3-1 2 16,1 2-3-16,-2 0-8 0,-3 2 10 0,1 0-4 0,2 0 5 15,-2 0-1-15,2 0 1 0,-3 0 3 0,1 0-3 16,0 4-2-16,9 13 3 0,-1-1-3 0,-3-1 4 16,-1 2-2-16,-3-4 1 0,1 4 1 0,-2-4 0 15,-2 0 0-15,0-2-4 0,0-2 1 0,0-5-2 16,0 1 1-16,0-3 4 0,0 2-4 0,0-2 1 0,0-1-23 16,2 3-28-16,0 0-17 0,-1-2-5 0,1 0-74 15,0-1-88-15</inkml:trace>
  <inkml:trace contextRef="#ctx0" brushRef="#br0" timeOffset="77369.89">31279 9060 1012 0,'0'0'29'0,"0"-2"2"0,0 0-13 15,0 1 0-15,0-1-13 0,2 0 1 0,-1 0 4 16,3 0-5-16,5-3 5 0,17-8-8 0,6 0 0 0,-2 1 2 15,-1 1-1-15,3 2 6 0,-8 3-12 0,2 1 3 16,-7 1-6-16,-3 2-14 0,-1 0-45 0,-2 2-17 16,2 0-11-16,-4 0-80 0,0 0-97 0</inkml:trace>
  <inkml:trace contextRef="#ctx0" brushRef="#br0" timeOffset="77590.72">31761 9134 529 0,'0'0'52'0,"0"0"94"0,0 0-125 15,-1 0-15-15,1 0 1 0,0 0-4 0,0 0 16 16,0 0-1-16,0 0-2 0,0 0 2 0,1 0-2 0,1 0-4 16,4 0 5-16,18-1-4 0,6-3 11 0,3-2-11 15,1 1-5-15,-7-1-1 0,3 1-7 0,-2-1-10 16,0 0-11-16,-2 3-7 0,0-1-100 0,-6 2-67 15</inkml:trace>
  <inkml:trace contextRef="#ctx0" brushRef="#br0" timeOffset="77839.12">31962 8986 776 0,'-2'-2'21'15,"0"0"40"-15,0 0-57 0,2 0-6 0,0 1 2 16,0-1-1-16,0 0 6 0,0 2-2 0,0 0-5 0,2 0 2 16,0 2 2-16,0 0-1 0,0-1 3 0,0 3-4 15,3 9 4-15,3 8 17 0,-3-1-3 0,1 4 7 16,-1 2-5-16,-1 2-7 0,-2 2-2 0,0-1-4 16,0 1-9-16,-2-2 3 0,0 2 3 0,0-1 1 15,0-5-2-15,0 2-12 0,1-7-7 0,-1-8-5 16,2 6-52-16,-2-13-32 0,0-3-3 0,0 1-14 0,2 2-64 15</inkml:trace>
  <inkml:trace contextRef="#ctx0" brushRef="#br0" timeOffset="78274.73">32287 8919 742 0,'0'0'17'0,"0"0"0"0,0-2-10 16,0 0 0-16,0 0-8 0,0 1 5 0,0-1-8 15,0 2 5-15,2 0-6 0,0 0 5 0,-1 0 3 0,1 0-3 16,0 0 2-16,2 0-4 0,0 2 7 0,-1-1-4 16,1 1 5-16,0 2 0 0,-1 3 1 0,7 12 2 15,-3 0-1-15,-1 1 7 0,-3 0-13 0,-1 1 4 0,0 1-6 16,0-3 6-16,-2-3-6 0,0-1 7 0,0-4-7 15,0 2 8-15,0-5-5 0,0-1 3 0,0-3-1 16,0 0 14-16,0-2-3 0,0-1-1 0,0 3-1 16,0 0-6-16,0 0 8 0,0-3-4 0,0 1 2 15,-2 0-14-15,0-2 13 0,0 0-8 0,1-2 13 16,-1 0-1-16,2-1 7 0,0-14-2 0,2-5 1 16,3-2-6-16,3-1-7 0,1 1 8 0,2 2-8 0,2 0 5 15,-2 1-8-15,2 1 3 0,-7 1-4 0,10 3 1 16,3 3-1-16,0-2-2 0,-3 2 3 0,7 0 0 15,-1 2-1-15,-2 3-1 0,3-1-1 0,-3 1-8 16,-3 5 4-16,3 1-1 0,-11-6 1 0,1 3-14 0,-3 1-57 16,-1 2-14-16,1 0-20 0,-5 2-93 0,0 0-60 15</inkml:trace>
  <inkml:trace contextRef="#ctx0" brushRef="#br0" timeOffset="78913.31">32525 9188 525 0,'0'0'35'0,"0"0"1"0,0 0-8 0,0 0-6 16,0 0-10-16,0 0-4 0,0 0-3 0,0 0 9 0,0 0-7 16,0 0 9-16,0 0 7 0,0 0-7 0,0 0 9 15,0 0-1-15,0 0 21 0,0 0-2 0,0 0 7 16,0 0-13-16,0 0-11 0,0 0-1 0,0 0-4 15,0-2-11-15,0 1 9 0,0-1-5 0,0 0 6 16,1 0-14-16,1 0-7 0,0 0 3 0,0 0-3 16,2-1 4-16,1 1 4 0,8-9-7 0,2 0 5 15,-2-1-6-15,4 3 1 0,-2-2 0 0,-1 4 2 0,-2-1 5 16,-3 3-7-16,0-1 2 0,-3 2-4 0,-3 1-2 16,3 1 7-16,-2 0-3 0,-1-2 3 0,1 0-12 15,0 1 5-15,-2 1 0 0,0 0 2 0,-1 0 6 0,1 0-3 16,0 2 0-16,0 0-1 0,-2 2-6 0,0 0 6 15,-2 2 2-15,-3 5 1 0,-8 11 0 0,0-1 0 16,1 0-2-16,3-3 1 0,0-1-2 0,1-2-2 16,3-4 1-16,1 1-1 0,2-5 5 0,2-1-3 15,-2 3 2-15,2-5-1 0,0 2 6 0,0 0 0 16,0-1-2-16,2 1 2 0,0-2 5 0,2 0-4 16,11 0 3-16,5 0-3 0,2-2 2 0,-5-2-10 15,4-2 8-15,1-3-8 0,0-1 0 0,2-1 1 0,-5 1 1 16,-6 3 2-16,0-1 5 0,0-1-7 0,-2-1-2 15,0 1 0-15,0 0 5 0,0-3-7 0,-1 7 4 16,-3-12-5-16,2 0 8 0,1 2-5 0,-1 0 0 16,-3 0 0-16,-1 2 4 0,-1-2-6 0,1 3 3 0,-1 1-3 15,-2 0 2-15,0 5 2 0,3-3-3 0,-5 5 2 16,2-2-1-16,2 0-4 0,-2 1 0 0,0-1-3 16,0 2-3-16,-1 0 7 0,1 0-3 0,0 2 6 15,-2 0 9-15,0 2-5 0,0 0 2 0,0 2-5 16,0 1-5-16,-4 14 6 0,1 0 1 0,-1-1 2 15,2 1-2-15,2-3-3 0,0-1-1 0,2 2 1 16,2-2 9-16,1-2 9 0,1-4-3 0,-1-1 3 16,8-1 1-16,10-3-2 0,5-1 3 0,5 18-4 0,0-10-6 15,5-4-6-15,-3-5-13 0,-4-2-2 0,-1 0-83 16,-6 0-176-16,0 0-30 0</inkml:trace>
  <inkml:trace contextRef="#ctx0" brushRef="#br0" timeOffset="87036.06">29920 10898 1 0,'0'0'0'0,"0"0"7"0,0 2 77 0,0 0-10 16,0 0 17-16,0 0-29 0,0 0-3 0,0-1-9 15,0 1-4-15,-2 0 5 0,2 0 7 0,-2 0-4 16,0 0 0-16,0 0-2 0,0-1-8 0,0 1-16 16,2 0-2-16,-1-2-5 0,1 0-1 0,0 0-4 0,0 0 8 15,0 0-8-15,0 0 4 0,0 0 4 0,0 0-8 16,0 0 6-16,0-2-9 0,0 0-4 0,0 1-1 15,1-1-2-15,1 0-3 0,0 0-1 0,0-2 3 16,2 1-3-16,-1-1-2 0,1 2 7 0,5-4-6 0,1 1 8 16,1-1 0-16,-2 3 4 0,2-1 2 0,2 0-2 15,0 2-8-15,2 0 12 0,0 2-5 0,4 0 7 16,-3 0-5-16,5 0-6 0,-1 2 4 0,4 0-5 16,0 0 3-16,0 0-1 0,2 0 1 0,2 0 0 15,-4-1-6-15,6 1 3 0,-2-2-6 0,-2 0 6 16,-4 0-7-16,-1 0 4 0,-6 0-1 0,-1 0 2 15,1 0-5-15,0 0 0 0,0 0 0 0,-2 0 2 0,-2 0-1 16,-3 0 3-16,1-2-5 0,-5 2 3 0,-1 0-11 16,1-1-30-16,-2-1-8 0,0 0-11 0,0 0-57 15,-1 2-63-15,-1 0 1 0,0 0-29 0,0 0-72 0</inkml:trace>
  <inkml:trace contextRef="#ctx0" brushRef="#br0" timeOffset="87428.82">30135 11184 46 0,'0'0'26'0,"0"0"0"0,-2 0-4 0,0 0 2 15,0 0-9-15,-1 2 29 0,-1 0 1 0,2-2 4 0,-4 2-2 16,-1 0 3-16,1-2-1 0,-1 1-5 15,1-1 2-15,1 0-16 0,-1 0 17 0,3 0 1 0,-3 0 6 16,2 0 9-16,3 0-18 0,-5 0 0 0,4 0-5 16,0 0-4-16,0 0-2 0,-1 0-1 0,-1-1-1 15,0-1-9-15,1 0-12 0,1 0 4 0,0 0-6 16,0 0-2-16,0-1-1 0,2-1 0 0,0-3 0 0,0-3 0 16,2 5 7-16,0-1-3 0,2 1 6 0,-3 1-7 15,5-2-5-15,7 1 3 0,-2 3-3 0,0-7 4 16,2 1-1-16,0 4-1 0,2 3 0 0,2 1-5 15,-1 0 4-15,-1 1-1 0,2 3 3 0,0 2 5 16,3 1 0-16,1-1-3 0,-1-3 1 0,4 1-4 0,0 0 6 16,6-2-1-16,0 0 1 0,-4-2-10 0,3-2 6 15,3-2-3-15,3-2 4 0,-5-1-7 0,0 0 4 16,-8 1-2-16,0-1 0 0,-1 1-17 0,-6 0-52 16,-2 1-9-16,-4-1-18 0,-2 3-69 0,1-3-126 15</inkml:trace>
  <inkml:trace contextRef="#ctx0" brushRef="#br0" timeOffset="88243.38">31708 10165 132 0,'0'0'31'16,"0"-2"0"-16,0 0 24 0,0 0-3 0,1-1-1 15,1-1-7-15,-2 2 4 0,2-4-7 0,0 1 8 16,-2 1-8-16,2 0 0 0,0 1-2 0,0-1 0 0,-1 2-4 15,1 0-10-15,0 0 5 0,0 1-6 0,0-1 6 16,0 2 3-16,0 0-2 0,-1 2 2 0,1 1-7 16,4 18-16-16,1 12 4 0,-1 2-7 0,-4-3-3 15,0 1 5-15,-2 1-7 0,0-3 8 0,0 5-3 0,0-1-1 16,0-7 0-16,0-2-1 0,0-4 2 0,0-3 11 16,1 1 4-16,1-3 1 0,-2-4 6 0,2 0-11 15,0-2-1-15,0 0-3 0,-2-2 2 0,0-1-1 16,0-3-4-16,0-1 2 0,0 0-7 0,0-1 4 15,0-1 3-15,0 2-2 0,0 0-1 0,0-1-1 16,0-1 0-16,0 0-1 0,0 0 1 0,0 0-5 16,0-2 3-16,-2 0-4 0,0 0-2 0,0-2 1 15,0 0-1-15,1-2 2 0,1-3 3 0,-2-13-6 0,0-3 0 16,2-1-1-16,2-4-1 0,3-3 7 0,5-4-7 16,1-6 4-16,5 0-10 0,1 2 6 0,2 0 2 15,-1 5 1-15,-1 5 5 0,2 1-8 0,-18 6 4 16,16 5-5-16,-4 0 0 0,4 6 4 0,0 2 0 0,-6 1 2 15,7 6-5-15,-5 1 2 0,2-11-4 0,-6 7 4 16,1 1-5-16,-5 2-11 0,1 2-15 0,1 0-2 16,1 0-81-16,-3 2-65 0,1 2-10 0</inkml:trace>
  <inkml:trace contextRef="#ctx0" brushRef="#br0" timeOffset="88717.03">32226 10605 468 0,'0'0'126'0,"0"0"-161"16,0-2 143-16,-2 0-77 0,0 0-25 0,0 0-5 16,0 1 5-16,2-1-4 0,0 0 15 0,0 0-16 15,0 0 3-15,0 0-6 0,-2 0 10 0,2 2-1 16,-2 0 7-16,1 0-3 0,-1 0 15 0,0 2 4 15,0 0 1-15,0 2 0 0,-7 14-2 0,-4 7-8 16,2-1 4-16,1 0-3 0,3-2 4 0,0 0 0 0,-1-3-2 16,3-2 2-16,1-2-7 0,0-4 5 0,2-2-5 15,0-2 6-15,2-3 1 0,0 0-1 0,0 0-1 16,0-1-3-16,0 1-19 0,0-2 12 0,2 0-12 0,0 0 12 16,0-1-13-16,2-1-1 0,12-1 5 0,3-5-5 15,1-1-5-15,-3-3 6 0,4-1-1 0,-5 0 3 16,1 0-7-16,-2 2 7 0,-2 1-3 0,0 1 4 15,-2-1-8-15,-4 5 3 0,1-1-4 0,-3 2 5 16,1 0 4-16,-2 0-4 0,-1 2 4 0,1 0-4 16,0 0 6-16,0 0-2 0,-3 0 0 0,1 0 0 15,0 0 3-15,2 2-4 0,0 2 1 0,-1 0-2 0,1 3-2 16,2 4 3-16,-1 0-3 0,-1-3 4 0,0 1-2 16,-3-3-5-16,1-1 5 0,-2-3-3 0,0 2 7 15,2-1-15-15,0 1-8 0,0 0-4 0,0 0-31 16,0-3-60-16,-2 1 6 0,0 0-28 0,0-2-45 0,0 0-43 15</inkml:trace>
  <inkml:trace contextRef="#ctx0" brushRef="#br0" timeOffset="88897.19">32174 10562 414 0,'0'0'134'0,"0"-2"-121"15,-2 0 138-15,0 1-58 0,0-1-47 0,0 0 9 0,0 0-4 16,0 0 1-16,1 0-23 0,-1 0-6 0,2 1 2 15,0-1-3-15,0 0-2 0,2 0 1 0,1 2 4 16,16-4-2-16,9 1-3 0,3-1-5 0,3 0-2 16,3 1 1-16,-2-1-1 0,0 0-8 0,1 0-3 15,-5 3-1-15,1-1-6 0,-8 2-58 0,2 0-6 0,-7 2-26 16,-3-1-100-16,-1 1-97 0</inkml:trace>
  <inkml:trace contextRef="#ctx0" brushRef="#br0" timeOffset="89303.46">31113 11279 324 0,'0'0'138'0,"0"0"-156"15,-1-2 151-15,-1 0-76 0,0 0-39 0,0 0 29 0,0 1-12 16,0-1 14-16,0 0-31 0,2 0-3 0,0 0-1 16,2 0 0-16,0 0 5 0,9-3 7 0,21-6 6 15,1 1 0-15,1 3 21 0,3 0-11 0,4 1 2 16,3-1-7-16,4 1-7 0,6 2-3 0,-2-1 1 15,2-1-2-15,6 1-4 0,1-1-4 0,2 1 0 0,13 1 0 16,-2 2-6-16,3-2 0 0,-3 1-1 0,-9-3 1 16,2 0-7-16,-6 1-1 0,-4-3-1 0,-5 3 1 15,-3 3 0-15,-7 0 2 0,-4 2-6 0,-5 0 5 16,-3 0-3-16,-8 0-1 0,-2 0-1 0,-10 0 0 16,-3 0-8-16,-5 0-59 0,2 2 14 0,-1 0-32 15,-1 0-13-15,-2 0-61 0,0 1-49 0</inkml:trace>
  <inkml:trace contextRef="#ctx0" brushRef="#br0" timeOffset="89762.11">31524 11517 392 0,'0'0'66'0,"0"-2"111"0,0 0-144 0,0 0-2 16,0 0-11-16,0 0 9 0,0 0 1 0,0 1-2 0,2-1 1 16,-1 0-2-16,1 0-5 0,0 0-9 0,2 0 6 15,0 0-6-15,3 1 7 0,4-1 8 0,-2 2-10 16,1 0 10-16,-3 0 0 0,-1 2-10 0,-1-1 7 0,-1 1-9 16,0 15 5-16,-1 7 6 0,12-2-6 15,-2 6 5-15,-5-4-13 0,-3 2 1 0,-1 2 4 0,-2 0-4 16,-2 2 0-16,0-6-2 0,0-2-2 0,0 1 0 15,-2-5-6-15,2 1 3 0,0-3-4 0,0-3 3 16,0-2-6-16,0-3 5 0,0-1 0 0,0-3 3 16,0 0-1-16,0-2 2 0,0 1 0 0,0 1 1 15,0 0 3-15,0-2-4 0,0-1 0 0,0 1-2 16,0-2 1-16,0 0-6 0,-2 0 5 0,0-2-6 0,0-1-3 16,1-1 3-16,-11-18-3 0,5 3 4 0,0-3-2 15,-1-6 6-15,3 2-3 0,3 0 3 0,2 2-12 0,0 0 8 16,2 2-2-16,1-3 4 0,5 3-10 15,1 0 4-15,2 3-2 0,0 3 4 0,0-1-2 0,17 4 2 16,2-2-1-16,5 0 0 0,8 2-3 0,5 2 3 16,1 0-2-16,4 0 3 0,-6 3 2 0,-3 3-44 15,-5-1-16-15,-3-14-16 0,-5 9-102 0,-3 3-120 16</inkml:trace>
  <inkml:trace contextRef="#ctx0" brushRef="#br0" timeOffset="90545.35">31838 12194 697 0,'0'0'38'0,"0"0"-40"0,-2 0 40 0,0 0-20 0,0 0-19 15,-2 2 15-15,1 0-5 0,-1 0 11 0,0 0-1 0,0 0 11 16,1-1 6-16,-1 1 1 0,0 0 7 0,2 0-3 16,1 0-7-16,-1 0 4 0,0 0-7 0,0-1-11 15,2-1 1-15,0 0-6 0,0 0-8 0,2 0 7 16,0-1-4-16,1-1 5 0,9-8-9 0,12 1 3 15,5-13-6-15,-1 1 5 0,-2-1-9 0,-3-4 4 16,1 4 0-16,-2-6 2 0,-2 4-3 0,3 2 2 16,-9-4-1-16,3 1 0 0,0 1-1 0,-6 4-1 15,4-1 2-15,-8 10-2 0,3 0 2 0,-1 2-6 16,-4 7 1-16,1 0-4 0,-2 0 9 0,-2 2-4 0,1-3 2 16,1 1-2-16,-2 0 16 0,0 0-6 0,0 2 4 15,-1 2-8-15,-1 0-3 0,0 1 1 0,-3 16 0 16,-5 3 1-16,1-1 0 0,-1-5 1 0,-3 5-5 15,2-6 1-15,0 1-1 0,1-1 0 0,3-5 1 16,-1 1-1-16,4-8-1 0,0 3 6 0,2-2-2 0,0-1 5 16,0 3-7-16,0-4 12 0,0 2-3 0,0-1 6 15,0 1 0-15,2 0-6 0,0-1 7 0,2-1-8 16,0 0-3-16,16 6 0 0,-1-7-4 0,1-1 5 16,0-1-2-16,1-5-1 0,3-3-2 0,-2-2 1 15,-1-1-4-15,-5 1 6 0,3 6-4 0,-6-16 4 16,2-1-8-16,-2 3 3 0,0-3-2 0,-2 0 2 0,-4 1-3 15,1-1 4-15,-1 7 0 0,-3-3 2 0,2-1-2 16,-5 4-2-16,1 1 4 0,6 4-3 0,-3 1 3 0,-3 5-1 16,0 1-2-16,-2 1 0 0,2-2-8 0,0 0 6 15,0 1 0-15,-1 1 2 0,1 0-4 0,0 2 9 16,-2 0-8-16,0 2 7 0,0 0-9 0,0 5 5 16,-5 17 3-16,-1-2 1 0,0 2-1 0,1 2-3 15,-1 0-2-15,3-3 0 0,-1 3 2 0,2-8 2 16,0 5-1-16,2-1 2 0,0-4-3 0,2 1-2 15,0 0 4-15,2-3-3 0,-1-1 2 0,3 0 4 16,-1-4-2-16,3 0 5 0,-1-1 10 0,8-1 5 16,7-2-4-16,6-1 1 0,4 1-16 0,-2-5 0 0,9 4-1 15,-4-4 1-15,2-1 0 0,0 1-68 0,-15 13-16 16,8-2-30-16,-2-4-136 0</inkml:trace>
  <inkml:trace contextRef="#ctx0" brushRef="#br0" timeOffset="95169.28">25010 12348 256 0,'0'0'-57'0,"0"0"38"0,2-1-8 0,0-1 1 15,0 0 43-15,0-2-8 0,1 0 3 0,1 1-6 16,-4 1 8-16,4-4 1 0,0-1 2 0,-3 3 5 16,1 0-2-16,-2 3 18 0,2-3 7 0,2 0 0 0,0-1 2 15,-3 1 2-15,1 0 5 0,0 0 11 0,-2 3-5 16,0-1 28-16,0 0-28 0,2 0-3 0,-2 0-8 16,4 0-18-16,-1-1-7 0,1-1 2 0,-2 0-5 15,0 2-9-15,0 0-4 0,0 1-8 0,-1-1 2 16,1 2-8-16,0 0 6 0,-2 2 4 0,0-1-1 15,0 3 0-15,0 13 0 0,-2 7 0 0,-1 2 0 16,-1 2-9-16,-2 0 11 0,1 1-8 0,-1 1 9 16,2 0-6-16,-3 7-1 0,0 0 3 0,-3 6-2 0,-1 3 0 15,2-5 5-15,0 4-4 0,-1-5 4 0,1 3-12 16,0 2 7-16,0-4-2 0,-1-2 3 0,-1-4 3 0,0-2-5 16,0 1 6-16,2-6-5 0,-1 1 3 0,3-1 3 15,-1-2-6-15,1-2 5 0,1-2 2 0,3-3-6 16,-1-2 8-16,2-2-8 0,0-1 3 0,0-1 1 15,1-1 0-15,1-5 2 0,0-1-3 0,0-1-2 16,0 1 3-16,0-4 0 0,0 3 10 0,0-3-4 16,0 2 0-16,0-1 0 0,0-1 3 0,0 0 0 15,0 0-3-15,0-2 2 0,0 0-4 0,1 0-5 16,1-2 3-16,0 0-4 0,4-5-3 0,-4-14 2 16,11-1 0-16,5 2 0 0,4-1 2 0,3-1-4 0,-5 2 3 15,0-1-3-15,3 3-1 0,-1-1 1 0,2 0 1 16,2 1 1-16,-6 1-2 0,3 1-2 0,-1 3-2 15,-3 0 1-15,5 3 9 0,-2 3-8 0,-5-2 2 0,-1 7-5 16,-3 0 5-16,-1-7-1 0,-1 3 2 0,-2 2-1 16,-2 2 1-16,-1 2 2 0,1 0-6 0,3 0 4 15,-3 2-9-15,1 0 9 0,-1 2 0 0,0 1 2 16,-1-1-6-16,0 13 2 0,-3 0-1 0,-1-1 2 16,2 3-2-16,11 1 5 0,-4 1-2 0,-2 1 3 15,-3-2-3-15,-1 4 0 0,1-1-1 0,-2-1 1 16,-1 2-2-16,1 0 3 0,0 0 1 0,-2-1 1 0,-1 1-3 15,1-6-4-15,0 3 3 0,0-4-3 0,0-3 4 16,0 1 1-16,1-2 1 0,-1-5 0 0,0-3 2 16,0-1-2-16,0 0-4 0,0-1 3 0,1 5 4 0,1-3-8 15,-2-1-3-15,4-2-7 0,1 4-40 0,-1-3-146 16,-1-1-22-16</inkml:trace>
  <inkml:trace contextRef="#ctx0" brushRef="#br0" timeOffset="96884.57">25690 13689 265 0,'0'-2'24'0,"0"0"-1"0,0 0 24 16,0-1 2-16,0-1 0 0,0-2 13 0,0-1-6 0,0 0 1 15,0 1-3-15,0-1-10 0,0-1 4 0,-2 1-5 16,0 1 4-16,0 2-7 0,0 1-6 0,1-1 1 16,-1 0-4-16,0 1-9 0,0-1-1 0,0 0-2 15,0 2 0-15,0 0-7 0,1 1-7 0,-1-1 2 16,0 0-2-16,0 2 5 0,-2 0-9 0,1 2 5 0,-1 1-5 16,2 7 6-16,-5 19 2 0,1-4-5 0,2 4 3 15,1 1-10-15,-1-8 3 0,2 2-1 0,0-3 2 16,-11-3 1-16,4 1 1 0,5-6 0 0,2 0 2 15,2-4 3-15,0 0-5 0,2-1 4 0,0-1-4 16,0-3 7-16,0 0 5 0,5-2 3 0,10 9 1 0,0-2 2 16,-1-3-3-16,7-1 0 0,-3-3 0 0,2-2 1 15,-1-2-2-15,-5-3 5 0,-3-1-3 0,6-5 10 16,0-2-16-16,-5 9-1 0,5-14-4 0,-6-3-2 0,0-1 8 16,-4 1-5-16,2-5 4 0,1 4-16 0,-7 0 6 15,1-4-3-15,7 6 5 0,-4-1-7 0,-3 3 4 16,-5 5 0-16,-1-2 3 0,0-4 1 0,-1 4-5 15,-3 2 3-15,-2 0-4 0,4 6-4 0,-1-1-2 16,1 5 2-16,2 1-1 0,-4 0-3 0,-3-4-9 16,-3 1-4-16,1 1 1 0,0 4-1 0,-2 0-30 15,1 2-21-15,1 2-7 0,0-1-102 0,3-1-171 16</inkml:trace>
  <inkml:trace contextRef="#ctx0" brushRef="#br0" timeOffset="97410.76">26225 13876 454 0,'-2'0'114'0,"0"-1"249"15,0-1-343-15,0 0-12 0,0 0 1 0,1 0-4 0,-1 0 6 16,0 0 14-16,0 1-7 0,0-3 10 0,2 2 0 0,0-9-9 16,0-2 6-16,4 0-7 0,1 0 10 0,1 0-6 15,1 0 4-15,5-4-5 0,-11 0-6 0,16-3 0 16,-2 5-4-16,-2-5 2 0,-2 1 1 0,0 4-3 16,0-7-1-16,-1 4-2 0,-3 1-11 0,0-4 4 15,-1 3-1-15,-4 5 4 0,2-4 6 0,-3 4-10 16,7 4 5-16,-1-2-6 0,-3 3 2 0,-2 1 4 15,0-1-5-15,-2 5 4 0,0-5-1 0,0 5-5 16,0-1 10-16,-2 0-8 0,0 2 7 0,0 0-7 16,-2 1 0-16,-1 1-1 0,-10 0 1 0,-2 1 5 0,1 3-7 15,-1 4 5-15,-2 3-7 0,3-8 6 0,1 25-1 16,0-2 3-16,0 4-11 0,6 2 3 0,-2-5 5 16,3-1-1-16,5 4 3 0,-3-6-4 0,4-2-2 15,-15 3 1-15,8-7 8 0,4-1-6 0,1 0 2 0,4-4-3 16,0 0 1-16,0-4 0 0,2 0 0 0,1 0 2 15,1-3 0-15,0 0 6 0,9-3 2 0,4 8 1 16,5 2 5-16,0-3-5 0,4-5-1 0,2-3-2 16,0-2-10-16,7-2 7 0,-2-3-5 0,10-5 6 15,0-1-9-15,-2-2-74 0,3-2-10 0,-10 4-31 16,1-2-124-16</inkml:trace>
  <inkml:trace contextRef="#ctx0" brushRef="#br0" timeOffset="97839.4">26680 13054 573 0,'0'0'28'16,"0"0"1"-16,-2 0-1 0,0 0 0 0,0-2-10 15,0 0-4-15,0 2-6 0,0 0 7 0,1 0-4 16,1 0 11-16,0 0-2 0,0 0 0 0,0 0 1 16,1 0 3-16,1 0 0 0,0 0 0 0,2 0 2 0,7-2 15 15,8-1-3-15,-1-1 1 0,3 0-3 0,1-1-5 16,-2-1-20-16,4 1 8 0,-3 1-11 0,-1 0 6 16,-1 0-11-16,-2 3-3 0,-5 1 0 0,1 0-4 0,-1 0 4 15,-1 0 2-15,-4 0 0 0,-1 0-1 0,-3 0-28 16,1 0-2-16,0 0-13 0,0 0-39 0,-1 1-47 15,-1 1-16-15,0 0-8 0,0 0-35 0</inkml:trace>
  <inkml:trace contextRef="#ctx0" brushRef="#br0" timeOffset="98020.76">26722 13136 470 0,'0'0'69'0,"-2"0"-1"0,1 0 16 15,-1 0-4-15,0 1-17 0,0 1-16 0,0 0 8 0,0 0-5 16,0 0 7-16,1 0-8 0,1 0-18 0,0-1 3 15,1 1-9-15,3 0-7 0,7 0-7 0,17 4 1 16,0-5-2-16,0-1-3 0,2-1-5 0,-4-1-4 0,1 0 2 16,-1-2-4-16,-2 0-126 0,-1 3-27 0,-5-1-50 15,-1 0-251-15</inkml:trace>
  <inkml:trace contextRef="#ctx0" brushRef="#br0" timeOffset="98682.16">27745 12157 383 0,'0'-2'33'16,"0"-1"63"-16,0-10-66 0,-2-4 13 0,2 2 0 0,0 2 3 15,0 2-14-15,0 2-2 0,0-1-7 0,0 5 5 16,0-1-10-16,0 1 12 0,0-1-4 0,0 2 7 16,0 1 2-16,0-1-8 0,0 0 9 0,0 0-12 15,0 1-9-15,0 1 2 0,0 0-10 0,0 0 9 16,0 0-11-16,0 2-2 0,0 2 1 0,0 0 0 16,0 2 10-16,0 9-10 0,0 13 5 0,-1 3-7 0,-1 1 5 15,-2 4-6-15,0-3 1 0,-3 3-1 16,1 1 14-16,-1 2-15 0,-1-2 7 0,3-1-9 0,-1 1 3 15,3-5 0-15,-1 1 2 0,0-1-1 0,2-2 0 16,0 0 5-16,1-2-6 0,1-4 6 0,0 0 0 0,0-1-3 16,0-3 3-16,0-3-2 0,0 2-4 0,1-4 5 15,-1-4-3-15,2 2 4 0,0-2 1 0,-2-3-6 16,0-2 1-16,0-1-1 0,2 1 6 0,0 0 2 16,0 0 1-16,0-3-1 0,-1 1 6 0,3 0-2 15,0 0-2-15,0-2 1 0,-1 0-4 0,7-4 4 16,-1-3-1-16,0-10 1 0,2-13-2 0,0 3-1 15,2-3 2-15,2-2-3 0,0 3 1 0,2-5-4 16,1 1 2-16,1-1-3 0,-2-1 3 0,3 2-8 0,4-1 2 16,-1 6-3-16,-1 1 4 0,-4 1 1 0,-3 1-2 15,4 5 0-15,-2 1-2 0,-3 3 0 0,3-1 0 16,-9 0 0-16,-1 6 0 0,0-2-1 0,1 6-3 16,-6-1 2-16,1-1 2 0,1 7-16 0,0-3-5 0,0 1-8 15,-1 0-46-15,-1 0-146 0,0 3-23 0</inkml:trace>
  <inkml:trace contextRef="#ctx0" brushRef="#br0" timeOffset="99604.35">28256 12632 174 0,'0'0'45'0,"0"-1"-2"0,0-1 42 0,0 0-10 0,0-2 4 16,0-5-22-16,2-4-4 0,3-2-9 0,1 2 3 15,1-2-18-15,-1 2-8 0,-2 4-2 0,1 0-3 16,-1 1-6-16,0 1-1 0,-1 1 6 0,-1 1-5 16,0 1 5-16,0 0 12 0,-2 2-6 0,2-1 7 15,-2 1-11-15,0 0-1 0,2-2-6 0,-1 0 3 16,-1 1-4-16,0-1-2 0,0 2 3 0,0 0-5 0,0 0-1 16,-1 1-2-16,-1-1 1 0,0 0-1 0,0 0-3 15,0 0-2-15,0 0 4 0,0 2-2 0,1 0-1 16,-1 0 3-16,0 0-2 0,0 0 3 0,0 0 0 0,0 0 1 15,0 0-1-15,1 0 2 0,-1 0-6 0,0 0 2 16,0 0 0-16,0 0 0 0,0 0-3 0,0 0 3 16,1 0-1-16,-1 0 2 0,2 0 4 0,0 0-5 15,-2 0 1-15,2 0-1 0,0 0 4 0,0 0-8 16,0 0 9-16,0 0-9 0,0 0 3 0,-2 0-4 16,0 0-6-16,2 2 6 0,0-2 3 0,-2 0-8 15,2 2 7-15,0-2-6 0,0 0 12 0,0 0-5 16,0 0-1-16,0 0-2 0,0 0 7 0,0 2-2 0,0 0 2 15,0 0-3-15,0-2 1 0,0 1-24 0,0 1-13 16,0-2-9-16,0 2-83 0,0-2-105 0</inkml:trace>
  <inkml:trace contextRef="#ctx0" brushRef="#br0" timeOffset="102841.34">27905 12295 256 0,'0'0'-21'16,"0"0"19"-16,0 0 2 0,0 0 13 0,0 0 23 16,0 0 2-16,0 0-13 0,0-2-1 0,0 0-3 15,0 0-8-15,0 0 13 0,0 0-4 0,2 0 9 16,0 1 10-16,0-1-6 0,-1 0 4 0,1 0-4 0,0 0-3 16,2-2 4-16,0 1 1 0,3-5 1 15,8-5-3-15,0-3-2 0,-6-1-7 0,2 0 5 0,0 2-8 16,2-5-5-16,0 5 1 0,-5 0-3 0,-5-2 5 15,3 6-1-15,0-4 1 0,-1-1-1 0,-3 6 0 0,0-1 0 16,0 2-1-16,0 5 1 0,1-1-4 0,-3 3 6 16,2-2-1-16,0 0 0 0,-2 1-12 0,0-1 3 15,-2 2-4-15,0 0 5 0,-1 0-5 0,-1 2-2 16,-17 2 1-16,-3 8-2 0,6 1 5 0,-5-6-8 16,3 27 1-16,0-4-3 0,-3 3 6 0,3 3-6 15,1-1 4-15,1 1-4 0,-1 1 15 0,4 4-15 16,-1-2 7-16,3 2-9 0,0-2 5 0,1 0 7 15,3 4-3-15,2-6 4 0,-1 1-4 0,3-3 0 16,1-3 6-16,2-4-4 0,-16 5 2 0,8-5 3 0,5-3-1 16,3-3 1-16,2-3 0 0,2-4 0 0,1-2-10 15,1-2 7-15,4 2-8 0,-1-1-5 0,0-5 6 16,14 1-5-16,-3 7 9 0,3-2-8 0,1-2 0 0,-5-5-3 16,1-2-8-16,-1-2-12 0,0 0-2 0,1-4-6 15,-1-2-40-15,2-3-43 0,-3 0-13 0,-1 7-14 16,6-20-94-16</inkml:trace>
  <inkml:trace contextRef="#ctx0" brushRef="#br0" timeOffset="103278.39">28228 12049 447 0,'0'0'13'0,"0"-1"-1"0,0-1 1 16,0-2-3-16,0 0-2 0,0-9 9 0,0-2 0 15,0 1 4-15,0-5-6 0,0 2 2 0,2 6 2 16,2-6-4-16,-1 4 3 0,1 2 4 0,0 0 2 16,-2 2 8-16,-1 1-5 0,1 1 3 0,-2 1 11 0,2 3 4 15,0-1 3-15,-2 0 14 0,0 1-18 0,0 1-3 16,0 0-4-16,0 0-10 0,-2 2-5 0,0 0-4 15,-1 2 0-15,-5 3-14 0,-5 10 2 0,-7 9-2 16,1 6 1-16,1 4-3 0,-8-3 3 0,3 3 1 16,-3-1 1-16,2-1 3 0,-2-1-6 0,2 1 5 0,-2-3-4 15,0 3 9-15,6 1-3 0,-4 3 0 0,1-1-1 16,3 0 0-16,1 2 1 0,4-1-3 0,2-3 3 16,2 0 3-16,4 1-1 0,-1-3 3 0,5 5-3 15,1-7-3-15,-17 1 2 0,8-2-5 0,7-6 4 16,3 1-1-16,1-5 0 0,1-1-1 0,3 0-1 0,2-1-3 15,-1-3 1-15,3-2-3 0,-3-3 1 0,16-1-1 16,-1-1-5-16,2-4 2 0,4 0-5 0,0 14-12 16,0-5-12-16,-1-5-15 0,-1-6-5 0,5-2-103 15,1-5-212-15</inkml:trace>
  <inkml:trace contextRef="#ctx0" brushRef="#br0" timeOffset="105286.1">28497 11396 689 0,'0'0'16'0,"0"-2"-1"0,0 0 2 0,0 0-2 15,0 0 0-15,-2 1 21 0,1-1-17 0,-1 0 11 16,0 0-13-16,0 2 14 0,0 0-17 0,-2 0 0 0,1 2-6 16,-5 2-1-16,-5 3 1 0,0 0 3 0,6-1-1 15,-4 3 16-15,3-3 8 0,3-2 4 0,1-3 1 16,2-1 9-16,-2 4-9 0,1 0-1 0,-1-2-5 16,2 0-17-16,0-1 0 0,0 1 2 0,1-2-1 15,1 0 4-15,0 0-10 0,0-2 1 0,0 1-4 16,1-1 4-16,1-2-4 0,0 0 1 0,-2 2-3 0,2-5 4 15,-2 3 1-15,2 1-4 0,0-1 1 0,0 0-6 16,-1 2-2-16,1 0 0 0,-2 1-2 0,0 1-5 16,0 0 0-16,-2 0-4 0,1 1 2 0,-1 1-6 0,0 2-114 15,-4 9 4-15,-1 4-55 0,1 1-118 0</inkml:trace>
  <inkml:trace contextRef="#ctx0" brushRef="#br0" timeOffset="105722.18">28651 12608 520 0,'0'-2'17'0,"0"1"22"16,0-3-29-16,0 2 3 0,0-13-6 0,0 0 8 16,0 2 13-16,0 0-7 0,2 0 7 0,-2 2-6 15,0 0 13-15,0 0 2 0,0 0 2 0,0 1 0 16,0 1 4-16,0 0 3 0,0 1 1 0,0 3 1 16,0-1 11-16,0 4-13 0,-2-1-3 0,-1-1-3 0,1 4-13 15,-13-7-11-15,-4 3 0 0,1 4-5 0,-1 4 2 16,-1 3-10-16,-2 6 6 0,-3-7-8 0,1 21 8 0,2 1-1 15,3 2-5-15,-1-4 3 0,3 9-7 16,4-7 5-16,0 0 2 0,4-4 0 0,0-5-2 0,7 1-2 16,-9-3 8-16,0 3-5 0,3-1 4 0,4-4 0 15,3 1-6-15,1-1 6 0,1-2-2 0,5 0 4 16,0-3-2-16,3-1 2 0,11-4-3 0,3-1 5 16,3-2-4-16,0 15 4 0,1-4 0 0,1-6-8 15,0-1-1-15,0-4-4 0,-2-2-2 0,0 0-16 0,0 0-3 16,-2 0-12-16,-2 0-82 0,1 0-289 15</inkml:trace>
  <inkml:trace contextRef="#ctx0" brushRef="#br0" timeOffset="106277.52">27727 13271 696 0,'-2'0'30'0,"-2"-2"44"0,-5-1-37 0,-10-3 17 0,1 0-3 15,-1 3 9-15,2-1 4 0,3 2-29 0,-1 0-2 16,5 2-10-16,-1-2-4 0,8 2-13 0,-3 0 4 0,2 0-9 16,1 0-5-16,-1 0 5 0,2 0-2 0,0 0 3 15,0 0-2-15,0 0 4 0,2 0-1 0,2 0 1 16,2 0-2-16,7 0 0 0,19 0 2 0,5 0-1 16,4 0 4-16,6 0 1 0,1-1-5 0,4-3 3 15,6-2-9-15,5-1 10 0,6 1-1 0,7-3 5 16,-1 2-5-16,-3 1 6 0,-1-1 0 0,-10-1 2 0,-1 3-7 15,-4 1-7-15,-6 0 2 0,-5 2-2 16,-2 0 4-16,-8 2-4 0,-1 0 1 0,-3 0-1 0,-3 0 4 16,-5 0-6-16,-3 0-3 0,-6 0 0 0,-3 0 1 15,-4 0-5-15,-1 0 0 0,0 0-3 0,0 2-20 0,-3 0-87 16,1 0-8-16,0 0-38 0,-2 0-139 0</inkml:trace>
  <inkml:trace contextRef="#ctx0" brushRef="#br0" timeOffset="106813.86">27888 13516 546 0,'0'-2'39'16,"0"1"-1"-16,0-1-3 0,0-2 4 0,0-3-16 15,0-1 6-15,0 1 5 0,0 1-6 0,0 1 5 16,0-5-9-16,0 5-1 0,0 1 3 0,0 0-4 16,0 2 0-16,0-1-3 0,0-1 1 0,0 0-2 15,0 2 3-15,0 1 8 0,0-1-6 0,0 2 5 16,0 0-14-16,0 2-2 0,0-1-1 0,0 3 0 16,0 9-7-16,0 11 4 0,0 0-5 0,0-3 5 15,0 1-8-15,0 2 9 0,0 4-4 0,0 4 4 0,0-4-9 16,0 5 5-16,0-7 3 0,0 2-3 0,0-2-1 0,0-2 3 15,0 0-6-15,0 0 5 0,0-2-1 0,0 3 1 16,0-3-2-16,0 0 0 0,0 0-1 0,0-1-3 16,0-1 4-16,0-1-4 0,0-1 2 0,0-3 9 15,0 0-1-15,0-6 3 0,0 1-2 0,0-7 1 16,0 3-1-16,0-4 1 0,0 2-6 0,0-3 3 16,2 3 3-16,0 0 0 0,0 0 7 0,0-3-8 15,0 1-2-15,-1 0-1 0,3-2-3 0,-2 0-5 16,15-7 2-16,-1-4-2 0,5-1 0 0,1-14 8 15,6-1 0-15,0-1 1 0,2 0-10 0,1-2 5 16,-9-3-5-16,8 1 6 0,-2-3-5 0,-2-2 2 0,5 1 3 16,-5-1-3-16,0 0-4 0,0 6 3 0,-3-5-3 15,-5 7 3-15,1 1-1 0,-2 0 0 0,-3 8-4 16,1-1 3-16,-4 4-4 0,-1 3-5 0,-1-1-4 0,-5 7-3 16,1 3-27-16,-3 1-102 0,0 2-6 0,2-2-44 15,-1 1-102-15</inkml:trace>
  <inkml:trace contextRef="#ctx0" brushRef="#br0" timeOffset="107190.34">28783 13925 844 0,'0'0'16'0,"0"0"-1"0,0-2-12 16,-2 0 7-16,1 0-12 0,-1 0 9 0,0-1-6 16,0-1 2-16,0 0-3 0,2 2 3 0,0-1 2 15,-5-7 1-15,1 5 1 0,4 3 18 0,-9-2 5 16,-4-5 11-16,-4 0-4 0,-4 1 15 0,1 4-17 16,-2 3-8-16,-1 1-2 0,1 5-9 0,4 3-8 0,-1 1 10 15,0 4-12-15,1-8 2 0,3 16 0 0,0 1-3 16,0 0 4-16,4-1 4 0,2-1 3 0,1 1 1 15,3-3-1-15,3-1-7 0,-9-2 9 0,3-2-6 16,3 0 7-16,3 0-13 0,2-4 8 0,0 0-4 0,0-3 6 16,2 1-11-16,2-1-2 0,-3-2 1 0,16-1-1 15,4 12-2-15,3-4-3 0,0-3 1 0,6-1-1 16,-4-3 2-16,0-2-12 0,1 0-6 0,-6-2-3 16,3 0-20-16,-5-2-65 0,1-2-12 0,-1 0-29 15,3-1-135-15</inkml:trace>
  <inkml:trace contextRef="#ctx0" brushRef="#br0" timeOffset="107651.78">29082 14079 825 0,'-2'0'56'0,"0"0"-80"16,1 0 66-16,-1 0-37 0,-2 0 10 0,-2 0-12 15,-1 0 10-15,1 0-11 0,5 0 3 0,-1 0 9 16,0 0-7-16,0 0 9 0,-2 2-3 0,1-2 5 16,1 0 7-16,0 0-2 0,0 0 19 0,0 0-5 15,2 0-1-15,2 0 0 0,0-2 8 0,2 0-10 0,5-2 0 16,13-5-5-16,0-2-8 0,1 0-7 0,-1 0 4 16,-2 1-6-16,1-1-2 0,-3 2 0 0,-1 0-7 15,-2-1 4-15,-2 1-2 0,-2 2-6 0,0-3 6 16,-3 5-5-16,-1-3 7 0,-3-3-3 0,0 2-2 0,5-4 0 15,-2 2-2-15,-1 0 1 0,-4 3 2 0,0 1 1 16,-2 1 4-16,0 2-9 0,0-1 4 0,0 3-6 16,0 0 0-16,-2-2 5 0,0 1-6 0,-2 1 5 15,-13-6-1-15,-3 5-2 0,-2 3 2 0,-4 2-1 16,-2 5-4-16,-2 2 6 0,2 2-2 0,2 2 2 16,-3 4-8-16,-1 2 9 0,4-16-3 0,0 23 4 15,7 0-6-15,4 0 1 0,-3 0 3 0,7 0-1 16,5-1-2-16,2-3 3 0,-12 2-1 0,8-5 2 0,3 1-2 15,3-3 8-15,2-2-7 0,0-1 7 0,2-2-9 16,1-3 9-16,1-4 2 0,17-3 2 0,5 15-1 16,1-6-8-16,9-5 5 0,3-4-3 0,0-2 8 0,0-4-6 15,2-5-3-15,-4-3-1 0,2-1-3 0,-2-3-14 16,4-3-33-16,-2-1-19 0,0-1-334 0</inkml:trace>
  <inkml:trace contextRef="#ctx0" brushRef="#br0" timeOffset="109024.43">30022 12155 207 0,'0'-2'0'16,"0"1"73"-16,0-9 18 0,0-16 19 0,0 2 8 15,0 2-55-15,0 0-8 0,0 1-10 0,0 1-3 16,0 5-5-16,0 6-20 0,0-1 7 0,0 5-4 0,0 1 3 16,0 0-6-16,0 1 9 0,0-1 6 0,0 2 0 15,2 0 16-15,-2 0-9 0,0 2-8 0,0 0 2 16,0 2-15-16,0 2-2 0,1 20 1 0,-1 8-4 15,0 1-2-15,0 2-3 0,-1-5 3 0,-1 2-5 16,0-1-5-16,-2 3 0 0,2-3 1 0,-1 6-1 16,-1 2-1-16,2 4 5 0,0 3-2 0,-2 6 3 15,3 2-6-15,-1 4 0 0,2 5 1 0,0 0 1 16,0 0 2-16,0 2 4 0,0-2-8 0,2-3 7 0,-2-5-3 16,0 1-5-16,0-2 4 0,-2 2-4 0,0 1 4 15,-2 8-2-15,0-2-1 0,1 2 0 0,-3-2-3 16,1-3 8-16,1-1-4 0,0-5 6 0,-1-7-2 0,-1-5-5 15,2-8 9-15,2-5-9 0,-1-1 2 0,1-4 1 16,2 2-2-16,0-3 2 0,0-3-4 0,0 0 4 16,0-3-3-16,0-4 5 0,0 0-11 0,0-5-12 15,0-1-9-15,0-1-2 0,0-3-39 0,0-1-127 16,2 2 8-16,0 0-56 0,-1-1-75 0</inkml:trace>
  <inkml:trace contextRef="#ctx0" brushRef="#br0" timeOffset="109430.59">30207 14062 559 0,'0'0'180'0,"0"0"-230"0,-2 0 202 0,1 0-109 16,-1 0-43-16,0 0 2 0,0 0 9 0,0 0-4 15,0 0 5-15,0 0-1 0,1-2-10 0,-1 0 7 16,2 1-9-16,0-1 9 0,0 0 0 0,2-2 4 16,-2 0-10-16,5-7 9 0,6-4-5 0,-9 1 5 0,15 1-7 15,1-2 11-15,-1 0-2 0,0 2 3 0,0-2-18 16,1 2 5-16,-3 2-2 0,-6 0 5 0,-1 0 3 0,-1 1-6 16,-3 1 3-16,5 3-5 0,-1 1-5 0,-7 3 14 15,3 0-7-15,0-2 10 0,0 3-1 0,-1-1 11 16,1 0 6-16,-2 2 0 0,0 0 8 0,0 2-18 15,-2 1 1-15,0 9-7 0,-4 14 1 0,-4 3-4 16,-1 1 1-16,0 0-3 0,0-1-3 0,1-1 3 16,1 0-4-16,3-2 3 0,2-4-3 0,2-1 4 15,0-4-4-15,0-4 3 0,2 0-3 0,0-4 2 16,2 0 0-16,-1-1-2 0,1-3-12 0,7-3-8 16,13 15-4-16,2-8-2 0,-2-3-24 0,-1-6 4 0,-1-4-43 15,-2-2 12-15,-3-1-160 0,11-8-80 0</inkml:trace>
  <inkml:trace contextRef="#ctx0" brushRef="#br0" timeOffset="109591.21">30723 13318 1088 0,'-1'0'15'0,"-1"-2"42"15,0 0-54-15,0 0-4 0,-2 2 0 0,1 0-6 0,-1 0-26 16,2 2-201-16</inkml:trace>
  <inkml:trace contextRef="#ctx0" brushRef="#br0" timeOffset="109978.9">30824 13856 877 0,'0'0'21'0,"0"0"0"0,-2 0-6 15,0 0-4-15,0 2-7 0,0 0-6 0,-1 1 3 16,1 1 2-16,-4 17 1 0,1-1 1 0,-7 2-3 0,3 1 7 16,-2 1-4-16,-2-4 7 0,6 2 9 0,-1-1-14 15,4-3 13-15,-7-1-9 0,4-6 8 0,1 0-2 16,3-1 2-16,1-3-8 0,2-3 0 0,0 0 7 16,0-3-6-16,0 3 7 0,0 0-8 0,2 0 1 0,-1-3-4 15,1 1 4-15,0 0-5 0,2-2 2 0,9 0-4 16,4-4-1-16,3-3-2 0,-1 0 0 0,1-1-1 15,-1 1-1-15,-1-1 0 0,1 3 0 0,-1 1 1 16,-1 4 7-16,-4 0-8 0,2 4-2 0,-4-1-2 16,2 5 8-16,-4-3-4 0,-1 3 4 0,-5 9-4 15,-1 1 9-15,11 1-1 0,-5-3-3 0,-5 1 1 16,-3-2 3-16,-1 0-7 0,-5 2 11 0,0-4-10 16,-3-2 8-16,-4 0-6 0,-11-4-3 0,0-3 0 0,0 3 4 15,0 10 0-15,1-8-2 0,3-3 0 0,1-4-4 16,4-2-2-16,6 0-3 0,-2-2-2 0,2 2-30 0,3 0-26 15,-1-2-21-15,3 0-16 0,0-1-200 0</inkml:trace>
  <inkml:trace contextRef="#ctx0" brushRef="#br0" timeOffset="110196.62">31344 13971 1316 0,'-2'0'17'16,"0"0"43"-16,0-2-60 0,0 0-11 0,0 2 9 15,2 0-9-15,0 0 19 0,2 0-8 0,0 0-3 0,0 0-2 16,0 0 2-16,2 0-8 0,-1 0 1 0,1 0-5 16,7-1-15-16,-4 1-68 0,-1 0 5 0,-2 0-30 15,-2 0-25-15,1-2-44 0,1 0-35 0</inkml:trace>
  <inkml:trace contextRef="#ctx0" brushRef="#br0" timeOffset="110663.9">31297 14122 420 0,'0'0'277'0,"0"0"-346"0,0 0 307 0,0 0-165 0,0 0-73 16,0 0 5-16,0 0 2 0,0 0 1 0,0 0-8 0,2 0 5 15,0 0-11-15,2 0 5 0,7 0-26 0,9 0-3 16,2-2 1-16,3-2-4 0,-3 0-11 0,-2-1-17 15,1-3 12-15,1-3-9 0,-2 2 41 0,3-2-6 16,1-2 6-16,0 0-4 0,0 0 12 0,0-2 2 16,0 0 0-16,2 0 2 0,0-2 1 0,0 3 4 15,0-3 3-15,4 0 0 0,-6 4 1 0,-1 0-5 16,3 0-1-16,-6 4 1 0,-5 1 7 0,0 3 39 16,-6 1 0-16,-5 2 17 0,-1 0 33 0,1 1-34 15,-2-1 10-15,0 0-20 0,0 2-11 0,-2 0-9 0,-2 2-3 16,0 0-1-16,-2-1 2 0,1 3-15 0,-14 15 7 15,0-1-10-15,2 1 5 0,4-2-2 0,2 1 1 16,5-3 0-16,2 2 3 0,0-2-7 0,-7-2 4 16,4-2-4-16,1-2 10 0,2 0 5 0,2-1-1 0,0-3 4 15,0 1 4-15,0-4 3 0,0 0-4 0,13 7 4 16,11 4-5-16,2-6 4 0,0-5-8 0,6-2 5 16,-1-2-11-16,1-3-12 0,5-5 10 0,-6 1-12 15,1-2 7-15,1 0-11 0,-3 0 3 0,-6 0-4 16,-3 1 8-16,-5 1-4 0,1-2-1 0,-6 2-1 15,0 1-2-15,-3-12 6 0,-4-3-3 0,10 1 4 0,-4 0-9 16,-7-2 7-16,-3 1-4 0,-1 1 4 0,-7-2-11 16,-3 2-7-16,-2 3 0 0,-2-1-4 0,-15 1-24 15,-5 1-55-15,-6-3-37 0,-3-1-15 0,-1 3-216 0</inkml:trace>
  <inkml:trace contextRef="#ctx0" brushRef="#br0" timeOffset="116831.06">16874 1661 21 0,'0'0'1'0,"0"0"5"15,0 0 6-15,0-2 6 0,0 0 3 0,0 0-1 0,0 1 10 16,0-1-3-16,0 0 5 0,0-2-1 0,0 0 11 16,0 1-5-16,0-3 6 0,2-1-14 0,0-2 11 15,0-1-2-15,0 1 6 0,-1 0-1 0,-1 3-7 16,4-5 2-16,-2 4-5 0,-2 1-3 0,2-1 1 15,0-1-2-15,-2 1 1 0,2-3-9 0,-2 5 10 16,0 1-9-16,0 0 9 0,0 1-11 0,0-1-3 16,0 0 6-16,0 1-6 0,0 1 1 0,0 0-5 0,-2 0 1 15,0 0-2-15,0 2-9 0,0 0 12 0,-2 0-13 16,1 2 12-16,-5 0-12 0,-5 3 7 0,2 1-2 16,0 1 1-16,2 1-6 0,-4-3 7 0,0 8-1 15,0 0 2-15,2 0 2 0,5-1 0 0,-1 2 0 16,5-2 0-16,-9 2 4 0,3 1-2 0,1 0-2 0,3-2-2 15,0 0 1-15,3-2 2 0,1 2 4 0,0-4-4 16,0 1-5-16,1-1-1 0,3-2-1 0,0 1 2 16,-1-3 2-16,10-3-2 0,6 2 1 0,1 11-3 15,-1-6-1-15,0-1-8 0,1-1 5 0,-3-3-5 16,3-1 8-16,-3-1-7 0,-2-2-5 0,0 0-1 0,-2 0-11 16,0 0-5-16,-2 0-8 0,0 0 0 0,0 0-33 15,-4 0-11-15,3 0-14 0,-3 0-3 0,1-2-95 16,-3 1-65-16</inkml:trace>
  <inkml:trace contextRef="#ctx0" brushRef="#br0" timeOffset="117048.7">17004 1544 264 0,'0'-2'4'0,"0"0"46"0,2-1-5 15,0-5 21-15,3-10-8 0,1 1 0 0,0 4-4 16,-1-2 3-16,1 2-5 0,-3 4-14 0,3-6 2 16,-4 8-9-16,2-3-16 0,-3 5-10 0,1-1 1 15,0 2-3-15,0 1-3 0,0 1 2 0,0 0-12 16,0 0 6-16,-1 2-47 0,1 0-66 0,-2 0-6 0,0 2-27 16,0 2-84-16</inkml:trace>
  <inkml:trace contextRef="#ctx0" brushRef="#br0" timeOffset="117437.28">17272 1672 427 0,'0'0'14'0,"0"0"-5"16,1-2 12-16,1 0 7 0,0 1-8 0,2-1-13 0,0 0-1 15,-1 0 1-15,5 0-1 0,-6 2-5 0,7-2 0 16,-5 2-1-16,-3 0 3 0,3 0 4 0,0-2 0 15,0 1 3-15,-3-1-1 0,1 0 11 0,0 0 10 16,0 0-3-16,0 0 4 0,0 0-8 0,-2 1-13 16,0-1 6-16,-2 0-8 0,0 2 5 0,-2 0-7 15,-12 0 3-15,-10 4-1 0,1 3 15 0,1 2-2 16,0 2-3-16,2 2-1 0,1 2-9 0,3-11 9 16,1 15-3-16,4-3 4 0,2 3-5 0,4-4 1 15,3 0-3-15,0-2 1 0,2 0-2 0,-5-4 7 0,-1 2 6 16,5-4-3-16,-1 3-1 0,2 1-4 0,2-4-1 15,0-1 0-15,2 1 5 0,0-3-9 0,2 0 2 16,16-1-4-16,8-1-4 0,2 0 4 0,5 0-8 16,8 20 7-16,-4-11-10 0,3-7 6 0,1-4 1 0,-2 0 2 15,3 0-5-15,-3-2-22 0,-2 0 2 0,-4 1-11 16,1-3-10-16,-5 0-25 0,1-1-7 0,-4-1-10 16,-4 2-67-16</inkml:trace>
  <inkml:trace contextRef="#ctx0" brushRef="#br0" timeOffset="118336.62">17576 1371 41 0,'0'0'9'0,"0"0"-5"0,-2-1 12 0,0-1-3 16,0-2 5-16,1 0 15 0,-12-7-5 0,0-2 8 0,0-2-14 16,0 4 6-16,0-6-5 0,-2 4 4 0,0-1-5 15,0-1-4-15,0 0 5 0,-2 0-6 0,3 2-5 16,-3 0 2-16,0-2 0 0,4 0 2 0,-3 0 0 0,-3 1 0 15,0 2-7-15,1 5 5 0,-1-2-6 0,-1 1 6 16,-1 3 1-16,1-5 1 0,0 5-6 0,1-1-2 16,-3 1-2-16,1-10 1 0,-1 4 2 0,2 3-8 15,-3 1 10-15,1 3-8 0,0 2 14 0,-2 0-6 16,-2 2-2-16,0 0 0 0,-2 2 2 0,-2 2 1 16,0 2-5-16,1-1 4 0,1 3 4 0,-4 1-7 15,2 0 3-15,-1 2-6 0,1 2 0 0,1 2 2 16,-1 2 0-16,8-2-1 0,-6-12-9 0,4 22 7 15,1-3-3-15,3 4 6 0,5 2 2 0,0 1-9 0,0-1 3 16,2-2-5-16,0-3 2 0,2-1 5 0,4 2-5 16,-1-2 4-16,5-1-5 0,-3-1 8 0,4-3 2 15,0 1 1-15,-13 3-9 0,6-4 2 0,2 3 1 16,3 0 1-16,4 1-1 0,0 1 0 0,4 0-2 0,3 2 4 16,2 2 8-16,3-1-4 0,1-1 4 15,1 2-5-15,-8 0-7 0,20 0 8 0,0 0-10 0,6 0 9 16,1 0-10-16,-1-6 5 0,5 4 2 0,-4-1 0 15,4-3-8-15,6 2 2 0,0-5 1 0,3-2 3 16,-5-2 2-16,0-2-2 0,-4 4 1 0,4-2-1 16,-2-2-3-16,0 9 5 0,2-5-8 0,1 0 6 15,1 0 0-15,0-4-7 0,3 0 8 0,-5 2-7 0,2 0 2 16,-3-3 4-16,-6-1-3 0,-3-4 5 0,-3-1 0 16,0-2-5-16,0 17 3 0,-2-10-3 0,-4-4 1 15,1-3 5-15,-3-2-5 0,-3-2 4 0,1-3 4 0,-3-3-8 16,0-3 9-16,0-5-9 0,-2-20 10 0,2-1 1 15,-2-2-4-15,0-7 4 0,0 1-9 0,-2 1 8 16,0 3-6-16,-2-2 7 0,1 2 1 0,-1 4-4 16,-4-4 5-16,-1 4-5 0,17 2 0 0,-10 1 0 15,-6-1 3-15,-5-4-1 0,-2-4 13 0,-5-5-16 16,-4-4 4-16,-2-2-7 0,-8-7 8 0,1 3-9 16,-2 3-5-16,-2 6-1 0,20 7-11 0,-31 6-13 15,-4 10-12-15,-10 8-6 0,-1 7-68 0,-15 7-52 16,-4-26-33-16</inkml:trace>
  <inkml:trace contextRef="#ctx0" brushRef="#br0" timeOffset="122072.49">19091 1516 13 0,'-2'0'6'0,"0"0"-1"0,-5 0 8 0,-17 2-3 0,0 0 0 15,5 0-3-15,-5 2-11 0,-4 1 10 0,2 1-9 16,0 1 8-16,2 1-3 0,5-1-5 0,-5 2 2 16,6 1-1-16,-3 1 2 0,3 0 4 0,1 0-2 15,-2-2 1-15,1 17-4 0,-1 0-2 0,3 6-1 16,-5 5 0-16,3 4-11 0,-3 7 0 0</inkml:trace>
  <inkml:trace contextRef="#ctx0" brushRef="#br0" timeOffset="122466.9">17647 4912 23 0,'1'4'4'16,"9"31"-3"-16,1 12 10 0,-2 1-7 0,0 9-4 16,1 7 0-16,-1 4 6 0,0 7-9 0,-1-7 12 15,-1-3-10-15,1-7 17 0,-3-10-1 0,3-2 0 16,-1-5 1-16,0 2 0 0,1 0-6 0,-1-1-4 0,1 3-1 15,1 3-8-15,0 2 4 0,1 2 6 0,1 6-2 16,0-2-7-16,0-4 7 0,2 5-10 0,2-7 10 16,0-5-3-16,0-4-2 0,1-10 8 0,3 1-6 15,-10-6 6-15,21-2-9 0,5-2-2 0,0-1-1 16,-1-1 11-16,3-3-2 0,-4 0-2 0,1-1-1 16,5-3-2-16,0 2 6 0,-4-4 1 0,0 2 1 15,-3-2-9-15,-2-1-1 0,1 1 2 0,1-2-1 0,-3 0 7 16,1-1-27-16,0 1-2 0,-2-1-12 0,0-3-24 15</inkml:trace>
  <inkml:trace contextRef="#ctx0" brushRef="#br0" timeOffset="122870.96">20382 4513 41 0,'16'-45'27'0,"1"-1"-2"0,-13-49 27 0,25 10 0 15,1 13 0-15,-2 7-6 0,0-6-13 0,-8-7 1 16,-3-11-4-16,-4-11 2 0,-6 1-11 0,-1 8 5 16,1 8-6-16,3 12 2 0,-5 4-3 0,-1 6-2 0,26-4 1 15,-17-7 2-15,-6-12-4 0,-5-9-4 0,-4-5 0 16,-2 3-3-16,-1 10-4 0,-3 5 0 0,1 15-4 15,-2 4-3-15,-4 3 2 0,-2-1 3 0,-4-6-2 16,-5-8-4-16,0-3-4 0,-4-2-3 0,24 4 2 16,-36 9-6-16,-7 5-7 0,-3 10 2 0,4 8-4 15,-1 3 0-15,-1 5 2 0,1 3 3 0,-3 3 0 16,-2 0 9-16,-2 2 6 0,-5-2-3 0,-6-5 5 0,-2-1-7 16,-7-5 8-16,3-2-1 0,5-1 3 0,2 1 4 15,7 2 0-15,3 2-1 0,-2 7 1 0,1 8-6 16,-3 7 10-16,-5 9-10 0,-9-23 10 0,-1 16-9 0,-10 11-3 15,1 9 0-15,9 10-5 0,-1 7-15 0,13-20-63 16,3 44-18-16</inkml:trace>
  <inkml:trace contextRef="#ctx0" brushRef="#br0" timeOffset="140704.65">19310 14692 40 0,'0'0'0'0,"0"0"28"15,0 0 10-15,0-2 27 0,0 0 9 0,0 0-17 16,0 0-1-16,0 0-25 0,0-1 3 0,0 1-4 16,2-9 20-16,2-4-3 0,-1-2-1 0,1 4-4 0,0-2-9 15,1 0-1-15,1 0-1 0,0 1-1 0,-1-1 0 16,1-2-2-16,-1 2 1 0,3-2-2 0,-3 6-4 15,-1 4-10-15,-2 1 0 0,2-1-3 0,-1-1-4 16,-1 3-3-16,0-1 1 0,0 3-2 0,0-1 9 0,0 2 14 16,-1 0 1-16,1 0 5 0,0 2-3 0,0 0-11 15,0 2-1-15,-2 2-2 0,0 22-4 0,0 2-2 16,-4 0 2-16,-1-1-3 0,-1 3-7 0,0 0 7 16,-1-2-6-16,0 1 7 0,-1-1-8 0,3-2 2 15,-1 4 0-15,0-4 2 0,1 2 6 0,-1 0-2 16,3-4-2-16,-1 0-1 0,2 0 0 0,0 0 6 15,0-5 7-15,0 3-3 0,2-3 14 0,0-5-11 16,0 3 2-16,2-6-4 0,0 0-3 0,2-1-3 0,0-3 2 16,1 1-2-16,8-7 2 0,8 14-2 0,1-4-3 15,0-5 1-15,-1-4-8 0,3-2 5 0,-2-2-7 16,0-2 5-16,1-3-13 0,-3-1-6 0,-1-3-18 16,1-2-1-16,-3 6-91 0,1-15-73 0,-3 1-10 0,-4-1-24 15,2 0-65-15</inkml:trace>
  <inkml:trace contextRef="#ctx0" brushRef="#br0" timeOffset="140846.37">19644 14265 747 0,'-1'-2'30'0,"-1"0"-1"16,0 0 0-16,0-2-2 0,0 1-8 0,2 1 10 16,0 0-15-16,0 0 4 0,-2-2-10 0,0 1-12 15,2 1 0-15,0 0 0 0,0 0 1 0,2 2 3 0,0 0-7 16,0 0-9-16,2 2-6 0,-2-2-87 0</inkml:trace>
  <inkml:trace contextRef="#ctx0" brushRef="#br0" timeOffset="141280.59">20031 14922 247 0,'0'0'14'0,"0"0"1"0,0 0 16 0,0-2 0 0,0 0 3 15,0 0 15-15,0 0-3 0,1 1-7 0,1-1 1 16,0 0-28-16,0-2 12 0,0 0-4 0,0 1 7 16,0-1-2-16,1-3 3 0,-1 1 2 0,2-1 1 15,-2 1 6-15,0 0 14 0,-1 1-6 0,1 1 7 16,-2 0-23-16,0 1-1 0,0-1-3 0,0 2 2 15,0-2-3-15,0 3-11 0,0-1 3 0,2-2-6 16,-2 0 1-16,0 1 2 0,0-1-5 0,0 2 3 0,0 0-10 16,-2 0 7-16,0 0 5 0,1 2-1 0,-3 0 5 15,-5 0 0-15,-10 4-2 0,2 2 2 0,-1 3-2 16,1 2-3-16,6-9-2 0,-4 18 0 0,2 3 1 0,2 1-7 16,-2 0 2-16,2 2-4 0,5 2 7 0,-3 0-9 15,2 1 3-15,-10-3-5 0,6 0 7 0,5-3 1 16,4-3-1-16,2-3 0 0,2 1 7 0,0-5 1 15,4 0 3-15,1-2 0 0,-1-5 6 0,18 1-11 16,2-5 8-16,0 0-9 0,1 17 0 0,3-8-2 16,4-4-6-16,1-3 3 0,0-4-8 0,0-2-1 15,3-2-12-15,4-3-1 0,-1-2-85 0,4-4-123 16,-4-6-33-16</inkml:trace>
  <inkml:trace contextRef="#ctx0" brushRef="#br0" timeOffset="141694.03">20712 14699 137 0,'0'0'32'0,"0"0"12"16,-2 0 29-16,0 0 5 0,0 0-3 0,1 0-5 16,-1 0-1-16,-2 0-4 0,0 0-14 0,1 0-3 15,-1 0-1-15,0 0-2 0,0 0-13 0,1 0-8 16,1 0 0-16,0 0-3 0,0 0-5 0,0 0 2 15,0 0 5-15,1 0-2 0,1 0 7 0,0 0 5 16,0 0-9-16,1 0 8 0,1 0-5 0,2 0-6 16,11 0 3-16,7 0-5 0,-1-2-11 0,3 0 2 0,2-1-1 15,0-1 1-15,0 0-5 0,0-1 1 0,-4 1-6 16,0 0 4-16,1 0-1 0,-3 3-3 0,2-1 0 16,-5 0-2-16,3 0-2 0,-5 2 4 0,-4 0-7 15,2 0 2-15,-9 0-27 0,0 0-23 0,1 0-29 0,-1 0-7 16,0 0-171-16</inkml:trace>
  <inkml:trace contextRef="#ctx0" brushRef="#br0" timeOffset="141962.14">20632 14959 328 0,'0'0'246'0,"0"0"-329"15,0 0 289-15,-2 0-163 0,0 0-41 0,1 0 9 16,1 0-8-16,0 0 9 0,0 0 1 0,0 0 16 16,1 0-4-16,1 0 6 0,0 0-13 0,2 0 8 15,7-2-3-15,9-2 3 0,1-1-8 0,3-3 6 16,2 1-3-16,2-2 1 0,2-1-16 0,-3 3-1 16,1 0 4-16,0 1-3 0,-2 2 4 0,-4 1-9 15,-1 1 1-15,-3 0-2 0,-1 2 6 0,-4 0-5 16,-2 0 0-16,-7 0-1 0,0 0-4 0,-2 0-28 15,-1 0-10-15,3 0-13 0,0 0-98 0</inkml:trace>
  <inkml:trace contextRef="#ctx0" brushRef="#br0" timeOffset="143170.34">21761 13873 308 0,'0'-2'34'16,"0"0"-27"-16,-2 0 34 0,0-2-11 0,1 1-1 15,1-3 1-15,-2-3 4 0,0-2-5 0,0 0-3 0,2 1 9 16,0-1-9-16,0 2 9 0,0 0-7 0,0-3 8 15,0-2 3-15,0 1-1 0,0 1 4 0,0-4-7 16,0 6 0-16,0-2-3 0,2-1-8 0,-2 5 1 16,0 3-3-16,0 1 0 0,0 2-15 0,0-2 3 15,2 1-1-15,0 1 1 0,-2 0-1 0,0 0 4 16,0 2 0-16,0 2 1 0,0 0-3 0,1 31-6 16,-1 0 2-16,0-1-3 0,0 0 0 0,-1-1 0 15,-1 1-4-15,0-1 2 0,2 3-1 0,0-1-4 16,0 1 8-16,0 1-6 0,0-2 3 0,2-1 0 0,0 1-2 15,-1-5 1-15,3 4 7 0,-2-4-5 0,0-1-2 16,0-4 0-16,0 1-1 0,-1-4 2 0,3-1 5 16,0-2-4-16,-2-5 1 0,1 0 4 0,-1-7-7 15,-2-1 7-15,0 0 1 0,2-1 7 0,0 1 1 0,0 0 1 16,0-1 2-16,0-1-3 0,-1 0 6 0,1-2-6 16,0 0-5-16,2-2 1 0,-2-1-7 0,5-27 7 15,2-3-8-15,2-3-2 0,-1 3 3 0,6-2-3 16,1-3 1-16,5 1 0 0,3-2-4 0,-5 2 3 15,0 2 1-15,1 3-3 0,-6 4 4 0,0 4-5 16,-1 4 0-16,-1 1 3 0,0 6-3 0,-1 0 3 0,-5 4-6 16,-1 3-3-16,1 3 4 0,-1-1-4 0,-3 2-5 15,1 0-10-15,0 0-5 0,-1 1-1 0,1-1-11 16,-2 0-4-16,0 2-6 0,0 0-8 0,-2 2-106 0,0 0-83 16</inkml:trace>
  <inkml:trace contextRef="#ctx0" brushRef="#br0" timeOffset="143475.25">22313 14255 261 0,'0'0'17'0,"0"0"-1"0,0-2 13 16,0 1-2-16,0-1 3 0,0 0 24 0,0 0-8 0,-2 0 5 15,0 0-10-15,0 0-15 0,0 1 5 0,0-1-5 16,0-2 6-16,1 0 3 0,-1 1 12 0,-2-1-2 15,0 0 5-15,2 4-8 0,-5-5-8 0,-4-1 2 0,0 2-5 16,0 2-7-16,-4 2-6 0,2 0-1 0,-6 8-1 16,2 1-5-16,1-5 3 0,3 22-5 0,0 2 3 15,3 1-14-15,3-1 5 0,1 0 1 0,5-6 2 16,-5-1-2-16,-9-1 3 0,6-3 0 0,3 0 1 16,4-1-3-16,2-5 3 0,0 1-5 0,0 1 5 15,2-2 0-15,4 0-3 0,-1-2 5 0,-1-3-4 16,15 1 6-16,-1-3-7 0,3 11 2 0,1-4-3 0,0-2 2 15,-1-3-13-15,1-3-23 0,-2-3-4 0,3 0-138 16,-3-3-101-16,1-3 1 0</inkml:trace>
  <inkml:trace contextRef="#ctx0" brushRef="#br0" timeOffset="143920.28">22493 14365 503 0,'0'0'64'0,"0"0"132"0,0 0-173 0,0 0-14 16,0 0 3-16,0-2-5 0,0 0 11 0,0 0-13 0,0 2 4 16,0 0-5-16,0 0 15 0,0 0 3 0,0 0-1 15,0 0 2-15,0 0 7 0,0 0 2 0,1 0 5 16,1-2-4-16,0 0-2 0,2 1 5 0,0-1-7 16,5-4 4-16,13-5-16 0,-3 2-5 0,1-2-1 15,4 0-2-15,-11 3-9 0,6-3 3 0,-6 4 1 0,0-3 2 16,-2 3 3-16,-4 3-4 0,-1-7-1 0,3 0 0 15,-3 2-4-15,-1-3 6 0,-1 3-5 0,-2 0 5 16,-2 1-1-16,0 1-4 0,-2 0 5 0,0 3-6 16,2 2-2-16,-7-4-5 0,-8-3 5 0,-4 0-4 15,1 5 6-15,-3 2 2 0,1 2-2 0,-4 6 4 16,0 1-3-16,3 3-3 0,1 3 4 0,1-8-2 0,4 19 0 16,1 4-2-16,1 4-1 0,3-1 1 0,-1 5 2 15,4-5 5-15,1-1-4 0,3 1 3 0,-14-5-9 16,6 0 4-16,5-5 2 0,4-3 1 0,2 1 0 15,2-4 8-15,2-2-5 0,1 0 6 0,3-2-3 0,5-6 8 16,11 1-2-16,2-4 4 0,2 16-7 0,5-5 0 16,1-7-5-16,12-4 2 0,-9-2-6 0,2-2-2 15,-2-2-2-15,-11 1-3 0,6-3-20 0,-10 0-33 16,-5 1-15-16,-8 1-14 0,-3 2-103 0,-1 0-110 16</inkml:trace>
  <inkml:trace contextRef="#ctx0" brushRef="#br0" timeOffset="144325.2">21542 15003 731 0,'0'0'26'0,"-2"-1"46"0,0-1-67 15,0 0 11-15,1 0-4 0,-1 0 9 0,0 0 6 16,0 0-8-16,2 2 0 0,0 0-3 0,0 0 2 0,2 0-3 16,0 0-1-16,1 0 0 0,5 0 4 0,14 0-2 15,4 0 3-15,4-1-4 0,5-1 3 0,2 0-3 16,6-2 2-16,3-1-2 0,8-1 6 0,9-1-7 15,-3-1 3-15,7 1-3 0,-4-1 8 0,-4-1-15 16,-1 2 5-16,-6-1-8 0,-4 3 5 0,-3-1-7 16,-5 2 0-16,-4 3-2 0,-5-1-1 0,-5 2 2 15,-2 0 4-15,-1 0-1 0,-5 0 3 0,-3 0-7 16,-4 0 2-16,-5 0-3 0,-3 0 1 0,1 0 5 0,-2 0-6 16,2 0 4-16,-1 0-8 0,1 0-22 15,-2 0-4-15,0 0-11 0,0 0-57 0,-2 0-138 0,0 2-53 16</inkml:trace>
  <inkml:trace contextRef="#ctx0" brushRef="#br0" timeOffset="144773.59">21963 15288 676 0,'-1'-2'23'0,"-1"0"47"0,-2-2-53 15,2 0 8-15,-3-3-1 0,-1 0 3 0,4 3 3 0,2 2-9 16,-2-2 1-16,0 1-5 0,1-1-13 0,-1 2-5 16,2 0 5-16,0 0-4 0,0 2 6 0,0 0-1 15,2 2-7-15,-1 2 4 0,7 13 1 0,5 18 3 16,-2 2-2-16,-4-5 0 0,-1 1-8 0,-2 0 12 15,-1 1-4-15,3-3 7 0,0 1-6 0,-1-2 0 16,1-1 6-16,-3 1-6 0,1 0-4 0,2-2 8 16,-4-2-7-16,-1-2 10 0,-1-4 7 0,0-1-4 0,0-4 6 15,0-6-6-15,0 2 12 0,0-7-3 0,0-1 3 16,0-1-3-16,0 2 8 0,0 0 3 0,0-2 1 16,0-1-1-16,0-1-10 0,0 0-6 0,0-1-3 15,0-1 2-15,-3-24 6 0,-1-4-11 0,4 0 6 0,0 1-9 16,2-1 4-16,2-2-10 0,1 3 2 0,4-1-3 15,4-2 4-15,2 1 1 0,2 1-3 0,2 0 3 16,-16 3-3-16,23-1-5 0,2 2 6 0,-4 0-6 16,0 7-3-16,-3 2 3 0,-1 4-3 0,-3 8 5 15,-2-3 1-15,-4-1-14 0,0 2-6 0,-2 3-8 16,1 0-59-16,-5 2-142 0,1 2-26 0</inkml:trace>
  <inkml:trace contextRef="#ctx0" brushRef="#br0" timeOffset="145131.77">22443 15577 706 0,'0'0'14'0,"0"0"0"0,-2 0-8 15,0 0 3-15,0 2-9 0,0 0 4 0,0 2 2 16,-5 7-6-16,-4 11 4 0,0 2-1 0,1 4-3 15,3-2 7-15,-1 2-7 0,5-2 7 0,-1-4 0 0,2 0 1 16,0-3 1-16,2 0 22 0,0-6 11 0,0-4 5 16,2 0 0-16,0-3 15 0,0-1-16 0,-2-3 6 15,0 0-10-15,2-2 1 0,13 11-2 0,1-3-7 16,1-3 3-16,2-3-9 0,-1-4-6 0,4-3 2 0,1-5-4 16,1-1-1-16,-6 0-7 0,-1 0 2 0,0 9-5 15,-6-17-2-15,-2 3 3 0,0-1-1 0,-5-2 2 16,9 1 4-16,-4-1 0 0,-3 1-2 0,-4 1 2 15,-2 2-5-15,0 2-9 0,-4 0 9 0,-1 4-9 16,-1 1 2-16,-13 1-13 0,-8 3-5 0,1-12-2 16,0 4-10-16,-4 5-11 0,0 5-10 0,1 2-4 15,1 4-82-15,2 0-81 0,3 1-23 0</inkml:trace>
  <inkml:trace contextRef="#ctx0" brushRef="#br0" timeOffset="145542.2">23116 14829 447 0,'0'0'13'15,"0"0"-1"-15,-1 0-1 0,-1 0 8 0,0 0-9 16,0 0 13-16,0 0 4 0,0 0-1 0,0 0 2 16,1 0-6-16,-1 0 12 0,0 0-6 0,0 0 9 15,0 0 0-15,0 0 3 0,0 0 4 0,1 0-3 16,-1 0-2-16,0 0 13 0,0 0-11 0,0 0 11 15,2 0-8-15,0 0-7 0,0 0 1 0,2 0-5 0,0 0-14 16,3 0-1-16,20-2 4 0,2-2-2 0,1 1-2 16,2-3-4-16,0 1-5 0,-1-1 3 0,3-1-6 15,-2-1-2-15,1 3 3 0,-1-1-3 0,3 0-2 16,-3 3-2-16,-8-1-7 0,-1 2 3 0,-3 0-17 0,-5 0-116 16,0 1-20-16,-7 1-43 0,0 0-152 0</inkml:trace>
  <inkml:trace contextRef="#ctx0" brushRef="#br0" timeOffset="145756.16">23258 14604 964 0,'0'0'17'0,"0"0"0"0,0-2 0 0,0 1-10 16,0 1-2-16,0 0-9 0,0 0 5 0,0 0 2 15,0 0 1-15,0 1 1 0,0 3 5 0,0 7 4 0,1 17 1 16,1 2 14-16,0 3-12 0,-2 1 0 0,0 1-5 16,0 4-12-16,0 2 3 0,0 0-6 0,0 5 5 15,-2-3-6-15,-1 5-215 0</inkml:trace>
  <inkml:trace contextRef="#ctx0" brushRef="#br0" timeOffset="147775.51">23933 14781 333 0,'0'0'0'0,"0"-2"5"16,0 0 54-16,0 0-19 0,0 0 2 0,0 0-28 0,0 1 2 15,0-1 2-15,2-2 0 0,0 0 1 16,0 1-6-16,-2 1 4 0,6-9-1 0,-3 3 3 0,1-3-1 16,0 0 14-16,-1 0-1 0,1-2 7 0,-2-2 6 0,0 0-6 15,-2 0 1-15,0 0-4 0,0 0-10 0,0 2 1 16,-2 4-7-16,0-4 7 0,0 2-3 0,-1 0-7 16,-1 2 5-16,2 5-4 0,2 2 12 0,-2-2-1 15,-2 1-1-15,-3-1-2 0,-8-2-9 0,-2 4 1 16,-1 2-4-16,1 4 2 0,0 2-20 0,1 3 5 15,-5 4-1-15,1-11 4 0,1 16 8 0,4-3-12 16,4 0 8-16,6 2-9 0,-1-4 2 0,1 0 2 16,3-4-2-16,0 0 3 0,-2-3 1 0,1 0 3 15,1-3-4-15,0 1 5 0,0 0-6 0,0-1 1 0,2 1 1 16,2-2 1-16,0 0 3 0,2 0 2 0,3-2-3 16,13 0 2-16,4-6-3 0,-1-1 1 0,-1-3 2 15,-2-1-3-15,-3 2-1 0,-2-2-5 0,-2 2-2 16,-2 3-1-16,2-3 3 0,-5-2 0 0,-1-1 6 0,-3 9-5 15,-1-1-3-15,-1 4 2 0,0 0-3 0,2-4 3 16,0 1-3-16,-1 1-11 0,1 0 4 0,0 2-4 16,-2 0 11-16,-1 2 2 0,1 1 0 0,6 12-1 15,3 13 1-15,-2 0-3 0,-3 2 0 0,-1 1 0 16,-1 3 5-16,0 3-4 0,-2-2 6 0,-1 0-5 16,-1 1 9-16,0-1-8 0,0 0 0 0,0-3-3 0,-1-1 6 15,-1-3 3-15,-2-4-1 0,0-3 2 0,-1-3 4 16,-3-3 2-16,-1 2-3 0,0-4 2 0,5-2-3 15,-18-4 1-15,-2 3-1 0,-1-8-1 0,1-1-2 16,2 3-1-16,-4 11 3 0,2-6-4 0,0-3-3 0,3-4 1 16,1-2 0-16,3 0 0 0,2 0-2 0,4 0-10 15,0 0-3-15,2-2-3 0,1 0-25 0,1 0-118 16,5 2-5-16,-2-2-48 0,3 2-101 0</inkml:trace>
  <inkml:trace contextRef="#ctx0" brushRef="#br0" timeOffset="148479.73">24160 15009 535 0,'0'0'35'15,"0"0"0"-15,0-2-6 0,0 0 0 0,0 0-14 16,0 1-4-16,0-1 16 0,0 0-12 0,0 0 13 16,0 0-21-16,0 0-7 0,0 0 6 0,-2 2-6 15,0 0 9-15,0 0 0 0,1 2 1 0,-1 0 0 16,0 2-2-16,0 1 10 0,-5 16-4 0,1-1 7 0,2-3 3 16,1 0-8-16,-1-2 9 0,2-1-9 0,0 3 4 15,0-2-9-15,0 0 0 0,2 0 0 0,0-2 4 0,0-2 3 16,0 0-3-16,0-2 4 0,0-3-3 0,0 1 0 15,0-1 0-15,0-4-2 0,2 9-10 0,-2-6 5 16,0-3 0-16,0 2 3 0,0 0 3 0,0-1-1 16,0 1-1-16,0-2 1 0,2 0 1 0,0 0-9 15,-2 0-1-15,0-2-2 0,0 0-1 0,2 0-3 16,0 0 3-16,0-2-3 0,-1 0 8 0,1-2-7 16,2-3 3-16,3-8-4 0,1-4 6 0,-1-1-7 15,3 1 4-15,1-1-3 0,-2 3 7 0,2 0-1 0,-7-1-8 16,11 5 3-16,0 0-8 0,-2 4 11 0,-4 1-3 15,-2 1 4-15,3 1-5 0,1 2-3 0,-2-3 4 16,8-2-5-16,-10 5 1 0,4 2-2 0,-1 2 3 16,-5 0-2-16,3 2 3 0,-3 0 5 0,-1 0-3 0,-1 7 6 15,9 8-5-15,-1 1 0 0,-6-3 2 0,1 2-1 16,-2 0 2-16,-4-12-1 0,1 8-4 0,-1-5 3 16,0-5 7-16,0 3-4 0,0-4 9 0,0 0-8 15,0 1 8-15,0 1 4 0,0 0-2 0,0-2 2 16,0-1-11-16,0 1-4 0,0 0 4 0,0-2-3 15,0 0 0-15,2 0 5 0,0-2-9 0,0-1 8 16,2-5-11-16,9-14 3 0,-4 3 3 0,2-1-1 0,0-1-3 16,0 5 1-16,1-3 1 0,-5 6 3 0,0 2-2 15,-1 2-2-15,-2 1-4 0,-1 3 2 0,-1 1 0 16,-2 2 0-16,4-2-1 0,0 1 1 0,-1 1 1 0,1 0-8 16,0 0 4-16,-2 2-3 0,0 0 13 0,1 0-3 15,1 2 0-15,0 0-2 0,1 13-4 0,-1 3 2 16,2-3 2-16,-3 2 0 0,3 0 1 0,-2-4-1 15,3 1-2-15,-1-4 1 0,-1-5-4 0,3-1-37 16,-3 0-28-16,-1-2-11 0,3 3-167 0,-1-1-94 16</inkml:trace>
  <inkml:trace contextRef="#ctx0" brushRef="#br0" timeOffset="150175.23">26173 15024 510 0,'0'0'49'16,"0"0"-5"-16,-2 0 1 0,0 0 5 0,0 0-20 0,0 0-3 15,0 0-18-15,1 0 4 0,1 0-7 0,0 0 10 16,0 0 12-16,0 0-1 0,1 0 4 0,1 0-7 15,2 0 14-15,7 0-12 0,11 0 11 0,3-2-19 16,1 0 5-16,1-2 3 0,1-1-2 0,2-1-10 0,-2 3-5 16,3-1-3-16,-5 0 1 0,-2 2-5 0,1 0-2 15,-5 1-2-15,-5-1-1 0,2 0-14 0,-12 2-6 16,4-2-13-16,-3 2-14 0,1 0-214 0</inkml:trace>
  <inkml:trace contextRef="#ctx0" brushRef="#br0" timeOffset="150378.78">26421 14781 848 0,'0'0'28'0,"0"0"59"16,-1 0-80-16,-1 0-2 0,0 0 1 0,0 0 0 15,0 2 14-15,0-1 16 0,2 3-2 0,-3 17 6 16,-3 6-5-16,0 5-10 0,1 1 1 0,-1 1-6 15,1 3-5-15,-1 2-9 0,2 0-4 0,1 2 0 16,-1-2-2-16,2 0-10 0,2 0-24 0,-2 0-10 16,0 0-221-16</inkml:trace>
  <inkml:trace contextRef="#ctx0" brushRef="#br0" timeOffset="152575.65">27086 14606 82 0,'0'-2'14'0,"0"0"31"16,0 1-37-16,0-3 16 0,0-2 2 0,-2-7 4 0,0 0 10 15,1 4-3-15,-1 0-1 0,0-2-1 0,0 1 2 0,-4-8-1 16,5 8 1-16,-3-3-2 0,0 0 9 0,4 10-15 16,-4-10 9-16,3 5-12 0,-1 1 9 0,0-2-11 15,0-3 2-15,0 3-4 0,2 0 0 0,-2-2-3 16,2 7-1-16,0-3 1 0,0-5 6 0,0 9-12 16,0-1 9-16,0 0-10 0,0 1 9 0,0-1-6 15,0 0-5-15,0 0 1 0,0 3-8 0,0-1-3 16,0 0 3-16,0 2-2 0,0 2 5 0,0 1 0 15,-2 14 3-15,1 13-2 0,-1 3 5 0,-2 1-10 0,2 1-1 16,0-5-1-16,0-2 3 0,1-1-3 16,-1-1 5-16,0 0-5 0,-2 0-2 0,2-1 5 0,0-3-4 15,1-2 4-15,-1 1-8 0,0-3 5 0,2 3 0 16,0-5 3-16,0-1 2 0,0 0 3 0,0-2 1 16,0 0-2-16,0-4-8 0,0 1 7 0,0-5-2 15,0 1 7-15,0-4 3 0,0 1 10 0,0 1 0 0,0 0 5 16,0 0 8-16,0-3 13 0,2 1-9 0,0 0 7 15,-1-2-25-15,1 0-4 0,2-2 1 0,7-7-3 16,6-6-5-16,0-9-3 0,1 0 0 0,-1-2 0 16,0 2 5-16,-3 0-14 0,3-2 5 0,-2 1-8 15,-2-1 4-15,-2 4 2 0,0 0-3 0,-5 3 4 16,-2 3 0-16,-1 1-5 0,3 5-3 0,-1 1-1 0,3 5-2 16,-6 1-21-16,-2 1-1 0,2 2-8 0,1-4-16 15,1 2-108-15,0 0 1 0,-2 1-43 0,-1 1-32 16</inkml:trace>
  <inkml:trace contextRef="#ctx0" brushRef="#br0" timeOffset="152851.28">27485 14849 426 0,'0'0'61'0,"0"0"2"0,0 0-23 15,0 0-4-15,0-1-24 0,0-1 2 0,0 0 14 16,2 0-4-16,0 0 6 0,0 0-14 0,0 0-3 0,0 1 1 15,0-1 0-15,-1 0 4 0,1 0 9 0,-2 0-5 16,0 0 7-16,0-1 6 0,0-1 5 0,-2 2 3 16,1 0-1-16,-1 0-8 0,0 0-7 0,0 1-1 15,-2-1-2-15,2 2 3 0,-14-6-15 0,3 4 4 0,-2 2-8 16,2 0 2-16,0 4-2 0,2 2-3 0,0 1 1 16,3-1-1-16,-3 12-5 0,4 3 6 0,-3-5-6 15,3 1 1-15,-4 0 1 0,3-4-2 0,1 2 3 16,3-2-2-16,2-4 1 0,2 2-2 0,0-2 1 15,0-3 3-15,4 3-8 0,-2-5 1 0,2-2-7 16,14 11-15-16,6-4-155 0,4-5-26 0</inkml:trace>
  <inkml:trace contextRef="#ctx0" brushRef="#br0" timeOffset="153263.2">27723 14942 423 0,'0'0'94'0,"0"0"0"0,-2 0-12 15,0 0-10-15,0 0-27 0,1 0 1 0,-1 0-4 16,0 0-2-16,0 0-3 0,-2 0-24 0,2 0-2 16,1 0 0-16,-1 0-2 0,0 0-7 0,0 0 2 15,0 0 2-15,0 0-1 0,0 0 5 0,1 0 14 16,1 0-3-16,0-2 8 0,0 1 1 0,1-1-14 16,1 0 1-16,2 0-5 0,15-9 1 0,1-2-6 0,-1 0 2 15,1-2-4-15,-3 0 4 0,-2 2-6 0,-2 2-2 16,-6-2 0-16,0 2 0 0,-1-2 2 0,-2 4 3 15,-2-1-4-15,7-1-3 0,-5 6 5 0,1-5-4 16,-3 5 6-16,0-1-4 0,-2 2-3 0,0 1 4 16,0-1-3-16,-2 0-3 0,0 2 6 0,-2 1-2 0,-5-1 4 15,-9 2-6-15,-3 2 5 0,-3 5-2 0,4 4 6 16,-1 2-5-16,3-4-2 0,3 17 3 0,-2-3-3 16,8-1 1-16,1-2-3 0,5-1-2 0,-9-2 3 15,3-2 7-15,4-1-3 0,3 1 2 0,2-2-3 16,0 0-1-16,3-2 9 0,1-1-2 0,4-1 4 15,3-5-3-15,15-3-4 0,2 18 2 0,3-8-3 0,3-3 5 16,-1-7-8-16,6-1-1 0,-4-1-2 0,2-3-12 16,-1-2-28-16,-1 1-35 0,2-3-5 0,-7 1-177 0</inkml:trace>
  <inkml:trace contextRef="#ctx0" brushRef="#br0" timeOffset="153665.34">26912 15455 227 0,'0'0'79'16,"-2"0"-3"-16,0 0 10 0,0-2 0 0,0 0-24 16,0 0-8-16,0 0-12 0,1 0-10 0,-1 1 0 15,0-1-37-15,0 0 7 0,0 0-2 0,2 2 4 16,0 0 5-16,0 0 5 0,2 0-3 0,0 0 3 16,2-2-3-16,12-2 5 0,10-1 4 0,8-1-2 15,1 1 7-15,8-1 6 0,3 1-1 0,8-1 2 0,7-1-7 16,6-5-7-16,6 1-1 0,3 2 0 0,-6-4 9 15,1 0-11-15,-4-2 4 0,-1-2-8 0,-2 1-3 0,2-1 3 16,1 0-4-16,2 4 4 0,-4 0-2 0,-7 2-9 16,-6 4 3-16,-10 1-4 0,-3 2 9 0,-5 1-3 15,-8 1 0-15,-4 0-3 0,-5 0-2 0,-4 2 2 16,-2 0-1-16,-8 0-1 0,3 0-20 0,-4 0-7 16,2 0-10-16,-1 0-3 0,1 0-88 0</inkml:trace>
  <inkml:trace contextRef="#ctx0" brushRef="#br0" timeOffset="155835.81">27131 15510 99 0,'0'0'16'0,"0"0"-3"0,0 0 24 16,0 0-8-16,0 0 6 0,0 0-16 0,0-1 2 15,0-1 4-15,0 2-4 0,0-2-12 0,0 0 7 16,0 0-6-16,0 0 7 0,2 0-5 0,-2 1 13 16,1-1 4-16,1 0 3 0,-2 0 13 0,2 0-10 15,-2 0-4-15,0 0-1 0,0 1-6 0,0-1-7 16,0 2 7-16,0 0-7 0,0 0-4 0,2 0 4 15,-2 0-11-15,0 0 8 0,0 0-15 0,0 0 11 16,0 0-1-16,0 0 3 0,0 0-13 0,0 0 5 0,2 0 0 16,0 0 5-16,0 0-1 0,-2 0 4 0,0 0-2 15,1 0 4-15,-1 0-2 0,2 0 1 0,0 0-4 16,-2 0 3-16,2 2-2 0,-2-1 2 0,2 1 0 16,0 0 0-16,0 0-3 0,-1 0-1 0,1 0 1 0,0 0-1 15,0-1-7-15,0 3 7 0,-2 0-8 0,0 1 7 16,2 5-10-16,0 1 3 0,-1 2 2 0,1 0 0 15,0 0 2-15,0 2 3 0,0 0-2 0,2-1 3 16,-1 3 0-16,1 0 3 0,-2-1-3 0,0 3 2 16,-2-2-2-16,0-1-1 0,0 1 11 0,0-2-8 15,0 2 5-15,0-2 7 0,0 1-6 0,0-3 7 16,0 0-7-16,0-3 2 0,0-3-1 0,-2 2 2 0,2-3-1 16,0 3-2-16,0-5-5 0,0 0 2 0,0-1-13 15,0-1 8-15,0 2 0 0,-2 1 2 0,0 1-5 16,2-4 0-16,-2 3-2 0,0-1 1 0,1 0 9 0,-1 0-9 15,0-3 8-15,0 1-8 0,0 0 4 0,0 0-2 16,0 0-3-16,1 0 3 0,-1 0 4 0,0-1 3 16,0-1-2-16,0 0 1 0,0 0-10 0,0 0 1 15,1 0 3-15,-1 0-2 0,0 0-5 0,0-1 8 16,0-1-7-16,0 0 8 0,0 0-7 0,2-2 4 16,0-1-1-16,-1-6 2 0,-1-2-5 0,2 0-1 15,-2-2 5-15,2 2-4 0,0-2 3 0,-2 0-1 16,0 0-1-16,2 0 0 0,-2-1 1 0,2-1 0 0,0 0 0 15,0 0-2-15,0 1-4 0,0 1 7 0,0 0-4 16,2 2 5-16,2 0-5 0,0 2 0 0,1 0 2 16,1-2-2-16,1 2 1 0,-5 1 4 0,18 1-6 15,6 0 3-15,-3 0-7 0,6-1 3 0,-3 3 3 0,-1 1-1 16,2-1 2-16,-1-1-2 0,0 3-3 0,0-3 0 16,-5 5-10-16,-1 1 5 0,-3 0-10 0,-2 0 6 15,0-9-20-15,-2 4-97 0,-6 3-16 0,1 0-40 16,1 0-166-16</inkml:trace>
  <inkml:trace contextRef="#ctx0" brushRef="#br0" timeOffset="156580.81">27552 15802 523 0,'0'0'12'0,"0"0"3"0,0-2 5 15,0 0-6-15,0 0 2 0,0 0-7 0,2 1 3 16,0-1 0-16,0 0 1 0,0 0-4 0,-1 0-2 16,1 2 2-16,0 0 0 0,0 0 3 0,0 0 17 15,0 2-3-15,0 0 10 0,-1 2 22 0,-1 5-7 16,0 11 4-16,0 6-6 0,-1 0-11 0,-3-3-21 15,-4 3 0-15,1-6-7 0,0 2-6 0,-1 1 4 16,3-9 0-16,-1 5 2 0,4-10-2 0,-1 2 0 0,1-5-5 16,2-4 2-16,-2 2-8 0,2-1 10 0,0-1 2 15,-2 2 4-15,2 0 1 0,0-3 4 0,0 1-6 16,0-2 5-16,2 0-5 0,0-2-11 0,1 1 6 16,-1-12-7-16,13-10 8 0,-2-5-1 0,4 2-2 0,-4-1 0 15,2 1-12-15,-4 7 10 0,0 2 0 0,-2 8 4 16,-1 0-11-16,-3 5 8 0,-1 2-4 0,-2 2 5 15,1-2-9-15,1 0-1 0,-2 2-1 0,2-1 2 16,-2 1 10-16,-1 0-9 0,1 0 6 0,0 0-7 16,2 1 5-16,1 7 0 0,8 12 2 0,-5-3-1 15,-1 3 6-15,-3-5-6 0,-2-5-1 0,0-1-1 16,-2-4 0-16,0 1 1 0,0 1-3 0,0-3 2 0,0-2-5 16,0 2 5-16,0-1-6 0,0 1-1 0,0 0-58 15,0-2-78-15,0 0 2 0,0-1-30 0,0-1-33 16</inkml:trace>
  <inkml:trace contextRef="#ctx0" brushRef="#br0" timeOffset="156749.54">27532 15800 294 0,'0'0'60'0,"-2"0"79"0,0-2-56 0,0 0-13 16,0 0-7-16,1 1 0 0,-1-1-15 0,0 0-26 16,0 0 10-16,0 2-15 0,2 0 14 0,0 0-4 15,2 0 5-15,0 0-3 0,2-2 14 0,5 0-15 16,13-3-2-16,6-3-4 0,0 3-5 0,-2 1-15 0,0 0 0 15,-2 1-4-15,-4-1 1 0,-1 0-7 0,-4 2-6 16,0 0-2-16,-2 1-33 0,1-1-154 0,-1 0-34 16</inkml:trace>
  <inkml:trace contextRef="#ctx0" brushRef="#br0" timeOffset="156965.03">27976 15742 440 0,'0'0'270'0,"0"0"-348"0,0 0 309 0,-2-1-169 0,0-1-48 15,0 2-15-15,0 0 5 0,2 0-7 0,0 0 3 16,0 0 12-16,2 0-10 0,0 0 13 0,2 0-12 16,-1 0 11-16,14-2 1 0,5-2 0 0,1 0-11 0,-1 1-1 15,-5-1-6-15,1-2 3 0,-3 3-4 0,0-1-3 16,0 0 0-16,-8 2-3 0,1 1-13 0,1-3-69 15,-6 4-9-15,1-2-22 0,2 0-46 0</inkml:trace>
  <inkml:trace contextRef="#ctx0" brushRef="#br0" timeOffset="157170.41">28081 15546 319 0,'0'0'36'15,"0"0"57"-15,0 0-35 0,0 0-21 0,0 0 0 16,0 0-11-16,0 0-15 0,0 0 8 0,0 0 7 15,0 0-2-15,0 2 6 0,0-1 11 0,0 3-11 16,0 0 13-16,2 18-7 0,0 2-15 0,0 0 4 0,0 6-9 16,0-2-3-16,-2 2-6 0,-2-3-3 0,-4 1 0 15,-1-2-5-15,-1-2 1 0,3 1 2 0,-1-5 0 16,3-7-8-16,-1 2-24 0,2-6-37 0,0-1-2 16,0 1-166-16</inkml:trace>
  <inkml:trace contextRef="#ctx0" brushRef="#br0" timeOffset="157589.1">28438 15470 439 0,'0'0'81'0,"-2"-2"180"0,0 0-242 0,0 0-15 16,0 0 0-16,1 0-6 0,-1 0 1 0,0 2-1 15,0 0 2-15,2 0 0 0,0 0 8 0,0 2-10 16,0 0 4-16,0 2-5 0,0 3 9 0,0 10 2 16,0 2-2-16,2-1 1 0,0 3-8 0,0-1 6 15,-1 2 0-15,1-1 3 0,0 1 5 0,-2 0 11 0,0-1 9 16,0-3 0-16,0-1 19 0,0-2-8 0,0-4-5 16,0-4 1-16,0 3-9 0,0-5-14 0,0-3 4 15,0 0-8-15,0 2 3 0,0-1 8 0,0-1-1 16,0 0 4-16,0 0-5 0,0-2-2 0,0 0-5 0,0-2 2 15,0-2-1-15,0-9-7 0,0-13 3 0,2 0-6 16,2 0 7-16,-1 0-3 0,3-3 0 0,1 1-3 16,1 2-5-16,1 0-2 0,0 4 4 0,-1 3-4 15,-1 0 6-15,-1 6-6 0,-1 2 0 0,-1 6 0 16,2-3 2-16,-3 3-1 0,-1 3-4 0,4 0 0 16,1-4-17-16,-1 3-14 0,-1 1 2 0,-1 2-10 0,2 0-27 15,-3 0-115-15,1 0 3 0,2 0-41 0,-1 0-8 16</inkml:trace>
  <inkml:trace contextRef="#ctx0" brushRef="#br0" timeOffset="157993.57">28711 15601 154 0,'0'0'44'0,"0"0"47"0,0 2-1 0,-2 0-5 16,0 0-2-16,0 0-1 0,0 0-9 0,1-1-14 15,-1 1 0-15,0 0-6 0,0 0-8 0,0 0-15 16,0 0 1-16,0 0-6 0,1-1-1 0,-1 1-9 15,0 0 0-15,0 0-3 0,0 0-2 0,0 2 5 16,0-1 0-16,1 1 1 0,-3 2 0 0,0 1 3 0,0 0-2 16,1 1 1-16,-1-1 0 0,2-3-4 0,0 0 0 15,2-1-3-15,-2 1-12 0,1 0 10 0,-1 0-3 16,2-1 7-16,0-1 6 0,0 0-1 0,0 0 1 0,2 0-2 16,-1-2-9-16,1 0 0 0,2 0-3 0,2-2 2 15,14-7-7-15,-3-1 3 0,-1 1-1 0,7-4 1 16,-7 2 1-16,3 0 0 0,-2 0-2 0,-2 1 0 15,-3 1-2-15,-4 3 0 0,-1 1 1 0,-5 5 0 16,0 0-2-16,0 0 3 0,2-2-1 0,-1-2 1 16,1 3-4-16,-2-1 1 0,0 0 0 0,0 2 0 15,-1 0 2-15,-1 2 4 0,0 0-2 0,0 1 2 0,0-1 4 16,-1 11-4-16,-1 2 1 0,0-4-3 0,2 0 2 16,0 0-5-16,0-3 4 0,0-3-4 0,2 1 15 15,-2-4 3-15,2 1-3 0,1 1 3 0,7 2-3 16,12 1-2-16,-2-5 0 0,10-4-4 0,-6-3-4 0,-2-3-4 15,8-1 3-15,-8 1-4 0,3-1-2 0,-7 2 4 16,-1 1-5-16,-6 2 3 0,0 1-15 0,-3 1-40 16,1-2-63-16,2 0-25 0,-2 3-521 0</inkml:trace>
  <inkml:trace contextRef="#ctx0" brushRef="#br0" timeOffset="163131.6">3673 14916 56 0,'0'0'0'0,"0"0"7"16,0 0 74-16,0 0-11 0,0 0 4 0,-2 0-28 15,0 0-8-15,0 0-9 0,0 0 0 0,2-2-1 16,0 1-7-16,0-1 3 0,0 0 3 0,0 0-1 16,0 0-4-16,0 0 0 0,0 0-5 0,0-1 4 0,0-1 4 15,0 0-11-15,4-7 9 0,0 0-10 0,1-2 4 16,1 0 9-16,1 0-7 0,-1 0 8 0,1 0-5 16,-1 0-14-16,0 0 3 0,-1 2-5 0,1 2 9 0,-3 1-4 15,1 1-2-15,0-1-2 0,-2 5-5 0,0-1 10 16,-2 2-1-16,1-2 3 0,1 1 1 0,0-1-9 15,0 2 8-15,0 0-7 0,-2 0 11 0,0 0 1 16,0 2-8-16,0 0 6 0,0 2-11 0,-2 0-1 16,0 2 4-16,-3 5-4 0,-8 13 8 0,0 3 1 15,0-1-4-15,1 0 2 0,3 0-5 0,2-4 5 16,-1 3-3-16,5-5 4 0,-1 1 2 0,0-1-11 16,2 1 6-16,2-2-10 0,0-3 3 0,0 5 4 15,2-4-2-15,2 0 3 0,1 1-5 0,-1-6-3 0,0-1 0 16,0-2 0-16,1 1 4 0,1 1-5 0,5-5 5 15,-4 0-6-15,3-1 0 0,-1-1-12 0,-2 4-6 16,3-4-1-16,-3 3-19 0,-1-1-142 0,-5-4 11 16</inkml:trace>
  <inkml:trace contextRef="#ctx0" brushRef="#br0" timeOffset="163351.56">3875 14341 862 0,'0'0'32'0,"-2"0"-5"0,1 0 9 16,-1 0 4-16,-2 0-13 0,0 0-6 0,1 0-3 16,-1 0-1-16,0 0-1 0,0 1-11 0,3 1-3 15,-1 0-1-15,0 0-1 0,0 2-9 0,2-1 1 16,0 1-12-16,0-2 5 0,0 4-46 0,2 5-239 15</inkml:trace>
  <inkml:trace contextRef="#ctx0" brushRef="#br0" timeOffset="164724.62">4308 14931 431 0,'0'0'32'0,"0"-2"38"16,0 0-21-16,-2 1-10 0,0-1-3 0,0 0-1 16,0 0-2-16,-1 0-12 0,-1 0 7 0,2 2-9 15,-11-5-2-15,2 1 4 0,0 0-12 0,0 1 10 16,-4-1-5-16,2 0-4 0,-2 0 12 0,4 3-9 16,-2-3 7-16,0 0 7 0,2 0-6 0,-2 1 7 15,2 1-10-15,-1 0-1 0,1 0 1 0,0 0-1 0,0 0 3 16,0 2-9-16,2 0 2 0,1 0-5 0,-1 0 0 15,1 0 4-15,1 2-3 0,0 0 4 0,1 0-4 0,1 2-4 16,1 11 0-16,0 5 1 0,2 2 8 0,0 2-13 16,1 4 7-16,-18 0-9 0,8-2 5 0,5-2 1 15,3-2-3-15,3 3 3 0,0-5-5 0,1-1 7 16,1-8 0-16,2 4 2 0,2-2-7 0,-1 0 9 16,4 3-3-16,-1-5 6 0,1 2 0 0,-3-5 3 15,10-1-6-15,5-3 5 0,3 11-5 0,6-4-5 16,-1-5 0-16,7-6-3 0,3-2 1 0,0-6-7 15,3 1 1-15,-5-4-8 0,2-4-21 0,0 0-62 16,-3-2-45-16,-1 1-16 0,-2 1-244 0</inkml:trace>
  <inkml:trace contextRef="#ctx0" brushRef="#br0" timeOffset="166526.31">3508 16145 81 0,'0'-1'30'0,"0"-1"46"15,0-2-16-15,0-11 12 0,-2-3-2 0,2-1 2 16,-2 0-19-16,2 3-6 0,0-5-1 0,0 5-3 0,0 1-14 16,0 2 0-16,0 0-4 0,0 3 2 0,0-3-17 15,0 4 3-15,0 5-7 0,2 1 7 0,0-1-1 0,-1 2-3 16,1 0 7-16,0 0-6 0,0 1 7 0,0 1 8 16,0 0-7-16,0 1 6 0,1 9-20 0,5 25 9 15,-3 4-4-15,-3 0 6 0,-2 4 2 0,0-1-8 16,0-1 4-16,0-4-7 0,-2-3-3 0,0-5 6 15,1-3-4-15,-1-7 5 0,0 1 2 0,0-3 2 16,2-4 1-16,0 0-2 0,0-5 0 0,0-3 15 16,0-1-3-16,2 0 7 0,0-1-7 0,0 1 4 15,-1-2-5-15,3 0 4 0,0-2-15 0,9 2 1 0,2-2-2 16,5-2 0-16,-7-2-8 0,8-3 6 0,1-5-1 16,0-1 3-16,6-5-5 0,-4 12 0 0,-2-18-1 15,-1-4 0-15,1-1 5 0,-3-3-9 0,-1-3 5 16,1 7-6-16,-4-4-1 0,-4 6 1 0,-2 6-3 15,-1 0 4-15,-3-1-2 0,-3 1 4 0,0 1-5 0,13-1 3 16,-6 3-7-16,-5 8-10 0,-2 1-1 0,-2 5-7 16,1-1-40-16,-1 0-74 0,0 0-25 0,0 3-30 15,0-1-205-15</inkml:trace>
  <inkml:trace contextRef="#ctx0" brushRef="#br0" timeOffset="166867.47">4198 16340 573 0,'0'0'27'0,"0"-2"-2"0,0 1-11 15,0-1 8-15,0-2-15 0,0-3 37 0,-2-10-17 16,2-2 4-16,0-1-9 0,0 3 5 0,0 2 7 15,0 1 1-15,0 4 0 0,0-1-3 0,0 4 0 16,0-1-4-16,0 3 2 0,-1-1-9 0,1 4 4 16,-2-1-3-16,-2-1 1 0,-3 0-10 0,-8 0 11 0,2 4-6 15,-2 2 7-15,2 2-11 0,0 3 0 0,-2-5-3 16,2 22 0-16,-2 2-11 0,2-3 11 0,0-1-3 16,4-4 5-16,0 1-3 0,3-4-3 0,2 2 3 15,-5-4-4-15,2-2 5 0,1 0 1 0,4-2-7 0,2-1 4 16,0-1-2-16,0-1 1 0,2-1 6 0,0-1-6 15,-2-2-5-15,17 0 2 0,3 12-5 0,4-2 4 16,4-3-11-16,0-4-13 0,0-3-2 0,-2-2-9 16,3-2-50-16,-1-1-159 0,0-3-18 0</inkml:trace>
  <inkml:trace contextRef="#ctx0" brushRef="#br0" timeOffset="167286.64">4442 16374 600 0,'-2'0'54'0,"0"0"113"0,0 0-148 0,0 0 0 15,0 0 4-15,0 0-3 0,1 0 3 0,-1 0 0 16,0 0 0-16,2 0 2 0,0 0 3 0,0 0 10 16,2 0-5-16,0 0 8 0,-1 0-8 0,24-8-6 15,-1-1 4-15,0-2-4 0,0-2-3 0,0-4-2 16,0 13-7-16,0-16 4 0,1-2-15 0,-5 7-3 0,0-5-1 15,1-1 1-15,-6 3 5 0,-2-5-4 0,-4 5 4 16,-2 3-4-16,-1-6 5 0,-4 5-6 0,0-1 3 16,11-2-3-16,-6 6 1 0,-1-1 7 0,-5-1-3 15,-1 4 5-15,0 7 2 0,0-2-2 0,-1 3-1 0,-3 1-1 16,-5-2-7-16,-12 0 5 0,1 4 0 0,-3 4 2 16,1 5 1-16,-2 2-7 0,-4 8 2 0,0-12-3 15,2 25 4-15,4 0-5 0,-2 1 5 0,11 0-6 16,-9-5 6-16,7 0-9 0,4 0 2 0,-2-6-3 15,11 2 4-15,-11-5 7 0,5-2-6 0,7-3 5 16,1-1-4-16,1-3-1 0,3-1 3 0,-2-3-3 0,24-1 1 16,2 14 1-16,0-8 2 0,-2-4-1 0,5-3-2 15,1-4-3-15,1-2-5 0,3-3 3 0,1-3-1 16,2-1-10-16,1 0-3 0,-2-1-4 0,2-1-24 16,-1 0-152-16,0 2-8 0</inkml:trace>
  <inkml:trace contextRef="#ctx0" brushRef="#br0" timeOffset="174504.68">29145 14952 11 0,'0'0'0'0,"0"0"3"15,0 0 40-15,0-2 5 0,0 0-1 0,0 0-7 16,0 0-10-16,0 0-19 0,0 0 11 0,0 1-12 16,0-1 3-16,0 0 12 0,0 0-5 0,0 0 9 0,0 0 9 15,0 0 10-15,-2 1-4 0,1-1 3 0,-1 0-18 16,-2 0-2-16,0 0 3 0,1 0-2 0,-10-3 8 16,0 1 6-16,0 2 1 0,3 0 2 0,-3 0 3 15,4 2-5-15,0 0-1 0,-1 0-2 0,1 0-6 0,5 0 5 16,1 0-1-16,-1 0 2 0,0 0-12 0,1 0-19 15,-1 0-2-15,2 0-2 0,0 0 6 0,2 0-2 16,0 0-1-16,2-1-1 0,0-1-3 0,2 0 2 16,18-2-1-16,6-1 2 0,0 1 2 0,3 0-4 15,1 0 4-15,-4 3-4 0,-1-1 5 0,-1 0 0 16,-1 2 0-16,-3 0-2 0,-2 0-5 0,1 0 1 16,-5 0-2-16,1 0 2 0,-2 0-2 0,-2 0 3 15,-2 0-4-15,-2 0 2 0,-3 0-3 0,-2 0 0 0,-2 0 2 16,1 0-2-16,1 0 0 0,0 0 3 0,-2 0-3 15,-1 0 2-15,1 0-17 0,0 0-20 0,-2 0-11 16,0 0-8-16,0 0-69 0,-2 0-68 0,0 0-56 0</inkml:trace>
  <inkml:trace contextRef="#ctx0" brushRef="#br0" timeOffset="174774.72">29032 15198 213 0,'0'0'98'0,"0"0"-128"16,-2-1 106-16,0-1-58 0,0 0-25 0,1 0 0 0,1 0 3 15,0 0-4-15,0 0 3 0,1 1-41 0,1-1-13 16,0 0-10-16,0 2-31 0</inkml:trace>
  <inkml:trace contextRef="#ctx0" brushRef="#br0" timeOffset="175056.54">29060 15171 123 0,'0'0'64'0,"-2"0"-18"0,0 0 60 0,0 0-10 15,-1 0-35-15,-1 0 2 0,0 0 0 0,-5 0 2 16,3 0 9-16,3 0-14 0,-1 0 5 0,0 0-11 0,2 0-14 15,0 0-12-15,1 0-1 0,1 0-2 0,0 0-1 0,1 0-13 16,1-2 2-16,2 0-5 0,20-6 9 0,4 1 4 16,5-2-3-16,-1 1 4 0,-2 3-9 0,-2-3 1 15,-4 3-4-15,2 1 1 0,-2 0-12 0,-4 2 1 16,-3 1-3-16,-4 1 1 0,2 0-12 0,-4 0 6 16,-2 0-7-16,2 0 1 0,-3 0-39 0,-4 0-101 15,1 0-22-15,-3 0-34 0,2 1-130 0</inkml:trace>
  <inkml:trace contextRef="#ctx0" brushRef="#br0" timeOffset="175484.63">29385 14833 625 0,'0'0'41'15,"0"0"-6"-15,-2 0 6 0,0-2 11 0,0 0-18 16,0 2 17-16,1-2 4 0,-1 0-4 0,0 2 2 16,0-2-24-16,0 2 0 0,0 0-3 0,0 0 2 15,1 0-13-15,-1 0 3 0,0 0-5 0,2 0 5 0,0 0-7 16,0 0 0-16,0 0 2 0,2 0-1 0,0 0-2 16,-1 0-7-16,3 0 1 0,2 0-2 0,10 4-1 15,-1 2 3-15,0-1-3 0,4 5 2 0,-5-3-5 0,1 0-3 16,0 3 6-16,-6-5-2 0,4 5 6 0,4 1 2 15,-2-2-7-15,-4-2 6 0,0 1-13 0,0-1 7 16,2 3-1-16,2-1 2 0,2 2 10 0,-4-4-11 16,-4-1 4-16,6 3-5 0,-2-1-1 0,-2-1 0 15,2 0 4-15,-3-1-2 0,-1 1 0 0,0 1 7 16,-1-3-8-16,1 8 7 0,-2-1-4 0,-1 1 3 16,-2-2 4-16,-3 2-1 0,-1 3 4 0,0 1-3 15,-5 4-3-15,-4-3 0 0,7 1-3 0,-30-6 3 16,2 3 1-16,-1-4-1 0,-1-3-7 0,1 2 1 0,1 0 0 15,2 2 0-15,0-2-22 0,4 0-66 0,4-1-40 16,3-1-19-16,4 2-242 0</inkml:trace>
  <inkml:trace contextRef="#ctx0" brushRef="#br0" timeOffset="197931.8">22760 1789 894 0,'0'0'33'15,"-2"-2"73"-15,0 0-98 0,-1 1-10 0,-3-1 2 16,-9-2-5-16,6 2 3 0,0 2-103 0,1 0-45 16</inkml:trace>
  <inkml:trace contextRef="#ctx0" brushRef="#br0" timeOffset="200196.56">23961 2788 1297 0,'0'0'30'0,"0"0"63"0,0 0-89 0,0 0 33 16,0 0 10-16,0 0 9 0,0-2 33 0,0 0-56 16,2 1-1-16,0-1-19 0,2-2-12 0,5-3-25 15,11-6-5-15,-1 1-10 0,0 1-43 0,-1 2-115 0,-1 2 2 16,0 1-49-16,-3 4-84 0</inkml:trace>
  <inkml:trace contextRef="#ctx0" brushRef="#br0" timeOffset="-166010.21">24882 14556 29 0,'0'0'0'0,"0"-2"5"0,0 0 54 0,-2 0-11 16,1 1 13-16,-1-1-20 0,0 0 9 0,0 0-9 15,0-2 0-15,0-3-2 0,-1-2-2 0,1 3 0 16,0-1 0-16,0-3 0 0,-2-1-2 0,2 2-3 15,2 3 2-15,0 3-2 0,0-1-2 0,0 0-11 16,0 0 1-16,0-1-4 0,0-1 8 0,0 4 0 0,0-3-3 16,0 3 2-16,0-2-5 0,0 1-2 0,0-1 3 15,0 2-1-15,0 0 6 0,0 0-7 0,0 0 6 16,0 2-6-16,0 0-6 0,0 0 7 0,0 0-9 0,0 2 9 16,0 0-3-16,0 2-7 0,4 22 1 0,2-4-4 15,-1 4-1-15,1-2 2 0,-1 0 3 0,3-1-3 16,-1 3 2-16,-1-6-3 0,-1 2-1 0,-1-1 0 15,2-1 5-15,-1-1 2 0,1-1 0 0,-1 1 1 16,-1-2 2-16,0-2-4 0,0 1 9 0,-3-1-9 16,1-2 3-16,0-2 3 0,0 0-2 0,0 1 3 15,-2-5-7-15,0-1 8 0,0-1-9 0,0-3 10 16,0 2-4-16,0-2 0 0,0 1 4 0,0 1-4 0,0 0-5 16,-2-2 0-16,0-1-4 0,0 1 4 0,0 0-4 15,1 0 5-15,-3-2 1 0,0 0 2 0,0-2-3 0,3 2-3 16,-7-5-5-16,4-8 3 0,1-10-1 0,-1 1-2 15,-13-2 3-15,6 0-5 0,4 0-2 0,3-2 2 16,2 0 1-16,0-2 2 0,2 0 2 0,4 0-2 16,2-2-1-16,1 8 0 0,4-10 1 0,2 3 0 15,2 6 0-15,-9-4-1 0,18 10-1 0,0-4 3 16,-2 1-4-16,-5 3 3 0,3-1-9 0,-1 12 4 16,-1 1 1-16,-3 3 0 0,-2-8-2 0,0 3 2 15,0 3-7-15,0 3 6 0,-4 1-7 0,-1 0-1 0,-4 0 3 16,-1 1-4-16,-1-1-6 0,0 0-30 0,4 4-6 15,1 5-14-15,2 6-74 0,-1 2-96 0,-3 0-7 16</inkml:trace>
  <inkml:trace contextRef="#ctx0" brushRef="#br0" timeOffset="-165402.65">25293 14751 114 0,'0'0'52'0,"0"0"-5"0,0 0 35 16,0-2 0-16,0 0-6 0,0 0 1 0,0 1-15 16,0-3-1-16,0 0-5 0,0 0-15 0,0 1-3 15,0 1 0-15,0-2 1 0,0 2 6 0,0-1-9 16,0-1 0-16,0 0-4 0,0 2-9 0,0 0 3 0,0 1 1 16,0 1 0-16,0 0-8 0,0 1-3 0,0 1-6 15,0 2 4-15,0 3-10 0,0 16-1 0,0-1 6 16,0 0-4-16,-2 1 3 0,0-3-1 0,0 0-5 15,0-3 3-15,0 0-6 0,0-2 10 0,1-2-3 0,1-2 5 16,0-2-12-16,0-1 7 0,0-1-3 0,0-3 6 16,0-1-9-16,0-1 1 0,0 0-1 0,0 2 1 15,1 0-4-15,1-3-2 0,0 1 4 0,0 0-3 16,0-2 0-16,2 0 5 0,-1-2-6 0,-1 2 6 16,9-2-1-16,-1-16-5 0,-3-1 7 0,0 3-4 15,-1-1 9-15,1 4-5 0,1 0 0 0,-1 4-2 16,1-1-4-16,-3 5 6 0,-1 1-3 0,-2 2 5 0,0 0 7 15,1-1 2-15,1-1-1 0,0 0-2 0,0 2-6 16,-1 0 6-16,-1 1 3 0,0 1 0 0,0 0 1 16,0 1-6-16,0 1-2 0,-1 2 0 0,3 3-6 0,4 10 2 15,-5-4-1-15,1 2 3 0,0-4 1 0,-2 0-5 16,-1 0 2-16,1-3-2 0,0-1 0 0,0 1-2 16,-2-1 1-16,0-1-3 0,0-1 4 0,0-1-16 15,2 0 0-15,0-1-8 0,-2 1-22 0,0-2-49 16,0 0-11-16,0 0-15 0,0-2-60 0,0 0-25 15,0 0-12-15</inkml:trace>
  <inkml:trace contextRef="#ctx0" brushRef="#br0" timeOffset="-165198.84">25306 14658 359 0,'-2'-2'121'0,"0"0"14"0,0 1-2 0,0-3-50 0,0 0-6 16,-3-7-32-16,1 4 3 0,2 3-1 0,0 0-3 15,0 0-22-15,1 1-7 0,-1-1-4 0,2 2 2 16,0 0-1-16,2 0 9 0,-1 1 2 0,1 1 0 16,21-8-6-16,3 4-8 0,1 1-4 0,1 1 0 15,0 0-5-15,-4 2 3 0,0 0-1 0,-1 4 1 16,-5-1-18-16,1 1-4 0,-2 0-14 0,-3 0 1 16,-2-1-86-16,-3 1-179 0</inkml:trace>
  <inkml:trace contextRef="#ctx0" brushRef="#br0" timeOffset="-164750.47">24700 15470 355 0,'0'0'78'15,"-2"0"-3"-15,1 0 21 0,-1 0-2 0,-2 0-19 16,0 0 2-16,2 0-8 0,-1 0-4 0,1 0-3 15,-2 0-30-15,0 0-20 0,3 0 2 0,-1 0-6 16,0 0 13-16,2 0-9 0,0 0 8 0,2 0-8 16,7 0 4-16,26-6 15 0,6-1-7 0,7-5 10 0,12 1 1 15,5-5-16-15,0-1 2 0,3 4-9 0,-4 0-12 16,-5 4 3-16,-5-1-2 0,-6 3 2 0,-3 1 3 16,-6 3-7-16,-2 1 4 0,-4 2-6 0,-3 0 2 0,-4 2-1 15,-2-1-5-15,0 1 4 0,-5 0 0 0,-4 0-10 16,-2 0 6-16,-4 0-7 0,0 0 3 0,-3-2-36 15,-2 0-10-15,-1 0-11 0,1 0-46 0,-2 0-102 16,0 1 7-16</inkml:trace>
  <inkml:trace contextRef="#ctx0" brushRef="#br0" timeOffset="-162897.6">24585 15926 136 0,'0'-2'38'0,"0"1"76"0,0-1-113 16,0-2 9-16,2 0 4 0,-2 2 5 0,2-5 38 0,-2 5-14 16,2-2 4-16,-2 3-8 0,0-1-3 0,2-2-4 15,-2 2-1-15,3-2 0 0,1 1 1 0,-2 3 20 16,2-2-8-16,-1 0 10 0,5 0-9 0,-3 2-11 15,1 0 8-15,-1 0-9 0,-1 2 3 0,2 2-3 16,-1 7-5-16,-1 11 1 0,2 6-8 0,-5-4-3 16,3 6 4-16,-2-8-2 0,2 2 2 0,-2-1-6 15,12-3-5-15,-2 0 1 0,-7-3-6 0,1 0 8 16,-4-4-6-16,-1 2 5 0,1-2-6 0,-2-2 5 16,0 2 2-16,0-4-1 0,0 0-3 0,0-3 3 0,0 0-2 15,-2-1 2-15,1 1-1 0,1-5 4 0,0 1 1 16,-2 2 2-16,0 0 6 0,0-1-4 0,0-1-2 15,0 0-2-15,0 0-10 0,1 0-3 0,-1-2-1 16,0-2-1-16,0 0-5 0,2-2 4 0,0-18-2 0,0-11 2 16,4-1-7-16,3-1 10 0,2 0-4 0,3 0 6 15,1-3-8-15,1-4 2 0,3 1 4 0,2 0-1 16,-1 4 7-16,-16 5-10 0,28 1 1 0,0 5-3 16,-3 5 7-16,-2 6-10 0,-3 4 3 0,-4 2-5 15,1 3 7-15,-4 3-4 0,-2 1 0 0,-6-4-3 16,2 1 7-16,-3 1-13 0,-2 2-1 0,1 0-10 15,-1 0-47-15,0 2-14 0,-1 0-18 0,1 0 1 0,-2 0-77 16,0 2-73-16,0 0-5 0</inkml:trace>
  <inkml:trace contextRef="#ctx0" brushRef="#br0" timeOffset="-162255.83">24927 16355 629 0,'-2'0'32'15,"0"0"65"-15,-2 0-76 0,1 0 9 0,-1 0 6 16,-2 0 1-16,1 0 20 0,1 0-13 0,0 0-1 0,1 0-3 15,-1 0-13-15,2 0-11 0,0 0 3 0,0 0-6 16,1 0-4-16,-1 0 11 0,2 0-2 0,0 0 7 16,0 0 4-16,2-2-1 0,-1 0-1 0,3 1-2 15,0-1-18-15,20-9 4 0,2-1-5 0,-2-4 5 16,-3 5-9-16,-7-6-2 0,-3-2 0 0,2 4 0 0,2 1 0 16,0-1 7-16,-7 2-6 0,3 0 5 0,-6 4-9 15,5-3 6-15,-5 5 2 0,-1 1 2 0,0-1-3 16,-4 5 9-16,0 0-5 0,1-1 7 0,1-1-1 0,0 0-5 15,0 2 0-15,0 0-2 0,0 1 0 0,-2 1-6 16,0 0 6-16,0 0-7 0,0 1 5 0,0 3-7 16,-2 5 2-16,-4 12-4 0,3-1 5 0,-3 1 4 15,2-8-5-15,1 2 5 0,1 1-9 0,0-5 3 16,0 2 2-16,2-5 1 0,0-1 6 0,0-1-6 16,0-3-1-16,0 1-1 0,2 0 1 0,0 0-2 15,0-1 3-15,1-1-2 0,1 0 2 0,3 0 0 16,8 0-2-16,4-2 2 0,-2-2 5 0,1-4-5 15,-9 3-2-15,1-3-1 0,1-3-7 0,-2-2 6 0,2-6 2 16,-3 0 0-16,-1-1 2 0,1 3 3 0,-3-4-3 16,1 3 3-16,1 3-11 0,-1-4 6 0,1 8-4 15,1 3 5-15,-5-3 1 0,1 3 1 0,-2 2 0 0,0 1 0 16,1 1-1-16,1 0 8 0,0 0-2 0,0 2 2 16,1 0-4-16,-1 0 3 0,1 2 3 0,-1 0-1 15,0 13 2-15,0 7-12 0,-1-3 6 0,3 5-7 16,-2-4 5-16,1-3-1 0,4-1-2 0,-1-4 2 15,1-3 6-15,4-4-6 0,0 1-3 0,0 3-1 16,4 1-12-16,1-3-8 0,5-1-2 0,1-6-7 16,6-2-41-16,3-8-111 0,-1-3-44 0</inkml:trace>
  <inkml:trace contextRef="#ctx0" brushRef="#br0" timeOffset="-159178.81">24028 1993 40 0,'0'0'22'0,"0"0"7"0,0-1 38 16,0-1 7-16,2-2 5 0,-2 0-7 0,0 1-9 16,0-3 8-16,0-1-5 0,0-1 18 0,0 4-6 15,0 1-3-15,0-1-6 0,0 2-33 0,0-2 0 16,0 1-1-16,0-1 1 0,0 2-10 0,-2 0 7 16,0 0 2-16,0 1 3 0,1 1 0 0,-1 0 3 15,-2 0-9-15,0 1 7 0,1 1-19 0,-3 6 0 0,-3 12-4 16,1 4 3-16,1 0-5 0,1 4 5 0,1 0-5 15,-1 0 3-15,2 0-11 0,3 0 3 0,-3 1-2 16,-13-3 1-16,4 2 0 0,6-2-4 0,3-2 4 16,2 0-4-16,2-5 7 0,0 0-10 0,0-3 5 15,0-3-6-15,2 0 7 0,0 0-3 0,2-2 1 16,-3-3-2-16,3-1 2 0,0-1-5 0,-2-2-1 0,0-1-1 16,7-1-6-16,2 0-12 0,-2 5 0 0,2 1-6 15,2-3-11-15,2 1-25 0,0-2-12 0,0-4-11 16,-2 0-93-16</inkml:trace>
  <inkml:trace contextRef="#ctx0" brushRef="#br0" timeOffset="-158984.71">24225 1776 1004 0,'-2'0'54'0,"0"0"4"0,-1-2-16 15,-1 0-14-15,0 1-13 0,0-1 0 0,1 0 11 16,-1 0 0-16,0 0 0 0,1 0-22 0,-1 0-3 16,0 1-4-16,2-1 1 0,0 0-13 0,1 0-33 15,-1 0-23-15,0 2-12 0,2 0-168 0</inkml:trace>
  <inkml:trace contextRef="#ctx0" brushRef="#br0" timeOffset="-158676.05">24554 2198 733 0,'0'0'36'0,"0"-2"66"15,-2 0-73-15,0 0 24 0,0 0 3 0,0 0 9 16,0-1 21-16,0-1-37 0,1 0-1 0,-1 1-14 16,2 1-20-16,0 0-1 0,-4-2-2 0,-2 0 2 15,-1 1-3-15,1 1 0 0,1 0 3 0,1 2-2 16,0 0 3-16,-7 4-6 0,0 3 0 0,2 4-2 0,-4 17 7 15,4 0-1-15,3 2 1 0,-7-4 0 0,9 0 3 16,-5-6-4-16,3-3 4 0,-1 1-5 0,3-3 1 0,-7 2-2 16,4-4 3-16,3-4-1 0,2-1 6 0,2-1-13 15,0-3 1-15,0-1-5 0,0-1 1 0,9 6-2 16,12 3-4-16,-1-4 2 0,4-1-4 0,-1-4-1 16,-1-2 3-16,-2-2-3 0,1 0-4 0,-3-2-22 15,1 1 1-15,-4-1-9 0,-2 0-6 0,-2 0-105 16,-2 3-41-16,-1-1-35 0,-3 2-265 0</inkml:trace>
  <inkml:trace contextRef="#ctx0" brushRef="#br0" timeOffset="-158277.1">23421 3037 840 0,'-2'0'96'15,"0"0"20"-15,-3 0-32 0,-16-4-48 0,10 2-6 0,2 2-16 16,3 0 44-16,3 0-10 0,-1 0 19 16,0 0-38-16,2 0-17 0,0 0-3 0,1 0-2 15,1 0-1-15,1 0-7 0,16 0 1 0,30 2 0 0,-3 2 6 16,6-2-3-16,2-2-1 0,-2 0 1 0,2-4 2 0,-1-2-2 15,-3 1 4-15,4-3-4 0,2 1 3 0,3-2 2 16,4-2 1-16,6 1 2 0,0 1 10 0,0 0-6 16,-2 1 1-16,-11 3-3 0,-4-1-8 0,-9 2 1 15,-8 3-2-15,-5-1 2 0,-6-2-4 0,-5 2 0 16,-2 0-3-16,-2 2 1 0,-4 0-2 0,-3 0 1 16,-3 0-2-16,-1 0-1 0,2 0-4 0,0 0-6 15,-1 0-1-15,-1 0-5 0,0 0-41 0,0 0-65 16,-2 0-4-16,0 2-26 0,0 0-71 0,-2 2-85 0</inkml:trace>
  <inkml:trace contextRef="#ctx0" brushRef="#br0" timeOffset="-157606.62">23751 3217 356 0,'0'0'93'0,"-1"0"17"0,-1-2-21 15,-2 0-39-15,0 0-6 0,-5-1 8 0,4 1 22 16,1 0-6-16,-2-2 10 0,3 2-19 0,-3-1-23 16,0-1 2-16,3 0-10 0,-1 2-16 0,0 1-4 15,2-1-2-15,1 0 2 0,-1 0 1 0,0 0-4 16,0 0 6-16,0 0-5 0,0 1 5 0,0-1 3 0,2 0-7 16,0 0 7-16,0 0 5 0,0 0-5 0,0 0 3 15,0 1-5-15,0 1-3 0,0 0 4 0,0 0 2 16,0 1-1-16,0 1-6 0,2 0 0 0,-2 2-1 15,4 14 2-15,0 5 3 0,1 1-13 0,1 0 6 0,-1 2-6 16,-1-2 7-16,0 2-4 0,1 0 0 0,1-2-1 16,-2 0 1-16,-1-3-2 0,1 1-2 0,-4-1 2 15,0-3 0-15,2 1 9 0,0-4-9 0,1 1 8 16,1-1-14-16,0-2 6 0,0 4 1 0,-4-10 1 16,1 2-2-16,1 1 6 0,-2-7-1 0,0 1 1 15,0 0-9-15,0-2 8 0,2 1-5 0,0 1 8 16,0 0-5-16,0-2-3 0,0 0 2 0,1-1-2 15,1-1 4-15,0 0-5 0,-1 0 2 0,9-7-3 0,-1 3 7 16,2-18-3-16,-2-4 3 0,2-2-3 0,0-1-6 16,2-5 8-16,3 1-3 0,3-1 7 0,-1 1-6 15,1 5 6-15,-3 0-5 0,-3 8 5 0,0 1-4 0,-4 2 5 16,0 6 3-16,-5 0 0 0,-1 4 6 0,-1 1 3 16,-2 2-7-16,2 3 5 0,-3-3-11 0,-1 2-1 15,2 0 2-15,-2 0-3 0,0 0 0 0,0 1-3 16,4-3 1-16,0 0-2 0,-1 0 1 0,-1 1-1 15,0 1-2-15,0 0 1 0,0 0-2 0,0 0-6 16,0 0 1-16,-1 1-3 0,1-1-4 0,0 0-9 16,0 0-8-16,0 0-8 0,0 2-101 0,0 0-156 0,-1 0-53 15</inkml:trace>
  <inkml:trace contextRef="#ctx0" brushRef="#br0" timeOffset="-156695.01">24459 3568 488 0,'0'0'45'0,"0"0"-30"0,0-2 54 0,0 0-15 15,0 0 29-15,0 0 13 0,0-1-1 0,-2-1 2 16,2 0-19-16,-2-1-18 0,0-1-3 0,0 1-4 16,1 1-5-16,-1 0-12 0,2 2 5 0,-6 1-10 15,-1-5-9-15,-4-1 2 0,1 1-5 0,-5-1 4 16,2 3-9-16,0 2 0 0,0 2 4 0,-1 2-4 16,3 2 4-16,-6 3 0 0,-4 6-2 0,7-9 2 15,-3 22 3-15,0-2-4 0,6 4 3 0,0-1-5 0,3-2-3 16,1-3-1-16,1 2-4 0,5-7 3 0,-5 3 0 15,-7-1-4-15,6-4 0 0,1-1-2 0,4-1 7 16,2-3-10-16,0 1 7 0,0-4-8 0,0-1 6 0,2-1-6 16,2 1 1-16,-1-2-2 0,7-2-5 0,8-1-1 15,1 12-8-15,-1-3 4 0,-3-7-12 0,6-1-18 16,1-2-1-16,0-2-13 0,1 1-64 0,1-5-168 16,-8 0-69-16</inkml:trace>
  <inkml:trace contextRef="#ctx0" brushRef="#br0" timeOffset="-156314.84">24624 3776 1179 0,'-2'0'18'0,"0"0"-2"0,1 0-9 0,-1 0 3 0,0 0-10 15,0 0 17-15,0-2 14 0,0 0-4 0,0 0 4 16,1 0-24-16,-1 1 3 0,0-1-6 0,2 0 6 15,0 0-6-15,0 0-1 0,9-13 6 0,2 0-5 16,-7 1-1-16,13 4 8 0,-2-5-5 0,-2 2 7 16,-2 4-7-16,-2-4 0 0,-2 2-1 0,-1 2 1 15,-2-4 5-15,-2 2 2 0,-1-2-2 0,7 1 3 16,-3 1 3-16,-1 0-1 0,-2 0 1 0,-2 2 0 0,0-2 10 16,0 3 1-16,0 5-1 0,0-1-2 0,-2 0-12 15,-2 0 5-15,1 1-3 0,-5-1 3 0,-5 0-12 0,0 4 4 16,0 0-3-16,0 2 4 0,0 4 0 0,2-1-10 15,0-3 5-15,2 20-6 0,1 2 4 0,-1 4 7 16,0-4-3-16,1 8 4 0,5-4-10 0,1 0 9 16,-17 0-7-16,8-2 7 0,4 3-4 0,3-3-1 15,4 0 1-15,0-5-3 0,2-5-3 0,1-4-2 16,5 2 1-16,-4-6-3 0,-1-3-3 0,14-1 2 16,2 9-10-16,5-2 3 0,0-5-34 0,4-6-13 15,3-4-7-15,3-9-8 0,3-7-78 0,4 9-346 0</inkml:trace>
  <inkml:trace contextRef="#ctx0" brushRef="#br0" timeOffset="-156010.24">25278 2690 1252 0,'-2'0'60'0,"0"0"2"16,-2 0-13-16,2-2-5 0,-1 0-19 0,-1 0 10 0,2 2 16 16,0 0-13-16,0 0 9 0,1-2-39 0,-1 0-4 15,0 2 2-15,2-1-5 0,2-1-5 0,0 0-2 16,1 0-1-16,7 0-1 0,10-2-14 0,-1 1-19 15,-3 1-24-15,3-2-3 0,-1 2-125 0,-3 2-174 16</inkml:trace>
  <inkml:trace contextRef="#ctx0" brushRef="#br0" timeOffset="-155893.63">25376 2903 863 0,'0'0'18'15,"0"0"36"-15,0 0-38 0,0 0 48 0,0 0-2 16,0 0 16-16,2 0-6 0,0 0-37 0,0 0-3 15,0 0-11-15,1 0-13 0,-1 0-9 0,17-3 0 0,3-3-6 16,2-5-17-16,6-8-107 0,3 10-81 0</inkml:trace>
  <inkml:trace contextRef="#ctx0" brushRef="#br0" timeOffset="-155240.35">26551 1919 529 0,'0'0'48'0,"0"0"10"0,0-2-28 0,-1 0-17 0,-1 1-8 16,0-3 28-16,0 0 33 0,-4-13-12 0,1-1 14 15,-1-1-38-15,3 1-9 0,-1-3 5 0,2-1-6 16,2 0 13-16,2 1-1 0,0 1 3 0,1-1-2 15,1 3 10-15,0-1 8 0,0 4 1 0,-1 1 2 16,1 3 1-16,0-1-12 0,-2 7-1 0,-2-1-5 16,0 3 0-16,0 1 0 0,0-2-4 0,0 0-1 15,0 2-27-15,0 1 5 0,0 1-4 0,0 0 4 0,-2 1-5 16,0 7-4-16,-6 25 5 0,3 2-5 0,-3 1 3 16,1-1-4-16,-2 0-1 0,1-1 0 0,3-1 7 0,3-1-5 15,0-1 2-15,2-5-3 0,0 2-4 0,0-4 5 16,0-3 0-16,0-1 3 0,0-3 2 0,-2-2-9 15,0 3 5-15,0-7-6 0,-1 4 4 0,-1-5 4 16,0-3-4-16,1 0 1 0,-3 1-2 0,4-4 1 16,-7 3 3-16,0-1-2 0,-1-3 5 0,3-1-3 15,-1 0 1-15,7-2-1 0,-3 2 4 0,0 0-2 16,0 0-4-16,1-2 2 0,1 0-3 0,0 0 0 16,0 0 0-16,2 0 0 0,0 1-3 0,2 1 7 15,0 0 1-15,0-2 1 0,27 6-3 0,3-3 1 16,5-1 1-16,0-2 0 0,-3-2 1 0,5 1 4 0,-6-5-4 15,-3 0 3-15,5-1-13 0,-9 1 4 0,-4 1-2 16,-3-1 2-16,-2 1 0 0,-6 1-16 0,2 0 0 16,-4 2-7-16,-5 2-13 0,0 0-53 0,-1-1-7 0,1-1-25 15,0 2-108-15,-2 0-138 0</inkml:trace>
  <inkml:trace contextRef="#ctx0" brushRef="#br0" timeOffset="-154985.85">26171 2560 1096 0,'0'0'37'0,"-2"0"2"15,0 0-11-15,0 0-5 0,0 2-11 0,1-1 16 16,-1 1 8-16,0 0 4 0,0 0-2 0,2 0-16 0,0-2-4 16,2 0-8-16,2 0 5 0,31 0-11 0,6 0 9 15,5-4 2-15,10-3 2 0,5-1 2 0,10-1 0 16,-3 0-1-16,-5-1 3 0,1 1-1 0,-12 2-10 15,0-1 0-15,-6 1-3 0,-11 1 0 0,-5 4-14 16,-2 1 6-16,-8 1-9 0,-1 0 2 0,-6 0-9 16,-2 1-11-16,-4 1-4 0,1 0-90 0,-6-2-95 15,1 4-22-15,1 0-27 0,2 5-128 0</inkml:trace>
  <inkml:trace contextRef="#ctx0" brushRef="#br0" timeOffset="-154630.45">26561 2898 989 0,'0'0'14'0,"0"0"29"15,0 0-30-15,0 0 21 0,0 0-1 0,0 0 10 16,0 2 6-16,0-1-29 0,0 1 3 0,0 2-14 16,9 18-9-16,2 10 8 0,0-1-2 0,2 6 4 15,-2-1-2-15,-1-3 0 0,-3 1 0 0,-3-3 0 0,0-3 10 16,-1 2 8-16,-1-4 3 0,-2-4 1 0,0-2 7 15,0 1-5-15,0-4-2 0,0-1-3 0,0-1-9 16,0-2-4-16,-2-2-1 0,0-1-2 0,1-5-7 0,-1 1 5 16,2-4-3-16,0-1 5 0,-2 3 5 0,-2 0-6 15,0-2 2-15,1 0-4 0,-3-2-1 0,-1 0 3 16,1 0 4-16,1-2-2 0,-3 0 0 0,-9-24-9 16,4-4 0-16,8-1-1 0,3-5 2 0,6-1-2 15,3 0-2-15,6-2 0 0,2 2 0 0,4 0 3 16,3 0 1-16,-17 3 2 0,23 4 7 0,-2 3-9 15,0 1 3-15,-5 7-6 0,-3 6-4 0,-1 6-3 16,0 3-1-16,-4-5-1 0,-4 3-1 0,2 1-84 16,-2 1-15-16,1 2-34 0,-1 2-153 0</inkml:trace>
  <inkml:trace contextRef="#ctx0" brushRef="#br0" timeOffset="-154291.05">27071 3184 1081 0,'-2'1'10'16,"1"1"-2"-16,-1 0 2 0,-2 2 3 0,2 7-2 15,-11 9 29-15,2 3-1 0,0-3 1 0,0 1-7 0,1-1-23 16,5-1-5-16,3-1 1 0,-9-1-2 0,2 0 1 16,5-4-1-16,2-2 0 0,2-2-1 0,0 0 12 15,0-1-9-15,0-5 3 0,0-1-6 0,4 2-2 16,5 2 11-16,8 3 3 0,1-4 4 0,-1-3 17 0,2-2 3 15,-3-2-4-15,1-1 2 0,0-3-16 0,-1-3-1 16,-3 1 0-16,0-1 1 0,-1 7 8 0,-7-11 1 16,3 2 9-16,-5 0-4 0,7-2 9 0,-3 2 3 15,-1-2-6-15,-5 2 4 0,1-2-23 0,-2 0-12 16,-2 2-1-16,-1 1-4 0,-3-1-5 0,-1 2-1 16,1 3-2-16,-11 1 1 0,1 1 3 0,-1-7-28 15,-2 0-12-15,5 5-15 0,-1 2-104 0,2 3-156 16,2-1-54-16</inkml:trace>
  <inkml:trace contextRef="#ctx0" brushRef="#br0" timeOffset="-153730">27632 2413 706 0,'-2'0'45'16,"0"0"76"-16,0 0-69 0,-9-4 20 0,-4 1 13 0,4-1 1 16,6 2 21-16,-1 0-25 0,4 2-8 0,-1 0-2 15,1 0-19-15,-2-2-17 0,0 0 0 0,2 1-7 16,1-1 2-16,-1 0 3 0,0 0 1 0,2 0 0 16,2 0-1-16,0 0-11 0,-1 2 0 0,22-7-5 15,1-6-13-15,2 2 7 0,2 2-10 0,1 1 8 0,-3 3-10 16,2 1-1-16,-4 0 2 0,2-13-1 15,-5 8-1-15,-3 4-2 0,-1 1-2 0,-2 2 0 0,0 0-7 16,0 2-36-16,-2 0-14 0,-2 0-12 0,-6 0-82 16,-3 0-50-16,0 0-24 0,2 0-14 0,0 0-140 15</inkml:trace>
  <inkml:trace contextRef="#ctx0" brushRef="#br0" timeOffset="-153463.82">27792 2149 633 0,'0'0'41'0,"0"-1"-2"0,-2-1 5 16,0 0-2-16,0 0-9 0,0 0 18 0,0 0 15 0,1 0-4 15,-1 1 3-15,0-1-33 0,0 0-14 0,0 0 4 16,0 0-8-16,0 0-2 0,1 0-2 0,-1 2 1 16,0 0 0-16,2 0 8 0,0 0 0 0,0 2 1 15,0 0 1-15,0 7 3 0,2 21 9 0,1-2 3 16,1 4 2-16,-2-1 11 0,0 2-11 0,0 3-2 0,-2-1-4 15,0-2-3-15,0 1-7 0,0-3-3 0,0-1-2 16,0-2-11-16,0 0-4 0,0-2 0 0,0-4-2 16,0-1 5-16,0-3-9 0,0-1-1 0,0-2-7 15,0-2-25-15,0-4-107 0,0-3-31 0,0-3-49 16,2 7-328-16</inkml:trace>
  <inkml:trace contextRef="#ctx0" brushRef="#br0" timeOffset="-152470.71">28477 1581 273 0,'0'0'3'15,"0"0"0"-15,0-2 1 0,-2 1 1 0,0-1 1 16,0 0 26-16,0 0-14 0,1 0 11 0,-1-2-12 16,2 1 7-16,0-5 10 0,0 1-7 0,0 1 10 15,0-3 5-15,0 2 7 0,0-3 7 0,0 3-3 0,0-1 16 16,0 3-9-16,0 1-1 0,0 0-4 0,0-3-8 15,0 5-7-15,0-2 8 0,0 3-8 0,0-3 11 16,0 0-16-16,0 2-8 0,0 0 0 0,0 1-10 0,0-1-7 16,0 2 7-16,0 2-9 0,0-1-5 0,0 3 6 15,3 20-9-15,1-1 8 0,2 1-6 0,-1-2 2 16,1 0 4-16,-1 2-3 0,1 2 1 0,0 0 4 16,-1 2 0-16,-1 0 2 0,0 4 5 0,-3-5 4 15,-1 3-6-15,0 0 4 0,0-2-4 0,0-2 2 16,0-4 4-16,-1-2-2 0,-1-3 5 0,0-4-14 15,0 2 6-15,0-2-7 0,0-4 5 0,2-3 5 16,-2-2 0-16,2-1 3 0,-1 1-13 0,1-2 4 16,-2 0-11-16,0 0 9 0,0-2-11 0,2 0-1 15,0-2 0-15,0-2 0 0,-2-13-5 0,-2-12 0 0,4-5 4 16,0-1-3-16,0 0 0 0,2-1 3 0,2 1-7 16,2 2 6-16,-1-3-6 0,1 5 9 0,1 1 0 15,1 0 1-15,-1 1 1 0,2 1-5 0,2-2 3 0,-1 4-3 16,-1 4 6-16,2 1-3 0,0 1 0 0,-1 5-2 15,-1 0 0-15,-2 6 5 0,-1 2-4 0,7-1 3 16,-2 3-10-16,-4-1 4 0,5-1 1 0,-7 5 1 16,3 0-3-16,-1 2-8 0,-1 2-18 0,-3 0-2 15,1-1-121-15,-2 29-210 0</inkml:trace>
  <inkml:trace contextRef="#ctx0" brushRef="#br0" timeOffset="-152032.72">28861 1902 615 0,'0'0'45'0,"-2"0"1"0,0-1 6 15,1-1 7-15,-1 0-12 0,0 0 52 0,0 0-10 16,0 0-5-16,0 0-4 0,0 1-34 0,1-1-5 0,-1 0 3 15,2 0-5-15,0 0-2 0,0 2-8 0,0 0 6 16,0 0-5-16,0 2 4 0,0 0-10 0,0 2-5 16,0 1 1-16,0 16-12 0,-2 3-1 0,-2-6 1 15,0 1 0-15,1-1 0 0,-1-5-8 0,2 4 5 0,0-8-5 16,2-1-1-16,0-3 1 0,0-1-6 0,0 0 4 16,0-2-10-16,2 1-5 0,0 1 6 0,0-2-5 15,0 0 6-15,1 0 3 0,10-2-2 0,-1-2 5 16,4-6 3-16,-1-1 2 0,-2 0 0 0,6 5 1 15,-10-9 0-15,0 6 0 0,-5 3-1 0,3-2 2 16,-1 3 12-16,-4 3-6 0,0 0 7 0,1-2-7 16,1 0 5-16,0 2 2 0,0 0 2 0,-1 2-2 0,1 0 2 15,0 0-3-15,-2 1-2 0,1 3 0 0,3 5 0 16,-1 0-12-16,1 4 8 0,-4-11-9 0,0 1-1 16,0 1 3-16,-1-2-12 0,3 3 8 0,-2-1-17 0,0-3-11 15,0 1 1-15,0 0-11 0,-2-2-48 0,1-2-65 16,3 1-16-16,0 1-20 0,0 0-107 0</inkml:trace>
  <inkml:trace contextRef="#ctx0" brushRef="#br0" timeOffset="-150959">28804 1707 393 0,'0'0'34'15,"0"0"-2"-15,0-1 55 0,0-1-3 0,0-2 9 16,0 2-7-16,0-15-21 0,0 3-3 0,0-3-4 16,0-2-5-16,0 5-10 0,0-5-4 0,0 2-2 15,-2-1-8-15,-2-3 10 0,-1 1 2 0,-1 1 0 16,0 1 1-16,-3-3 3 0,0 1 2 0,-2 1 1 0,1 4 5 16,5 8-15-16,-4 3 0 0,-10 1-5 0,0-1 1 15,-1 2-7-15,-2 0 2 0,-1-13-3 0,1 8 1 0,2 5-6 16,-3 2-1-16,1 6-4 0,0 5-12 15,3-8 5-15,-1 29-7 0,3 1 5 0,4 5-12 16,0 1 6-16,4-2-3 0,3 4 3 0,4-3-3 0,-20 0-4 16,9 1 5-16,9-4-4 0,4 2 9 0,4-7-7 15,4 1 5-15,1-3-5 0,2-4 4 0,0-1-1 16,0-5-4-16,-7-3 0 0,16-2-8 0,1-7 0 16,1-5 1-16,-1 12 1 0,1-3 1 0,2-7 5 15,0-3-2-15,6-7 4 0,0-8 2 0,-1 13 2 0,3-27-2 16,-4-1 2-16,-4 0 3 0,-7 0-5 0,-1 1 6 15,-8 1-6-15,1 2 7 0,-4 0-3 0,-3 0-1 16,4 2 1-16,11-2 2 0,-6 3 3 0,-4 3-5 16,-1 3 5-16,-4 4 2 0,-1 2 12 0,-1 4 0 15,0 1 2-15,0 3-11 0,0-1-4 0,0 0-1 16,0 0-3-16,0 3-6 0,0-1 0 0,0 0 1 0,0 2 1 16,0 0 8-16,0 2-10 0,0 0 1 0,0 5-5 15,0 19 5-15,0 2 1 0,0 0-2 0,0 3 2 16,0 3 0-16,0-1 0 0,0 2 0 0,0 2-2 15,0 1-3-15,2 1 4 0,2 0-1 0,0 1 1 16,-1-1 0-16,3-3-1 0,0 1 3 0,-1-7-3 16,-1 1 3-16,-2-1-4 0,-2-2 0 0,0 1-2 0,0-6 4 15,-2 1 2-15,0-4 1 0,-2-5 0 0,1 0 1 16,-3-2-5-16,0-4 4 0,-1 0-3 0,0-1 7 0,-12-3 1 16,2 1-2-16,2-4 1 0,-9 15-8 15,4-8 8-15,1-4 3 0,1-1 1 0,-1-2 14 0,3-2-16 16,-1 0 2-16,2-2-8 0,2 0-2 0,2 0-1 15,3 1 1-15,1-1-2 0,3 2-1 0,2 0-6 16,1 0-5-16,-3-2 2 0,0 0-6 0,0 0-5 16,3 0-1-16,-1 2-1 0,0 0-6 0,0 0-25 15,2 0-21-15,0 0-8 0,0 0-109 0,2 2-54 16,0 0-47-16</inkml:trace>
  <inkml:trace contextRef="#ctx0" brushRef="#br0" timeOffset="-150130.35">29186 2053 1038 0,'0'0'24'0,"-2"0"-2"16,0 0 23-16,1 0 21 0,-1 0-10 0,-2-2 39 16,0 2-41-16,1 0-6 0,-1 0-10 0,0 0-22 0,0 0-11 15,3 0 2-15,-3 0-4 0,0 0 1 0,2 0-3 16,-1 4-1-16,-1-1 0 0,-4 9 4 0,1 4-1 16,3-3 3-16,1 4-3 0,1-4 2 0,2 0 0 15,0 6-2-15,0-5 3 0,0 3 8 0,0 0 0 16,0-2 4-16,0 1-3 0,0 1 8 0,0 0-4 15,0-2 0-15,0-1-2 0,0-1-5 0,-2 0 1 16,0-1 0-16,2-5 1 0,-2 2 1 0,0-3-6 0,0-1 1 16,2 1-2-16,0-2 0 0,0-2-1 15,0-1 2-15,0 1-2 0,0 2-2 0,0 0 2 0,-1-1-5 16,1-1 4-16,0 0-4 0,0 0 3 0,0 0 3 16,0 0-2-16,0-2 2 0,0 0-3 0,0 0-4 15,1-2 0-15,1 0 0 0,0 0-4 0,-2 0 7 0,8-18-6 16,-3 3 1-16,3-3 1 0,-3 3-2 0,3-5 2 15,1 0-3-15,-2-3 3 0,1 1 0 0,-3 4 1 16,3-1 0-16,-3 3 1 0,3-1-5 0,-3 4 3 16,1 2-3-16,-2 2 0 0,-3 6 3 0,3-1-1 15,0 1 1-15,-4 3 1 0,4-2 1 0,-1 0-1 16,1 2 0-16,0 1 5 0,-1-1 0 0,1 2 1 0,0 0 3 16,0 2-5-16,-1-1 1 0,1 5 0 0,5 13 4 15,-1 3-7-15,-5-2 7 0,-1 1-6 0,-2-1-1 16,0-3 0-16,0 0-4 0,0-4 2 0,0 0 5 15,0-2-3-15,0-2 2 0,0-2-3 0,0-3-2 16,0 0-5-16,0-1 5 0,0 1-3 0,0 0 5 0,0-2-2 16,0 0 0-16,0-1 0 0,2 1-3 0,0-2 4 15,0 0-4-15,0-2 4 0,0-1-7 0,5-8 7 16,8-17-3-16,-4 4 4 0,-2 0-10 0,-1 5 9 16,-3 2-1-16,-1 4 3 0,2-2-7 0,-5 8 4 15,1 0-5-15,0 1 5 0,0 2-11 0,0 1 9 16,0 1 2-16,0 0 2 0,-1 0 3 0,1 0 0 15,0 2-5-15,2 0 4 0,0 2 0 0,-1 0 2 16,1 2-4-16,3 9 3 0,3 7-2 0,-1-1-6 0,-3-3 7 16,-1-1-7-16,-1-2 14 0,0-2-6 0,-1 2 3 15,1 0-4-15,0 0-6 0,-1 0 7 0,-1-4-4 16,-2-5 6-16,2 2-7 0,-2-3 4 0,0 1-1 0,2 2 2 16,-2-3 1-16,0 1-5 0,0 0 2 0,0 0-3 15,0 3 0-15,0 0 0 0,0 1-2 0,0-1-1 16,0-1-1-16,0-1 3 0,0 1-2 0,0 0 1 15,0-3-8-15,0 1-20 0,0 0-8 0,0-2-14 16,0-1-120-16,0 1-170 0</inkml:trace>
  <inkml:trace contextRef="#ctx0" brushRef="#br0" timeOffset="-148958.42">29654 1698 271 0,'0'0'47'0,"0"0"-31"0,0-2 50 0,0 0-16 0,0 1 9 16,0-1 40-16,0-2-11 0,0 0 17 0,-2-7-27 16,2 4-25-16,-2-3 4 0,0 1-12 0,2 0-6 0,0 2 9 15,-1 1-4-15,1 4 5 0,0 0-14 0,0 0 14 16,0-1-13-16,0-1 11 0,-2 0-31 0,2 2-9 16,0 1 5-16,0-1-6 0,0 2 11 0,0 2-1 15,2 1-1-15,1 18 1 0,5 10 3 0,-1 1-4 16,2 3-2-16,1 0-1 0,-3 1-6 0,1-1 4 15,-1-2-3-15,0-1 2 0,1 1-6 0,-1 1 4 16,1-3 1-16,-1 1 0 0,-1-6 5 0,-3-8-9 16,1-1 8-16,-2-4-9 0,0-2 8 0,0 2-1 15,-2-7-3-15,0 1 3 0,2-3 1 0,-2 0 0 0,0-1-1 16,0-1 1-16,0 0-2 0,-2 0-2 0,0-2-3 16,0 0 0-16,0-2-7 0,0-2 6 0,-5-9-1 15,-4-18 4-15,3-3-1 0,5-6-7 0,1-1 5 16,2 0-6-16,3-4 10 0,5 3-7 0,3-1 0 15,-2 4-3-15,2 2 0 0,2 5 6 0,0 4 0 0,0 2 2 16,0 2-4-16,0 6 4 0,-11-1-4 0,13 4 4 16,-2 6-1-16,0 5-6 0,-4 2 3 0,1-5-4 15,-1 1 3-15,-3 5 0 0,1-1 2 0,-1 2-1 16,-1 0 0-16,-1 0-33 0,1 3-16 0,-3 16-12 16,0 9-114-16,0 3-151 0,0 3-21 0</inkml:trace>
  <inkml:trace contextRef="#ctx0" brushRef="#br0" timeOffset="-148529.88">30044 1988 672 0,'0'0'42'0,"-2"0"70"0,0-2-90 0,0 0 30 16,1 0 2-16,-1 0 13 0,0 2 22 0,0 0-27 15,0 0-5-15,-2 0-8 0,3 0-25 0,-1 0-4 16,0 0 2-16,0 2 0 0,0 0 21 0,2 0-12 15,-11 22 8-15,2 6-10 0,3-4-3 0,2 0-11 16,1 0 3-16,-1 0-4 0,0 0-5 0,1 0 2 0,-1-4-10 16,0 0 8-16,2-3-9 0,0-2 3 0,1-6-2 15,1-6 1-15,0 1-7 0,0-2-18 0,0-3 7 16,0 3-11-16,0 0-3 0,0-2 7 0,1 0-5 0,1-2 5 16,0 0-5-16,0-2 5 0,-2 0-2 0,9-28 3 15,4 4-1-15,-2-7 10 0,2 1 1 0,-1 6 3 16,-1-3 2-16,0 6 6 0,-2 3 0 0,0 5 1 15,1 4 10-15,-3 3 11 0,-1 3-3 0,-1 1 6 16,1 0 5-16,-1 1-4 0,1 1 5 0,-2 2-6 16,3 0 1-16,-3 0-1 0,1 2-4 0,1 1 4 15,-2-1-2-15,-3 11 0 0,3 10 7 0,2-5-5 0,-4 1 0 16,-1-1-14-16,9-7-2 0,-3 2-1 0,-1 0 5 16,-3-1-12-16,-1-3 2 0,0 2-5 0,0-2 2 15,-2-1-20-15,2 3 0 0,-2-6-10 0,0 1-28 0,0-2-93 16,0-1 2-16,0 1-43 0,0-2-105 15</inkml:trace>
  <inkml:trace contextRef="#ctx0" brushRef="#br0" timeOffset="-148344.72">29994 1819 681 0,'0'0'68'0,"0"0"-36"0,0-2 64 16,0 2-18-16,0 0-37 0,0 0 24 0,0 0 1 15,0 0 7-15,0 0-5 0,0 0-31 0,2 0 3 16,0 0-11-16,1 0 3 0,8 2-14 0,12 3 1 0,3 1-4 16,1 0 4-16,5-1-14 0,-2-1 2 0,1 0-7 15,-5-3-3-15,0 1-3 0,-3 0-2 0,-3 0-3 16,-1 2-35-16,-6-2-188 0,0 1-59 0</inkml:trace>
  <inkml:trace contextRef="#ctx0" brushRef="#br0" timeOffset="-147767.12">28566 2719 568 0,'0'0'61'0,"-2"0"9"0,0-1-15 0,0-1-21 16,1 0-7-16,-3 0 3 0,0 0 44 0,0 0-10 15,1 2 18-15,-5-3-22 0,5 1-32 0,-1 0 7 16,2 2-16-16,-2-2-11 0,1 0-2 0,1 0-2 0,0 0 2 15,0 1-4-15,0 1-1 0,2 0 1 0,0 0 1 16,0 0 7-16,2 0-3 0,0 0 4 0,2 0-3 16,5 0 6-16,13 3-5 0,2-1 2 0,2 0-2 15,6 2 4-15,3-2 1 0,4-1-6 0,9 1 4 16,4-2-7-16,4 0 12 0,0 0 2 0,3-3 1 16,1-3 7-16,1 0-5 0,2-1-4 0,-2 0 0 15,4-1-8-15,4 1-7 0,3 1 9 0,1 2-8 0,-5 1 4 16,-3 1-5-16,-5 0 0 0,-6 2-1 0,-6 0 0 15,-5 0 8-15,-4 0-4 0,-6 0 5 0,2 0-5 16,-5 0 9-16,-2 0-2 0,-4 0 6 0,-2 0 8 0,-1 0-9 16,-6 0 6-16,-2 0-7 0,-2 0 6 0,-4 0-4 15,1 0-3-15,-5 0 1 0,-1 0-5 0,0 0-3 16,2 0 0-16,-1 0-2 0,1 0-1 0,0 0 5 16,0 0-5-16,-3 0 3 0,1 0-16 0,0 0-3 15,0 0 0-15,0 0-1 0,0 0-11 0,-2 0-55 16,0 0-20-16,0 0-17 0,0 0-111 0,-2 0-110 15,0 2-4-15</inkml:trace>
  <inkml:trace contextRef="#ctx0" brushRef="#br0" timeOffset="-146845.99">29168 3102 70 0,'0'0'30'0,"0"0"-34"0,0 0 31 16,0 0-15-16,0-2-10 0,0 0 7 0,0 0-1 0,0 0 3 15,0 1 8-15,0-3 9 0,1 0 4 0,1 0 4 16,-2 3 39-16,0-3 10 0,2-5 11 0,-2 3-6 16,2-3-2-16,-2 3-16 0,0 2-7 0,0 3-2 15,0-3-17-15,0 0-13 0,0 0 1 0,0 1-5 16,0-1 0-16,0 0-9 0,0 2 7 0,0 1-6 0,0-1 9 15,0 0-5-15,0 0 4 0,0 0-3 0,0 0 9 16,0 0 3-16,0 1 3 0,0-1 2 0,0 0 7 16,0-2-11-16,0 0 2 0,0 3-5 0,0-1-6 0,0 0-9 15,-2 0-5-15,0 0 2 0,0 0-9 0,1-1-2 16,-1-1 1-16,0 2-2 0,0 0 3 0,0 0-6 16,0 0-2-16,0 1-1 0,2-1-2 0,0 0-1 15,0 0 4-15,0 0-1 0,0 0 0 0,0 0 0 16,0 1 0-16,0-1 2 0,0 0 5 0,0 0-8 15,2 2 2-15,-2 0-4 0,2 0 2 0,0 0 2 16,-2 0-2-16,2 0 2 0,0 0-2 0,0 0 3 16,-1 2 1-16,1 0 1 0,0 0 1 0,0 1-5 0,2 10 2 15,1 6-2-15,1 5 8 0,-2-2-8 0,-1-1 2 16,3 5-3-16,-1-2 3 0,-1 0 3 0,0-2-5 16,0 1 3-16,1 1-3 0,-1-2 3 0,0 0-1 15,-3 2 0-15,1-3 1 0,-2-1 3 0,0-1 2 16,0-1-2-16,0 1-8 0,0-4 2 0,0 0 0 0,0-4 1 15,0 0 5-15,0-2-1 0,0-3 1 0,0-1-1 16,0-1 7-16,0-2-7 0,0 0 2 0,-2 2-4 16,1-1 5-16,-1-1-1 0,-2 0 2 0,0-2-1 15,1 0 3-15,1-2-8 0,0-2-3 0,-9-20-1 16,5-7-3-16,4-5 0 0,2-1 4 0,4 0-3 16,5-4 1-16,1-1 3 0,3-1-1 0,1-2 2 15,1 4 0-15,4 4 6 0,1-2 2 0,-16 4 1 0,26 0 1 16,1 1 19-16,5 8-11 0,1 2 11 0,-8 2-24 15,1 7-1-15,-2 2-3 0,-8 9 1 0,-3 1-1 0,-4 1-6 16,-6-4 9-16,-1 3-8 0,1-1 6 0,-3 2-1 16,0 0-10-16,0 2 1 0,-1 0-48 0,1 0-4 15,0 2-29-15,-2 2 9 0,1 7-96 0,3 13-76 16,-2-2-26-16,-3 4-23 0,1 2-131 0</inkml:trace>
  <inkml:trace contextRef="#ctx0" brushRef="#br0" timeOffset="-146240.43">29533 3427 415 0,'0'0'43'0,"0"0"0"0,-2 0 10 0,1 0 0 0,-1 0-6 15,0 0 31-15,0 0 8 0,0 0-6 0,0 0 2 16,0 0-30-16,1 0-3 0,-1 0-1 0,0 0-1 15,0 0-7-15,0 0-8 0,0 0 4 0,0 0-5 16,1 0-3-16,-1 0 2 0,0 0-2 0,0 0 4 16,0 0-1-16,2 0 19 0,0 0-5 0,0 0 9 15,0 0-11-15,2 0-9 0,0-2-1 0,2 0-2 0,12-9-4 16,10 2-9-16,0-15 2 0,-3 1-3 0,-5-1-4 16,3 0-6-16,-8 0-1 0,0 2-1 0,-4-1 5 15,-5 1-3-15,-1 0 0 0,5 1-1 0,-6 3 0 16,3 1 4-16,-3 4-2 0,5 2 4 0,-3 5 8 0,-2 3 6 15,0-1 4-15,-2 2-3 0,2-2-7 0,0 1-8 16,-1 1-10-16,1 0 3 0,-2 2-16 0,0 2 7 16,0 0 5-16,-2 14-1 0,-5 18 5 0,0-3-3 15,-1 1-2-15,3-1 0 0,-1-1 0 0,0-2 2 16,5-2-1-16,-3 0 2 0,2-4-5 0,2 1 1 16,0-7-3-16,2-1 4 0,0 0 1 0,0-8-2 15,1 1 1-15,1-3-3 0,0-3-6 0,14 11 2 16,3-3-2-16,-6-7 2 0,1-3 2 0,-1-2 0 0,4-3 4 15,-1-4-3-15,-1-3 3 0,0 3 2 0,-6-15-3 16,-4 2 3-16,1-1 3 0,-1 3-3 0,-1-2 1 16,-4 1-2-16,3 5 0 0,-3 1-2 0,2 0 4 15,-1 6-4-15,-1-1 2 0,2 7-2 0,-2 1 0 0,0 2 2 16,0-2 3-16,-1 2 1 0,1 0 2 0,2-2 0 16,3-2 7-16,-1 2-5 0,1 2-1 0,1 0-1 15,-1 2-7-15,1 2 4 0,1 2-3 0,-2-3 5 16,3 12-3-16,-3 0-1 0,2 0-1 0,1 0 1 15,-3-2 4-15,1 0-6 0,-1-2 4 0,0 0-5 16,1-2 0-16,-1-1 3 0,-1-3-6 0,-1 1 4 0,1-2-30 16,1-3-39-16,1 5-16 0,-3-2-10 0,3-1-71 15,-1 1-109-15,1-2-51 0</inkml:trace>
  <inkml:trace contextRef="#ctx0" brushRef="#br0" timeOffset="-142852.72">25638 15159 144 0,'0'0'0'0,"0"0"2"0,0 0 28 0,0 0-7 0,0-1 4 16,0-1-12-16,0 0 0 0,0 0 2 0,0-2 0 16,0 1 2-16,0 1 6 0,0-6 24 0,0-5 0 15,0 6 9-15,0-2-1 0,2-3 2 0,-2 7-6 16,0-1 4-16,2-3-12 0,-2 2-8 0,0 1 2 15,0 4-5-15,0 0-3 0,0-1 0 0,0-1-2 0,0 0 1 16,0 0-15-16,0 3 1 0,0-1-4 0,0 0 4 16,0 0-3-16,0 0 8 0,0 0-3 0,1 2 5 15,1 0-1-15,-2 0 3 0,0 2-6 0,0 0 3 16,0 2-18-16,0 16 2 0,0 6 5 0,-2 2-4 16,2 4-5-16,0-8 1 0,0 2 0 0,0 0 1 15,0-2 1-15,0-2-2 0,2 2-2 0,0-3 1 16,0-3 2-16,0-1 3 0,0 0-1 0,0-2 2 15,-2-2-2-15,0-2 1 0,0-2 0 0,0-3 1 0,0-1 3 16,0-1-9-16,0 0 5 0,0-1-6 0,0 1 3 0,0 0 2 16,0-1 3-16,0 1 1 0,0-2 27 0,0 0 5 15,0 0-4-15,1 0 2 0,1-2-23 0,0 0 0 16,0-2-4-16,0 0 1 0,2-7-10 0,7-17 5 16,0-2-1-16,0-4 2 0,0-1-2 0,2 1-8 15,2-3 2-15,0 3-3 0,0 1 7 0,-2-1-6 16,-2 6 2-16,0 0-3 0,-2 6 2 0,-3 7-6 15,-1 3 5-15,-1 5-7 0,0-3-3 0,-2 5-12 16,-2 1-11-16,2-2 2 0,-1 0-33 0,1 3-33 0,0-1 2 16,0 0-15-16,0 2-19 0,-2 0-57 0,0 2-1 15</inkml:trace>
  <inkml:trace contextRef="#ctx0" brushRef="#br0" timeOffset="-142509.07">25890 15496 553 0,'-1'0'89'0,"-1"-2"175"0,0 0-238 15,0 0-14-15,0 0-3 0,0 0 1 0,0 0 15 16,1-1 2-16,-1-1-2 0,0 0 0 0,0 1-13 0,0-1 9 15,0 0 5-15,0 0-1 0,1 1 5 0,-1 1-6 16,0 0-6-16,-2 0 1 0,0 0-8 0,1 0 5 16,-12-1 0-16,0 1 1 0,2 2 4 0,0 0-7 15,6 2 4-15,-1 0-6 0,1 1 2 0,-3 3-8 16,5-2-2-16,-1 1-1 0,-3 6 1 0,2 0 1 16,1 2 5-16,2-1-4 0,2-1 1 0,1-2-3 15,1 0-6-15,0 1 3 0,0-3-4 0,1 0 2 16,1-1 1-16,2 0-2 0,-2-3-7 0,2 1-23 0,3 0-5 15,2-2-8-15,2-1-38 0,-1 1-106 0,-1 6-8 16</inkml:trace>
  <inkml:trace contextRef="#ctx0" brushRef="#br0" timeOffset="-142134.79">25918 15627 511 0,'0'0'96'16,"0"0"4"-16,0 0-27 0,-2 0-13 0,2 0-32 15,0 0-14-15,-1 0 20 0,-1 0-9 0,0 0 10 16,0 0-21-16,2 0 4 0,0 0-1 0,0-2 1 16,0 1 8-16,2-1 11 0,0 0-2 0,0 0 3 0,-1 0-11 15,1 0 0-15,2 0 6 0,0 1-4 0,-2 1 1 16,9-8-17-16,2-1 3 0,0 0-6 0,-4 1 5 0,2 1-7 16,-3 1-3-16,-3 4 0 0,1-5 7 0,-4 0-4 15,1 1-2-15,1 0-1 0,0 1 0 0,-1-1 2 16,1 1 1-16,-2 1-2 0,0-2-2 0,-2 3 11 15,2-5-2-15,-2 1 3 0,0 3-10 0,0 2-1 16,-2-1-2-16,0-1 2 0,0 2 1 0,-2 0-5 16,-1 0 4-16,-10-1-5 0,4 3 7 0,0 0-5 15,-2 1 0-15,3 3-2 0,-1 2 0 0,0 1 3 16,6 2 1-16,-1 12-1 0,0-1-7 0,-7-1 7 0,4-1-2 16,2 1 4-16,3-2-5 0,4-3 6 0,0 1-6 15,0-2 7-15,2-2-7 0,2-1 0 0,1-1 4 16,-1-3-4-16,5-3 2 0,15-1 3 0,0 13-6 15,8-4 3-15,0-7-14 0,-1-6-24 0,6-5-11 16,0-5-14-16,1-2-123 0</inkml:trace>
  <inkml:trace contextRef="#ctx0" brushRef="#br0" timeOffset="-140719.76">30404 2508 545 0,'0'0'207'0,"0"0"-84"0,-2 0 65 0,0 0 0 0,-1-2-146 16,-1 2-17-16,0 0 47 0,1-2-11 0,-1 0 23 15,0 0-26-15,0 0-32 0,3 1 1 0,-1-3-13 16,2 0-11-16,0 0-2 0,2 1 0 0,1 1-1 16,31-17-1-16,3 4 3 0,2 4-2 0,0 4 2 0,-2-1-3 15,0 5 3-15,-7 1-4 0,-6 0 3 0,-2 2-9 0,-1 0 9 16,-3 0-5-16,1 0 4 0,-4 0-16 0,-2 0-26 16,-4 0-2-16,0 0-14 0,-3 0-63 0,-3 0-23 15,1 0-9-15,0 0-1 0,0 2-6 0,-3-2 31 16,1 0-5-16,0 0 13 0,-2 0 3 0,0 0 51 15,0 0 4-15,-2 0 18 0,0 0 33 0,1-2 15 16,-1 0 5-16,-2 0 7 0,0-1 32 0,-5-9 21 16,-4-6-4-16,2-3 10 0,2 1 13 0,3 3-1 15,0 1 10-15,3-1-9 0,-1 2-7 0,2 0 5 16,0 4-4-16,2 6 5 0,0 1-2 0,0 2-16 0,-2-2-5 16,1 1-5-16,-1 1-31 0,0 0 0 0,0 2 1 15,0 2-1-15,0 1 5 0,-9 20 9 0,0 10-4 16,0 0 4-16,0 1-11 0,2-1-14 0,-1-1 1 15,3 3-5-15,-1-3 0 0,1 1-12 0,3-1 9 0,1-4-9 16,1 1 6-16,0-6-9 0,2 3-9 0,0-8 0 16,0 1-34-16,2-4-28 0,0-6-21 0,-1-4-7 15,-1-3-119-15</inkml:trace>
  <inkml:trace contextRef="#ctx0" brushRef="#br0" timeOffset="-140124.04">31462 1798 970 0,'0'-1'28'0,"-1"-1"68"0,-1-2-93 0,0-7 15 0,0-10 6 16,2-1 2-16,0-2 11 0,4-2-20 0,1 0-1 15,5-2-6-15,1 2-5 0,2-5-7 0,3-1 2 16,1 2-2-16,0-1 3 0,-2 5 6 0,-2 2-3 0,-2 3 3 16,0 5-3-16,-5 6 5 0,1-1-1 0,-1 2 5 15,-3 3 19-15,-1 3 31 0,0-1-7 0,0 0 10 16,0 2-37-16,0 0-19 0,-1 1 0 0,1-1-7 15,0 2 0-15,-2 2 2 0,0 1-2 0,0 12 1 16,0 13-9-16,-2-2 6 0,0 0-2 0,1-2 3 16,1 2-2-16,0-2 6 0,-2 4-1 0,2-2 1 15,0 0-11-15,0 0 6 0,0 0-4 0,0 0 5 16,-2 2-4-16,2-2 1 0,-2 2 6 0,0-4-3 0,0 0 1 16,-1 2 1-16,-1-4-3 0,-2-3 3 0,1 1-2 15,-1-5 2-15,-1 2-1 0,-1-2 1 0,3-6-4 16,1-2 6-16,4-5 0 0,-7 4 3 0,-3 1 5 0,3-3 23 15,1 0-5-15,-1-1 9 0,-1 1-10 0,3-2-15 16,-1 0 5-16,4-2-7 0,-1 0-1 0,1 0 1 16,-2 0 0-16,0 0 0 0,3 0-11 0,-1 0 4 15,0 0-7-15,0 0 5 0,0-2-3 0,2 0-2 16,0 0 2-16,2 0-2 0,0 1 0 0,0-1 5 16,1 2-6-16,7-2 4 0,10-2-5 0,-3 0 2 15,1 1 3-15,-1 1-2 0,-4 0-1 0,0 0-14 16,-2 2 4-16,-1 0-8 0,-1 0-2 0,-2 0-20 0,-1 0-9 15,-1 0-8-15,-1 0-70 0,0 0-55 0,-2 0-19 16,0 0-13-16,-2 2-89 0</inkml:trace>
  <inkml:trace contextRef="#ctx0" brushRef="#br0" timeOffset="-139756.16">31223 2378 779 0,'0'0'38'0,"-2"0"-3"0,0 0 40 15,-1 0 4-15,-22 0 2 0,3 0 38 0,7 0-39 16,8 0 6-16,3 0-20 0,2 0-17 0,-1 0-29 15,-1 0 1-15,0 0-11 0,2 0-3 0,0 0 1 16,2 2-1-16,0-1 1 0,2 1 0 0,6 0-3 16,31 4 6-16,7-3-4 0,4-1 4 0,0 0 0 15,-1-2-6-15,1 0 5 0,0-2-4 0,2 0 8 16,2 1 0-16,1-3 3 0,3 2 8 0,1 0 1 0,5 2 6 16,-9 0-6-16,-6 0-4 0,-7 0-5 0,-3 0-3 15,-4 0 1-15,-1 0-7 0,-8 0-3 0,-8 0-1 16,-1 0 0-16,-6 0-2 0,0 0 4 0,-3 0-4 15,-6 0 3-15,3 0-10 0,-1 0 2 0,-2 0 0 0,5 0-1 16,-5 0-10-16,2 0-23 0,1 0-19 0,-1 0-10 16,2 2-144-16,-4-2-152 0</inkml:trace>
  <inkml:trace contextRef="#ctx0" brushRef="#br0" timeOffset="-136879.02">31184 2888 375 0,'0'-1'67'0,"0"-1"4"0,-2 0 3 0,0-2-19 16,-5-9-8-16,-2-2 2 0,-3-3 38 0,5 3-4 15,1 2 11-15,1 2-35 0,1 3-14 0,0 1-1 0,3 1-4 16,-1 3-14-16,0-1-3 0,0 0-5 0,0 2 4 16,0 0 5-16,2 1 1 0,0 1 0 0,0 1-2 15,0 3-13-15,0 17-2 0,2 12 1 0,0 4 0 16,0 2 3-16,0-4-2 0,1 8-4 0,-1-6 2 16,0-5-5-16,0 1 5 0,0-3 1 0,0 0 1 15,-2-3 1-15,0-2-5 0,-2-5 3 0,0-3-4 0,0-2 5 16,0-2-3-16,2-6 4 0,-2 0-5 0,2-3 0 15,0-2 11-15,-1 2-3 0,-1-1 8 0,0 1 3 16,0-2-10-16,0 0 0 0,0-2-4 0,0 0-10 16,1-2-5-16,-1-2 2 0,-2-7-2 0,-2-17 1 0,6-3 4 15,0 1-5-15,6-7 2 0,3-2-4 0,1 0-1 16,-1-2 4-16,0 2 0 0,0 4 11 0,3 3-9 16,-1 4-1-16,0 2-2 0,0 2-1 0,-4 8 0 15,3 1 2-15,-5 5-1 0,1 3 4 0,-4 3-8 16,0 1 4-16,5-3-6 0,-3 4 1 0,1 0-9 15,1 0-2-15,5 1-2 0,2 1-12 0,-4 1-58 16,2 5-3-16,-3 0-23 0,-3 12-50 0,1 10-52 0,-2-4-11 16,1 2-15-16,3 2-57 0</inkml:trace>
  <inkml:trace contextRef="#ctx0" brushRef="#br0" timeOffset="-136535.68">31396 3172 198 0,'0'0'108'16,"0"0"-9"-16,-2 0-6 0,0 0 8 0,0 2-44 15,0 0 10-15,2 0 31 0,0 2-4 0,0-1 8 16,0 5-27-16,0 1-2 0,0 0-2 0,0 3-1 16,0-3-20-16,0-2-11 0,0 3-6 0,0-1-1 15,0-2-12-15,-2 1 1 0,2-5-2 0,-2 3 0 16,2-4-7-16,-1 2-2 0,-1-1-1 0,2 1 1 0,0 0 5 16,0-2-3-16,0-1 0 0,0 1-2 0,2-2-7 15,-1 0-1-15,1 0 5 0,0-2-3 0,2 1 0 0,0-1-2 16,-1 0 0-16,7-6 1 0,-1 1 2 15,-2 3 4-15,1 1 0 0,-1-1 2 0,1 2 8 0,-3 0 6 16,3 2-6-16,-3 0 7 0,-1 0-5 0,0 0-11 16,-1 2 7-16,-1-2-9 0,2 4 3 0,0 1-6 15,3 8-1-15,-1-2 0 0,-3 1-4 0,-1-3-2 16,0 2-5-16,-2-4-1 0,0 3-21 0,0-5-15 16,0 3 1-16,0-6-7 0,0 1-18 0,0 1-83 15,-2-2 14-15,0 0-35 0,0 0 9 0,1-2-57 0,-1 0-4 16</inkml:trace>
  <inkml:trace contextRef="#ctx0" brushRef="#br0" timeOffset="-136398.65">31390 3234 125 0,'0'0'83'0,"0"-2"-6"0,0 0 66 0,-2 0-9 16,2-2-5-16,0 1-44 0,0-1-10 0,0-2-3 15,0 1 0-15,0-6 1 0,0 7-13 0,0 0 5 0,4-5-8 16,-2 5 4-16,3-5-18 0,-1 3-2 0,0 3-5 16,7-1-14-16,-2-3-7 0,-1 1-7 0,-1 2 2 15,0 1-5-15,-1 1-5 0,1 0 1 0,-1 0-4 16,1 0-7-16,-1 2-15 0,1 0-8 0,3 0-12 15,-1 0-123-15,-2 2-141 0</inkml:trace>
  <inkml:trace contextRef="#ctx0" brushRef="#br0" timeOffset="-136183.71">31617 3117 841 0,'0'0'49'0,"0"0"4"0,0 0-19 15,0 0-6-15,0 0-14 0,0 0 34 0,0 0 40 16,0 0-10-16,0 0 13 0,1 0-45 0,1 0-25 16,0 0 4-16,2 0-13 0,18 0-1 0,4 0-1 15,4-2-7-15,1-2 3 0,-1 2-8 0,4 0 2 16,-7-1-5-16,3 1 1 0,-4 0-20 0,-9 2-10 16,1 0-4-16,-6 0-9 0,-1 0-76 0,0 0-140 0,-2 0-17 15</inkml:trace>
  <inkml:trace contextRef="#ctx0" brushRef="#br0" timeOffset="-135978.94">31839 2907 633 0,'0'0'61'0,"0"0"-31"0,0 0 58 0,0 0-15 16,0 0-12-16,0 0 41 0,0 0-4 0,0 0 12 15,0 0-27-15,0 2-40 0,0 0 1 0,0 1-14 16,2 10-4-16,2 15-7 0,-4 0-2 0,-2 4-3 0,-3-3-13 15,-1-3 4-15,0 0-3 0,-1 0 5 0,1-2-7 16,1-1-1-16,-1-3-4 0,3 2 0 0,1-5-12 16,0 0-30-16,2-4 1 0,0-2-15 0,0-2-39 0,2 1-120 15,1-3-30-15</inkml:trace>
  <inkml:trace contextRef="#ctx0" brushRef="#br0" timeOffset="-135642.52">32096 2953 618 0,'0'0'43'0,"0"-2"69"0,0 1-87 0,0-1 26 0,0 0-8 15,0 0 16-15,0 0-4 0,0 0-2 0,0 0 0 16,0 2 0-16,1 0-10 0,1 2-12 0,0 2-5 16,6 15-2-16,3 12-15 0,-2-1 6 0,0 1-3 0,-1-5 6 15,-1-1-4-15,-1 1 7 0,-3-6-5 0,-1 0 6 16,0 1 4-16,-2-6-6 0,0 0 2 0,0-6-5 15,0 0 0-15,0-1 4 0,0-5 0 0,0-1 2 16,0 0-9-16,-2 2 8 0,0-1-3 0,1-1 4 16,-3 0-9-16,0-2-2 0,0-2-8 0,1 0 4 15,-1-3-10-15,-11-21-4 0,4-2 8 0,7-2-5 16,4-3 6-16,2-6-3 0,2-4-1 0,0 2 0 16,3 4 1-16,0 6 2 0,3-1-2 0,-3 8 4 0,2 0 1 15,1 5-4-15,-1 4 1 0,0 1-3 0,1 2-7 16,-7 1 7-16,8 8-4 0,1-7 5 0,-3 5-8 0,0-1-14 15,-1 4-3-15,1 0-9 0,-2 2-60 0,3 0-134 16,-3 0-15-16,0 4-46 0,3 4-109 0</inkml:trace>
  <inkml:trace contextRef="#ctx0" brushRef="#br0" timeOffset="-135121.05">32365 3239 551 0,'0'0'24'0,"0"0"-1"0,-2 0 30 0,0 0 4 15,0 0 2-15,0 0 35 0,1 0-23 0,-1 0 2 0,0 0-13 16,2 0-26-16,0 0 1 0,0 0-7 0,0 0 5 16,0 0-6-16,0 0-9 0,0 0 5 0,2-2-7 15,0 1 12-15,-1-1-4 0,1 0 3 0,0-2-3 16,2 0 5-16,1-3-3 0,5-4-3 0,-1-2 0 15,0-2-7-15,-1 0 3 0,-3 2 4 0,-1 4-3 16,-2 3 12-16,0 3-6 0,0-1 3 0,-1-2-3 0,-1 3 6 16,0 1 8-16,2-2-1 0,0 0 0 0,0 2-21 15,-2 1-11-15,0-1-5 0,0 2 0 0,0 0-2 16,0 2 2-16,0 5-1 0,-2 21 0 0,0-2 0 16,-1 2-1-16,1-4 2 0,0-2-2 0,2 0 0 0,0-5 2 15,0 0-3-15,2-4 3 0,1 0-2 0,-1-6-1 16,0-1 1-16,-2-4-3 0,2-2-3 0,11 9 2 15,2-2-2-15,3-3 3 0,1-4 3 0,0-4 3 16,1-3 0-16,-5 0 3 0,0-3-6 0,-2 3 4 16,-8-14-3-16,10-1 4 0,-2 2-3 0,-4-3-1 15,12 1 0-15,-16 5-1 0,1-1 3 0,-1 7-1 16,3 1 2-16,-4 3-1 0,-3 3 8 0,1 1-1 16,0 1 2-16,0 0-3 0,0 0-5 0,0 2-3 0,0 2-1 15,-1 0 0-15,1 1 2 0,4 12 5 0,1 8 0 16,-1-5 2-16,1 3-8 0,-1-7 5 0,-1 3-4 15,-1-4 4-15,2 0-4 0,-1-2 3 0,1-1-4 16,-2-3 2-16,1 2-19 0,-1-3-37 0,14-2-13 0,1-3-27 16,5 16-241-16</inkml:trace>
  <inkml:trace contextRef="#ctx0" brushRef="#br0" timeOffset="-125580.59">32083 742 40 0,'0'0'0'0,"0"0"27"15,0 0 15-15,-2-2 24 0,0 0 0 0,0 0-13 16,0 1-10-16,0-1-19 0,-1 0 7 0,-1 0-10 16,2 2-14-16,-5-4 4 0,1 2-10 0,2 1 9 15,-3-3-3-15,5 4-4 0,-4-2 3 0,1 0-5 16,3 2 5-16,-2-2 2 0,1 0 2 0,-1 2-2 15,2 0 4-15,-5-3-12 0,3 1 13 0,-2 0-11 0,-5-2 9 16,6 2-2-16,-3 1-7 0,3-1 5 0,-3 0 4 16,-5-2 1-16,0 2 2 0,-2 0-1 0,4 1-1 0,-2-1 1 15,2 0-2-15,2 2 1 0,-4 0-5 0,2 0 1 16,1 0-6-16,-3 0 4 0,4 0-7 0,-2 0 3 16,2 0 9-16,-1 0-4 0,1 0 5 0,2 0-3 15,-1 0-7-15,1 0 5 0,-2 0-3 0,1 0-1 16,-1 0 3-16,0 0-4 0,1 0-2 0,-1 0 2 15,1 0 0-15,1 0 1 0,0 0 12 0,-1 0-5 16,-1 0 7-16,0 0-7 0,1 0 3 0,1 0-4 16,-3 0-3-16,3 0 2 0,0 0 2 0,-3 2-10 15,3 0 7-15,-2-1-7 0,-1 1 5 0,1 0 1 0,0 2-8 16,-2 0 4-16,1-1-7 0,1 1 9 0,-2 2 0 16,0-1 2-16,0 1-9 0,-1-1 2 0,5-1 1 0,-2 2 0 15,-1-3 3-15,-1 3 0 0,-4 1-3 0,2-1 1 16,-3 1 5-16,3-1-6 0,-2 1 7 0,-2 1-7 15,1-1 0-15,-5 2 8 0,-3 1-7 0,7-5 7 16,1 1-8-16,1-1 1 0,4 1 3 0,-4 0 0 16,-2 1-2-16,2-1-2 0,0-1 1 0,2 1 0 15,0-1-3-15,0 1 4 0,0 1-5 0,4-1 4 16,0-1-4-16,-1 1 2 0,1 1 1 0,0 1 0 16,0-1 0-16,-1 1 7 0,3-3-5 0,-2-1 6 0,1 5-11 15,-1 1 6-15,1 1-3 0,-1-2 3 0,0 2-8 16,-2 0 6-16,0 2-4 0,-1 0 4 0,3 2-6 0,-2-2 5 15,2 2 3-15,-2 0 0 0,1 5 0 0,1-3-4 16,-2 1 2-16,2 1-1 0,-1 1 6 0,1-1-3 16,2 1-4-16,1-3 1 0,-1 2-2 0,1-3 5 15,2 1-4-15,-1 5 3 0,-1-1-5 0,1 3 4 16,1-4-3-16,0-1 3 0,2-4-1 0,-1 0-5 16,-1 1 9-16,0 1-8 0,2-2 7 0,0 4 2 15,-9-3-5-15,4-3 4 0,-1 2-9 0,1 0 5 16,1 0 2-16,1 0 2 0,-1 0-7 0,3-1 5 15,-3 3-3-15,0 0 3 0,3-1 1 0,-1 1-4 0,0 0-1 16,1 1-2-16,-1 3 6 0,2-3 0 0,0 1 2 16,0 0-1-16,0-1-3 0,1 1-3 0,-1 1-1 15,2-1 0-15,0-3 3 0,0 5 5 0,0-3-1 16,0-1 2-16,0 4-5 0,0-1-1 0,0-1 1 16,0 1 0-16,0-1-4 0,0-3 4 0,0 1 0 0,0 2 0 15,0-3-4-15,0 1 10 0,0 0-6 0,0-1 6 16,0 7-9-16,0-3-1 0,0 4 2 0,0-1 0 15,0-3 5-15,0 2 0 0,0 0 2 0,0 1-3 16,0 1-7-16,0 0 7 0,0 2-2 0,-2-2 4 16,0 2-4-16,2 0 0 0,0 0-3 0,0-2 0 15,0-1-2-15,0-3 4 0,0 0 3 0,0 1-1 16,0-1 1-16,0 3 1 0,2-1-7 0,0 2 5 0,1 0-1 16,1 2-5-16,0-2 7 0,0 2-6 0,-1 4 4 15,1-2 5-15,2 2-4 0,-3-6 6 0,3 2-7 0,-1 1 0 16,3 5 0-16,-1 1-1 0,3-1-9 0,-1 5 11 15,-2-9-2-15,3 4 4 0,-3-3-8 0,0-3 10 16,1 2-8-16,-3-6 9 0,1 3-5 0,1-3-7 16,-1-4 7-16,0 3-7 0,-1-3 16 0,1 1-9 15,-1-2 3-15,1-1-5 0,-1-1-5 0,1 2 4 16,0-4-1-16,1 2 4 0,-1-2 6 0,1 2-7 16,2 0-1-16,-1-4-3 0,-1 0 8 0,2 0-5 15,-1 2 2-15,5 2-4 0,4 1 1 0,3 1 0 16,-1 2 4-16,5 1-2 0,0 2-1 0,0 3 6 0,2-3-7 15,-6 2 7-15,10 2-6 0,-8-2-4 0,3 0 4 16,1 0-4-16,-10-3 13 0,7 1-8 0,-5-3 1 16,-1-3-4-16,0 1-5 0,-3-2 8 0,1 0 0 15,4-2 2-15,-4-2-1 0,-1 0-4 0,-1 0 2 0,0-3-5 16,2 1 0-16,0 0 1 0,2-1 3 0,0-1-1 16,1 1 5-16,1-1-6 0,-1 0 4 0,1-1-4 15,-1 0 7-15,3 1-5 0,-3-1 1 0,7-1-1 16,-5 3 5-16,6-3-4 0,2 3 1 0,-2-1-1 15,-2 0 11-15,2 3-10 0,0-3 0 0,4 2-2 16,-4-1 1-16,2-1-6 0,-1-1 6 0,-10-3-5 0,5 1 16 16,-3 9-4-16,1-2 0 0,-3-3-4 0,7-1-2 15,-11-5 10-15,6 0 1 0,5-2 3 0,-7 0-2 16,1-2-10-16,1 0 2 0,-3-2-5 0,-1 1 5 0,0-1 1 16,0-2-4-16,2 1 1 0,-1-1-6 0,-1 1 4 15,2-1 3-15,0 1 0 0,-2 1 0 0,-1 0-1 16,3 0-2-16,-2 1 0 0,0-1-4 0,0 0 3 15,-2 3 6-15,3-3-4 0,-1 0-1 0,-2 0 6 16,0 1-6-16,-3-1 5 0,3-2-7 0,1 1 3 16,1-1-3-16,2-1 2 0,3-2-5 0,1 1 10 15,-6 1-4-15,3-3 6 0,-5 5-4 0,-2-1-3 16,10-5 3-16,-8 4-3 0,2-1 1 0,-4 1 0 0,-2 1 2 16,-2 1-1-16,1 3 2 0,3-6-3 0,-2 1-5 15,1 0 3-15,1-6-3 0,2 0 4 0,0-2 2 16,0-4-1-16,-4 1-1 0,-2 1 4 0,5-2-3 15,-3 3 4-15,6-3 4 0,0-3-3 0,3-4 5 0,-3 0-4 16,0-2-3-16,-4-2-4 0,-2 8-2 0,-1-8 1 16,-1 4 10-16,1 4 2 0,-1-4 0 0,0 4-1 15,-1-1-6-15,-2 3 7 0,-1 0 1 0,-1-5 0 16,0 3-10-16,2 0 6 0,0-2-8 0,1 0 6 16,1-2-6-16,-3 0 2 0,3-2 1 0,-2 0 0 15,-2-4-3-15,1 3 1 0,3 1-2 0,-1-4 1 0,3 4-3 16,-3-7 7-16,1 0-3 0,0 5 5 0,-1 0-12 15,1-1 6-15,-1 3 2 0,-1 4 1 0,0-2-1 16,-2 7 1-16,-1 1-4 0,1-5 2 0,2 1-2 16,9 4 3-16,-2-1 2 0,-5 4-1 0,-1 0 1 15,-1-1-5-15,-2 1 2 0,0-2-2 0,0 2 4 0,-1-2 3 16,-1 1-4-16,0-1 3 0,0 0-3 0,0-3 0 16,0 1-2-16,0 1 1 0,0-3-2 0,0-3 3 15,0 2 2-15,0-2 0 0,0 1-2 0,0-3-2 16,2-1 2-16,-2 4-2 0,0 1-1 0,0-2 1 15,0 2 0-15,0-4 2 0,-2-4 3 0,1 2-5 16,-1 0 4-16,0 4-4 0,-2-4 4 0,2 4-4 16,-1 0 0-16,-1 0-2 0,0 0 2 0,0 0 0 15,1-1 2-15,-1 1-1 0,0 0-4 0,1-2 3 0,-1 4 1 16,-2-2 2-16,1 0-2 0,1 1-5 0,-2-1 3 16,1 2-3-16,-1 0 5 0,3-1-1 0,-1 3 2 15,0-1-1-15,0 1-1 0,1 0 2 0,-1-5-3 16,0 1 2-16,1 0-3 0,-1 0 0 0,2 0 1 0,-2-4 1 15,1 2 3-15,-1-4-2 0,0 4-1 0,2 0 0 16,-1-1-4-16,-1 1 6 0,0 0 3 0,-3-2-1 16,-1 0-6-16,3 2 5 0,-3 0-5 0,1 2 6 15,-2 1-4-15,-3 1 8 0,3 2 4 0,-2-1 1 16,0 1 1-16,0-1-12 0,-2 3 4 0,9-3-4 16,-15 3 4-16,-1-1-4 0,1 1-2 0,6-1 0 15,-3-1-4-15,-5 1 5 0,3-1-1 0,-5 1 2 0,3-1-3 16,1 1 1-16,-1-3 0 0,0 2 2 0,-1-3 2 15,4-1-5-15,-3 0 3 0,3 2-4 0,-5-4 2 16,4 3 6-16,-1-1-6 0,-1 0 6 0,-1 4-6 0,1-4-1 16,-3 3 7-16,1 3-4 0,0-7 1 0,-2 1 5 15,-2 0-7-15,0 0 7 0,-6-4-10 0,1-2-6 16,-7-1 6-16,-6-4-6 0,-3 1 8 0,-12 1-20 16,0-1-12-16,-1 3-17 0,-3 3-181 0</inkml:trace>
  <inkml:trace contextRef="#ctx0" brushRef="#br0" timeOffset="-123460.29">26472 1202 85 0,'0'0'27'0,"-2"0"-3"0,0 0 4 15,0 0 5-15,-2 0-12 0,-3 0-8 0,-4 0-5 0,1 0-4 16,1 0 2-16,2 0-5 0,1 0 4 0,1 0-4 16,1 0 4-16,0 0 0 0,0 0 0 0,-1 0-1 15,1 0 0-15,0 0-7 0,-1 0 6 0,-1 0-5 0,1 0 4 16,-1 0 4-16,-1-1-5 0,1 1 6 0,-3-2-7 15,0 0-6-15,-1 2 11 0,1 0-7 0,-2 0 8 16,2 2-5-16,-3 1-4 0,1 1 4 0,2 0-4 16,-2 3 4-16,0 3 1 0,2 1 4 0,-3 9-1 15,-1-1 2-15,2-3-7 0,0 1 0 0,0 2-2 16,2-1 13-16,-2 1-7 0,-2-1 3 0,0-3-5 16,-2 6 4-16,4-3 8 0,-1 3 0 0,-2-3 1 0,2 1-10 15,1-2-1-15,0 1 0 0,4 1 2 0,-6-3 6 16,2 3-8-16,-2 1-4 0,3 3 0 0,-1 3-5 15,4 1 5-15,-3 3 4 0,-1 2-1 0,2 1-3 0,-4 4 3 16,2 2-4-16,0 4 2 0,-2-2-1 0,3 7-3 16,1-1 6-16,-2-1-5 0,5 4 9 0,-3-3-4 15,-2 1-2-15,4-5 0 0,-1 1-4 0,-16 1 6 16,9-5-5-16,4 5 6 0,5-2-4 0,1 3 6 16,1 1-5-16,2 1 5 0,0-2-3 0,1 6 4 15,1-2-1-15,0-1 0 0,3 5-6 0,1-8 5 16,3 6 2-16,-1-8-1 0,0 3 7 0,1-3-7 15,0-5 8-15,3 0-8 0,-1-1 1 0,4-1 1 16,-2-2-6-16,0 0 5 0,0 1-3 0,1-1 3 0,-1 0 0 16,4 2 2-16,-1-1-1 0,3 2-4 0,0 0-3 15,-2-3 0-15,-2 2-1 0,2 4 1 0,-1-2-1 16,1 2 2-16,0-2 1 0,-2 0-1 0,2 2 3 0,-4-6-2 16,2 2 8-16,-2-4-9 0,0-3 3 0,1 0-5 15,-1 0 4-15,2-3-2 0,0 1 3 0,2 0-3 16,-1 0 4-16,3 0-1 0,0 0-2 0,-15-4-1 15,18 0-3-15,1-4 1 0,3-1 3 0,-4 1-3 16,4-1 0-16,6 1-3 0,-4-5 4 0,7-2-1 16,8-4 11-16,-9-1-3 0,7 1-5 0,-4-5 3 15,-2 1 7-15,5 18-6 0,-11-16 4 0,7-3-6 0,-6-4-1 16,-2-4-7-16,2-5 5 0,-6 0-5 0,2-4 4 16,-2 0 4-16,2-2-3 0,2 13 2 0,0-19-9 15,0 3 7-15,2-1-4 0,2-1 5 0,0 1-4 0,-1 3-1 16,-1-3 0-16,4 0 0 0,3-1-2 0,0 0 2 15,2-3-1-15,-1-1-1 0,-1 0-8 0,0-4 5 16,-3-3 1-16,-2-6 2 0,-4-2 2 0,-2-8 3 16,2-5-2-16,-6-2 3 0,-1-5-7 0,-4 1 5 15,-4 3-2-15,-4 1 3 0,4 0-9 0,-3 4-2 16,-1-2-3-16,-5 0 2 0,24 0 3 0,-13 0 2 16,-9-2 2-16,-4-5 0 0,-2-6 4 0,-4-8-4 15,-3-1 6-15,-2 0-2 0,-2 3 5 0,-4 1-5 0,0 3-3 16,1 4 2-16,-1-1 8 0,-2-2-3 0,-1-3 0 15,-4-2-3-15,0-5-6 0,-4-9 5 0,0 1 1 16,2 3 3-16,-4 3 3 0,4 11-4 0,2 9-2 16,-2 6 1-16,4 8 2 0,-2 1 20 0,22 6-5 0,-24 1 8 15,-2 3-13-15,-2 2 3 0,1 3 1 0,-1 7-1 16,0 5-4-16,2 4-12 0,2-4-6 0,2 5-1 16,-4 3-23-16,-1 8-135 0</inkml:trace>
  <inkml:trace contextRef="#ctx0" brushRef="#br0" timeOffset="-121136.1">28406 686 12 0,'0'0'-2'16,"0"2"0"-16,-2 0 11 0,1 0-4 0,-1 2 8 15,-2 1 4-15,-5 12-4 0,-6 1 8 0,0 5-7 16,-5-1 8-16,-1 2-17 0,1 2 1 0,-6 2-4 15,2 2 9-15,5 1-11 0,-3 3 3 0,5 7-4 16,0 1 1-16,-7 8 2 0,4 6 3 0,-2 9-2 0,-1 2-4 16,5 5 3-16,3 3-1 0,2-9 3 0,0 1 2 15,0-4-10-15,2 0 6 0,-2-3-6 0,3 3 11 16,3 4-5-16,3 0-1 0,1 1-1 0,-27 1-4 16,17-4 3-16,7-5-2 0,6-3 3 0,0-7 0 0,4 0 0 15,3-3 2-15,3-3-1 0,1-1 3 0,2 3-7 16,4 1 3-16,1 1-3 0,3 2 6 0,3 6-3 15,0-4 1-15,2 4-1 0,-2-2-3 0,2 3 6 16,0-1-7-16,-24-4 7 0,29 0-4 0,-3-4 3 16,0-2-1-16,-8-5 1 0,-1 0-1 0,-4 0-3 15,3 0 5-15,-1-2-4 0,4-2 3 0,-3 4 4 16,1-2-6-16,1-2 4 0,-1 4-3 0,3 1 2 16,2-1-1-16,4 0 0 0,2 2-7 0,3-6 7 0,6 0-1 15,2-9 4-15,11-2-5 0,2-2 6 0,3-2 0 16,1-1 4-16,-8-4 15 0,-2-3 2 0,-7-2 5 15,-6-3-4-15,1-4-13 0,-5 5 5 0,1-7-11 16,-1-1 9-16,-3 0-11 0,2 17-4 0,2-8 2 0,1-4-3 16,2-3 0-16,2-4 2 0,1 0-2 0,8-4 1 15,-3-1 4-15,1-1-7 0,-1 1 6 0,-6-3-6 16,2 3 2-16,-4-1 3 0,-3 0-8 0,-1 1 6 16,-5-1-6-16,0 3 3 0,-1-3 3 0,-3 0 0 15,-2-1 1-15,3 0-6 0,-3-3 2 0,0-1-4 16,5-2 7-16,1-2 2 0,1-3-5 0,7 12 3 15,-1-22-8-15,2-3-1 0,4-5 6 0,2-1-2 0,8 2 2 16,4-2-6-16,-2-2-1 0,1 4 0 0,-8-1 8 16,-7 3-1-16,-1 3-5 0,-7 1 1 0,-3 1 3 15,-2 0 0-15,-3-2 4 0,-4 0-3 0,-4 1-1 0,0-1 22 16,-2-3-5-16,0-3 13 0,-4-3 8 0,-1-3-6 16,-1-7 5-16,-1 1-6 0,0 0 5 0,-1-6-15 15,-1 6 5-15,24-4-6 0,-13 3 11 0,-5 3-11 16,-6-2 3-16,-2 1-6 0,0 1-9 0,-4-4 1 15,0 3 0-15,0-1 1 0,-1-4-1 0,-3-4-3 16,1-5 0-16,-2-2 0 0,1-2 2 0,-3-2-2 16,0 4-5-16,-4-2 1 0,-1 4-1 0,-1 1-2 15,-2 5 3-15,-3 1-3 0,0 2 8 0,-2 0-10 0,18-4 6 16,-29-1-7-16,-8-5 6 0,-3-1-1 0,3-2 0 16,-2-2-1-16,1 8 2 0,1-1 1 0,2 8 1 15,2 4-1-15,2 4 2 0,-2 3-7 0,4 4 1 16,0 3-3-16,-4 5 3 0,0-3-1 0,-4 8-2 0,-9 7 0 15,-8 4-1-15,-14 8-42 0,-2-27-8 0,2 25-22 16,3 10-113-16</inkml:trace>
  <inkml:trace contextRef="#ctx0" brushRef="#br0" timeOffset="-117153.92">22337 2896 426 0,'0'0'0'0,"-2"2"7"0,0 0 62 15,0-1 8-15,0 1 15 0,0 0-9 0,1 0 12 16,-1 0-43-16,0 0-6 0,0-2-13 0,0 0-32 15,2 0 2-15,0 1 6 0,0-1-4 0,0 0 3 0,2 0-1 16,0 0 3-16,2 0 0 0,5 0 6 0,11-3 5 16,4-1 0-16,2 0 1 0,2-1-6 0,0 1 3 15,2 0-4-15,-2-1 3 0,1 1-12 0,3 0 2 16,-2 3-5-16,-6-1 5 0,2 2 1 0,-8 0-12 16,-1 0 8-16,2 0-9 0,-5 0 4 0,-2 0 2 15,-1 2-5-15,2-1 3 0,-10-1-12 0,10 4-6 16,-9-4 2-16,0 0-4 0,0 0-12 0,-1 2-101 15,1 0-41-15</inkml:trace>
  <inkml:trace contextRef="#ctx0" brushRef="#br0" timeOffset="-116981.59">22314 3293 347 0,'-1'0'105'15,"-1"0"14"-15,0 2-6 0,0 0-52 0,0 0-3 16,0 0-42-16,2-1 29 0,0 1-5 0,2 0 10 15,0-2-13-15,2 0-22 0,22 0 8 0,7-5-14 16,8-7-2-16,7-2-6 0,6-7-4 0,7-3 1 16,6-4-2-16,-2 0-4 0,-4 0-7 0,-3 4-1 15,-12 6-49-15,-7-1-185 0</inkml:trace>
  <inkml:trace contextRef="#ctx0" brushRef="#br0" timeOffset="-116279.9">20608 2950 591 0,'0'-2'9'15,"0"0"1"-15,0 0 7 0,-2-2-2 0,0 1 1 0,2-1 4 16,0 0 18-16,0 0-6 0,0 1 8 0,0-1-6 16,0 2-4-16,0 0 3 0,0 0-5 0,0 1 3 0,0 1-7 15,2 1 0-15,0 3-4 0,5 18-9 0,5 19 8 16,-3 6-7-16,-2 1 7 0,3 4-15 0,-3 0 5 16,-1-4 0-16,1 4 2 0,-3 2 5 0,-1 2-6 15,-1 1 0-15,0 5 0 0,0-7 12 0,-2 1-13 16,2 0 11-16,-2-12-11 0,2 1 17 0,1-8-14 15,-1-9 3-15,0-4-5 0,0-5 12 0,0-8-11 16,-2-2 5-16,0-5-7 0,0-1 5 0,2 1 3 16,0 0-1-16,-1 0 2 0,1-3-7 0,0 1 1 15,0-2-1-15,0-2 1 0,2 1-8 0,9-22-2 0,3-12 2 16,-1 0-1-16,0-6-1 0,-4 0-4 0,-2 2 2 16,1 2-1-16,-1 2 8 0,-2 5-9 0,3 2 2 15,-3 8-3-15,1 3 8 0,-3 6-4 0,-1 3-3 16,-2 3 0-16,1 1-4 0,1 0 13 0,0 3 2 0,1-1 3 15,8-2-2-15,0 4 2 0,0 2-3 0,0 3 3 16,0 5-4-16,0-3 2 0,-3 17 0 0,3 6 1 16,-2-4-7-16,-6 0 1 0,5 4-1 0,-8-4 3 15,9 1 2-15,-6 1-4 0,-3-4 2 0,4-1-4 16,7-3-1-16,-4-1-2 0,-2 3-4 0,-3-5 1 16,0-2-7-16,-2-4-9 0,0-2-7 0,-1 0-6 15,1-1-82-15,0-3-67 0,0-1-20 0,-2-2-19 0,7 0-136 16</inkml:trace>
  <inkml:trace contextRef="#ctx0" brushRef="#br0" timeOffset="-115952.72">21379 3755 366 0,'0'-1'64'0,"0"-1"-8"0,0 0 9 16,0 0 15-16,-2 0-25 0,0 0 55 0,0 0-15 16,0 1 1-16,0-1-13 0,0 0-38 0,1 0-4 15,-1 0-6-15,0 0-1 0,0 2-32 0,0 0 6 16,0 2 1-16,0 0 2 0,1 4 5 0,-5 18-4 15,4 0-4-15,0-2 0 0,2 2-8 0,0-1 4 0,2-7-1 16,2 1 3-16,0-6 3 0,-3-3-6 0,1-3 3 16,0-1-4-16,2 0 7 0,0-1 10 0,-1 1 9 15,1-2-1-15,5 2 21 0,-1-4-9 0,-1 0-4 16,-1-2-2-16,-3 0-19 0,3-6 6 0,-2-14-8 0,-1 0 8 16,-1 5-1-16,9 0 11 0,-3 3 3 0,-3-7 1 15,-3 8-2-15,-2-2-8 0,0-1 0 0,-2 6-4 16,-1-1-10-16,-3 0-4 0,-1 2-2 0,-1 3-1 15,-8 4-1-15,-3 0 2 0,6-7 0 0,-2 2 1 16,2 1-4-16,2 2-8 0,2 4-2 0,5 0-4 16,-2 2-12-16,1 0-63 0,1 6 2 0,0 12-25 0,-10 4-32 15,6-3-59-15,4-3-11 0,3 10-25 0,2-6-130 16</inkml:trace>
  <inkml:trace contextRef="#ctx0" brushRef="#br0" timeOffset="-115547.92">21659 3976 111 0,'0'0'38'0,"2"2"64"0,0 0-42 0,0 0 3 16,-1 0 3-16,1 0-1 0,0 0 16 0,2-1 9 16,0 1 5-16,-1 0-3 0,1 0-7 0,0-2-6 0,-1 0-5 15,1 0 1-15,0-2-18 0,0 0-10 0,-1-1 1 16,-1-12-4-16,6-13-11 0,-1-4-5 0,-1 3-5 15,-1-7 2-15,3 7-11 0,-7-3-7 0,18 0 2 16,-8 5-3-16,-5 2 8 0,-3 3-8 0,-3 0 2 0,0 5-4 16,-1-1 4-16,-1 3 6 0,-2 2-4 0,0 0 5 15,1 3-3-15,-1 3 13 0,0 1-4 0,2 6 5 16,-9-1-14-16,0-9 3 0,0 5-3 0,0 1 3 16,0 2-7-16,1 2-3 0,-1 0-4 0,2 2 1 15,0 4-7-15,1-5 2 0,-1 22 3 0,0 5-1 16,-1 1 0-16,3 3 1 0,-1-2 0 0,5 1 0 15,-1-3 2-15,-16 5 2 0,7 3-2 0,5-5 2 0,4 1-8 16,4-6 5-16,0-2-4 0,2-2 5 0,2-3-4 16,2-2 2-16,-1-3 0 0,1-1 1 0,1 0 1 15,1-1-3-15,-1-1 0 0,13 0-3 0,3-4 2 0,1-1 1 16,2-1 0-16,4-3 1 0,-1 17 3 0,10-4 5 16,8-8-5-16,-5-5 3 0,-5-2-9 0,1-4-4 15,-14 1-1-15,5-3-4 0,3 0-21 0,-6-1-56 16,4 0-5-16,-8 1-24 0,2-1-82 0</inkml:trace>
  <inkml:trace contextRef="#ctx0" brushRef="#br0" timeOffset="-99022.89">23881 5248 841 0,'0'0'9'0,"-1"0"13"0,-1 0 10 15,0 0 13-15,0 0 7 0,0 0-6 0,0 0 4 16,0 0-8-16,1 0 2 0,-1 0-35 0,0 0-3 15,0 0 1-15,2 0 1 0,0 0 25 0,2 0-9 16,2 0 7-16,29-7-7 0,8-4 8 0,7-2 6 16,8-4-2-16,5 0 2 0,4 1-15 0,-4 1-7 15,1 2 0-15,-14 2-4 0,-2 1-7 0,-10 3-1 16,-7 1-4-16,-5 3 2 0,-5-1 2 0,-4 2-1 0,-2 0 6 16,-8 2-5-16,1 0 0 0,-4 0-9 0,2 0-10 15,-1 0 0-15,-1 0-32 0,0 0-33 0,-2 0-12 16,0 0-11-16,-2 0-72 0,0 2-160 0</inkml:trace>
  <inkml:trace contextRef="#ctx0" brushRef="#br0" timeOffset="-98782.65">23874 5514 1006 0,'-2'0'35'0,"0"0"-3"16,0 0 6-16,1 0 7 0,-3 0-12 0,0 0 27 15,0 0 4-15,1 0-4 0,1 0 1 0,0 0-22 16,0 0-4-16,2 0-2 0,2 0-1 0,0 0-18 0,7-2-1 16,23-7 2-16,3-1 0 0,4 1 1 0,6 0 8 15,-3-1-1-15,10 1 5 0,-2 2 2 0,-5-2 3 16,9 1-2-16,-13 4 3 0,-2 1-2 0,-10 1-17 16,-5 0 3-16,-3 0-7 0,-3 2-4 0,-3 0-2 15,-4 0-2-15,-3 0 0 0,-3 0 2 0,1 0 1 16,-4 0-4-16,0 0 0 0,0 0-26 0,1 2-63 15,3 0-16-15,-1 9-33 0,3 4-230 0</inkml:trace>
  <inkml:trace contextRef="#ctx0" brushRef="#br0" timeOffset="-97786.11">26212 5003 613 0,'0'0'26'0,"0"0"-2"0,0 0 1 0,0 0 11 15,0-2-13-15,0 0 43 0,0 1 6 0,0-1-8 16,0 0 3-16,0-2-23 0,2 0-3 0,-1-1-3 0,3-8-1 16,2 0-17-16,-1 0 6 0,3-2-5 0,-1 4 6 15,4-6-7-15,-3 4-4 0,-1 0-3 0,2 0-1 16,-1 4-1-16,1-4 5 0,0-2 1 0,-1 2-1 16,-1 0-15-16,-1 2 9 0,-1-2 0 0,1 0 3 15,-1 0 1-15,-1 2-1 0,0-2-3 0,-2 2 2 16,0 0 1-16,-1 1-2 0,-1 3 0 0,0 1-1 0,0-1 6 15,0-1-6-15,0 5 6 0,0-3-6 0,0 2 10 16,0 1-17-16,0 1 0 0,0 0-3 0,0 0 3 16,-1 2-4-16,-1 0 4 0,0 2-5 0,0 0-1 15,0 5 3-15,-7 19 1 0,1-3 2 0,1 1 2 0,1 0-3 16,1-2-1-16,1-1-1 0,-1 1-1 0,-1 0 1 16,2-2 0-16,1 1 0 0,1-4-3 0,0-3 6 15,0 1-3-15,2-4 3 0,0 1-2 0,0-3 3 16,0 0 1-16,0-1 1 0,0-3 0 0,0-1 3 15,0 0 1-15,0-3 0 0,0 3-3 0,-2 0 0 16,0 0-4-16,0-1 3 0,1 1 1 0,-1 0-5 16,-2-2 2-16,0-1-3 0,-5 5 6 0,-4 0-4 15,-2-1-1-15,-1 1-2 0,-1-1-3 0,0 1 3 0,-1-1 3 16,1 1 0-16,4-2 1 0,0-1-2 0,0 1 0 16,0 0-1-16,4-2-4 0,5-2 4 0,2 0-4 15,-2 2 4-15,1-1-4 0,1 1 1 0,0 0 0 16,0 0 0-16,0 0-4 0,2 0 7 0,0 0-1 0,2-1 4 15,2 1-4-15,12 0 6 0,9 0 1 0,1-2 0 16,0-2-3-16,5-2-1 0,1 1 1 0,3-3 0 16,0 2 6-16,-1-1 2 0,1-1-1 0,2 1 1 15,2-1-6-15,-4 1-1 0,-1 1 1 0,-12 0-1 16,-5 2-4-16,-4 2 2 0,-4 0-2 0,-2 0 3 16,-1 0 1-16,-4 0-9 0,3 0-2 0,-3 0-5 15,2 0-18-15,0 0-55 0,-1 0-6 0,-1 2-22 0,0 0-81 16</inkml:trace>
  <inkml:trace contextRef="#ctx0" brushRef="#br0" timeOffset="-97292.19">25653 5582 546 0,'-2'0'167'0,"0"0"-209"0,-2-1 192 0,-9-3-101 15,-1 0-13-15,1 0 29 0,0 1-4 0,0-1 11 16,3 2-13-16,3 0-14 0,-1 0-1 0,5 2-7 15,-1 0-8-15,2 0-13 0,-2-1-1 0,1-1-6 16,-1 0-15-16,2 0 3 0,0 0 2 0,0 2 1 16,1 0 10-16,1 0-10 0,0 0 9 0,0 0-9 15,1 0 11-15,1 0 6 0,2 0-6 0,-2 0 7 0,16 4-2 16,5 0 6-16,5-1 5 0,10 1-2 0,1-2 2 16,10-2-5-16,1 0-1 0,2-6 0 0,5-3 3 15,5-2-7-15,-1-2 3 0,0-4-5 0,4-1-2 0,-2-1 4 16,12-1-6-16,3 1 7 0,3 4 0 0,3 4-8 15,-10 0 1-15,-3 2-3 0,-14-2 3 0,-10-1-4 16,-3 3 4-16,-8 2-4 0,-1 1 9 0,-6 2 0 16,-1 1 5-16,-4-1-5 0,-1 2 0 0,-8 0-1 15,-2 0-4-15,-4 2 2 0,-4 0-2 0,-1 0-6 16,-2 0 3-16,2 0-2 0,-1 0 6 0,1 0-6 16,-2 0-2-16,0 0-3 0,-2 2-20 0,0 0-38 15,-2 0-4-15,0 0-14 0,0 2-45 0,-1 3-133 16,-5 4-5-16</inkml:trace>
  <inkml:trace contextRef="#ctx0" brushRef="#br0" timeOffset="-96847.07">26273 5818 458 0,'0'0'97'0,"-2"-2"194"0,0 1-259 16,0-1 21-16,1 0-8 0,-1 0 14 0,0 0 8 15,0 0-24-15,0 0 2 0,0 1-13 16,2-1-28-16,0 0 7 0,0 2-4 0,0 0 7 0,0 0 3 0,0 2-3 16,0 0 2-16,0 3-1 0,6 17 9 0,-1 3-1 15,3 1 1-15,-1 1-1 0,1 1 5 0,-3 2-6 16,1-4 1-16,-1 4-3 0,-1 1 6 0,0 1 4 15,-2-3-3-15,-1-6 1 0,1-1-2 0,0 0 0 16,-2-5 1-16,0 2-3 0,0-6-8 0,0-6-2 16,0 2 3-16,0-1-3 0,0-5-2 0,0-1 9 15,0 0-2-15,0 2 7 0,0-2 15 0,0 0-10 16,0-1-1-16,0-1-5 0,2-1-13 0,0-1 1 0,0-8 0 16,7-17 0-16,-2-3-5 0,1-5 5 0,-3 3-3 15,3-3 3-15,1 0-9 0,0 3 12 0,3-3 1 16,2 3 5-16,5 1 11 0,-15 1-15 0,24 2 5 15,3 2-8-15,-3 2 5 0,0 2-10 0,0 5 2 0,-12 0-5 16,7 4-6-16,-5 6 1 0,-1 1-4 0,0 4 1 16,-10 0-16-16,1-3-5 0,-5 3-6 0,1 0 0 15,2 0-32-15,-5 2-31 0,1 0-9 0,0 0-11 16,0 0-88-16,0 0-97 0,3 8-70 0</inkml:trace>
  <inkml:trace contextRef="#ctx0" brushRef="#br0" timeOffset="-96515.07">26899 6026 558 0,'0'0'199'0,"0"0"-272"15,-2 0 233-15,0 2-129 0,0 0-1 0,-2 0 36 16,1 0 1-16,-5 0 8 0,-3 12-18 0,4 7-26 16,3 1-6-16,-3-5-4 0,5 5-15 0,-11-3 6 15,3-3 2-15,1 5 1 0,4-5 10 0,1-1-4 16,2 2 5-16,2 0-5 0,2-6 1 0,0-4 12 15,0 1-3-15,-1-5 7 0,1 1 1 0,-2-2 13 16,8 4-7-16,7 1 8 0,-6-5-10 0,2-2-3 16,2 0 0-16,-2-2-2 0,0 0-1 0,0-2-12 0,-3 1 8 15,-3-1-11-15,1-5-1 0,-4-1-5 0,5 1-4 16,-1 2 2-16,-3-1 4 0,1-5-9 0,-2 0 4 16,-2 4-7-16,0-4-1 0,-2 6-2 0,-2-5-1 0,-3 1 0 15,5 8 5-15,-13-1-7 0,-7 2 0 0,2-13-2 16,3 6 1-16,0 3-6 0,2 3 3 0,6 3-8 15,0 0-23-15,5 0-35 0,0 0-14 0,3 0-8 16,-3 0-69-16,0 0-110 0,2 0-74 0</inkml:trace>
  <inkml:trace contextRef="#ctx0" brushRef="#br0" timeOffset="-96064.08">27539 5278 494 0,'-2'0'18'0,"1"0"-2"0,-1 0 17 0,0 0 6 15,-2 0 0-15,0 0 37 0,3 0-4 0,-11 2-1 0,-2 2-3 16,4-3-14-16,1 3-10 0,5-4 4 0,2 0-6 16,-1 2-2-16,-1 0 0 0,0 0-6 0,1 0 4 15,1-1-3-15,0 1 15 0,0 0 3 0,0 0 4 16,0 0 14-16,2 0-12 0,0 0 2 0,2-1-7 15,0 1-11-15,2-2-9 0,12 4-6 0,3-4 1 16,1 0-15-16,3-2 5 0,1-2 1 0,-4 1-1 0,2-5-12 16,-3 3-1-16,3-1-2 0,-3 1 1 0,-1 1-5 15,-5 0-11-15,-1 2-3 0,-3 0-3 0,-2 2-10 16,1 0-23-16,-3 0-5 0,1 0-7 0,1 0-29 0,-3 0-48 16,0 0-24-16,-1 0-28 0,-1 0-292 0</inkml:trace>
  <inkml:trace contextRef="#ctx0" brushRef="#br0" timeOffset="-95784.11">27697 4994 915 0,'0'0'41'16,"-2"-2"86"-16,0 0-103 0,0 0 36 0,1 0 1 15,-1 1 13-15,0-1 7 0,0 0-43 0,0 0 0 16,0 2-17-16,0 0-17 0,1 0 9 0,-1 2-5 15,0 0 7-15,2 1 0 0,-8 25 3 0,3 2 3 0,3 3-2 16,2 5 2-16,0 1 6 0,0 1-1 0,0 3 2 16,0 0-10-16,-2-2-9 0,0-4 2 0,0-6-4 15,1 3-3-15,-3-6 4 0,0-1-7 0,2-1 6 16,0-3-3-16,2-3-2 0,0-5 3 0,0 0-3 16,0-2 4-16,0 0-8 0,0 0-1 0,0-6-4 15,0 3-7-15,0-3-76 0,0-1-11 0,0-3-32 16,0 1-138-16</inkml:trace>
  <inkml:trace contextRef="#ctx0" brushRef="#br0" timeOffset="-93934.19">28599 4888 470 0,'0'0'47'0,"0"0"58"15,0 0-1-15,0-2-7 0,0 0-5 0,0 0-4 16,0 1-33-16,0-1-8 0,0-2 1 0,0 0-4 16,2-12-4-16,2-3-3 0,2 0 0 0,-1-1-1 15,1 0-5-15,1 1-3 0,1-5-4 0,-1-4 3 16,-1 4 4-16,-1 0-10 0,-1 5 5 0,0 1-8 15,-3-1 5-15,1-1 13 0,0 1-6 0,-2 6 8 0,0 4-3 16,0 1-10-16,0 3 1 0,0 3-7 0,0-5-9 0,0 3-6 16,0 0 3-16,0 0-6 0,-2 3-2 0,0-1 0 15,1 2-3-15,-1 2 2 0,0 1-3 0,-6 20 6 16,3 6 1-16,1 3 1 0,0-1-3 0,3 1 0 16,1-2-1-16,0-4 1 0,0-2 0 0,0-2 6 15,1 2-2-15,1-1 3 0,0 1-6 0,0-2 0 16,-2-2-3-16,0 1 2 0,0-1 5 0,0-1-5 15,0-1 8-15,0 1-8 0,0-4 8 0,0-2-4 16,-2 0 0-16,0-4 0 0,0-2 0 0,1-1 1 16,-1 0 4-16,0-3-2 0,0 1 4 0,-2 0-7 0,1-1 1 15,-1-1-2-15,-7 4 4 0,1-2-3 0,1-3-1 16,0-1-1-16,1 0 4 0,3 0-4 0,-1 0 0 16,3 0-1-16,-1 0-3 0,0 0 2 0,2 0 1 15,-1-1 2-15,-1-1 1 0,0 0-2 0,2 0-1 16,0 0-1-16,1 0 4 0,-1 0-2 0,2 1 0 0,0-1-1 15,0 0 3-15,2 0 0 0,1 0 1 0,3 2-1 16,14-4 11-16,4 1-10 0,-1 1 5 0,-1-2-7 16,2 0 7-16,2 3-6 0,-2-3 1 0,0 0-2 15,1 2-1-15,-7 0-2 0,3 1 0 0,-5 1 0 16,-7 0-3-16,1 0-17 0,-5 0-1 0,-1 0-9 16,2 0-24-16,-1 0-37 0,1 0-6 0,-4 0-16 0,1 1-71 15,1 1-232-15</inkml:trace>
  <inkml:trace contextRef="#ctx0" brushRef="#br0" timeOffset="-93578.82">28315 5514 419 0,'-2'0'112'0,"1"0"23"0,-1 0-38 15,0 0-49-15,-2 0-7 0,0 0 23 0,1 0 17 0,-1 0 3 16,0 0 0-16,-1 0-10 0,-1 0-26 0,1 0-4 16,1 0-7-16,0 0-10 0,0 0 13 0,3 0-2 15,-1 0 4-15,0 0-3 0,2 0 7 0,0 2 2 0,2-1-1 16,0 1-7-16,1 0-1 0,21 2-6 0,8-2 4 16,3-2-11-16,1 0-1 0,4-2-3 0,-1-4 0 15,6-1-11-15,0-2 5 0,3-3-1 0,0 3 2 16,2 0 2-16,6 1 3 0,-6 3-2 0,8-3 1 15,-8 3-8-15,-9-1-3 0,3 1-6 0,-10 3 2 16,-8 2-5-16,-2 0 0 0,-9 0 6 0,-2 0-4 16,0 2-7-16,-6 0-4 0,-3-2-3 0,-1 2 2 15,-1-2-11-15,2 1-16 0,0 1-8 0,-1 0-5 0,-1 2-40 16,0-1-108-16,-2-1-20 0,2 8-44 0,0 1-209 16</inkml:trace>
  <inkml:trace contextRef="#ctx0" brushRef="#br0" timeOffset="-93112.86">28551 5802 649 0,'0'0'67'0,"-2"0"14"0,0-2-21 0,1 0-18 16,-1 0-9-16,0 0 43 0,0-2 16 0,0 1-9 15,0-1 7-15,0 0-32 0,1 1-15 0,-1-1 0 16,0 0-7-16,0 0-13 0,0 3-5 0,0-1-4 0,0 0 1 16,1 0 1-16,1 0-1 0,0 0 5 0,0 2-5 15,0 0 12-15,0 2-9 0,0 0 2 0,0 2-5 16,0 5-7-16,1 13 10 0,1 2-10 0,0 2 8 16,2 4-16-16,0 0 8 0,-1 3 3 0,3 1 0 15,-2-3 0-15,-1 1-6 0,1-1 0 0,0 1 0 16,-2-1 5-16,1-3-4 0,-1-2 5 0,0-7-3 15,0 3 11-15,0-5-7 0,-2-2 0 0,0-2-2 0,0-6-2 16,0 2 1-16,0-1-1 0,0-6 2 0,0 1 11 16,0 1 0-16,0 0 8 0,0 0-5 0,0-3 15 15,0 1-16-15,0 0 1 0,0-2-6 0,0 0-6 0,0-2-9 16,0-1 2-16,0-9-4 0,-2-12 4 0,2-2-1 16,-2-2-2-16,2-1 1 0,0-5-3 0,0-1-4 15,2 2 3-15,2 3-5 0,1 2 3 0,1 4 2 16,1 2-5-16,1-1 4 0,1 3 2 0,2 1-2 15,2 1 2-15,-7 3-3 0,18-2-6 0,-2 1 9 16,6 3-3-16,0 1 3 0,-2 3 0 0,-2 2-8 16,-6 3-10-16,-5 2-1 0,0 0-52 0,0-7-37 15,-2 2-18-15,4 1-18 0,-5 4-177 0</inkml:trace>
  <inkml:trace contextRef="#ctx0" brushRef="#br0" timeOffset="-92504.93">28854 6388 717 0,'-2'0'56'0,"0"0"7"15,0 0-13-15,0 0-1 0,-1 0-14 0,1 0 46 0,0 0 13 16,0 0-6-16,0 0 7 0,0 0-28 0,0 0-11 16,1 0-6-16,-1 0 1 0,0-2-12 0,2 1-16 15,0-1 4-15,2-2-7 0,3-9 6 0,10-11-6 16,4-6 2-16,-16 2-4 0,20 0-4 0,1-1-4 16,0 1-1-16,-4 2 0 0,-1-4-1 0,-8 4-1 15,-3 2-3-15,1 2 1 0,-7 1 0 0,1 7-2 16,-1 2 7-16,6 1-5 0,-5 4 7 0,-1 3 7 15,0-1-9-15,-2 3 9 0,0 0-8 0,0 0-8 0,2-2 5 16,-2 1-7-16,0 1 3 0,0 0-3 0,-2 2-1 16,2 0 0-16,-2 2 0 0,0 1 2 0,-3 12-1 15,-4 9 2-15,1 6-3 0,1-4-2 0,1 4 1 0,4-4-1 16,2-10-1-16,0 5 9 0,2-4-5 0,2-1 6 16,0-3-5-16,1 2 4 0,-3-9-1 0,2 1 0 15,-1 1-6-15,-1-8 1 0,13 3 5 0,2 8-1 16,0-5 2-16,-3-4-2 0,1-4-1 0,0-4 1 15,0-1 2-15,-2 1-5 0,-4-16 3 0,-1-4-3 16,-3 2 3-16,1 0-3 0,-2-4 1 0,-3 4-1 16,1 0 1-16,13 2-2 0,-6 3 0 0,-3 4 0 15,0 2 1-15,-5 6-2 0,-1 3-1 0,0 2 1 0,2-2-2 16,0 1-4-16,0 1 3 0,0 0-1 0,0 0 5 16,0 2 2-16,-1 0 0 0,1 2 1 0,0 2 6 15,4 9-3-15,5 13-2 0,-6-6-1 0,1 1-6 0,0-1 3 16,-1 2 0-16,-1-5 2 0,0 1 5 0,-1-5-41 15,-1-5-7-15,0-1-17 0,2 1-66 0,-1-1-96 16,-3-5-107-16</inkml:trace>
  <inkml:trace contextRef="#ctx0" brushRef="#br0" timeOffset="-92128.24">29732 4578 935 0,'-2'-2'21'0,"0"0"32"0,-1 0-19 15,-7-1 25-15,-8-5-5 0,-1 3 11 0,4 1 4 16,-7 2-4-16,5 2 4 0,-5 4-5 0,-6 3-9 16,6 4-7-16,-2 6-9 0,1-2 2 0,7 22-23 15,1-2 0-15,2 4-1 0,0-1 0 0,4 1 1 0,5 1-1 16,0 1 6-16,2 6-3 0,-24 3 7 0,13 5-12 16,8 3 0-16,7 3-4 0,3 4 2 0,5-5 2 15,3 1-2-15,1-3 2 0,1-6-3 0,4-4-5 16,-1-4 4-16,1-8-5 0,1-1 2 0,-14-7-2 15,18-4-3-15,6-2 3 0,-1-3-1 0,-4-4-14 16,-1-2 2-16,-4-2-9 0,1-2-18 0,1-3-42 16,-2-1-10-16,-1-1-13 0,-2-2-57 0,-4 7-186 15</inkml:trace>
  <inkml:trace contextRef="#ctx0" brushRef="#br0" timeOffset="-91771.97">30022 4899 878 0,'0'-2'27'0,"0"0"-4"15,0-1 26-15,-2-5 8 0,-2-7-3 0,2 2 24 16,0 2-7-16,2 8-1 0,0-3-3 0,0 2-21 0,0 1-20 15,0-1 0-15,0 2-6 0,0 0 6 16,0 2 2-16,0 2 3 0,0 0 0 0,-1 13 6 0,-1 18 3 16,0 4 1-16,0 2 1 0,2 2 5 0,0 4-12 15,0 1-1-15,0 1-6 0,0-1-11 0,-2-3-3 16,0-1-2-16,2-3 0 0,-2 0-2 0,2-3-7 16,0-7 3-16,0-1-6 0,0-6 1 0,0 1-1 15,0-7-1-15,0-1-2 0,0-2-14 0,0-3-54 16,0-1-1-16,0-4-20 0,0-1-28 0,2 0-49 15,0 0-49-15</inkml:trace>
  <inkml:trace contextRef="#ctx0" brushRef="#br0" timeOffset="-91520.88">30222 5094 1116 0,'0'0'31'15,"0"0"-2"-15,-2 0 50 0,0 0 0 0,1 0 8 16,-1 0 2-16,0 0-15 0,0 0-6 0,0 0-5 16,2 0-34-16,0 0 2 0,0 0-4 0,2 0 2 15,0 0-8-15,2 0-3 0,7 0-1 0,18 0-1 0,3 0-6 16,1 0 0-16,3 0-2 0,1 0 1 0,0 0-7 16,2 0 1-16,-7 0 0 0,-5 0 0 0,-1 0 0 0,-5 0-22 15,-4 0-5-15,-8 0-8 0,-2 0-26 0,-3 0-38 16,0 0 4-16,-1 0-19 0,-1 0-33 0,2 2-319 15</inkml:trace>
  <inkml:trace contextRef="#ctx0" brushRef="#br0" timeOffset="-91302.88">30504 4843 894 0,'0'0'68'0,"0"0"8"0,-1-1-2 0,-1-1-14 15,0 0-8-15,-2 0 35 0,0 0-2 0,1 0-6 16,-3 0 1-16,2 2-26 0,1 0-9 0,-5 0 6 0,5 2-5 16,-1 2 2-16,-11 22-13 0,6 6-4 0,1 3-2 15,5 2-9-15,3 6-4 0,-2-2-2 0,2 3 1 16,0 1-2-16,0 1-9 0,3-1 3 0,-1-4-6 16,0-8 6-16,0-3-5 0,0 3 2 0,0-5-3 15,0 2 2-15,-1-3-8 0,1-6-9 0,0 3-3 16,0-4-51-16,-2-3-83 0,0 0-44 0</inkml:trace>
  <inkml:trace contextRef="#ctx0" brushRef="#br0" timeOffset="-90114.05">31299 4892 495 0,'0'0'126'16,"0"-2"-127"-16,0 0 143 0,0 0-64 0,0-2 5 15,0 1 8-15,4-14-8 0,0 4 3 0,-1-4-40 16,1-3 8-16,0 3-10 0,-1-7 7 0,-1 4-27 0,0 1 0 16,-2-3 3-16,0 5 0 0,-2-3 12 0,0 9 0 15,1 1-1-15,-1 3 0 0,0 1 2 0,-2 1-12 16,0-1-1-16,-1 2-5 0,-6-3-8 0,-6 0 10 15,-2 3-6-15,-5 2 6 0,2 2-12 0,-2 4 5 16,3 1 7-16,1 5-4 0,-6 3 0 0,0 1-6 16,2-12 1-16,0 21-2 0,5 1 3 0,1-6-11 15,3 3-1-15,5-5-3 0,3-1 2 0,5 2-2 16,0-2-2-16,-7-2 1 0,2-2 3 0,3 0-6 16,2-2 3-16,2-1-5 0,0-1 4 0,0-3-2 0,0-2 3 15,9 5-1-15,15 6-1 0,2-4 2 0,2-3 0 16,0-6 2-16,2-2-2 0,-6-3-5 0,2-3 3 15,-6 1-5-15,-1-3 11 0,-6 5-2 0,0-3 0 16,-2 1-1-16,-9 7 8 0,4-11-1 0,3-2 0 0,-2 2-2 16,-3 2-6-16,0-1 1 0,-2 3 6 0,-2 1-4 15,0 1 5-15,0-3-3 0,0 5-1 0,0-3 0 16,-2 2-4-16,0 1-1 0,0-1-4 0,0 2 2 16,0 0-1-16,0 0-2 0,1 2 6 0,-1 0-5 15,0 2 3-15,0 2 2 0,-2 9-1 0,2 7 1 16,2 3-3-16,0 1 8 0,0 0-7 0,4 2 6 15,0-2-11-15,0 0 5 0,-1 2 0 0,-1 4 2 0,0 1 1 16,0 1 6-16,-2 1-7 0,0 3 5 0,0 1-12 16,0 0 9-16,-4 6 1 0,-1-8 3 0,-3 2 0 15,-3-2-5-15,-2-7 3 0,-4 6-2 0,1-8 8 0,8-1-6 16,-14-6 4-16,1-8-5 0,3 0 5 0,-1-3 7 16,6-3 2-16,-3 6 3 0,4-3 9 0,-1-3 8 15,4-3-3-15,2-2 4 0,1 0-9 0,-1-2-12 16,-1-1-3-16,5-8-2 0,-3-14-14 0,-9 3 6 15,4 0-2-15,4-2 4 0,3 0-8 0,2 3-6 16,2-1-2-16,2 9-2 0,0 0-6 0,1-2-29 16,1 6-2-16,0-2-11 0,0 1-26 0,-1 3-71 0,1 1-7 15,-4 5-32-15,6-3-120 0</inkml:trace>
  <inkml:trace contextRef="#ctx0" brushRef="#br0" timeOffset="-89265.16">31470 5269 651 0,'0'0'34'16,"0"-2"44"-16,-2 0-12 0,0 0 22 0,2 0-1 15,-4-13 8-15,3 2-13 0,-1 0-12 0,0 2-6 16,0 2-2-16,2 3-23 0,0 1 0 0,0 3-4 16,0-2 2-16,0 2-13 0,0-1 3 0,0-1-2 0,0 0 2 15,0 2-9-15,0 1-11 0,0-1-4 0,-2 0-1 16,2 2 2-16,-2 0 2 0,0 2 3 0,1 0-3 16,1 1-6-16,-8 20 0 0,3 3 0 0,-1-2 0 15,0 2-1-15,3-2 4 0,-1-6 2 0,0 7 1 16,2-7 1-16,1 3-4 0,-1-5 3 0,0 1-2 15,0 2 9-15,2-5-1 0,0 3-2 0,0-8 2 16,0 1 5-16,0-3-7 0,0-1 9 0,0-1-9 16,0 1 6-16,0-4-4 0,0-1-3 0,0 1 0 0,0 2-5 15,0 0 3-15,0-1-1 0,0-1 1 0,0 0-3 16,0 0-2-16,0 0 1 0,0 0 0 0,0-2-1 0,0-2-1 16,0 0-1-16,0 0 0 0,7-22-1 0,1-4 2 15,1 0-2-15,-1 2 2 0,-1-3-1 0,0-1 0 16,1 0 0-16,-1 6-2 0,-1 6 2 0,-1 1 0 15,-1 6-4-15,0 1 2 0,1-1-4 0,-3 6 6 16,2-1 1-16,-2 2 1 0,2 1-3 0,-1 1 1 16,1 0-1-16,0 2 2 0,-1 0 8 0,1 2-9 15,0 0 7-15,-4 0-6 0,13 20 13 0,-4 4-10 0,-3-4 7 16,-1 0-7-16,-1-3 2 0,-2-8 6 0,0 4-3 16,0-6 4-16,-2-1-12 0,0-3 5 0,0-1-2 15,1 2 3-15,-1-5-5 0,0 3 6 0,2 0-4 16,0 0 4-16,0-3-9 0,0 1 3 0,0 0 0 15,1-2 3-15,1 0 0 0,0-2-5 0,0 0 0 16,-1-1-2-16,5-7 2 0,1-3 3 0,-2 2-3 0,1-2 3 16,-4 4-1-16,-3 5 0 0,1 1 0 0,0-1 0 15,0 2 5-15,0 0 2 0,0 0-1 0,0 0 1 16,-1 2-7-16,1 2 5 0,0 0-1 0,0 0 2 16,0 2 2-16,-2 1-8 0,2 6 2 0,0 1-2 15,-1 1 7-15,1 0-7 0,0-6-2 0,0 4-3 16,0-2-5-16,-2-3-18 0,4 9-3 0,-4-13-9 0,1 3-43 15,1 1-29-15,0-3-9 0,-2-1-11 0,4 2-79 16</inkml:trace>
  <inkml:trace contextRef="#ctx0" brushRef="#br0" timeOffset="-88846.29">31769 4712 777 0,'0'0'38'0,"0"-2"0"0,-2 0 12 16,0 0-2-16,0 0-5 0,0 0 26 0,1 1-20 0,-1-1 1 15,0 0-12-15,2 0-31 0,0 2 9 0,0 2-2 16,0 0 3-16,0 1-9 0,2 25 9 0,0 2-8 16,-1 2 7-16,3-1-14 0,0-3 9 0,0 2 5 0,1-1 1 15,1-1 14-15,1 0-2 0,1 2-1 0,-3-2 1 16,-1-2 7-16,0 0 14 0,-1-2-3 0,1-2 5 15,0-2-5-15,-2-1-8 0,-1-2-2 0,1-2-2 16,0-4-9-16,-2 0-3 0,0-6-3 0,0 1 0 16,0-2-12-16,0-1 6 0,0 1-2 0,0-2 3 15,0 0-3-15,0 0-3 0,0-2-1 0,0 0-1 16,0-2 0-16,0-6 1 0,-2-21-3 0,2-7 0 0,0 3-8 16,0 0 5-16,2-1-2 0,0 1 3 0,2 1 2 15,1 2 1-15,3 1 3 0,1 3-2 0,-2 3-7 16,3 3 6-16,-1 3-5 0,-2 2 5 0,3 1-7 15,-3 4 4-15,-3 3-1 0,5 3 2 0,4-5-7 0,-5 5 3 16,1 1-7-16,0 1 5 0,0 2-10 0,-1 0-30 16,-1 2-1-16,-1 1-15 0,-4 3-47 0,3 16-130 15,12 2-61-15</inkml:trace>
  <inkml:trace contextRef="#ctx0" brushRef="#br0" timeOffset="-88468">32146 5059 836 0,'0'0'96'0,"0"0"12"0,-2 0-24 0,0 0-20 16,0 0-19-16,0 0 30 0,0 0-19 0,1 0 2 15,-1 0-11-15,0 0-19 0,0 0 1 0,0 2-4 0,2 0 5 16,0 1 8-16,0 3-9 0,-2 11 6 0,2-1-7 16,0 1 5-16,0 0-12 0,0 1 2 0,0-1-5 15,2-2-8-15,-2-4-4 0,0-2 2 0,0-1-2 16,0-1 0-16,0 2-2 0,0-3-10 0,0 0 4 15,2-3-20-15,-2 1-14 0,2-2 9 0,0 0-10 16,0 0 17-16,-1-2 3 0,1 0-4 0,0-2 4 16,0-2 1-16,5-15 5 0,3-3 7 0,-1-6-2 0,-2 2 12 15,1 4-7-15,-3 3-1 0,1 5-3 0,-2 4 4 16,-2 7 13-16,-1-1-3 0,1 0 8 0,2 0-2 0,-2 3 7 16,0-1 0-16,1 2 1 0,1 0-3 0,0 2 4 15,-2-1-2-15,1 3 3 0,3 5 7 0,3 10 0 16,-1-4 8-16,-3-2-7 0,-1 2 2 0,0-2-17 15,-1 3-4-15,-1-4-2 0,0-3-10 0,0 0-2 16,0 0-1-16,-2-1-5 0,0 1-25 0,0-5-71 16,0 0-6-16,0-1-28 0,0 1-88 0</inkml:trace>
  <inkml:trace contextRef="#ctx0" brushRef="#br0" timeOffset="-88362.04">32146 5083 959 0,'0'0'31'0,"0"0"-2"0,0 0 45 0,0-2 1 15,0 0 6-15,0 0 17 0,0 1-22 0,0-1-4 16,0 0-7-16,0 0-35 0,2 0-23 0,-1 0 6 0,1-1-11 16,2-1 8-16,11-5-14 0,2-3-7 0,-1 3-6 15,-1 2-46-15,-2 1-72 0,2 1-35 0</inkml:trace>
  <inkml:trace contextRef="#ctx0" brushRef="#br0" timeOffset="-87860.13">32331 4472 614 0,'-1'-2'77'0,"-1"0"142"0,-4-5-154 0,-7-12 19 16,0 1 1-16,2 3 5 0,0 0 8 0,2 2-21 16,1 2-1-16,3 2-7 0,-1-1-20 0,2 5 0 15,2 1-5-15,1 0 3 0,1 3-14 0,-2-3-9 16,0 0 6-16,0 0-6 0,2 1 12 0,0 1-9 15,0 0 4-15,2 0-5 0,0 0 4 0,1 0-8 16,1 2 4-16,11 0-3 0,-2 0 12 0,2 2-16 16,3 2 2-16,-1 2-7 0,4 3-4 0,-3 2 0 0,3 4-5 15,-1-10 3-15,2 16-8 0,1-1 5 0,-1 4-3 16,0 4 4-16,6 0-6 0,2 4 7 0,-2 3-3 16,3-3 3-16,-5 3-13 0,-7-5 10 0,1-1-6 15,-3 3 7-15,-2-2-3 0,1-1 2 0,3 3 1 0,-4-1-2 16,1 1-3-16,-1-2 3 0,-4-1-1 0,-1 3 2 15,-3-2-1-15,-5 3 0 0,2-1 6 0,14 1-5 16,-7 4 2-16,-5-3-4 0,-6 1 1 0,-6-2-2 16,-1 1 2-16,-4-3 3 0,-2-3-1 0,0-2 2 15,-2-4-4-15,6-3 3 0,-17 1-7 0,-2 3 4 16,2-5-3-16,0 1 3 0,4 1 3 0,-3-7-2 16,3 0-2-16,6 0 0 0,1-5 0 0,5-1-1 15,1-1-2-15,4 1 1 0,-1-3-1 0,2-1 2 0,1-1 2 16,-1 0-4-16,2 2 0 0,-2 0-1 0,1-1 2 15,-1 1-14-15,0 0-2 0,2-1-7 0,0 1-17 16,1-2-20-16,-1 0-2 0,0 0-12 0,0 0-57 0,0-1-175 16,0 1-117-16</inkml:trace>
  <inkml:trace contextRef="#ctx0" brushRef="#br0" timeOffset="-82799.33">28443 6663 150 0,'0'0'0'0,"0"0"10"0,-1 0 124 0,-1-2-12 15,0 0 12-15,0 1-44 0,0-1-17 0,0 0-32 16,0-2-2-16,1 0-3 0,-3 1 4 0,4 1-7 0,-2-6 9 16,-4 5-11-16,3-3 5 0,1 4-8 0,-2-1-1 15,4 1-1-15,-4-2 1 0,1 0 2 0,-1 1 3 16,0-1-1-16,1 2 4 0,1 0-4 0,0 0-3 16,0 0 0-16,0 1-8 0,0-1-4 0,0 0-3 15,1 0 0-15,-1 0-10 0,0 2 6 0,0 0 0 0,0 0 1 16,0 0 4-16,0 2-5 0,2 0-3 0,0 2 0 15,0 1-5-15,0 12 1 0,2 1 4 0,0 3-2 16,2-1 1-16,3 3-4 0,1-1 0 0,-1-2 0 16,4 2 1-16,-1-3-2 0,3 3 1 0,-2-3-1 15,0-1 4-15,-2-3-1 0,0-4-4 0,-5-1 2 16,11-5 2-16,0 3-3 0,-2-3 4 0,2-1-4 0,0 2 10 16,-1-5 4-16,1 11-6 0,0-3 3 0,0-2-14 15,0-3 7-15,2-2-3 0,1-2 4 0,-3-2-8 16,-2 0 6-16,0-2-2 0,-2-1 5 0,6-6-9 0,-2 1 3 15,1-1-1-15,-1 0 1 0,-5 4-3 0,3 1 7 16,0-7-4-16,-4-2 5 0,6 2-3 0,-6-2-2 16,2-1 2-16,11 3-2 0,-5-2-4 0,5 2 4 15,1-2-2-15,-9-2 2 0,14-1 0 0,0 1 2 16,-2-1 0-16,4-1-1 0,-2 0 2 0,1 1-2 16,3-3 4-16,-2 5-4 0,-2-1 4 0,-4 6 2 15,0 2-6-15,-4 5 6 0,3-11 3 0,-3 6 0 16,0 3 5-16,-3 4-4 0,2 2 11 0,-4 2-1 0,-2 2 1 15,1 1-2-15,-2 1-7 0,-1 1 4 0,3-3-4 16,-4 11 4-16,-1 2-9 0,-2-2 5 0,3 1-3 16,-5-1 3-16,-1 0-7 0,0 0 4 0,5-2 0 15,-2-2 0-15,3 2-10 0,-5-4 4 0,1 1-4 16,-2-1 4-16,-1-2-5 0,1 1 5 0,-2-3-4 0,2 3 5 16,-1-3 0-16,-1-1-2 0,-2-2-1 0,6 0-1 15,-4 1-3-15,3-1 5 0,-3-2-2 0,2 4 2 16,-1 0-5-16,-1-3 2 0,0 1 4 0,0 0-1 15,0 0 5-15,0 0-9 0,0 0 0 0,-1 0-4 16,1-2 1-16,0 0 3 0,0 0 1 0,0-2 0 16,0 0-2-16,0 0-2 0,-1-2-2 0,-1-1 1 0,4-8-4 15,2 0 9-15,-1 0-6 0,3 0 6 0,-1 0-5 16,2-2-1-16,-7 4 5 0,15-2-3 0,0 4 1 16,1-3 3-16,5 3-5 0,1 0 5 0,-4 0-7 0,2-1 5 15,-1-1 2-15,-1 2 0 0,1 0 4 0,3 1-4 16,-2 1 1-16,0-3-2 0,3 3 1 0,-1-2 0 15,2 1-2-15,2 3 1 0,1-1-1 0,3 1 4 16,1-1-2-16,2-1 1 0,4 1-1 0,6 0-2 16,1-1 2-16,-3 3-2 0,2 1 2 0,-1 1-1 15,-5-21 0-15,6 10 0 0,-6 10 2 0,-2 3-6 16,2 2 3-16,-4 1-5 0,1 3 8 0,-3 1-1 16,4 1-3-16,4-1 1 0,2 2-6 0,3-1-8 0,6-1 4 15,6 1-6-15,3-5-5 0,2-1-1 0,4 0-1 16,-6-2 3-16,0-4 10 0,-3-1 5 0,-6-3-1 15,-2 1 3-15,-4 0 1 0,1-1 3 0,-1 3 0 16,-1-1 1-16,3 0-4 0,2 3 3 0,0-3-4 0,1 2 4 16,-1 1-1-16,-4-1 2 0,-5 0 3 0,2 2-1 15,-4 1 2-15,-4-1-4 0,-2 0-1 0,-5-2 0 16,-4 2 2-16,-1-1 5 0,-3-1-2 0,0 0 3 16,-1 0-7-16,0 1 2 0,-1-3 5 0,-1 1-2 15,1-5 3-15,1 1 17 0,0-2-9 0,1-4 11 16,0 2-13-16,3 9 3 0,1-18-5 0,2 5 4 15,0-1-5-15,0-1-7 0,-4 1 4 0,-1-3-5 16,-1 4 7-16,-2 3-4 0,5 6 4 0,-8 1-5 0,-1 1-1 16,3 1 6-16,-11-3-6 0,-1 4 5 0,1 1-10 15,-2-1 9-15,-1 0-1 0,-1 4 6 0,2-3-2 0,0 1 1 16,-1 0 0-16,1 0 1 0,0 0 5 0,-2 0-9 16,-1 0 3-16,1 1-6 0,0-1-4 0,0 0-16 15,-2 0-35-15,0 0-12 0,0 0-292 0</inkml:trace>
  <inkml:trace contextRef="#ctx0" brushRef="#br0" timeOffset="-65005.1">28497 10766 444 0,'0'-1'0'0,"0"-1"5"0,-2-22 40 0,1 5-12 16,-1 0 9-16,0 3-27 0,0-1 15 0,0-2-2 15,2 1-8-15,0 5 8 0,2-4-7 0,0 6 3 16,2-2 2-16,-1-2 1 0,1 0-1 0,0 4 7 16,1-2-6-16,-1 4 5 0,0 2-11 0,-2 3-8 0,-2 2 3 15,1-2-5-15,1 1-1 0,0 1-2 0,0 0-4 16,0 2 2-16,0 0-3 0,0 2-2 0,-1 1 6 16,3 14-4-16,-2 13 9 0,-2 1-7 0,0 3 2 15,-2 3-4-15,-2 0-3 0,1 4 9 0,-1 2-5 16,-2 1 7-16,-1 3-2 0,1 5 3 0,-1-2-5 0,1-4 3 15,1-3-5-15,-1-2 6 0,1-6 3 0,-1 2-2 16,1-4 5-16,1-3-1 0,0-4 3 0,0-5-2 16,1-3-1-16,-1-3 5 0,0 0-9 0,1-4 8 15,1-4 1-15,0 1-5 0,2-4 10 0,0-1-8 16,0-1 11-16,-2 2 6 0,0 0-2 0,0-1 4 16,0-1 0-16,1 0-14 0,-1 0-2 0,2-2-6 0,0 0-11 15,0-2-4-15,0 0 4 0,0-2-4 0,0-3 5 16,5-15-7-16,3-4 1 0,-1 0-5 0,2-2 4 15,1 4 2-15,1-2-2 0,-4 5 2 0,3-3 4 16,-1 2-4-16,-2 3 4 0,1 3-4 0,-3 5-5 0,-1 3-3 16,0 3 3-16,-4 3-1 0,2 0 11 0,5-4-13 15,0 3 4-15,6-3-7 0,-3 4 12 0,-1 2-5 16,0 4 2-16,-3 0-3 0,1 5 7 0,1 15 1 16,-3 2-1-16,1-2 0 0,-1 0-2 0,-1 0-2 15,0-3-2-15,3 3 0 0,-3-6 4 0,2-1 0 16,1 2 5-16,-3-4-4 0,-1-2-1 0,1 1 0 15,-2-2-3-15,0-3 3 0,2-2 0 0,-3 1-9 16,3-3-1-16,-2-1-6 0,0 0-30 0,0-1-66 0,-2-1-28 16,3 2-26-16,1 0-231 0</inkml:trace>
  <inkml:trace contextRef="#ctx0" brushRef="#br0" timeOffset="-64589.11">29002 11067 943 0,'0'0'8'0,"-2"0"12"15,1 0-16-15,-3 0-12 0,0 0 3 0,0 0-4 0,1 2 11 16,-1 0 0-16,0 2-3 0,-7 12 0 0,0 5-6 16,0 3 15-16,3-2-3 0,5 0 7 0,-1 1-7 15,2 1 3-15,0-6 4 0,0 5 0 0,2-3 8 0,0 1-4 16,0 1-2-16,4 2 0 0,0 0 0 0,-2-2-2 15,0 1 3-15,1-1-4 0,1-2-1 0,-2-3 7 16,-2 0 0-16,0-4 1 0,0-2 5 0,0-2-6 16,0-1 5-16,0-3-4 0,0-1 8 0,0-2 9 15,0 0-2-15,0 1 5 0,0 1 10 0,0-2-12 16,-2 0-2-16,0-2-5 0,0 0-13 0,0-2-3 16,1 0 2-16,-1-2-4 0,-2-9-5 0,2-9 2 0,0-2-7 15,2 0 5-15,2-2-1 0,2 0-8 0,1-4 5 16,3 2-5-16,1 0 10 0,0 4-8 0,-1 4 1 15,1 3-5-15,2-1 5 0,-1 5-2 0,-7 0 1 16,8-2-2-16,2 5-2 0,4 3 0 0,-2 3-2 16,-4-5 0-16,2 2-8 0,-4 1-15 0,1 2-3 15,-1 1-6-15,-2 1-19 0,5 0-63 0,-5 2-8 0,2 0-24 16,1 0-73-16</inkml:trace>
  <inkml:trace contextRef="#ctx0" brushRef="#br0" timeOffset="-64267.29">29257 11372 444 0,'0'0'31'0,"0"0"58"0,0 0-43 16,-2 0 6-16,0 2 5 0,0-1-2 0,2 1-13 15,0 0-1-15,0 0-12 0,0 0 9 0,0 0-7 16,0 0 18-16,0-1 5 0,0 1 1 0,0 0-6 0,2 0-12 16,0-2-3-16,0 0-3 0,1 0-9 0,1-2-3 15,9-2-1-15,0-1-1 0,2-3-2 0,-2 1-6 16,0-2 1-16,0 7-4 0,-2-13-6 0,-2 0 1 15,-1 4-1-15,-4-6 0 0,-1 2 3 0,8-1 0 16,-3 3 4-16,-4 3-3 0,-1-3 1 0,-3 8-3 16,2-6-2-16,-2 1 0 0,0 9-6 0,-2-3-3 15,0 0 2-15,1 2-2 0,-1 2 6 0,-17 0 4 16,1 6-3-16,-3 5 3 0,1-5-10 0,-1 27 10 0,1 2 0 16,1-1 4-16,6-5-8 0,2 1 7 0,4-6-3 15,5-1 5-15,-13-3-4 0,8-3 0 0,3 1 0 16,4-1 0-16,2-4-2 0,1 0-1 0,3-4 1 15,3-1 0-15,21-5 8 0,0 16-12 0,1-6 1 0,5-7-7 16,-1-5-9-16,2-2-91 0,0-7-52 0</inkml:trace>
  <inkml:trace contextRef="#ctx0" brushRef="#br0" timeOffset="-63736.87">28089 10494 666 0,'-2'-2'23'0,"0"0"1"0,0 0 15 0,0-2-4 16,-1-3-1-16,-3-4-19 0,4 7 6 0,0 0-14 15,1 1 10-15,-1-1-17 0,2 2 4 0,0 0 0 0,0 0 1 16,0 0-5-16,0 1 8 0,0 1-2 0,2 1 4 15,-1 1-5-15,1 2 5 0,-2 0-5 0,6 18 5 16,-2 4-8-16,3 4-1 0,2 1 5 0,2 6-5 16,1 6 11-16,-3 5-7 0,-4 4 3 0,-1 15-4 15,2 6 8-15,1 6-8 0,1 9 8 0,1-5-8 0,-6-3 8 16,3-4 7-16,-2-5-9 0,-2-4 10 0,1 1-7 16,1 1 4-16,2 2 4 0,-1-3-2 0,1 3 3 15,-1-4-6-15,1-6-1 0,-1-5-1 0,-1-6-4 16,0-8 0-16,0-4-2 0,-1-9 1 0,1-5-1 0,0-5 8 15,-2-6-3-15,-1-2 4 0,-1-5-9 0,0-3 1 16,0 1 8-16,2 0-5 0,0 0 1 0,-2-3-13 16,0 1-9-16,0 0 0 0,0-2-26 0,0-2-46 15,0-1-21-15,0-22-16 0,2-12-130 0</inkml:trace>
  <inkml:trace contextRef="#ctx0" brushRef="#br0" timeOffset="-62593.09">28310 10501 856 0,'-2'-2'24'0,"0"0"44"16,0 0-46-16,0-1-23 0,0 1-1 0,1 0-9 15,1 0 2-15,0 0 2 0,0 0 3 0,1 1 0 16,3 1 7-16,22-8 0 0,4 1 3 0,1-3-1 15,7 1 6-15,2 0-2 0,5-2 2 0,1-4-2 16,6-2 1-16,8-1 4 0,9-3 0 0,8 1 2 0,7-1 8 16,0-1 2-16,-1-2 0 0,-3 0 1 0,-2-2-8 15,4 3-3-15,3-1 2 0,10 2-1 0,1 0 3 16,5-2-9-16,-5 3-1 0,-1 3-2 0,-6 1 1 0,-2 2-1 16,0 2 2-16,3 0-2 0,2 2-2 0,7 0-6 15,-1 1-1-15,-3 1-2 0,-2 0 3 0,-6-2 6 16,-2 0-3-16,6-1 3 0,8 3-4 0,1-2-1 15,-1 0 3-15,-7 0-3 0,-1 0 5 0,-5-2-9 16,-5 2 5-16,-1-2-5 0,-4 3 6 0,2 1 0 16,0 0 0-16,-2 1 2 0,-5 3 8 0,-4-1-9 15,-8 1 3-15,-5-1-4 0,-4 2 5 0,-5 1-6 16,-6 1 2-16,0 2-3 0,-6 0 7 0,1 0-5 0,-3 2 2 16,-5-2-3-16,0 1 0 0,0 1 7 0,0 2-1 15,-9-2 2-15,5 2-6 0,-1-1-1 0,-5-1 0 16,12 2 0-16,-6 0 2 0,6-3 2 0,4 1 0 15,-4 0 0-15,1 0-6 0,-3-2 8 0,4 0-6 0,-2 0 6 16,-4 0-7-16,2 0 2 0,-7 0 0 0,-3 0-1 16,-1 0-6-16,-4 0 4 0,-1 0-1 0,-3 0 3 15,-1 2 4-15,-1 0-1 0,-3-2 4 0,2 3-3 16,0 1 2-16,-4-2-3 0,7 11 3 0,-3 0-2 16,-2 0 5-16,-2 0-7 0,0 0-3 0,0 2 1 15,-2-2-3-15,-2 2 3 0,0-1 5 0,-1 1-2 16,-1 0-2-16,1-2-2 0,-1 0-2 0,0 2 2 0,1-2 10 15,-1 4-13-15,1 3 3 0,-1 1-5 0,2 1 6 16,1 4 4-16,1 4-2 0,0-1 1 0,2 3-3 0,0 3-3 16,2 2 3-16,0-1-3 0,1 8 3 0,1-5-4 15,-2 2-1-15,2 0-1 0,-1-4 9 0,-1 0-6 16,2 2 4-16,0 0-5 0,-1 0 6 0,1 2-3 16,2-2-4-16,1 5 2 0,2 5 0 0,1 1-4 15,-1 2 5-15,2-6-5 0,2 3 3 0,0-3 1 16,2 2 2-16,2 2 0 0,-2-7 2 0,1 2-4 15,1-5 1-15,0-1-1 0,1 2 2 0,1 2 2 16,1 2-4-16,1 3 2 0,1 2-4 0,-2 4 3 16,1 0 0-16,-3 3 3 0,-1 1-2 0,2-3-2 0,-5 1 1 15,-1-8 0-15,-1 3 5 0,-5-11-7 0,0-1 2 16,-1-5-2-16,0-6 9 0,-3 1-7 0,1-4 3 16,0-3-4-16,-2 0-2 0,-1-3 12 0,-1-1-8 0,0 3 9 15,0-5-11-15,-1 1 11 0,-3 0-5 0,0-2 6 16,-1-2-3-16,-5 0-3 0,-1-2 6 0,-22 0-5 15,-1-4 7-15,3 4-8 0,-3-3 4 0,-1-4-5 16,0 3 4-16,-6-3-4 0,-4-2-1 0,-1 3 1 16,-4-3 8-16,-4 24-8 0,-2-11 0 0,-3-11-2 15,1-3-2-15,-1-1 5 0,1-1-1 0,1-3 1 16,-1 0-10-16,4 0 5 0,1 1-2 0,2 1 3 16,-2 0-2-16,1 0 4 0,-6 0 0 0,-1 0-1 0,-3 2-3 15,-5 0 0-15,2 0 0 0,-11 0 0 0,4-1-1 16,0 1 1-16,1 0 1 0,6 0 1 0,-2 0 4 15,0-2-3-15,-3 2-3 0,-6-2 0 0,3 0 0 0,-5-2-3 16,2 1 7-16,6-1-6 0,-7 0 11 0,9-1-8 16,1 1-1-16,2 0 0 0,-4 0 1 0,2 3 3 15,-5-1-4-15,0 0 1 0,1 0-1 0,-5 2-3 16,3 0 5-16,1 2-4 0,5 0-5 0,2 0 11 16,2 1-7-16,-6-1 8 0,6 2-5 0,-4-2 2 15,2 1-1-15,10-1 0 0,-7 0 6 0,3-2-11 16,9 0 6-16,-4 0-7 0,8 0 9 0,5-2 3 15,0-1-1-15,6-1 0 0,3 0-6 0,2 0 2 16,3 1 0-16,-1-3 2 0,-2 1-4 0,6 1 0 0,0-2-1 16,1 3 0-16,5-1-3 0,1 0 1 0,-3-1-6 15,7 1-1-15,0 2-43 0,2 0-187 0,-1 0-72 16</inkml:trace>
</inkml:ink>
</file>

<file path=ppt/ink/ink122.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09:30.642"/>
    </inkml:context>
    <inkml:brush xml:id="br0">
      <inkml:brushProperty name="width" value="0.05292" units="cm"/>
      <inkml:brushProperty name="height" value="0.05292" units="cm"/>
      <inkml:brushProperty name="color" value="#FF0000"/>
    </inkml:brush>
    <inkml:context xml:id="ctx1">
      <inkml:inkSource xml:id="inkSrc9">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1" timeString="2023-06-20T05:09:49.175"/>
    </inkml:context>
  </inkml:definitions>
  <inkml:trace contextRef="#ctx0" brushRef="#br0">11399 9625 256 0,'0'0'-13'0,"0"0"23"0,0 0 35 15,0 0 15-15,-2 0 22 0,0 0-5 0,0 0-16 16,-2 0-5-16,1 0 6 0,1 0-2 0,-6 0 4 16,5 0-5-16,-5 0 2 0,3 0-21 0,1 0-3 15,0 0-3-15,1 0-1 0,-1 0-20 0,0-2 12 16,0 0-11-16,1 2 12 0,1 0-8 0,0 0 4 0,0 0-2 15,0 0 2-15,0 0 3 0,1 0 5 0,-1 0 5 16,0 0-4-16,0 0 0 0,0 0 9 0,2 0-5 16,0 0 5-16,0 0-14 0,0 0-10 0,2 0 2 15,0 0-5-15,0 0-2 0,0 0-11 0,-1 0 8 0,1 0-6 16,9 4 7-16,8 1 2 0,0 1-9 0,-1-1 8 16,6 3 1-16,-1-3 0 0,3-1 3 0,0 0-3 15,-2-2 2-15,2-1-12 0,2 1 2 0,-1-2-3 16,1 0 10-16,0 0-10 0,-2 0 5 0,-4 0-7 15,1 0 10-15,-5 0-4 0,1 0 0 0,-1 0-3 16,-1 0 1-16,-2 0 2 0,-6 0 3 0,-1 0-2 16,-3 0-2-16,-1 0-2 0,0 0-6 0,-1 0 4 0,1 0 0 15,-2-2-36-15,0 1-20 0,0-1-17 0,-1 0-158 16</inkml:trace>
  <inkml:trace contextRef="#ctx0" brushRef="#br0" timeOffset="464.44">11454 9404 225 0,'0'0'45'0,"0"0"-43"0,0 0 56 0,0 0-22 16,0-2 14-16,0 0 26 0,0 0 2 0,0 0 5 15,0 0-13-15,0-1-5 0,0-1-5 0,0 2 4 16,0 0 6-16,2 0-2 0,-2 0 1 0,0 1-2 16,2-1-1-16,-2 0 4 0,0 0-5 0,0 0 2 15,0 0-30-15,0 2-10 0,0 0 4 0,0 0-5 0,-2 2-7 16,0 0 0-16,-1 2-11 0,-5-1 9 0,-10 20-4 15,-5 1-6-15,-4-4 3 0,-7 1-5 0,3-3-3 16,3 3 8-16,2 1-5 0,3 2 5 0,3-2-12 0,-6-3 6 16,4 1 1-16,9 1 2 0,-4-4-4 0,11-1-1 15,1-5-7-15,-4 2 5 0,3-1-8 0,2-1 3 16,4 0 5-16,0 0-3 0,2 0 3 0,4 0 0 16,1 0 0-16,21-1 3 0,-4 1 5 0,-2-2-8 15,-3 0 4-15,1-1-5 0,3-1 6 0,-5-1 0 16,1-1-6-16,-2-1 2 0,-1 0-6 0,-3 0 9 15,0-1-2-15,0 7 5 0,-2-3-10 0,2 0-1 16,0-1-6-16,-3-2 1 0,1-1-27 0,0-1-146 0,2-2-68 16</inkml:trace>
  <inkml:trace contextRef="#ctx0" brushRef="#br0" timeOffset="1586.1">9017 9556 786 0,'-2'0'87'0,"-2"0"5"0,-26 0-9 0,2 0-19 16,4 0-18-16,4 0-11 0,7 0 26 0,2 0-6 15,3 0 12-15,5 0-14 0,-1 0-25 0,2 0-6 16,-2 0-5-16,2 0-15 0,1 0 11 0,-1 0 0 15,2 0 3-15,0 0 3 0,2 0 2 0,-1 0-3 16,3 0 1-16,9 0-9 0,8 0 4 0,5 2 3 0,-2 0-1 16,4 1 11-16,-2 1-6 0,-4 0 2 0,2 1-5 15,-5-1-5-15,3 2-7 0,-4-1 4 0,-1-1-5 16,-2 0-2-16,3 1 1 0,-3-1-4 0,2 1 3 16,0 1 6-16,-2-2-7 0,-2-1 8 0,0 1-8 15,0 2-1-15,-4-3 5 0,0 1-6 0,-3-2 6 0,-1 0-12 16,-1 0 10-16,-2-2-1 0,2 3 5 0,-3 1-6 15,5 4-6-15,-6-7-9 0,2 3-4 0,-2-2-67 16,2 2-75-16,0-1-21 0,-1 1-25 0,-1-2-165 16</inkml:trace>
  <inkml:trace contextRef="#ctx0" brushRef="#br0" timeOffset="1977.62">8376 9883 906 0,'-2'0'53'15,"0"0"-9"-15,0 0 8 0,1 0 12 0,-11-2-27 16,5 2-8-16,-4-2 24 0,0 0-8 0,3 2 13 15,1-2-12-15,1 2-24 0,3-2 1 0,-1 1-11 16,2-1-12-16,0 2 3 0,0 0-1 0,2 0 2 16,0-2-4-16,2 0 8 0,2 0 0 0,0 2 3 15,20-5 11-15,-2 1 21 0,6-2-4 0,2 1 9 16,3-3-10-16,8-1-1 0,3 0-2 0,10-1-1 16,2 1-12-16,9 4-10 0,0-3 0 0,0 3-5 0,2-1-2 15,-6 0-5-15,-3 3 4 0,-8 1-4 0,-9 0 12 16,-8 2-5-16,-3-2-2 0,-6 2 0 0,0 0-5 0,-7 0 2 15,-3 0-5-15,-1 0 3 0,-5 0 8 0,-3 0-10 16,-3 0 8-16,2 0-9 0,0 0 8 0,-1 0-36 16,-1 0-8-16,0 0-15 0,0 0-67 0,0-2-86 15,-2 0-31-15,0 1-32 0,0-1-230 0</inkml:trace>
  <inkml:trace contextRef="#ctx0" brushRef="#br0" timeOffset="2336.11">9082 9305 859 0,'-4'0'115'0,"-7"0"13"0,-32 2-30 0,2 0-32 16,6 0-22-16,0 1 8 0,3 1 35 0,6 0-4 0,2 0 14 16,3-1-15-16,7 1-28 0,-3 0-1 0,9-2-10 15,3-1-8-15,3-1-30 0,-2 2 6 0,2 0-14 16,1 0 3-16,1 0 0 0,0 0 1 0,1 1-1 15,14 1 1-15,26 9-7 0,2-4 5 0,7 4-6 16,0 2 10-16,-2-4-3 0,1 4 3 0,-8-5-3 16,-3 1 7-16,-2 4-7 0,-3-2 1 0,1 0-2 0,-1 3 6 15,-1-1-4-15,-3 2-2 0,-1 1-1 0,-2-3-1 16,-7-2 3-16,-4-3 5 0,-4-1-2 0,-4 2 2 16,-5-2 6-16,9 8-6 0,-3-2 6 0,-7-2-2 15,-1 4-6-15,-3-1 7 0,-8 3-6 0,-1 3 10 0,-21-1-3 16,-2 1 8-16,-1 0-3 0,3 0 27 0,0-1-31 15,-1-3 4-15,4-1-12 0,-1-4 0 0,3 2-4 16,6-8 1-16,7 1-2 0,4-5-7 0,7 1-129 16,0 0-27-16,3-2-54 0,-1 0-250 0</inkml:trace>
  <inkml:trace contextRef="#ctx0" brushRef="#br0" timeOffset="4259.6">10948 10377 144 0,'0'0'10'16,"0"-2"-2"-16,0 0 61 0,0-2-13 0,1-9 25 15,3-9-12-15,-2 1-3 0,0 3-2 0,0 5-3 16,0 0-13-16,-2 0 14 0,0-2-10 0,0 0 10 15,0 2-8-15,0 2 8 0,0 4 4 0,-2-1-3 16,0 1-9-16,0-1-5 0,-2 1-4 0,2 3 0 16,-1-1-14-16,-1 3-5 0,-7-2 0 0,-2 2-1 15,0-7 2-15,0 1 12 0,-2 1-9 0,-2 1 8 0,1 3-16 16,-1 3-12-16,0 2 8 0,0 1-11 0,1 3 5 16,3 1-6-16,-2 4 6 0,0-5-5 0,2 16 6 15,0 1-1-15,-2-1-4 0,6-4 3 0,0-3-3 0,1-4-1 16,6 1-2-16,-9 2-1 0,4-1-11 0,-1 4 7 15,3-4-2-15,1-2 4 0,0 2 2 0,2 0-5 16,1 2 1-16,-1 4-2 0,0-1 5 0,0 1-1 16,2-1-2-16,0 1-1 0,0 3 3 0,0 2-5 15,0 2 2-15,0 0-4 0,0 0 11 0,2 0-6 16,0-2 1-16,0 2-3 0,1 0 1 0,3 0-3 16,-1-1 3-16,3-3-3 0,-1-2 4 0,1-1 2 0,-1-2-2 15,1-3 1-15,1 1-8 0,-2-4 4 0,-1 2 2 16,11-3 0-16,1 3 0 0,1-4 7 0,-1 0-10 15,-1-1 8-15,2-5-5 0,-3 3-2 0,1-2 5 16,0 1-5-16,-1 3 3 0,3-5 0 0,-4-1 0 0,2 0 0 16,-4 0-3-16,1 0 3 0,3 3 0 0,0-3 1 15,0 0 2-15,-4 7-1 0,-1-1-1 0,1-3 0 16,2 1-7-16,4-2 10 0,5-2 0 0,-2-2 3 16,1 0-11-16,-1-4 7 0,-4-2-6 0,1-1 6 15,-2-2-7-15,-1-1 5 0,5 8 2 0,1-16 1 16,-3-3-6-16,-3 3 5 0,-1-3-3 0,-7 1 4 15,3 0-3-15,-2-3 7 0,-1-1-3 0,-1 0 4 16,-5 2-7-16,0-2-2 0,13 1-1 0,-4 1-1 0,-4 0 7 16,-3-2 2-16,-2-1-2 0,-2 3 0 0,0 0 1 15,-2 1-3-15,0 1 11 0,0 5-8 0,-2-1 14 0,-1-1-2 16,-1 4-6-16,-1-4 4 0,1 6-9 0,-1-2 2 16,-1 0-1-16,3 4 0 0,-4-2-3 0,5-1 2 15,-9 3-2-15,-2-4 1 0,0-2-11 0,2 4 8 16,-2-2-3-16,2 2 5 0,-7-4-5 0,3 0-4 15,-1 2 3-15,1 0-2 0,4 4 12 0,-4-2-9 16,0 2 5-16,1-1-7 0,-3-1-7 0,2 6 9 16,-1-1-5-16,3 2 7 0,-2 1 1 0,4 1 0 15,0-8 2-15,-1 1 0 0,1 4 1 0,0 1-2 0,0 2 3 16,0 0-3-16,0 2-3 0,1 0 4 0,-1 4-2 16,2 0 3-16,0 1-6 0,-2 4 2 0,2-5-2 15,0 15 2-15,-2 1-2 0,2 2-2 0,1 3 4 16,1-3-2-16,4 2 1 0,-1 2-1 0,0 2-4 0,3 2 4 15,-3 1 0-15,2-1-3 0,-1 0 3 0,3 1-4 16,0-1 3-16,-16 1 1 0,6 3 0 0,7-3 0 16,3-1-4-16,2 0 4 0,2-2-2 0,0-4 3 15,1-4 3-15,1-1-8 0,2-4 1 0,-1-1-3 16,1-2 12-16,-1-3-9 0,-1-4 5 0,4-1-7 16,6 0 1-16,1 7-1 0,2-2-3 0,2-1 3 0,-1-5 3 15,1-1 1-15,1-2 0 0,2-2 0 0,-1-3-6 16,-1-3 2-16,1-1-1 0,-1-2 3 0,-3 0 3 15,1-2-1-15,1 5-2 0,-2-12 0 0,1-4 2 16,-3 0-3-16,-6 0 4 0,-1-4-2 0,-1 0 4 0,12 0-3 16,-6-2 4-16,-4-1-3 0,-7-3 8 0,-2 3-4 15,-4-1 2-15,0 8 1 0,-1 2 20 0,-1 5-11 16,1 6-3-16,-3 0-3 0,5 3-4 0,-12 1-7 16,-4-2-2-16,-1 3-13 0,3 4-93 0,0 0-520 15</inkml:trace>
  <inkml:trace contextRef="#ctx0" brushRef="#br0" timeOffset="9716.06">11529 8566 72 0,'0'0'0'16,"0"0"8"-16,0 0 83 0,0 0-13 0,0 0-1 0,0 0-34 16,0 0-7-16,0 0-2 0,0 0 3 0,0 0-1 15,0-2-6-15,0 1 9 0,0-1 2 0,0 0 2 16,0 0 5-16,-2 0-8 0,2 0-4 0,-2 0 1 16,2-1 3-16,0-1 1 0,0 2 8 0,0 0-6 15,-2 0 6-15,2 1-16 0,0-1-4 0,0 0-4 16,0 0-8-16,0 0-12 0,0 0 5 0,0 0-7 0,0 1 13 15,0-1-12-15,0 2 7 0,0 0-8 0,0 0 10 16,0 0-6-16,0 0 2 0,0 0-3 0,0 0 1 16,2 0 15-16,0 0-6 0,0 0 8 0,0 0-7 15,1 0 19-15,8 0-8 0,10 0 9 0,3 0-24 0,6-4 1 16,3 0-3-16,4 1 2 0,6-1-10 0,5 2-5 16,6 2 2-16,4-2-2 0,-6 0 2 0,5 0-1 15,-5 2 1-15,0 0 1 0,-2 0 6 0,-7 0-12 16,0 2 4-16,-4 2-5 0,3 0 15 0,3 1-12 15,1-1 5-15,4-2-5 0,6 0 8 0,7 0-6 16,-1-2 0-16,3 0-2 0,0-2 8 0,-8-2-6 16,1 0 0-16,-10 2-4 0,-4-1-1 0,-1-1 10 15,2 0-1-15,3 1 4 0,4-1-5 0,2 0-7 0,5 0 3 16,3 3-4-16,6-1 13 0,-6 0-8 0,-1 2 5 16,-7 0-6-16,-10 0 11 0,-1 0-7 0,-6 0-1 15,-5-2-1-15,-1 0-3 0,-3 2 8 0,-2 0-4 16,2 0 6-16,0 0-7 0,-2 0-1 0,0 0 6 15,-2-2-6-15,4 0 4 0,0 1-6 0,-4-1 1 0,4 0-1 16,-2 0 6-16,0 0-3 0,3 0 0 0,-5 0 0 16,-3 1 0-16,1-1 3 0,-9 2-1 0,6-2 2 15,-3 2-9-15,-1 0 8 0,0 0 1 0,-4 0 4 16,-2 0-4-16,1 0-4 0,-5 0 0 0,-1 0-1 16,3 0 4-16,-3 0 1 0,4 0-1 0,-5 0 0 15,-1 0 8-15,6 0-9 0,-5 0 9 0,1 0-10 0,2 0 3 16,-3 2-1-16,1 0-3 0,0-1 2 0,-2 1-1 15,-1 0 0-15,1 0-5 0,0 0 0 0,0-2-16 0,0 0-105 16,0 0-33-16,-2 0-42 0,0 0-257 0</inkml:trace>
  <inkml:trace contextRef="#ctx0" brushRef="#br0" timeOffset="10070.41">14368 8208 762 0,'-2'0'109'0,"0"0"-122"16,-2 0 124-16,0-2-62 0,-5 0-17 0,-4-2 44 0,0 1-15 16,4 1 21-16,0 0-42 0,1 0-15 0,3 2-2 15,1 0-4-15,-2 0-13 0,3-2-2 0,-1 2-3 16,0 0 2-16,2 0-4 0,0 0 7 0,1 0-3 0,1 0 5 16,0 0-5-16,0 2 12 0,1 0-3 0,1 0 6 15,2 0-6-15,0 0 6 0,9 7-1 0,2 6 2 16,-1-2-13-16,5 0 3 0,3 0-3 0,1-2 5 15,3 0 5-15,-6-2 2 0,6-1 7 0,-4-1-4 16,1 1 14-16,-3-3-26 0,-1 1-2 0,-3-1-5 16,1 3 4-16,-2-1-1 0,-2 1 1 0,0-3-3 15,-2 3-4-15,-2-3 6 0,-3 4 0 0,-1-1 3 16,-1-1 6-16,-2 4 10 0,5-1 6 0,1 1 0 0,-3 2 7 16,-1 0-18-16,-2 4-2 0,-2-3-3 0,-2 1-2 15,-3 4-3-15,-3-4-6 0,-3 5 2 0,9 1-9 0,-18-5-18 16,-8 3-28-16,-2-4-7 0,-3-2-171 0,-10-2-242 15</inkml:trace>
  <inkml:trace contextRef="#ctx0" brushRef="#br0" timeOffset="10733.37">11740 8310 382 0,'0'0'184'0,"0"0"-240"15,0 0 210-15,0 0-115 0,0-2-18 0,0 0 52 16,2 0 10-16,0 1 13 0,0-1 17 0,0 0-62 15,-2 0 2-15,2 0-21 0,-2 0 3 0,0 0-4 16,0 1 0-16,0-1-1 0,0 2-6 0,0 0-6 16,0 0-2-16,-2 0-1 0,0 0-5 0,0 0 2 15,-2 0-4-15,-5 2 4 0,-13 3 4 0,1 3 10 16,1-1 0-16,0 2 0 0,-1 2-2 0,1 1-3 0,-3 1 2 16,-1 1-2-16,2-1-6 0,-2 2 13 0,3-4-10 15,3 1 10-15,-1 1-14 0,3-2 3 0,-3 0 0 16,0-2 0-16,5-1-5 0,4-3-4 0,1 1-4 15,3-3 0-15,-3 3-4 0,4-2 2 0,-1-1-2 0,2 1 3 16,1 0-7-16,1 0-2 0,0-1 6 0,0 1-4 16,0 0 7-16,0-1-2 0,2 1 1 0,0 0-2 15,0 0 0-15,2-1-1 0,0 1 3 0,0 0-1 16,0-1 5-16,0 1-7 0,1 0 0 0,1 0-1 16,0-3 3-16,7 9 2 0,2-3-4 0,0 2 3 15,-2 1-5-15,4-3-3 0,3 4 1 0,-1 0 0 16,4-1 5-16,-3 1 0 0,3-4 3 0,-1 2-1 0,2 3 1 15,1-3-3-15,1 0-1 0,0 0-2 0,2 1 1 16,-4-1 0-16,2-2 2 0,-2-3 0 0,1 4 4 0,-1-5 3 16,2 7-5-16,-2-1 2 0,1 6-26 0,-3-4-152 15,1-4-82-15</inkml:trace>
  <inkml:trace contextRef="#ctx1" brushRef="#br0">29276 15220 0,'0'0'0</inkml:trace>
  <inkml:trace contextRef="#ctx0" brushRef="#br0" timeOffset="20382.62">12689 5735 256 0,'0'0'-32'0,"0"0"27"16,0 0 17-16,-2 0 9 0,0 0 38 0,1 0-3 0,-1 0-22 15,-2 0 10-15,0 0-10 0,-3-2 6 0,-4 0-20 16,1 0-4-16,-1-2-2 0,2 1-3 0,-2-1-2 16,0 0-5-16,1 1 1 0,-3-1-9 0,4 0 11 15,-4 0 1-15,2 3 2 0,0-1-5 0,0 0 11 16,0 0-8-16,-1 2 9 0,-1 0-6 0,4 0-3 16,-2 0 11-16,0 0-8 0,2 0 13 0,-1 0 2 15,1 2-11-15,-2 0 9 0,2 0-5 0,-3 1-12 0,1 1 9 16,2 0-11-16,2-2 4 0,-3 1 3 0,3 1-8 15,-4 2 6-15,0 1-5 0,1-1-9 0,1 1 8 16,0-1-8-16,-2 8 11 0,-2-1-10 0,2 4 1 16,-8-2-3-16,8-2 17 0,0 0-12 0,0 2 8 0,5-2-10 15,-5-2 5-15,-2 2 1 0,0 0 6 0,-2 0-3 16,0 2 6-16,2 0-11 0,-4 1-2 0,1-1 1 16,3 2 9-16,3 0-3 0,-3-2 0 0,6 3-1 15,-6-3 16-15,4-4-14 0,1 2 5 0,3 0-10 16,-1 2 0-16,2-4 6 0,-5 2-2 0,4-6 3 15,-1 5-11-15,0-1 2 0,1 2 0 0,1 0 3 16,2-2 5-16,0 4-5 0,2-2 2 0,0 2-4 16,0 1 3-16,0-1-3 0,2 2 5 0,0-4-4 0,-2 0-1 15,2 4 10-15,0-4-14 0,2 1 11 0,1 3-13 16,-1-4 4-16,1 2 7 0,1-2-4 0,0 0-2 0,-3-2 3 16,3 4-3-16,1 0 3 0,-1-2-8 0,1 2 11 15,1-2-5-15,-1 0 9 0,1 0-11 0,-1 0 1 16,0-2-1-16,3 2 4 0,-7-2 2 0,7 2 1 15,1-2-1-15,-2 0 2 0,-1-1 7 0,6 3-5 16,-1-4 3-16,-1 2-4 0,1 0 8 0,0 0-12 16,-2 2 1-16,0 0-4 0,2 0 4 0,-2 0-6 15,2 0 5-15,2 0-7 0,-2-2 0 0,2 2 8 16,-1 2-3-16,1-2 6 0,0 0-7 0,2-2-2 0,-2-5 2 16,3-2-2-16,1-1 8 0,1 3-2 0,3-4-3 15,3 0 3-15,0 1 4 0,-2-1-10 0,2 0 10 16,-2 2-11-16,0-1 1 0,4 1 5 0,2 2-4 15,-1-1 6-15,-3 1-3 0,4 3-4 0,-10 0-2 16,5-1 0-16,4 5 8 0,-6-6-9 0,3 1 7 0,-4-3-8 16,-5 1 5-16,5-2-2 0,-2 1-2 0,1-1 1 15,1-2 10-15,-4 11-8 0,3-4 6 0,1-3-7 16,4-6 6-16,-2 0-5 0,2-2 0 0,-2-2-2 16,4-3 5-16,-2-1 7 0,2-1 1 0,-2 0 0 15,0-1 1-15,4-1-8 0,-2-2-2 0,5 0 0 16,-3 0 3-16,0 2-5 0,-3 0 7 0,-2 3-6 0,-7 1 11 15,1 0-10-15,-3-1 0 0,3 1-2 0,1-1 0 16,-1 1 8-16,-1-1-6 0,-3 3 5 0,0-1-8 16,0-1-1-16,0-1 1 0,0 1-1 0,0 0 5 15,-2-1 0-15,-2 1-3 0,5-4 0 0,-3 1-5 0,2 7 7 16,0-10 1-16,-2-2 2 0,-2 0 1 0,0 2-5 16,2-2 6-16,-1 0-6 0,-1 2 6 0,-4 0-6 15,1 0-1-15,-3 0 0 0,3 2-1 0,-5 0-2 16,3 0 4-16,-2 2-2 0,-1-3 7 0,-1 3 0 15,0 0-3-15,0 1 1 0,0-1-3 0,0 0-4 16,-1 0 3-16,1-1-4 0,0-1 8 0,0-2-3 16,0 0 3-16,2-5-3 0,-1 1-2 0,1-2 2 0,0-3-4 15,1 7 4-15,-1-3-2 0,2 1 3 0,-3 0-2 16,5-5 2-16,-1 3-5 0,-1-3 3 0,-3 0 5 16,10 3-2-16,-1-1-5 0,-7 5 10 0,-1 0-10 15,-2 0 10-15,-2 0-8 0,0 2 13 0,-2 0 5 16,0 4 2-16,-2-2 20 0,-1 0-9 0,-3-2-1 0,-1 0-5 15,-2-2-13-15,9 0 4 0,-9 0-5 0,0 2 3 16,-2-2-15-16,2 1 5 0,-1-1-2 0,3-2 3 16,0 2-3-16,1-2 4 0,-3 3 0 0,0-1 1 15,2 0-7-15,-4 0 3 0,4 2 1 0,-1 0 1 16,-1 0 5-16,2 0-4 0,-8 0-3 0,0-2 2 16,-5-2 4-16,-4 1 3 0,2 1 5 0,-6-2-3 0,-1 2 0 15,-5-1 3-15,-4-5 2 0,-3 4 1 0,2 1 2 16,-3-3 3-16,3 2-4 0,2 1 5 0,3-1-5 15,1 0-5-15,2 4-1 0,-1 2 0 0,3 4 0 0,3-3-4 16,-2-1-1-16,2 4 0 0,-3-4-1 0,1 3-2 16,-2 3-4-16,-8 3 2 0,1-20 2 0,-4 9-2 15,0 7 0-15,1 6-5 0,4 4-15 0,-6 3-10 16,-1 6-2-16,3 4-4 0,-1 5-18 0,6-14-50 16,1 32-11-16,3 5-21 0,0 3-102 0</inkml:trace>
  <inkml:trace contextRef="#ctx0" brushRef="#br0" timeOffset="22084.88">10632 5744 153 0,'0'0'22'0,"0"0"23"0,-2 0-26 0,0 0-3 0,0-2-2 16,0 0 1-16,1 0-4 0,-1 1-12 0,0-1 2 15,0-2-3-15,0 0 2 0,0 1 1 0,2 1-3 16,-2-2 2-16,1 0 0 0,-1-1 11 0,0 1-6 16,0-2 7-16,0 3-11 0,0-1 28 0,0 0-2 0,1 1 12 15,-1-1 15-15,0 2-5 0,0-2 10 0,0 2-9 16,0-1 2-16,0 1-6 0,1 0-17 0,-1-2 8 16,0 1-28-16,-2-1 3 0,0 0 3 0,4 2-3 15,-5-3-7-15,-6-1 5 0,-2 2 1 0,0 3 4 16,-2-3 12-16,0 2 6 0,-2-2-7 0,-3 2 7 15,-1-1-6-15,-1 1 5 0,2 0 1 0,-2 0 0 16,3 0-14-16,-1-13 6 0,1 6-5 0,2 4 4 0,2 3-16 16,-1 0 3-16,-1 2-5 0,0 0 4 0,4 0-7 15,-2 0-3-15,2 0 6 0,0 0-5 0,-1 2 4 0,2 1-1 16,-2 1 0-16,1 0 2 0,0 0 5 0,1-1-4 16,-1 3-4-16,2-1 3 0,-4 3 3 0,2-3-1 15,0 3 0-15,-1 1-2 0,1 0-2 0,1-1 4 16,1-4 1-16,-4 9 0 0,2 0 5 0,-1 1-9 15,-3 1 0-15,4 0-4 0,-6 0 1 0,1 0 3 16,1 2 0-16,2-1 0 0,0-1-6 0,-1 2 7 16,1-2-4-16,0-2 5 0,-4 2-4 0,6-2-4 15,-3 1 1-15,1 1-3 0,0 0 11 0,-2 0-3 16,6 2-1-16,-2-1-3 0,6 1-8 0,-1 2 9 0,-3 1-1 16,4-3 3-16,-1 1-7 0,6-1 2 0,-1 2 4 15,1 1-2-15,-13 2-3 0,4 2 1 0,3 2 0 16,5-1 1-16,3 2 0 0,0 1 1 0,3 2-5 15,1 5 5-15,-2-9-4 0,4 2 3 0,-1-2 4 0,3 0-2 16,-1 0-3-16,2 0 1 0,2 0-4 0,-1-4 4 16,1 4 2-16,0 0-1 0,-2-1-2 0,4 1 0 15,-2-2 1-15,1-2 4 0,2 2-4 0,-1-2 2 16,2 1-9-16,-9-1 2 0,7-4 5 0,5 7-1 16,-3-5 3-16,-2 4 3 0,4-3-1 0,0 3 1 15,-3-2-7-15,3 2-3 0,-2-2-2 0,-4-7 1 16,2 4 6-16,0-4 1 0,2 0-1 0,-2-2 0 0,2-2-12 15,2-2 12-15,1-2 0 0,1-1 4 0,1-2 5 16,2 1-6-16,3 1 0 0,1-2-3 0,3-1-1 16,1 16-2-16,3-6 7 0,3-6-4 0,-5-5 4 0,6-2 2 15,-1 0-10-15,-5 0 7 0,3-2-9 0,-3 0 6 16,-3-1 2-16,-2 1 1 0,-4-2 3 0,-3 0-4 16,-2 1-1-16,1-1-1 0,1-2-3 0,-1 1 2 15,3-3 5-15,-3 1-3 0,-3 0-1 0,2-3 4 16,1-3-1-16,3 6 3 0,-1-14-7 0,3-3 0 15,-1 2-3-15,0-2 4 0,-1-2 8 0,1-4-3 16,0 2-4-16,-1 0 2 0,1-1 6 0,-4 1-2 0,1 0 2 16,1 0-4-16,-3 0-6 0,0 2 6 0,-1-1 0 15,-3-1 4-15,0 0 3 0,-5-2-3 0,3 2 5 16,-2 0-5-16,-1-3 0 0,-1-3 13 0,-5 1-10 16,5 0 11-16,12 3-14 0,-8 0 2 0,-3-3 3 15,-5-4-2-15,-3-2-11 0,0 3 3 0,-3-5-3 0,-3 6 4 16,0-4 2-16,-1 2 2 0,1 6-3 0,-1-3 1 15,-2 4-12-15,-2 1 8 0,-1-1-4 0,-1 2 6 16,2 4 0-16,0 4-4 0,0-1 7 0,-2 3-7 16,11-3 7-16,-14 4-2 0,-3-1 1 0,-1 1 0 15,-1 2 5-15,3-1-6 0,-3 3 4 0,1 0-5 16,-4 3 7-16,1-1 2 0,-3 4-1 0,0-1 1 0,0 3 1 16,-3-3 3-16,-1 5-3 0,-2-16 2 0,-7 4-4 15,-3 8 4-15,1 5 0 0,-6 2 0 0,10 0-7 16,-4 5-4-16,-3 3-4 0,5 1 1 0,2 2 1 0,7 0-10 15,2 4 6-15,4-2-7 0,0 2-4 0,5-2-10 16,1-5-9-16,3 12-1 0,0 2-59 0,4 1-129 16,2-3-87-16</inkml:trace>
</inkml:ink>
</file>

<file path=ppt/ink/ink123.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07:34.256"/>
    </inkml:context>
    <inkml:brush xml:id="br0">
      <inkml:brushProperty name="width" value="0.05292" units="cm"/>
      <inkml:brushProperty name="height" value="0.05292" units="cm"/>
      <inkml:brushProperty name="color" value="#FF0000"/>
    </inkml:brush>
    <inkml:context xml:id="ctx1">
      <inkml:inkSource xml:id="inkSrc62">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1" timeString="2023-06-20T05:09:56.275"/>
    </inkml:context>
  </inkml:definitions>
  <inkml:trace contextRef="#ctx0" brushRef="#br0">6341 3184 483 0,'0'0'31'0,"0"0"-5"0,0 0 23 15,0 0 6-15,0 0-4 0,-2-2 40 0,0 0-9 16,0 0 8-16,1 0-11 0,-1 0-14 0,0 0-10 15,0 1-9-15,0-1 2 0,0 0-6 0,2-2-10 16,0 2 1-16,0 0-7 0,0 1-20 0,0-1 6 0,0 0-3 16,0 0 4-16,0 0 4 0,0 2-2 0,0 0 4 15,0 0-5-15,0 0 2 0,0 2 2 0,0 0-6 16,0 0 4-16,0 1-7 0,0 1-4 0,0 7 4 16,-2 4-3-16,1 0 2 0,-1 0 1 0,-2 2-2 0,0 1 1 15,1 1-4-15,-1 1-1 0,-2 4-2 0,3 2 1 16,1 4-4-16,0 0 6 0,2 5-4 0,0 0 3 15,0 2-3-15,2 0-2 0,0-1 2 0,-1-1-2 16,1 0 3-16,2 8 1 0,0-6 0 0,-2-3 0 16,-1-1 2-16,-1-7 0 0,0-4 2 0,0 1-1 15,0-5 8-15,0-1 2 0,0-2-1 0,0-4 1 16,0-4-7-16,0-1 3 0,0-1-2 0,0-1 3 0,-1 0-3 16,1-2-4-16,0 0 0 0,0-1 0 0,-2 3 5 0,-2 0-5 15,0 0 2-15,-1-1-4 0,-8 5 1 16,0-3-2-16,2 1 2 0,-2-1-2 0,0-1 7 0,0 0-9 15,0-2 5-15,-2 0-5 0,2-1 4 0,0 1 3 16,2 0-4-16,1 0 4 0,-1 0 4 0,2 0-4 16,-6 0-3-16,6-2 1 0,3 0 1 0,1 0-4 15,1 1 6-15,0 1-8 0,0 0 0 0,1-2-1 16,-1 0-1-16,0 0 2 0,1 0 0 0,1 0 4 16,0 2-5-16,0-2 4 0,0 2-3 0,0 0-7 15,0 0 7-15,1-1-6 0,1 1 9 0,0-2-7 0,0 2 4 16,0 0-6-16,1 0 5 0,3 0-2 0,-2-2-1 15,18 7 2-15,-1-1 2 0,5-1 0 0,-2 1-3 16,6 1 2-16,-2 1 2 0,0-3 0 0,2 1 3 16,-2-1-4-16,4 1-10 0,-2 0 11 0,-2-1-4 15,0 1 7-15,0-1-6 0,-2 1 2 0,6 1 1 16,-12-1 0-16,1-1-2 0,7 3 5 0,-13-4-6 0,0-1 6 16,2 3-3-16,-8-4-2 0,0 1 6 0,10 5-5 15,-15-8 6-15,2 2-3 0,-3-2 2 0,1 0-4 16,2 3-2-16,-2 1 4 0,3 3 0 0,-3-1 5 15,0 1 4-15,0-1-4 0,-2 1 2 0,0 1-2 16,0-1 0-16,-4 1 0 0,1-1-3 0,1 4 2 0,-19-1 5 16,-5-1-8-16,2 4 1 0,-9-6-3 15,5 3 0-15,0 3 2 0,0 1-1 0,0 1 0 0,2 0 1 16,0-4-2-16,0-5 2 0,2 1-4 0,2 3-5 16,2-1 9-16,3 4-6 0,0-4 7 0,6 2-7 15,-4 0 1-15,2-5 4 0,0 1-3 0,2-3-1 0,4 0 4 16,-1 3-5-16,1 1 5 0,-1 3-1 0,5-6-3 15,-3 3 1-15,4-4-4 0,-3 3 0 0,1 0 5 16,0-1 0-16,-1 5 2 0,3-5-8 16,0-1 1-16,2-1 1 0,0 0 2 0,0-1 11 0,0 3-11 15,0-4 2-15,0 2-4 0,2-1 6 0,0 1-4 16,-1 0 2-16,1-1-2 0,2 1 8 0,0 0-5 16,7 3 1-16,7 3-2 0,1-5 10 0,3 1-5 15,2-3 1-15,2-3-3 0,-1 0 0 0,1-1 0 16,-2-1-2-1,0 2 1-15,0 0-3 0,-4 0-5 0,3 0 9 0,5 5-8 0,-10 1 6 16,-3-1-2-16,-8-1 0 0,-3-2 0 0,0 0 5 0,0 2-2 0,-4-3-2 0,3 11 3 16,5-1 5-16,-1 4-3 0,-5-4-2 0,-2 7-2 15,-2-3-1-15,-2-4 2 0,-3 4 3 0,5-4-2 16,-16 2-4-16,-5 0 7 0,-1 2-4 0,2 0 5 16,-2-2-14-16,7 0 6 0,0-2 0 0,2-2 2 15,2-1 2-15,6-5-9 0,0 3 1 0,3-4-2 16,2 2 7-16,2-3-3 0,0 1-1 0,-4 2-1 0,2 0 4 15,1-1 0-15,-1 1-3 0,0 0 2 0,2 0-1 16,0-1-4-16,0 1 6 0,5 7-6 0,3 4 6 16,3 4-1-16,0 3 1 0,2 6 0 0,-2 1 7 0,-1 1-6 15,-1 4 0-15,-2 3-3 0,-3-6-2 0,2 12 4 16,-5-2 3-16,1-4 0 0,-2-2-1 0,0-3 2 16,0 1-4-16,-2-1 2 0,1-1-3 0,-1-1 1 15,0-6 2-15,2-7 1 0,-2 7-2 0,2-7-1 16,0-8 1-16,0 4 0 0,0-6 3 0,0 1 2 15,0-1-6-15,0-3 3 0,0 0-3 0,0-2-1 16,0-1 1-16,0 3-3 0,0 0 1 0,0 0-12 16,0-3-13-16,0 1-4 0,0 0-83 0,2 0-138 0,0 0-103 15</inkml:trace>
  <inkml:trace contextRef="#ctx0" brushRef="#br0" timeOffset="2968.12">6961 3997 473 0,'0'0'18'16,"0"-2"26"-16,0 0-14 0,0 0 15 0,-2 0 6 0,2 1 2 15,-2-1 19-15,1 0-3 0,-1 0-4 0,2 0 0 16,0 0-25-16,0 0-10 0,0 1-7 0,0-1 1 16,0 0-11-16,0 0 5 0,0-2 4 0,0 1-1 15,2-1 2-15,-1 2 1 0,1 0-3 0,0 0 3 16,0 0 5-16,0 1-8 0,0 1 2 0,0 0-3 16,-1 1 6-16,1 1 0 0,-2 0-3 0,10 19-2 0,-3-1-12 15,-1 2-1-15,-3 4 6 0,1 0-5 0,0 0 0 16,-1 2-2-16,1 0-5 0,0 0 3 0,0 1 4 15,1 1-2-15,1 2 2 0,-3-6-3 0,3 0-2 0,-2 0 2 16,-1-4 4-16,1-3-1 0,0 1 2 0,0-5 2 16,-1 5 0-16,1 3 1 0,-2-10 4 0,-2-10-3 15,2 1-1-15,0 0 0 0,-1-2 3 0,1 1 9 16,-2-1-3-16,2 0 5 0,-2 0-14 0,0-2-3 16,0-2-4-16,0 0 1 0,0-9-4 0,2-17 2 15,-2-5-3-15,-2 3 0 0,0 0-7 0,-1 2 3 16,-1 1 1-16,0-1 0 0,0 2-2 0,-1 2 2 15,-1-1 3-15,1-1 0 0,-1 4-2 0,2 0-1 16,1 0-4-16,-1-1 3 0,2 1 4 0,0 0-8 0,2 5 5 16,0-3-7-16,2 3 6 0,0 8-3 0,5-10-1 15,-3 10 1-15,5-6 6 0,6-5-1 0,-7 8 5 16,14-6-4-16,4 14 7 0,6 2-1 0,3 0 4 16,4-20-2-16,2 5 6 0,-4 4-10 0,-2 6-3 0,-13 3-2 15,-1 4 0-15,-5 0 0 0,-3 0 2 0,6 4-2 16,-10-2-2-16,-1 0-8 0,-5 0-2 0,1-1-6 15,0 1-53-15,-2 2-136 0,9 13-25 0,-2 1-51 16,-3 6-232-16</inkml:trace>
  <inkml:trace contextRef="#ctx0" brushRef="#br0" timeOffset="3295.55">7435 4353 429 0,'0'0'53'0,"0"0"-7"0,-2-2 37 16,0 1 10-16,-2-1-10 0,2 2 26 0,-1-2-10 15,-3-2 2-15,2 0-7 0,1 1-17 0,1-1-23 16,-2-2-8-16,0 1-2 0,1-1-13 0,3 4-7 16,-2-1 5-16,0-1-8 0,2 0-6 0,0 1-2 15,0 1 4-15,0 0-1 0,0 0 4 0,2 2 0 0,0 0-7 16,-1 2 5-16,1 2-10 0,4 14 5 0,-2 10-1 15,-1-2 2-15,1 4 5 0,-4 1-8 0,0-8 6 16,-4 6-7-16,2-6 2 0,-1-5-1 0,-3 6 1 16,2-9-2-16,1 0 2 0,-1 0-10 0,0-4 1 15,2-2-3-15,1 1-3 0,1-1-5 0,0-5-6 0,0-1 1 16,0 1-16-16,1 0-26 0,1-1 5 0,2-1-15 16,3 2-18-16,18 3-76 0,-3-7-4 0,6-3-30 15,-6-7-78-15</inkml:trace>
  <inkml:trace contextRef="#ctx0" brushRef="#br0" timeOffset="3526.66">7691 4361 306 0,'0'0'64'0,"0"0"-2"16,0 0 11-16,0-2 8 0,-2 0-21 0,0 0 24 15,0 0-1-15,0 0 0 0,1 1-1 0,-1-1-2 16,0 0-24-16,-2 0 0 0,0 0-9 0,1 0-4 0,-1 0-16 16,2 1 3-16,0 1-8 0,-1 0 1 0,1 0-1 15,0 0 2-15,0 1 0 0,0 3 4 0,-3 11-3 16,-3 7 5-16,3 6-3 0,-1 7 10 0,4 1-8 15,-2 1-1-15,3-13-2 0,-1 4-9 0,0 2-7 16,2-6 1-16,0 4-3 0,0-8-1 0,0-3-2 16,2-1 0-16,0-4 1 0,1-1 0 0,1-4-13 15,0-1 1-15,-1-3-5 0,-1-3 5 0,4 4-26 0,3 2 1 16,0-3-12-16,-1-1-16 0,1 0-128 0,0-2-42 16</inkml:trace>
  <inkml:trace contextRef="#ctx0" brushRef="#br0" timeOffset="3884.98">7423 4166 453 0,'0'0'48'0,"0"0"-2"0,-1 0 78 16,-1 0-14-16,-2 0 17 0,-5 0-24 0,5 0-12 15,0 2-14-15,1-2 5 0,-1 0-35 0,0 0-22 16,0 0 5-16,3 0-11 0,-1 0 9 0,0 0 1 16,2 0 5-16,2 0-3 0,0 0-5 0,1 0 3 15,14 0-2-15,2 0 4 0,14-2-2 0,-9-2-6 16,6 0-4-16,3 1 1 0,-9-1-6 0,6 2-12 15,-8 0 6-15,-3 0-7 0,1 2 3 0,-3 0-1 16,2 0-1-16,-4 0 0 0,1 0 1 0,-3 0 1 0,-2 0-5 16,1 0 1-16,-3 0-10 0,-4 0-54 0,5 2-36 15,-5-2-24-15,3 0-277 0</inkml:trace>
  <inkml:trace contextRef="#ctx0" brushRef="#br0" timeOffset="18041.16">12901 3042 142 0,'-2'2'27'15,"0"0"-4"-15,0-2 14 0,0 0 6 0,1 0-10 16,-1 0 5-16,0 0-8 0,0 0 1 0,0 0-5 16,0 0-3-16,0 0-26 0,1 0 7 0,-1 0-12 0,2 0 13 15,0 0-3-15,0 0-3 0,0 0-2 0,0 0-10 16,0 0 11-16,2 0 4 0,-1 0 1 0,-1-2 4 15,0 0-4-15,0 1-6 0,0-1 3 0,0 2 4 0,0 0 28 16,0 0 1-16,2 0 10 0,-2 0 13 0,0-2-4 16,0 2 1-16,0-2-4 0,0 0 0 0,0 0-9 15,-2 0 2-15,1 1-5 0,-1-1-9 0,0 0 0 16,0 0 2-16,0 0-1 0,0 0-5 0,0 0-7 16,1 1-2-16,-1-1 0 0,0 0 1 0,0 0 4 15,0 0 2-15,0 2 1 0,0-2 2 0,1 2-4 16,1 0-4-16,0-2 3 0,0 2 2 0,0-1 5 0,0 1 4 15,0 0-1-15,0-2-2 0,0 2 2 0,0 0 0 16,0 0 0-16,1 0-12 0,1 0-3 0,0 0-2 16,0 0 2-16,-2 0-4 0,2 0-5 0,0 0 0 15,1 0 0-15,12-2 1 0,4 0 3 0,1 0-2 16,8-2 2-16,-2 3-9 0,-2-1 12 0,6 2-8 0,3 0 11 16,3 0-5-16,6 0 11 0,3 0-9 0,3 0 8 15,2-2-14-15,6-2-7 0,-2 0 6 0,0 3-6 16,-4-1 1-16,-4 2 6 0,-1 2-4 0,-8-2 4 15,0 0-7-15,-7 0 0 0,-2 0 0 0,-1 0 2 16,-4 0 6-16,-5 0-3 0,-3 0-1 0,-2-2-1 16,0 0-4-16,-2-2 0 0,0 0 4 0,-1 3-1 0,-3-1 8 15,1 0 1-15,-3 2 3 0,3-2 0 0,-5 2 8 16,1 0-4-16,2-2-7 0,-5 2 3 0,1 0-3 16,2-2-11-16,-2 2 9 0,2-2-9 0,-3 2 6 15,1 0-2-15,2-1-4 0,-2 1 1 0,0 0-1 0,1-4-4 16,1 0 9-16,0 0-6 0,0 3 4 0,-3-1-1 15,1 0 0-15,0 0 2 0,0 0 1 0,0 0 4 16,0 0-9-16,0 1 7 0,-1-1-2 0,1 0-5 16,0 0 11-16,0 0-11 0,-2 0 3 0,0 0 3 15,0 1-9-15,0-1 5 0,0 0-7 0,0 0 9 16,0 0-1-16,0 0 4 0,0 2-5 0,0 0-3 16,0 0 2-16,0 0-2 0,0 0 6 0,0 0-5 0,0 0 2 15,0 0-2-15,0-1 1 0,0 1-1 0,0 0 6 16,0 0-4-16,0 0 3 0,0 0-5 0,-2 0-4 15,0 0 2-15,0 1 6 0,1 1-4 0,-1 2 1 16,0 1-3-16,-4 21-5 0,3 2 4 0,-1 2 1 16,2 7-1-16,0 0 3 0,2 6 1 0,0 2 1 15,0-6 1-15,0 0-8 0,0 0 7 0,0 1-4 0,0-1 6 16,0 2-4-16,0-4 0 0,2 2 0 0,0 0-1 16,2-2 4-16,-3-3-2 0,3-3 3 0,0 7-4 15,0-11 1-15,1 9-1 0,-1-7-3 0,0-6 3 16,1 8 11-16,-1-5-9 0,0-3 5 0,-1-7-6 15,-1-5 1-15,0 1 1 0,0-1 7 0,0 0-4 16,-2 0 8-16,0 0-12 0,0 0-2 0,0-1-2 0,0-1 8 16,0 0-3-16,0-3 4 0,0 1-5 0,0-1 5 15,0-1-9-15,0 3 2 0,-2 1-3 0,2-3 10 16,0 1-7-16,0-1 1 0,0 1-3 0,0-1-1 0,0-1 9 16,0-1-6-16,0 0 8 0,0-1-6 0,0-1-4 15,0 2 6-15,0-2-5 0,0 1-2 0,0-1 6 16,0 0-2-16,0 0 5 0,0 0-6 0,0 2 0 15,0-1-2-15,0 1 2 0,0 0 4 0,0-1 0 16,0 1-2-16,0-2 0 0,0 0-5 0,0 0 8 16,0 0-5-16,0-1 6 0,0 1-8 0,0 0 1 15,0 0 2-15,0 0-1 0,0 0-4 0,2 0 4 16,-2-2-2-16,0 0 2 0,2 0-9 0,-2 0 6 0,1 0-5 16,1 0 3-16,-2 0-35 0,0 0-91 0,0-2-69 15</inkml:trace>
  <inkml:trace contextRef="#ctx0" brushRef="#br0" timeOffset="20269.07">14059 4119 427 0,'0'0'16'0,"0"0"28"0,-1 0-17 0,-1 0 61 15,0-1-6-15,0 1 25 0,0-2-5 0,0 0-15 16,-1 0-4-16,-3 2-5 0,-5-2-22 0,-2 0 2 15,-4 0-4-15,-3-1 3 0,1 1 4 0,-5 0-5 16,-2 0 10-16,2 0-10 0,-4 0-3 0,2 2 3 16,-2 0-9-16,-7 2 8 0,5 0-15 0,4 2-3 0,-2 1-4 15,4 1-1-15,-2 1-25 0,-4 5 1 0,8-1-4 16,-2 4 3-16,-2-12 2 0,0 23-10 0,-2 2 1 16,13 4-5-16,-3-6 3 0,5 1 5 0,2 7-4 0,0-3 3 15,5 5-5-15,-1 3 3 0,5-6 4 0,-19 2-2 16,8-3-3-16,4 5 1 0,5-5 0 0,4-1 1 15,0 6-2-15,4-7 1 0,3 4 1 0,3-7 0 16,1-1 3-16,4-3-5 0,-4-1 1 0,19 2-3 16,5 0 3-16,-4-3 6 0,-1-1-5 0,0-1 7 15,3-1-4-15,6-1 3 0,-2-2-2 0,8-2 2 16,-6 0 0-16,2-6-3 0,1 1 8 0,3-7-6 16,1 24 8-16,3-12 5 0,1-10-12 0,2-3 9 0,-2-2-10 15,2-3 1-15,2-3 4 0,-10-1-4 0,6-2 1 16,-7 0-5-16,-2 2 7 0,-2-3-7 0,-4 1 3 15,-3-2 0-15,-6 2-1 0,4-2 2 0,-8 2 0 0,2-2-3 16,-2 0-1-16,-1 0-1 0,-1 11 1 0,-1-13 0 16,1 2 0-16,-5-5 0 0,2 1 3 0,-2-3-6 15,-1 3 0-15,-1 2-2 0,-3-7 9 0,1 5 1 16,-6-7 0-16,1-2-2 0,-1 0-6 0,-3-4 1 16,0-9-1-16,19 4 1 0,-10-2 4 0,-8-8-7 15,-3 6 8-15,-5-3-8 0,-6-3 10 0,-2 6-3 16,-4 0-3-16,-3 0 2 0,1 6-4 0,14 3 6 15,-23 2-5-15,-4 2 5 0,1 2-6 0,-7 2 1 0,1 3 2 16,-2 2 0-16,-7 3 6 0,-2 6-9 0,-3 6 5 16,1-22-5-16,-2 15-2 0,0 7-3 0,2 4-6 15,2 5 3-15,2 4-6 0,7 4-12 0,1 4-6 16,9-2-5-16,-1-12-39 0,4 19-28 0,4 4-19 0,1 0-2 16,5 0-61-16,6-2-60 0,5-4-21 0</inkml:trace>
  <inkml:trace contextRef="#ctx0" brushRef="#br0" timeOffset="21393.22">14089 4385 52 0,'0'0'28'0,"0"0"-4"0,0 0 6 16,0 0 6-16,0 0-13 0,0-2 1 0,0 0 1 15,0 0-1-15,0 0 3 0,0 1 11 0,0-1 13 16,0 0 0-16,0 0 5 0,0 0-3 0,-2 0-5 16,0 0-6-16,1-1 0 0,-1-1-21 0,0 2 7 15,0 0-3-15,0 0 5 0,0 1-1 0,0-3 10 16,1 2 9-16,-1-2-2 0,0 1-2 0,0 1-8 16,0-2-2-16,2 0 0 0,0 2-5 0,0-1-2 0,0 1-3 15,0-2 2-15,0 0 1 0,0 1-1 0,0-1-2 16,0 0 2-16,0 1 2 0,0-1 4 0,0 0 2 15,0 2 0-15,0 0-3 0,0 1 0 0,0-1-1 16,0 0 2-16,0 0-5 0,0 0-12 0,0 0 5 16,0 2-7-16,0 0 5 0,0 0-3 0,0 2-2 15,0 0 0-15,0 2-9 0,0 7 5 0,0 13-2 0,0 0 3 16,0 0-5-16,2 6 4 0,0-8-5 0,0 1 4 16,1 1-5-16,-1-4 5 0,2 6 0 0,0-4 2 15,-1 4 7-15,1 2-15 0,0-4 3 0,0-1-5 16,-1 1 3-16,-1-4 3 0,2 1 0 0,0-1-1 15,-3-9-2-15,1-1 0 0,0-1 2 0,-2-5-2 16,2 3-3-16,-2-3 0 0,0-1-5 0,0-1 3 0,0 2-11 16,0 0-11-16,0-1-7 0,0 1-7 0,0-2-72 15,0 0-52-15,0 0-16 0,0 0-11 0,-2-2-64 16</inkml:trace>
  <inkml:trace contextRef="#ctx0" brushRef="#br0" timeOffset="21857.93">13900 4554 419 0,'0'0'43'0,"0"0"-4"0,0-2 44 0,0 0 0 15,0 0 3-15,0 0 27 0,0 1-18 0,0-3 3 16,0 0-13-16,0 0-12 0,0 1-22 0,0-1 5 15,0 0-11-15,2 1-4 0,-1-1 3 0,1 0-2 16,0 0 3-16,0 1-4 0,0-1-14 0,0 0 1 0,0 2-7 16,-1 1-7-16,1-1-9 0,0 0 2 0,0 0-3 15,0 0 5-15,0 0 2 0,0 2-6 0,-1 0 3 16,1 2-11-16,2 0 4 0,0 2 5 0,5 9-2 16,0 0 3-16,1 2-4 0,-1-1 5 0,2 3-4 15,4 11 9-15,-4-6-7 0,2 4-1 0,-4-7-2 16,2 5-2-16,-1-4 9 0,-3-1 0 0,1-2 4 0,-3-6 10 15,1 0-3-15,-1 0-7 0,-3-5 4 0,0-1-9 16,0-1-5-16,0 0 4 0,0-1-5 0,-1 1 12 0,3 0-10 16,0 0 4-16,0-1-6 0,-1-1 4 0,-1 0 4 15,0 0-2-15,0 0 1 0,0-1 0 0,0-1-2 16,1 0 1-16,1 0-2 0,0-1-2 0,-1-1 5 16,3-6-5-16,5-16 5 0,2-2-1 0,2 4-9 15,2-8 8-15,1-1-8 0,1 5 4 0,-6-8 2 16,2 8-4-16,-4 8 2 0,-4-8-7 0,4 7 5 15,-1 10-2-15,-5 0 3 0,1-1-12 0,-4 5-1 0,3-3 0 16,-1 3-2-16,-2 1-27 0,0 0-165 16,-1 1-41-16</inkml:trace>
  <inkml:trace contextRef="#ctx0" brushRef="#br0" timeOffset="22742.16">14175 5074 118 0,'0'0'53'0,"0"0"-3"15,0 0 50-15,0 0-2 0,0 0 1 0,0-2-5 0,0 0 1 16,0 0-3-16,-2 0 2 0,0 0-8 0,0 1-9 16,2-1-7-16,-2 0 1 0,0 0-17 0,0 0-10 15,2 0 6-15,0 0-7 0,0 1 9 0,0 1-18 16,0 0-1-16,-1 0-7 0,-1 0-9 0,0 0-4 15,0 1 2-15,0 1-3 0,2 2 0 0,-7 26-2 16,1 1 2-16,1 3-1 0,1 7-3 0,2-4-4 16,0 2 0-16,2 0-1 0,0 0-4 0,0 2 7 15,0-2-1-15,0-2 5 0,2 0 2 0,2-2 0 0,1-3 1 16,3 1-1-16,-1-3 5 0,2-1 3 0,-1-4 2 16,-3-3-1-16,1-2-1 0,0 1-2 0,-1-3 2 15,1-3-1-15,-1 0 6 0,-3-8-10 0,2 3 1 0,-2-5-3 16,-1-1 6-16,1 0-13 0,0-1 8 0,0 1-9 15,0 0 6-15,0 0-1 0,0-3-2 0,-1 1 1 16,1 0-5-16,-2 0-7 0,2 0 0 0,-2-2-3 16,0 0-4-16,0 0-37 0,0 0-29 0,0-2-20 15,0 0-267-15</inkml:trace>
  <inkml:trace contextRef="#ctx0" brushRef="#br0" timeOffset="23771.04">15419 4318 489 0,'0'-2'14'0,"0"0"-3"0,0 0 29 16,0-3 2-16,7-17 6 0,-1 1 24 0,-1-3 7 15,1 0 2-15,-3 0-2 0,1 2-7 0,-2 3-1 16,0 0-4-16,-2 6 1 0,0 0-10 0,0 4-8 0,0 5-1 16,0-1-4-16,0 3-13 0,0 0 0 0,0 0-1 15,0 0 0-15,-13-7-4 0,-2 0-6 0,0 3 3 16,-3 3-3-16,-3 1 1 0,-1 2-9 0,3 5 4 15,-3 5-5-15,0 3 2 0,-6-10 4 0,-2 25-7 16,4 4 8-16,4-1 6 0,0 3-11 0,-3-1 6 0,1 2-10 16,9-1-9-16,2-3 8 0,2 1-5 0,-4-2 7 15,6-3-7-15,7-4-3 0,4-5 4 0,0-7-3 16,2 2 13-16,-1-3-15 0,3-1 5 0,-2 2-6 16,18 4 6-16,4-4-1 0,6-5-3 0,-8-10 2 15,4-5 2-15,1-4-6 0,-3-2 5 0,8-6-6 16,-6 16 0-16,-4-25 9 0,2-1-11 0,-4 3 11 0,-2 0-12 15,-3 2 8-15,-2 4-1 0,-2-3 2 0,-4 3-5 16,-3 4 5-16,-1 1-1 0,6 2 3 0,-3 4-4 16,-3 2-1-16,-3 1 0 0,0 1 0 0,0 1 0 15,-2 4 7-15,0 0 0 0,0-1 2 0,0-1 2 0,0 2-12 16,0 0 6-16,-2 1-8 0,0-1 3 0,0 2 0 16,1 0-2-16,-1 2 3 0,0-1 2 0,0 3-4 15,-4 9-2-15,-1 9 1 0,1 2 2 0,1 2-3 16,1 0 3-16,1 2-3 0,-1 6 3 0,0 5 0 15,2 3-3-15,0 1 1 0,2-4-5 0,0-5 6 16,0 3 1-16,0-6 1 0,0 5-3 0,0 4 0 16,0-6 1-16,0-4 2 0,0-3 1 0,0-6-1 0,-1 1-5 15,-1-2 4-15,0-1 9 0,0-2-6 0,0-4 5 16,0-4-6-16,0-2 4 0,1-1 21 0,-3 0-3 16,2-3 9-16,-5 1-7 0,-6-2-6 0,-4 9-2 15,2-2 1-15,-9-1 4 0,2-5-4 0,5-3 4 0,-9 0-5 16,9-1-7-16,4-3 0 0,-4-2-5 0,4 1 3 15,2-1-18-15,2 1 11 0,0-1-5 0,5 4 6 16,-3-3-4-16,3 3-11 0,0-2 8 0,0 0-9 16,3 2-1-16,-1 1-5 0,0-1-8 0,0 0 2 15,0 0-28-15,2 0-84 0,0 0 2 0,2 0-35 16,2 1-54-16,1-1-195 0</inkml:trace>
  <inkml:trace contextRef="#ctx0" brushRef="#br0" timeOffset="24421.4">15710 4686 223 0,'0'0'77'0,"0"0"-55"16,0 0 88-16,0-2-29 0,0 0 11 0,0 0 17 15,0 0-10-15,0 0 9 0,0 2-25 0,0-1-8 16,0-1 0-16,0 0-6 0,0 0-17 0,0 0-1 15,0 0-2-15,0 2 0 0,0 0-10 0,0 0 1 0,0 2-9 16,0 0 4-16,0 2-17 0,0 5 2 0,0 10 3 16,-2-3-4-16,-2 10-5 0,1-11 11 0,-1 2-4 15,0 1 7-15,1-5 8 0,-1 4-4 0,2-2 0 16,0-2-3-16,0-2-14 0,2-2 3 0,0-1-3 16,0-1 5-16,0-3 0 0,0 0-6 0,0-3 1 0,0 1-4 15,0 0-9-15,0 0 5 0,0 2 2 0,0-1 1 16,0 1-1-16,0-2 1 0,0 0-8 0,0 0 5 15,0 0-7-15,0-2 2 0,2 0 0 0,0 0 3 16,0-2-3-16,0 0-3 0,0 0 2 0,-2 0-3 16,5-13 3-16,1 2 1 0,1-5-4 0,-1 5 2 15,3-8-7-15,-2 3 3 0,1 3 2 0,-1-9 0 0,1 7 4 16,1 0-4-16,0-1-3 0,-5 12-1 0,2-1 3 16,3 3-1-16,0 0 5 0,-9 3-2 0,8-5-4 0,-5 4 5 15,3 0 0-15,1 0 2 0,-1 2 2 0,-2 0-4 16,-1 4-1-16,8 13 0 0,2 11 13 0,-5-4-7 15,-3-2 2-15,-1-1-6 0,-2-5-3 0,-2-1 2 16,0-2 4-16,0-2-2 0,0 0 6 0,0-3 0 16,0-3-4-16,0-3 3 0,2 2-6 0,0 0 8 15,0-3-5-15,-1 1 5 0,3 0-5 0,0-2-2 16,0 0 5-16,-3 0-4 0,14-7-1 0,-2-3 2 16,-5-4-9-16,3-16 6 0,-4 4 0 0,3-6-6 15,6-3 10-15,-1-2-9 0,-2 0 9 0,0 11-5 0,-4 2-1 16,1 13-2-16,-3-1-5 0,-5 11 9 0,2-1-8 15,-2 2 8-15,-1 0-7 0,1 0 7 0,2 0 4 16,0 2-1-16,-1-1-7 0,1 3 6 0,9 20-2 16,-4 6 6-16,-1 5-3 0,-3 1 5 0,-1-5-1 15,0-7 1-15,-1-1-5 0,-1-5-1 0,2 2-4 0,0-1 2 16,-1-2-3-16,1-4 2 0,0 0-1 0,0-4-1 16,-3-2-21-16,1-1-90 0,-2-4 0 0,2 2-42 15,2-3-120-15</inkml:trace>
  <inkml:trace contextRef="#ctx0" brushRef="#br0" timeOffset="24939.22">16384 4125 780 0,'0'0'168'0,"0"-2"-196"16,0 0 198-16,0 0-96 0,0 1 13 0,-2-1 27 15,0 0-10-15,0 0 11 0,1 0-43 0,-1 0-27 16,0 0 2-16,0 1-12 0,2-1-15 0,0 0-10 0,0 2-3 16,0 0-1-16,0 0-2 0,0 0 7 0,0 2 1 15,0 0-1-15,0 1-5 0,0 7 9 0,0 10-2 16,0 0 5-16,0 4 3 0,2 4-3 0,0 0-1 15,1 7 0-15,-1-5-5 0,2 7 5 0,-2-3-5 0,0 5 4 16,0 2-14-16,-1-4 5 0,1 4 0 0,2-8 2 16,2 2 0-16,-3-3-8 0,3-1 4 0,-1-6-5 15,3-3 0-15,-1 0 8 0,3-3-8 0,-3-6 10 16,0 0-7-16,-1-4-3 0,-2-2 6 0,-1-1-5 16,1 0 0-16,2-3 9 0,-1 1-7 0,-1 0 9 15,0-3-10-15,-1 1 3 0,1 0-2 0,0-2 3 0,0 0 0 16,-1-2-3-16,3-7 3 0,9-28-1 0,-4-8 13 15,-4-3-17-15,-1-4 7 0,1-5-9 0,-1-1 8 16,-1-3-3-16,5-2-1 0,1 3-1 0,0 6 2 0,2 10-5 16,-2 7 3-16,0 5-2 0,2 6 16 0,-3 8 9 15,1 1 0-15,-2 2 2 0,-3 6-6 0,-3 3-14 16,7 4-2-16,3-7-3 0,-8 5-7 0,1 2 5 16,-4 2 2-16,1 0 2 0,1 0-3 0,0 2-1 15,-3 0-2-15,1 2 0 0,6 18-9 0,-5 2-39 16,-3 0-13-16,-3 1-13 0,-1 2-78 0,0-1-53 15,1 2-21-15,3-2-19 0,1-4-149 0</inkml:trace>
  <inkml:trace contextRef="#ctx0" brushRef="#br0" timeOffset="25381.76">16965 4567 839 0,'0'-2'39'0,"0"0"0"0,0 0 62 0,0 0-5 0,-2 2 13 16,0-1 13-16,1 1-41 0,-1-2 5 0,0 0-19 15,0 0-5-15,0 0-38 0,0 0 8 0,2 2-17 16,0 0 10-16,0 2 12 0,0 0-4 0,0 7 6 16,0 19-13-16,2 2-1 0,0-6 0 0,0 11 1 15,0-3-3-15,0-2-8 0,-2-4-2 0,0-4-1 16,0-2-5-16,0-1-1 0,0-3-1 0,0-3 0 0,0 0-6 16,0-1-2-16,0-5 3 0,0-1-1 0,0-1-4 15,0-1-11-15,1 0-8 0,1-1 3 0,0-1-8 16,0 0-1-16,0-2 3 0,2 0-2 0,-1 0 15 0,1-2-2 15,5-3 6-15,1-1-5 0,-1-14-5 0,-2-5 16 16,1-2-3-16,1 1 7 0,0 0 3 0,-1 3-4 16,-1 1 3-16,-1 5-2 0,-1 4 8 0,-1 4 3 15,0 2-6-15,-1 3 5 0,-1 0-2 0,2 1 6 16,0-1 1-16,-1 0 2 0,1 2 17 0,-2 0 0 16,0 2 2-16,0 2-3 0,0 2 2 0,5 11 7 15,0 11 1-15,-3-8 1 0,-2 3-4 0,0-1-17 16,-2-3 2-16,0 3-7 0,0-5-11 0,0 2 1 0,0-2-8 15,0-2 6-15,0-2-11 0,0-2 0 0,0 0 5 16,0-1-1-16,0-3 6 0,0-3-10 0,0 2-8 16,2 0-3-16,0-1-33 0,-1 1-42 0,1-2-1 15,0 0-19-15,0 0-56 0,0 0-171 0,0-2-86 0</inkml:trace>
  <inkml:trace contextRef="#ctx0" brushRef="#br0" timeOffset="25626.31">17008 4467 760 0,'0'0'95'16,"-2"0"-94"-16,0 0 120 0,0-2-50 0,0 0 58 0,1 0-7 16,-1 0-1-16,-2 0-7 0,2 2-41 0,0 0-32 15,0 0 1-15,1-2-10 0,-1 1 3 0,0 1 2 16,2 0-1-16,0 0 2 0,2 0 5 0,0-2-4 15,1 2 5-15,14-4-7 0,5-2 2 0,2 1-24 16,4-3 4-16,2 1-11 0,3 0-3 0,1-1 3 16,-4 3-5-16,-3-1 3 0,1 2-9 0,-2 4 2 15,-5 0-1-15,-5 0 0 0,-1 0-13 0,-4 0-67 16,-1 0-23-16,-7 0-25 0,3 2-166 0</inkml:trace>
  <inkml:trace contextRef="#ctx0" brushRef="#br0" timeOffset="26555.48">5511 3716 471 0,'0'0'0'15,"0"0"49"-15,-2 0 27 0,0 0 56 0,0 0 15 0,1 0-21 16,-1 0-8-16,0 0-34 0,0 0 5 0,0 0-9 15,0 0-25-15,0 0-14 0,2 0 0 0,0 0-3 16,0 0-2-16,2 0 9 0,0-1-7 0,2-1 8 16,1 0-12-16,14-6 4 0,1-1-4 0,-1 2 3 15,1-1-19-15,-1 3-9 0,3-1-1 0,-5 2-3 16,0 1-6-16,-2 1 3 0,-8 2-2 0,6 0 2 16,-6 0-3-16,1 0-7 0,-1 0 1 0,-1 0-10 0,-2 0-74 15,-1 0-95-15,1 0-40 0,0 2-18 0,-2 0-174 16</inkml:trace>
  <inkml:trace contextRef="#ctx0" brushRef="#br0" timeOffset="26804.06">5611 3607 742 0,'0'0'54'0,"0"0"-4"0,0 0 74 0,0 0-10 16,0 0 12-16,0 0-18 0,0 0 12 0,0 0-10 15,0 0 6-15,0 0-58 0,0 2-32 0,0 1-5 0,2 22-8 16,0 14-6-16,0 5-9 0,-2 1 4 0,0-3-6 16,0 3 4-16,0 0-8 0,0-1-30 0,0 3-1 15,4-5-190-15</inkml:trace>
  <inkml:trace contextRef="#ctx0" brushRef="#br0" timeOffset="27130.58">5459 5608 911 0,'0'0'53'0,"0"0"-2"0,-2 0 53 0,0 0-13 16,0 0 6-16,2 0-32 0,0 0 1 0,0 0 0 15,0-1 0-15,2-1-2 0,0 0-20 0,6-2 4 16,19 0-9-16,3-5 4 0,5 7-18 0,1-13-3 15,5 10-5-15,-1-3-16 0,1 1 7 0,-4 5-2 0,-3-18 2 16,-4 7-3-16,-10 5-8 0,0 5 0 0,-7-1-5 16,-3 2 1-16,1 2-101 0,0 0-7 0,-9 0-51 15,3 0-198-15</inkml:trace>
  <inkml:trace contextRef="#ctx0" brushRef="#br0" timeOffset="27611.64">4529 4309 804 0,'-2'0'142'0,"0"-2"-156"16,0 0 164-16,0 0-77 0,1 0 6 0,-1-1-10 0,0-1 4 15,0 0-8-15,0 0-5 0,2 3-24 0,0-3-4 16,-2 0-7-16,0 0-21 0,2 1-4 0,0 1 4 16,0 0-4-16,2 0 9 0,0 2 2 0,0 2 0 15,2 2 1-15,14 27 0 0,1 10 4 0,-2 11-3 0,-8-5 3 16,0 3-5-16,-1-4-6 0,-3-1 0 0,1-1-3 15,-3-3 3-15,1-2-1 0,0-5 1 0,0-5-3 16,-1-3-2-16,1-2 1 0,0-5 2 0,1-1 2 16,-1-3-1-16,0-4 6 0,-1-1-7 0,-1-5 6 15,0-1-10-15,-2-2 6 0,4 2 1 0,0-3 2 0,5 5-10 16,-2-4 17-16,2-2-1 0,-1 0 6 0,1-6-6 16,-3-3 0-16,1-23-2 0,-1-12 2 0,3-2-3 15,-3-8 1-15,-1-4-3 0,1 1 3 0,-3-5 3 16,3 12-1-16,-2 2-3 0,1 9 1 0,-3 7 2 0,0 4-4 15,0 6 1-15,9 7-5 0,-4 2-13 0,-5 10 8 16,0-1-2-16,0 0 3 0,0 0-5 0,0 3-7 16,0-1-3-16,-2 0-4 0,0 2-37 0,0 2-109 15,0 1-21-15,-2 27-42 0,-2 13-200 0</inkml:trace>
  <inkml:trace contextRef="#ctx0" brushRef="#br0" timeOffset="28001.1">5077 4686 774 0,'0'0'65'15,"0"0"89"-15,-2 0-35 0,0 2-7 0,0-1 1 0,0 3-6 16,-9 17-13-16,2 5-24 0,-1-2-2 0,3-2-9 16,1 0-20-16,1 0-15 0,-1 1-4 0,1 1-4 15,1-2-16-15,2-1 2 0,2-1 4 0,4-1-2 16,0-3 3-16,1-3-7 0,-1-2-1 0,-2-3-2 15,0-3 2-15,-1-1-26 0,-1-2 10 0,6 2-14 16,11 7 6-16,-14-9 1 0,-1-2 3 0,6 0 1 16,-5 0 6-16,7-2 8 0,-5 0-8 0,3-2 9 0,-1-1-12 15,-1-14 19-15,-4-3-7 0,12-2 8 0,-2-2-15 16,-7 2 14-16,1 1-2 0,-1 7 7 0,1 3 3 0,-2 3-5 16,1-3 6-16,-3 6-6 0,0 1 9 0,-2 4-1 15,4-1 1-15,-1 1 0 0,-1 0 19 0,0 0-5 16,0 2 4-16,0 0-7 0,1 2-6 0,1 0 2 15,0 2 3-15,-4-3 1 0,9 14 3 0,-1 0-16 16,-1 2-3-16,-1-4-3 0,-3-2 1 0,1-2-7 16,0 1 7-16,-2-3-8 0,-1-3 1 0,1 1-3 15,0-1-11-15,-2-2 5 0,4 2-38 0,0-1-42 16,-1 1-11-16,1-2-19 0,-2-2-111 0</inkml:trace>
  <inkml:trace contextRef="#ctx0" brushRef="#br0" timeOffset="28188.08">5025 4582 1227 0,'0'0'65'0,"0"0"-25"0,0 0 76 0,0 0-18 16,0 0 11-16,0 0-32 0,0 0 11 0,0 0-16 16,0 0 6-16,1 0-32 0,1 0 2 0,2 0-13 15,11 0-9-15,7 0-13 0,10 3-1 0,-6-1-3 0,-6 0 1 16,8 2-6-16,-6-4-9 0,6 2-2 15,-2-2-47-15,0 0-141 0,-2 0-73 0</inkml:trace>
  <inkml:trace contextRef="#ctx0" brushRef="#br0" timeOffset="30893.18">13957 2970 80 0,'0'0'21'16,"0"0"8"-16,-2 0 36 0,1 0 15 0,-1 0 9 16,-2 0-2-16,-5 2 12 0,-2 2-5 0,-1-1 7 15,5-1-20-15,0 0-10 0,-3 0-5 0,7-2 1 16,-7 2 5-16,5-2 1 0,-3 2-3 0,5-2-2 15,-1 0-23-15,0 0-4 0,2 0 2 0,-3 0-6 0,-1 0-15 16,4 0 6-16,0 0-5 0,-1 0 6 0,-1 0-10 16,0 0-14-16,1 0-1 0,1 0-4 0,0 0-8 0,0 0 5 15,0 0 4-15,0 0-1 0,0 0 5 0,2 0-3 16,0 1-3-16,2 1 0 0,0-2 1 0,0 0 2 16,22-2 1-16,8-1 0 0,-3-1-1 0,10 0 1 15,0-1 2-15,12-1-1 0,1-1 7 0,9-1-2 16,6 1 0-16,3-2 0 0,4-1 6 0,-1-1 8 15,-4 0-3-15,-1 2 3 0,3-4-6 0,5 0-4 16,6 4-2-16,10-3-1 0,-1 5-7 0,0 0-1 16,-3-1 7-16,-12-3-6 0,2 0 3 0,-6 3-7 15,1-1 1-15,6 4-3 0,7-3 3 0,1 1 4 0,2-1-7 16,-1 3 5-16,-7-3-1 0,-1 5 0 0,-4 1 2 16,-5-2-3-16,3 0-7 0,0 2 9 0,6 1-3 15,6-1 4-15,-1 2-1 0,-1-2-2 0,-7-2 2 16,-8 0-2-16,-2 1 6 0,-4-3-6 0,0 2 4 0,6 3-6 15,-4-1 2-15,6 0 2 0,-5 0 1 0,-4 2 1 16,-5 0-7-16,-5 0 4 0,-4 0-1 0,-10 0 3 16,1 2-4-16,-12 2 4 0,-2-3-3 0,-1-1 5 15,0 2-6-15,-2-2 2 0,0 2-1 0,1-2 5 16,-1 2 10-16,0-2-1 0,1 0 5 0,-1 0-3 16,2 0 19-16,0 0 1 0,-2 0-2 0,6 0-1 0,2 0-18 15,-2-2 4-15,5 0-8 0,-9 0 6 0,0 1-7 16,1-1-3-16,-7 0 6 0,-3 0-7 0,-2 2 2 0,2 0-4 15,-2 0 1-15,-6 0-2 0,4 0-3 16,-1 0 4-16,1-2-3 0,9-2 4 0,-9 3-2 0,1-1 3 16,-1 0-4-16,-4 0 3 0,6 0-3 0,-4 0-4 15,1 0 5-15,-1 1-5 0,0-1 2 0,1 0-2 16,-1-2 1-16,-4 2 0 0,-3 2-4 0,0 0-111 16,0 0-31-16,0 0-50 0,3-2-321 0</inkml:trace>
  <inkml:trace contextRef="#ctx0" brushRef="#br0" timeOffset="32194.76">17923 2875 254 0,'-2'0'70'0,"1"0"63"0,-1 0 42 0,0 0-49 16,0-1 10-16,-2 1-26 0,1-2-21 0,-1 0-6 16,0 0-5-16,0-2 2 0,3 1-11 0,-1-1-9 15,0 0-4-15,0 0-1 0,0 1-12 0,0-1 5 16,2 2 4-16,-3-7 0 0,1 1 8 0,0 3-15 16,0 1 2-16,0 0-7 0,0 1-10 0,0-1-10 0,1 2-10 15,-1 0 2-15,0 0-18 0,0 1 11 0,0-1-1 16,0 2 4-16,0 2-8 0,1-1 4 0,-1 3-6 15,0 13 4-15,0 14-3 0,0 5-2 0,2 1 3 16,0-8-1-16,0-4 1 0,2 1-2 0,0 1 0 0,2 3 1 16,-3 2 2-16,1 1 4 0,0-7-5 15,0 2 2-15,0 2-3 0,0-2-1 0,0 1 3 0,-2 1-2 16,0 0 1-16,0-4 2 0,0 0 0 0,0-4 0 16,0-2-1-16,0-1 5 0,1-4-3 0,1-2 3 15,0-2-2-15,-2-5-3 0,0 1 1 0,0-3-1 16,0-1 3-16,0 1 1 0,2 0 4 0,0 0-3 15,0-1-2-15,-2-1 6 0,0 0-7 0,0 0 6 0,0 0-10 16,-2-2 0-16,0 0 4 0,-2 0-2 0,-18 0-3 16,0-2 7-16,-4 0-5 0,-2 0 8 0,0 2-7 15,0 0-1-15,2 0 0 0,0 0 0 0,6 0 1 0,1 0-1 16,2 0 5-16,3 0-4 0,4 0 5 0,3 0-5 16,1 0-1-16,4 0-1 0,1 0-4 0,-3 0 0 15,0 0 1-15,2 0-1 0,0 0-5 0,1 0 9 16,1 0-6-16,0 0 7 0,1 0 2 0,3 0-1 15,2 0-1-15,16-4-2 0,-3 3-5 0,-1-1 7 16,3 2 0-16,-1 0 1 0,2 0-6 0,-1 0-2 16,1 2 7-16,0-1-3 0,2 3 7 0,2-2-4 15,4 2-6-15,0 1 1 0,0-1 1 0,-1 3 6 0,-3 1 1 16,0-1 2-16,-3 1-6 0,1 3-3 0,-4-2 0 16,-1 0 0-16,-1 2 4 0,1 1-1 0,-3-3 2 15,1 2-1-15,-6-4 6 0,-7-5-2 0,5 8 0 16,-7 4-1-16,4-8-3 0,-3 3 2 0,-1-5 4 15,4 3-1-15,-1 1-1 0,-3-4 9 0,-2-3-7 0,2 3 7 16,0 0-3-16,-2 0 11 0,0-1-9 0,0-1 9 16,-2 4-9-16,-3 5 2 0,-27-4-1 0,-3 3-1 15,-1 3 5-15,-1-6-8 0,4 2 7 0,-2 1-8 16,3-7 4-16,2 8-5 0,1 2 5 0,3-1-5 16,3 4 2-16,3-6-7 0,3 3 1 0,4-2-3 15,-2-4-2-15,6 2 7 0,2 1-7 0,1-3 8 16,2 1-6-16,3-1-1 0,-3 2 1 0,0 1-1 0,-3-1-2 15,-1 4 0-15,5-8-2 0,-1 5 1 0,2-5 0 16,2 1-3-16,0-1 0 0,0-1-1 0,0 4-2 0,0-7 2 16,0 1-4-16,0 0 5 0,11 7 5 0,6 1-6 15,1-3 9-15,1-1-8 0,1-4 10 0,1-2-8 16,-1 0 5-16,-1-2-6 0,3-2 11 0,-5 0-2 16,0 1-2-16,-1-1 0 0,-1 0-4 0,0 0-1 15,-4 3 4-15,-2-1-1 0,-3 2 1 0,-2-2 2 16,-1 0-2-16,1 2 3 0,-2 0 5 0,0 0-4 15,0 0 5-15,0 0-6 0,-1 0 5 0,-1 2-3 16,0 0-3-16,0 0 2 0,-1 1 4 0,1-1-12 0,-6 13 6 16,0 0-8-16,-1 3 9 0,0 5-5 0,1-1 0 15,0 4-1-15,5 0 9 0,-1 4-6 0,2 1-1 16,3 8-3-16,1-4 4 0,4 4 0 0,-1 0 1 16,0 4-2-16,-1-4 1 0,1 2-2 0,1-2-1 0,-3-4 0 15,5 4 3-15,-3 2 1 0,2-4 2 0,-3-1-1 16,-1 3-2-16,-1-4 5 0,0 4-6 0,-4-4 3 15,0 2-6-15,0-2 0 0,0 1 7 0,4 3-3 16,-1-4 1-16,1-3 1 0,-2-3 1 0,2 1 1 16,-1-2 3-16,1-2-1 0,0-2 0 0,-2-5 1 15,1 1 10-15,-1-5 0 0,0 0-5 0,-2 3 3 16,0-7-8-16,0 6-1 0,0-6 6 0,0-9-5 16,4 11 0-16,-4-9-5 0,2 3 0 0,1 4-2 0,-3-9 0 15,0 4-5-15,0-4 4 0,2 1-7 0,0 1-10 16,-2-2-31-16,2 2-16 0,0-1-11 0,0-1-119 0,-1 0-524 15</inkml:trace>
  <inkml:trace contextRef="#ctx0" brushRef="#br0" timeOffset="34299.01">18733 3722 130 0,'0'0'42'0,"0"0"55"0,-2-2-1 0,0 0-6 0,0 0 3 15,2 1-6-15,-7-12-3 0,5 7-9 0,-2 0-5 16,4 5-2-16,-5-11-10 0,1 5-13 0,0-2 6 16,-1-4-8-16,5 11 16 0,-4-9-13 0,2 5 3 0,0 2-7 15,0 1-7-15,0-1 11 0,2 0-4 0,0 1 6 16,0-1-5-16,0 2-19 0,0 0 0 0,0 0-8 15,0 0-10-15,0 2 6 0,0 0-5 0,0 0 3 16,2 2-13-16,-2 0 8 0,11 28 3 0,1 7 0 16,-3-4-5-16,0 1 3 0,2 9-4 0,0-12 4 15,2 6-9-15,0 0 6 0,-1-5-3 0,1 3 5 0,-2 1 2 16,0-7 1-16,0-3 0 0,0 0 1 0,0-3 13 16,0-1 8-16,-3-4 4 0,-3 1-2 0,-1-4 0 15,0-2-9-15,0 0-2 0,-3-6-2 0,1 2-11 0,-2-3 11 16,0-2-1-16,0-1 5 0,0-1-6 0,0 2-10 15,0 0 2-15,0-1-3 0,0-1 11 0,-2 0-12 16,1 0 0-16,-1 0-4 0,-2-2 1 0,0 0-2 16,-11-4 1-16,-3-5-1 0,7 1-1 0,-2 1 3 15,2-13 3-15,5 1 0 0,0 1 0 0,-8-3 0 16,2-1-6-16,5 0 2 0,3-1-9 0,2-1 0 16,2-2 9-16,2 4-5 0,4-8 5 0,1 2-3 0,3 0-2 15,1-7 1-15,-2 4 9 0,-2 1-5 0,1 0 0 16,-3 6-1-16,-1 4-3 0,2-8 0 0,-1 4 4 15,1 1-1-15,-1 1 3 0,-1 9-5 0,0-2 1 16,1 2-3-16,-1-2 4 0,0 6 0 0,0 2-3 16,-4 5 2-16,0 0-5 0,0 0 9 0,13-7-2 0,5-1 4 15,-7 7-12-15,8-3 10 0,-4 4-5 0,-4 2 6 16,11 0-6-16,-11 0 0 0,2 2 2 0,-3 0 0 16,-5-2 5-16,1 0-2 0,-1 2 0 0,1 0-2 15,-2-2-2-15,3 2-11 0,-5-2-14 0,2 1-5 16,-1 1-104-16,1-2-160 0,0 0-70 0</inkml:trace>
  <inkml:trace contextRef="#ctx0" brushRef="#br0" timeOffset="34957.89">19271 4190 507 0,'0'0'7'15,"0"0"3"-15,0 0 38 0,0-2 3 0,0 0 16 16,0 0 58-16,0 0-36 0,0 1 1 0,0-1-17 16,0 0-23-16,0 0-12 0,0-2 0 0,0 1-2 15,0-1 14-15,0 0 0 0,0 1 8 0,0-1-6 0,0 0 7 16,0 0-4-16,0 1 6 0,0-1-3 0,0 0 7 15,0 2 3-15,0 1-14 0,0-1 8 0,0 0-33 0,0 0 1 16,0 0-3-16,0 0 0 0,0 0-20 0,-2 2 0 16,1 0-3-16,-1 0 3 0,0 2 6 0,0 0-7 15,0 2 1-15,-5 9-4 0,-3 5-3 0,3-1 6 16,1 2-6-16,3-5 4 0,-1 3-5 0,2-2 1 16,0 0 5-16,2 0-3 0,0-2-3 0,0 2 3 15,2-1-3-15,0-2 3 0,2-1-2 0,-1 0 2 16,1-2 3-16,0-3-2 0,3 5 4 0,-1-2-3 15,-4-1 0-15,11 3 0 0,0-6 2 0,0 5 0 16,0-1 0-16,1-2 1 0,3-1 0 0,2-2 15 0,-3-3-5 16,7-1 7-16,-1-1-3 0,-2-5-1 0,8-5 0 15,-7 0-2-15,-3 5-10 0,-1-18 10 0,-10-4-7 16,6-2 6-16,-7 3-6 0,13-1 2 0,-5-2 0 16,-6 0-1-16,-6 2-9 0,-2 3 2 0,-6 0 1 15,-1 7 0-15,-3 1-3 0,7 2 0 0,-23 6-4 0,2 0 1 16,-4 3-6-16,0-12-62 0,-2 6-22 0,0 7-21 15,6 5-143-15,2 2-216 0</inkml:trace>
  <inkml:trace contextRef="#ctx0" brushRef="#br0" timeOffset="36126.39">17953 2634 192 0,'-2'0'35'0,"0"0"79"0,0 0-65 0,1-2 35 0,-1 0 8 15,0 0 6-15,0 1 11 0,-2-1-28 0,1 0-2 16,-1 0-9-16,0 0-17 0,0 0-14 0,1 0 7 15,-5-1-9-15,-1-3 4 0,2 2-3 0,-1 1-3 0,4 1 2 16,1 0 0-16,-1 0-16 0,0 2 4 0,2 0-10 16,-1-2-14-16,-1 0 4 0,2 2-8 0,0 0 6 15,0 0 7-15,2 0-4 0,2 0 5 0,0 2-7 16,19 2-12-16,25 5 13 0,10-3-5 0,7-2 10 16,4-3-2-16,5-1 3 0,2-1 0 0,1-3 2 15,6-2 9-15,-3 3-3 0,6-1-3 0,7 2-1 16,3 2-12-16,9 0 5 0,-3 0 4 0,-7 0-1 0,-2 0 4 15,-4 2-8-15,0 0-1 0,10 1-2 0,-1 1-1 16,6 0 4-16,-1 0-2 0,-10-3 3 0,-2 1 3 0,-8-2-2 16,-1 0 2-16,4-2-3 0,11 1-3 0,-10-3 5 15,2-2-2-15,-7 1 3 0,-11-1-4 0,1-1 7 16,-7-1-5-16,-5 1 5 0,-4-1-9 0,-2 1 2 16,-2 1 1-16,-5 1 0 0,1 1-8 0,-3 0 5 15,-1 1-1-15,-4-1 4 0,-7 2 4 0,-3 0 5 16,-4 0 1-16,-5 2 1 0,1 0 0 0,-3 0-1 15,-2 0-2-15,-2 0 2 0,-4 0-1 0,2 0-1 16,-5 0-3-16,1 0 0 0,2 0-4 0,-7 0-3 16,4 0 2-16,-3 0-2 0,1 0 9 0,2 0-4 0,-1 0 5 15,-1 0-5-15,0 0-3 0,-2 0 6 0,-1 0-7 16,3 0 7-16,0 0-3 0,0 0-4 0,-1 0 7 16,1 0-6-16,-2 0 8 0,0 0 0 0,0-1-6 15,-1-1 3-15,1 0-9 0,0 0 11 0,0 0-2 0,0 0 4 16,0 0-13-16,0 1 2 0,-2-1 1 0,0-2 1 15,0 0-1-15,0 1 5 0,0 1-2 0,0 0 1 16,0 0-5-16,0 0 3 0,-2 0-4 0,0 0 5 16,0 2-4-16,0 0-2 0,-13 4 1 0,-7 7-2 15,3 2-1-15,8 0-1 0,-7 13-1 0,12 0-1 16,2-2-6-16,-3-3 8 0,-8-1 1 0,8-3 2 0,3-2 0 16,2 0-4-16,2-8 1 0,0 1-1 0,0-3-1 15,2-1 10-15,2-2-5 0,22 11 9 0,2-6 6 16,-2-7-1-16,0-5 0 0,5-8-1 0,-5-2-3 0,0 13 3 15,-2-20 2-15,-3-3-1 0,1 5 5 0,-3 1-1 16,-8 5 2-16,-4 2-2 0,-1-1-4 0,1 4 2 16,-1 0-7-16,-3 1 5 0,-1 1-17 0,-2 0 0 15,0 3-5-15,0 2 0 0,-2-2-21 0,-1 1-109 16,-3-1-27-16,-14-4-47 0,-1 5-256 0</inkml:trace>
  <inkml:trace contextRef="#ctx0" brushRef="#br0" timeOffset="38453.99">12138 6199 323 0,'0'0'7'0,"0"0"3"0,0 0-112 15</inkml:trace>
  <inkml:trace contextRef="#ctx0" brushRef="#br0" timeOffset="39121.12">12271 6117 202 0,'-1'0'43'16,"-1"0"57"-16,0 0-7 0,0 0-5 0,0 0 6 0,-2 0-5 16,1-2 7-16,1 0-15 0,-2 1 4 0,0-1-9 15,1 0-11-15,-1 0-7 0,0 0 0 0,1 0-3 16,-1 0-12-16,0 1 6 0,2-1-9 0,0 0 7 16,1 0-19-16,-1 0 1 0,0 0-2 0,0 0 1 15,0 1-5-15,0-1-4 0,0 0 3 0,1 2-4 16,-1 0-2-16,0 0 0 0,0 0-3 0,0 2 2 0,2 0-3 15,0 1 5-15,-2 14-2 0,0 7 2 0,1 11-10 16,-1-3 0-16,2 5-1 0,0 4 1 0,0-4 3 16,0 8 0-16,0-4-3 0,0-1 2 0,2 5-7 0,-2 0 0 15,0 1 2-15,1 0-1 0,-1 1 5 0,2-1-5 16,0-1 2-16,2 1-3 0,0-5 4 0,-3-2 6 16,1 2 0-16,-2-8 1 0,2-3-4 0,0-2 1 15,-2-8 0-15,0-9 1 0,0 2-3 0,2-3 0 16,0-3-2-16,-2-3 1 0,0-2-2 0,2 1 0 15,-1 1 0-15,1 0 0 0,0-2-5 0,0 0-7 16,0-1 2-16,0 1-5 0,0 0-1 0,-1-2-1 16,1 0 1-16,0 0 1 0,0 0 10 0,0-2-9 0,0 0 6 15,0 1-7-15,-1-3 7 0,1 0-1 0,0-5 4 16,0-2-2-16,-2 5 4 0,0 1 4 0,0 3-5 16,0-2 4-16,0 0 0 0,0 1-1 0,-2 1 6 15,0 0-5-15,0 2 7 0,-1 0 5 0,1 0-7 0,-11 7 7 16,-2-1-4-16,2 24-8 0,-7-3 5 0,8-2-6 15,-2-3 2-15,4-2 0 0,8-1 0 0,-3-1 1 16,-6-1 0-16,3 0 3 0,5-4 2 0,3-2 0 16,0 0 4-16,0-5 3 0,1 1 2 0,1-3 0 15,-2-2 1-15,19 11-7 0,-1-4 4 0,7-3-4 16,1-6 4-16,3-2-6 0,1-6 0 0,3-5 0 0,-3-2 3 16,0 14-9-16,-4-24 1 0,-2 5-3 0,-2 0 5 15,-5-3-2-15,0 5 4 0,-10-5-3 0,0 3 8 16,-3 3-8-16,-2 1 7 0,5 6-7 0,-1-3 2 15,-4 6-1-15,-2-6-7 0,0 2 4 0,0 9-4 0,-4-2-2 16,-18-7-4-16,-8 5-2 0,2 6-36 0,2 2-118 16,-2 2-26-16,2 2-54 0,2 1-309 0</inkml:trace>
  <inkml:trace contextRef="#ctx0" brushRef="#br0" timeOffset="41149.62">3081 3068 222 0,'0'0'33'0,"0"0"-1"0,0 0 34 0,0-1-7 0,0-1 4 16,0 0-14-16,0 0 14 0,0 0-9 0,0 0 9 15,0-1-24-15,0-1-20 0,0 0 8 0,0 0-9 16,0 1 19-16,0-1 5 0,0 0-1 0,0 1 3 15,0-1 1-15,0 2-1 0,0 0 7 0,0 0-3 16,-2 0 15-16,0 1-9 0,0-1-2 0,0 0-1 16,0 2-2-16,0 0-16 0,1 0 6 0,-3 2-9 0,0 0 13 15,-9 7 6-15,-2 0-5 0,0 17 2 0,1-5-31 16,1 5 8-16,1-4-3 0,3-2 5 0,4 3-6 16,-1-7 0-16,0 3-5 0,-5-2 2 0,4-3-12 0,3-2 8 15,0 1-6-15,4-6 7 0,0-1-12 0,0-1 10 16,0-1-1-16,0 0 5 0,0-3 4 0,4 3 0 15,0 0-2-15,-2-4 1 0,13 7-4 0,-1-3-4 16,3-2 1-16,-2-2-3 0,-2 0-4 0,0-4 6 16,0-1-1-16,-4 1 4 0,-1 0-4 0,-3 0 5 15,1 1-6-15,-2-8 5 0,-3-1-7 0,9-1 3 16,-3 0-5-16,-1 2 4 0,-3 2-5 0,-1 2 1 16,-2 1-1-16,0-1 0 0,0 1-4 0,0 4 4 15,0 0 3-15,-2-1 2 0,1-1 8 0,-3 2-9 0,0 0 2 16,-7 0-5-16,-8 2-2 0,5 2 0 0,-3 4 0 15,9-3-1-15,-3 7-1 0,0 1 0 0,0 9 0 16,-4-3 3-16,13-2 7 0,0-2-6 0,-5-2 4 16,1 0-5-16,5-3 0 0,1-5 3 0,0 3-4 0,0-4 4 15,0 0 6-15,1 1-4 0,1 1 1 0,2-2-2 16,7 2 6-16,10-3-6 0,-5-1 4 0,1-3-5 16,-2-5 3-16,0-1 0 0,3 2-2 0,-5-16 1 15,2 3-2-15,-6-1-1 0,-1 3 7 0,-4-1-5 16,-3 1 7-16,5 10-4 0,0 1-3 0,-5 1 1 15,-1 4 9-15,0-1-1 0,0-1 5 0,0 0-5 0,-1 2-1 16,-1 2-16-16,0 0 1 0,-2 2-4 0,-7 6 9 16,0-1-2-16,0 1 0 0,1 8-1 0,3 1-8 15,0-4 7-15,-3 0-5 0,7-6 4 0,-1 1-16 0,2-1-18 16,2-3-11-16,0 2-9 0,0-5-87 0,2 3-247 16</inkml:trace>
  <inkml:trace contextRef="#ctx0" brushRef="#br0" timeOffset="42015.79">1742 2341 930 0,'-2'-2'25'0,"-13"-34"16"0,-2-6 13 0,4-1 10 16,0-3-8-16,2 9 10 0,2-4 6 0,0 0-6 16,1 4 0-16,3 7-4 0,1 2-21 0,2 6-20 15,0 5 5-15,2 8-10 0,0 3 5 0,0 3-14 16,0-1-6-16,0 0 0 0,0 2 3 0,0 0 11 16,0 2 11-16,0 2-6 0,0 15 2 0,-2 29 4 15,1 3-13-15,1-3 12 0,0 2-8 0,0 8-3 0,0 2 4 16,0-6-7-16,0 1-1 0,1-8 0 0,1 0-4 15,0 1 4-15,0-1 5 0,0-3 1 0,2 1 7 16,-1-6-6-16,1-3 6 0,0-5-8 0,-1-1 2 16,1-9-2-16,0 3 6 0,-2-11-14 0,0-2 1 0,-2-5-5 15,1 0 1-15,1 0-1 0,0-1 4 0,2-1-3 16,0 0 9-16,-1 0-9 0,3-2 0 0,3-2-2 16,-1-2 3-16,1-1-6 0,0 1 4 0,-1-13-5 15,5-1-2-15,-2 1-1 0,4 2 0 0,-2 4 3 16,1 2 7-16,1 3-10 0,0 1-1 0,2 3-3 15,-4-8 3-15,5 1 3 0,5 2-1 0,1 5 1 16,7 4 1-16,-6 3 0 0,-3 3 7 0,8 5-4 16,-16-6-2-16,1 4 8 0,-2 2-7 0,-5 10 10 0,-3-1-2 15,-3 4 3-15,13-4 3 0,-8 2 1 0,-5-1 9 16,-2-5 1-16,-5 3-6 0,-5-7 4 0,-1 5-12 16,-24-1 8-16,0-6 0 0,-1 2 4 0,-1-1 10 0,-2-9 10 15,4 5 5-15,0 12-2 0,3-12 1 0,4-3-8 16,2-6-2-16,2 0 0 0,4-2-7 0,3-2-9 15,2 0 2-15,4 1-6 0,4-1-12 0,-1 0 4 16,3 2-5-16,1 1 4 0,0-1-15 0,0 0 3 16,1 0-9-16,-1 0 7 0,2-2-12 0,0 1-7 15,0 1-11-15,1-2-1 0,1 2-52 0,0 0-276 16,0 1-128-16</inkml:trace>
  <inkml:trace contextRef="#ctx0" brushRef="#br0" timeOffset="42643.61">12388 7939 251 0,'0'2'24'0,"-2"-1"-15"0,1 1 0 16,-1 0 1-16,-2 0-26 0,0 0 1 0,1 2-13 16,1-1-15-16,-4 5 3 0,6-6-38 0</inkml:trace>
  <inkml:trace contextRef="#ctx0" brushRef="#br0" timeOffset="43093.68">12294 8005 198 0,'0'0'85'0,"0"0"-7"0,0 0 34 0,-2 0 10 16,0 0-23-16,0 0 16 0,-2 0-26 0,1 0 8 16,-8 2-14-16,3 0 10 0,1 0-19 0,-1 0 2 0,3 0-8 15,-1 0-8-15,2-1-11 0,-1 1-8 0,1 0-1 16,0 0-28-16,1 0 8 0,-1 0-1 0,2 1 4 16,0-1-2-16,0 0 1 0,2 0 1 0,0 0-1 15,2 0 12-15,0 0 6 0,2-1 1 0,16 1 2 16,8-2 0-16,-4-7-12 0,6-4-1 0,0-6-6 15,1 15-10-15,1-15-5 0,-3-7-1 0,1 6-1 16,-2-3-3-16,-4 1 3 0,-5 1 1 0,3 8 0 0,-11-7-3 16,-3-1 3-16,-1 6 0 0,8-7 1 0,-10 7 2 15,-3 3-2-15,0-4-2 0,-2 2 1 0,-2 1-1 16,-1 4-4-16,-1 1 4 0,-13 4-4 0,-7-12 8 16,0 4-6-16,-2 8 3 0,0 2-3 0,2 6 6 0,-2 1-3 15,0 3-3-15,2 3 1 0,-1 2-8 0,3-6 2 16,-4 19 0-16,2-8 2 0,2 10 8 0,0-2-9 15,7 5 3-15,0 4-4 0,4-3 1 0,5-5-1 16,-1-3 5-16,-10 0-4 0,10-3 3 0,3-1-7 16,4-2 3-16,2 1-4 0,3-5 9 0,3 1-6 15,3 0 0-15,-2-4-1 0,17 0 7 0,-2-6 3 16,6-1-1-16,3 14 2 0,8-5 3 0,4-7 10 0,7-8 0 16,9-4 3-16,8-5 0 0,3-6-3 0,2-2 3 15,-3 0-4-15,-8 1-12 0,-5-1 0 0,-10 0-7 16,-5 2 4-16,-6 2-11 0,-6 2 7 0,-1 0 1 15,-6 2 4-15,-5 3-6 0,-4 2 0 0,-4 3-3 16,-6 1 2-16,-3 0 0 0,0 0-16 0,2-2-30 0,-2 2-6 16,-1 0-189-16,1 0-412 0</inkml:trace>
  <inkml:trace contextRef="#ctx0" brushRef="#br0" timeOffset="44080.1">21607 2586 157 0,'0'0'44'0,"0"0"16"0,0 0 48 15,0 0 1-15,0 0 1 0,0 0-17 0,0 0-4 16,0 0-2-16,0 0-14 0,0 0-5 0,0 0-6 0,0 0 2 16,-2 0-2-16,0 0 4 0,0 0 5 0,1 0-6 15,-1 0-17-15,0-2 6 0,0 0-3 0,0 0 5 16,0 0-7-16,0 0-11 0,1 1 0 0,-1-1-2 16,0-2 5-16,0 0-11 0,-2 1-1 0,4 1-5 15,-2-2-15-15,-5 0 5 0,0 1-4 0,1-1 4 16,-1-2-10-16,5 6 2 0,-2-2-1 0,0 1 1 15,-1 1 0-15,-5 0-2 0,3 0-2 0,0 0 0 0,3 0-3 16,0 1 11-16,2-1 4 0,0 8 3 0,-1 3 11 16,-1-4 0-16,2 1 2 0,-2-4-1 0,3-1 10 0,-3 1-11 15,0 0 2-15,2-1-4 0,0 1 13 0,1-2 6 16,-1 0 0-16,0 0 0 0,2 0-14 0,0-2-13 16,0 0-3-16,0 0-3 0,0-2-8 0,0 0-2 15,0 0 2-15,0 0-2 0,0 0-3 0,0 0-7 16,0 1-5-16,0-1 0 0,0 0-10 0,0 0-30 15,2 2-17-15,0 0-9 0,-1 0-94 0,3 2-44 16,2-2-18-16,16 7-18 0,2-1-155 0</inkml:trace>
  <inkml:trace contextRef="#ctx0" brushRef="#br0" timeOffset="44452.79">22838 2153 1249 0,'0'-2'23'0,"0"-1"56"16,-4-9-40-16,-7-17 79 0,0 1-12 0,0 0 27 0,0 4-42 16,1 5-31-16,-1 3 2 0,-2 1-11 0,-15 5-2 15,4 5-19-15,2 1 5 0,0-11-10 0,-2 4 4 16,-4 4-2-16,-6 7 2 0,3 5-1 0,-1 8-6 15,1-5 3-15,1 33-5 0,-3 1 4 0,1 5-2 0,0 3-12 16,3-4 3-16,1 6-7 0,4-5 5 0,5-8-1 16,4 1-1-16,12-4 0 0,1-1-4 0,-15-3-4 15,8-1-1-15,9-1-1 0,3-4-3 0,5-4 11 16,3-1 0-16,2-7 4 0,24-1-3 0,4-7 10 16,5-4 1-16,8 24 3 0,4-17 5 0,7-13-6 15,3-7-3-15,-3-5-1 0,0-3-8 0,-5 2-6 16,-12 1 4-16,-1-1-5 0,-8 2-2 0,-10 4 0 15,-6 0-7-15,-3 1 2 0,-5 3-15 0,-4 1-88 0,0 1-34 16,-3 1-41-16,-1 0-325 0</inkml:trace>
  <inkml:trace contextRef="#ctx0" brushRef="#br0" timeOffset="45584.23">18064 5157 644 0,'0'0'0'0,"0"0"4"0,0 0 37 0,0 0 38 16,0 2 28-16,0 0 7 0,-2 0 24 0,1 0-63 15,-1 1 0-15,0 3-11 0,-4 13-2 0,1 8-3 16,-1 5-4-16,1 3-1 0,1 1-18 0,2 1 3 16,0-4-1-16,0 6 1 0,2-2-3 0,0-2-4 15,0 4 0-15,0-5-2 0,0-4-6 0,0-4-12 0,0-4 1 16,2-4-6-16,0 1-4 0,0-4 2 0,0-4-2 16,-2-2 2-16,0 1-4 0,0-3 2 0,2 0-5 15,-1 1 1-15,1-1-34 0,0-1-7 0,4 3-5 16,-1-1-3-16,-1-3-41 0,13 4-124 0,-1-1-15 15,3 1-54-15,7 0-208 0</inkml:trace>
  <inkml:trace contextRef="#ctx0" brushRef="#br0" timeOffset="59142.92">6295 5779 22 0,'0'0'6'0,"0"-2"6"0,0 1 29 15,1-3 12-15,1-5 14 0,4-8 3 0,1 0 2 0,1 0-2 16,-3 1 5-16,1 1 3 0,1 0-4 0,-1 0 4 15,-1 0-4-15,1-1 2 0,0-3-18 0,-3 4 0 16,-1 4-6-16,0 0-7 0,0 3-7 0,-2 3-2 16,0 1-1-16,0 2 2 0,2-1-14 0,0-1 6 15,-1 0-10-15,1 2-6 0,0 0 11 0,0 1-5 0,0-1 8 16,0 2-8-16,0 0 1 0,-1 2 2 0,1-1-2 16,0 3 0-16,7 17-6 0,3 5 3 0,-5 1-4 15,0 5-6-15,-1 0 9 0,0 3-5 0,-3 0 8 16,1 2-2-16,0 2 1 0,3 0-4 0,-1 0 4 15,1 2 6-15,-1 2-7 0,-3-2 8 0,3 3-9 16,-2-3-7-16,1 0 5 0,-1-4-6 0,-2-4 6 0,0 1-9 16,-2-4 0-16,2-3 1 0,-1-2 0 0,1-5 13 15,0-3-12-15,0-1 7 0,0-1-10 0,0 0 2 16,-2 0-3-16,2 0 1 0,-1 2-1 0,1-1-2 16,0 1 1-16,0 2 1 0,0-5 0 0,0 3-1 0,0-4 4 15,-1 2-6-15,1-4 6 0,0 2-1 0,-2-5-1 16,2 1 1-16,-2-4-3 0,0-1 2 0,0 0-2 15,0-2 4-15,2 1-5 0,0 1 6 0,0 0 1 16,-1 0-4-16,1-3 4 0,0 1-1 0,2 0-7 16,0 0 8-16,-3 0-8 0,1 0 0 0,0 0 2 15,0-1-2-15,2 1 3 0,-1 0 0 0,1 0 1 16,0 0-3-16,-1-2 3 0,1 0 0 0,0 0-2 16,0 0-2-16,1 0 0 0,3 0-5 0,-1 0 0 0,2 0 9 15,-3 0-4-15,7 0 7 0,-4 0-6 0,6-2-1 16,-2 0 0-16,0-2-4 0,2 1 7 0,-2-3-3 15,0 1 6-15,0-1-2 0,0 0-4 0,-6 5-2 16,3-3-1-16,-5 2-6 0,4 0 13 0,-3 0-6 16,1 0 7-16,3 1-5 0,-5 1-4 0,5 0 7 0,-3 0-4 15,2 0 2-15,1 0-1 0,1 0 1 0,2 0 0 16,-2 0 3-16,4 1-4 0,0-1 0 0,3 2 0 16,4-2 4-16,1 0-3 0,3 0-1 0,2-2 0 15,-2-1-6-15,1-1 8 0,5 0 3 0,1 1 2 16,3-1 2-16,4 0-9 0,-1 2-2 0,-3 0-1 15,1 1 3-15,-2 1-2 0,0 0 3 0,4 0-3 0,-1 0 9 16,-1 0-8-16,-2 0 1 0,0 0-4 0,1 0 8 16,1-2-8-16,-2-2 4 0,2 0-6 0,2-1 6 15,4-1 1-15,3-1-2 0,2-1 1 0,3 1-1 0,4-2-1 16,1-1 1-16,0 3 0 0,-4-1 3 0,-2 3 2 16,-2-1 1-16,-7 1 0 0,2-1-6 0,-8 1 0 15,2 1-3-15,2-2 3 0,-2 3 3 0,0-1-1 16,-3 0 1-16,3 2-2 0,-2 0-4 0,4 2 2 15,0 0 4-15,2 0-1 0,2 0 0 0,1 0 0 16,-1 0-3-16,2-1 2 0,-3-3 0 0,1 0 4 16,-2 0 0-16,-2 1-1 0,0-3-8 0,-2-1 5 15,-2-3-3-15,2-1 3 0,0 0-1 0,2 2 3 0,0 0-2 16,0-1 2-16,4 1 3 0,0 2-7 0,1-1 4 16,3 3-4-16,-4-1 9 0,-1 0-6 0,-1 1 1 15,-4-3-2-15,0 1-3 0,0 1 1 0,-3 1 1 16,-3-1 0-16,-1 1 1 0,0-3 3 0,1 1 0 0,1-1 0 15,1-1-4-15,1 2-2 0,3-1 2 0,2 1-1 16,0 3 6-16,4-1-3 0,3-1-3 0,1-1 2 16,-1-1 0-16,4 3-2 0,-5-1 2 0,3-1-3 15,2 3 3-15,-7-2 1 0,1-1 0 0,-3-2 2 16,0-3-3-16,2 3 1 0,-1-2-3 0,3 2 2 16,1 1-7-16,6-1 6 0,2 2 1 0,4-1 2 15,-4 1 4-15,-1 1-6 0,3 1 1 0,-4-1-2 0,2 1-2 16,-2-1 4-16,-4-1-1 0,1-1 2 0,-1-1 2 15,0 1-5-15,6 1 5 0,2-2-4 0,3-1 1 16,4 1 1-16,-2 2-4 0,1-3 2 0,-3 1 4 0,1 0-2 16,-3 0 2-16,-1 1-3 0,-2 1-1 0,-6 1 0 15,2-1 0-15,0 1 0 0,0 1 4 0,6-1-5 16,2 2 0-16,1 1-2 0,0-1 3 0,-3 0 0 16,2 0 0-16,1 3-2 0,-1-3 2 0,-1 2 5 15,-5 0-3-15,0-2 4 0,0 1-12 0,2-1 7 16,4 0-2-16,5 1 5 0,2-1 3 0,3 2-7 15,-1-2 3-15,-2 2-4 0,-4 1 0 0,1-1 3 16,-1 0-2-16,-7 0 3 0,5 0-3 0,-7 0 0 0,6 0 1 16,-1 2-1-16,3 0-4 0,5 0 8 0,7 0-6 15,-7 0 6-15,0 0-12 0,-7 0 6 0,-10 0 2 16,2 0 1-16,-2 2 3 0,1 0 0 0,-1 0-3 0,-2 0 1 16,5 2-5-16,-1-3 5 0,3 1-2 0,3 2 1 15,-4 0-4-15,0-2 1 0,-2-1 3 0,-3 1-1 16,7 2 6-16,-6-2-6 0,-4 0 0 0,1 0-1 15,-2-1 1-15,-2-1 0 0,3 0-2 0,1 0 1 16,-1 0-1-16,4 0 5 0,4 0 1 0,2 0 2 16,0 0-4-16,-2 0-2 0,0-1 1 0,0-1-1 15,-5 0 1-15,1-2 0 0,2 0-1 0,-7 1 1 0,3-1-1 16,-5 2 0-16,0-2 0 0,3 1 0 0,-1-1 5 16,2 0 1-16,-1 2 0 0,3 1 0 0,-1-1-4 15,2 2-2-15,-5-2 0 0,2 0-1 0,-5 0 4 0,1 2 2 16,0-2-4-16,-2 0 3 0,-2 1-3 0,0 1 7 15,-5-2-5-15,-1 0 4 0,1 2-10 0,0-2 3 16,3 0 2-16,-2 2 0 0,1 0 0 0,-3 0-3 16,1 0 3-16,7 0-2 0,-2 0 0 0,2 2 4 15,4 0-5-15,-8 0 4 0,-2 1-4 0,-3 1 3 16,-2 0-2-16,0-2 3 0,3 1-5 0,1-1 0 16,-4 0 4-16,0 0-2 0,-1 0 6 0,3-2-6 15,-4 0 0-15,0 0-2 0,0 0 2 0,-2 0 2 16,0 0-1-16,4-2 0 0,0 0-2 0,-2 0 1 0,2 0 0 15,0 1 1-15,-2-1-1 0,5-2-1 16,-1 2 2-16,-6 0 1 0,2 2 6 0,0 0-7 0,-4 0 1 16,3 0-2-16,-1 0-1 0,-4 0 3 0,1 0-3 15,-1 0 2-15,0 0-6 0,3 0 7 0,-5 0-2 16,-3 0 4-16,4 0-7 0,-6 0 10 0,3 0-4 0,1 0 6 16,-4 0-12-16,0 0 7 0,2-2-2 0,0 1 5 15,-2-1-7-15,2 0 4 0,-2 0 0 0,-6 2 1 16,4-2-1-16,-5 2-3 0,1-2 4 0,-1 2-3 15,1-2 9-15,-1 2-8 0,-1 0 4 0,-1 0-5 16,-2 0 0-16,2-1 4 0,-1-1-7 0,1 2 7 0,0 0 1 16,-2 0 2-16,0 0 3 0,-1 0-3 0,1 0 2 15,0 0-12-15,0 0 6 0,0-2-8 0,0 0 3 16,0 2 5-16,-1-2-8 0,1 2 7 0,0-2-3 0,0 0 0 16,0 1 2-16,0-1-2 0,0 0-1 0,-1 2-2 15,3-2 4-15,-2 0-3 0,0 2-1 0,0 0 3 16,0 0-1-16,-1 0 2 0,1 0-4 0,0 0 3 15,0 0-4-15,0 0 4 0,0 0-1 0,0 0-3 16,-1 0 5-16,1 0-4 0,0 0-1 0,0 0 0 16,0 0-2-16,0 0 0 0,0 0-7 0,-1 0-17 15,1 0-17-15,0 0-9 0,0 0-161 0,0 0-130 16,0 2-72-16</inkml:trace>
  <inkml:trace contextRef="#ctx0" brushRef="#br0" timeOffset="60533.02">12277 6229 265 0,'0'-2'0'0,"0"0"40"0,-2-2 2 16,-2-9 10-16,-3-5-5 0,1-1-37 0,1-3-3 16,1 5 14-16,0-2 8 0,-1-3 3 0,1 4 23 15,0 1 16-15,1 2-4 0,1 4 7 0,0 2-11 0,0-1-5 16,0 3-2-16,0 0 0 0,2 1-4 0,0 2-9 16,0-1 6-16,0-1-7 0,-1 1 7 0,1 1 9 15,0 0-6-15,0 2 6 0,0 0-14 0,0 1-5 16,0-1-3-16,0 0-1 0,-2-2-10 0,0 0-4 15,0 1 6-15,0 1-6 0,0 0-8 0,0 0-4 16,1 0-6-16,-1 2 4 0,0 0-4 0,0 2 8 16,0 2-5-16,-5 14 4 0,-1 8-8 0,3 2 6 15,1 2-1-15,2-6 3 0,2 2-4 0,0-6 1 0,2-5-4 16,0-4 2-16,-2-5-4 0,2 0 22 0,0-3-4 16,1 1 9-16,1 0-1 0,3-1-9 0,3 1 7 15,-1-4-8-15,0 0 9 0,-1-4-6 0,-3 1 1 16,1-20-4-16,-4-4-9 0,0 1 0 0,14 0 0 0,-5 0 0 15,-5 3 6-15,-4-1-6 0,-2 4 7 0,0 3-5 16,-2 2 9-16,0 2 3 0,0 6-4 0,-1-1 4 16,1 5-11-16,2 1 0 0,-11-7-5 0,-2 1 4 15,-2 3-13-15,2 3-9 0,-2 2 2 0,-6 2-2 16,8 3 13-16,-1 4 1 0,-1-5 1 0,9 20 0 16,-1-1-1-16,3-5-1 0,-7-3-2 0,2 2 0 15,5-6 5-15,4-4-3 0,0 1 5 0,0-5-5 0,2 1 7 16,0 0-3-16,-1-4 0 0,18 9-2 0,3-5-3 15,-3-4 8-15,1-6 0 0,-1-3 2 0,-1-2-6 0,-5 7 4 16,0-14-8-16,-3 1 7 0,-3 0-7 0,-3 6 4 16,-2 0 6-16,1 5-2 0,-3 4 13 0,0 1 4 15,4-3 1-15,-2 0-1 0,0 2-7 0,-2 0-15 16,0 2 6-16,0 0-9 0,-2 2 8 0,0 2-14 16,-13 16 1-16,-1 8-6 0,1-2-2 0,2 2-31 15,5-4-32-15,5 0-17 0,3 0-272 0</inkml:trace>
  <inkml:trace contextRef="#ctx0" brushRef="#br0" timeOffset="68196.95">23967 4192 119 0,'0'0'0'0,"-2"0"14"16,0 0 148-16,0 0-8 0,0 0 18 0,1 0-57 0,-1 0-9 16,-2 0-53-16,0 0-5 0,1 0-4 0,1 0-3 15,-4 0 13-15,-1 0 4 0,-1 0 1 0,3 0 9 16,-3 0-25-16,5 0 5 0,-3 0-11 0,2 0-3 0,1 0-4 16,-1 0-5-16,0 0 2 0,0 0-8 0,1 0-2 15,1 0 0-15,0 0-3 0,-2 2-7 0,1-1 5 16,-1 1-2-16,2 0 4 0,0 0-6 0,0 0 7 15,0 0-2-15,1 0 4 0,1-1 6 0,0 1 15 16,0 0-6-16,1 0 7 0,1 0-16 0,2 0 5 16,3 0-3-16,19 1 3 0,0-1-9 0,8-2-2 15,3-4-5-15,6-3 3 0,5-4 0 0,11-2 6 0,5 0 4 16,-1 2-4-16,2-2-10 0,-6 4-13 0,0-1 5 16,3 5-5-16,-7-1 7 0,3 2-3 0,-2 3-2 15,-2 1 0-15,1 1-3 0,7 3 2 0,-3 0 0 16,-3 0 2-16,1-1 7 0,-3-3-6 0,0 2-3 15,0-2-1-15,-4 0-2 0,-2 0 7 0,-1-4 0 0,-1-1 1 16,-1-1-3-16,-5-1 2 0,-1-1 5 0,-3 3-4 16,1-3-2-16,-6 3 2 0,1-1-3 0,-2 3 5 15,-6-1 3-15,-6 2-10 0,-1 2 4 0,-8 0-5 16,1 0 6-16,-1 0 2 0,-4 0-5 0,3 0 4 16,-3 0 2-16,1 0-4 0,-4 0 5 0,0 0-6 15,1 2-5-15,1 0 0 0,0 0-6 0,0-1 2 0,-3 1-35 16,1 0-137-16,0 0-25 0,0-2-57 0,2 0-254 15</inkml:trace>
  <inkml:trace contextRef="#ctx0" brushRef="#br0" timeOffset="68688.12">25883 3289 835 0,'-2'0'18'0,"0"0"-1"0,-1-1 28 0,1 1 6 16,-8-6 5-16,1 0 55 0,-2 1-17 0,-4-3 0 0,6 3-10 15,3 3-34-15,1 0-3 0,3 2-4 0,-2-2 0 16,0 0-16-16,1 1-2 0,-1-1-3 0,2 0 2 15,0 0-3-15,0 0-4 0,1 0 0 0,-1 2-1 16,0 0-9-16,2 0 5 0,0 2-3 0,0 0 4 16,0 2 4-16,0 16-13 0,-4 8 6 0,0 2-10 15,3 3 9-15,-3 2-6 0,2 3-3 0,2 2 0 16,-2 1-3-16,2 4 1 0,-2-4 8 0,2 1-5 0,0 1 5 16,2 0-7-16,4 3-2 0,-1 1 1 0,1-1 6 15,1 0-1-15,1-1 1 0,-1-2-3 0,2-1-4 16,-1 1 6-16,-1 2-4 0,1-1 4 0,-3 3-6 0,1-5 5 15,-1 3-2-15,-1-1 3 0,2-5-6 0,1 8 8 16,1-6-4-16,1-4 4 0,-4 0-6 0,1-7 5 16,-2 1 3-16,1-3 0 0,1 2 12 0,-1 0-2 15,-1-8 3-15,-2-2-4 0,-2-1-4 0,0-2 3 16,0-3-5-16,0 1 5 0,0 0-15 0,0 0 5 16,0-4-3-16,-2 0 5 0,0-3-7 0,0 1-5 15,1-4-2-15,-1 1-2 0,0-2-12 0,2-2-23 16,0-1-29-16,-2 3 2 0,0 0-102 0,0-2 1 0,0 0-21 15,2-1-11-15,2-1-246 0</inkml:trace>
  <inkml:trace contextRef="#ctx0" brushRef="#br0" timeOffset="69096.66">25972 4374 841 0,'-2'0'157'0,"0"0"-195"0,-1 0 183 0,-5 0-94 16,-1-2 3-16,3 2 27 0,3 0-1 0,-1 0 6 0,0 0-23 16,2 0-35-16,1 0-2 0,-3-2-9 0,0 0 2 15,2 2 10-15,0 0 1 0,1 0 3 0,-1 0 9 16,2 0-9-16,0 0 2 0,2 2-5 0,-1 0 10 0,1 0-12 16,2 0 8-16,0-1-10 0,-2-1-1 0,11 4-1 15,-2 5 1-15,4 3-1 0,3 4-4 0,1-1 5 16,3 4-9-16,-2-1 8 0,3-3-8 0,3 6-4 15,2-3 3-15,7 3-4 0,4-1 9 0,2-3-10 16,7 1 4-16,8-1-6 0,10 3-2 0,-2-7-2 16,-3 4 0-16,-5-4 0 0,-16-2 5 0,7 6-7 15,-6-6 2-15,-4 6-4 0,-2-4 0 0,-5 0 2 16,-2 0 1-16,-2-4 0 0,0 0-6 0,-6 1 10 0,0-5-6 16,-3 4 7-16,-2-1-12 0,-4-3 2 0,0 1 2 15,-3-2-1-15,-1-1 1 0,-1 1 2 0,-3-2-5 16,1 0 4-16,-2-2-3 0,0 0-12 0,2 4 2 15,-1-1-10-15,1-1-26 0,0 0-75 0,-2 0-12 16,-1 0-26-16,1-2-100 0</inkml:trace>
  <inkml:trace contextRef="#ctx0" brushRef="#br0" timeOffset="69441.12">26689 4383 876 0,'-2'0'99'0,"0"0"17"16,-2-2-36-16,-9-3-37 0,0-1-11 0,0 0 43 15,-1 1 25-15,4 3-11 0,-1-2 7 0,4 4-61 0,1 0-21 16,-1 0 2-16,3 0-7 0,-5 2 3 0,5 0 5 16,2-2-1-16,-9 17 1 0,0 5-5 0,2 8 7 15,5-4-5-15,4 2 6 0,5 3-8 0,5-5-1 16,-1-2-2-16,4 2-1 0,0 0-4 0,0-3 6 15,4 1 2-15,-12-4 0 0,16 1-7 0,-1-7 10 16,-3 1-6-16,-6 0 6 0,2-4-8 0,-6 2 1 16,3-2 2-16,-3-1 0 0,-3-3 4 0,1 1-5 0,1-1 1 15,-2 0-1-15,-1 1 6 0,-1 3-6 0,-2 0 3 16,-3 0-4-16,-3 0 1 0,-3 2 7 0,-23-2-5 16,1-1 4-16,-5 1-14 0,-5 0 1 0,-1-2-2 0,-1 1 2 15,8-1 2-15,9-2-10 0,3-1-3 0,10-1-4 16,2-3-15-16,6 0-59 0,3-2-6 0,-2 4-20 15,2 0-44-15,0-1-61 0,2 1-60 0</inkml:trace>
  <inkml:trace contextRef="#ctx0" brushRef="#br0" timeOffset="69765.16">26960 4953 949 0,'0'0'70'0,"0"-2"130"0,-2 0-162 0,0 0 31 16,0 1-8-16,0-1 18 0,1 0 14 0,-1 0-26 16,0 0 2-16,0 0-12 0,2 0-21 0,0 1 11 15,0-1 0-15,0 0 5 0,0 0 11 0,0 2-19 16,0 0 2-16,2 2-8 0,0 2-6 0,3 9-10 16,6 16 2-16,1 7-5 0,-1 1 2 0,-2 2-2 15,-2 2-2-15,-1-2 1 0,0 3-4 0,-3 1-2 16,-1 2 0-16,0-3-2 0,0 1-2 0,0 0 0 15,0-3 0-15,-1-1-1 0,1 0-3 0,0-3 0 0,0-3 2 16,0-3-2-16,0 0-4 0,0-4 1 0,-1-2-1 16,1-2 3-16,0-3 2 0,0-1-12 0,0-3-7 15,0-2-2-15,0-4-30 0,-2-1-74 0,0-3-18 16,0-3-28-16,0 0-139 0</inkml:trace>
  <inkml:trace contextRef="#ctx0" brushRef="#br0" timeOffset="71170.89">25946 3612 241 0,'-2'0'72'16,"0"0"-1"-16,1-1 26 0,-1-1-8 0,0 0-11 16,0 0-4-16,0 0-12 0,-2 0 1 0,1 0-6 15,-1 1-14-15,0-1 0 0,2 2-6 0,-7-4 4 16,0 0-3-16,-2-1 19 0,-2-1-1 0,5 4 5 0,-1 0-12 15,2 1-3-15,3 1 1 0,2 0-1 0,-4 0 3 16,3 0 1-16,-1 0 1 0,0 0-2 0,1 0-18 16,1 0 4-16,0 0-7 0,0 0 6 0,0 0-8 15,0 0 8-15,2 0-1 0,0 0 2 0,2 0-12 0,2 0 10 16,5-2-9-16,21-6 10 0,1-1-16 0,5-4-2 16,6-4 2-16,1 1-1 0,7-3 3 0,0-1-4 15,4-3-7-15,4-1 2 0,1 2-16 0,4 0 6 16,-1 3 0-16,1 2 3 0,-8 4 3 0,-4 2-4 15,-5 2 0-15,-7 2-1 0,-2 1 1 0,-5 2 2 16,-8 1-6-16,-4 1 3 0,-1 0-8 0,-4 2 7 16,-4 0 3-16,0 0 2 0,-4 0 0 0,-1 0 1 15,0 0-2-15,-3 0 1 0,1 0-6 0,-2 0 11 0,0 0-3 16,1-2 4-16,1 0-12 0,0 0 11 0,0 0-10 16,-1 1 11-16,-1-1-8 0,0 0 5 0,0 0 2 15,0 0-1-15,0 0 1 0,-1 0-3 0,1 1 2 16,0 1-3-16,0 0-3 0,0 0 2 0,0 0-3 0,-2 0 1 15,0 0-3-15,0 0-1 0,0 0 4 0,0 0-2 16,0 0 6-16,0 0-6 0,0 0 2 0,0 0-1 16,0 0 4-16,0 0-5 0,0 0 2 0,0 0-2 15,0 0 3-15,0-2 6 0,0 0-9 0,0 0 7 16,0 0-7-16,0-2 4 0,0 1 1 0,0-5 0 16,-2-5 2-16,0-3-5 0,-2-3 3 0,2 0-3 0,1 1 3 15,-1-1-5-15,0-1 3 0,0-1-3 0,-2-1-6 16,1-2 3-16,-1-2 1 0,0-2 0 0,0-2 2 15,-1-5 3-15,-1-4-4 0,1-5 5 0,-3-3-5 0,1-3 4 16,-1 0-4-16,1-4 4 0,1 2-10 0,3 2 5 16,-1 2-2-16,2 5 3 0,0 0-1 0,0 4 0 15,2 2 1-15,0 2 0 0,0 3 4 0,0 1-4 16,0 1 1-16,0 2-2 0,0 8-2 0,2-2 4 16,0 3-2-16,-2 2 1 0,0 4-6 0,2 0 5 15,-2 6 0-15,0 1 2 0,2-3 0 0,-2 3-4 16,2-1 2-16,-2 3-3 0,0 2 7 0,0 1-3 15,2-3-1-15,-1 0 0 0,1 0-2 0,0 1 4 16,0-1-1-16,0 0 2 0,0 1-4 0,-2-1 4 0,0 2-3 16,0 0 5-16,0 0-7 0,0 0 0 0,0 1 0 15,0-1 0-15,0 0-1 0,0 0 1 0,0 0 0 16,0 0 2-16,0 0 0 0,0 1 2 0,0-1-2 0,2 0 3 16,-2 0-1-16,0 0-2 0,0 2 4 0,0 0-5 15,0 0-3-15,0 0 0 0,0 0 4 0,0 0 0 16,0 0 4-16,0 0-3 0,0 0-3 0,1 0 2 15,1 0 2-15,0 0-2 0,0 0 3 0,0 0-3 16,0 0 2-16,0-2 2 0,-1 0-2 0,1 1 1 16,0-1-11-16,0-2 13 0,0 0-8 0,0 1 10 15,0-1-8-15,-2 0 1 0,1-5 3 0,1 1-2 16,-2 5-1-16,2-5 2 0,0 5-2 0,-2-1 1 0,0 0-4 16,0 0 3-16,0 1 0 0,0 1 1 0,0 0 1 0,0 0-4 15,0 2 0-15,-2 0-1 0,0 2-2 0,0 0 8 16,1 2-3-16,-3 7 3 0,2 0-3 0,0-2 0 15,2-3 1-15,0-1 1 0,0-1 8 0,0 2-10 16,0-1 4-16,0-1-4 0,2 0 13 0,0-3-4 16,0 1-1-16,1-2-1 0,-1 0 4 0,11-2-5 15,0-3 1-15,0-3-3 0,-2 3-2 0,-5-14-1 16,1 3 3-16,-5 3-4 0,0 0 5 0,0 3 0 16,2 5 0-16,-3 1 0 0,1 0 0 0,0 1 0 15,0-1-1-15,-2 2 0 0,0 0-5 0,-2 2 1 0,0 2-1 16,0-2 1-16,-12 11 0 0,1 11 0 0,2 1 1 15,3-5 0-15,4-1 5 0,-5-4-4 0,0 2 0 16,5-6 0-16,2 0 19 0,2-7 1 0,0 2 0 16,2 0-1-16,0-2-4 0,2-1 0 0,7 1-1 15,9-2-1-15,-3-5-11 0,-4-1 2 0,2-3-2 0,-8 1 2 16,1-8-3-16,-5-1 2 0,8 0 0 0,-3 4 0 16,-3 0 3-16,-3 4-15 0,-2 0-3 0,0 5-7 15,-2 0-37-15,1 1-86 0,-1 1-29 0,-2 2-29 16,-11 0-190-16</inkml:trace>
  <inkml:trace contextRef="#ctx0" brushRef="#br0" timeOffset="71765.42">23776 4138 186 0,'0'0'68'0,"0"0"102"0,0 0-72 16,0 0 15-16,-2-2 6 0,0 0 1 0,0 0-6 0,0 1-37 16,0-1-11-16,0 0-5 0,1 0-22 0,-3 0 14 15,0 0 5-15,0 2 1 0,1 0-10 0,-7 0-16 16,3 0-5-16,-2 2-2 0,1 2-7 0,5-2 6 16,-5 1 3-16,1 14 2 0,5-2 6 0,0-4 12 15,-5 0-3-15,3-2 7 0,2-3 1 0,2-4 0 16,0 2-3-16,2-1 0 0,0-1-15 0,2 0 0 15,14-2 1-15,1-4-1 0,-1-3-3 0,-1-2 0 16,-8 3 1-16,0 4 1 0,-3-11 15 0,-4 0-6 16,5 4-2-16,1-2-3 0,-5 2-11 0,-1 1-10 0,-2 3-2 15,0 3-5-15,-2-2-14 0,1 0-31 0,-5 2-5 16,-11-3-12-16,-7 5-45 0,0 5-138 0,-6 7-15 16,3 4-73-16,6-5-358 0</inkml:trace>
  <inkml:trace contextRef="#ctx0" brushRef="#br0" timeOffset="72655">22832 4314 587 0,'0'-2'48'16,"0"1"0"-16,-1-12 19 0,-1-19 0 0,0 2-7 15,0 4 22-15,2 2-4 0,0 4-3 0,0 3 0 0,0 4-7 16,0 4-10-16,0 1 0 0,0 3-6 0,0 3-9 16,0-2-10-16,0 1 5 0,0 1-5 0,0 0 7 15,0 2-10-15,0 0 4 0,0 2-6 0,0 1 8 0,0 29-10 16,0 9 1-16,-2 7-4 0,0 2-9 0,0 6 5 16,1 0-2-16,-1 5 3 0,2-4-4 0,-2-1 2 15,-2-2-1-15,0-4 2 0,-1-2 8 0,3-5-3 16,-2-6-5-16,2-5 2 0,1-1-3 0,-1-7-7 15,0-3 12-15,2-4-11 0,0-4 9 0,0-2-12 16,0-4 0-16,0-3-2 0,0-2 0 0,2 1-1 16,0 1 1-16,-1-2-2 0,1 0-2 0,2 0-1 15,-2-2-1-15,11-2 2 0,0-4 1 0,-4 1-3 16,6-1 0-16,0-12 0 0,-2-1-6 0,2 0 5 0,-2 3-4 16,2-1 4-16,-1 0-1 0,1 6 4 0,0-4-1 15,-2 6 4-15,2 4-4 0,-2-1-2 0,2 4 1 16,0-9-1-16,0 2 0 0,-2 3 1 0,-2 2 1 15,0 3 0-15,0-1-3 0,-2 2 1 0,0 2 2 16,1-1 0-16,-5 1-1 0,-1 0 6 0,-2-2-2 0,-2 2 5 16,9 11 2-16,-3 0 0 0,-1 4 1 0,-5-1-1 15,-2 3-4-15,-3-1 4 0,-4 3-4 0,-4-1 4 16,3 1-5-16,-14-3 6 0,-4 3 2 0,-1-5 1 16,1 1 7-16,0 0 10 0,-2-6-4 0,6 0 6 15,0-3-2-15,-2-5 9 0,6 1-4 0,1 9 5 16,2-4-2-16,4-3-6 0,0-4 0 0,-2-2-4 0,4 0-10 15,0-2-11-15,0-2 4 0,7 4-6 0,-3-4 2 0,3 3-2 16,2 1-4-16,-1-2 0 0,-1-2-10 16,0 0 5-16,0 2-4 0,3 1 4 0,-1-1-6 0,0 0-16 15,0 0-4-15,2 0-10 0,0 0-52 0,0 0-125 16,2 1-14-16,0-1-46 0,5 2-143 0</inkml:trace>
  <inkml:trace contextRef="#ctx0" brushRef="#br0" timeOffset="73941.89">27829 1513 55 0,'0'0'-2'0,"0"0"-6"0,0-2 4 0,0 0 20 0,0 0-4 15,0 0 10-15,2 0 2 0,0 0 11 0,-1-1 1 16,1-1 6-16,0 0 16 0,0 1 20 0,0-1 4 16,0 0 5-16,0 0 16 0,-1-3-14 0,3-6 0 0,0 2-6 15,-2 2-7-15,1-3-4 0,1 1-4 16,-2 0 0-16,0-2-11 0,0 2 19 0,-2 0-5 0,0 0 9 16,0 3-2-16,-2 1 1 0,2 3 0 0,-2 0-2 15,0 1-22-15,-5 1-7 0,-10 0-3 0,-2-9-1 16,-1 3 0-16,0 7-22 0,-5 2 10 0,3 9-12 15,-2 5 17-15,2-4-3 0,1 30-1 0,-1-6 0 16,7 2-7-16,4-4 0 0,0-1-1 0,5-6 1 0,1 0-7 16,-10-2 1-16,6 0-1 0,7 0 1 0,4-1-1 15,3-5 5-15,3-1-4 0,1-4 3 0,6-4-9 16,14-3 2-16,5-3-2 0,1 18 1 0,4-8-9 0,-2-9-2 16,2-4-3-16,0-6 1 0,-2-1-9 0,1-1-29 15,-5-1-9-15,-3 0-12 0,-1-1-85 0,-3 3-164 16,4-1-54-16</inkml:trace>
  <inkml:trace contextRef="#ctx0" brushRef="#br0" timeOffset="74674.42">27504 5978 1216 0,'-2'0'51'0,"0"0"83"0,0 0-104 16,1 0 40-16,-1 0-3 0,0 0 20 0,0 0 10 15,0 0-44-15,2-2-4 0,0 0-13 0,0 0-19 16,2 1 6-16,0-3 0 0,0 4 1 0,22-8-8 0,0-1 5 15,0 0-6-15,0 0 5 0,0-3-6 0,0 3-6 16,2-2-1-16,-1 0-2 0,-1-2 0 0,-6 0 3 16,3-2-3-16,-3 0 2 0,-1 0 1 0,-4-1 0 15,-2-1 5-15,-3-2-5 0,-3 1-3 0,-1-3 9 16,11 1-5-16,-6-2 7 0,-3-1 1 0,-6 5-7 16,-2 3 5-16,-2 2-7 0,-2 4 2 0,5-1 3 15,-22 1 4-15,3 5 0 0,-2-11 10 0,-3 4-6 16,3 6 0-16,0 5-2 0,0 2-1 0,1 3-4 0,-1 6-3 15,0 4 0-15,-1-2-7 0,3 21 0 0,1 3 0 16,1 2 1-16,1 3 1 0,2 1-2 0,0 2 3 16,8-1-2-16,1-1 5 0,-18 2 2 0,13-5-2 15,7-1 1-15,4-2-4 0,6-9 7 0,7 4 3 16,2-10 0-16,-4-5 4 0,26-2-5 0,-2-10-4 0,8 1 2 16,2 18-3-16,3-13-8 0,8-9-1 0,9-9-2 15,3-8-19-15,5-8-48 0,-3-3-11 0,-7 23-16 16,2-36-82-16,-7-2-110 0,-1-2-103 0</inkml:trace>
  <inkml:trace contextRef="#ctx0" brushRef="#br0" timeOffset="76317.89">27333 2558 142 0,'0'0'26'0,"0"0"-4"0,0-2 14 16,0 0 4-16,0 0-9 0,-2-1 1 0,0-1-12 0,2 2 10 16,-1-4-8-16,-3 1 24 0,2 1-17 0,-4 0 8 15,-5 1-10-15,0 1 1 0,2-6 3 0,-6-1-4 16,2 2 5-16,-2-1 0 0,-2 3-6 0,3 1 0 16,-3-2-2-16,-2 1-2 0,1-1 0 0,-3 1 1 15,1 1 1-15,-2-2 14 0,1 3-4 0,1-3 3 0,1 1-5 16,-1 1-5-16,-1-2-6 0,1 3-1 0,-1-1-2 15,1 0-8-15,-2-1 3 0,0 1-4 0,-1 0 3 16,1 0-9-16,0 3 3 0,1-1 0 0,-7 0 0 16,2 0-5-16,-3 0-1 0,-1 0-2 0,2 2 2 15,-5 0 3-15,1 0-2 0,-1 0 0 0,-3 0-1 16,9 0 7-16,-1 0-7 0,0 0 3 0,6 0-4 0,-4 0 0 16,0 0 2-16,0 0 1 0,1 0 0 0,-1 0-5 15,2 0 4-15,-2 0-2 0,0 0 2 0,0 2-2 16,-1 2-2-16,-5 1-3 0,-3 1 2 0,-1 0-4 0,1 1 1 15,-2 0 6-15,4-1-3 0,1 1 14 0,-3 1-9 16,7-3-1-16,-2 1-2 0,4-2 0 0,2-1 5 16,0 1 0-16,3 0 0 0,1-2-5 0,3 0 6 15,1-1-2-15,1 1 3 0,0 0-11 0,-2 0 1 16,1 0 3-16,-1 2 0 0,-2-1 5 0,-1 3-4 16,-2 1 0-16,-4 3-1 0,0 1 2 0,-2 0 1 15,0 2-3-15,0 2 1 0,-2 0 1 0,-1 1-3 16,-1 3 3-16,1-2-2 0,-3 1 3 0,3 1 2 0,-1-1-3 15,-1 1 2-15,3-2 1 0,0 1-3 0,4-1 3 16,0-12-3-16,0 18 3 0,0-1-5 0,0 0 3 16,2 1-3-16,2 1 9 0,0-2-5 0,-3 8-1 15,3 3-1-15,2-1 0 0,-4 1-4 0,3-3 3 0,1-4-3 16,1 3 3-16,4 1 5 0,0-4-5 0,2 0 3 16,0-2-2-16,4 0-2 0,0 4 6 0,0 0-4 15,1 0-7-15,1 4 7 0,1-1-3 0,2 3 5 16,1-1-1-16,-1 4-1 0,0 0-1 0,-1 2 0 15,1 4 6-15,-2 0-6 0,3 1 0 0,-1 4-2 16,0 1 6-16,1-3 1 0,-1 2 4 0,0-9-5 0,2-1-2 16,-20-1 3-16,11-6-1 0,3 1 3 0,5 1-2 15,1-3 1-15,2 0 1 0,2-3-1 0,1-1-4 16,3-1 2-16,1-1-3 0,3 0 3 0,1-2 7 16,2 2 3-16,0 0 0 0,-2-3 0 0,4 1-8 0,0 0 7 15,-12 4-8-15,18 2 6 0,-3 0-9 0,1 4 5 16,1-1-1-16,-1-1 1 0,0 5-4 0,-1-1-2 15,1-3 0-15,1 1-1 0,2-1-7 0,-3-3 11 16,7-2 1-16,0-2 3 0,-2-1-11 0,8-3 14 16,-1 0-10-16,1-3 12 0,9 0-1 0,1 0 7 15,1-4 5-15,3-4-5 0,-3 2-6 0,4-2 0 16,-1-1 0-16,2-1-1 0,2 2-5 0,-1 1-3 16,3-1 0-16,0 2 0 0,5 2 1 0,-1 0 1 0,-2 4-5 15,0 1 3-15,-6 1 0 0,-2 5-2 0,-3-2-1 16,-6-1 0-16,-2 1-4 0,1-5 7 0,-3-2-1 15,2-4 3-15,3-2-3 0,1 0-5 0,3-5 6 16,5 20-6-16,5-9 8 0,3-9-5 0,8-6 1 0,1-4-2 16,-1-2-2-16,-4 1 6 0,-7-1-1 0,-5-1 3 15,-5-1-5-15,-5 3 5 0,1-3-10 0,-3 1 8 16,0-2 0-16,0-1-4 0,2 1 4 0,1 0-6 16,2 0-4-16,-1-3 9 0,4 1-5 0,0-2 6 15,-2-2-4-15,9-3-2 0,-6-1 6 0,3-3-3 16,-3 0 10-16,-1-1-5 0,-4 22-5 0,-2-25 0 0,-3 0-4 15,-3 0 3-15,1 0 7 0,-4-2-3 16,-1-4 3-16,-2 2 0 0,1-3-6 0,0-2 5 0,-2 1-4 16,-2-1 2-16,0-4 1 0,-1-2-1 0,-1 0-7 15,-1-1 7-15,-1-3-2 0,3 1 6 0,-3-3 4 0,3-1 12 16,1 1-6-16,-2 1 9 0,1 0-3 0,-4 1-4 16,-3 1 1-16,3 3-5 0,0-2-11 0,-8 0 5 15,4-1 0-15,-5-5 1 0,-5-1 3 0,3-4-9 16,20 1 1-16,-13-3-3 0,-10-2 5 0,-3 4 5 15,-5-3-5-15,-4-1 5 0,-3 1-3 0,-2-3 3 16,-5 1-2-16,-7-4 1 0,19 0-2 0,-36-8 10 16,-3-1 6-16,-1-3 1 0,-1 1 22 0,-2 4-6 15,0 7 3-15,1 3-5 0,-1 4-1 0,-2 6 2 0,0 4-9 16,-5 7 5-16,-1 4-18 0,-3-3-1 0,1 9 2 16,-1 1-4-16,2 2-15 0,5 4-15 0,-2 3-10 15,0 6-4-15,4 6-53 0,0 5-111 0,0-20-55 16,-9 20-50-16,0 18-480 0</inkml:trace>
  <inkml:trace contextRef="#ctx0" brushRef="#br0" timeOffset="92674.28">2470 9385 256 0,'0'0'-4'0,"0"0"7"0,0-2 34 16,-2 0 12-16,0-1 24 0,0-1 7 0,0 0-4 16,-1-3-1-16,1 1 3 0,0 1-10 0,0-1-25 15,0 2 5-15,0-1-11 0,0 1 6 0,1 0 8 16,-1-1-8-16,2 3 8 0,-2-2-4 0,0-1 6 16,2 3 0-16,-2-2-1 0,0 0-9 0,0 1 1 15,1-1 4-15,-1 2-4 0,0 0 1 0,0 0-5 0,0 0-7 16,0 2 4-16,2 0-9 0,0 2-4 0,0 2 1 15,-3 18-3-15,-1 12-8 0,0 5 1 0,2 5 3 16,2 5-1-16,0 4 5 0,2 5-5 0,0-4 0 16,0-4-2-16,2-2 0 0,-1-3-8 0,1-1 6 0,0 1-5 15,-1-4 12-15,1 0-5 0,0 1-3 0,0 1 0 16,-1-2-7-16,1-2-4 0,-2 2-1 0,0-8-1 16,1 1 10-16,1-7-8 0,-2-6-1 0,0-4-3 15,0-3-7-15,0-1-43 0,-2-5-1 0,0-4-23 16,0-1-68-16,1 1-93 0,1 0-55 0</inkml:trace>
  <inkml:trace contextRef="#ctx0" brushRef="#br0" timeOffset="93149.74">3023 9797 769 0,'0'0'22'0,"-2"0"-3"0,0 0 5 16,0 0 8-16,1 0-9 0,-1-2 24 0,0 2 7 16,0-1-5-16,-2 1 5 0,1-2-7 0,-1 2 3 15,0 0-6-15,2 0 4 0,0 0-14 0,1 0-10 0,-3 0 11 16,0 2-11-16,0-1 6 0,1 1-2 0,-1 2-5 16,-3 11 3-16,-5 5-8 0,3 3 5 0,2 1-5 15,-1 3 5-15,3 1-9 0,1 4 2 0,0-1-1 16,4-1 0-16,2 4-4 0,2-5-3 0,0-3-2 15,3 4 0-15,-1-6 0 0,1-3-2 0,0 1 3 16,1-7-3-16,-1-4-3 0,-5-6 0 0,15-1 6 0,0 7-4 16,-4-5 13-16,3-1-9 0,1-5 0 0,2-3-2 15,1-5 5-15,2-5-6 0,-1 11 0 0,1-25-2 16,-2-1 3-16,1-4-4 0,-1 4 10 0,-1 0-9 16,-6 2 1-16,-6 0-1 0,-3 4 3 0,-2 2 0 15,13-3 6-15,-6 3-8 0,-3 0 2 0,-5-3-3 0,-1 3 10 16,-3 1-7-16,-5 1-1 0,1 5 0 0,-1 2 11 15,3 1-4-15,-14 5-1 0,1 3-2 0,-3-13-6 0,5 6 0 16,-1 3 3-16,2 4-3 0,0 2-2 16,0 0-1-16,2 2 1 0,0 2-1 0,2 2-1 0,6-3-14 15,-3 3-3-15,6 16-4 0,-1 0-24 0,-12 3-43 16,5-3-26-16,7 0-10 0,3-3-131 0</inkml:trace>
  <inkml:trace contextRef="#ctx0" brushRef="#br0" timeOffset="93703.97">3690 9810 471 0,'-2'0'256'0,"0"0"-338"0,0-2 292 15,-2 1-159-15,1-1-27 0,-3 0 25 0,0 0 1 0,-1 0 6 16,1 0-7-16,1 0-10 0,1 1 5 0,-1-1-8 15,1 0-13-15,0 0-2 0,0 0-7 0,1 0 6 16,-1 0-9-16,2 2 4 0,0 0 1 0,0 0 2 16,1 2 7-16,-1 0-8 0,0 2 3 0,-4 5-4 15,-7 15 11-15,4 0-2 0,0 2-1 0,1 0-2 16,1 4-1-16,1 0-11 0,1 1 0 0,1 3-4 0,0-5 2 16,2 3-6-16,2 0 4 0,2-3-5 0,0-3 8 15,4 0-11-15,-3-9 5 0,3-2-7 0,0-4 7 16,-3-5 1-16,5-1 0 0,7 6-1 0,7 0-3 0,-2-5 1 15,1-6 0-15,-1-4 2 0,-5-3 8 0,2-6-9 16,-2-19 4-16,-1-3-6 0,-1-2 8 0,0 5-7 16,-5 1-1-16,-1 3 0 0,1 4 5 0,-5 3-2 15,3 6 8-15,-4 6-7 0,0 2 3 0,-2 5 7 16,0 0-11-16,3-2 10 0,1 1-14 0,-2 1-1 16,0 0 4-16,0 2-2 0,0 0 7 0,-1 2-8 15,1 1 1-15,0 7-4 0,2 10 3 0,0 1 0 16,1-3 2-16,-1-1 0 0,1-2 5 0,1-2-5 15,0-2-5-15,-3-4 2 0,3 1-2 0,3-1 4 0,6 2 1 16,5 1-1-16,1-5-4 0,1-5 4 0,0-2 4 16,1-3 1-16,-1-6 2 0,0-2-3 0,-1 7-2 15,-3-16 2-15,1 0 3 0,-4 1-7 0,-2 1 8 16,-4 1-6-16,-5 2 15 0,-3 1 17 0,11-1-7 16,-3 0 11-16,-4-1 0 0,-3-1 1 0,-2-1 3 0,-3-1-1 15,-5-1 9-15,1 4-20 0,-4-3-2 0,-1 3-8 16,-1-1-12-16,10 4-2 0,-16 2-2 0,2 4-1 15,3 5-9-15,-1-7-7 0,2 4-13 0,2 3-1 16,0 2-66-16,3 2-259 0,4 0-164 0</inkml:trace>
  <inkml:trace contextRef="#ctx0" brushRef="#br0" timeOffset="94465.78">5303 9398 687 0,'-2'-2'33'0,"0"-2"-3"0,-5-16 13 0,-4-12 3 15,2 3-9-15,-1-1 12 0,1 4 32 0,0 2-14 16,1 7 19-16,-1 2-24 0,0 2-13 0,1 2 3 0,6 4-9 16,-9 3-11-16,2 2-1 0,0-5-5 0,-1 1 4 15,1 3 2-15,-2 1-10 0,2 2 9 0,-1 0-9 16,-6 7-1-16,6-5 6 0,3 35-11 0,0 8 8 15,-19 7-24-15,13 7 14 0,7 2-10 0,8 10 10 16,2-2-17-16,3-1 8 0,0-1 0 0,3-7 3 16,1-3-2-16,0-1 2 0,0-2 3 0,2 1-1 15,0-3 7-15,-2 0 1 0,0 0 2 0,-1-2 1 0,1 2 17 16,-2-3 5-16,0-5-1 0,-5-3-2 0,-2-6-22 16,0-1-4-16,-2-4-1 0,0-4 1 0,0-4-1 0,0-4-9 15,0-3 3-15,0-6-5 0,0-1-1 0,0-4-31 16,0-3-8-16,-2 3-10 0,0 0-43 0,-2-2-42 15,3-2-13-15,-14 2-23 0,2-2-163 0</inkml:trace>
  <inkml:trace contextRef="#ctx0" brushRef="#br0" timeOffset="94815.31">4817 10176 996 0,'0'0'73'0,"0"-2"-81"0,0 0 76 16,0 0-39-16,0-1-26 0,0-1-3 0,5-9 2 15,3-2-2-15,1 2 12 0,8 0-15 0,9 2 4 16,5 4-8-16,4-1 6 0,4 4 1 0,4 1 1 16,-2-1-1-16,4 2-13 0,-8 0 13 0,4 0-9 0,-6-1 11 15,-4 1-4-15,-3-2 3 0,-2 0-1 0,-2 3 2 16,0-16 2-16,-3 8 0 0,-3 1 5 0,-1 4-2 16,-2 4 18-16,-2 0 5 0,-2 2 0 0,-2 0 3 15,-1 2 10-15,-3 0-2 0,-1-3 4 0,5 12-4 16,1 2 1-16,-3 4-3 0,-3-1 1 0,-4-3-3 15,0 0-2-15,-2-4-10 0,0-5 11 0,-2 1-9 0,3-3 20 16,-3 0-5-16,2-4-11 0,-7 3 6 0,-1-1-7 16,1-2 1-16,2-2 0 0,1-1-2 0,2-8-10 15,3-17 2-15,-18 0 1 0,8-2 1 0,5 0 10 0,4-1 2 16,4-1 0-16,6 1-2 0,3-3-11 0,2 7-8 16,0 1 2-16,0 7-5 0,-9 2-13 0,14 6 4 15,1 4-5-15,-3 1 5 0,1 4-6 0,-2 0-36 16,2-9-11-16,-1 2-14 0,-1 3-93 0,2 5-59 15,2 1-25-15,-1 1-26 0,6 3-254 0</inkml:trace>
  <inkml:trace contextRef="#ctx0" brushRef="#br0" timeOffset="96139.18">5908 10074 1181 0,'-1'0'42'0,"-1"2"-39"0,0 0 46 0,0-1-19 15,0 1-3-15,0 0 8 0,0 0 4 0,1 0 1 16,-1 0 9-16,0 0-5 0,2-2-4 0,2 0-1 16,1-2-29-16,16-8 2 0,9 9-4 0,1-27 4 15,-3 4-11-15,-1-2-1 0,-3 1 0 0,-5 3-1 16,-1 0 1-16,-3 3 9 0,-2-1-4 0,-1 3 6 16,-3 2-8-16,-3 2 2 0,0 2 3 0,3 2-2 0,-1 0 2 15,-3 1-2-15,-1 3-1 0,-2 1 0 0,0 0 8 16,0 1-12-16,0-1 7 0,-2 2-8 0,0 0 6 15,-1 0 1-15,-8 0-1 0,-10 1 3 0,1 1 10 16,-6 1-10-16,5 3 6 0,-1 4-6 0,0 1 11 0,7-2-10 16,-2 4-3-16,4-1-2 0,4-3 2 0,2 14-8 15,3-1 6-15,0 2-6 0,2 2 5 0,-14 0-6 16,4 1 1-16,9-1-3 0,1 0 5 0,2 0-1 16,4-4-1-16,1 3-1 0,3-3-3 0,-1-5 1 15,2 2 4-15,-1-8-1 0,-5 0-2 0,18-3 4 16,-6 5-5-16,3-2 4 0,3-3-14 0,1-6 2 15,-2-2-2-15,4-4 3 0,-3-3 2 0,1 7 11 16,0-27-2-16,3-5 4 0,2-1-7 0,1 0 7 0,0-1-2 16,0-1 5-16,0 2 0 0,-4 2-7 0,0 3 3 15,0 2-3-15,-1 6 6 0,-5 5-1 0,-3 2-3 16,-2 8 3-16,-6 1 7 0,-1 2-4 0,-2 3 0 16,-1-3-3-16,1 0-5 0,0 2 10 0,0 0-2 15,-3 2 4-15,1 0 4 0,0 2-11 0,0 2 8 0,0 2-10 16,3 12-1-16,-1 3 3 0,2 3-5 0,-1 2 3 15,3 2-4-15,-3 3-2 0,1 2 5 0,-2 6-3 16,-3 4 3-16,3 7-1 0,0 2 2 0,-2 4 0 16,-2 2 9-16,-2 1-8 0,-4-1-5 0,3-5 1 15,-1-1-1-15,0-11 1 0,0-4 2 0,4-5-2 16,0-8 1-16,2-4-2 0,2-5 3 0,-2-7-2 0,2-3 2 16,-3-5 1-16,16 11 3 0,0-5-2 0,-1-4 7 15,3-2 3-15,0-8-5 0,-1-5 3 0,-1-1-11 0,-4-22 3 16,0-1-1-16,-8-2 1 0,-3 0-9 0,19 4 7 15,-10-2-2-15,-9 2 3 0,-2-3-3 0,-6 5 5 16,-3 1-2-16,-2 1 1 0,0 5-5 0,-4 0 3 16,0 4 0-16,13-1 2 0,-18 5-7 0,-1 1 3 15,4 2 0-15,6 2 2 0,-2 0-10 0,10 2 3 16,-7-2-3-16,3 2 3 0,3 0-5 0,2-4 3 16,2 0-5-16,4 0 6 0,5 0-2 0,1-1 9 15,14 1-1-15,0 2 1 0,0-2-6 0,4 4 1 16,0 0 6-16,-4 1-3 0,-4 3-3 0,-3 0 6 0,-2 3-7 15,-4 0 9-15,2-5-2 0,-6 3-2 0,1 3 4 16,-3-1-4-16,-1 2-4 0,0 0 6 0,-2 2-2 16,1-2 3-16,1 0 6 0,-2 1-11 0,0 1 5 15,0 0-6-15,0 0 13 0,-1 1-9 0,1 1 2 0,-2 2-3 16,0 11 12-16,0 5-11 0,0 3 7 0,0 1-8 16,0 2 1-16,0-2-3 0,0 0 2 0,2 0-2 15,0 0 6-15,0-3-2 0,2 1-2 0,-1-4 0 16,1-3-8-16,2-2 11 0,-3-3-3 0,1-5 5 15,-2-1-10-15,2-2 6 0,10 9-1 0,-1-6 2 16,0-1-2-16,0-4 8 0,2-2-7 0,0-1 6 16,0-5-5-16,-2 6 0 0,2-26 5 0,-2-1-4 0,2-3-7 15,0 1 8-15,-2-3-7 0,-2-1 8 0,-2 1-8 16,-2 3 3-16,-1 1 1 0,-2 1 2 0,-2 3 0 16,1 1-3-16,14 1 3 0,-8 6-3 0,-3 3 8 0,-2 4-5 15,-3 3-1-15,-1 6 0 0,2-1 0 0,-2-1-2 16,0 2 0-16,0 0-2 0,0 0 0 0,0 2 2 15,0 2 1-15,0 2 2 0,2 16-3 0,2 6 5 16,0 2-6-16,-3 2 6 0,1 0-5 0,-2-4-5 16,2 2 4-16,2-3-4 0,1 0 15 0,1-5-11 15,0-1 1-15,1-5-5 0,-1-2 9 0,-1-5-5 16,4-1 5-16,10-5-6 0,3 14 2 0,4-4 2 16,-2-7-4-16,6-4 2 0,-2-4-2 0,-2-3 2 15,5-6 5-15,1-2-2 0,1-3-1 0,-1 12-3 0,-2-22 1 16,-6 0-3-16,2 2 3 0,-6 2 1 0,-1 2 2 15,-2 3 0-15,-4-1-2 0,-2 5 12 0,-2-2-13 16,-5 3 13-16,-2 1-16 0,9-2 4 0,-4 4 6 0,-3 1-1 16,-2 3 1-16,-2-1 3 0,0 1-9 0,0 1 7 15,0-1-9-15,0 3 5 0,0 2-3 0,-4-1 5 16,0-1-6-16,-7-2 1 0,-4 1 11 0,0 3-9 16,-1 2 1-16,3 0 5 0,-2 4-9 0,0 3 7 15,4 1-15-15,-4-1 10 0,8 17-4 0,1 0 5 16,-3 0-6-16,7 2 2 0,-2 0-1 0,0 2 2 15,-12-2-6-15,6 0 3 0,5-2 2 0,5-1 1 0,2-3-1 16,1-3-4-16,3-1-4 0,1-3 2 0,1-3-10 16,-3-5-13-16,14-1 2 0,-2 7-6 0,1 0-11 0,1-3-42 15,1-6-13-15,1-2-14 0,1-2-95 0,2-4-172 16</inkml:trace>
  <inkml:trace contextRef="#ctx0" brushRef="#br0" timeOffset="97296.01">8226 9734 101 0,'0'0'38'0,"0"0"36"0,0 0 4 15,0-2-8-15,0 0-5 0,0 1 0 0,1-1-12 16,1 0 3-16,0 0-1 0,0-2 0 0,0 1-12 0,0-1-6 16,0 0 6-16,-2 2-4 0,0-1 10 0,0-1-5 15,1 0 0-15,1 0-1 0,-2 3 3 0,2-3-8 16,0 0 1-16,-2 2-3 0,0-1 0 0,0-1-5 15,0 2-2-15,0 0 0 0,2-2-1 0,-2 1-2 16,0-1 0-16,0 0-1 0,0 1-3 0,-2-1-3 16,0 2 0-16,0 0-2 0,0 0-13 0,1 0 8 15,-1 1 0-15,0-1 4 0,0 0-2 0,0 0-6 16,0 0 2-16,0 0-1 0,1 0 7 0,-1 1-14 0,0-1 4 16,0 0-6-16,0 0 2 0,2 0 8 0,0 2-8 15,0 0 7-15,0 0-19 0,0 0 12 0,0 0-4 16,0 0 6-16,0 0-9 0,0 0 7 0,0 2 0 15,0-2 3-15,0 2-4 0,-2-2 5 0,0 0-6 16,1 2 6-16,-1 0-1 0,0-2-3 0,2 0 2 0,-2 0-3 16,0 0 9-16,0 0 1 0,0 0 2 0,1 0-1 15,-1 0 1-15,0-2-7 0,0 0 6 0,0 0-5 16,0 0 4-16,0 0-7 0,1 0-2 0,-1 1-1 16,2-1-1-16,0 0 5 0,0 0-2 0,-2 2 3 15,0 0-5-15,2 0 5 0,0 0-4 0,0 0 4 16,-2 0 2-16,0 0 6 0,2 0-1 0,-2 2 2 0,2 0-1 15,0 0-4-15,0 1-1 0,0 12-2 0,0 4 4 16,0 3-4-16,-1 0 2 0,-1-1-5 0,0 5-4 0,0-4 1 16,0 2 7-16,0-2-2 0,2 1 3 15,-2-5 3-15,2-1-11 0,-1-4 8 0,-1-4-12 0,2-1 10 16,0-3-2-16,0-3 5 0,0 2-9 0,0-1 11 16,0-1-3-16,0 0 6 0,0 0 6 0,0-2-16 15,2-2 10-15,-1 0-12 0,3-7 8 0,9-19-7 16,-2-1-3-16,2 1 1 0,0-4-1 0,2-3 5 15,0 0-4-15,0-1 5 0,-2 3-5 0,-2 9 10 16,-2 5-4-16,-1 4 4 0,-6 12-8 0,-1-1 6 0,3 0-7 16,0 0 5-16,0 3-5 0,-3 1 4 0,7 0-1 15,-1 0-1-15,-1 1-5 0,-4 1 1 0,0 24 3 16,12-3-2-16,-2 1 4 0,-5-2-6 0,0 0 2 16,-1-3-4-16,-2-2-4 0,-2-3-29 0,-1-1-5 15,1 0-15-15,0-3-87 0,0-5-73 0,2 1-18 0,-1-2-24 16,10 5-151-16</inkml:trace>
  <inkml:trace contextRef="#ctx0" brushRef="#br0" timeOffset="98039.71">8812 9537 702 0,'0'-2'52'16,"0"1"3"-16,0-1 16 0,0-2-9 0,0-11-3 16,0-5 7-16,0 5 18 0,-3-4-4 0,1 6 7 0,-2-2-30 15,-2 2 0-15,1 2-10 0,-1 0 7 0,1 2-13 16,-1 0 1-16,2 3-2 0,3 2 0 0,-9 2-8 15,1 1-6-15,0-7-1 0,-1 3-2 0,1 1-4 0,0 2 1 16,1 2-2-16,-1 2 1 0,0 2-5 0,1 1 4 16,1 16-6-16,0 12 5 0,1 4-8 0,-1 0 1 15,1 4-2-15,0-2 0 0,1 2-2 0,3-4-6 16,-2-2 4-16,-14-3-6 0,7-2-3 0,5-4 6 16,4-2-1-16,2-4 1 0,4 1-8 0,0-6 2 15,1-2-3-15,1-4 3 0,-3-4-5 0,7-3-7 16,6 9 3-16,5-1-5 0,3-5 0 0,0-5 9 15,-2-2 1-15,4-7 3 0,-1-2 5 0,-1-4 2 0,2 6-1 16,-6-19 3-16,-1-7-3 0,-1-1 17 0,3-3-1 16,-5-1 7-16,3-3 2 0,5 6-7 0,-5-2-1 15,-1 9-3-15,-5 10-5 0,-5-1 5 0,-6 12-2 16,1 5 3-16,-3 2-1 0,4-1-1 0,0 1-1 0,-2 0-2 16,-1 2-8-16,1 0 3 0,0 2-1 0,0 11 2 15,0 22-6-15,-2-2 9 0,0 5-8 0,0-5 8 16,0-3-13-16,2-2 4 0,-2-6 0 0,3-2 1 15,1-3-9-15,0-6 8 0,1 0-2 0,-3-7 4 16,0 0-6-16,13 7 6 0,4-2-6 0,3-3 5 16,-2-6-1-16,2-4-6 0,1-3 6 0,-1-6-6 0,0 0-1 15,1-23 6-15,-3-3 1 0,0 2 0 0,1 4 5 16,-3 3-5-16,-1 2-2 0,-2 6 0 0,-4 1 4 16,-3 5 2-16,-5 3 6 0,5 3-2 0,-3 3 13 0,-5 5-9 15,0 0-2-15,2-1 0 0,0-1-4 0,0 2 0 16,-2 0-2-16,0 0 0 0,0 0-4 0,0 2 6 15,0 0-3-15,0 0 2 0,0 2-6 0,0 0 3 16,0 0 0-16,0 2 1 0,0 7-3 0,0 13 3 16,2 8-1-16,0-1 2 0,1 4-4 0,3 4 2 15,-2 0-2-15,1 6 1 0,1 3 3 0,-3 4-2 16,1 2 5-16,0 2-6 0,-2 3 0 0,0 2-1 16,-2 3 2-16,0-1 1 0,0-2 4 0,0-5-5 15,-2-2 2-15,-2-4-4 0,0 0 4 0,-1-4 0 0,-3-3 2 16,1-6 0-16,-1-4-1 0,-1-3 0 0,0-4 0 15,1-4 2-15,3-5 12 0,-3-2-3 0,5-6 2 16,1-5-1-16,2-2-2 0,-4 2 2 0,-3-1-5 0,-3 1 3 16,-1-4-3-16,0-2-13 0,4-2 2 0,-1-14-6 15,1-17 3-15,3-3 0 0,0 1 0 0,3 4 0 16,-20-1-9-16,10 5-1 0,5 5-7 0,3 1 4 16,1 5-24-16,2 7-26 0,0 1-24 0,0 1-13 15,0 4-194-15</inkml:trace>
  <inkml:trace contextRef="#ctx0" brushRef="#br0" timeOffset="99440.9">2553 11548 91 0,'0'-2'42'0,"0"0"-5"16,0 1 42-16,0-3-4 0,0-18-5 0,-2 3 1 0,1-3 1 15,-1 1 0-15,0 3 11 0,0 1 7 0,0 2-1 16,2 4 2-16,0 2-13 0,0 3-9 0,0 4 2 15,0-1-5-15,0-1-9 0,-2 2-25 0,0 0-5 16,1 0-5-16,-1 2-12 0,0 0 18 0,0 2-6 0,0 2 7 16,-5 16-14-16,-3 14 11 0,3 5-6 0,1 2 7 15,1 1-8-15,1 3 0 0,-1 3 3 0,-1-1-2 16,2-3 6-16,1 3-10 0,-1-7 6 0,2-4-7 16,0-9 8-16,2-2-10 0,0-9-6 0,0-1 0 15,0-4-6-15,0-1 2 0,0-3 3 0,0-5-2 16,2 2 2-16,0-1 0 0,0-1 1 0,0 0-2 0,1-2-5 15,1-2 4-15,2-2 1 0,3-5 2 0,0-22-7 16,-1-1 1-16,1-3-2 0,-4 3 1 0,3-1 4 16,-6 1-4-16,1-1 3 0,3 1-3 0,-2-1 4 15,-1 5-2-15,5 2-2 0,-6 4 0 0,5 1-3 0,-1 3 6 16,-1 1-2-16,5 0 3 0,-1 2-10 0,2 2 6 16,-2 4-2-16,2 2 2 0,2 5-13 0,2-9 6 15,4 1 1-15,-1 7 3 0,1 3 5 0,1 3 1 16,-1 7-6-16,-1-7 3 0,1 27-3 0,-2 4 4 15,1 1 5-15,-3 0-2 0,-6 0 1 0,1-1 3 16,-3 1-3-16,1-1 4 0,-1 1 4 0,0-7 6 16,-3-6 2-16,11-2 1 0,-8-9 1 0,-1-1-7 15,0-1-5-15,-5-5 1 0,1-1-4 0,2 1 11 0,0-2 3 16,-1 0-1-16,1-2-9 0,0 0-6 0,3-6 3 16,-1-14-3-16,-1-15 0 0,-1-1-11 0,0 1 4 15,-2-2-5-15,3 2 11 0,1-2-9 0,-1 1 1 16,1 5-3-16,0 1 9 0,-1 4-6 0,1 4 2 0,-3 7-4 15,3 4 10-15,-4 3-6 0,3 6-3 0,-3 2-1 16,2-1 0-16,0-1 1 0,-1 0 7 0,1 2-3 16,2 0 7-16,-3 0-3 0,1 2-1 0,0 22-1 15,0 7-6-15,1 1 11 0,1 0-7 0,-3-1 7 16,1 1-10-16,0-1 5 0,0 3 2 0,-1-3 2 16,1-3-2-16,2-4-14 0,-3-2 1 0,3-3-8 15,-1-2-23-15,-1-2-89 0,4-4-9 0,-1-6-31 0,2 3-72 16,2-1-188-16</inkml:trace>
  <inkml:trace contextRef="#ctx0" brushRef="#br0" timeOffset="99641.92">3496 11537 806 0,'0'0'204'0,"0"0"-226"16,0 0 226-16,0 0-109 0,-1 0-34 0,-1 0 4 15,0 0 1-15,0 0-1 0,0 2-14 0,0 0 1 16,0 1-2-16,-1 16 1 0,-1 11-12 0,4 3-16 15,0 4 0-15,4 0-5 0,-1 2-9 0,3 0-2 0,0-2-2 16,-1-1 1-16,1-3 7 0,-3-9-7 0,3 0 1 16,-2-3-6-16,-1-6-15 0,1-2-32 0,0-2 1 15,0-4-15-15,-1-1-38 0,-3-4-124 0,4 0-59 16</inkml:trace>
  <inkml:trace contextRef="#ctx0" brushRef="#br0" timeOffset="99784.94">3613 11325 1361 0,'0'-2'61'16,"-1"1"-8"-16,-1-1 8 0,0 0 12 0,0-2-27 0,0 0-3 15,0 3-31-15,0-1-1 0,1 0-9 0,-1 0-5 16,0 2-29-16,0 0-1 0,2 2-15 0,0 0-52 16,0 1-367-16</inkml:trace>
  <inkml:trace contextRef="#ctx0" brushRef="#br0" timeOffset="100296.8">4169 11721 1029 0,'0'0'5'0,"0"0"-1"0,-2 0 9 15,0-2 7-15,0 0-1 0,0 0 24 0,0 0 0 0,2 1-3 16,-9-14 2-16,0-4-9 0,-1 1-8 0,5 1 4 15,-1 0-2-15,1 2 21 0,-1 2 1 0,2 4 5 16,3 3-5-16,-3 1-10 0,0 1-3 0,-5-3-3 0,-6-3 3 16,-5 3 4-16,-1 5-5 0,1 2 2 0,-1 2-4 15,1 5 0-15,3 3-20 0,1-8 1 0,3 22-8 16,-2 4-5-16,4 1 6 0,1 1-4 0,3 3 3 16,3-3-17-16,-14-2 6 0,6-2-3 0,7-4 4 15,3 0-2-15,2-5-1 0,2-2 6 0,2-6-4 16,-1-1 9-16,1-1-4 0,0-5-2 0,14 11-2 15,3-4-13-15,1-3 1 0,4-6-1 0,0-2 3 16,-2-5 0-16,0-6 10 0,-2 7-3 0,1-26 4 0,1 1-1 16,-2-4 2-16,-1 1 1 0,-5-3 1 0,-3 2 7 15,-3-4-4-15,-3 2 0 0,0-2 0 0,-5-2 6 16,2 2-4-16,20-4 2 0,-13 0-5 0,-5-1-5 0,-6-3 7 16,-4 1-1-16,-3 0 6 0,-1 1 6 0,-3 6 17 15,2 8-2-15,0 5 7 0,1 7 5 0,4 10-8 16,1-1 2-16,1 7-5 0,0-1-14 0,0 2-6 15,0 0-4-15,0 2 0 0,2 0-7 0,0 2-2 16,0 11 4-16,8 24-2 0,1 2 5 0,4 6-2 16,-2-1 4-16,2 6-2 0,-2-1 9 0,1-1-5 15,1-2-1-15,-4 1-1 0,2-3-5 0,0 1-1 0,-2 0 2 16,1-5 0-16,-1 1 3 0,-2-5-2 0,1-3-7 16,-1-5-1-16,3-2-47 0,-1-8-155 0,2 3-29 15</inkml:trace>
  <inkml:trace contextRef="#ctx0" brushRef="#br0" timeOffset="100901.09">5563 10935 501 0,'-2'-1'71'0,"0"-1"134"0,-1 0-137 0,-1 0 46 16,-4-2-13-16,-3-1 20 0,0-1-41 0,2 2-10 15,-4 3-1-15,0 1-4 0,0 3-10 0,5 1-15 16,-1 2-1-16,2 29-6 0,1 6-5 0,4 5-3 0,-24 4 5 16,13 6-2-16,10 0 2 0,6 1 1 0,5 1-2 15,1-3 3-15,0-1 3 0,2-2-6 0,2 0 1 16,2-2-1-16,0 1 9 0,2-1 2 0,-2 0 3 15,-2-2-3-15,0-2 1 0,-2-3-12 0,-2-2 2 0,-1-4-7 16,-1 2-5-16,-3-4-1 0,-4-1 2 0,0-4-1 16,-2-4-2-16,-2-6 1 0,-1 0-6 0,-3-3 5 15,1-2-11-15,-1-2-41 0,6-2-11 0,-14-2-19 16,-3-3-115-16,2 0-71 0,1-5-33 0,3 9-20 16,-2-1-216-16</inkml:trace>
  <inkml:trace contextRef="#ctx0" brushRef="#br0" timeOffset="103266.86">5387 11708 757 0,'0'-2'49'0,"0"0"108"0,0 0-157 0,0-1 8 15,0-1-5-15,0-11 6 0,1 0 2 0,1 0 5 16,2 2-4-16,2-2 3 0,1 2-9 0,2 0 4 16,2 2 5-16,12-2-3 0,3 2 4 0,2 4 1 15,-1-1-1-15,3 5 3 0,2-1 14 0,1-17-4 16,-1 10 6-16,-1 8-6 0,3 3 12 0,-6 1-11 15,-1 5 6-15,-2 3-8 0,-11 1 4 0,3-7-8 16,-6 25 3-16,-5-2-2 0,5 4 7 0,-7-2-13 0,14 0 2 16,-7-1-5-16,-7-2 5 0,-4-5 6 0,0-3 0 15,-2-4 2-15,0-4-4 0,1-3 18 0,-1-3 0 16,0 1 8-16,-2-2 9 0,0 0-15 0,1-2-10 16,-5 0-1-16,1-4-21 0,3-3 10 0,-1-25-3 0,-16-1 2 15,8-3-17-15,9 1 2 0,8 2 0 0,4 1 1 16,3 4-4-16,2 2-7 0,-2 8 2 0,-7 3-3 15,18 4 4-15,0 3-7 0,2 3 3 0,-2 3-5 16,1 0 8-16,-3-13-2 0,-1 6-3 0,1 1 3 16,1 5 9-16,-3 1-10 0,1 0 7 0,3 0-8 15,-3 0 4-15,1-2 2 0,0-1-1 0,3-3 2 16,-3-1 4-16,1-2-6 0,-1-2 6 0,0-2-6 0,1 11 4 16,-4-16 1-16,-3 0-6 0,-2 1 5 0,-3 0-4 15,-4 3 4-15,-1 3 5 0,-2 0-2 0,7 2 9 16,-5 5-14-16,0-1 2 0,-2-1-4 0,-2 6 11 0,0-1-5 15,0-1 2-15,-2 2-3 0,0 0-9 0,-2 0 5 16,-5 2-1-16,-12 4 5 0,3 3 10 0,-3 6-12 16,5-7 4-16,-1 22-7 0,0-4-4 0,4 0 3 15,2 2-1-15,0 0 2 0,4 0 0 0,3-2-4 16,0 2 1-16,-11-3-3 0,6-1 4 0,3-2-4 16,5 1 4-16,1-3-4 0,1-1 3 0,3-2 0 15,4 0-1-15,-1-4 3 0,-5 0 3 0,18-5-7 16,1-3 2-16,1 12-3 0,4-2 10 0,-2-7-4 0,4-3-2 15,4-3-2-15,-1-5-6 0,1-4 3 0,5-8 0 16,-4-2 1-16,1 14-5 0,1-23 12 0,-7-4-4 16,1 3 5-16,-1-3-9 0,-5 0 9 0,-1 1-2 15,-9-1 4-15,-2 4-7 0,-7 2 4 0,11 6 5 0,-6 0-1 16,-4 5 0-16,-3 5-3 0,0 1 0 0,-2 7 0 16,0-1 6-16,0-1-11 0,0 0 3 0,0 2-4 15,0 0 0-15,0 1 4 0,0-1-2 0,2 2 3 16,0 0 4-16,0 2-5 0,0 1 0 0,3 20-1 15,1 6 4-15,-1 5 1 0,1 3-1 0,-2 0 0 16,-1 4-2-16,-1 3 3 0,0 3-2 0,-2 5 2 0,0 2 4 16,-2 3-5-16,-2 1 8 0,-1 1-8 0,-3-1 0 15,3-3-3-15,1-4 0 0,0-3 0 0,3-7 6 16,1-6-9-16,1-3 1 0,1-10-3 0,2-4 3 16,0-5 2-16,-1-3 1 0,-1-7 0 0,-2-1-1 0,15 9 1 15,0-3-1-15,2-4 2 0,1-4 5 0,-1-4-5 16,0-4 2-16,-2-3-3 0,-1-7-3 0,-2-10 4 15,-1-2-6-15,-6 2 5 0,-1 2-6 0,15-3 9 16,-10 4 3-16,-5-1 0 0,-4 0-5 0,-4 4-4 16,-5-2-2-16,-3 4 0 0,11-1 8 0,-25 1-5 15,-2 1 1-15,0 2-2 0,2 4 3 0,-6 1-1 16,3 2 0-16,-1-1-1 0,2 2 4 0,8 1-11 0,7 1 2 16,7 1-8-16,2 3 2 0,2-1-4 0,1 0 2 15,-1-3-1-15,2 1 8 0,0-3 2 0,3 0 0 16,5-1 0-16,18-1 0 0,5-2 5 0,-3-2-7 15,2 2 7-15,2-3-1 0,-5-1-8 0,3 0 9 16,-2 2-8-16,2-1 2 0,-8 5-9 0,0-2 5 0,-3 0-3 16,-2 1 19-16,-1 1-2 0,-1 0-2 0,-4 2 0 15,0-2-6-15,-5 0 9 0,0-1-2 0,-5 1 4 16,3 4-7-16,-2-2 5 0,0 5 0 0,2-2 3 16,-1 1-2-16,1 1 1 0,-2 0 0 0,0 1 1 15,0-1 3-15,-1 2-7 0,1 0 5 0,0 0-6 16,0 0 5-16,0 2-6 0,0 0 2 0,-2 2-2 0,0 0 5 15,0 2-3-15,0 7 4 0,0 13-4 0,-2 4 1 16,-2 0-2-16,0 2-2 0,1-1 2 0,-1 3 5 16,0-2-5-16,1-1-2 0,1-3-1 0,2-2 0 0,0-5-1 15,2-2-3-15,-1-4 1 0,3-2 0 0,-2-4 1 16,2 1 5-16,-1-5-3 0,-1-3 6 0,17 12-7 16,-1-7 1-16,5-3-2 0,-3-4 6 0,4-7-7 15,0-4-1-15,-1 11-3 0,3-24 5 0,-4-2-7 16,4-2 8-16,-2 1-7 0,-2-3 13 0,4 1-5 15,-5-1 3-15,1 0-3 0,-3 3 4 0,-10 1-3 16,0 2-1-16,-5 0 0 0,13 2 2 0,-6 3-2 16,-4 5 1-16,-1-1-2 0,-3 4 3 0,1-2-1 15,-2 4 3-15,-2 2 0 0,0 3 9 0,0 2-7 0,0 2 0 16,0-1-1-16,0-1 2 0,0 2 4 0,0 0-3 16,0 0 1-16,0 1-11 0,0 1 3 0,0 1 2 15,0 1 2-15,0 0 2 0,0 19-10 0,0 3 5 16,0 4-6-16,0-4 4 0,0 0 1 0,0 2-4 0,0-4 3 15,0 0 6-15,0 1-8 0,2-3 2 0,0-3-4 16,1-2 4-16,1-4 1 0,0 0-1 0,0-4 0 16,-3-3-1-16,-1-2 1 0,8 4 1 0,3 1 1 15,2-1 3-15,2-3-9 0,-2-1 4 0,0-2-6 16,2-2 7-16,0-3-1 0,3-5 0 0,1-3 0 16,-1 8 4-16,1-17-8 0,1-3 4 0,1 1-6 0,1 2 11 15,-2 2-3-15,-3-3 1 0,-4 5-3 0,-2 1 0 16,-2 0 1-16,-1 2-2 0,-3 1 1 0,-3-5 0 15,0 2 1-15,11-1 1 0,-4-1-1 0,-3 4 5 0,-2 0-4 16,-2 2 3-16,-1-1-4 0,-1-3-1 0,0 8 1 16,-1-1 4-16,1 7-2 0,-2-1 1 0,-2-2-2 15,0 3-4-15,1-1 2 0,-7-2 6 0,-3 3-7 16,2 1 5-16,0 2-6 0,0 4 8 0,2 1 0 16,1 1-1-16,-1 10-1 0,2 14-9 0,-1 2 9 15,1 1-5-15,1-1 5 0,1 1-10 0,3-1 6 16,0-3-4-16,-17 1 3 0,8-2-8 0,4 0 7 15,3-6-1-15,4 0 3 0,2-3 2 0,0-4-9 0,1-2 6 16,1-6-9-16,0 1 7 0,-2-5-5 0,14-1-2 16,3 11 0-16,1-4-4 0,-1-3 4 0,-2-6-4 15,1 0 5-15,3-6-10 0,-1-1 13 0,0-4-3 16,5 9 6-16,-3-24-5 0,2-2 0 0,0-2 2 16,-3 1 0-16,-1-1 11 0,-1 0-7 0,-5 6 4 0,-1-2-6 15,0 2 8-15,-5 5 0 0,-4 3 0 0,1 5 0 16,-1 5 4-16,-4 4-4 0,4-2 0 0,-1 3-2 15,-1-1 0-15,0 2 1 0,0 0 0 0,0 2 1 16,-2 1 3-16,0 5-5 0,0 16 2 0,0 0-4 16,0-4-2-16,0 1 0 0,0-4 2 0,0-1 0 15,0-1 1-15,0-6-2 0,0 1-2 0,0-5 2 0,0-1 2 16,2 0 3-16,-1-1-3 0,1-1 2 0,0 0-1 16,0 0 3-16,2-2-1 0,1-2-1 0,5-3-3 15,3 1 0-15,-2-22 2 0,2 0-1 0,0 2-4 0,2 3-3 16,-6 3 4-16,0 5-3 0,0 3 3 0,3 9-1 15,-5-5-1-15,6-1 0 0,-4 5 3 0,4 2 0 16,0 0-5-16,-3 3 2 0,1 3-6 0,-4 0-1 16,4 3-5-16,2 4 1 0,2 0-17 0,2-4 10 15,-1-5-1-15,3 9 3 0,0-4 7 0,-1-3 4 16,1-4 6-16,-1-4-3 0,1-4 11 0,-2-1-7 16,-4-3 2-16,-2-4-4 0,-2-16 15 0,-3-5-8 15,-1 5 11-15,1-2-11 0,12 3 3 0,-7 1 8 0,-1-4-6 16,-7 3 8-16,-3 4-6 0,0 5 5 0,-1 3 3 15,-1 6 0-15,0 4 3 0,0 3-6 0,0 0-10 16,0 2 4-16,-1 2-11 0,-1 0 0 0,-7 6 5 16,0 11-3-16,-1 20 0 0,7 4 6 0,-3-2-9 15,5 1 8-15,-1-2-4 0,2-3-1 0,-16-4 0 0,8-3-3 16,7-5 3-16,3-3-4 0,1-3 3 0,3-4-5 16,2-2 2-16,-1-4-1 0,6-1 1 0,10 9-2 15,3-4 6-15,2-4-8 0,6-3 4 0,-1-4-6 16,1-4 7-16,-4-3-5 0,-4-2 4 0,2-4-4 15,-2-2 2-15,0 9 2 0,0-20 0 0,-7 4 3 16,1 1 1-16,-3 10 5 0,-7 2-3 0,3 3 1 0,-7 5-13 16,-1-1 15-16,-1 2-7 0,2-2 9 0,0 2-4 15,-3 2-3-15,1 0 6 0,0 1-5 0,0 7 7 16,-2 4-11-16,0 1 4 0,0-4-6 0,0-1 8 0,0-7-3 16,0 1 1-16,2 0-1 0,0 0 0 0,1-3 0 15,9 3-3-15,6-4 1 0,3-4-5 0,3-7 8 16,0-4 1-16,0 8 2 0,-2-21-7 0,0 2 0 15,3 6-2-15,1 9 4 0,1 7 6 0,5-13-12 16,1 10 8-16,1 10-8 0,-3 9 11 0,-5 2 7 16,-3 1-9-16,-3 26 9 0,-1 4-6 0,-4 1 8 15,-2 2 2-15,-6 1 1 0,-5-1-4 0,24 2-1 16,-15-2-5-16,-7 3 4 0,-4-3-1 0,-8 0-2 0,-5-2 4 16,-3-7-5-16,-3-1 5 0,2-11-2 0,10-2-1 15,-15-7 0-15,-3-7 9 0,3-7-5 0,2 11 11 16,-1-8-10-16,5-3 9 0,1-4-3 0,-2-2 0 15,4-3 1-15,-2-7-4 0,2-2-5 0,0-16-5 0,6-2 3 16,-1 1 1-16,6 1-3 0,-16 2 2 0,9 2-1 16,5 4 3-16,4-2-7 0,2 3 4 0,3 3-5 15,5-1 3-15,1 1-11 0,-4-3 0 0,28 1-4 16,1 1-1-16,6 1-37 0,1-1 1 0,2 1-19 16,3-1-59-16,-3 2-226 0,-1 2-103 0</inkml:trace>
  <inkml:trace contextRef="#ctx1" brushRef="#br0">25902 17002 0,'0'0'0,"0"0"0,0 0 16</inkml:trace>
  <inkml:trace contextRef="#ctx0" brushRef="#br0" timeOffset="157475.31">24574 7827 61 0,'0'0'18'0,"0"0"12"0,-2 0 27 0,0 0 12 15,0 0 6-15,-1 0-6 0,-1 0-21 0,-3 0 8 16,-1 0-12-16,3 0 0 0,-1 0 3 0,0 0-13 16,-1 2 10-16,0-2-9 0,1 0 7 0,2 0 1 15,1 2 1-15,-1-2-1 0,0 0-16 0,0 0 0 0,1 0-7 16,-1 0-6-16,0 0 17 0,1 0-3 0,-1 0 7 16,0 0 2-16,0 0-1 0,1 0 5 0,-1 0-5 15,-2 0 3-15,-1-2-10 0,-4 0 7 0,0 0-8 16,1 1-3-16,-3-1-4 0,4 2-4 0,2 0 4 15,-4 0 6-15,5 0-17 0,-1 0 11 0,1 0-11 0,1 0 10 16,3 0-8-16,-2 0-3 0,0 0 0 0,1 0-11 16,1 0 1-16,0 0-1 0,0 0 2 0,2 0 6 15,0-2-2-15,2 0 3 0,0 0-3 0,1 0 0 0,3 0 12 16,16-7-7-16,6 0 8 0,-6 1-21 0,2 3 7 16,1-1-3-16,-3 1 4 0,0-1-4 0,0 2 2 15,1 1 3-15,1 1-2 0,4-2-2 0,-2 2 0 16,2 0 0-16,3 1 1 0,3 1 5 0,-1-2-8 15,4 2-1-15,6-4-2 0,-2 0 4 0,5 1-1 16,4-5 5-16,-5 3-4 0,-1-3 4 0,3 1-1 16,-14 1-5-16,-1 1 3 0,-3-3 0 0,-4 3 1 0,-3-1 2 15,-5 0-3-15,1 1-7 0,-9 3 14 0,-1 0-8 16,1 0 9-16,-3 2-15 0,-1 0 4 0,-1 0 1 16,-2 0 2-16,2 0 8 0,-1 0-7 0,-1 0 1 15,0 0-3-15,2 0 0 0,-1 0-2 0,1 0 0 16,0 0-1-16,0 0 1 0,-1 0 3 0,-1 0-1 0,0 0 3 15,0 0 2-15,2 0-4 0,-1 0 3 0,-1 0-4 16,0 0-6-16,0 0 10 0,0 0-8 0,0 0 9 16,-1 0-6-16,1 0 1 0,0 0 2 0,0 0-1 15,0 0 5-15,0 0-3 0,0 0 1 0,-2 0-2 16,0 0 1-16,0 0-5 0,0 0 2 0,0 0-2 16,0 2 1-16,0 0 4 0,0 0-3 0,-2 0 4 0,0 1-3 15,0 1 6-15,-2 5-1 0,-1 4 2 0,-1 0-7 16,-1 4-1-16,-1-2-3 0,-1 5 1 0,-2 5 4 15,0-1 1-15,-4 4 0 0,4-4-1 0,-6 7 3 0,0 3-7 16,-1 1 2-16,-3 0-3 0,19-3 8 0,-24-3-5 16,8 3 4-16,-12-2-6 0,8 1 2 0,-8 1 1 15,0 1 1-15,8 1 1 0,-6 1 5 0,8 0-9 16,1 1 1-16,-3 3-4 0,4 0-1 0,3 1 4 16,0 3 0-16,2 2 2 0,2-6 3 0,0-2-1 0,1-2-4 15,3-7 1-15,-1 0 0 0,3-4 4 0,-1-2-2 16,1 0 5-16,1-1 2 0,0-4 23 0,1-3-2 15,1-1 9-15,-2-3-6 0,2-1-6 0,0-3-1 16,0 3-3-16,1-5-15 0,-1-1 6 0,0 1 1 16,-2 0 1-16,0-1 0 0,1 1-5 0,-1 0-3 0,2 0 0 15,0-3-8-15,0 1 1 0,1 0 1 0,-1 0-1 16,0 0-1-16,0 0-7 0,0 0 3 0,0-1-3 16,0 1 10-16,1 0-6 0,1 0 4 0,0 0-5 15,0-2 7-15,0 0-1 0,1 0-2 0,1-2 1 16,0 0-7-16,2 0 7 0,3-3-1 0,12 1 3 15,3-11-4-15,4 2 5 0,4 2-7 0,5-8 6 0,4 8-2 16,4 2-1-16,-1-4 2 0,-1 11-4 0,-4-5-5 16,1 3 5-16,-7-2 0 0,3 5 2 0,-5-18 5 0,-5 8-8 15,2 5 6-15,-5 4-7 0,-4 2 10 0,-3 0-2 16,-1 0-4-16,0 2 0 0,0 2-1 0,-3-2 3 16,-1 2 2-16,0-1-1 0,-3-1-4 0,-1 0 2 15,-1 0 2-15,0 0 0 0,-2-2 1 0,0 0-6 16,-1 0 1-16,3 3-2 0,0 1 9 0,0 0-7 15,-1-2 1-15,-1 0-4 0,0-1-7 0,0 1-69 16,0 0-9-16,0 0-30 0,-1 0-96 0,1-2-156 16</inkml:trace>
  <inkml:trace contextRef="#ctx0" brushRef="#br0" timeOffset="157890.95">24799 8345 316 0,'-2'0'73'0,"0"0"-24"16,0 0 62-16,0 0-10 0,0 0-37 0,1-2 31 15,-3 1-11-15,0-1 13 0,0 0-39 0,1 0 15 16,-1 0-5-16,0 0 6 0,2 0-19 0,1 1-6 16,-1-1-2-16,0 0 0 0,0 0-3 0,0 0-12 0,0 2-1 15,2 0-4-15,0 0-7 0,0 0 2 0,2 0 8 16,0 0-5-16,2 0 5 0,3 2-2 0,14 4-1 15,6 1 2-15,5 0 3 0,5 1-12 0,6-3 0 16,1-1-5-16,3-2-8 0,-3-2-6 0,-3 0 2 0,-4-2-3 16,0-2 10-16,-5 1-10 0,-2-3 2 0,-1 1-4 15,-1-3-8-15,-4 3-51 0,-1-3-24 0,-3 3-16 16,2-1-140-16</inkml:trace>
  <inkml:trace contextRef="#ctx0" brushRef="#br0" timeOffset="158392.54">26076 8887 360 0,'0'0'84'0,"0"0"-43"0,-2 0 83 0,0-1-18 16,1-1 1-16,-3 0 9 0,0 0 3 0,-5 0-5 16,-8-2-26-16,-5 1-15 0,3 1-4 0,-1 2-3 0,3 0-13 15,-5 2-19-15,-4 1 1 0,-2 5-6 0,-4 1 1 16,5 0-1-16,-1 3-3 0,4-1 1 0,-2 2-4 16,1 0 2-16,3 0 3 0,4-2-2 0,1 0-2 0,2-2-2 15,4 15 2-15,0 1-2 0,0 4 2 0,3 1-13 16,3 3-2-16,1 5-3 0,2-1-4 0,-20 0 5 15,11-4-2-15,7 4 2 0,4-1-3 0,4-7-3 16,3 3-2-16,1-10-1 0,1-1-8 0,4-1 3 16,-9-3 2-16,25-4-1 0,-1-4 4 0,0-3 1 15,7-1-2-15,-11 12 2 0,8-4-1 0,-4-6-2 0,-10-5 0 16,8 0-4-16,-3-2-23 0,3 0-64 0,0-2-15 16,-4-2-23-16,0-1-96 0,-3-3-201 0</inkml:trace>
  <inkml:trace contextRef="#ctx0" brushRef="#br0" timeOffset="158733.95">26245 9353 207 0,'0'0'97'16,"0"0"-49"-16,0-1 105 0,0-1-24 0,0 0 29 0,0 0-11 15,0-2 2-15,0 1-11 0,0-1-43 0,0 0 6 16,0 0-13-16,0 3 7 0,0-1-34 0,0 0-14 16,0 0 1-16,-2 0-6 0,0 2-10 0,1 0-1 15,-1 2-7-15,0 2 3 0,-6 18-13 0,-1 11-2 16,2 1 0-16,-1 3-1 0,3 0 2 0,1 0-8 16,2-1 6-16,-2-3-8 0,3 0 3 0,-1-1-6 15,0-4 2-15,0 0-2 0,2-4-1 0,0-6 2 0,0-1-1 16,0-6 1-16,2-1-7 0,0-3-3 15,0-1-5-15,-1-3 1 0,1 1-15 0,2 0-61 0,2-2-6 16,7 1-23-16,1-3-65 0,-1-2-62 0,2-5-28 16</inkml:trace>
  <inkml:trace contextRef="#ctx0" brushRef="#br0" timeOffset="158966.54">26494 9381 306 0,'0'0'82'15,"0"0"-4"-15,0-2 48 0,0 1-6 0,-2-1-7 16,0 0 11-16,0 0-25 0,0 0-4 0,1 0-11 15,-1 0-42-15,-2 1 6 0,0-1-10 0,1 0 7 0,-1 2-19 16,0 0-4-16,0 0-2 0,3 0 0 0,-1 0 0 16,0 2 3-16,0 0-2 0,0 1 0 0,-5 16-2 15,1 5-1-15,4 2 1 0,2 4-2 0,0-1 8 0,2 1-5 16,0 2 5-16,0-4-6 0,2-2-7 0,-1 1-4 16,1-2-3-16,0-1 2 0,-1-4-4 0,1-3-6 15,0 0 0-15,-2-8-2 0,0 0 6 0,-1-1-10 16,-1-5 6-16,2 3-10 0,0-2-10 0,2-1-56 15,0 1-17-15,-1-2-17 0,10 3-103 0,0-3-111 16</inkml:trace>
  <inkml:trace contextRef="#ctx0" brushRef="#br0" timeOffset="159207.72">26234 9144 875 0,'-2'0'78'15,"0"0"5"-15,-1 0-4 0,-12 0-16 0,0 0-11 0,2 0 42 16,2 0-4-16,1 0 7 0,3 0-13 0,-2 0-31 16,7 0-19-16,-2 0-1 0,0 0-4 0,3 0 7 15,-1 0 17-15,2 0-11 0,0 0 10 0,2 0-18 16,1 0-21-16,8 0 6 0,19 0-14 0,0-2-7 0,9 0 5 15,0-2-6-15,3 1 3 0,7-1-18 0,-3 0-143 16,8 0-3-16,-4 3-64 0,-2-1-146 0</inkml:trace>
  <inkml:trace contextRef="#ctx0" brushRef="#br0" timeOffset="159566.19">27201 8325 1230 0,'0'0'37'0,"-2"0"71"0,1 0-79 0,-1 0 50 16,0 0-1-16,2 0 17 0,0 0-21 0,2 0-42 16,0 0-9-16,1 0-6 0,29-4-5 0,7 0-10 15,-2 3 3-15,-5-1-5 0,-5 2-4 0,-2 0 2 16,-3 0-3-16,2 3 1 0,-2 1-15 0,-5 0-121 15,-6 0 3-15,0 1-55 0,-3-1-107 0</inkml:trace>
  <inkml:trace contextRef="#ctx0" brushRef="#br0" timeOffset="159720.57">27292 8605 1134 0,'0'0'77'0,"-2"0"-6"0,1 2 9 0,-3 0 29 0,0 0-34 15,0 2 87-15,4-3-51 0,-3 9 6 0,-1 1-25 16,4-4-35-16,0 1-10 0,4 3-9 0,-1-6 3 15,10 1-19-15,23-1-18 0,3-1 5 0,0 18-10 16,3-9-6-16,-4-7-2 0,2-6-8 0,-3-4-1 16,-1-1-75-16,1-6-198 0,2-4-126 0</inkml:trace>
  <inkml:trace contextRef="#ctx0" brushRef="#br0" timeOffset="160657.96">29387 7274 681 0,'-2'0'45'0,"0"0"63"0,0 0-48 0,-2 0 39 0,3 0-16 16,-9 0 22-16,3 0-21 0,1 0-8 0,3 0-3 16,-1-2-5-16,0 0-25 0,0 0-4 0,3-1-3 15,-1-7 1-15,0-4 4 0,2-9-4 0,7-5 4 0,4 1-6 16,4-9-4-16,2 3-16 0,0-1 7 0,-1-1-10 16,-1 4 1-16,0-3-4 0,-4 3-4 0,0-1 3 15,-3 4 0-15,-3 2-2 0,1 0 9 0,-2 4-5 16,-3 1 21-16,-1 5-1 0,0 1 0 0,-1 2 0 15,-1 4 2-15,0 3-12 0,0 1 0 0,2 3-3 16,0 0 1-16,-4 0-11 0,-3-4 2 0,1 3-6 16,1 1-8-16,1 2 2 0,0 0 2 0,1 2 0 0,1-2-2 15,0 29 3-15,-17 1-4 0,6 5 4 0,8 2 4 16,3 4-6-16,2 0 4 0,4-2-5 0,1 2 4 16,3 0-2-16,1 2-1 0,0 1 2 0,-1-7 7 0,-1 2-8 15,2-2 2-15,-1-1-4 0,1 1 0 0,-2-7 6 16,-1-1-3-16,1 1 5 0,-1-4-7 0,0 2 2 15,-1-4 0-15,-1-2 2 0,1 2-3 0,-1-3 1 16,0-3-1-16,-2 3 2 0,-2-6 5 0,0 1-2 16,0 1-1-16,-2-4 0 0,0 2-1 0,-2-4 3 15,-1 0-2-15,1-5 2 0,-2 1-2 0,-1-1 1 16,-8-4 0-16,-2-1 0 0,3 11 1 0,-3-3-2 16,2-4 2-16,2-1-2 0,2-2-2 0,0-2 3 0,2 0-1 15,1 0 1-15,1-2-4 0,5 2-2 0,0 0 0 16,-2-2 0-16,1 0 5 0,-1 1-7 0,2-1 4 15,0-2-6-15,2 0 1 0,0 1 3 0,2-1-4 0,2 0 5 16,16-7 2-16,14-4 2 0,3 4-1 0,7 4 2 16,-5 1-4-16,-2 2 2 0,2 1-3 0,-7-1 1 15,5 2-6-15,-2 0 6 0,-5 2-2 0,-4 0 2 16,-2 0-9-16,-3 0 3 0,-1 2-7 0,-7 0-1 16,2 0-60-16,-2 0-66 0,-6-1-5 0,4 3-21 15,-3-2-44-15,-3 0-96 0,-1-2-50 0</inkml:trace>
  <inkml:trace contextRef="#ctx0" brushRef="#br0" timeOffset="161077.35">28878 8052 484 0,'-2'0'50'0,"-2"0"-3"0,-31 2 29 15,0 0-3-15,3 1-2 0,3 1 29 0,1 0 12 16,0-1 12-16,0 1-6 0,6-2-1 0,-1 0-21 16,3 0-4-16,3 0-6 0,1-1-24 0,4 1-1 0,3-2-12 15,5 0 4-15,1 0-32 0,-1 0-13 0,0 0 6 16,2 2-7-16,2 0 7 0,0 0 12 0,2 0-6 16,17 3 7-16,27 5-17 0,12-1-3 0,12-4-5 15,14-1 3-15,5-2-3 0,9-2-5 0,-1-6 1 16,1 1-4-16,8-4 3 0,11-1 2 0,13-1-4 0,4-2 3 15,-4 0 1-15,-8 2-7 0,1 0 7 0,5 0-7 16,2 0 9-16,-4 1 3 0,-9-1-4 0,-18 2 2 16,-12 0 1-16,-7-1-6 0,0 3 5 0,-4 3-5 15,-2 2 8-15,-13 1 2 0,-9-1 3 0,-11 2-1 16,-9 0-6-16,-6 0 7 0,-10 0-2 0,-6 0 4 16,-7 0-7-16,1 0 13 0,0 0-11 0,-2 0 12 15,0 0-12-15,-1 0-7 0,-1 0 0 0,0 0-6 0,-1 2-25 16,-3-1-71-16,-17 9-6 0,-12 3-30 0,-2 1-93 15</inkml:trace>
  <inkml:trace contextRef="#ctx0" brushRef="#br0" timeOffset="161530.79">28672 9107 885 0,'0'0'-1'0,"0"-2"1"0,-2 0 5 0,0-2-1 0,-2-11 5 15,1-5 21-15,1 3-1 0,2-1-2 0,2-1 0 16,0 4-1-16,3 0-2 0,1 4 11 0,-3 4-5 15,5-3 28-15,-3 9-18 0,5-3 4 0,1-4-7 16,-2 3 11-16,2-1-5 0,0 4-1 0,1 2-3 16,-5 0-6-16,-1 2 6 0,-1 2-1 0,-3 2 1 0,4 21-10 15,-1 3-7-15,1 5-3 0,14-1-2 0,-5 3-18 16,-6 2 10-16,-1 2-9 0,-1 0 11 0,-1 3-14 16,-1-1 2-16,1 1 2 0,-3 1 0 0,1-6 10 15,0 4-10-15,0-2 4 0,-3-1-5 0,1 3 6 0,-2-4-2 16,0-5-1-16,0-3 0 0,-2-3 6 0,-1-2 0 15,-3-6 11-15,-1 1-4 0,-3-1 29 0,1-5 5 16,-2 2 3-16,5-6 0 0,-21-2 6 0,4 1-36 16,-1-9 3-16,-2 1-13 0,4 13 3 0,0-6-13 15,1-5 1-15,1-4-5 0,1-2-9 0,1-3 0 16,1-3-4-16,4-1 3 0,0 2-1 0,4-12-3 16,-1-3 0-16,3-1-7 0,0-1-47 0,1-2-66 0,0-3-7 15,5 3-23-15,-1-4-81 0</inkml:trace>
  <inkml:trace contextRef="#ctx0" brushRef="#br0" timeOffset="161727.99">28889 8524 1381 0,'0'0'117'15,"-2"0"-6"-15,0-2-29 0,0 0 7 0,1 0-55 16,-1 0-1-16,0 0-14 0,0 0-4 0,0 1-4 15,0-1-16-15,0 0-7 0,1 0-2 0,-1 0-3 0,2 2-20 16,0 0-138-16,0 2-25 0,2 0-67 0,-1 2-360 16</inkml:trace>
  <inkml:trace contextRef="#ctx0" brushRef="#br0" timeOffset="162362.59">29350 9012 768 0,'0'-2'45'0,"-2"0"54"0,0 0-27 0,0-1 25 0,2-1-4 16,-4-9 10-16,2 0-20 0,1 0-20 0,1 5-4 16,0 1-3-16,0 1 5 0,0 5-10 0,0-5 4 15,-2 2-7-15,0 1-16 0,0 1 2 0,0 0-13 16,0 0 10-16,-1 2-12 0,-1 0-6 0,-4 2 3 15,-6 5-4-15,-1-1 4 0,0 20 2 0,0 4 7 0,-4 1-5 16,6 1-2-16,0 1-6 0,-1 1-7 0,8 1 3 16,-3 0-4-16,5 0-4 0,2 1 0 0,-2-3-1 15,-16 0-1-15,9-1 2 0,7-4-3 0,4 2 3 16,4-8-7-16,1-2-3 0,1-5 9 0,0-2-7 16,1-2 0-16,-3-5 0 0,11 1-3 0,3-5 3 15,1 11 5-15,-1-4-5 0,3-5 6 0,-1-2-6 0,1-4 3 16,-1-3 5-16,0-5-4 0,1-3 5 0,-1 6 4 15,-3-23-5-15,2-1-3 0,-5-3 1 0,3 1 10 16,-2-1-9-16,-2 1 8 0,-4 1-11 0,-1 6 7 0,5 2 10 16,-2 6 4-16,-8 3 2 0,7 2 8 0,-8 4-11 15,5-1-1-15,0 7-4 0,-5-1-8 0,2 0 3 16,0 0-6-16,-1 3 2 0,1-1-2 0,0 2-6 16,0 0 4-16,-1 2-5 0,-1 1 7 0,7 18 0 15,1 8 3-15,-5-3-2 0,1 2 0 0,-1-2-2 16,3-2-5-16,-1-1 1 0,1-7 1 0,-1-3 2 15,1-2 0-15,5-3-1 0,13-1-3 0,0-5 4 16,-2 13 3-16,2-6 0 0,-2-5 8 0,4-6-12 0,0-5 4 16,-2-4-4-16,-2-4 8 0,-2 9 12 0,0-22-1 15,1-1 7-15,-1-7 12 0,-2 1-2 0,3-2-5 16,-5-4 0-16,-1 0-17 0,-6-1 10 0,-4-3 4 16,-1 4 2-16,-4-2 9 0,20 4 6 0,-13 4-1 0,-7 2 3 15,-2 5-13-15,-4 7-7 0,-3 3-8 0,0 7 3 16,5 1-15-16,-19 5-7 0,-1 1 2 0,4 0-5 15,1-7-6-15,2 4-5 0,0 3-11 0,6 4 2 16,0 0-42-16,3 0-75 0,2 2-9 0,2 2-27 16,-11 22-83-16,6 2-232 0</inkml:trace>
  <inkml:trace contextRef="#ctx0" brushRef="#br0" timeOffset="162700.5">30889 8590 677 0,'-2'0'162'0,"0"0"345"0,-4-1-445 0,-7-5 44 16,-1 0-9-16,1 1 18 0,-2-3-14 0,0 1-26 15,-2 0 2-15,0-3-12 0,1 3-8 0,-1 1-25 16,2 3 3-16,-3-1-10 0,1 4-3 0,-5 0-12 0,1 4-3 15,-3 3-2-15,4 2 0 0,-3-7-3 0,-3 24 1 16,10 8-2-16,-8 3 5 0,3 5-5 0,8 3 5 16,-7 1-6-16,5 3 4 0,6-3 1 0,-3 2 2 15,11-3-2-15,-1-1-1 0,-22 1-2 0,12-2-1 0,9-2 1 16,5-2 0-16,5-4-1 0,2-2 2 0,2-1-3 16,1-3-4-16,1-3 4 0,-12-1-6 0,25-7 5 15,2-1-13-15,0-2 1 0,-2 0-3 0,0-8 1 16,0 0-24-16,0-1-134 0,-2 9-2 0,0-6-60 15,-1-3-161-15</inkml:trace>
  <inkml:trace contextRef="#ctx0" brushRef="#br0" timeOffset="162896.64">31039 9166 1287 0,'-2'0'148'0,"0"0"11"0,-1 0-17 16,-1 0-16-16,-9 0-38 0,0 2 23 0,2 0-19 15,-2 3-9-15,-2 5-5 0,2-1-44 0,0 8-22 16,4 10-1-16,-1 7-5 0,3-3 1 0,0 6-8 16,1 2 4-16,2 0-4 0,2 0 6 0,-20-1-11 15,11-5-3-15,5-7-2 0,5 4-2 0,1-8-22 16,1 0-8-16,3-3-11 0,2-2-79 0,-1-4-52 0,-1-8-14 16,0-3-12-16,14 11-54 0,3-7-118 0</inkml:trace>
  <inkml:trace contextRef="#ctx0" brushRef="#br0" timeOffset="163102.96">31229 9298 785 0,'0'0'70'16,"0"0"-1"-16,0 0 56 0,0 0 0 0,0 0-1 15,0 2 23-15,0-1-28 0,0 1 0 0,0 2-10 16,0 2-18-16,1 14-12 0,1 2-5 0,-2 4-2 16,0-2-23-16,0 2-23 0,-2 2-1 0,1 0-6 15,1 4-3-15,0-3-8 0,0-3 0 0,-2-3-5 16,2 1-3-16,0-4 1 0,0 3 0 0,0-3-1 0,0-5-10 15,0 0-15-15,0-4-6 0,0-2-8 0,0-1-78 16,0-3-48-16,0-3-22 0,2 2-4 0,-1-1-63 16</inkml:trace>
  <inkml:trace contextRef="#ctx0" brushRef="#br0" timeOffset="163305.51">31024 9071 1441 0,'-2'0'98'0,"1"0"-64"16,-3 0 104-16,0 0-32 0,0 0-6 0,1 0-9 0,1 0 4 16,0 0-9-16,0 0-19 0,0 0-13 0,2 0-11 15,2 0 1-15,0 0-30 0,37 0 0 0,4-2-3 16,-2-1 1-16,-1-5-12 0,5-3-6 0,-4 0-2 16,3-4-2-16,-3 0-12 0,-4 2-58 0,-1 0-24 15,-9 2-24-15,3 0-187 0</inkml:trace>
  <inkml:trace contextRef="#ctx0" brushRef="#br0" timeOffset="164312.79">24691 11212 87 0,'-2'0'82'0,"0"0"-5"0,0-2 74 15,-3 0-10-15,-14-5 2 0,3-1-20 0,3 3-21 16,0-3-1-16,3 3-7 0,1-1-13 0,2 3-9 16,1-1 2-16,2 2-6 0,2 2-10 0,-1-4-17 15,-1 1 5-15,2-1-7 0,0 0 13 0,0 1-7 16,2-1-6-16,0 2-1 0,0-2-25 0,0 2 1 15,2 1-3-15,24-3 2 0,2-2-2 0,2 3-6 16,1 1 7-16,7-19-6 0,-1 10 3 0,4 7-3 16,3 4-4-16,-1 2 4 0,5 4 12 0,2 1-3 0,-3 3 4 15,1-3-3-15,-4 0 6 0,-3-1 3 0,0-2-2 16,-7 1 0-16,-5 1-9 0,-1-1-1 0,-4 1-3 16,0 0 1-16,-1-3-6 0,-7 3 3 0,-1-2-3 15,-5-3 2-15,-5 1-6 0,-3-2 8 0,0 0 5 16,2 2-1-16,-1 0 5 0,-1 2-9 0,-2 1 5 0,0 8-6 15,-4 6 6-15,-3-3-3 0,-8 7-4 0,6 1 2 16,-17 2-6-16,-6 4 7 0,-3 1-4 0,0 4 6 16,-4 3-6-16,2 2 0 0,-4 3 1 0,-2 2-2 15,0 1-8-15,2 1 7 0,-1 5-4 0,8-4 8 16,3 2-6-16,3-7 3 0,6-4 1 0,-1 0-1 16,7-6 1-16,1-1-2 0,4-5-1 0,3 1 0 15,1-7 0-15,3-3-3 0,2 1 3 0,-7-6-2 0,2 0 5 16,3-4-2-16,2-1 0 0,2 1 1 0,0-2 7 0,2 1-5 15,0-3 5-15,0-3-4 0,22 0 4 0,7 0 0 16,5 18-3-16,6-5 2 0,5-6-9 0,3-7 7 16,2-2-5-16,0-2 5 0,0-1-11 0,-2-1 6 15,-6-2-2-15,-3 1 4 0,0-1-6 0,-4 1 1 16,-1-1 1-16,-5 2-1 0,1 1-4 0,-6 1 2 16,-2 2-7-16,-2-2 6 0,-1 0-10 0,-5 0-1 15,-3 2-3-15,0 0-2 0,-3-2-31 0,-5 2-53 16,1 0-5-16,-3-1-18 0,1-1-42 0,-2 0-54 0,-2 0-22 15,0 0-18-15,-2-2-131 0</inkml:trace>
  <inkml:trace contextRef="#ctx0" brushRef="#br0" timeOffset="164563.4">24632 11739 619 0,'-2'0'59'0,"-4"0"81"15,-16 2-44-15,3 0 37 0,1 2-6 0,5 0 15 16,-2-1-8-16,7-1-30 0,1 2-5 0,3-2-10 16,1 0-30-16,1-1 19 0,2 3-6 0,0 0 9 0,2 0-9 15,-1-4-20-15,29 18 0 0,9-5-10 0,4-6-21 16,7-7-12-16,8-5 1 0,5-4-4 0,7-2 0 16,6-1-15-16,-1 1 0 0,-9 0-7 0,-2 0-14 0,-9 2-72 15,-5 3-18-15,4 2-24 0,-5 3-108 0,-3 1-241 16</inkml:trace>
  <inkml:trace contextRef="#ctx0" brushRef="#br0" timeOffset="164871.75">25983 12189 643 0,'0'0'65'0,"0"-2"-1"0,0 0-2 0,0 0 7 0,-2-2-19 16,1 1 65-16,1 1 10 0,-2-6 2 0,0 3-2 16,0-1-20-16,2 4-22 0,-4-1 3 0,-3-3-11 15,-2 1-18-15,-4-1-6 0,0 2-5 0,0 4 1 16,-8 0-19-16,4 2-1 0,1 4 1 0,-3 3 1 16,4 0 5-16,-5 1-12 0,1 16 4 0,1 1-5 15,-1 1 1-15,2 4-5 0,3-1-2 0,-1 5 1 16,7-1-6-16,5 0-8 0,-16-3 0 0,8-3-2 0,5-1-3 15,6-4-1-15,2 2-1 0,4-5-2 0,1-4-8 16,4-1 4-16,-9-6-2 0,26 1 1 0,0-2-11 16,0-3-34-16,1-5-41 0,-1 16-1 0,6-8-154 0,-3-7-164 15</inkml:trace>
  <inkml:trace contextRef="#ctx0" brushRef="#br0" timeOffset="165415.26">26169 12584 496 0,'0'0'57'0,"-2"0"-73"16,0 0 71-16,0 2-38 0,1 0 16 0,-1 0 21 0,0 0-3 15,-2 1 10-15,0 1-1 0,-1 3-9 0,-3 5 5 16,5-5-6-16,-1 0 7 0,0 3-16 0,1-3-2 16,1 1-5-16,2-7-5 0,0 1-5 0,-2 2 4 15,0 0-5-15,2-1-2 0,0-1 7 0,0 0-4 0,0 0 4 16,0 0-9-16,0-2 1 0,0 0-4 0,0-2 5 15,0 0 12-15,0 0 1 0,0 0 7 0,-2-12-5 16,0-3 5-16,0 0-14 0,1 2 5 0,-1 2-8 16,0 2 3-16,2 4 8 0,0-3-3 0,0 5 4 15,0 1-5-15,0 2-10 0,0 0 0 0,0-1-3 16,0-1 0-16,0 0-5 0,0 2-2 0,0 1-1 16,0-1-2-16,-2 2-1 0,0 0-4 0,2 2 2 0,0 1 2 15,-5 25-7-15,1 4 9 0,0 3-8 0,0 2 6 16,4 0-2-16,0-1 0 0,0-7-1 0,2-1 0 0,0-4-4 15,2-1-4-15,0-5 0 0,-1-3 4 16,3-4-4-16,-2-3 2 0,-4-7-4 0,11 9-4 0,4-3 9 16,5 1-10-16,0-7 10 0,3-2-9 0,3-9 13 15,-2-3 2-15,-2 6 2 0,0-23-3 0,-5-5-6 16,0 1 4-16,-1-1-4 0,-1 0 2 0,0-2 4 16,0 0-2-16,-6-1 3 0,-1 5-5 0,-5 5 5 15,14 2-1-15,-8 8 4 0,-1 1 5 0,-4 6 27 16,-3 3-4-16,-1 5 11 0,0-1-11 0,0 0-16 15,0 2 0-15,0 0-5 0,0 2 1 0,0 0 9 0,0 2 0 16,0 9 4-16,0 25-1 0,2 5-10 0,-2 3-6 16,0 3-1-16,2-1-7 0,-2-1-1 0,2 5 0 15,2-8-2-15,-1 1-1 0,5-4 0 0,1-5-3 16,0-5 3-16,3-5-11 0,-3-7-23 0,2-2-7 0,-2-6-15 16,14-3-97-16,3-4-54 0,0 13-19 0,3-8-12 15,-1-7-100-15</inkml:trace>
  <inkml:trace contextRef="#ctx0" brushRef="#br0" timeOffset="165633.39">27079 11686 1465 0,'-2'0'58'0,"0"0"-3"0,0 0 41 15,0 0-1-15,-7 3-3 0,2-1 8 0,1 0-39 16,4-2-1-16,-2 4-17 0,1-1-33 0,1 1-11 16,0 0-4-16,2 0-1 0,0-1 2 0,2 1-10 15,2 0 4-15,-3-4-10 0,14 9-29 0,0-2-170 16,-2-3-33-16</inkml:trace>
  <inkml:trace contextRef="#ctx0" brushRef="#br0" timeOffset="165752.94">27233 11977 1553 0,'0'0'27'0,"0"2"3"0,0 0 20 0,0 0 13 16,2-1-1-16,0 3 73 0,-1 0-66 0,11 5-7 15,4-7-21-15,3 0-41 0,7 15 0 0,-6-10-7 0,19-1 1 16,-3-6-27-16,3-6-224 0,1-7-56 0</inkml:trace>
  <inkml:trace contextRef="#ctx0" brushRef="#br0" timeOffset="166439.01">29769 10850 1255 0,'-2'0'14'15,"0"0"4"-15,1 0 2 0,-1-2 13 0,0 0-3 16,0 0 63-16,0 1-17 0,0-3-11 0,-1-7 0 16,-1-13-22-16,4-1-12 0,7-1 3 0,4-3-8 15,4-1-12-15,2-2-9 0,0 1 2 0,1-3-4 16,-1-1 7-16,-4 4 15 0,-2-1-2 0,-3 8 7 16,-3 4 12-16,-1 5 4 0,-2 5 4 0,-2 7-3 0,0 1-1 15,0-2-5-15,0 0-6 0,0 3 2 0,-2-1-18 16,0 2-4-16,0 0-3 0,0 2 0 0,-1 3-10 0,-14 34-2 15,4 8-2-15,4 1-1 0,1 2 1 0,3 2 5 16,1 4 1-16,2-3 1 0,0 3-8 0,2-2 5 16,0-4-4-16,0 0 5 0,0-1-5 0,0-9-2 15,2-1 4-15,-2-9-1 0,0-2 7 0,0-4-3 16,0 0 0-16,0 0-2 0,0-7-3 0,0-4 2 16,-2-2 4-16,2-5 1 0,-2-1 11 0,-1 1-14 15,1-2 3-15,-11-1-5 0,-10 12 15 0,-1-4-13 16,0-5 5-16,2-4-7 0,0 0 4 0,-1-2 9 0,1 0 3 15,5 0 2-15,6 0 8 0,6 0-23 0,3 0 1 16,-2 0-8-16,0 0-4 0,2 0 11 0,2-2 0 16,0 0 4-16,2 0-7 0,11-4 2 0,21-5-2 15,3 0 2-15,4 2 1 0,3 0-3 0,-3-1 0 16,-4-1-1-16,0 0-7 0,-3 2 3 0,1-1-2 0,-1 3 4 16,-1 0 1-16,-3 1-8 0,-1 0-4 0,-5 3-5 15,-1-1-46-15,-8 2-88 0,-2 2-7 0,-4 0-31 16,-2 0-72-16,-5 0-212 0</inkml:trace>
  <inkml:trace contextRef="#ctx0" brushRef="#br0" timeOffset="166765.28">28967 11708 1226 0,'-56'4'41'0,"-16"-1"82"0,5 1-96 0,15 0 19 15,6 1 17-15,7 1 0 0,3-1 55 0,10-1-32 16,6 0-11-16,7-2-6 0,4 0-38 0,7-2-22 16,-2 1 2-16,2 1-9 0,0 0 6 0,2 0 12 15,2 0 1-15,11 5 3 0,34 16 7 0,16-3-10 16,9-5 3-16,16-4-6 0,6-2 3 0,3-5-2 16,3-2 3-16,-2-2-2 0,5 0 1 0,8-2-12 0,8-2 7 15,-2 0-7-15,-4 1 3 0,-11 1-1 0,-3-2-3 16,3 2 4-16,2 0 0 0,3 2-1 0,-3 0-4 15,-15 0 2-15,-7 0-6 0,-17 0-2 0,-9 0 2 16,-12 2-3-16,-8 0 1 0,-12 0 0 0,-6 2 0 16,-5-2-1-16,-5-1 7 0,-5-1-7 0,-1 0 5 0,2 2-5 15,0 0 4-15,-2 0-16 0,-1 2-11 0,-1-2-7 16,-1 14-76-16,-5 3-61 0,-3-1-7 0,7 5-22 16,-26-1-76-16</inkml:trace>
  <inkml:trace contextRef="#ctx0" brushRef="#br0" timeOffset="167093.96">29370 12497 1274 0,'-2'2'47'0,"0"0"88"0,-1-1-103 0,-1 1 26 16,-7 9 5-16,1 15 8 0,3 6 21 0,0 1-20 15,1 8-1-15,0-4-6 0,3 2-11 0,1 6-3 16,0 0-3-16,-22-1 2 0,11 3-7 0,5-5 5 16,5-3-3-16,3 0 4 0,0-5-4 0,0 1-10 0,2-2 5 15,-2-3-8-15,0 2-8 0,0-3 0 0,0-1-6 16,0-2 4-16,-2 0-6 0,-2 0-12 0,-2-2 3 16,-1-1-6-16,-2-3 3 0,-2-1-2 0,-1-3-1 15,-1-3 0-15,-11-2-2 0,-4-5-16 0,1 13-3 0,-1-8-9 16,-4-6-57-16,4-5-47 0,4-5-4 15,-2-8-13-15,6 5-20 0,1-31-79 0,6-9-35 0,6-8-28 16,5-7-215-16</inkml:trace>
  <inkml:trace contextRef="#ctx0" brushRef="#br0" timeOffset="167216.4">29138 12387 568 0,'0'0'312'0,"0"0"-327"0,0-1 354 0,0-1-164 0,0 0-36 15,2 0-16-15,0 0-16 0,-1 0-3 0,1 0-68 16,0 1-22-16,-2-1-2 0,0 0-7 0,0 0-22 15,2 0-53-15,0 0-42 0,0 0-15 0,0 2-243 0</inkml:trace>
  <inkml:trace contextRef="#ctx0" brushRef="#br0" timeOffset="167757.73">29804 12512 1065 0,'-1'0'54'0,"-1"0"1"0,-2 0-9 0,-3 0 8 15,-3 0-23-15,5 0 30 0,3 0-4 0,-2 0-9 16,0 0 2-16,1 0-29 0,-1 0 3 0,2 0-2 0,0 2 2 16,0-1 2-16,1 3-1 0,-7 18 8 0,1 8-4 15,-3 4 11-15,3 8 12 0,-2-5-2 0,-1 6 3 16,3-6-19-16,-2-1-10 0,-1-1-3 0,-1-4 1 15,0 1-2-15,4-8-17 0,1 0-1 0,4-5-5 16,2-4 3-16,0-4-12 0,0-4 1 0,2-3-5 16,0 0-1-16,9 5 9 0,8 0-1 0,5-3 2 0,-2-6-1 15,0-4 0-15,6-9 3 0,-4-4-3 0,1 6 5 16,-3-20 3-16,-2 1 0 0,-3-3 1 0,-2 3 1 16,-4 6 1-16,-2-4 1 0,-3 9 0 0,-1-1-4 15,-3 9 11-15,0 1-1 0,2 5 6 0,-4 3 11 0,4-2-2 16,-1 1-2-16,-1 1 0 0,0 0-16 0,0 0-3 15,0 0 0-15,0 2-2 0,-1 0 4 0,-1 2-6 16,0 0 2-16,0 2-3 0,0 1 1 0,2 8-4 16,2 4 1-16,0-4-3 0,1 2 4 0,1-2-2 15,-1-2 0-15,1-2 0 0,0-1-5 0,-1-5 11 16,14 1-5-16,-3 7 6 0,5-2-13 0,-3-3 9 16,1-4-2-16,-1-2 6 0,3-4 9 0,-3-3 3 15,-1-3 7-15,2 9-3 0,-1-25 12 0,-5-4 2 0,0 4-7 16,-3-6 5-16,-5 3-8 0,-1-5 10 0,14 3 3 15,-8-1 0-15,-8 6-2 0,-2 4-6 0,-2 3-7 16,-2 4 2-16,0 2-18 0,-1 2 5 0,-1 2-2 0,2 3 0 16,-1 3-14-16,-8-7-5 0,0 3-6 0,2 3-1 15,1 4-40-15,3 0-90 0,3 0-21 0,1 2-31 16,-1 2-144-16</inkml:trace>
  <inkml:trace contextRef="#ctx0" brushRef="#br0" timeOffset="168068.68">30957 12300 1350 0,'-1'0'56'0,"-1"0"2"0,-2 0 13 16,-7-2-4-16,-6-1-6 0,2-1 27 0,4 0 0 15,-2-1-6-15,2-1 0 0,0 2-24 0,2 1-11 16,-3-1 7-16,3 0-7 0,-2 0 8 0,2 3-12 15,-1 1-3-15,-3 0-3 0,2 3-8 0,2 3 5 16,-2 1-2-16,2 27 2 0,-3 3-7 0,3 4-2 16,0 3-4-16,-2 3 1 0,0 3-15 0,3 2-4 15,-3 0 3-15,7 0-4 0,3-6 2 0,-22-5-4 16,10 0-2-16,10-10-2 0,3-5-5 0,3-1-3 0,5-5-6 16,1-3 1-16,0-4-16 0,2-6-38 0,14-5-12 15,0 15-16-15,1-8-93 0,0-5-47 0,2-4-20 16,-2-4-21-16,0-3-195 0</inkml:trace>
  <inkml:trace contextRef="#ctx0" brushRef="#br0" timeOffset="168612.6">31048 13124 1022 0,'-1'2'68'0,"-1"0"3"15,0 2 27-15,-4 9-21 0,-7 5 1 0,4 1-2 16,3 0-19-16,3-3-1 0,1-1-11 0,0-2-26 15,-5-4 3-15,1 1 1 0,4-5 0 0,0 3-5 0,2-5-3 16,0 1 2-16,2 0-1 0,0 0 0 0,2-3 3 16,-1 1-9-16,20 4 6 0,1-6-8 0,-4-4-6 15,4-5 6-15,-5-2-6 0,1 5-1 0,-3-20 3 16,0-2-5-16,0 0 3 0,-3-3-3 0,5-1 1 16,-2-3 4-16,5 2-2 0,-5 1 5 0,-4-1-7 15,-4 1 3-15,-2 10-3 0,-1 0 10 0,-2 9 0 16,-2 3 16-16,-1 7-5 0,1-1 44 0,2 0-25 15,-2 0-3-15,0 3-8 0,0-1-14 0,-1 0 4 0,-1 2-2 16,0 0 2-16,0 2 1 0,0 1-7 0,-1 16 6 16,-3 9-9-16,0-2-4 0,0 0 0 0,-1 0-5 15,1 0 5-15,2-2-2 0,0-2-10 0,2-1 2 16,0-5-4-16,2 1 11 0,2-2-10 0,2-2 4 16,-1-2-7-16,-1-4 10 0,0-1-12 0,7-2 7 15,4 7-8-15,1-2 2 0,3-3 1 0,-1-4-1 0,-3-2 1 16,2-4 0-16,-2-2 3 0,1-5-5 0,1 4 4 15,2-23-9-15,-1-2-7 0,-3-1-3 0,0-6-1 16,-2-5 1-16,-4-3 16 0,2 4-1 0,-1 6 5 16,-1 6 0-16,-3 8 11 0,-3 3 5 0,7 9 2 15,-7 5 5-15,-1 3-3 0,0-1 0 0,0 2 0 16,-2 0 5-16,0 0-2 0,0 2 2 0,0 0-2 0,0 2 7 16,-2 0 4-16,0 2 1 0,-3 20 2 0,1 2-1 15,0 2 9-15,4 1-3 0,0-3 5 0,2 2-7 0,2-2-12 16,1 2-1-16,1-2-2 0,1-2 6 0,1-3-5 15,1-1-1-15,0-3-2 0,2-1-3 0,1-1-14 16,-9-2 4-16,14-2-8 0,3-1 3 0,-3-5-4 16,4-1-3-16,-7 7-4 0,1-3-43 0,0-5-148 15,2-1-24-15,-2-4-72 0,7-7-390 0</inkml:trace>
  <inkml:trace contextRef="#ctx0" brushRef="#br0" timeOffset="171410.52">31058 8163 119 0,'-2'0'0'0,"0"0"48"0,-9-2 13 15,-11-3 28-15,-1 1 17 0,1 0-19 0,2 1 6 16,-3 1-38-16,3 0 8 0,1 2-21 0,1 0-17 0,1 0 6 16,0 2-15-16,2 0 12 0,-3 1-10 0,3 1-8 15,-2 2 8-15,-1-1-9 0,3 1-1 0,-4 1 0 16,1 1 1-16,1-1 0 0,-3 2-2 0,3 1-5 15,-2 1-2-15,-1 0-1 0,1 0 4 0,1 2-1 16,-3-5 4-16,5 14-4 0,-7 2 3 0,5 4-5 16,1 3 0-16,-5 8-3 0,3 4-4 0,-3 9 9 15,0 8-3-15,-1 5 5 0,1 5-7 0,2 8-5 0,-3-4 4 16,3 4-4-16,1 0 8 0,1 0 1 0,5 0 0 16,5 2 1-16,1 4 1 0,5-3-8 0,-29-3-3 15,18-5-3-15,11-10-20 0,4-6 38 0,5-6-5 16,2-7 17-16,4-3-14 0,4-2 4 0,2-2-5 15,-14-4 6-15,32 5-2 0,-3-1-2 0,1-2 1 0,0-2-2 16,2 3-9-16,2-3 8 0,-1 4-7 0,-1-1 8 16,-6-3-5-16,1 2-1 0,-1-1 0 0,-3-8-1 15,2 0-3-15,-4-4-2 0,2-7 3 0,1-6-3 16,3-7 0-16,3 18 7 0,2-10-5 0,10-10 6 16,5-11 0-16,7-12 2 0,8 21 1 0,-2-44-3 15,2-6-8-15,-2-6 6 0,-6 1 0 0,-5-1 1 16,0 3-7-16,-4 1 6 0,2-2-4 0,2 0 5 0,0 3 0 15,2-5-1-15,-3-1 1 0,-1-6 0 0,-7 1-2 0,-10 1 11 16,-7-2-5-16,-13 6 9 0,-6-4 0 0,-7 3 5 16,24 3 5-16,-19-1 1 0,-10 3 32 0,-8 1 19 15,-8 0 4-15,-5 0 6 0,7 2 25 0,-33 0-11 16,0 6-2-16,-4 8-6 0,0 3-31 0,0 11-36 16,1 0-3-16,-3 11-13 0,-2 5-23 0,-1-19-24 15,-10 21-7-15,-3 12-13 0,-2 18-104 0,-4-8-280 16</inkml:trace>
  <inkml:trace contextRef="#ctx0" brushRef="#br0" timeOffset="173471.42">29680 2025 30 0,'0'0'0'15,"0"-2"47"-15,0 0 28 0,-2 0 36 0,0-3 15 0,-1-12-24 16,-3 0-12-16,2 1-29 0,1 1 1 0,-1 0-9 16,2 4-5-16,0 0-3 0,0 3-1 0,2 3 0 15,0-3-8-15,0 3 6 0,0 1-7 0,0 0 5 16,0 1-17-16,0 1 25 0,0 0-7 0,0 2 12 16,0 2-17-16,0 24 7 0,0 28-7 0,-2 9 6 0,-1 7-10 15,-3 1-10-15,1-2 6 0,-1-3-8 0,-1-4 9 16,-3-7-13-16,1 3 7 0,3-2-9 0,-1-1 11 15,3-5 5-15,2 1-2 0,-1-11 2 0,1-4-12 16,2-5-2-16,0-7-6 0,0-5 3 0,0-2-16 16,0-10 5-16,0-3-4 0,0-2 4 0,0 1-7 0,0 1-1 15,0-2 4-15,0 0-4 0,0-2-10 0,-2-2-5 16,0 0-6-16,-3-13 1 0,-8-16-20 0,-2 1-9 16,-2-5-2-16,0 1-2 0,-1-1 1 0,-1-2 26 15,2 2 0-15,1-3 12 0,1 1 19 0,0-4-2 16,4-1 5-16,2-3-2 0,1-3 2 0,5-6 0 15,-1-7-1-15,4-4 2 0,4 0 2 0,3 2 4 0,2 3-1 16,4 6 2-16,2 4 8 0,2 8-5 0,1 4 9 16,1 7-6-16,-12 5 21 0,29 5 8 0,-5 3-2 15,4 7 4-15,1 3-11 0,-3 5-15 0,6-20-2 16,-2 14-3-16,-1 7-2 0,-5 6-1 0,-5 5-6 16,-4 4 2-16,-7-2-12 0,-4 23 8 0,-3 3 6 15,-6 2 1-15,18-2 1 0,-11 0 1 0,-7-2-7 0,-5 3 6 16,-7 1-5-16,-3-8-3 0,-3 1 5 0,14-4-4 15,-26-4 1-15,0 2-6 0,2-4-1 0,-6-7 0 16,6-4 1-16,2 2-18 0,0-6-8 0,9 1-9 16,0-1-74-16,4-3-136 0,4 0-48 0</inkml:trace>
  <inkml:trace contextRef="#ctx0" brushRef="#br0" timeOffset="173814.52">30439 1531 961 0,'-1'0'34'0,"-1"0"-1"0,0 0 16 15,-24-7-5-15,0-1 1 0,0 3 27 0,5 3 0 16,3 0 2-16,3 2-8 0,2 0-38 0,6 0-17 16,1 0 1-16,0 2-5 0,3 2 1 0,1-1 3 15,-9 18-6-15,3 1 6 0,3 6 4 0,5 5 2 0,2 2 3 16,7 8-3-16,2 5 2 0,4 6-2 0,0 6 3 15,0 8-3-15,-1 3 3 0,3 5-14 0,0 2 3 16,-4-5-7-16,-2 1 2 0,-2-4 2 0,-5-3-5 16,0 2 4-16,-1-4-2 0,-1-2 1 0,0-5 1 15,0-3 0-15,-2-5 2 0,0-11 2 0,0 0 1 0,0-5 1 16,2-8 5-16,-2-2-10 0,0-6 4 0,0-5-8 16,0-1-2-16,0-5 9 0,0-3-10 0,-2-1 8 15,0 1-16-15,0-2-89 0,-1 0-22 0,-7-2-43 16,-19-6-250-16</inkml:trace>
  <inkml:trace contextRef="#ctx0" brushRef="#br0" timeOffset="173972.45">29973 2415 1065 0,'0'0'21'0,"0"0"36"0,2-2 18 0,0 0 56 16,2 0-9-16,9-3 17 0,13-6-64 0,4-1-17 15,3 1-4-15,4 0-2 0,4 0-16 0,7-2-21 16,2 0-2-16,6 0-7 0,-8 2-2 0,1 3-4 15,-5 1-7-15,-7 2-5 0,0 1-69 0,-3 0-177 16,-3 0-73-16</inkml:trace>
  <inkml:trace contextRef="#ctx0" brushRef="#br0" timeOffset="178876.35">29069 10007 269 0,'-2'0'38'0,"0"0"-3"0,1 0 35 0,-1 0 13 16,0 0-19-16,-2 0-5 0,2 0 1 0,-7 0-4 15,-4 0 10-15,4 0-1 0,-6 0 11 0,4 0-9 16,3 0 7-16,1 0-23 0,1 0-10 0,1 0-3 16,1 0-4-16,0 2-22 0,1 0 1 0,1-2 6 0,0 0-2 15,2 0 9-15,2 0 3 0,0 0-5 0,1 0 6 16,18-4-4-16,7-5-9 0,-4-1 0 0,5-3-3 16,1-1 3-16,-4-1 2 0,6-4 3 0,-1 1-1 15,-1-1 9-15,0 1 1 0,1-1-8 0,1 0 2 16,-1 3-18-16,-3 3-6 0,-4 3 5 0,-1 3-6 15,-7 1 5-15,1 1-8 0,-6 3 0 0,-2 0-4 16,-3 2-1-16,-4 0-2 0,2 0-1 0,-1 0 0 0,1 0-10 16,0 0-7-16,-2 0-3 0,-1 0-6 0,-1 0-49 0,0 0-110 15,0 0-14-15,-1 0-41 0,-1 2-156 0</inkml:trace>
  <inkml:trace contextRef="#ctx0" brushRef="#br0" timeOffset="179097.55">29103 10128 525 0,'-2'0'114'0,"-2"0"10"0,-13 2-19 15,-11 5-33-15,8-1-19 0,7-1-8 0,7-3 24 16,-3 2 3-16,5-2 4 0,-1-1 1 0,1 1-28 0,0 0 5 16,3 0-10-16,-1 0 12 0,2 0-8 0,2-2 2 15,5 0-4-15,28-6-10 0,2-7-13 0,1-4 1 16,2-3-5-16,-1-2-3 0,0 18-4 0,2-22-4 0,-2 2 1 15,2 0-7-15,2 3-8 0,0 3 0 0,-1 3-4 16,-1 0 0-16,-9 2-8 0,1 2-5 0,-11 2-1 16,-5 3-26-16,0 2-115 0,-4 3-66 0</inkml:trace>
  <inkml:trace contextRef="#ctx0" brushRef="#br0" timeOffset="179936.36">29691 13399 574 0,'0'0'67'15,"-2"0"-5"-15,0 0 55 0,-1 0 6 0,-5 0-10 16,3 0-14-16,1 0-34 0,2 0-14 0,-2 0-3 0,1 0-34 15,-1 0-6-15,2 0 7 0,0 0-6 0,2 0 6 16,0 0 3-16,2 0-2 0,0-2 4 0,2 1-9 16,1-1 4-16,16-6-6 0,-1 1 4 0,2-2-15 15,-1-1 4-15,1-1-2 0,2-2 3 0,0 0-6 0,1-2-4 16,-1 13 3-16,-4-18-2 0,2 1 1 0,-3 1 2 16,0 1-8-16,3 0 6 0,-2 3-20 0,-1-3 8 15,-1 2-11-15,-3 4 7 0,-2 0-26 0,-3 3-64 16,-1 5-63-16</inkml:trace>
  <inkml:trace contextRef="#ctx0" brushRef="#br0" timeOffset="180136.84">29849 13440 933 0,'0'0'120'0,"0"0"-92"0,-2 0 122 16,0 0-46-16,0 0-53 0,2 0 30 0,0 0-2 0,0 0 9 15,0 0-14-15,2 0-39 0,2 0-6 0,3 0-10 16,18-5-17-16,2-5-5 0,-1 1-4 0,0-4-2 16,4-4-11-16,-2 1 3 0,0 14 1 0,-2-19-1 15,-4-1-13-15,-2 5-32 0,-5 1-37 0,0 4-16 16,0 5-312-16</inkml:trace>
  <inkml:trace contextRef="#ctx0" brushRef="#br0" timeOffset="201277.26">12832 3213 64 0,'0'0'42'0,"0"-2"6"0,0 1 46 16,0-1-4-16,0 0-8 0,0-2 1 0,0-1-6 16,2-10 4-16,2 0-14 0,1-4-15 0,3-1-7 15,-3 3-3-15,3-1-25 0,-3 6 7 0,3-4-2 16,-3 3 5-16,1 2 6 0,-2 3-4 0,-4 6 9 0,3-7-7 15,-1 5 18-15,-2 2-10 0,0-1 1 0,2-1-4 16,-2 0-1-16,0 1 1 0,0-1-4 0,0 0 4 16,0 0-2-16,-2 3 0 0,0-1 0 0,0 0-1 15,-1 0-14-15,-1 0 9 0,0 0-9 0,2 2 8 16,-3-2-15-16,-4-1 2 0,5 1-7 0,-2 0 4 16,4 2-8-16,-1 0-2 0,-1 0 0 0,0 0-1 0,1 2 2 15,1 2-1-15,-2 5 6 0,-2 11-6 0,3-1-1 16,1-4 0-16,0 0-2 0,2-1 2 0,0 1 1 15,2 0 0-15,0-4 3 0,0-3-1 0,1-1 4 0,-1-3 1 16,7 3-8-16,8 4 6 0,0-3-1 0,1-4-1 16,5-4 5-16,-3-2-5 0,0-4 4 0,1-3 3 15,-3-2 2-15,-3 1 0 0,2-16 6 0,-4-5-12 16,0-3 6-16,-4 10-7 0,-1-5 8 0,-5 6-9 16,-1-1 2-16,15-2-3 0,-8 6 0 0,-5-2 2 15,-4 5-4-15,0 4 4 0,-2 2-11 0,0 3 7 16,0 3-4-16,2 3 5 0,-7-4-5 0,-12-5 12 0,1 6-6 15,-4 5 6-15,-3 3-13 0,1 7 11 0,-2 3-4 16,2 1 5-16,4-8-10 0,-1 14 9 0,3-1-2 16,7-2 4-16,1-2-8 0,-1-1-2 0,4-3 1 15,1 2-1-15,4-5 2 0,1-3 1 0,1 1 3 16,0-2-2-16,0-1-1 0,1 1 1 0,7 2-1 0,14 5 2 16,4-6 11-16,-2-5-13 0,6-1 1 0,-6-3-4 15,-2-4 6-15,-5 1-6 0,-2-2 4 0,-4 1-4 16,-2 3 6-16,-1-5 1 0,-5 1-5 0,7-2 2 15,-7 5-1-15,-3 5-2 0,0-1 9 0,2-2-6 16,-2 2 8-16,0 0-6 0,-2 1 0 0,1-1 0 16,-5 2-4-16,-18 0 2 0,0 5-2 0,1 3 3 0,3 3-7 15,0 0 2-15,-1 0-4 0,8-4 3 0,4 1-15 16,3-1-62-16,-1 4-81 0,0 6-5 0,5 0-372 16</inkml:trace>
  <inkml:trace contextRef="#ctx0" brushRef="#br0" timeOffset="-179356.46">18061 7614 30 0,'0'0'0'0,"0"-2"32"0,0 0 18 15,0 0 12-15,0 0 8 0,0-1-27 0,0-1-14 0,0 0 0 16,0 2-7-16,0-1 5 0,0-1-13 0,0 0-4 16,0 0 1-16,0 1-2 0,0-1-5 0,0 0 8 15,0 2 3-15,0-1 3 0,0-1 16 0,0 2-3 16,0 0-1-16,0 0-1 0,0-1-4 0,0-1-7 16,0 0-2-16,1 1-3 0,-1 1-17 0,2 0 11 15,0 0-5-15,0 0 9 0,0 0 1 0,0 0-12 16,0 1 4-16,-1 1-5 0,3 0 6 0,0 0-5 0,1 1 1 15,1 1-2-15,3 4 5 0,4 1 0 0,-7 12-1 16,5 7-1-16,0 2-8 0,-2 5 5 0,3 6 1 16,-3 4 2-16,-2 3 3 0,3 3-5 0,-5 1 1 15,19-6-1-15,-11-1 9 0,-3-4-9 0,-3-4 0 0,-1-3-3 16,-3-4 11-16,-1-2-5 0,0-2 4 0,-2-4-4 16,0 2 8-16,0-3-1 0,0 0-4 0,0-3 2 15,0-1 7-15,0-2 1 0,0-4-1 0,0-1 0 16,0-4 5-16,0-3 56 0,0 3-2 0,0 0 15 15,0 0-35-15,0-3-11 0,0 1-15 0,0 0 8 16,0-2-15-16,0 0-15 0,0 0 6 0,0 0-9 16,-2-2 6-16,0 0-10 0,0 1 3 0,1-3-3 0,-3-5 9 15,-4-6-4-15,3 0 4 0,-3-2-4 0,1-1-4 16,0-1-1-16,-1-1 3 0,1-3 0 0,1 1 8 0,2-2 3 16,1-4-7-16,3-4 5 0,0-5-10 0,3-2 5 15,3-5 0-15,0-3 2 0,3-1 6 0,6-2 1 16,1 2-4-16,3 1 2 0,3 3-8 0,1 1 8 15,-16 4 2-15,23 4 2 0,-1-1-5 0,5 7-3 16,-1 1-3-16,1 7 2 0,-1 3-4 0,-5 7-7 16,-4 3 3-16,-7 6-3 0,1 1-4 0,-3-11 8 15,-2 7-4-15,-2 1 7 0,0 2-6 0,-5 2-5 16,3 0-9-16,-5 0-1 0,2 0-44 0,-5 0-41 16,3 2-12-16,0 2-12 0,0 3-67 0</inkml:trace>
  <inkml:trace contextRef="#ctx0" brushRef="#br0" timeOffset="-178683.21">18608 8150 679 0,'0'-2'28'0,"0"1"-6"0,0-3 11 16,0 0-1-16,-3-11-9 0,-1 0-26 0,2 4 8 15,0-2-2-15,0 2 4 0,1 2 4 0,1 1-12 16,0-1 11-16,0 4-11 0,0-1 4 0,0 0 12 16,0 5-9-16,0-3 10 0,0-2-12 0,0 4 4 0,0-1-4 15,1-1 3-15,1 2-5 0,0 0 3 0,0 0 7 16,0 2-4-16,0 2 1 0,0 0 2 0,-1 2-8 16,1 9 7-16,2 9-6 0,0 0-7 0,-1 1 1 15,1-1-3-15,0-2 2 0,0 3 2 0,-1 1 1 16,1-2 0-16,0 0 10 0,-3 1-5 0,1-5 0 0,0 1-3 15,0-2-5-15,0-3 7 0,-2-1-4 0,2-3 5 16,0-1-4-16,-2-2-1 0,0-3 3 0,0-2-2 16,1 2 11-16,-1-1 14 0,0 1 8 0,2-2-2 15,0 0-2-15,0 0-21 0,0 0 6 0,0-2-7 16,0 0 9-16,-1-2-5 0,1 0-9 0,-2 0 4 16,8-13-12-16,-1-2 5 0,-1 4 3 0,-1-1 1 0,1 1 3 15,-2 1-10-15,1 1 2 0,1 0-4 16,-3 4 6-16,3-3 0 0,-2 5-1 0,-2-1 0 0,9 1-7 15,0 1 10-15,0 2-5 0,8-11 7 0,-1 2-10 0,3 4 2 16,1-1 1-16,-2 4 0 0,1 3-1 0,-1-1 3 16,-1 2-1-16,-4 0 0 0,-1 0-7 0,3 2 11 15,-6-1-3-15,-1 3 4 0,1 2-11 0,-6-3 9 16,-3-3-2-16,0 13 7 0,7 0 3 0,-3 2 8 16,-2 0-1-16,-4 0 3 0,-2-2-4 0,-6 2 10 15,1-2-2-15,1 0 5 0,-22 0-7 0,-1-4-7 16,-3 2-3-16,-3-1 0 0,3 3-4 0,-1-4-16 15,1-4-3-15,-1 1-16 0,1 0-112 0</inkml:trace>
  <inkml:trace contextRef="#ctx0" brushRef="#br0" timeOffset="-176951.18">19672 7530 58 0,'0'0'6'0,"0"0"9"0,0 0 11 16,0-2 13-16,2 0 11 0,0 1-1 0,0-1 9 15,0 0-5-15,1 0 4 0,1 0-8 0,9 0-6 16,-2-7-6-16,0 2 1 0,-3-1-15 0,3 4-11 16,-4 1 6-16,1-1-10 0,-3 0-7 0,-1 1 13 15,0-1-9-15,0 0 13 0,-1 2 9 0,-1 0-3 16,0 1-1-16,0-1-2 0,-2 0-4 0,0 2-6 0,-2 0 14 16,0 0-13-16,-2 0 3 0,-7 4 4 0,-9 3-7 15,-4 2 6-15,-2 2-17 0,0 1 12 0,-4 1-8 16,6-2 9-16,-6 4-9 0,-1 1 9 0,3-1-5 15,-6 2 5-15,8-4-13 0,0 0-1 0,4 0 3 0,0 0-1 16,3 0 6-16,2-2-3 0,3-2 1 0,-3 2-2 16,4-1-10-16,2-3 11 0,1 1-10 0,3-5 9 15,1 7-8-15,1 1 5 0,3 0 3 0,0-6 0 16,0 5-2-16,-3-3-4 0,1-1-4 0,-1 3 1 16,1-2-3-16,2-1-4 0,0 5 8 0,2-9-7 15,0 2 7-15,2 3 12 0,0-3-9 0,2-2 10 0,16 11-15 16,2-4 11-16,4-2 2 0,2-3 2 0,0-2-2 15,0-2-7-15,-2 0 3 0,0 0-3 0,2 0-2 16,-2 2 1-16,-2 0-2 0,-8 0 3 0,1-1 3 16,0 3-3-16,-2 0 5 0,1 1-5 0,-3-1 7 15,-1 0-6-15,-5 0-3 0,-3-3 1 0,-1 1 8 0,1 0-11 16,4 4 5-16,-5-4-9 0,5 3 4 0,-5-3-18 16,1 2 5-16,0-1-10 0,0 1-9 0,-1 0-187 15</inkml:trace>
  <inkml:trace contextRef="#ctx0" brushRef="#br0" timeOffset="-176390.61">20278 7489 23 0,'0'0'4'0,"0"0"5"16,0 0 8-16,0 0 1 0,0 0 24 0,1 0-2 16,1 0 5-16,0 0-6 0,0 0-8 0,0 0 19 15,0 0-14-15,0 0 14 0,-2 0-17 0,0 0-9 16,0 0 4-16,0 0-6 0,0 0 0 0,0 0 0 16,0 0-1-16,0 0 1 0,0 0-4 0,0 0-2 15,-2 2-1-15,0 0 2 0,-2 2 9 0,0-2-12 16,-14 12 1-16,-4 5-7 0,-3 0-5 0,1 1 8 0,-4 0 6 15,1 1-2-15,-3 1 2 0,4-3-7 16,0 1 0-16,4-1-1 0,1-4 5 0,1-1-7 0,-1-1-3 16,3-1-2-16,3-1-5 0,4 0 3 0,1-6 1 15,7 8 0-15,-3-7-1 0,3 0 5 0,-3 1-5 0,4-3 4 16,0-1 3-16,2-1-1 0,0 0 4 0,0 2-4 16,0-2 3-16,0 0 2 0,4 1 2 0,14 8 0 15,7-1-4-15,-1-5 3 0,5 1-5 0,-1-2 5 16,4-3 3-16,-4 1-7 0,1-2-4 0,-3 0-2 15,-3 0-11-15,-5 0 1 0,3 0 8 0,-6 0-5 16,3 2 1-16,-1 0-22 0,-4 0-5 0,2 0-5 16,-4 0-35-16</inkml:trace>
  <inkml:trace contextRef="#ctx0" brushRef="#br0" timeOffset="-175846.29">20848 7313 505 0,'-2'-2'22'0,"0"0"34"0,0-1-38 0,0-1-6 0,0 0 2 15,0 0-3-15,-1 1 0 0,-1-1-10 0,0 2 4 16,1 0-5-16,-1 0 10 0,0 1-10 0,2-1 0 0,0 0-1 16,1 0 6-16,-1 2 17 0,0 0-7 0,0 0 11 15,0 0-3-15,2 0-4 0,0 2 2 0,0 0-4 16,0 0-4-16,2 1-5 0,0 1 6 0,2 3-6 16,7 10 2-16,-9 0-4 0,11 3-2 0,0 1 0 15,-2 3-8-15,-2 2 5 0,0 0-3 0,1 3 4 16,-5 1-5-16,-1 2 6 0,0 1 4 0,-3 2 2 0,20 1 4 15,-6 5-6-15,-8-4 2 0,-5-4-4 0,-2 1 1 16,0-12 5-16,-2 0-1 0,-2-3 4 0,1 1 4 16,-3-1-5-16,2-8-2 0,1-2 1 0,1-5 10 15,2-2-14-15,-2 1 8 0,-2 1-8 0,1-2 25 0,1-2-9 16,-2 0 9-16,2 0-11 0,0 0-13 0,-9-15-3 16,-6-28 0-16,12-5 2 0,5-4 4 0,5-2 3 15,7 4-7-15,2 0 5 0,3 2-13 0,2 3 10 16,1 2-1-16,2 6 4 0,-10 2-9 0,21 2 11 15,4 3-8-15,-2-2 9 0,4 8-15 0,-1 2-4 16,-9 2 6-16,-1 8-5 0,-8-1 2 0,1 6 3 16,-6 1-8-16,-2 5 7 0,-2-7-5 0,-6 4-11 15,1 3 2-15,-2-1-9 0,-1 2-30 0,-1 0-74 0,0 2 1 16,0 1-28-16,-2 7-35 0</inkml:trace>
  <inkml:trace contextRef="#ctx0" brushRef="#br0" timeOffset="-175378.62">21488 7974 865 0,'0'-2'8'0,"0"0"0"15,-2 0 8-15,0-1-2 0,1-5 1 0,-1-1-13 16,2 3-2-16,0 5-5 0,0-3 2 0,0 0-6 15,0 2 6-15,0 0-3 0,0 1 5 0,0 1 6 16,0 1-3-16,0 1 10 0,0 13-8 0,-4 9 19 0,-2 2 16 16,-1 2-6-16,1-6 8 0,-1 1-12 0,1-5-10 15,-1 1 4-15,0-3-7 0,-1-1 4 0,3-4-15 16,-3 1 5-16,4-5-8 0,1 0 6 0,1-3-8 16,2-2-3-16,-2 2-1 0,0-1 7 0,0 1 0 15,2-2 7-15,0 0-6 0,2 0 5 0,0-2-9 16,2 0-2-16,9-4-1 0,9-5 5 0,0-2-9 0,2-4 4 15,1 11-8-15,2-18 4 0,-1-2 8 16,0 1 0-16,-3-1 3 0,1-2-1 0,-6 6-2 0,1 7-3 16,-4 0 1-16,-4 4 0 0,-4 3 3 0,1 0 6 15,-4 5-4-15,-1 1-1 0,1 0 17 0,0 0-12 16,-1 1 12-16,1 3-14 0,5 13-3 0,-1 7 2 16,-3 0-3-16,-3-2-4 0,0 1 5 0,0-5-2 0,0 1 4 15,0-3-10-15,0-1 12 0,1 0-6 0,-1-4 9 16,2 0-9-16,0-1 1 0,-3-5-1 0,3 1 1 15,-2-2-3-15,-2-3-12 0,9 7 5 0,-3-4-8 16,3 1 7-16,-3-3-6 0,-3-2-2 0,3 0-2 16,-2 0-15-16,-1 0-61 0,1-2-19 0,-2 0-23 15,0 0-127-15</inkml:trace>
  <inkml:trace contextRef="#ctx0" brushRef="#br0" timeOffset="-175241.81">21278 8031 545 0,'0'-1'70'0,"0"-1"102"0,0-4-98 0,-2-9-21 16,2-1-6-16,6 1-2 0,7-4-7 0,9 3-7 16,21-3 4-16,3-3-5 0,1-1-2 0,1-3-11 15,0 2 0-15,-1 2-5 0,-1 11-18 0,-9 5-17 16,-1 4-11-16,-7-16-4 0,-3 9-76 0</inkml:trace>
  <inkml:trace contextRef="#ctx0" brushRef="#br0" timeOffset="-174728.27">18499 8906 789 0,'0'-2'13'0,"-2"-2"7"0,-2-12 18 0,2 3-8 16,1 0-2-16,1 5-3 0,0 6-19 0,0-1-3 0,0-1-6 16,0 0 3-16,0 1-1 0,0 1 7 0,0 0 11 15,0 2-4-15,0 0 13 0,0 2 3 0,0 0-4 16,0 3 4-16,-2 21-9 0,-2 0-1 0,-2 6-3 0,1-1 2 15,-3 6-1-15,1 2-14 0,0 0 7 16,-1 0-10-16,1-1 4 0,3-1-7 0,0-4 0 0,2 1-3 16,1-5 6-16,-1 3-16 0,2-3 5 0,0-4-9 15,0-1-5-15,0-4-96 0,0-7 4 0,0-4-44 16,0 1-87-16</inkml:trace>
  <inkml:trace contextRef="#ctx0" brushRef="#br0" timeOffset="-174402.17">18289 9181 705 0,'0'-2'0'0,"-2"0"0"0,0 0 19 15,0 0-12-15,1 1 13 0,-3-1-16 0,2 0-4 16,0 0 6-16,0 0-7 0,0 0-1 0,1 0 0 0,-1 2 1 15,0 0 1-15,-2 0-3 0,0 2 6 16,1 2-4-16,-7 7 6 0,-3 10 4 0,0 5-7 16,4 1 5-16,2 3-4 0,1 3 27 0,2-1 9 0,4-4-6 15,0 0 4-15,2 3-25 0,2-3 1 0,0 0-1 16,1 0 0-16,-1-10-11 0,0 3 13 0,1-4-5 16,1-6 7-16,3 4-14 0,-1-4 15 0,-1-6 3 0,17-3 5 15,0 13 10-15,0-6-9 0,6-5-1 0,0-6-1 16,1-7-1-16,3-8-9 0,1 15-5 0,2-29 0 15,-1-1-10-15,-3 2 9 0,-5-3-7 0,1 5 6 16,-3 2-14-16,-1 0 2 0,1 4 5 0,-10-4-3 16,3 2-10-16,-2 5-66 0,-4 4-75 0</inkml:trace>
  <inkml:trace contextRef="#ctx0" brushRef="#br0" timeOffset="-173074.22">18109 10209 227 0,'0'-1'16'16,"0"-1"8"-16,0-2 11 0,0 2-28 0,0-5 6 15,0 3-11-15,0 2 12 0,0 0-9 0,-2-1-1 16,0-1-3-16,0 2-1 0,0 0 5 0,1 0-5 0,-1 2 8 15,0 0 4-15,0 2 11 0,0 2 12 0,-5 24-3 16,-1 9 34-16,3 4-19 0,1 0-5 0,2 1-6 16,0-1-21-16,0-6-8 0,1 1 3 0,-1-5-6 15,0-1 6-15,0-4-10 0,0 2 6 0,0-4-7 16,0 0 0-16,1-4 1 0,-1 1-6 0,2-4 5 16,0-3-3-16,0-2-13 0,0-3-3 0,0-2-11 15,0-1-87-15</inkml:trace>
  <inkml:trace contextRef="#ctx0" brushRef="#br0" timeOffset="-172749.4">18558 10365 605 0,'-2'0'13'0,"1"0"-4"0,-1 0 8 15,-2 2 6-15,-3 2-7 0,-8 5 0 0,2 15-6 16,-2 1 2-16,2 1-4 0,2-2-1 0,0 2-6 15,5 0 0-15,-1-6 0 0,1 0 2 0,4-5 10 16,-9 0 2-16,5-4 4 0,3-1 5 0,3-5 11 0,0-1 9 16,0 0 1-16,0-1 17 0,2 1-25 0,1-2-3 15,10 2-7-15,11-3-11 0,4-2-6 0,-2-5 3 16,-2-1-4-16,1-5-5 0,-3 1 7 0,0-4-5 0,-5 4 7 16,-1 2 2-16,-3-13-9 0,-1-1 9 0,-3-2-7 15,-5-3 16-15,14-2 16 0,-7-2-4 0,-7 1 6 16,-4 1-17-16,-4 10-11 0,-3-3-2 0,1 10-1 15,-3 0 5-15,2 6-18 0,-16 5 8 0,-1-13-10 16,0 8 4-16,-2 7-12 0,2 5-9 0,0 7-6 16,5-9-58-16,6 29-77 0,4-1-11 0,3-5-26 15,-10-1-89-15</inkml:trace>
  <inkml:trace contextRef="#ctx0" brushRef="#br0" timeOffset="-172228.46">18961 10362 586 0,'0'0'17'0,"0"0"0"0,-2 0 0 16,0 0 0-16,1 0-5 0,-3 0-1 0,0 2-8 16,0-1 1-16,3 3-3 0,-1 0-5 0,-2 13 10 15,4 1-3-15,4 3 8 0,3-3-3 0,-1-1 24 0,1-2-4 16,1 0 12-16,-1-2 10 0,-1-2 4 0,-1 0 2 15,-1-2-1-15,0 0-10 0,-3-3-4 0,1-1 5 16,0-1-3-16,-2 0 4 0,0 0-24 0,0 1-5 16,0-1-4-16,0 0-14 0,-2-1 3 0,-3-1-5 0,-18 13 1 15,-3-2-19-15,-1-4-13 0,4-5-3 0,-1-4-7 16,4 0-42-16,3-4 19 0,2 1-10 0,8-1 16 16,1 0 8-16,4 4 16 0,-7-15 1 0,2-3 4 15,5-5 10-15,4 3 13 0,7-4 2 0,8-4 4 16,-10 2 9-16,23 0-7 0,1-4 9 0,1 4-8 15,-1-1 11-15,7-3-10 0,-7 0 5 0,4 2-6 0,-1 2 6 16,-6-2-3-16,-2 6 1 0,-2 5 0 0,-4 1 9 16,-5 5-7-16,0 1 1 0,-4 5-2 0,-3 3 6 15,-3 0 9-15,1-2 1 0,-3 2 2 0,1 1 1 0,0-1-9 16,0 0 2-16,-1 2-4 0,1 0 8 0,0 2-9 16,-1 1 0-16,10 18-4 0,0 9 9 0,-3 1-11 15,-3 1 6-15,-1 3-9 0,-1 2-4 0,-1-2 6 16,0 1-6-16,-1-8 7 0,1-4 0 0,0-4-4 15,-1 2 4-15,1-1-5 0,0-3-2 0,0-1 23 16,-3-4-1-16,3 0 9 0,0-2-3 0,-2-3-7 16,0-3-5-16,-1-1 1 0,-1-2-3 0,0 0-8 15,0-1 7-15,12 9-9 0,-1-3-2 0,2-1 2 0,0-3-14 16,0-1 7-16,0-2-29 0,0 0-18 0,2-2 2 16,-2 1-14-16,0-3-62 0,1-4-95 0</inkml:trace>
  <inkml:trace contextRef="#ctx0" brushRef="#br0" timeOffset="-172006.47">19821 10401 1202 0,'-2'-2'25'0,"0"0"-4"16,0-2 0-16,0-1-1 0,1-3-10 0,1 5-8 15,0-1-2-15,3-5 7 0,3-1-6 0,11 1 11 16,14 2-12-16,-1 5-3 0,-2-17-2 0,-2 8 1 0,-6 5-3 16,2 1-6-16,-3 3 1 0,-1 0-22 0,-1 2-68 15,2 0-11-15,1 0-30 0,-1 0-117 0</inkml:trace>
  <inkml:trace contextRef="#ctx0" brushRef="#br0" timeOffset="-171705.64">20692 10057 1047 0,'-2'-2'15'0,"0"0"-1"0,-7-11 11 0,-6-9-9 0,4 5 4 15,3 4-20-15,4 6 4 0,1 1 1 0,3 5-2 16,0-1-7-16,-4-2 3 0,2 0-3 0,0 1 3 15,0 1-4-15,1 0 7 0,-1 0-4 0,0 2 5 16,0 2 6-16,0 0 2 0,-2 5 2 0,-12 27-1 16,5 3 5-16,-1 5-13 0,3 7 9 0,0-1-11 15,1 0-2-15,-1 2 5 0,4-3-10 0,-1-4 7 0,2-4-16 16,1-8 4-16,1-9-10 0,0-7 3 0,2-2-40 16,0-2-50-16,0-5-10 0,0-2-17 0,2-1-57 15</inkml:trace>
  <inkml:trace contextRef="#ctx0" brushRef="#br0" timeOffset="-171274.44">20940 10078 411 0,'-1'0'67'0,"-1"0"129"0,-2 0-156 0,0 0-15 15,-11 1 4-15,1 5-8 0,-1 3 9 0,2 2-18 0,2 25 3 16,1-1-8-16,-1 2 1 0,6 0 4 0,3-11 0 15,-17 2 1-15,10-7-7 0,5-5 14 0,2 1-4 16,2-8 8-16,0-3 5 0,2-2-1 0,0-1 1 16,4-1-2-16,16 4-7 0,0-6-7 0,2-4-7 0,-1-5 2 15,-1-6-5-15,0 6 2 0,-1-16 0 0,1-1 1 16,-2 0 4-16,-1 2-13 0,-4-2 9 0,-6 4-11 16,-3 0 7-16,-3 3 3 0,1 1-3 0,0 5 2 15,-1 3-4-15,1 3-1 0,0 1 1 0,-2 3-2 16,1 1-5-16,3-2 11 0,1 0-7 0,6-1 8 15,0 3-5-15,2 2-2 0,-4 2 3 0,-1 1-1 0,1 5-5 16,0 7 7-16,2 11-6 0,4-4 7 16,-4 0 0-16,0-1-3 0,3 1 4 0,-3 0-4 0,8-5 0 15,-1 0-2-15,-3-8 7 0,1-5-5 0,-1-1 9 0,2-1 7 16,-1 9-12-16,3-3 11 0,1-6-6 0,-5-2-4 16,1-6 4-16,-5 1-4 0,-2-3 10 0,-5 1-12 15,0-17 9-15,-5 1-11 0,14-1 1 0,-4 0 6 16,-5 2-8-16,-4-2 9 0,-2 3-3 0,-2 3-4 15,-4-1 3-15,1 6-5 0,-4 0-4 0,-3 7-1 16,-10 1-1-16,-4-12 1 0,0 6 3 0,-2 4-38 16,2 5-6-16,10 2-18 0,-1 0-85 0,9 2-137 15</inkml:trace>
  <inkml:trace contextRef="#ctx0" brushRef="#br0" timeOffset="-171005.26">22021 9974 581 0,'0'0'24'0,"-2"-2"22"16,0 0-10-16,0 0-13 0,-1 0 6 0,-7 0-8 15,-16 0 1-15,6 2 3 0,1 0-4 0,-1 4 6 16,3 0 17-16,2 1 6 0,1 3 1 0,1 1 0 16,3-1-7-16,5 14-9 0,-1 2 0 0,2 0-3 15,-10-2-10-15,3 3 4 0,3-1-6 0,4-2 7 0,3 2-2 16,1-7 2-16,0 0-1 0,1-6 0 0,3 2-10 15,0 0-6-15,-2-6-1 0,0 4-2 0,-2-5-3 16,0-1 4-16,0 1-3 0,0 0 0 0,0-5-17 16,0 1-91-16,-2 2-21 0,-26 0-36 0,-2-1-193 0</inkml:trace>
  <inkml:trace contextRef="#ctx0" brushRef="#br0" timeOffset="-170661.69">21808 9992 529 0,'0'-2'14'0,"0"0"22"0,0-1 9 16,0 1 9-16,0-13-14 0,1 0-22 0,5 0 0 16,3 0-9-16,12 1-17 0,19-1 8 0,1 2-3 0,-2 2 6 15,2 0 8-15,-4 5-5 0,-3 0-3 0,-3 5-1 16,-5-16-6-16,-7 9 4 0,-2 5 4 0,-6 3 0 15,-2 0 12-15,0 2 1 0,-7-2-2 0,2 3 1 16,9 16-6-16,-4 1 11 0,-3 6 2 0,-6 0 0 16,-2 4-5-16,-4 1-5 0,-1-1-4 0,-4 5 3 15,1-3 0-15,3-2-4 0,1 1 8 0,3-5-6 0,1 0 13 16,2-3 22-16,0-7-8 0,4-1 13 0,-1-2-5 16,1-4-4-16,0-3-4 0,-2-4-2 0,14 9-21 15,7 0-1-15,3-5 4 0,3-6-5 0,5-6-3 16,5-7 0-16,2-7-5 0,3 16 2 0,-1-24-14 0,-1 0-47 15,-4 2-41-15</inkml:trace>
  <inkml:trace contextRef="#ctx0" brushRef="#br0" timeOffset="-169788.09">21863 6904 206 0,'0'-1'3'0,"0"-1"-3"16,0 0 10-16,0 0-4 0,0 0 9 0,0 0 2 16,0 0-7-16,0 1 5 0,0-1-18 0,0 0 25 15,0 0 1-15,0 0 11 0,2 2 13 0,0 0-2 16,0 0 3-16,0 0-1 0,-1 0 5 0,1 2-4 16,0 0-5-16,-2 2 1 0,8 20-9 0,-1-2-2 15,-1 2-5-15,-3 0 0 0,-1-5-21 0,0-1 6 16,0 1-3-16,0 0 6 0,0-6 28 0,-1-4 19 15,-1-4 1-15,2-1 1 0,0 0-18 0,4 0-18 0,20 5 4 16,2-9-9-16,11-8-2 0,5-10-20 16,8 12 8-16,8-35-10 0,-3-3 19 0,4-4-12 0,-1-3 3 15,1 3-5-15,0 2 5 0,6 7-10 0,-2 2 3 16,-7 7-4-16,-6 2 10 0,-8 4-8 0,-5 4 2 0,-2 3-4 16,-3 2-6-16,-3 2 3 0,-6 2 0 0,-7 2 1 15,-1-1 2-15,-6 5-5 0,-2 1-5 0,-7 0 1 16,0 2-11-16,-2 1-15 0,4-3-26 0,-1 0 1 15,1 0-98-15,-2 1-86 0</inkml:trace>
  <inkml:trace contextRef="#ctx0" brushRef="#br0" timeOffset="-169385.94">22881 6425 446 0,'-2'-1'31'0,"-2"-3"26"0,-3-7 23 0,3-6-17 0,-9 2 0 16,6 2-8-16,5-4-6 0,-2 6-16 0,-2 0 0 15,-1 2-6-15,1 1-7 0,3 3-8 0,1 1 4 16,0-1-6-16,2-1 1 0,0 0-12 0,0 1 0 16,2-1-3-16,5 1 13 0,21-12-13 0,2 4 13 0,1 6-13 15,3 3 6-15,-1 2 0 0,3 2-8 0,1 4 6 16,-2-1-4-16,6 3 6 0,0 0-2 0,-2-1 2 16,0 3-1-16,-2-1 1 0,-2 2 6 0,-3-1-4 15,1 1-2-15,-11-2 4 0,2 3-6 0,-5-3 4 16,-6-1-4-16,2 1 15 0,-8-3 5 0,-3-2 2 15,5 11 17-15,1 3-12 0,-5 1 6 0,-3 4-7 0,-6-3 2 16,-7 4-8-16,0 3-8 0,-26 1 4 0,-2 3-5 16,0 1-8-16,-4 3 3 0,0 6-8 0,4 0-23 15,-1 4-150-15,2 5-69 0</inkml:trace>
  <inkml:trace contextRef="#ctx0" brushRef="#br0" timeOffset="-162647.9">13434 12631 663 0,'-2'-2'44'0,"-2"-2"-52"16,-27-20 21-16,-5-8 6 0,10 8-33 0,8 6 32 0,5 5-24 15,5 5-22-15,5 4 1 0,1 1-95 0,0 1-47 16</inkml:trace>
  <inkml:trace contextRef="#ctx0" brushRef="#br0" timeOffset="-151711.75">2964 3345 33 0,'0'0'4'0,"0"0"7"0,0 0 17 15,0 0 8-15,0 0 6 0,0 0-2 0,0-2-17 16,0 0 1-16,0 1-6 0,0-1-12 0,1 0 9 16,-1 0 2-16,0 0 3 0,0 0 2 0,0 0 2 15,0 1-9-15,2-1 8 0,0 0-12 0,0 0 9 16,-2 0-4-16,0 0 5 0,0 0-2 0,0 1-8 16,0-1 12-16,0 0-12 0,0 0 4 0,0 0 6 0,-2 0-11 15,0 0 10-15,0 1-16 0,1-1 7 0,-1 0-7 16,0 0 4-16,0 0-8 0,2 0 0 0,0 0 12 15,0 1-7-15,0-1-3 0,0-2 9 0,0 0-12 16,2 1 10-16,0-1-2 0,0 0-1 0,-1 0-2 16,1 1-1-16,0 1-4 0,0 0-6 0,0 0 6 0,0 0-5 15,0 0 5-15,-1 1 7 0,1-1-6 0,0 0 4 16,0 0-9-16,0 0 9 0,0 0-4 0,0 0 5 16,1 1 0-16,1 1-6 0,-2 0 5 0,5 0-6 15,6-2 7-15,0 2-1 0,4-2 7 0,2 0-5 16,-1 0 10-16,3 0-16 0,1 0 4 0,0 1-6 15,-1-1 2-15,3 0 2 0,0 0-4 0,4 0 2 16,1 0 0-16,3 2 0 0,3 0 1 0,-3 0 1 0,5 0 9 16,4 0-9-16,-2-2 5 0,7 2-6 0,-1 0-1 15,1 0 0-15,-3 0 2 0,-4-1 2 0,-2-1 2 0,-2 0-6 16,2 0-1-16,-3 2-1 0,-1-2 3 0,3 0 2 16,3-1 8-16,0 1-5 0,5 0 8 0,2 0-12 15,3 0 2-15,6 0-4 0,-3 0 8 0,0 1-8 16,4-3 2-16,-6 0-2 0,4-1 14 0,-2-1-17 15,-4 0 11-15,-5 1-13 0,-4-1 10 0,-2-1-2 16,2-1-6-16,-4 3 3 0,3-1 1 0,-3 3 0 16,0 1 2-16,2-2-1 0,-5 2 2 0,3 2 2 15,-1 0-2-15,-3 0 0 0,3 2-11 0,-7 2 10 16,3-1-7-16,-2 1 9 0,0-2-6 0,2 0 1 0,-6 0 1 16,4 0 0-16,1-1 0 0,-5-1-4 0,2 0 5 15,-3 0-4-15,-1 0 3 0,2 0 1 0,0 0 2 16,0 0-2-16,4-1 0 0,-2 1-3 0,2-2-5 15,-2 0 2-15,2 0 7 0,-2 2 0 0,0-2 1 0,2 0-4 16,-4 2-6-16,6 0 7 0,-4 0-1 0,-4 0 3 16,6 0-5-16,-2 0 6 0,0 2-3 0,3 0 5 15,-3-2-7-15,2 2 5 0,0 0-6 0,-6-2 5 16,4 0-9-16,-3 0 6 0,-3 0 3 0,6 0 1 16,-4 0 0-16,1-2 1 0,1 0 3 0,-2 0-2 15,2-2-6-15,-3 1 4 0,-1-1-5 0,-3 0 5 16,-1 1-8-16,-1 1 5 0,-2 0 0 0,-2 0 3 0,-1 0 0 15,-1 0-1-15,-2 0-1 0,1 1 1 0,-3 1 10 16,3 0-9-16,-1 0 0 0,-1 0-4 0,-1 0-10 0,3 0 13 16,-3 0 3-16,-1 0 2 0,2 0-7 0,-4 0-3 15,1 0-1-15,1 0 0 0,0 0 3 0,-1 0 5 16,1-2-3-16,0 2 5 0,0 0 0 0,-1 0-12 16,1 0 8-16,-2 0-8 0,0 0 12 0,0 0-6 15,-1 0-2-15,1 0 0 0,0 0-1 0,0 0-1 16,0 0 4-16,0 0-2 0,0 0 10 0,-1 0-7 15,1 0 4-15,0 0-6 0,0 0-1 0,-2 0 5 16,0 0-4-16,0 0 5 0,0 0-4 0,0 0-1 16,0 0 3-16,0 0-3 0,-2 0-2 0,0 0 2 0,0 0-4 15,1 0 4-15,-1 0-1 0,0 0-1 0,0 0 6 16,0 0-4-16,0 0-1 0,0 0 4 0,1 0-1 16,-1 0 3-16,0 0-6 0,0 0 5 0,0 0-7 15,0 0 7-15,-1 0-9 0,-1 0 5 0,0 0 0 0,0 0 3 16,1 0 7-16,-1 0-14 0,0 0 4 0,-1 0-6 15,-3 0 9-15,1 0-3 0,-2 0 0 0,1 0-2 16,1 0 0-16,-3 0 2 0,-1 2 3 0,0-1 0 16,-4 3 5-16,2 0-6 0,0 1-2 0,2-1-3 15,-2 2-4-15,4-3 13 0,1 1-2 0,1 0 5 16,3-2-8-16,2-2-2 0,1 0 1 0,-3 3 0 0,0-1-5 16,0 0 9-16,3 0-2 0,-1 0 6 0,0 0-5 15,2 0 30-15,0-1-6 0,2 1 14 0,0 0-9 16,1 0-21-16,3-2-3 0,12 4-5 0,-1-4 2 0,-2 0-8 15,-2 0 11-15,-2 0-10 0,0 0 8 0,-5 0-4 16,-1 0-2-16,-1 0 0 0,-2 0 1 0,2 0 5 16,-1 0-7-16,1 0 5 0,-2 0-1 0,0 0-2 15,0 0 8-15,-2 2-8 0,0-1 7 0,0 1-8 16,0 0 4-16,0 0-4 0,0 0 4 0,0 0 11 16,0 0-9-16,0-2 9 0,0 0-15 0,0 0 0 15,0 0 0-15,0 0 0 0,2 0 0 0,-1-2-232 16</inkml:trace>
  <inkml:trace contextRef="#ctx0" brushRef="#br0" timeOffset="-137386.16">15543 3616 61 0,'0'0'22'0,"0"0"0"15,0 0 34-15,0-2 13 0,0 0-1 0,0 1 3 0,0-1-39 16,0 0-3-16,0 0-9 0,-2 0-15 0,0 0 9 16,0 0-2-16,2 1 4 0,-2-1 0 0,1 2-14 15,1 0 9-15,0 0-11 0,0 0 13 0,0 0-9 16,0 0 1-16,0 0-1 0,0 2 22 0,0-1-10 15,0 1 9-15,0 0-8 0,0 0 25 0,0 2-11 16,0-1 4-16,1 7-7 0,1 1-1 0,0 2-8 16,2 4 8-16,-2-3-7 0,1 3-1 0,1-2-5 15,0 0-3-15,-2 0 3 0,0-4 4 0,-1 2-6 16,1 0 2-16,0-4-2 0,0 0 11 0,-2-3-14 0,0-2 5 16,2 3-7-16,-2-5-5 0,0 2 3 0,0-1-4 15,2 1 5-15,0 0 9 0,-1-2 15 0,3 0 22 16,0-1-5-16,1-1 33 0,8 0-57 0,6-5-4 0,1-4-13 15,-1-4 0-15,7-4 14 0,0-15-2 0,4-5 6 16,5-2-6-16,2 0-10 0,0-5-2 0,2 1 0 16,2-3 4-16,-4 3-11 0,-3 4 7 0,-6 2-9 15,-6 5-3-15,0 2-148 0,0 4-96 0</inkml:trace>
  <inkml:trace contextRef="#ctx0" brushRef="#br0" timeOffset="-132545.6">19362 3477 109 0,'0'0'16'0,"0"0"12"0,0 0 42 0,0-2 11 16,0 0 2-16,0 0-9 0,0 1-15 0,0-1 4 15,0 0-1-15,0 0-2 0,0 0 1 0,2-2-11 16,0 1 7-16,0-1-26 0,0 0 0 0,-2 2-5 16,1-1 3-16,-1 1-9 0,0 0-4 0,4-2 8 15,0 1-6-15,0-1 6 0,-1 2 7 0,-1 0-10 16,0 2 7-16,0 0-11 0,0 2-5 0,-2 0 4 0,9 29-5 15,-5 5-1-15,-4-3 7 0,-2-1-5 0,0-5 4 16,-2-1-11-16,2-9 13 0,1-2 1 0,-1 0 4 16,2-8 6-16,0-1-5 0,0-2 1 0,2-1-2 15,-1 1 6-15,1 0-2 0,2-2-3 0,0-2-1 16,12 1-10-16,9-1-6 0,-1-5 2 0,0-6-5 16,7-6-3-16,-1 10 6 0,2-27-3 0,3 1 4 0,-2-3-9 15,10 1-4-15,-2-2 2 0,-2 0-3 0,0 0-7 16,-2 2-71-16,0-3-23 0,-2 3-32 0,1 0-233 15</inkml:trace>
  <inkml:trace contextRef="#ctx0" brushRef="#br0" timeOffset="-124685.77">8027 3739 2 0,'0'0'0'0,"0"0"40"0,0 0 16 0,0-2 52 15,0 0 20-15,0 0-11 0,0 0 4 0,0 2-44 16,0-2 1-16,-2 2-12 0,0 0-15 0,0 0-1 16,0 0-4-16,1 0 2 0,-1 2-9 0,0 0-3 0,0 2 0 15,-5 11-2-15,-6 11-13 0,1 2 8 16,5-2-9-16,0 1 10 0,1-2-2 0,2-9-3 0,2-1 5 15,1-6-5-15,1-1-4 0,0-4-4 0,0-3 6 16,0 3-2-16,1 0 30 0,1-2-12 0,0-2 4 16,33 0-8-16,-3-10-13 0,14-14-8 0,3 6-2 15,-1-36 0-15,10 6-7 0,-6-10 2 0,-8 4-6 0,-3 4 4 16,0-2-1-16,-4 8-3 0,2-1 6 0,-4 8-6 16,2 0 5-16,-3 7-13 0,-5 2 1 0,1 4-9 15,-4 4-27-15,-4 3-82 0,-1 2-14 0,-1 8-26 16,-1-1-91-16</inkml:trace>
  <inkml:trace contextRef="#ctx0" brushRef="#br0" timeOffset="110351.74">2254 1397 26 0,'0'0'2'0,"0"-1"-2"0,0-1-2 0,0 0-1 16,0 0 1-16,0 0 2 0,0 0 1 0,0 0 2 15,2 1-3-15,0-1 0 0,0 0 1 0,0 0-1 16,0 0 0-16,-1 0-9 0</inkml:trace>
</inkml:ink>
</file>

<file path=ppt/ink/ink124.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16T05:48:09.983"/>
    </inkml:context>
    <inkml:brush xml:id="br0">
      <inkml:brushProperty name="width" value="0.05292" units="cm"/>
      <inkml:brushProperty name="height" value="0.05292" units="cm"/>
      <inkml:brushProperty name="color" value="#FF0000"/>
    </inkml:brush>
  </inkml:definitions>
  <inkml:trace contextRef="#ctx0" brushRef="#br0">24977 10984 256 0,'0'0'-47'0,"0"0"30"0,0 0-6 0,0 0 6 16,0 0 47-16,0 0 1 0,0 0 12 0,0 0-8 16,0 0 2-16,0 0-43 0,0 0 8 0,0 0 2 0,0 0 6 15,0 0 21-15,0 0-13 0,2 0 0 0,0 0-4 16,0 0-3-16,-1 2 2 0,1-1 8 0,0 1-4 16,0 2 13-16,0 3-3 0,0 6-7 0,0 8 3 15,-2-3-8-15,-2 5-2 0,0-1 1 0,-2-2-3 16,0 5 2-16,1-5-8 0,-1 2 7 0,0-5-7 15,1-4 10-15,-1 0 8 0,2-4 0 0,-2 0 2 16,1-1 0-16,-1 1-3 0,2-3-3 0,0-3 2 0,0 1 2 16,2-2-4-16,0 0 1 0,0 0-5 0,-2 1-10 15,1 1 35-15,-1 0-9 0,0 0 16 0,0-3-12 0,0 1-15 16,-2 0 4-16,3 0-9 0,-1 0-8 0,0 0 7 16,0-2-9-16,0 0 7 0,0 0-9 0,0 0 1 15,1-2 1-15,-1 0-3 0,0-2-7 0,-2-3 5 16,-3-12-2-16,3-1 2 0,0-1-1 0,2 3 6 15,2-4-5-15,0-1 4 0,0 1-3 0,2-2-1 16,2 2 1-16,0-1-3 0,-1 3-4 0,-1 3 5 16,2 1 1-16,-2 3 2 0,0 0-2 0,0 3-1 15,-1 3 0-15,1-2 1 0,0 1 0 0,0 1 1 0,2-3-1 16,-2 3 1-16,-1 0-2 0,1 1-4 0,0 0 5 16,0 3-3-16,0-5 9 0,7 5-6 0,-1-3-1 15,-3 2-3-15,1 1 3 0,1 1 1 0,1-4-1 16,-1 1 0-16,4-3-7 0,0 3 7 0,-2 1-3 0,1 2 4 15,-5 2-8-15,5-2 10 0,-3 2-2 0,0 0 3 16,-1 0-4-16,1 0-2 0,1 2 5 0,1 2-2 16,0-1 6-16,-1 1-9 0,-1 2 2 0,3 1-4 15,1 6 8-15,0 2-3 0,2 0 0 0,-6 0 0 16,1 3-3-16,1-3 5 0,0 4 0 0,-1 1 4 16,-1-3-6-16,4 0 0 0,-3-4-2 0,1 1 2 0,-2-1-5 15,1 2 7-15,1-4-2 0,0 1 4 0,1-5-4 16,-1-1 0-16,2 1-2 0,-2-3 1 0,1 1-3 15,-3 1 4-15,1-4 1 0,1 3 0 0,-2-1-1 16,1 0 2-16,-1-1-1 0,-1 1 1 0,-1 0-2 0,1-1 4 16,-1-1-1-16,3 2 3 0,-3-2-2 0,1 0-2 15,0-2-4-15,-1 0 2 0,1 0 3 0,1-2-4 16,-1 0 3-16,-1 0-4 0,1-2 0 0,-1 3 6 16,-1-9-4-16,2-3 6 0,-3-3-12 0,1 1 7 15,0-4 0-15,0 1 3 0,-3 1-8 0,3 0 5 16,9-1 0-16,-2-3 4 0,-1-1 4 0,-3 0-9 15,-3-1-1-15,-1 1-1 0,-1 0 8 0,-2 0-3 16,0-1 0-16,0 5-3 0,0-1-5 0,0 6 15 0,-2-2-1 16,1 4 5-16,1 4-10 0,-2-1 5 0,2 3-8 15,0-1 5-15,0 2-5 0,0 1-3 0,0 1 3 16,0 0-4-16,-2-2 2 0,0 1-7 0,0-1-1 16,0 2-4-16,0 0-22 0,1 0-24 0,-1 0-8 0,0 1-5 15,0-1-41-15,2 2-118 0,0 0 49 0,0 0-60 16,0 2 121-16</inkml:trace>
  <inkml:trace contextRef="#ctx0" brushRef="#br0" timeOffset="443.32">25772 11043 223 0,'0'0'47'16,"0"0"-5"-16,-2 0 36 0,0 0-1 0,0-2-50 15,0 0-6-15,0 1 5 0,0-1-6 0,2 0-3 0,0 0 2 16,0 0-3-16,0 0 4 0,2 0 2 0,0 1 3 16,0-3-2-16,2-4 2 0,5-6 2 0,0-1-1 15,1 2-1-15,-1 0-1 0,0 0-12 0,0 0-6 16,-1 2 1-16,1-1-3 0,-3 1-4 0,7 0 0 16,-6 0-2-16,-1 2 1 0,1-1 1 0,-5 3 5 15,5 0-1-15,-3 1 2 0,-2-1 0 0,2 1 1 0,-1 0-3 16,-1 3 3-16,0-1 0 0,-2 2 7 0,0 0-4 15,0 0 2-15,2-1-18 0,-2-1 6 0,0 2 4 16,-2 0 0-16,0 0 3 0,-1 1-10 0,-1 1 1 16,-15 0-4-16,6 1 6 0,-5 5 5 0,3 1-5 15,2 1 4-15,-2 3-9 0,6-5 7 0,-2 8-2 0,3 1 3 16,-1 0-8-16,5 0 9 0,2 2-3 0,0-4 5 16,-7 0-1-16,2 0 1 0,1-2 0 0,2 0-1 15,3 4-1-15,1-4 9 0,1 0 1 0,3 0 2 16,2-1-6-16,3 1-1 0,2 0 0 0,8-4 0 15,1-1 1-15,1-4-9 0,1 0-2 0,2-1-2 16,0 3 3-16,0 13-2 0,-5-8 3 0,3-1-4 16,0-3-3-16,1-3-12 0,3-2-12 0,-6 0 2 0,-1-2-20 15,-1-2-6-15,1-1 1 0,-4-1-10 0,1-1-63 16,1-2 3-16,-4 1-7 0,0 1 9 0,0-1 4 16</inkml:trace>
  <inkml:trace contextRef="#ctx0" brushRef="#br0" timeOffset="733.62">26306 10768 313 0,'-2'0'67'0,"1"-2"109"0,-1 1-124 0,0-1-25 16,0 0-3-16,0 0-7 0,0 0-10 0,0 2-8 16,1 0 2-16,-1 0-2 0,0 0 4 0,2 0 2 0,0 2-4 15,0 0 4-15,0 0 2 0,0 1 2 0,2 1 4 16,0 4-2-16,3 5 7 0,3 3 0 0,-1-1 2 15,2 4-2-15,1-1 0 0,-1-1-3 0,2 5-2 16,-2-7-1-16,-1-2-1 0,-6 0-4 0,12-5 5 0,1-1-3 16,-2 0 5-16,0-3-7 0,2 0 2 0,0-2-3 15,0 3 0-15,2 6-6 0,-6-3 0 0,2-1-2 16,-4-3 0-16,-3-2-16 0,-3 0-8 0,1 0-5 16,0-1-44-16,-1 1-21 0,1-2-11 0,-2 0-6 15,0 0-57-15</inkml:trace>
  <inkml:trace contextRef="#ctx0" brushRef="#br0" timeOffset="943.29">26460 10752 143 0,'0'0'120'0,"0"0"-16"0,-1-2-4 16,-1 0 22-16,-2 0-63 0,0 0-32 0,1 0-14 16,1 2-2-16,-6 0-2 0,1 0-11 0,-2 2 9 15,-3 4-6-15,-2 5 9 0,-3 0-9 0,-2 13 7 16,3-2-5-16,-1 1 6 0,0 3-5 0,6-4 5 15,-2 0-5-15,6-3 4 0,-1-1-9 0,6-1 0 16,1 2 4-16,-12-1-2 0,5-5 8 0,3 0-3 16,3-2-7-16,0 1 1 0,2-7-14 0,0 1 7 0,0-1-5 15,0-3 3-15,2 4-16 0,1-3-22 0,3 1-12 16,11 5-7-16,3-1-76 0,0-4-5 0</inkml:trace>
  <inkml:trace contextRef="#ctx0" brushRef="#br0" timeOffset="1282.77">27021 10545 226 0,'0'0'100'15,"0"-1"-7"-15,0-1 3 0,0 0 4 0,0 0-40 16,0 0-29-16,-2 0-11 0,0 0-1 0,1 1-3 0,-1 1-2 16,0 0-2-16,0 0-6 0,-2 1 4 0,1 1-5 15,-3 2 0-15,-3 3 4 0,-2-5-2 0,3 13 12 16,1-2-2-16,1 2 6 0,2 0-5 0,3 2 7 15,-3-1-5-15,-11 5-4 0,2 1 1 0,4 2-6 0,3-2-6 16,2 1 5-16,3-1-5 0,1-2 7 0,0 1 9 16,1-1 2-16,3-1 3 0,2 1 5 0,-1-5-5 15,3 0 2-15,-3-6-3 0,3 2-6 0,-1-1-10 16,10-3 1-16,0 4-1 0,1 0 8 0,4-1-11 16,1-5 2-16,-1-1-6 0,2-2-1 0,0-2-1 15,2-4 1-15,-2-3-1 0,2-4 1 0,0-2-1 16,-1 1-5-16,-1-1 2 0,0-1-19 0,-7 2-2 15,3-2-6-15,-11 6 3 0,-3 4-18 0,-4-5-33 0,5 0-5 16,-1 1-16-16,-4 5-62 0</inkml:trace>
  <inkml:trace contextRef="#ctx0" brushRef="#br0" timeOffset="1489.33">26845 10781 333 0,'0'0'122'0,"0"0"-125"0,0-2 132 0,0 1-63 16,0-1-44-16,0 0-15 0,2 0 5 0,0 0-7 15,1 0 9-15,1 2 2 0,18-7-4 0,4 1 4 0,2 1-12 16,9-3 14-16,2 1-6 0,2-1 8 0,4 1-10 16,-3 1-7-16,10-3 2 0,-2 2-3 0,2-1-2 0,0 1-35 15,-1 1-27-15,-7 3-17 0,-1 1-206 0</inkml:trace>
  <inkml:trace contextRef="#ctx0" brushRef="#br0" timeOffset="2249.86">26121 11580 120 0,'0'-2'24'0,"0"0"29"0,0 0-11 0,0 0-6 16,0 0-1-16,0 1-1 0,-2-1-2 0,0 0 9 15,2 0-4-15,-2 0 4 0,0 0-19 0,0 0 8 16,1 1-4-16,-1-1 6 0,-2 2 0 0,0 0 2 15,1 0-1-15,1 0-1 0,-8 3-10 0,3 3 8 16,-2 3-11-16,3 12 8 0,-1-1-19 0,3 2 9 16,-3-1-3-16,1 3 3 0,0-4-11 0,3 3-4 15,-12-3 3-15,7-5-3 0,3 0 16 0,3-4 3 0,2-4 1 16,0 1 0-16,0-3-2 0,0 1-5 0,0 1 2 16,0-3-3-16,0-2 5 0,2 2 2 0,2-1 3 15,-1-1-3-15,14 4 0 0,-2-4-10 0,3-2-2 0,1-4-2 16,-2-4-1-16,1-3 2 0,-1 9-3 0,0-20 0 15,-1 0-10-15,1 0 5 0,-2-1 6 0,0 3-1 16,-2 3-5-16,-2 2 0 0,-2 4-4 0,-3 2 4 16,1 3 7-16,-5 3-5 0,0 3-2 0,2-4-1 15,-1 0-4-15,1 2 6 0,0 1 5 0,-2 1-1 16,-1 1-3-16,1 1 0 0,0 2-2 0,4 9 1 0,1 7-1 16,-3-3 3-16,1 0-3 0,-1-2 3 15,2-2-3-15,-3-6 2 0,1-1-1 0,-2-3 0 0,5-1-8 16,8 9 11-16,2-3-1 0,2-4 6 0,1-4-1 15,2-4-1-15,6-4 1 0,-4-1 0 0,0-2 5 16,-1 0 4-16,-10 2-1 0,0 3 3 0,2-13 0 0,-4 1 2 16,0-1 2-16,-6 1-3 0,-1 1-10 0,-2 0 7 15,9 1-6-15,-3 1 6 0,-3-2-8 0,-1 4-1 16,-2-2 0-16,0 4-2 0,-2-2-7 0,0 4 2 16,-2-2-4-16,0 1 3 0,-2 3-4 0,0 1-6 15,3 3 0-15,-1-1-3 0,-4 2-10 0,-1-4-23 16,-8-3-5-16,4 5-11 0,3 3-64 0,1 1-57 15,3 0-13-15,2 0-17 0,-1 1-91 0</inkml:trace>
  <inkml:trace contextRef="#ctx0" brushRef="#br0" timeOffset="3528.3">26863 11817 149 0,'0'0'69'0,"0"0"-18"0,0 0 59 0,0-2-10 16,0 1-63-16,0-1-10 0,0 0 2 0,0 0-4 15,0 0 17-15,0-2-9 0,2 1 2 0,2-6-5 0,2-3 4 16,1-1-5-16,2 0 7 0,-5-1-6 0,14-3 9 16,3 0 3-16,1-1-4 0,2-1 2 0,4-1-11 0,-4 1-9 15,2 0-5-15,0 1-1 0,-2 1-13 0,2 0 2 16,-1 3 5-16,-7 1-4 0,1 0-4 0,-1 0 4 15,1 1-6-15,-4 1 5 0,-6 2-4 0,-3 2 7 16,-5-1 3-16,3 3 2 0,-4 3-1 0,2-2-8 16,0 0-2-16,-2 1-1 0,0-1-3 0,-2 0 2 15,0 2 5-15,-5-1-3 0,-16-1 8 0,-1 4-5 16,0 2 3-16,-2 3-3 0,0 5 5 0,0 1-6 16,2 2 0-16,2 0-1 0,-1 2 2 0,5-14-2 15,1 16-1-15,4 2 0 0,2-3 0 0,5-1 1 0,1 0 0 16,3-2 1-16,-7 0-2 0,1 0 3 0,3-2-1 15,1-1 1-15,2-1 4 0,2-2-11 0,0 3 9 16,2-1-9-16,-2-5 5 0,2 1 0 0,-2-3-3 16,18 11 3-16,5-2 7 0,1-3 0 0,-2-5-2 15,4-1 0-15,0-2-8 0,4-2 0 0,1-1 5 0,7-3-3 16,1-1 1-16,-2-3 1 0,2-1-3 0,2 0 2 16,-8 0 4-16,6-2-5 0,0-2 3 0,-6 0-3 15,6-2 3-15,-5 3-1 0,-3-1-2 0,-5 2 0 16,-2 0 0-16,1 0 1 0,-3 0 1 0,0 0-1 15,-3 0 1-15,-6 3-1 0,0 1 2 0,-4 5-1 16,0-5 4-16,-3-2 1 0,-2 2-2 0,-3-1 1 0,9-1-1 16,-5 2 1-16,-1 0 3 0,-4 3-3 0,0-1-1 15,0 3 7-15,0-2-4 0,0 5 4 0,0-1-7 16,-7 0-6-16,-12-11 0 0,0 4-2 0,1 3 11 0,-1 4-7 16,1 2-1-16,-3 2-3 0,3 2 2 0,3 1-3 15,-2 5 7-15,2-1-5 0,2 0 2 0,4-5-1 16,3 11-3-16,1 1 3 0,1-1 2 0,2-2 0 15,-9 2 0-15,4 0-1 0,1 0-1 0,2-2 7 16,3 2-6-16,1-4 5 0,0 2-10 0,1-4 8 16,3 2 2-16,0-3 1 0,1-1-10 0,8-3 6 15,10 0-6-15,-3 10 7 0,4-2-8 0,2-5-1 16,-2-1 7-16,2-5-3 0,0-1 1 0,2 0-12 16,0-3-2-16,0-3 0 0,0 1-2 0,-4-1-11 0,2-3 0 15,2-1-4-15,-2 1 1 0,0 0-26 0,0-2 9 16,-4 1-17-16,-1 1-19 0,-5 0 0 0,-5 3-13 15,1-1 13-15,-3-1 9 0,0 1 12 0,0-8 3 0,1 0 2 16,1 0 8-16,-2 1 16 0,-3-3 8 0,-1-4 3 16,-3 1 26-16,0-2 9 0,2 1 4 0,-3-3 5 15,3 6 48-15,-2-1 15 0,9 2 6 0,-3 4-1 16,-1-2-8-16,-3 6-6 0,-2 2-9 0,-2 3 1 16,0-2-33-16,0 5-10 0,0-1-6 0,0-4 1 15,0 2-5-15,0 1-13 0,0-1 6 0,0 2-9 16,0 0 9-16,0 2-9 0,0 0 9 0,0 2-9 0,0 2 13 15,0 1-8-15,-2 18 0 0,0 1-3 0,0 0 7 16,0 4 9-16,2-6 2 0,0 2 1 0,0 2-5 16,0-3-6-16,-2 3 0 0,0-4-1 0,1 2 8 0,-3 0-4 15,0-2-2-15,0 4-1 0,1-1-8 0,-1-5 8 16,-3 2-5-16,-1-3 6 0,1-1-7 0,1-3-2 16,1-2 3-16,1-3-4 0,2-5 1 0,0-1-3 15,0 0-1-15,1-1 0 0,-1 1 4 0,0 0-7 16,0-2-7-16,0-1 1 0,0 1-19 0,0 0 18 15,2-2-5-15,0-2 9 0,0 0-6 0,2-1 4 16,6-10 2-16,-6-10-1 0,18-1 5 0,2-2 1 16,2 4-4-16,-3-2 3 0,5 0 2 0,-4 3 3 0,-2-1 2 15,1 3-1-15,-6 3-2 0,0-1 2 0,-2 0 1 16,-2 4 2-16,-2 0 8 0,-2 4-3 0,1 3-1 16,-4-3 1-16,-3 5 4 0,1-1 5 0,-2 3 5 15,4-2-3-15,0 1 1 0,-1 1-20 0,-1 0 4 16,0 0-8-16,0 0 3 0,-2 2 9 0,0 0-8 0,-2 2 8 15,-2 2-7-15,-10 7-1 0,-3 11 0 0,-4-1 0 16,5-3 3-16,8 1 1 0,-5-4 0 0,11-2-1 16,-9 1-1-16,4-2 5 0,3-1-3 0,0 0 3 15,3-2-7-15,1 0 7 0,0 1 2 0,1-5 1 16,1 1 5-16,2-1-9 0,7-1 3 0,11-2-3 16,1 13 20-16,3-4-13 0,0-4 4 0,2-3-8 0,-2-2-3 15,0-2 2-15,-2 0 1 0,0-2 0 0,0-2-8 16,-2 1-1-16,2-3-7 0,-3 1 4 0,-1-1-10 15,1 0-19-15,-1 1-5 0,-1-1-9 0,-3 1-76 16,-1 1-104-16,-2 0-19 0</inkml:trace>
</inkml:ink>
</file>

<file path=ppt/ink/ink125.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15:47.548"/>
    </inkml:context>
    <inkml:brush xml:id="br0">
      <inkml:brushProperty name="width" value="0.05292" units="cm"/>
      <inkml:brushProperty name="height" value="0.05292" units="cm"/>
      <inkml:brushProperty name="color" value="#FF0000"/>
    </inkml:brush>
  </inkml:definitions>
  <inkml:trace contextRef="#ctx0" brushRef="#br0">27068 5770 256 0,'0'0'-67'0,"0"0"34"0,0 0-8 0,0 0 6 16,0 0 57-16,0-2 6 0,0 0-10 0,0 0 6 16,0 1-7-16,0-1-4 0,0 0 12 0,0 0-10 15,0 0 12-15,0 0-9 0,0 0 0 0,0 1 6 0,0-1-5 16,0 0-4-16,0 0 12 0,0 0-13 0,0 0 13 15,0 0-13-15,0 1-3 0,0-1 0 0,0 0-3 16,0 0-3-16,0 0 0 0,0 0 2 0,0 0-2 16,0 1-7-16,0-1 0 0,0 0 1 0,0 0 1 15,0 0-1-15,0 0 5 0,0 0-4 0,0 1 5 16,0 1-11-16,0 0 4 0,0 0-2 0,0 0 4 0,0 0 7 16,0 1-11-16,0 1 6 0,0 0-6 0,0 0 11 15,-2 2-4-15,0 5-1 0,0 4-1 0,0 0-7 16,0-2 7-16,0 0-3 0,1-1 5 0,-1-1 4 0,0 0-9 15,2-1 2-15,0-1-5 0,0-1 1 0,0-3 8 16,0 3 1-16,0-2 2 0,0 1-8 0,0-3 8 16,0 2-11-16,-2-1 10 0,2 1-8 0,0 0 5 15,0 0 2-15,0-1 0 0,0-1-2 0,0 0 1 16,0 0 6-16,0 0-3 0,0 0 11 0,0-1-13 16,0 1 5-16,-2 0-7 0,0 0 7 0,0 0-5 15,1-2-2-15,-1 0 0 0,0 0-3 0,0 0 8 16,0-2-5-16,0 0 7 0,0 0-7 0,1-1 2 15,1-5 2-15,-2-7 0 0,0 0 5 0,0 2-12 0,0-1 4 16,0-1-6-16,2 2 5 0,0-2 0 0,0 2 1 16,0 4-1-16,0-4 8 0,0 3-7 0,0-1-1 15,0 4-1-15,0-1 2 0,0 3-8 0,0 1 4 16,0-2-5-16,0 5 6 0,0-3-1 0,0 0-1 16,0 0-1-16,0 1-6 0,0 1 7 0,0 0-5 0,0 0 4 15,0 0-3-15,0 2-5 0,0 0 10 0,0 0-6 16,0 2 10-16,0 0-1 0,0 2-7 0,-2 12 4 15,-1 5 0-15,1-1 2 0,-2 3-1 0,2-1 1 16,0-2-3-16,1 1-5 0,-1-1 9 0,0-1-7 16,2-1 11-16,0-1-7 0,0-2-3 0,0-4 0 0,0 0 11 15,0-5-7-15,2 1 3 0,-2-1-5 0,0-3 1 16,0 1 5-16,0 0-1 0,0-2 2 0,2 1-3 16,-1 1-3-16,-1-2-1 0,2 4-4 0,2 1-26 0</inkml:trace>
  <inkml:trace contextRef="#ctx0" brushRef="#br0" timeOffset="14297.9">12106 7762 34 0,'0'0'-4'0,"0"0"6"0,0 0 1 16,0 0 5-16,0 0 5 0,0 2-2 0,0 0-8 15,0 0 2-15,0 0-2 0,0 0 13 0,0-1-14 16,0 1 5-16,0 0-6 0,0 0 23 0,0 0-12 15,0 0 1-15,0 0-6 0,0-1-2 0,0 1 5 16,0 0 8-16,0 0-3 0,0 0 2 0,0 0 13 0,0 0-9 16,0-1 10-16,0 1-12 0,2-2 9 0,0 0-2 15,0 0 5-15,0 0-5 0,-1 2-8 0,1-2-5 16,2 0 1-16,0 0-5 0,-1 0 3 0,5 0-2 0,1 0 0 16,4 0-7-16,0 0 0 0,-2-2 9 0,2 0-6 15,-2 1 5-15,4-1-11 0,-2-2-2 0,-2 0-1 16,1 1 7-16,1-1 5 0,3-2-1 0,-1 3 1 15,2-1-12-15,-2 0-1 0,1 0 4 0,1 1-1 16,0-1 1-16,-1 0 3 0,3-1-3 0,0 1 4 16,1-2 4-16,0 3-9 0,5-3 3 0,-1 1-4 0,0-3 1 15,0 1 6-15,-2-1-3 0,2 3 5 0,2-1-8 16,0 1 1-16,0 1-4 0,0 0 5 0,-3 0 4 16,1 3-4-16,6-3 6 0,-3 0-5 0,1 0-5 0,-2 3 1 15,-2-3 2-15,-1 0 1 0,1 0 2 0,-2 1 2 16,2-1-5-16,-2 2 4 0,1 0-3 0,-1-1 2 15,0 1-3-15,-1 0 2 0,-1 0-9 0,1-2 6 16,-3 2 1-16,3 1 3 0,-1-1 5 0,2 0-8 16,-1 0-2-16,-1 0-1 0,1 0 3 0,-1 0 5 15,8-1 0-15,-4 1 4 0,4-2-3 0,-2 2-6 16,5-1 0-16,-1-3 0 0,-2 0 6 0,5 1-2 16,-7-1 7-16,6 1-6 0,1-1 5 0,-1 1-5 0,-1 1-5 15,-3 0 1-15,0 0-8 0,0 1 7 0,-4 1 0 16,0 0 3-16,0 0-4 0,-1 2 3 0,1 0-2 15,-2-2 1-15,0 0-2 0,3 1 7 0,1-1-4 16,1 0 4-16,1 0-12 0,4 0 5 0,-4 0 1 16,3 0 0-16,6 2 4 0,-3 0-2 0,-1 0-1 0,-1 0-1 15,-1 0-5-15,6 0 9 0,2 2-5 0,-5 0 5 16,1 0-11-16,-3-2 4 0,-1 2 4 0,1 0-1 16,-2 0 4-16,-3-1-3 0,1 1-1 0,2 0 1 15,2 0 5-15,-1 0-6 0,1 0 3 0,-1 1-4 16,1 1-3-16,1 2 6 0,8-3-2 0,-4 1 3 15,4 0-7-15,4 1 4 0,-6 1-5 0,5 0 6 16,4-1 5-16,-5-1-10 0,0 0 9 0,-2-1-10 0,-2 1 1 16,-2 0 7-16,2-1-6 0,0 1 8 0,0 0-1 15,2 1-3-15,3 1-1 0,4 1-1 0,1-1 1 16,3 0 1-16,-2-1 3 0,6 3-4 0,-1-1-10 0,-5-3 9 16,4 1 1-16,-7 1 3 0,-1-1 1 0,2 3-4 15,-7-3-4-15,2 1 3 0,0 1-3 0,-3-1 4 16,3 1 0-16,2 3 1 0,-1-3 6 0,5 1-8 15,4 1 2-15,-2-2-3 0,2 3 5 0,3-1-5 16,-8-5 3-16,4-1-4 0,-2 1 11 0,-7-2-9 16,4 0 2-16,-7 0-3 0,3-1 2 0,2 1-1 15,-3-2 2-15,7 0-1 0,-1 0 6 0,8 2-5 16,5-2-3-16,-7 0 1 0,5 0 1 0,1 0 2 0,-7 0 2 16,7 0-3-16,-6 0-4 0,-6-2 4 0,0 0-4 15,1 1 4-15,-1 1 1 0,2 0 1 0,4 0 3 16,2 3-3-16,7-1-11 0,-4 2 12 0,-3-2-9 15,1 0 10-15,-7-2-1 0,2 0-4 0,-5 1 1 0,-4-1-4 16,-1 0-2-16,1 0 4 0,0 0 0 0,-1 0 0 16,-1 0 2-16,4 0 4 0,-3 0-1 0,5-1 0 15,1 1-6-15,-3 0-2 0,3 0 4 0,-7 0-1 16,0 0 0-16,-2 0 2 0,-8 0-1 0,3 0 3 16,-6 0-2-16,-2 0 1 0,0 0-6 0,-4 0 5 15,-4 0 5-15,-1 1-4 0,0 1 5 0,-2 0-7 0,0 0-6 16,-4 0 11-16,-2 0-9 0,0 0 10 0,0-1-3 15,-1 1 0-15,1 2 6 0,2 0-7 0,2 1 0 16,2 3-49-16,4-1-152 0</inkml:trace>
  <inkml:trace contextRef="#ctx0" brushRef="#br0" timeOffset="21139.15">28445 5538 17 0,'0'0'0'0,"0"0"29"16,0-2 8-16,0 0 4 0,0 0 0 0,0-1-24 15,0-1-6-15,0 0-2 0,0 0 2 0,0 1-2 0,0-1 1 16,0 0-1-16,0 1-1 0,0-1 0 0,0 0-7 16,0 0 27-16,0 1-6 0,0-1 14 0,0 2 3 0,0-2-27 15,0 3 10-15,0-1-16 0,0 0 10 0,2 0-16 16,-2 0 1-16,2 0-4 0,0 0 10 0,0 1-5 16,0-1 4-16,-1 0-5 0,1 0 1 0,0 2 9 15,0 0 4-15,0 0 3 0,0 2 11 0,0 0-15 16,-1 1 7-16,1 1-9 0,6 9 5 0,-1 6-5 15,1-1-5-15,1 6 3 0,-2 1-2 0,-1-1 3 16,-1 4-4-16,-1-4 2 0,0 0-3 0,0 4-4 16,-3-2 9-16,1 2-8 0,2 1 1 0,-2 1 3 15,0-2-9-15,0 2 5 0,-2-3-8 0,0 1 7 16,0 2 6-16,0-2-2 0,0-4-3 0,-2 4 3 0,2-4-4 16,0 0 4-16,0-2 2 0,0-5-8 0,0-6 5 0,0-3-6 15,0-1-8-15,0-1-56 0,0-5-95 16</inkml:trace>
  <inkml:trace contextRef="#ctx0" brushRef="#br0" timeOffset="22105.14">28612 5038 230 0,'0'-1'15'0,"-1"-1"20"0,-1-4-4 0,-4-7-5 0,1 2-3 16,1 2-1-16,0 1-7 0,0 3-10 0,1-1 4 16,1 2-8-16,0 1-1 0,2 1-1 0,-7 0 0 15,-5-7 0-15,-1 1 1 0,-1 1 10 0,-1 1-9 16,-2 3 10-16,2 1-5 0,0 0-4 0,-1 0 4 16,-3 2-5-16,0 0 8 0,3 0-4 0,-3 0 2 0,1 2-5 15,1 0-5-15,0 1 6 0,0 1-2 0,1 0 4 16,-3 1-11-16,-1 3 9 0,3-1-3 0,-2 3 7 15,3-1-10-15,-1 2 7 0,-2-9 0 0,3 16 4 16,-5 1-3-16,5 0 7 0,-1 1-9 0,2 0 8 16,4 6-4-16,-4 2-5 0,0-2 8 0,6 8-8 15,-8-6 1-15,6 3 1 0,-2 1-1 0,0-1 2 16,4 5-1-16,1-1 5 0,1 2-8 0,1-4 5 0,-1 1-7 16,1-1 4-16,-1-1 4 0,1-1 0 0,1 1-3 15,1-2-3-15,0 1 2 0,3-1-2 0,-1 1-1 0,-17-1 3 16,6 0-1-16,6-2 3 0,3 0 3 0,4-2-3 15,2 3 2-15,2-1-1 0,-1 2 2 0,5 1 1 16,1 1 0-16,2 3 2 0,0-3 3 0,2-4-1 16,2 3-3-16,2-3 4 0,1 4 4 0,-12-3-13 15,14-3 7-15,6-3-10 0,-1-3 10 0,1 0-5 16,-2-1 4-16,-6-4-4 0,6 2-3 0,-1-3 3 16,4 3-5-16,1-4 4 0,-2 0-4 0,2 0 12 15,0-4-6-15,0-1 7 0,0-3 1 0,1 1 8 0,1-2 0 16,2-2 2-16,1-1-7 0,-1 18 2 0,1-6-2 15,2-6 0-15,-1-5-6 0,3-2 2 0,2 0-1 16,2 0 0-16,0-3-12 0,-2-1 8 0,1 0-1 16,-1-1 4-16,6-3-3 0,-4 1-5 0,-2-1-3 0,-2-1 2 15,0 0 5-15,-3-1-5 0,1 1 2 0,-5 0-4 16,-3-2-2-16,-1 1 0 0,2-3 7 0,-2 0-3 16,4-3 6-16,-2-1-7 0,0 0-2 0,1 10 0 15,1-17-2-15,2 0 3 0,-3-4-2 0,3 2 3 16,-2-4-1-16,-4-2 5 0,-4 1 0 0,-2-1 0 15,-3 4-9-15,3 3 7 0,-3-5-7 0,-6 6 7 16,0 0 0-16,-7-1 1 0,-2 5 3 0,13-2-4 0,-6 1-5 16,-1-1 9-16,-5 0-5 0,-3-2 5 0,-2 1-14 15,-3 1 5-15,-3 0 0 0,1 1 4 0,-2-1 8 16,-2 0-13-16,-2-2 5 0,0 1-6 0,-6-5 8 0,2 2-1 16,1-1-4-16,-1-5 2 0,2 2-3 0,-2-1 4 15,1-1 0-15,14 1 1 0,-19 1-12 0,-3-7 8 16,0 5-2-16,0-5 4 0,-2 2-2 0,2 5-6 15,-2-1 1-15,-4 3-3 0,0 2 2 0,-1 2 5 16,-6 1-1-16,-2 3 2 0,-4 1-5 0,0 1-1 16,-3 3 2-16,-2 0-1 0,-3 2 5 0,-2 2-3 15,2-2 1-15,-2 2-2 0,1 0 5 0,2 1-10 16,1 1 3-16,5 2-5 0,-1 1 11 0,4-16-24 16,0 9 4-16,-1 7-14 0,-3 6-17 0,-1 2-166 0,-3 7-34 15</inkml:trace>
  <inkml:trace contextRef="#ctx0" brushRef="#br0" timeOffset="37320.94">9228 9092 1 0,'0'0'9'0,"0"0"5"15,-2 0 21-15,0 0 2 0,1 0-3 0,-1 0-6 16,0 0-1-16,-2 0-5 0,0 0 7 0,1 0-16 0,-1 0 13 16,0 0-7-16,1 0 9 0,1 0-2 0,-4 0-5 15,2 0 5-15,-3 0-7 0,1 0 3 0,5 0 1 16,-3 0-1-16,0 0 1 0,0 0-11 0,1 0 14 16,-1 0-8-16,2 0 9 0,0 0-11 0,0 0 0 15,1 0-6-15,-1 0 3 0,0 0-4 0,0 0 2 16,0 0 1-16,2 0-1 0,0 0-9 0,0 0 1 15,0 0 0-15,0 0 0 0,0 0-4 0,2 0 0 16,0 0 4-16,0 0-2 0,0 0-1 0,-1 0 5 0,3 0-9 16,0 0 8-16,0 0-3 0,-1 0 2 0,1 0 0 15,0 0-2-15,5 0-4 0,-2 0 8 0,3 2-1 16,1-1 3-16,-2 1-3 0,4 0-4 0,0 0 4 16,2 0-4-16,2 0 3 0,-1 0 0 0,1-1 5 15,5 3-3-15,1 0-1 0,1-2 2 0,2 0-8 0,0-1 6 16,2 1-5-16,1 0 4 0,3 0 5 0,1-2 0 15,3 0-2-15,3 0-6 0,2 0 1 0,-2 0-1 16,0 0 9-16,3 0-8 0,-1 2 1 0,-2-2-2 16,0 2 1-16,-7 0-3 0,3-1 3 0,-2 1-2 15,1 0 6-15,1 0-6 0,-2 2 0 0,5-1-2 16,2 1 3-16,5 2 5 0,1-1-4 0,-1-1 4 0,5 0 2 16,4-1-5-16,-2 1 4 0,4 0-6 0,-1 0-10 15,-5-3 14-15,1 1-5 0,-1 0 6 0,-6-2-10 16,5 2 6-16,-1 0 2 0,0 0 1 0,4 0-2 0,2-2 1 15,3 3-8-15,1-1 5 0,1 0-5 0,5 0 1 16,-3 0 8-16,2 0-4 0,-4-1 7 0,-5-1-9 16,2 2 1-16,0 0-3 0,-1 0 15 0,7 0-9 15,-1 0 4-15,8 0-7 0,-1-1-6 0,5 1 8 16,-1 2-2-16,-5-2 3 0,4 0-5 0,-6 0 10 16,-4-1-7-16,0 1 8 0,4 0-14 0,2 0 7 15,3-2 0-15,5 0 4 0,1 2-6 0,2 0 0 16,-6-2-2-16,1 0 3 0,-8-2 0 0,0 0 5 0,-2 0-1 15,4 0 2-15,1 0-6 0,5 1-2 0,5-1 2 16,2 0-1-16,-4 0 11 0,0 0-9 0,-4 0 4 16,-3-1-6-16,-4 1 1 0,4-2 2 0,-1 0 2 15,8 2 1-15,2-1-5 0,2-1 6 0,4-2-6 0,-8 3 8 16,0-5-10-16,-5 5-1 0,-3-3 3 0,-1 0-1 16,2 1 0-16,5-3 4 0,6 5-3 0,0-5 7 15,5 3-3-15,-1-1-2 0,-8 1-3 0,2-3 1 16,-9 3 8-16,-1-1-12 0,1 0 9 0,1 1-11 15,5 1 6-15,-1-1 0 0,2-1 0 0,2 0 1 16,-5 1 0-16,-1 1-1 0,-9-1-2 0,-4 1 2 16,-1 0-2-16,-2 0 7 0,3 3-4 0,-3-1 5 0,3 0-4 15,3 0 0-15,-5 0 2 0,3 2-3 0,-1 0-9 16,-3 0 7-16,-4 0 0 0,-8 0 2 0,-3 0 0 16,-4 0-1-16,-3 0 1 0,1 0 0 0,-4 0 3 0,-3 0-3 15,0 0 0-15,-2 0 1 0,-2 0 2 0,0 0 1 16,2 0-5-16,-3 0 4 0,-5 0-1 0,1 0-1 15,1 0 4-15,-5 0-4 0,2 0-2 0,-8 0 3 16,-5 0-3-16,0 0 2 0,5-2 0 0,-4 2 7 16,-1 0-4-16,0 0 5 0,0 0-8 0,-1 0-1 15,-1 0 5-15,0 0-5 0,0-2-2 0,-2 1-3 16,0 1 1-16,-2 0 0 0,0-2 0 0,-3 2-4 16,-20-4 5-16,1 2-3 0,-2 2 5 0,-2-2 4 15,1 2-8-15,-1 0 5 0,-4 0-10 0,1 0 5 0,-5 0-2 16,1 2 3-16,-4-2 5 0,-4 2-5 0,-5 0 2 15,-10 2-6-15,-1-1-10 0,-10 1 12 0,-1 2-3 16,1-3 7-16,-5 3-3 0,3-1 2 0,3 1 0 16,-5 0 0-16,-1 1 2 0,-8-1-1 0,-5-1-1 0,-8 1 0 15,1-1 6-15,-3-1-3 0,6 0-1 0,7-1-2 16,-5 1-5-16,2 0 7 0,-8 0 2 0,-7-1 2 16,0-1-2-16,2 0 3 0,1 0-5 0,10 0 5 15,2 0-2-15,0-1-1 0,-2 1 4 0,-10 0-5 16,-1 0-9-16,0 0 13 0,3 0-8 0,8 0 9 15,-2-1-12-15,4 3 9 0,0 0-3 0,-8-2 3 16,-4 1-6-16,-3 1 2 0,0-2-1 0,8 0 1 0,4 0-3 16,5 0 1-16,-4-1 2 0,-6-1 0 0,-3 0 4 15,-2 0-3-15,3 0 1 0,6 0-1 0,4 0 0 0,1 2 2 16,-1 0 3-16,-2-2-2 0,-4 2-8 0,-3-2 4 16,1 0-4-16,4 0 5 0,5 0 0 0,8 0 7 15,-1 0-6-15,1 2 6 0,-8-2-14 0,-5 0 12 16,0 0-7-16,0 0 7 0,8 0-5 0,8 0-4 15,7 0 8-15,-3 0-6 0,1-2 1 0,-5 2 4 16,-1-2-3-16,-2 2 5 0,-3-2-5 0,6 0-5 16,1 1 5-16,4 1-4 0,8-2 5 0,-1 2 1 15,6 0-6-15,-7 0 4 0,1 0 0 0,-5-2-1 16,1 0 2-16,0 0-1 0,0-2 4 0,2 3 1 0,2-3-5 16,5 0 4-16,5 0-4 0,4 1 0 0,3-3 4 15,1 2-3-15,3 1 11 0,-1-3-13 0,-4 2 6 16,1 1-8-16,0-1 2 0,3 0 4 0,2 2-3 0,0 1 6 15,4-1 7-15,-2 0-14 0,4 0 7 0,5 0-10 16,2 0-1-16,2 2 5 0,6-2-3 0,1 2 4 16,4 0 0-16,1-1 6 0,1 1-1 0,1 0 1 15,3 0-7-15,2 0 2 0,3 0 0 0,0 0 2 16,2 0-2-16,-1 0 4 0,-1 0-6 0,0 0 3 16,2 0-12-16,1 0 7 0,-1 0 5 0,0 0 0 15,2 0-1-15,0 0 5 0,2 0-6 0,0 0 6 0,-1 0-11 16,3 0 10-16,9 0-6 0,11 0 7 0,6 0-5 15,2 0 2-15,-1 0-1 0,8 0 0 0,6 0-3 16,7 0 3-16,5 0 2 0,1 0-2 0,3 0-3 16,-3-2 0-16,3 0-1 0,2 0 1 0,-2 0 7 0,10 0-10 15,7 0 5-15,2 1-6 0,5 1 7 0,6-2-2 16,-4 0-1-16,1 2 0 0,-1 0 0 0,-4 0 0 16,7 0-2-16,10 0 0 0,2 0 0 0,6 0 2 15,-1 2 0-15,-6-2 0 0,1 0 1 0,-2 2 0 16,9-1 1-16,12 1-2 0,0 0-1 0,-2 0 0 15,-6 0 2-15,-9 0 0 0,5 0 7 0,12-1-7 16,4 1 0-16,1 0-1 0,-2-2 8 0,-7 2-8 16,4 0 1-16,1 0-3 0,8 0 5 0,2-2 4 0,-4 1 2 15,-3 3-2-15,-5-2-7 0,5 2 0 0,3-1 0 16,4 1 0-16,-6 0-3 0,-7 0 7 0,-2-1-6 16,4 1 7-16,3 0-8 0,6-1 6 0,-4-1-5 0,-7 0 4 15,-4 0-8-15,6-2 6 0,1 2 0 16,6 0 2-16,1 0-2 0,-11-1 7 0,3-1-5 0,-4 0 4 15,2 0-4-15,11 0-8 0,0 0 7 0,0-1-7 16,-4-1 14-16,-5-2-7 0,5 0 0 0,6 1-2 16,2-3 2-16,1 0-1 0,-7-1 6 0,2 0-5 15,2-3 2-15,15 1-3 0,-4 0 0 0,-4-4 0 16,6 2 7-16,-4-2-2 0,13 1-2 0,0 3 0 16,-7-4-2-16,-2 4 1 0,-6 0 1 0,6 3 0 0,1-1 7 15,-5-1-11-15,-5 1 2 0,-10 3-5 0,0 0 3 16,8 1 1-16,-6 3 1 0,-5 0 0 0,-8-2 8 15,-7 2-7-15,3 0 2 0,2 3-4 0,2-1-6 0,-1 2 11 16,-10-2-9-16,-6 0 9 0,-3 0-9 0,-1-1 2 16,3 3 2-16,5 2 0 0,4-1 2 0,0 3-20 15,-6-1-8-15,-5 1-49 0,-2 1-475 0</inkml:trace>
  <inkml:trace contextRef="#ctx0" brushRef="#br0" timeOffset="102416.07">9343 12623 256 0,'0'0'2'0,"0"0"11"0,0-2 24 16,0 0 2-16,-2 1 15 0,1-1-7 0,-1 0-24 16,0 0 4-16,0-2-11 0,0 1-3 0,0-1-1 15,2 2 6-15,-2-5-3 0,1-1 19 0,-1 1-10 16,0 1 8-16,0 1-7 0,0-1 10 0,0 0 10 16,0 1-9-16,1-1 9 0,1 3-10 0,-2-3-8 15,2 2 4-15,0 1-4 0,-2-1 2 0,2 2-13 0,0 0 8 16,0 0-10-16,-2-1-3 0,0-1-6 0,0 0-6 15,0 2 3-15,1 0-2 0,-1 1 3 0,0-1-2 16,2 0 2-16,0 0 2 0,0 0-5 0,2 0 2 16,0 2-2-16,-1 0 0 0,3 0 0 0,2 0 3 0,14 0-2 15,2 0 2-15,1 0 1 0,1 0-1 0,0 0 1 16,0 2 0-16,4 2-4 0,-2-2 0 0,2 1-1 16,0 3 5-16,3 0-4 0,-5-1 0 0,6 3-2 15,-8-3 0-15,0 3 2 0,0-1 0 0,-7-1-1 16,0-1 2-16,-3 1 2 0,3-1 0 0,-4 1 0 15,4 3 8-15,-6-3-9 0,-5-3 8 0,-1 1-8 16,-3-4 5-16,0 0 4 0,0 0-3 0,0 0 4 0,-1 2 8 16,1 2-10-16,0-1 7 0,4 5-9 0,-3-3 6 15,1 5 3-15,0 1-1 0,-2-2 3 0,-2 4-5 16,0 2-11-16,-4 2 7 0,-2-4-9 0,-1 5 9 0,-2-3-4 16,-2 4-4-16,-2 1 2 0,9 1-3 0,-18 3-1 15,1-2 4-15,-3 4-2 0,0 2 1 0,0-2 3 16,2 0-3-16,-4 0 3 0,0 2-10 0,1 0 4 15,3-1 0-15,2 1 5 0,1 0-3 0,1 0 1 16,1 0-4-16,-2 0 3 0,3-1 9 0,-1-2-6 16,4 1 3-16,0-4-5 0,-2-2 8 0,4 3-8 15,0-5 7-15,1 3-8 0,1-1 2 0,4-5 1 16,-1 0-3-16,2-2 4 0,1-2 1 0,1 0-4 0,-6-2 1 16,5-3-2-16,-1-1-2 0,0 3 3 0,4-6-4 15,-2 3 2-15,2-1-9 0,0 0 5 0,0-1 1 16,0 1 2-16,2 0 1 0,0 0-1 0,0-1-7 0,2 1 3 15,-3-4-5-15,18 11 0 0,1-3 6 0,3-3-3 16,-1-1 4-16,4-2 3 0,0 0-7 0,4-1 7 16,1-1 0-16,-1 0 2 0,3-1 2 0,-1-3-1 15,-4 0 2-15,2 0-1 0,-4 3 4 0,0-1-4 16,1-2 5-16,-3 0 3 0,-5 2-5 0,-2 1 3 16,1-3-8-16,-3 2 1 0,2-2 1 0,-2 1-1 15,-6 1 0-15,0 0-4 0,-3 0 0 0,-2 2-2 0,-1-2-6 16,-1 2 6-16,0 0-1 0,2-2 3 0,-1 0-6 15,1 1-61-15,-2-1-21 0,0 0-21 0,0 0-141 16</inkml:trace>
  <inkml:trace contextRef="#ctx0" brushRef="#br0" timeOffset="102978.57">9314 12978 31 0,'0'0'11'0,"0"0"14"15,-2 0-20-15,0 0-4 0,0 0 1 0,0 0-1 16,0 0 5-16,0 0-6 0,1 0 2 0,-1 0-2 0,0 0 16 16,0 0 32-16,0 0-2 0,0 0 14 0,0 0 3 15,1 0 5-15,-1 0-5 0,0 0 5 0,0 0-5 0,0 0 0 16,0 0 4-16,0 0-4 0,1 0-15 0,-1 0-5 15,0 0-12-15,0 0 6 0,0 0-27 0,0 0-2 16,0 0 2-16,1 0-1 0,-1 0 1 0,0 0 0 16,2 0-2-16,0 2 1 0,0 0-5 0,0-1 0 15,2 1 0-15,0 0 1 0,1 0 7 0,10 0 1 16,10 0-1-16,6 0 0 0,-1-2-5 0,6 0 3 16,1 0-5-16,2-2 4 0,4-2 4 0,5 0-12 15,4 1 14-15,-3-1-13 0,-1 0 14 0,3-1-9 16,-9 1-6-16,1 0 2 0,-4 0 5 0,-7 1 10 15,0-1 0-15,-8 0 3 0,2 2 2 0,-3 1 7 0,-3-1-3 16,-3 0 3-16,0 0-4 0,-4 2-9 0,0-2 3 16,-2 0-7-16,-1 2 0 0,-3 0-6 0,1 0-5 0,-2 0 0 15,-1 0-4-15,-1 0-14 0,2 0-15 0,-2 0-18 16,0 0-224-16</inkml:trace>
  <inkml:trace contextRef="#ctx0" brushRef="#br0" timeOffset="104692.85">10782 13041 224 0,'0'0'46'0,"0"0"-5"0,-2 0 6 0,1 0 13 15,-1 0-22-15,0 0 5 0,0 0-11 0,0 0-7 16,0 0 2-16,0 0-15 0,1 0 20 0,-1 0-6 15,0 0 9-15,0 0 1 0,0 0 1 0,0 0 12 16,0-2-9-16,1 0 0 0,1 0-14 0,0 1-8 16,0-1 3-16,1 0-4 0,1 0 6 0,2 0 3 0,2 0-1 15,16-5 0-15,0 1-1 0,2 1-8 0,4-1 6 16,0 2-1-16,5 3-14 0,1-1 11 0,3 2-12 16,4 0 4-16,-2 0 2 0,3 0-6 0,-8 0 4 15,-4 0-14-15,-3 0 10 0,-4 0-6 0,6 0 7 16,1 0-6-16,-2 2-3 0,0-1 2 0,-10-1-1 15,-3 0 8-15,-2 0-10 0,0 0 3 0,0 0-7 16,-3 0 6-16,-3 0-12 0,-3 0-2 0,1 0-5 0,-1 0-26 16,0 0-130-16,-1 0 5 0</inkml:trace>
  <inkml:trace contextRef="#ctx0" brushRef="#br0" timeOffset="104924.86">10849 13162 521 0,'-2'0'61'0,"0"0"-6"0,1 0 13 16,-1 0-3-16,0 0-19 0,0 0-26 0,0 0 2 15,0 0 3-15,0 1-1 0,1 1-3 0,-1 0-7 16,0 0 2-16,0 0-1 0,0 2 18 0,2-1-5 0,0-1 2 16,2 4-4-16,2-1-2 0,16-1-1 0,10 0 2 15,1-2-2-15,8-1-1 0,4 24-14 0,3-12-3 16,5-8-2-16,4-3-4 0,-3-2-10 0,2 0-12 15,-2 0-3-15,-4 0-60 0,4 0-39 0,-3-2-4 16,1 0-32-16,-2 0-227 0</inkml:trace>
  <inkml:trace contextRef="#ctx0" brushRef="#br0" timeOffset="105789.7">13103 12501 324 0,'0'0'176'0,"0"0"-186"0,0-2 190 16,0 0-91-16,0 0-60 0,0 0-11 0,0 0 4 0,2-1-5 15,0-1 5-15,2-4 3 0,5-6-6 0,-4-3 3 16,12-2-15-16,2 1-3 0,1-1-4 0,1-1 1 15,-1-2 0-15,0-1 8 0,-1-3 2 0,0 0-1 16,-1-2-5-16,4 1 4 0,-1-5-8 0,-1 0 6 16,1-3-8-16,-6 2 5 0,1 1 4 0,-6 2 1 15,-1 6 6-15,2 2-1 0,-4 0 2 0,1 1-1 16,-3 3 2-16,7 1-3 0,-5 6 3 0,-5 7-1 0,0-1 15 16,0 1 2-16,-1 0-6 0,1 0 2 0,0 1-16 15,0 1-7-15,0 0 7 0,-2 0-7 0,0 2 5 16,0 0-3-16,-2 2-8 0,0 2 3 0,-7 12-2 0,-4 10 4 15,0 4-1-15,2 2 0 0,1 3-4 0,1-2 3 16,2-3-3-16,-1 0 1 0,3 0-4 0,-1-4 6 16,2 1 2-16,3 1 0 0,-1-2-5 0,2 0-2 15,2 2 1-15,-1 0 0 0,3-2 6 0,2 2-5 16,-1 0 5-16,3-2-5 0,1 1 7 0,2 1-4 16,2 2-1-16,0 0 0 0,-2-2 1 0,0 1-3 15,-1-3 1-15,-3 0-1 0,-1-2 4 0,-1-1-2 0,1 1 1 16,-1-4-1-16,-1-1-2 0,-2-1 5 15,-2-3-3-15,0-2 6 0,0 2 3 0,0-6-11 0,0-3 3 16,-2 0-5-16,-3 3 4 0,3-2 7 0,-19 1-4 16,-1-5 4-16,0 3-2 0,1-2-8 0,-3-1 8 15,4 3-8-15,1 7 0 0,-1-2 1 0,1-2 0 0,1-1 1 16,-1-3 5-16,2-1-3 0,1-2 2 0,1 0-2 16,0 0-1-16,2-2-2 0,2 0-1 0,1 0 1 15,3 0 6-15,1 0-6 0,1 0 4 0,3 0-4 16,0 0-2-16,-2 2-2 0,1-1-5 0,1 1 4 15,0 0 1-15,0 0 2 0,2 0 1 0,0-2-2 16,0 2-8-16,2-2 9 0,2 2-1 0,11-1 3 0,11 3 6 16,5 0-10-16,1-2 4 0,5-2-5 0,0 0 4 15,9 0-1-15,6 0 2 0,-5 0-2 0,7-2-3 16,-4 0 8-16,-2 0-6 0,2 0 6 0,-3 0-4 16,-5 2-1-16,-1-1 2 0,-4-1-1 0,0 0 6 15,-5 2-6-15,1 0 1 0,-3 0-4 0,2 2 8 0,-4 1-4 16,-4 1 4-16,0 2-4 0,-4-3 1 0,-5 1-9 15,0 0 4-15,-8-2-6 0,-1 0-1 0,-2 1-93 16,-1 1-9-16,-3-2-40 0,4 9-146 0</inkml:trace>
  <inkml:trace contextRef="#ctx0" brushRef="#br0" timeOffset="106195.64">12691 13459 1023 0,'-4'-2'15'0,"-20"-7"26"16,-4-1-27-16,10 5 1 0,3 1-6 0,4 2 3 16,3 2-15-16,5 0 2 0,-1 0-1 0,0 0 2 15,0 0 0-15,1 0-6 0,1 2 3 0,0 0-5 0,0 0 4 16,0 0 0-16,2-1 5 0,0 1-1 0,0 0 8 15,2 0 8-15,0 0-5 0,0 0 7 0,2-2-6 16,18 9 3-16,4 0 6 0,4 1-3 0,5-1 2 16,9 0-7-16,10 0-2 0,2-1 2 0,7-4 8 15,4-3 2-15,2-1-2 0,7-1 1 0,5-1-12 0,12-4 3 16,9 1 1-16,8-1 1 0,-2-1 1 0,-3-1 9 16,-2 3-6-16,-3-1 5 0,9 4-19 0,5 0 3 15,1 0 1-15,-2-1 1 0,-7 1-6 0,-11 2 3 16,-3 0-5-16,3 4 5 0,2 1 0 0,1 1-4 15,-1-1 4-15,-12 3-4 0,-7 1-5 0,-17-2 8 16,-5 5-6-16,-10-3 6 0,-7-2-15 0,-7 1 10 16,-6 1-5-16,-8-2 6 0,-1 1-12 0,-9-4-31 15,-3-1-21-15,-1 1-5 0,0 0-90 0,-3-1-114 0</inkml:trace>
  <inkml:trace contextRef="#ctx0" brushRef="#br0" timeOffset="106653.56">12669 14326 859 0,'-2'-2'91'15,"0"0"-133"-15,0-2 108 0,-2-5-65 0,3-2-22 0,1 4 4 16,0 5-7-16,0-4 8 0,0 2 4 0,0 3 3 16,1-3 1-16,3 0 0 0,0 2 9 0,0 0 8 15,3 1 1-15,0 1 1 0,3 1-5 0,-5 3 18 16,3 24-2-16,-6 9 7 0,18 4-2 0,-9 2-2 16,-3 1 1-16,-5 3-1 0,-1-5-5 0,-2 1-9 15,0-2 6-15,0-2-7 0,-2 0 2 0,-1 2 2 16,-3-2-5-16,-1 0 6 0,-1 0 6 0,1-6 0 15,-3 4 5-15,1-3-3 0,-2-3 20 0,-2 1 20 0,0-6-5 16,11-4 8-16,-18 0-16 0,-1-3-3 0,1-8-3 16,-2 2 0-16,1-6-14 0,-3-1-5 0,2 1-1 15,-1 8-2-15,3-5-8 0,0-5-7 0,1-3-1 0,0-4-3 16,3-2-3-16,1-3-13 0,2-2-8 0,0-1-3 16,2-10-33-16,1-8-14 0,1 0-2 0,2 0-7 15,1-1-32-15,2 1-60 0,3-4-36 0,-1 3-19 16,-17 1-222-16</inkml:trace>
  <inkml:trace contextRef="#ctx0" brushRef="#br0" timeOffset="106792.41">12793 13884 1434 0,'0'-2'81'0,"-2"0"-105"16,0-2 93-16,1 1-53 0,-1-1-26 0,0 0-28 15,0 1 1-15,0 1-15 0,0 0-62 0,0 0-205 16</inkml:trace>
  <inkml:trace contextRef="#ctx0" brushRef="#br0" timeOffset="107416.29">13242 14222 698 0,'0'0'36'15,"0"0"-3"-15,0-2-12 0,-1 0 6 0,-1 0-21 16,2 0 7-16,0 2-6 0,0 0 3 0,0 0-4 16,-2 0 0-16,0 0-2 0,0 0 6 0,0 0-3 15,0 2 13-15,1 2 15 0,-3 9-9 0,-5 17 10 16,-3 5-10-16,1 4-5 0,0 4-3 0,2 1-1 0,0-1-13 15,-1-2-2-15,3-6 9 0,1-2-5 0,1-3 9 16,1-2 16-16,2-6-8 0,0-1 10 0,2-6-14 16,0-1 5-16,0-1-7 0,0-1 6 0,0-5-8 0,0-3-3 15,2-1 3-15,0 1-3 0,2 0 12 0,3 0-4 16,10 1 6-16,5-3-6 0,-1-4-6 0,1-7-8 16,4-6-1-16,-2 9-1 0,0-23 0 0,4-3 0 15,-2-1-4-15,0-1 3 0,-2 1-3 0,-3-1-2 16,-5 5-1-16,-5 5 1 0,4 7 4 0,-9 4-2 15,1 2 5-15,-5 3-3 0,0 5 15 0,2-1-15 16,-1 0 7-16,-1 2-9 0,0 0 5 0,0 2-7 16,-2 2 0-16,0 2-3 0,-7 24 8 0,-1 5-2 0,1-7 3 15,1-2-4-15,4-1 5 0,0-7-6 0,2 1-1 16,0-2-2-16,2-2 4 0,0-4-4 0,2 2 4 16,0-3-3-16,-1-3 2 0,3 1 13 0,11-2-5 15,3-1 9-15,0-1 7 0,10 0-5 0,-4 13 2 0,4-6-4 16,3-5-6-16,-1-4 0 0,3-4 6 0,-3-3-5 15,1-4 1-15,-3 0-1 0,1-4-5 0,-3-2 4 16,-2 13-2-16,-2-27 8 0,-1-5 1 0,-1 1 2 16,-4-8 3-16,-1-1-8 0,-6-3 2 0,-3-6-4 15,-6 6-4-15,22 3 9 0,-13 5-5 0,-9 3 7 16,-4 3 1-16,-4 5-7 0,-1 0 4 0,-1 6-8 16,-1 3-5-16,0 5 3 0,1 2-5 0,5 7 3 0,-7-1-16 15,1-1-15-15,-2-1-1 0,2 3-4 0,-1 1-9 16,3 4-11-16,0 0-24 0,1 0 1 0,4 0-101 15,2 2-91-15,-13 22-28 0</inkml:trace>
  <inkml:trace contextRef="#ctx0" brushRef="#br0" timeOffset="107822.72">15086 14482 253 0,'0'0'125'0,"2"0"-145"16,0-2 138-16,0 0-69 0,0 0-30 0,-1 0 23 0,1 0-11 16,0-1 14-16,2-3-20 0,1-5-6 0,1-2 10 15,0-2-6-15,-3-5 33 0,-3 1 15 0,-2-1-4 16,-1 3 5-16,-1 2-17 0,-2 0 14 0,-1 1-5 16,0 1 6-16,-3 0-26 0,5 1-5 0,-10 5-3 0,-2-2 0 15,0 1-5-15,-3 1-10 0,0 3-4 0,-3 0-2 16,1 3-8-16,2-14 8 0,-1 5-3 0,1 3 3 15,-1 3-17-15,1 2 8 0,-2 2-1 0,1 0 5 16,1 2-6-16,3 4 6 0,0-1-5 0,3 3 5 16,-1 3-6-16,2-4-6 0,0 21 1 0,3-2-4 15,1 6 11-15,4-1-6 0,-3 1 3 0,1 3-4 0,1-3-4 16,2 1 4-16,3 2 1 0,-3-7 0 0,2 2 4 16,0-2-4-16,-15-4-2 0,6 2-1 0,6-2 3 15,3-2-7-15,2-1 4 0,4-1-8 0,3-1 4 0,2-2 12 16,1-4-2-16,4-4 6 0,14 0 4 0,4-5-1 15,5 18-2-15,4-9 0 0,9-7 6 0,4-6-7 16,7-8 4-16,4-3-7 0,-2-4-5 0,4-3 4 16,-2-3-4-16,-4 1 3 0,2-4-4 0,-1 0-17 15,1-1-15-15,0 1-2 0,6-2-69 0,7-2-327 16</inkml:trace>
  <inkml:trace contextRef="#ctx0" brushRef="#br0" timeOffset="110571.95">13475 15152 47 0,'0'0'8'0,"0"-2"6"0,0 0 16 16,0-1 11-16,3-12-2 0,1-4-2 0,0 2-14 15,-2 4-5-15,-1 2 2 0,3 0 3 0,-2 2-4 0,0 1 7 16,0 1-5-16,0 1 19 0,-1 1-4 0,1 1 1 16,0 0-4-16,0 1-4 0,-2-1-10 0,0 2 9 15,0 0-8-15,2-1 15 0,0-1-14 0,0 0 0 16,-1 0-3-16,1 3-2 0,0-1 10 0,0 0 1 15,0 0 5-15,0 0 10 0,0 0-14 0,-2 2 3 0,0 2-7 16,0 0-1-16,0 7-7 0,1 23-9 0,-1 3 4 16,-1-1-4-16,-3 5-5 0,0 0 10 0,0 7-9 15,1 0 4-15,-3 1-5 0,1-1 4 0,-3-7-3 16,1-2-3-16,-1 1 6 0,-1-3-1 0,2 0 6 16,-1-1-5-16,3-3-3 0,-1 1-3 0,-1-3 4 15,1 1 9-15,0-2-8 0,1 0 4 0,1-4-6 0,-1 2-6 16,1-4 7-16,0 0-3 0,0-1 6 0,1-1-3 15,1-5-4-15,0 0 0 0,2-6-1 0,-2 1-4 0,2-3 1 16,0 0-1-16,0-1 1 0,0-4-3 0,0 2-14 16,-2-1-2-16,0 1-5 0,1 0-24 0,-1-1-46 15,2 1-3-15,-2-2-22 0,0 0-73 0</inkml:trace>
  <inkml:trace contextRef="#ctx0" brushRef="#br0" timeOffset="111147.99">13200 15885 99 0,'0'0'40'0,"0"0"-18"0,-2-1 34 0,0-1-7 15,0 0-37-15,0 0 27 0,0 0-11 16,1 0 13-16,1 0-20 0,0 1-1 0,0-1 5 0,0 0-5 15,0 0 2-15,0 0 7 0,0 0 1 0,0 0 3 16,0 1 14-16,0-1 3 0,0 0-4 0,0 0 4 16,0 0 0-16,0 0-23 0,0 0 8 0,0 1-14 15,0-1-1-15,0 0-7 0,0 0-1 0,0 0-1 16,0 0-4-16,0 0-9 0,0 1 3 0,0-1-3 0,1 0 11 16,1 0-4-16,0 0-1 0,0 0-2 0,0 0-9 15,0 2 14-15,1 0-7 0,1 0 11 0,0 0-3 0,0 0 6 16,-3 0 1-16,5 2 1 0,0 2 1 0,-1 0-12 15,1-2 6-15,3 12-8 0,-5 1 5 0,1 0 3 16,1 4-9-16,1 1 7 0,1 1-6 0,-1-1-1 16,1 0 3-16,-3-1-3 0,1-2-2 0,1-1-1 15,2 3 2-15,-1-2-1 0,3 3 1 0,-2-1 5 16,-3-6 0-16,1 0 0 0,-3-8-4 0,2 3 4 16,-1-1-4-16,-3-3 4 0,4 3 4 0,-3 1-7 15,1-1 9-15,-2-3-8 0,0 0 11 0,0-1-12 0,-1 1 8 16,1 0-8-16,0-1 10 0,0-1 18 0,0 0-7 15,0 0 13-15,0 0-4 0,-1 0-9 0,1 0-8 16,0-1 0-16,-2-1-17 0,0 0 9 0,0 0 1 16,0-1 1-16,2-1-9 0,0 0-3 0,0-6-1 15,7-14 1-15,2 2 11 0,2-6-9 0,4-4 6 0,0-3-6 16,1-6 14-16,3 0-11 0,-1-4 1 0,0 4-3 16,1-2 5-16,-3 8 2 0,1 1-2 0,-4 6 1 15,-2 4-8-15,-2 3-6 0,-2 2-1 0,-1 3-4 16,-1-1-32-16,0 4-329 0</inkml:trace>
  <inkml:trace contextRef="#ctx0" brushRef="#br0" timeOffset="113144.98">15723 14190 84 0,'0'-2'0'15,"-2"1"13"-15,0-3 116 0,2 0-52 0,-5-7 8 16,1 2-69-16,-2-2-1 0,1-2-1 0,-1 1-5 0,1 1 4 16,-1-2-2-16,2 4-11 0,-1-4 8 0,-3 0-8 15,1 0 24-15,0 0 15 0,-1-2-2 0,3 2 6 16,-3-2-6-16,1 2 0 0,-1 0-8 0,1 0 5 15,-1 2-14-15,3 2-8 0,-3-2 0 0,1 0-3 16,0-1-9-16,3 7 8 0,0-4-6 0,-5-1 8 16,1 1-6-16,1 2-1 0,-4-3 2 0,0-1-2 15,-2 0 12-15,2 5 6 0,-2-1-4 0,-2 3 2 0,0 1-10 16,0-3 3-16,-3 0 2 0,1-5-2 0,-4 0-10 16,-3 2 6-16,0 1-1 0,-2 5 2 0,-13 1-7 0,6 2-1 15,-4 4 2-15,-6 1 1 0,9 1 3 0,-3 1-7 16,0 2 0-16,4-1-1 0,1-1 1 0,2 1 6 15,1 1-5-15,3 2 6 0,0 0-10 0,2 0 5 16,3 1-2-16,1-1 4 0,1 2 3 0,3-2-8 16,-1-4 5-16,-2 12-6 0,4 1 1 0,2 3 1 15,0 4 2-15,4 1 1 0,0 2 3 0,-2 3-5 16,0 3-1-16,-1 3-1 0,3 5-3 0,0 3 6 16,0 3-6-16,-3-4 5 0,3 1-5 0,-2-3 4 15,2-1 4-15,-1-6 0 0,3-2-2 0,0-3-3 0,-3-2 2 16,7-1-1-16,-3-3 1 0,-11 0-2 0,4 4-1 15,6 0 0-15,3 1 4 0,4 5 0 0,0-1 0 16,6 4-1-16,1-4-1 0,2 6-4 0,4 0 4 0,0 1-2 16,2 1 6-16,-2-2-4 0,0-4 0 0,2 0-1 15,0 2-2-15,0-3 6 0,3-1-3 0,-1-4 6 16,2-3 6-16,-16 2-15 0,23-4 5 0,-1-4-6 16,2-1 15-16,5-3 1 0,1-1 0 0,6 2-1 15,6-5-13-15,-1 1 8 0,3 0-1 0,-1-2 6 16,-3 0-4-16,3 0-5 0,-1-2-2 0,-2 0 0 15,-2-3 1-15,-6-1 2 0,2-1-1 0,-4-4 0 0,5-1-1 16,-5 18-2-16,2-8 2 0,2-7-2 0,0-4 4 16,2-4-1-16,2-1 4 0,2-5-2 0,-2-3 6 15,0-2-2-15,-2-1 4 0,0-3-2 0,-4 1 8 0,2 16-5 16,-5-26-6-16,-3-2 2 0,-1-7-7 0,-4 2 8 16,1-8 2-16,-9-5 0 0,3 1-2 0,-6-5 1 15,0 0-3-15,0 0 3 0,-2 2-1 0,-2 2 5 16,-1-2-2-16,-3 3 1 0,1-1-2 0,-1 2-10 15,-1-2 7-15,2-3-8 0,-1 1 6 0,-1-4-8 16,1-5-1-16,-1-2-1 0,0-6 6 0,-2 0-5 16,0 4 2-16,25 0-4 0,-14 3 9 0,-9 5-3 15,-4 3-1-15,-4 3-2 0,-5 3-7 0,-2 0 8 16,-2 5 1-16,-2 2 1 0,-2 0 4 0,-1 3-6 0,12-3-3 16,-27-1 0-16,-10-3-1 0,-5 4 4 0,0-2 3 15,-10 6 0-15,6 1 1 0,0 3-2 0,-5 1 1 16,8 8-2-16,-1 0 2 0,4 5 0 0,3 8 1 0,2 1-1 15,2 3-7-15,2 1 6 0,-6 2-7 0,3-18 6 16,-5 10-5-16,-5 8 4 0,-2 6 2 0,-2 5 1 16,-4 6-3-16,5 4-1 0,1 3-4 0,3-20 2 15,5 33 1-15,1 1-3 0,0 4 5 0,3 1-3 16,1 4 3-16,5 1 1 0,1 1 0 0,3-5-1 16,4 5-10-16,-4-1 9 0,4 2-6 0,-2 4 7 15,4 4-1-15,2 4 0 0,-2-1 2 0,2 10-1 16,3-2 2-16,-1 5-4 0,8-2 2 0,1-5-3 0,2-1 4 15,3-9-6-15,-1-3 2 0,-19 0-4 0,13-2 7 0,7 1 1 16,6 1-1-16,2 1 1 0,6 1-6 0,3 6 3 16,6 3 1-16,1-2 1 0,4 0 4 0,3 2-5 15,1-7-2-15,0-2-1 0,-2-8 4 0,-21-5-7 16,27-4 7-16,-2-3-6 0,5-4 1 0,5-1-3 16,1-3 2-16,5-5 0 0,3-3 3 0,6-3 5 15,3-4-7-15,5-2 6 0,4-3-6 0,-2 22-2 16,-3-15 0-16,-4-9-2 0,-8-4 6 0,-2-4 2 15,-3-4 1-15,0-1 0 0,-1-4-8 0,1-4 5 16,3-1-2-16,6-4 3 0,6-4-2 0,7 24 4 0,4-32-5 16,-1-3 4-16,1-2-6 0,-6-5 10 0,-1-10-3 15,-10-6 5-15,-4-5-3 0,-6-5-2 0,1-1 5 16,2-1-5-16,-3 3 2 0,-4 2-4 0,-3 2 3 16,-2 2-2-16,-5 0 1 0,-6-6 0 0,-5-7-5 15,-13-9 2-15,29-4-14 0,-25-6-64 0,-10 2-13 0,-11 10-27 16,-2 3-116-16</inkml:trace>
  <inkml:trace contextRef="#ctx0" brushRef="#br0" timeOffset="121861.76">16282 13030 256 0,'0'0'-77'0,"0"0"47"16,0 0-10-16,0 0 8 0,-2 0 61 0,0 0-3 15,0 0 15-15,0 0-12 0,1 0 16 0,-1 0 1 0,0 0-7 16,0 0 8-16,0 0-10 0,0 0 0 0,0 0-9 16,-1 0 1-16,-1 0-4 0,0 0-8 0,2 0-1 15,1 0-2-15,-1 0 2 0,0 0-1 0,0-2-7 16,0 0-7-16,0 0 1 0,0 0-11 0,1 1 16 16,-1-1-2-16,2 0 7 0,0 0-12 0,0-2 2 15,0 2 1-15,3-12 0 0,3 1 9 0,5-6-12 16,-7-3 8-16,20-4-9 0,0-2 6 0,4 0-7 15,2 6 1-15,-1-1-2 0,-3 5 10 0,0 1-4 0,0 0-3 16,-3 6-1-16,-3 2-7 0,1 5 8 0,-7 2 4 16,-1-7-2-16,0 2 0 0,0 3-3 0,-3 4-3 15,-3 0 1-15,4 2 2 0,-3 2 4 0,1 3 2 0,-3 13 2 16,-1 5-6-16,1-3 4 0,-1 0-4 0,6 0 3 16,-3-5-6-16,-1-4 2 0,6 0 0 0,-3-7 1 15,1 3 7-15,0-5-4 0,-2-2 11 0,8-1-4 16,-2 9 27-16,1-3-3 0,3-1-4 0,-4-6 1 15,3 0-10-15,-1-2-6 0,0-2-4 0,-2-1 0 16,-2-1-2-16,0-1-11 0,-2-1 9 0,-2 3-10 0,-2-8 9 16,1 1-8-16,-3 3 1 0,-1 0-3 0,0 0 2 15,0 3-15-15,3-3-2 0,-1-1-4 0,-5 7-8 16,-1 1-84-16,2-2-2 0,-2 2-33 0,0 0-52 16</inkml:trace>
  <inkml:trace contextRef="#ctx0" brushRef="#br0" timeOffset="122482.72">16393 13373 70 0,'0'0'13'0,"-2"0"6"0,1 0-2 0,-1 0 1 15,0 0-7-15,-2 0 5 0,0 0-3 0,1 0 12 16,-1 0-4-16,0 0 9 0,2 0 13 0,1 0-3 16,-1 0 0-16,0 0-5 0,0 0-12 0,0 0-7 0,0-2 4 15,0 1-4-15,2-1 6 0,0-2-14 0,2 0 10 16,0-1-12-16,2-5 12 0,0 3-14 0,-1 1 1 16,-1 3-5-16,-2 1 6 0,6-2-10 0,3-3 2 15,0 1-4-15,-1 4 12 0,1 0-3 0,-2 2-1 0,3 0-2 16,1 4 6-16,-6-2-5 0,7 5 3 0,1 3-4 15,-6-7-3-15,10 10 2 0,7-3 1 0,-2-5 2 16,10 14 1-16,-3-10 18 0,3-5-2 0,5-6 9 16,2-5 4-16,0-6 3 0,0-6-1 0,-2-3 3 15,0 16-13-15,-3-22-9 0,1-1-3 0,-3 4 0 16,-1 1-4-16,-1 4-14 0,-4 1 1 0,2 1-11 16,-2 1-37-16</inkml:trace>
  <inkml:trace contextRef="#ctx0" brushRef="#br0" timeOffset="125681.18">22455 14021 2 0,'0'0'0'0,"0"0"5"0,0 0 8 0,0-2-3 15,2 1 0-15,0-1-5 0,0 0-6 0,0 0 12 16,0 0-6-16,0-2 7 0,-1 1 6 0,1-1 15 15,0 0 5-15,0-1 1 0,4-5-5 0,-3 3 9 16,3-2-3-16,-1-1 6 0,-1 1-2 0,0 0-11 0,1-4 0 16,-1 2-3-16,0 1 8 0,-2 1-6 0,0-2-2 15,-1 2-2-15,1-2-6 0,-2-1 4 0,0 1 7 16,-2 0-4-16,1 0 5 0,-1 2 3 0,-2-1-2 16,0 3 2-16,1 1-18 0,-9 3 7 0,-6-1-7 0,-3-11 6 15,1 6-17-15,0 1 7 0,-4 3-8 0,1 3 7 16,-3 2-12-16,2 2 6 0,-4 5-1 0,0 3 2 15,1 3 3-15,-1 1-15 0,2-1 6 0,2 2-8 16,1-13 10-16,5 19-6 0,1 1 4 0,4-2-4 16,7 6 7-16,1 0-15 0,-12 0 5 0,6 0-8 15,4 2 8-15,3 0 4 0,2 0-9 0,2-2 8 16,0 0-7-16,6 2 9 0,3 0 4 0,0-2 1 0,6 1 10 16,0-1-6-16,2-1 2 0,-8-5-4 0,9 0 0 15,8 3 1-15,-3-7 5 0,1 3-4 0,2-4-7 16,-2-4 6-16,0 0-9 0,4-5 8 0,2-3-6 0,-1 16 4 15,3-8 1-15,3-5-1 0,2-3-11 0,0-3-5 16,2-3 3-16,4-5-4 0,2-3-9 0,-4 0-26 16,1-2-40-16,-3-2 0 0,-2 0-182 0</inkml:trace>
  <inkml:trace contextRef="#ctx0" brushRef="#br0" timeOffset="125997.8">23129 14055 816 0,'-1'0'39'0,"-1"-2"-12"0,0 0 29 0,-2 0-6 16,0 0-44-16,1 0-7 0,-1 1-2 0,0-1-2 15,2 0-7-15,1 0 12 0,-1 0-6 0,0 0 7 16,0 2-1-16,2 0-4 0,0 0 7 0,2 0-3 16,0 0 19-16,7-2 0 0,17-1-6 0,2-1 4 0,2-2-6 15,1 1-10-15,1-1 5 0,1 1-8 0,-1 1-2 16,3 2-5-16,0 0 6 0,-3 2-6 0,-4 2 1 0,-4 0-19 16,-9 0-13-16,1 3-13 0,1 1-142 0</inkml:trace>
  <inkml:trace contextRef="#ctx0" brushRef="#br0" timeOffset="126184.03">23137 14445 539 0,'0'0'103'15,"-2"-2"217"-15,0 0-304 0,0 0-18 0,2 0 3 16,0 0-6-16,2 0 4 0,2 1 0 0,14-7 1 15,20-7 0-15,-1 4 5 0,5-2-10 0,3 2-6 16,9 0-1-16,2-2-13 0,1 4-99 0,1 1-39 0</inkml:trace>
  <inkml:trace contextRef="#ctx0" brushRef="#br0" timeOffset="126589.57">24589 13704 437 0,'-2'-2'57'0,"0"0"-34"16,-3-9 57-16,-8-13-18 0,3 7-24 0,1 0-3 0,2 4-5 15,3 8-1-15,0-1-15 0,2 3 6 0,0-1-8 16,1 0 5-16,-1 0-20 0,0 3 11 0,0-1 1 16,0 0 8-16,0 2 42 0,2 0-16 0,0 2 14 15,0 1-18-15,2 27-7 0,4 4-13 0,-1 1 2 0,3 0-6 16,-1-2-6-16,-1 3-1 0,1 1-8 0,-1-2 6 15,-1 2 3-15,-1 0-9 0,0 2 6 0,-2 0-7 16,-2-3 4-16,0-1-4 0,0-3-2 0,0-1-2 16,1-3-4-16,1 0-4 0,-2-2-13 0,2-2-7 15,0-2-140-15,0-11-151 0</inkml:trace>
  <inkml:trace contextRef="#ctx0" brushRef="#br0" timeOffset="126962.61">25088 13759 492 0,'-5'-1'88'0,"-23"-11"161"0,4 3-221 0,5 2-14 16,6 3-9-16,-3 2 2 0,6 2-16 0,-3 0 5 15,4 4-3-15,-2 3 5 0,2 6 3 0,-1 19-1 16,-3-1 1-16,6 1-1 0,-2 0 2 0,5-3-5 0,0 1-1 15,-13-4-3-15,6 0 2 0,8 0-4 0,3-2 5 16,3-3-5-16,3-5 9 0,1-3 11 0,1-3 5 16,12-3 3-16,10-3 19 0,5-2-14 0,-1 16 5 15,4-7-9-15,1-7 4 0,0-6-6 0,2-5-2 16,-4-4-1-16,-5-2-8 0,0-4 5 0,-5 0 0 0,-6 13 1 16,1-22 0-16,-3 0-6 0,-3-1 2 0,-1-5-2 15,-4-1 7-15,-5-1 0 0,-4-5-3 0,16 4 2 16,-6-8 4-16,-12 4-7 0,-6 0 3 0,-3 4-5 15,-4 5 7-15,-4 2-14 0,13 8 0 0,-22 1-6 16,-3 8-7-16,-3 4-3 0,-1 5 0 0,1-17-4 16,2 10-20-16,4 7-17 0,6 2-22 0,1 6-7 0,10-2-155 15</inkml:trace>
  <inkml:trace contextRef="#ctx0" brushRef="#br0" timeOffset="127516.24">25682 14073 843 0,'-1'0'93'0,"-1"-2"-83"0,0 1 93 16,0-1-40-16,-2 0-62 0,1 0 4 0,-1 0-5 15,2 0 3-15,0 0-5 0,0 1-9 0,0-1 7 16,2-2-5-16,0-3 14 0,4-8-4 0,4-2-1 15,3-2 0-15,4-1-1 0,-10 0 2 0,25-3-1 16,-8-1 2-16,4 2-4 0,-2-4 5 0,-7 0 0 16,3 2 2-16,-1-2-1 0,-8 0-4 0,0 0 0 0,2 9-1 15,-7 0 6-15,5 6-4 0,-2 2 5 0,-1 0-6 16,-8 7 7-16,2-2-10 0,1 0 4 0,1 1-4 16,0 1 9-16,-2 0-4 0,-1 0 1 0,1 2-2 15,0 2-1-15,0 0 0 0,2 9 1 0,1 15 0 16,-5 0 2-16,0 2 0 0,0-4-2 0,0-2 3 0,0 0-3 15,0-5-4-15,0 2 1 0,2-3-2 0,0-1 4 16,2-2 6-16,-1 0-5 0,-1-5 4 0,4 1-5 16,-2-3 8-16,1-3-4 0,10-1 4 0,0 9-8 0,-2-3 13 15,0-3-5-15,-2-3 8 0,0 0-10 0,0-2 0 16,-1-2-1-16,1-2-2 0,-2-1-2 0,0 3 4 16,-1-18 1-16,-1-3-1 0,1-1-5 0,-1-2 0 15,0-4-1-15,3-3 1 0,-1-4 1 0,2 0-2 16,0 3 5-16,4 5-4 0,0 3 7 0,-2 2-7 15,-2 1 0-15,-3 8-2 0,-1 4 0 0,-3 4 1 16,-1 5 3-16,1 0-1 0,-2 2-1 0,3-2 3 16,-3 2-1-16,0 0 3 0,0 28 5 0,22 19-11 15,-13 1 5-15,-7 0-5 0,-4 0 4 0,0-3 1 0,0-2-6 16,0-6 5-16,0 0-2 0,2-4-2 0,2-3-1 16,1-2-2-16,1-6-5 0,-1-3 3 0,1-4-9 15,-1-6-2-15,1-2-89 0,3-5-137 0,21 17-42 16</inkml:trace>
  <inkml:trace contextRef="#ctx0" brushRef="#br0" timeOffset="127891.63">27105 13060 1050 0,'-2'-2'30'0,"0"0"1"15,-2-2-10-15,-14-1-9 0,1-3-7 0,4 1 1 0,6 1-6 16,1 2 0-16,0 1-4 0,1 1-5 0,-3 0 3 16,-1 2 3-16,-2 0-1 0,-2 6 7 0,-2 5-4 15,-3 9 1-15,-1 17-2 0,0 4 3 0,1 5 1 16,1 3 2-16,2 5-2 0,4 5-5 0,-2 2 9 16,4 2-14-16,3 2 12 0,-1-1-16 0,3-5 9 15,2-5 4-15,-1-6 2 0,-21-3 1 0,14-6 4 16,8 1 5-16,6 1-1 0,5-2 11 0,4 4 9 15,2-2-10-15,0 2 10 0,2 3 1 0,0 0-1 0,-1 3 0 16,1 1-3-16,-2-2-19 0,0 2 1 0,-2-5-3 16,-2-3 2-16,-2 3-8 0,-2-6 4 0,-1-4 1 15,-2-5 1-15,-2-2 5 0,-2-6-11 0,0 0 5 16,-2-3-7-16,-2 0 4 0,-2-3 4 0,1-3-7 16,-1-2 6-16,1 1-4 0,1-5-1 0,4-5-2 0,-17 9 0 15,1-2-7-15,-3-3-69 0,2-6-13 0,1-4-29 16,-1-5-126-16</inkml:trace>
  <inkml:trace contextRef="#ctx0" brushRef="#br0" timeOffset="128078.87">26583 13908 1318 0,'0'-2'10'0,"0"0"14"0,0 0-30 0,2-1 3 15,2-1-5-15,33 2 6 0,13-11-7 0,7-2 10 16,7 0-4-16,4-5 5 0,1 3-2 0,0-1-1 16,5 5 1-16,2 3-2 0,-2 1-7 0,-1-4-82 15,-6 6-72-15</inkml:trace>
  <inkml:trace contextRef="#ctx0" brushRef="#br0" timeOffset="129025.99">23040 15627 85 0,'0'0'23'0,"0"-2"25"16,0 1-21-16,0-1-6 0,0 0-6 0,0 0 2 16,0 0-10-16,0-2 6 0,0 1 2 0,0-1 1 15,0 0 3-15,0 3 0 0,0-9 4 0,0 3 1 16,2-4 21-16,0 0-3 0,-2-2-4 0,2-2 1 16,-2 0-6-16,0-2 12 0,0-1-1 0,0 1 1 0,0-4-9 15,0-1-10-15,0 2 1 0,0 3-4 0,0 0 4 16,0 4-10-16,0 4 1 0,0 0-4 0,0 5-5 15,0 0 6-15,0 1 0 0,0-1 2 0,0 2-10 0,0 0-3 16,0 0-2-16,-2 2 2 0,0 0-1 0,0 2-1 16,-3 9 1-16,-6 15 0 0,0 4 0 0,3-2 7 15,1 0-7-15,1-2 7 0,1-4-14 0,1 2 4 16,0 0 0-16,2 0 3 0,2-1 2 0,0-3-3 16,0 0-3-16,0-5-1 0,2 0-5 0,0-2 4 15,2 0 3-15,-1-4 0 0,1-3 1 0,-4-4 4 16,8 0 4-16,6 9-2 0,7-2 5 0,-1-5-3 15,3-4-6-15,2-6 4 0,0-3 3 0,2-4-6 16,-1-2 4-16,-1 13-7 0,1-18 2 0,-4-1-3 0,2 1 5 16,-4 5-5-16,-3 2-5 0,-4 4 12 0,-4 2-6 15,-5 5 10-15,-2 0-15 0,4-2 8 0,-3 0-7 16,-1 4 7-16,2-1-3 0,0 1-2 0,-1 0 0 0,1 1-3 16,-2-1 0-16,3 2 4 0,5 15 4 0,3 0-2 15,3-4-9-15,5 0 10 0,-3-4-7 0,5-4 8 16,-3-1-2-16,2 11 0 0,4-4 0 0,-1-5 0 15,2-4 9-15,5-4-5 0,-4-4 11 0,-2-3-11 16,0-4 6-16,-2 0-1 0,0 11-2 0,-5-20 4 16,-1 0 12-16,-5-3 13 0,-2 1 3 0,-1-2 4 15,-3-3 9-15,-5-3-12 0,18-3 1 0,-7-4-4 0,-7 0 0 16,-6-2-15-16,-6-2 2 0,-3 4-7 0,-2 2-5 16,-2 4-2-16,-2 5-2 0,2 4 0 0,-2 3-13 15,8 4 10-15,-14 4-10 0,3 0 9 0,3 4-21 0,0 2-1 16,4 1-4-16,0 1-2 0,-2 1-45 0,7 2-98 15,-1-4-17-15,3 5-36 0,0-1-146 0</inkml:trace>
  <inkml:trace contextRef="#ctx0" brushRef="#br0" timeOffset="129474.55">24320 15406 525 0,'0'0'65'0,"0"0"-9"0,-2-1-7 16,0-1 16-16,0 0-38 0,2 0-11 0,0 0 15 16,0 0-11-16,0 0 12 0,2 1-15 0,2-1-13 15,3-4 7-15,19-7-9 0,4 0 11 0,-2 2-12 16,-2 2 1-16,0 1-3 0,1 1 2 0,-6 3-1 15,-1 0 3-15,1 1-3 0,-5-1 0 0,3 0 2 16,-2 2-2-16,-1 1 3 0,1 1-1 0,-2 0-2 16,-2 0-5-16,0 0 1 0,0 0-8 0,-4 0-2 15,-1 0-2-15,-3 0 0 0,-1 0-8 0,-2 0-8 0,2 1-22 16,-1 1 4-16,1 0-72 0,-2 0-2 0,0 2 9 16,0-1-9-16,-2 1-4 0</inkml:trace>
  <inkml:trace contextRef="#ctx0" brushRef="#br0" timeOffset="129678.79">24412 15451 229 0,'-1'0'58'16,"-1"0"-4"-16,-6 0 25 0,-21 4 3 0,10-1-13 16,2 1 4-16,6 0-13 0,2-2 3 0,7-2-7 15,-2 2-3-15,1-1-6 0,1 1 4 0,0 0-2 16,0 0 21-16,2 0 5 0,2 2-1 0,2-1 1 16,11 5-18-16,14 3-8 0,6-6-3 0,1-3-1 15,3-2-1-15,5-2-20 0,-1-3 5 0,2-1-12 16,-1-1-9-16,-1 1 1 0,0 1-6 0,1-1 3 0,1 2-10 15,-3 1-23-15,3-1-12 0,0 2-20 0,-5 0-191 16</inkml:trace>
  <inkml:trace contextRef="#ctx0" brushRef="#br0" timeOffset="131407.73">25688 15133 276 0,'-2'-1'0'0,"0"-1"7"0,0 0 65 16,1-2-27-16,1 2 5 0,-6-5-36 0,-1-4 2 15,1 1-3-15,-1-3 1 0,1 2 0 0,-1-4 8 0,3 4 6 16,-2-4-6-16,1 2 6 0,1 0 11 0,0 0 0 15,1 2 14-15,-1 0-11 0,2 4 6 0,0 1-13 16,2 3 0-16,0 1-3 0,0 0-4 0,-2-2-22 16,2 0 5-16,0 3-8 0,0-1 11 0,0 2 14 15,0 2-4-15,0 1 7 0,-5 36 0 0,-1 9-16 16,1 3 2-16,-1-1-9 0,-1 7-6 0,1-3 3 16,-1 2-3-16,1-6 3 0,-1-5-6 0,1-6 0 15,1-4 0-15,1-5 0 0,2-3-1 0,2-4-1 16,0-3 0-16,0-5-3 0,2 0-19 0,0-8-103 0,-2-3-36 15</inkml:trace>
  <inkml:trace contextRef="#ctx0" brushRef="#br0" timeOffset="131752.73">26154 15146 581 0,'-2'-1'52'0,"0"-1"96"15,-1-2-121-15,-5-2-11 0,-8-3-2 0,3 4-1 16,-2-1 5-16,2 2 0 0,0 4-2 0,0 0 0 16,3 2-11-16,1 4-3 0,0 5-1 0,1 26 0 0,-1-2-4 15,4 2-1-15,-1 2 3 0,-3-3-1 0,-12-3 2 16,10-5-2-16,6 0-1 0,5-6 1 0,0-5 2 0,1-2 3 16,3-4 0-16,0-2 1 0,0-1 2 0,1-5 7 15,12 8-2-15,1 1 4 0,1-7-3 0,1-1 6 16,1-4 4-16,-1-4-2 0,-1-3 5 0,-2-4-6 15,-1 1 1-15,-5-18-3 0,1-1-3 0,-7-5 20 16,-1 3 2-16,-2-1 9 0,18-5 15 0,-11 4-18 16,-5-5 2-16,-4 3-7 0,-5 0-1 0,-3 3-5 15,-1 6-10-15,-2 2 3 0,0 6-21 0,3 5-3 16,1 3-3-16,1 5-1 0,-7 3-14 0,2-7-13 0,2 3 2 16,-1 2-12-16,-1 4-45 0,2 2-101 0,0 4-32 15</inkml:trace>
  <inkml:trace contextRef="#ctx0" brushRef="#br0" timeOffset="132031.64">26962 14859 473 0,'-2'-2'106'0,"0"0"-95"0,0-2 106 0,-3-9-44 0,-1-2-46 16,2 4 4-16,1 2 0 0,1 3 0 0,0 1-4 15,2 3-4-15,0 0 2 0,-2-2-4 0,0 1-7 16,0 1-13-16,0 0 3 0,1 0-3 0,-1 2 16 0,0 0 22 16,0 2 0-16,0 0 8 0,0 2 6 0,-1 12-12 15,-1 14-4-15,0 0-3 0,0 5-22 0,-1 2-6 16,-1 4 3-16,1 5-4 0,-3 1 7 0,1-3-5 16,0-1-7-16,-1-2 2 0,1-6-14 0,-1 2-3 15,3-3 1-15,-1-8-4 0,2-2-21 0,3-9-99 16,1-2-2-16,0-6-34 0,0-5-20 0,0 0-45 15</inkml:trace>
  <inkml:trace contextRef="#ctx0" brushRef="#br0" timeOffset="132248.54">27244 14926 247 0,'-2'0'53'15,"0"0"66"-15,-1-2-41 0,-12 0-15 0,-6-2-2 0,3 2-3 16,-1 2 0-16,1 0-14 0,-3 2 4 0,3 4-7 15,-1 1-2-15,4 2-15 0,0-3-7 0,0 22-1 16,4 3-15-16,0 1 5 0,4 3 2 0,1-1-1 16,1-1 1-16,-16 0-13 0,10-5 8 0,5 0-9 15,6 0 5-15,2-8-5 0,4 1-1 0,-1-10 1 16,-1-2 6-16,22-3-6 0,4-1-3 0,3-1-2 16,3 17-14-16,1-10-19 0,9-8-27 0,1-10-3 0,5-10-135 15</inkml:trace>
  <inkml:trace contextRef="#ctx0" brushRef="#br0" timeOffset="132622.51">27870 14781 155 0,'0'0'64'0,"0"-2"15"16,2 0 54-16,-1 0 4 0,1 0-37 0,-2 0-16 15,0 1 4-15,0-1-9 0,0 0-19 0,0 0-23 16,0 2-9-16,-2 0 1 0,1 2 3 0,-3 2-4 16,-7 12 14-16,-8 18-11 0,1-3 14 0,-1 3-6 15,2-1-10-15,2-1 4 0,1 1-16 0,1-3-9 16,1 3 1-16,5-5-4 0,0-2-5 0,3 0-1 15,2-6 2-15,0-5 0 0,-9 0-6 0,5-6-5 0,3 1 0 16,1-3-1-16,2-3 1 0,0 0 3 0,2-3-9 16,0 1 7-16,7-2-13 0,19-9-14 0,5-10 9 15,1 8-11-15,1-24 2 0,2-4 0 0,-4 2-3 0,-1 2 4 16,1-1 17-16,-1 5 11 0,0-1-3 0,-3 1 6 16,-5 3 5-16,-3 0 0 0,-3 2 2 0,-1 2-3 15,0 2 9-15,-8 3 2 0,2 0 8 0,-7 5-4 16,0 1 15-16,-1 5-4 0,1 3 3 0,-2 1-4 15,-2 2-1-15,2-2 7 0,1 1-5 0,1-1 3 16,-2 2-25-16,0 0 3 0,0 0-2 0,0 2 4 16,-1 2 7-16,-1 2 0 0,0 13 3 0,-5 12-3 15,-3 1-9-15,-1 5 3 0,-4-1-5 0,0 5 4 0,0-2-7 16,2-2 1-16,-2 4-7 0,4-4 4 0,0 1-12 16,3-5 6-16,0-5-3 0,3-4 1 0,1-7-22 0,2-4-88 15,0-5 3-15,0-2-38 0,0-1-55 0,0-1-50 16</inkml:trace>
  <inkml:trace contextRef="#ctx0" brushRef="#br0" timeOffset="132966.14">27862 15054 319 0,'-2'0'49'0,"1"-2"-3"0,-1 0 77 15,-2 0-16-15,0 0 15 0,1-2-52 0,-1 1-38 16,2-1-7-16,-2-5-9 0,2-4-5 0,2-4 4 16,6 0 5-16,7-3-4 0,7 1-1 0,21-3 19 0,13-2 0 15,6 0 7-15,1-2-8 0,6 2-8 0,-2 1-3 16,-4 3-2-16,-2 1-17 0,-7 6 7 0,-2-1-10 15,-3 6 8-15,-3 1-18 0,-3-16 14 0,-4 10-1 16,2 8 6-16,-5 5-10 0,-1 4-1 0,-3 1 0 16,-6 3 0-16,-3 1 2 0,-7 0 5 0,-1-7-4 0,-7 20 6 15,-4 4-7-15,16 2 1 0,-7 4 7 0,-7-1-3 16,-4 1 11-16,-5 1-3 0,-7 3 5 0,-1 2-2 16,-3 1 16-16,1-3-9 0,0 1-5 0,2-6-2 15,0 3-16-15,4-3 10 0,0-1-10 0,3 0 11 16,4-10-13-16,0 4 0 0,2-7 3 0,2-4-1 15,2 0 1-15,1-2 2 0,1-1-3 0,3-5 2 0,19-1-2 16,5-2 0-16,3 18 4 0,-1-9-3 0,4-7 1 16,-2-6-17-16,2-3-2 0,-7-3-7 0,1-3-13 15,-5 0-33-15,-4 0-13 0,-3 0-14 0,-3-2-105 0</inkml:trace>
  <inkml:trace contextRef="#ctx0" brushRef="#br0" timeOffset="133199.64">28516 15187 642 0,'-2'0'96'0,"0"-2"-79"0,0 1 94 16,0-1-38-16,1 0-63 0,-1 0-10 0,0 0-3 15,0 0-2-15,2 0-3 0,0 2 9 0,2 0 2 16,2 0 0-16,10 0-5 0,20 0 17 0,9 2-4 0,12 2 12 15,5-4 22-15,14 0-26 0,9-4 10 0,10-5-18 16,6 0-13-16,1-4-2 0,4-2-15 0,9-4-12 16,13 3-219-16</inkml:trace>
  <inkml:trace contextRef="#ctx0" brushRef="#br0" timeOffset="150068.71">4960 10247 13 0,'0'0'12'0,"0"0"13"0,0 0 14 16,0 0 10-16,0 0-1 0,0 0-12 0,0 0-12 16,0 0-4-16,0 0 0 0,-2 0-3 0,0 0-7 0,0 0 1 15,0 0-5-15,0 0-9 0,0 0 8 16,1 0-1-16,-1 0 5 0,0 0 1 0,2 0 13 0,-2 0-7 15,0 0 10-15,0 0 4 0,0 0 1 0,1 0 3 16,-1 1-4-16,0-1 3 0,0 0 8 0,0 0 0 16,0 0 2-16,0 0-2 0,1 0-13 0,-1 0 2 0,0 2-8 15,0-2-14-15,0 0 5 0,-2 0-2 0,1 0 5 16,-1 0 0-16,0 0-3 0,1 2-2 0,1-2 0 16,-2 2-8-16,2 0 6 0,0 0-9 0,0-2 8 15,1 0-5-15,-1 0 9 0,0 2 5 0,0-2-2 16,0 0-3-16,0 0-1 0,0 0-4 0,2 0 1 15,0 0-2-15,0 0-3 0,2 0 6 0,0 0-7 16,0 0-2-16,2 0 3 0,-1-2-4 0,9 0 3 0,1-2-7 16,1 2 6-16,-1 0 2 0,-1 1 1 0,4-1-2 15,-1 0 2-15,0 0-8 0,5 2 6 0,-5 0 0 0,2 0-8 16,2 0 12-16,-3-2-10 0,-3 0 5 0,10-1 3 16,3-1-7-16,0-2 5 0,5 1-4 0,1-1 8 15,-6 1-5-15,2-3 6 0,-3 3 4 0,0-1-10 16,-1 0 9-16,-2-1-10 0,4 1 0 0,0 1-1 15,0-1 3-15,0 3-2 0,2-1 4 0,-2 2 0 16,0 0-6-16,0 0 3 0,0 0-1 0,0 1-5 16,4 1 5-16,-1 0-5 0,5 0 4 0,1 0 2 15,-2 0 2-15,3 0 1 0,-5 0-4 0,5 0-2 16,2 0 1-16,3 0 1 0,0 0 6 0,-4 0-3 0,-1 0-3 16,-5 0 0-16,4 0 0 0,1 0-3 0,5 0 1 15,-1-2-2-15,3 2 6 0,5 0 0 0,1 0 5 16,5 0-5-16,-2 0-2 0,1 2-6 0,7 1 5 15,-8-1-4-15,3 4 8 0,-3-4-3 0,-3-1-1 0,-1 3 0 16,2 0 0-16,-2 0 1 0,3-3 0 0,4 3 1 16,3 0-1-16,7 0 7 0,5-1-8 0,-1-1 7 15,0-2-8-15,-1 0 0 0,-3 0 2 0,0 0-1 16,-1 0 3-16,-1 0 7 0,2 0-2 0,3 0 2 16,3 2-4-16,3 0-5 0,8 0 1 0,-6 0-2 15,0-1 1-15,-7 3 3 0,-6 0-2 0,2 1 2 0,-2 1 4 16,-2 0-6-16,6 1 1 0,4-1-3 0,-1-1 1 15,5 1 0-15,4-3 1 0,-2 1-1 0,1-2-4 16,-4-2 4-16,-6 0 3 0,-1 0 1 0,4 0 6 0,-1 0-7 16,3-2-3-16,5 0 0 0,2 0-5 0,3 2 2 15,-5 0 4-15,-5 0 0 0,-7 0 5 0,1 0 0 16,0 0-9-16,6 0 4 0,-1 0-8 0,2 0 7 16,0 2 0-16,4 0 0 0,-3 0 8 0,-3 0-9 15,-1-2 7-15,-8 0-7 0,2 0 1 0,2 0 0 16,3 0-2-16,6 4 2 0,-3-3 4 0,10-1-5 15,-5 0 2-15,0-1-3 0,2 1 8 0,-7-2 0 16,1 2-2-16,-2 0 0 0,4 0-12 0,8 0 5 16,1 0 4-16,3 0 2 0,1 0 12 0,-8 0-15 0,-1 0 7 15,-6-2-7-15,1 2 20 0,-1 0-7 0,2 0 4 16,8 0-3-16,-6 2 13 0,5 0-9 0,-1-1-2 16,-6 1-2-16,0-2-3 0,-9 2 3 0,0-2 0 15,0 0 1-15,0 0 4 0,1 0-4 0,-1 0 6 0,0 0-6 16,-4 0 11-16,0 0-13 0,-3 2-2 0,-8-2-3 15,0 2-4-15,-8 0-3 0,-1-2 7 0,-2 3-6 16,-4 1 4-16,0 0-7 0,-4 1 2 0,-1 1-3 16,1 1 2-16,-3 1-1 0,4 1-1 0,-5 0 1 15,1 4-10-15,-6 0-145 0,-2-11-143 0</inkml:trace>
  <inkml:trace contextRef="#ctx0" brushRef="#br0" timeOffset="161234.96">29960 13110 256 0,'0'0'-22'16,"0"0"24"-16,0 0 25 0,0-2 1 0,0 0 25 0,2 0-10 15,0 0-20-15,0-2 4 0,0 1-2 0,-2-1 10 16,2-9 9-16,-2 2 4 0,0 0 0 0,0-4-10 16,0 2 6-16,-2-4-9 0,0 2 8 0,-2 2-17 15,-1-1 13-15,-1 1-4 0,-1-2 7 0,-1 2-7 16,-3-2 1-16,6 4-4 0,-18-2 2 0,1 5 0 0,-2 3-7 15,-2 1 7-15,-2-15-7 0,0 8 1 0,-3 4-10 16,-3 5-4-16,-1 2-1 0,0 6-7 0,1 1-1 16,-1 4 9-16,3 2-5 0,3 4 4 0,-1 1-2 15,6-14-7-15,2 22 6 0,-1-2-3 0,7 0-1 16,-1 1 1-16,2-3-2 0,6 0-1 0,1 0-3 16,1-1-1-16,-8 1 0 0,4 0 0 0,3-1 2 15,5 1 1-15,3-2-1 0,2-1 2 0,1 0-1 0,3-3-1 16,3-1 0-16,-5-2-6 0,24-2 5 0,1-1-1 15,9-5 5-15,2 1 7 0,3 16-7 0,9-11 2 16,-6-9-5-16,6-4-2 0,0-3-7 0,-5-5-1 0,-1 1-3 16,-3 0-5-16,-8-1 6 0,-3 3-10 0,-8 1 8 15,-4 1-12-15,-3-1-19 0,-2 1-8 0,-6 1-13 16,-1 2-107-16,-5 0-28 0,1 0 1 0,0 1-8 16,0-1-18-16</inkml:trace>
  <inkml:trace contextRef="#ctx0" brushRef="#br0" timeOffset="161452.81">30103 13100 834 0,'0'0'83'0,"0"-2"161"0,-2 1-221 0,2-1-24 15,0 0 1-15,0 2-7 0,0 0 12 0,2 0 0 16,0 0-1-16,2 0 1 0,9-2-6 0,11-2 4 15,0 2-1-15,2 2 2 0,2 0-4 0,-4 0-9 16,6 0-5-16,-8 0-1 0,-1 0-18 0,-1 0 2 16,-7 0-3-16,-6 0-1 0,-3 0-23 0,-2 0-182 15,2 0 30-15</inkml:trace>
  <inkml:trace contextRef="#ctx0" brushRef="#br0" timeOffset="161584.72">30057 13292 476 0,'0'0'111'0,"-2"0"197"0,0 0-231 0,0 0-49 0,2 0-1 0,0 0-13 16,0 0-1-16,0 0 4 0,2 0-6 0,0-2 4 15,2 0-12-15,14-6-7 0,10-3 1 0,6 0-9 16,-1 0-36-16,6 0-46 0,0 0-88 0</inkml:trace>
  <inkml:trace contextRef="#ctx0" brushRef="#br0" timeOffset="162318.37">31058 12814 114 0,'0'0'26'0,"0"0"30"15,0-1-31-15,0-1 0 0,0 0-11 0,0 0 6 16,0 0-22-16,0 0 5 0,0 0-3 0,0 1 4 15,0-1-2-15,0 0-6 0,0 0 4 0,0 0-6 0,0 0 1 16,0 2 4-16,0 0-4 0,0 0 4 0,0 0-8 16,0 0-1-16,0 0-6 0,0-2 0 0,0 1-34 15,0 1 2-15,0 0-1 0</inkml:trace>
  <inkml:trace contextRef="#ctx0" brushRef="#br0" timeOffset="163241.45">31106 12768 112 0,'0'0'18'0,"0"0"-1"0,0 0 2 0,0 0 2 16,0 0-8-16,0 0-15 0,0 0 6 0,0 0-5 15,0 0 6-15,0 0-15 0,0 0 6 0,0 0-5 16,0 0 7-16,0 0 7 0,0 0-7 0,0 0-1 0,0 0-2 15,0 0 8-15,0 0-5 0,0 0 13 0,0 0-11 16,0 0 11-16,0 0 13 0,0 0-7 0,0 0 11 16,0 0 7-16,0 0-3 0,0 0 1 0,0 0-4 15,0 0-19-15,0 0 4 0,0 0-8 0,0-2 6 16,0 0-18-16,0 0 1 0,0 1 0 0,0 1 3 16,0-2 14-16,0 0-14 0,0 0 10 0,0 0-10 0,0 0 20 15,2 0-14-15,-2 1 6 0,2-1-8 0,-2 0 8 16,0 0 3-16,0 0-3 0,0 0 4 0,0 0 5 15,0 1-7-15,0-1 1 0,2 0-5 0,-1 0-7 0,-1 0 2 16,0 0 3-16,0 0-1 0,0 1 6 0,0-1-11 16,0 0 1-16,0 2-2 0,0-2 6 0,0 0 6 15,0 0 2-15,0 0 1 0,0 1-4 0,0-1 12 16,0 0-8-16,-1 0 10 0,-1 0-5 0,0 0 3 16,2 0-3-16,0 1 0 0,0-1-13 0,0 0-2 15,0 0 1-15,0 0 0 0,-2 0 5 0,2 0-11 16,0 1 1-16,0-1-3 0,0 0 4 0,0 0-3 15,0 0 4-15,0 0-3 0,0 0 11 0,0 1-9 0,0-3-1 16,0 0-4-16,0 0-2 0,0 1 6 0,0-1 0 16,0 0 1-16,0 1 8 0,0-1-5 0,0 0 2 15,0 0-4-15,0 1 9 0,0-1-6 0,2 0 13 16,0 1-11-16,0-1 8 0,-2 0-1 0,1 0-6 0,-1 1 5 16,2-1-4-16,-2 0 0 0,0 1-1 0,2-1 1 15,0 0 5-15,0 0-3 0,0 3-5 0,0-1 1 16,-2 0-9-16,0 0 7 0,0 0-1 0,0 0 3 15,0 0-4-15,0 1-9 0,1-1 5 0,-1 0-7 16,0 0 14-16,0 0-3 0,0 0 2 0,2 0-5 16,0 1-9-16,0-1 16 0,0 0-7 0,0 0 11 15,-2 0-14-15,0 0 2 0,2 0 3 0,-2 1 0 0,1-1-2 16,-1 0 14-16,0 2-13 0,2 0 14 0,-2 0-15 16,0 0 8-16,0-2 3 0,0 2 0 0,0 0-1 15,0-2-8-15,0 2-1 0,2 0-1 0,0 0 12 0,-2 0-8 16,0 0 3-16,0 0-5 0,0 0 2 0,0 0-9 15,0 0 8-15,0 0-7 0,0 0 6 0,0 0-1 16,0 0-3-16,0 0 2 0,0 0-2 0,0 0 13 16,0 0-9-16,0 0 9 0,0 0-14 0,0 0 9 15,0 2 1-15,0 0 2 0,0 0-3 0,0 0 3 16,0 22-5-16,0 2 2 0,0 7-8 0,0 4 11 16,-4-3-5-16,-1 7 7 0,-1-2-4 0,1-4-2 15,-1 6 0-15,0-4-2 0,3-4 0 0,-1-1 7 0,2-4 2 16,0-2-1-16,0-2-10 0,-1 0 5 0,1-4-2 15,0 3 2-15,0-5-1 0,0 3-6 0,0-3 2 16,1-1-3-16,-1-2 1 0,0-2 0 0,2 0 2 16,0-4-1-16,0 0-7 0,0-3-1 0,0-1-12 0,0-3 7 15,0 0-24-15,0 2-11 0,0 0-3 0,0-1-4 16,0-1-28-16,0 0-87 0,0 0 28 0,2-2-46 16,0 0 25-16</inkml:trace>
  <inkml:trace contextRef="#ctx0" brushRef="#br0" timeOffset="163804.72">31537 12785 515 0,'-2'-2'38'0,"0"0"85"0,0 0-121 0,0 0 4 15,0 0-6-15,1 1 5 0,-1-1-5 0,0 0 8 16,0 0 0-16,0 0 4 0,0 0 4 0,0 0 10 16,1 1 9-16,-1-1-1 0,0 0 25 0,0 0-16 15,0 0 4-15,0 0-6 0,0 0 9 0,1 1-21 0,-1-1 5 16,0 0-9-16,0 0 5 0,0 0-15 0,0 2 1 16,0 0-7-16,1 0-9 0,-1 0 10 0,0 0-8 15,0 0 8-15,0 0-13 0,0 2 4 0,0 0 3 16,1 2 0-16,1-3 7 0,-10 20-13 0,3-1 2 0,1-1-4 15,1-2 14-15,1-3-10 0,-2 3 6 0,3 4-7 16,-1-3 3-16,0-1-1 0,2 0 3 0,-1-3-2 16,1-1 0-16,0 2-1 0,0-2-1 0,0 2 2 15,0 0 3-15,1 0 1 0,1-2-6 0,-2 2 2 16,2-2-3-16,0-2-1 0,0 2 5 0,0 0-4 16,0-4-3-16,0 2 6 0,0-2-2 0,0-1 6 15,0-1 0-15,0-1-5 0,0-1-1 0,0-1 0 0,0 0-5 16,0-2 6-16,2 1-1 0,1 1 4 0,1 0-2 15,0-2 4-15,9 3 2 0,0-3 1 0,0-2-1 0,2 0-3 16,-2-4 2-16,5-3-3 0,-1-2 0 0,1-2 3 16,-1 9-6-16,-2-19 5 0,0 3-6 0,-4-3 0 15,0 1 9-15,-3 0-6 0,-1-3 6 0,-1-1-3 16,-3 2 0-16,16-6 0 0,-8 2 5 0,-4-4 0 16,-5 2-3-16,-2-1 3 0,-2 3 3 0,-3 0-8 15,-4-6 9-15,-3 8-10 0,1 5 9 0,2 5-14 16,3 4-2-16,-14 5-3 0,3-1-5 0,2 4 6 15,1 0-4-15,2-5 2 0,-1 0-19 0,0 3 2 0,6 4-6 16,-8 0 1-16,4 2-17 0,2 1-63 0,-2 3-7 16,9-6-26-16,0 9-82 0,-7 4-26 0</inkml:trace>
  <inkml:trace contextRef="#ctx0" brushRef="#br0" timeOffset="164131.96">32006 12751 422 0,'-1'0'83'16,"-1"0"5"-16,0 0-28 0,-2 0-14 0,-7 0-28 15,-9 0-6-15,1 2 13 0,2 4-7 0,-5 5 8 0,4 0-21 16,1-2 0-16,-2 17 6 0,6 0-4 0,-2 0 3 16,6-2 5-16,-2 1-1 0,4-1 5 0,1-4 11 0,2-3-8 15,2-2 4-15,1 0-4 0,-7-6 6 0,3 0 10 16,1-1-6-16,4-5 8 0,0 1 3 0,0 0-6 15,2-1 4-15,0 1-5 0,1-2-11 0,8 2 3 16,15-1-5-16,0-3 5 0,4-3-3 0,-4-3-15 16,-2-3 3-16,-5 0-7 0,-2-1 4 0,-8 3 5 15,0 3-5-15,-3-13 4 0,-3-3-10 0,1 1 3 16,11-3-4-16,-6-4 4 0,-7 6-3 0,-2-6-3 16,-4 5 3-16,-1 8-4 0,-6-7-6 0,3 9-18 0,-3 0 3 15,-7 3-8-15,-5 6-12 0,1-13-57 16,2 6-21-16,1 4-18 0,4 5-121 0,4 0-36 0</inkml:trace>
  <inkml:trace contextRef="#ctx0" brushRef="#br0" timeOffset="164415.97">32356 12681 978 0,'0'0'31'15,"-2"0"0"-15,0 0-12 0,0 0-1 0,0 0-14 0,0 0-2 16,-1 0-4-16,-1 0 3 0,0 0-2 0,2 2 0 16,0-1-3-16,1 1 3 0,-1 0-1 0,0 2 6 15,0 0 7-15,-2 9-6 0,2 1 8 0,2-1 0 16,0 6 3-16,0 1-2 0,2 3 3 0,2-1 5 0,0-3 1 16,-1 3 5-16,1-4-4 0,0 5-5 0,0 1-5 15,-1-4 1-15,1 1-3 0,-2-3-11 0,0-1 4 16,0 2-10-16,-2-3 7 0,0-1-13 0,0-4-19 15,0-2 6-15,0-1-11 0,0-3-14 0,0-1-63 16,0-2-17-16,-2 2-13 0,0-1-34 0,0-1-1 16</inkml:trace>
  <inkml:trace contextRef="#ctx0" brushRef="#br0" timeOffset="164645.37">32339 12809 106 0,'0'-2'55'0,"0"0"-5"0,4-18 71 0,3-17-11 15,2 1 9-15,1 1-33 0,-3 7-23 0,0 4-4 16,1 5-7-16,-1 3-21 0,1 1 4 0,-1 2 6 15,1 4-1-15,-3-3 10 0,8 5-18 0,0 1 4 0,-4 5-9 16,1-7 3-16,-3 3 4 0,-3 3-10 0,0 0 6 16,-3 2-13-16,3 0 4 0,0 0 1 0,0 2 0 15,-3 1-7-15,5 16-3 0,-4 9-4 0,-4 0 0 16,-5 0-8-16,-3-2 5 0,-3 0 1 0,0-6 2 16,-2 0 3-16,12-1-10 0,-20 1 4 0,3-1-5 15,0-2 3-15,1-2-1 0,0-4-2 0,1 4-1 16,3 1-26-16,2-3-19 0,-2-2-10 0,6-1-7 15,3-3-82-15,-1 2-87 0,5-5 17 0</inkml:trace>
  <inkml:trace contextRef="#ctx0" brushRef="#br0" timeOffset="165064.63">33052 12412 889 0,'0'0'24'0,"-2"0"2"0,0-2 9 16,-5 0-10-16,-16-6 4 0,1 1 10 0,2 3-15 0,-1 1 7 16,-1 1-12-16,0 0 0 0,3 2 2 0,1 0-10 15,5 0 4-15,0 2-17 0,5 0 5 0,1-1 3 16,3-1 0-16,2 0 3 0,-2 4-6 0,1 0-1 16,-1 1-2-16,-3 10-3 0,1 0 5 0,2 2 5 0,4 3-2 15,0 2 1-15,4 3 0 0,2 2-3 0,-1 3 3 16,3 4-6-16,-1 1 1 0,2 0-1 0,1 4 1 15,-3-2 6-15,-1 2-6 0,-3 0 2 0,1 2-3 16,-2 0 0-16,0-6 11 0,-2 1 3 0,-2-5 1 16,0-1 7-16,0-2-15 0,0-1 6 0,2 1-8 15,2-2 5-15,0-3-4 0,0-1 0 0,0-4 1 16,0-1 5-16,-1-4-9 0,1-2 2 0,-2-5-4 16,0-1 4-16,0-3-1 0,0 0-2 0,0 2 1 0,0 0-4 15,0-1-11-15,0-1-4 0,-2 0-3 0,1 0-12 16,-1 0-3-16,-2-2-3 0,-9 0-1 0,-9-4-20 15,1-2-17-15,1-1-6 0,1-2-5 0,1-1-33 0,-3-1-2 16,5 0-11-16,-1 0 1 0,4 9-63 0</inkml:trace>
  <inkml:trace contextRef="#ctx0" brushRef="#br0" timeOffset="165194.85">32586 12976 159 0,'0'0'79'0,"0"-2"-8"0,2 0 22 15,0 0 7-15,-1 1-27 0,1-1-7 0,2 0-2 0,9-7 0 16,13-4-1-16,-2 3-6 0,2 1 5 0,2 2-4 15,2-1 3-15,1-1-7 0,4 1-10 0,6-1-1 16,-5 0-5-16,-1 0-17 0,0 1-4 0,-5 3-9 16,-2 1 2-16,0 0-24 0,-4 2-14 0,-2 0-1 15,-2 1-7-15,-3 1-32 0,-4 0-236 0</inkml:trace>
  <inkml:trace contextRef="#ctx0" brushRef="#br0" timeOffset="166882.6">30166 14318 370 0,'0'-1'55'15,"0"-1"-4"-15,-1-2 3 0,-3-5 8 0,-2-10-23 0,1 1-3 16,-1-1-9-16,2-1-8 0,3 1 0 0,-1 0-22 16,2 1 10-16,0 1-1 0,0 0 4 0,2 1-11 15,-1 3 9-15,1 0-5 0,2 0 10 0,-2 2-1 0,0 3 3 16,0-1-4-16,-1 3 3 0,1 1 0 0,-2 1 7 16,0 0-3-16,0 2 2 0,0 1-2 0,2-3-13 15,0 0 8-15,0 0-8 0,0 3 17 0,0-1-11 16,-1 0 3-16,1 0-6 0,0 0 8 0,0 2-2 15,0 0-2-15,0 2-1 0,0 2-12 0,-1 9 9 16,1 15-5-16,-2 1 7 0,-2 1-1 0,1 0-8 16,-3 1 14-16,-2-1-12 0,3 2 14 0,-1-3-14 15,0-1 4-15,2-4-6 0,0-3 6 0,2-7 9 0,0-6-14 16,0 3 13-16,0-4-15 0,0-1 14 0,2 1-5 16,0-3 9-16,0 0-3 0,0 0-8 0,2-3 7 15,-1 1-10-15,3-2 0 0,11-2-1 0,-1-5 2 16,5-6-1-16,-3 9 6 0,-3-18-8 0,2 2 1 15,-4 3-3-15,-2 2-6 0,4 10 7 0,-6-3-6 0,-1 3 6 16,-3 1 0-16,-1 2-5 0,1 0 6 0,-3 2-5 16,4 2 0-16,-1 2 3 0,3 11-3 0,-3 11 4 15,7 1 5-15,-1-1-7 0,0 0 4 0,7-3-5 16,-3-9 7-16,4-2-5 0,-2-7 3 0,1 8-2 16,3-2 13-16,-1-5-10 0,0-4 5 0,5-4-7 15,-1-6 8-15,0-5 1 0,-2 6 0 0,-5-23 2 0,1-1 1 16,-1-1-3-16,0-1 0 0,-2-1-1 0,-4 8-2 15,-4 0 9-15,1 0-5 0,-7 0 6 0,1-1-8 16,15 1 9-16,-6 0 3 0,-3-2 1 0,-5 0 9 0,-3 2-7 16,0 2 3-16,-2 0-2 0,-1 3 10 0,-3 1-24 15,1 3 1-15,-3 2-9 0,1 2 0 0,3 8-4 16,0-3 3-16,4 6-5 0,0 0-13 0,-3 1-4 16,-5-5-13-16,6 6 7 0,-1-2-17 0,-1 2 8 15,0-2-7-15,0 2 1 0,1 0-44 0,-1 2-124 16,2 0 4-16,0 0-46 0,0 2-23 0</inkml:trace>
  <inkml:trace contextRef="#ctx0" brushRef="#br0" timeOffset="167201.84">31043 14172 968 0,'0'0'29'0,"0"0"2"16,0 0-6-16,0 0-7 0,0 0-7 0,-2 0-11 15,2 0 1-15,0 0 2 0,0 0 0 0,0 0-3 0,0 0 0 16,0 0-9-16,0 0 7 0,0 0-6 0,0 0-3 15,2 0 3-15,0 0-3 0,0 0 4 0,-1 0-10 16,3 0 4-16,0 0-6 0,0 0-9 0,3-2-1 16,2 0-5-16,-1 0 2 0,-5 0-15 0,-1 2-118 15,2 0 18-15</inkml:trace>
  <inkml:trace contextRef="#ctx0" brushRef="#br0" timeOffset="167372.99">30939 14333 594 0,'0'0'66'0,"0"0"121"0,0 0-142 0,0 0-22 0,0 0 6 16,0 0-8-16,0 0 13 0,0 0-11 0,2 0-1 16,0 0-5-16,-1 0-17 0,24-2 1 0,-1-3-11 15,5-1 7-15,-1-3-29 0,0 0-10 0,2-1 1 0,-6 1-8 16,2-2-13-16,0 0-56 0,-4 0 1 0,4 0-25 16,-9 3-43-16</inkml:trace>
  <inkml:trace contextRef="#ctx0" brushRef="#br0" timeOffset="167653.15">31657 13953 573 0,'0'0'87'0,"0"0"-98"15,0 0 97-15,-1 0-49 0,-1 0-31 0,0 0 12 16,0 0-3-16,0 0 8 0,0 0-4 0,0 0 7 16,1 0-7-16,-1 1 8 0,0 1-9 0,0 2 7 15,0 3 1-15,-5 18 2 0,-3 1 1 0,1 5-10 0,0 3 4 16,0-1-6-16,-1 4-2 0,3 0-6 0,-1 0-4 16,1 2 1-16,1-3-9 0,1-7 0 0,-1 5-9 15,3-10 3-15,-1 2-23 0,2 0-9 0,0-8-2 16,0 1-7-16,2-6-46 0,0-6-121 0,0-3 41 15</inkml:trace>
  <inkml:trace contextRef="#ctx0" brushRef="#br0" timeOffset="167996.31">31919 14058 523 0,'-2'0'50'0,"1"0"93"0,-3 0-127 15,0 0-10-15,0 0-3 0,-1 2 2 0,-3 2 18 16,-1-2-23-16,2 20 13 0,-4 4-16 0,-1 2 4 0,1 0 0 16,4 3 1-16,1 1 3 0,1 0 17 0,-1-5-6 15,2-1 9-15,3-7-9 0,-12-1 16 0,7-8 9 16,2 1-5-16,2-4 7 0,2-1-5 0,0-4-2 16,0 1 5-16,2 1-5 0,0-2-9 0,2 0 7 15,16 2-12-15,8-6 10 0,2-8-13 0,3-8 10 16,1 12-4-16,-5-25 5 0,1-1-12 0,-6 1-2 15,-5 1-5-15,-8 2 1 0,-2-2-13 0,-3 3 6 16,12-3 1-16,-7 0 3 0,-3 2 6 0,-6 4-16 0,-2 0 8 16,-2 5-9-16,-2 5 9 0,0 2-10 0,1 5 0 15,-3 3-4-15,-12 2-5 0,-7-12-6 0,-1 2-10 16,4 9 3-16,-4 3-22 0,-3 3-66 0,3 3-18 16,1 3-22-16,1 2-102 0</inkml:trace>
  <inkml:trace contextRef="#ctx0" brushRef="#br0" timeOffset="168242.61">32448 13834 472 0,'0'0'74'0,"0"0"155"0,-1 0-197 16,-1 0-20-16,0 0 1 0,0 0-8 0,0 0 0 15,0 0 9-15,-1 0-6 0,-1 0 5 0,0 2-11 0,0-1-2 16,1 1 11-16,-1 2-6 0,-5 11 20 0,-1 5-9 15,1 3 0-15,2 3-3 0,-1 3 4 0,3 3 2 16,-1 1-2-16,1 3 1 0,-1-1-10 0,0-2-1 16,1-1-2-16,-1-4 1 0,1-2-16 0,1-4 3 15,-2 0-9-15,3-5 6 0,-1-2-16 0,2-8-12 16,0 1 0-16,2-6-11 0,-2 1-61 0,2 1 21 16,0-2-12-16,0-2 20 0,2 0 6 0,0-2-11 15,2-4-7-15,1-21 1 0,14 1 0 0</inkml:trace>
  <inkml:trace contextRef="#ctx0" brushRef="#br0" timeOffset="168428.16">32526 13992 99 0,'0'-2'56'16,"0"0"52"-16,2 0 59 0,-2 0-55 0,0 0 17 16,0 0-33-16,0 1-13 0,0-1-22 0,-2 2 1 15,1 0-8-15,-3 0-10 0,0 2 4 0,-3 1-9 16,-4 5 8-16,-2 1-7 0,1-5-5 0,3 12 0 0,0 1-4 16,3-2-9-16,1 2-13 0,-1-2 0 0,4-4-3 15,0 4 6-15,-7-4-13 0,2 0-2 0,5-6-6 16,0 1-18-16,0 0 15 0,2-3-10 0,0 1 9 15,0 0-17-15,2-1-15 0,0-1 13 0,2 0-13 16,9 2 7-16,11-2-12 0,2-2-29 0,2-6 6 0,3-3-104 16,6-2 34-16,4-2-14 0</inkml:trace>
  <inkml:trace contextRef="#ctx0" brushRef="#br0" timeOffset="169053.63">32953 13934 83 0,'0'-2'46'0,"0"0"4"15,2 0 48-15,0 1-1 0,0-3 5 0,-2 2-22 16,2-5-5-16,-2 5-7 0,2-2-29 0,0 0-15 15,-1 1 7-15,1 1-11 0,0 0-1 0,-2 0 7 16,0 0-4-16,0 2 7 0,0 2 2 0,0 0-5 16,0 3 2-16,-4 23-2 0,1 4 7 0,-3 1-6 15,1 1 1-15,1 1-3 0,-2-2 4 0,3-1-16 16,-1 1 0-16,0-5-6 0,0 0 7 0,3 2-14 16,-1-2 5-16,-2-6-9 0,2 0 3 0,2-11-18 0,0-1 2 15,0-5-10-15,0-1-18 0,0 0-3 0,0-1-8 16,0-1 5-16,0-2 3 0,2 0 4 0,0-2 8 15,3-9-2-15,14-24 34 0,-2 3-8 0,-2 1 12 16,1-3-10-16,-1 3 7 0,-2-1 3 0,2-3 0 0,-4 3 2 16,2 1 5-16,-2 1-3 0,0 4 6 0,-1 6-3 15,-1 1 13-15,-3 6 11 0,-1 2-4 0,-1 4 8 16,-2 1-2-16,0 2 9 0,-1 1-6 0,1-1 6 16,0 0-8-16,0 0 14 0,0 3 1 0,0-1 3 15,0 2-9-15,-1 0 17 0,1 2-7 0,0-1 9 16,-2 1-26-16,4 24-20 0,-4 0 0 0,-4 4-6 15,-1 2 2-15,-5-3-9 0,1 1 2 0,0-6-5 0,-2 2 1 16,1-5-11-16,1-3-2 0,2-1-5 0,3-8-7 16,0-1-6-16,0-1-3 0,4-5-1 0,-1 2-12 15,-1-1 6-15,0-1 4 0,2 0 1 0,0 0 9 0,0-2 3 16,0-2 5-16,0 0 1 0,0 0 22 0,2-16 0 16,0-3 1-16,-1 1-2 0,1 1-3 0,0 1 7 15,0-1 3-15,-2 6 0 0,2 0-4 0,0 2 10 16,0 2-3-16,-1 1 6 0,1 3-9 0,0-3 8 15,0 3-11-15,0-1 11 0,2 1-3 0,1-3-4 16,-3 1 7-16,13-1-6 0,0 1 10 0,-2 3-7 16,-2 0 0-16,2 3-2 0,-2-9-7 0,-2 5-2 15,1 1-5-15,-1 2 4 0,-2 2 2 0,1 0-2 0,-5 0 4 16,1 0-4-16,2 4 0 0,-1-2-1 0,3 16 2 16,1 1-2-16,-3-1-2 0,-3-3-4 0,3-2-3 15,-1 0 2-15,3-3 12 0,1-1-11 0,-2-2 3 16,3-1-8-16,1-4 4 0,4 1 7 0,3 10-5 0,5-1 2 15,1-5-10-15,-2-3-5 0,8-2-7 0,-4-2-4 16,2-4-61-16,3-2-290 0</inkml:trace>
  <inkml:trace contextRef="#ctx0" brushRef="#br0" timeOffset="170561.73">30569 15271 219 0,'0'-2'142'0,"-1"0"-188"15,-1-2 169-15,0-1-93 0,-7-12-14 0,1-3 5 0,3 1-2 16,1 2 2-16,4-1-5 0,0 3-5 0,0-2-3 16,2-1 2-16,1 1 9 0,5 0 16 0,1 1 8 15,0 1 1-15,-1 0 21 0,14 0-9 0,0 2 2 16,-1-2-4-16,3 4-7 0,0 0-20 0,2 4 1 0,0 1-7 16,-2 2-8-16,-2 1-7 0,1-12 1 0,1 5-2 15,-4 7-3-15,-3 3 10 0,-2 2-9 0,-4-1 10 16,-2 3-3-16,-5-2 5 0,-2 7-3 0,16 19 2 15,-6 2-9-15,-7 1 9 0,-5 5-2 0,-4 3 3 16,-3-4-2-16,-6 8-4 0,-4 1 6 0,1-1-5 16,-3 0 5-16,0-4-5 0,-1 0-1 0,1-6-1 15,-1 0 3-15,1-3-6 0,16-2 3 0,-16-2-4 0,2 2-4 16,3-4 4-16,1-2-1 0,2-1 2 0,1-1-5 16,7-3 0-16,-9-1 1 0,3-1-1 0,5-4-8 15,3 1 12-15,1-3-9 0,0 0 11 0,1-3-6 0,1-3 3 16,4 1-2-16,20 11 1 0,3-8-4 0,1-5-19 15,5-5 6-15,4-7-10 0,-1-3 2 0,1-3-33 16,1-5 8-16,-1 3-21 0,-3-1-46 0,1 0-106 16,-4 3-32-16</inkml:trace>
  <inkml:trace contextRef="#ctx0" brushRef="#br0" timeOffset="170809.62">30620 15559 697 0,'-2'0'116'0,"0"0"225"16,0 0-310-16,0 0-40 0,0 0 3 0,2 0-13 15,0 0 14-15,2 0 5 0,7-2-1 0,23-6 2 16,3-1-5-16,2-2-6 0,4-2 3 0,7-4-3 15,3-1-1-15,4-1-10 0,7-1-13 0,1-1 2 16,0 1-42-16,-4 1-186 0</inkml:trace>
  <inkml:trace contextRef="#ctx0" brushRef="#br0" timeOffset="171106.78">31516 15241 1392 0,'0'0'32'0,"-2"0"2"0,1-2-16 0,-1 0-9 15,0 1-11-15,0-1-20 0,2 2 8 0,0 0 5 0,0-2-1 16,2 2 3-16,0-2 3 0,1 0-4 0,12-2 4 16,2 1 4-16,2-1-7 0,-3 0-4 0,1 1-3 15,0-1-19-15,-2 0-1 0,-1 0-5 0,-2 3-9 16,-1-1-118-16,-6 2-129 0</inkml:trace>
  <inkml:trace contextRef="#ctx0" brushRef="#br0" timeOffset="171243.43">31516 15509 1149 0,'0'0'93'0,"0"0"4"0,0-2-48 16,0 0-11-16,0 0-40 0,0 0-24 0,2 0 23 16,0 0-7-16,7-1 10 0,25-14-19 0,7 0-30 15,1 1-2-15,10-3-21 0,10-1-139 0</inkml:trace>
</inkml:ink>
</file>

<file path=ppt/ink/ink126.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19:13.507"/>
    </inkml:context>
    <inkml:brush xml:id="br0">
      <inkml:brushProperty name="width" value="0.05292" units="cm"/>
      <inkml:brushProperty name="height" value="0.05292" units="cm"/>
      <inkml:brushProperty name="color" value="#FF0000"/>
    </inkml:brush>
  </inkml:definitions>
  <inkml:trace contextRef="#ctx0" brushRef="#br0">2173 11132 65 0,'0'-2'0'0,"0"1"7"0,0-3 20 16,0 0 5-16,-2-5 11 0,0-2 2 0,0 1-11 15,0 3-2-15,-2-4 5 0,3 3-5 0,-3-1 3 0,0 0-7 16,0-2 2-16,1 0-4 0,-1-1-3 0,0 1 1 15,2 2-11-15,1 0 8 0,-1-1-15 0,2 1 0 16,0 2 6-16,0-1-5 0,0 1 3 0,0-1 0 16,0 5-2-16,0-1 3 0,0 0 3 0,-2 1-9 15,0-1 2-15,0 0-3 0,0 0 16 0,1 1-6 16,-3-1 7-16,0 0-8 0,-1 1 3 0,-8-7-3 16,-2 1-2-16,-6 0 2 0,5 3-4 0,-5 1 10 15,1 1-5-15,1 2 5 0,1 0-15 0,-7 2 6 16,3 0-1-16,2 0 3 0,-3 4-9 0,3 0 5 0,1 1-5 15,-1 4 5-15,1 3-8 0,1-11 0 0,1 22-3 16,-1 5 0-16,-3 1 1 0,4 8-1 0,-1 4 3 16,1 2-1-16,2 3 1 0,4-5 0 0,0 0-2 15,5-4 3-15,1-5 5 0,3-3-5 0,0-4 1 0,-15-1-3 16,8-2-10-16,5-3 12 0,3-3-3 0,1-1 6 16,1 0-8-16,1-6 19 0,4 2-5 0,-1-3 10 15,3-3-3-15,14-1-4 0,2 0-2 0,0 13-1 16,2-6-5-16,4-4 0 0,2-3 6 0,9-2-5 15,-1-2 4-15,5-4-9 0,-4-2 0 0,-4 1-1 16,2-1-2-16,-2 3-15 0,-3-1-1 0,-1 0-6 16,-5 2-7-16,-4 0-17 0,0 1-9 0,-2-1-11 0,-3 0-100 15</inkml:trace>
  <inkml:trace contextRef="#ctx0" brushRef="#br0" timeOffset="578.33">2626 11021 254 0,'-2'-2'171'0,"0"0"-233"0,-2-3 206 0,1-16-115 16,-10 4-12-16,1 4 10 0,3 4-7 0,2 2 8 16,-1-1-10-16,3 1-5 0,-3 1 3 0,3 1-4 15,-1-1-6-15,2 2 6 0,-1-1-5 0,1 1 5 16,2-1-14-16,-1 1 5 0,-1-2 5 0,2 3 1 16,0-1 6-16,0-2 0 0,0 3-3 0,1-3 4 15,1 4 11-15,-2 0-11 0,0 0 0 0,2 1-3 0,-2-1 1 16,-2-2-5-16,1 0 4 0,-1 2-5 0,2 1-3 15,0-1-1-15,0 2 0 0,0 0 0 0,1 2-5 16,-1 1 4-16,-4 8-2 0,-7 17 4 0,4 0-1 0,3 0-4 16,1 9 0-16,-1 0-1 0,2 2 1 0,1-2 1 15,-1-1-1-15,0-5 1 0,1 1-1 0,1-6 3 16,-2-2-2-16,0-2 3 0,2-3-1 0,1-1 4 16,-1-1-6-16,2-6 4 0,0 0-3 0,0-1 2 15,0-5-1-15,0-1-1 0,0 0-4 0,0-3 5 16,0 1 1-16,3 2 1 0,9 3-5 0,8 3 13 15,2-5-8-15,8-3 9 0,0-2-13 0,3-5 1 16,4-3 8-16,0-3-4 0,4-2 6 0,-2 0-7 0,-2 0-3 16,-3 2 0-16,-6 2-10 0,-1-1 11 0,-6 5-7 15,-1-1 9-15,-3 2-1 0,-6 3-4 0,-2-1 8 16,-5 2-8-16,0 0-1 0,0-2 6 0,-1 0-4 16,1 2 6-16,-2 0-7 0,0 0 3 0,0 0-1 0,-1 0 1 15,-1 0-3-15,0 0-18 0,0 0 3 0,0 0-9 16,0 0-7-16,-1 0-57 0,-1 0-25 0,0 0-16 15,0 0-126-15</inkml:trace>
  <inkml:trace contextRef="#ctx0" brushRef="#br0" timeOffset="923.3">2483 11193 228 0,'-2'0'113'0,"0"-1"-109"16,0-1 128-16,-2 0-58 0,-3-2-33 0,0 0-6 16,-1 1-10-16,4 1 6 0,1 0-6 0,-1-2 0 0,0 1 2 15,1-1-3-15,1 0-8 0,0 1-2 0,0-1 1 16,2-5 1-16,0-4 5 0,4 0-10 0,1-2-1 15,-1 7-2-15,3 1-5 0,14-1 9 0,1 5-6 16,2-8 6-16,4 5-7 0,-2 0-1 0,2-1 6 16,-2 5-4-16,0-3-2 0,4-14 5 0,-4 8-11 0,2 3 8 15,-6 5-14-15,4 1 7 0,2 0 1 0,-2 0 1 16,0 2 6-16,-6 0-8 0,0 0 6 0,-7 0-5 16,0 0-1-16,2 0 3 0,-4 0-9 0,1-2 7 15,-3 0-14-15,-4 1-25 0,-3 1 1 0,2-2-13 16,0-2-29-16,-1 0-55 0,1-3 3 0</inkml:trace>
  <inkml:trace contextRef="#ctx0" brushRef="#br0" timeOffset="1234.74">2637 10703 372 0,'-2'0'39'0,"0"-2"44"0,-2 1-38 0,3 1-8 16,-7-4-5-16,3 0 2 0,-3 0 0 0,4 3-12 16,-1-1-1-16,3 2-5 0,-2-2-5 0,1 0-14 15,-1 0 6-15,2 0-8 0,0 0 16 0,0 1-8 0,0-1 2 16,2 0-4-16,0 0 4 0,0 0 5 0,2 0-1 16,0 0 3-16,2 2 0 0,-2 0-5 0,14-3 4 15,1 1-4-15,2-2 3 0,-1 2-4 0,3 0-5 16,1 1 1-16,-3 1 1 0,-1 0-3 0,3 0 6 15,-5 0-6-15,1 0-3 0,3 0 3 0,-3 0-4 0,7 1 4 16,-2 1-7-16,-3 0-14 0,1 0-15 0,1 0-4 16,-1 0-102-16</inkml:trace>
  <inkml:trace contextRef="#ctx0" brushRef="#br0" timeOffset="1621.38">3205 11023 333 0,'0'0'139'0,"-2"0"-157"0,0-2 160 0,0 0-80 15,1 0-23-15,-1 0-18 0,0 0 2 0,0 1-6 16,0-1 6-16,0 0-6 0,0 2 6 0,2 0-5 15,0 0 2-15,0 0-3 0,2 0 0 0,0 0 1 16,2 0 5-16,20-4-11 0,8-1 5 0,3-1-8 16,2 0 3-16,4 1-21 0,3-3-2 0,-1 3-9 15,-2 1-48-15,2 0-149 0</inkml:trace>
  <inkml:trace contextRef="#ctx0" brushRef="#br0" timeOffset="4126.41">4330 10789 311 0,'-2'0'37'0,"0"-2"63"16,-1 0-50-16,-10-5-21 0,-6-3 4 0,4 3-10 16,4 1 4-16,-2 1-5 0,2-1 5 0,-4-1-5 15,6 3 4-15,-2-2 0 0,1 3-1 0,-1-1 1 16,2 2-13-16,2 0-1 0,-3 0 2 0,3 2 0 15,-1 0 11-15,1 0-12 0,1 0 4 0,-1 0-5 0,0 2 6 16,-3 2-5-16,-1 3-3 0,-2 3 1 0,0-1-1 16,2-3 6-16,-4 10-2 0,2 3 2 0,-2-1-8 15,4 3-1-15,0 1 1 0,2 4 0 0,0 0 7 16,1-2-14-16,1 4 6 0,-1-6-8 0,5 6 1 16,1 0 7-16,-15-4-6 0,8-3 7 0,3-5-5 0,2 1-6 15,3-2 4-15,1 0-5 0,0-2 3 0,0 2 7 16,1-4-4-16,1-4 8 0,2 1 3 0,-4-7-7 15,4 3 9-15,11 5-8 0,5 1 8 0,-1-5-15 16,1-5 5-16,-1-2-6 0,1-1 12 0,4-7-8 16,0-3 1-16,0-1-3 0,2 8-2 0,-7-22 6 15,1 2-7-15,-1-2 8 0,-2-1-5 0,-3 3 0 0,-8-4 5 16,1 4-3-16,-3 0-1 0,2 2-2 0,1 0 2 16,8 3-1-16,-6 3 1 0,-3-1 1 0,-2 4-3 15,-3 0 3-15,1 4 4 0,-2 0-6 0,0 4 1 16,0-1-2-16,0 5 10 0,0-1-3 0,0 2 2 15,0-2-5-15,0 1-9 0,-2 1 2 0,1 0 4 16,-1 0-1-16,0 2 1 0,0 0 5 0,0 2-8 0,0 2 6 16,-5 12-11-16,-2 12 9 0,1 0-2 0,3 2 3 15,-1 3-11-15,4-3 8 0,2 1-3 0,4-3 4 16,3-4-3-16,4 1 2 0,2-3 4 0,0-4-1 16,0 1-3-16,-9-4-1 0,11-4-3 0,5 0 3 15,6-3 0-15,0-5 0 0,0 5-7 0,0-6 4 0,-5 11 1 16,1-6-1-16,0-3 6 0,1-4-4 0,-1-6-5 15,0-3 7-15,-1-2-3 0,-1 5 4 0,1-20-9 16,-3-2 5-16,2-3-4 0,-1 3 5 0,-4 2 1 0,0-2-3 16,-2 2 0-16,-2 2-2 0,0-2 1 0,-2 5 5 15,1 1 1-15,-3 3 1 0,0 2-4 0,-1 2 6 16,0 2-4-16,-5 4 6 0,5-1-9 0,-2 3 4 16,-2 1-1-16,1 0 4 0,-1 1 9 0,0-1-8 15,0 2 5-15,0 0-8 0,0 0 2 0,-1 2-1 16,1 0 0-16,-2 2-1 0,0 0-2 0,0 0 6 15,-7 20-5-15,-2 4 4 0,-1 2-6 0,-1 2 0 16,0 1 8-16,0 3-5 0,2-3-1 0,-1-3 5 16,3-2-9-16,1-5 8 0,3-8 0 0,-1 0-2 0,2-6 1 15,0 2-3-15,2-5-7 0,0-2 7 0,0 0-1 16,0 2 3-16,0-1 4 0,0-1-7 0,0 0 10 16,0 0-9-16,2-2 7 0,0 0-1 0,0-2-7 15,-2 0 5-15,15-24-6 0,1-4 3 0,-1 3-1 0,-2 1 3 16,0 0-4-16,4-2-2 0,0 0 1 0,-3 2-2 15,1 0 2-15,0 2 1 0,-11 1 0 0,14 5 1 16,1-1-7-16,1 6 5 0,1 2-4 0,-8 4 5 16,2 1-2-16,-6 2-1 0,-2-1 3 0,5-3-3 15,-9 7 3-15,-1 1-3 0,2 0 0 0,-2 0-1 16,3 0 9-16,-1 1-6 0,0 1 3 0,-4 0-2 0,9 19 9 16,-2 1-8-16,-3-2-1 0,0 3-3 0,-4-3-1 15,0-1 10-15,0-1-3 0,0-5 5 0,2-2-9 16,0-1-1-16,-2-5 2 0,0-3-1 0,0 0 1 15,1 2 6-15,1-3-6 0,0 1 5 0,2 0-10 0,0-2 11 16,14-4-1-16,6-7 4 0,0-4-11 0,1 4 2 16,-1-17-1-16,-4 1 2 0,2-3-2 0,1 4 0 15,-5 2-3-15,1 3 4 0,-4 5 4 0,-6 3-4 16,2 3 2-16,-7 5-4 0,-1 1-4 0,-1 4 7 16,2-4-1-16,0 2 3 0,-1 1-9 0,1 1 6 15,-2 0-7-15,0 1 7 0,-2 1-1 0,4 22 4 16,-4 4 0-16,0-2 1 0,0-3-14 0,0-1 11 0,0 0-1 15,0-7 6-15,0 0-6 0,0-6-4 0,0-3 0 16,1 1-1-16,1-3 2 0,2 0 5 0,2-1-7 16,12 3 5-16,3-4-2 0,3-6 3 0,2-5 1 15,2-6 0-15,-1-2-4 0,1 15-5 0,0-22 6 16,0 2-5-16,-2 1 10 0,2 3-10 0,-2-1 7 0,-4 3-6 16,0 1 12-16,-3 0-9 0,1 0-5 0,-3 2 0 15,0 0 2-15,-4 2 7 0,-4 0-1 0,0 1 3 16,-3 1-8-16,-4 4 8 0,3-3-3 0,-3 4 4 15,0 1-3-15,0-1-2 0,-2 2 0 0,0 0-2 16,0 0 8-16,0 1-11 0,0-3 9 0,0 0-9 0,-2 2 16 16,0 0-10-16,0 1 6 0,1-1-7 0,-3 2 9 15,0 0-11-15,0 0 1 0,1 0-3 0,-3 0 9 16,1 2-6-16,-3-1-1 0,4 1-2 0,1 0 2 16,-1 2 0-16,2 0 6 0,-5 9-3 0,-1 3 5 0,1 3-5 15,-1 3-1-15,1 4 0 0,0 2 5 0,-1 7-7 16,3 4 4-16,-1 6-6 0,0 5 4 0,1 9 7 15,-1-1-8-15,-1 1 5 0,-1-3-13 0,3-8 14 16,-3 4-5-16,3-9 6 0,-1-2-5 0,1-8-1 16,1-7 3-16,0-2-3 0,1-1 5 0,-1-5-4 15,0 1 0-15,0-4-1 0,1-4 0 0,1-4 2 16,-2 1 5-16,2-5-4 0,2-1 3 0,-2 2 1 16,-1 0-9-16,-1-2 4 0,0-1-2 0,1-1-6 15,-9 0 9-15,3 0-10 0,0-3 7 0,1-3-4 0,1-12 2 16,3-18-1-16,-1-3 12 0,3-7-7 0,-24-4-2 15,11-13-2-15,11-8-4 0,6 1 7 0,4-3-3 16,5 10 4-16,4 5-2 0,0 10-3 0,5 4 3 0,-1 10-5 16,-18 6 1-16,27 8 2 0,0 1 2 0,7 6-2 15,-3 6 0-15,1 5 6 0,3-18-8 0,-8 10 8 16,1 8-3-16,-1 4 3 0,-6 6 4 0,2 5-2 16,-7-10 3-16,-11 31-5 0,-1 3-4 0,16 2 0 15,-8 6-3-15,-10-3-1 0,-4 5 4 0,-7-3-2 16,-3-7 5-16,2-7 2 0,1-8 2 0,5-12-1 15,1-7 1-15,0 1-2 0,0 0 2 0,0 0-1 0,0-3 8 16,2-1-14-16,0 0 0 0,2-1-4 0,7-18 12 16,12-18-11-16,-17 2 9 0,18-4-11 0,-2 0 4 15,6 0 5-15,-2-2-6 0,1 0 5 0,1 2-6 0,-2 0-3 16,0 2 7-16,0 1-4 0,-2 3 5 0,-5 1 5 16,0 3-9-16,-4-3 6 0,-2 1-2 0,-2 3-2 15,-1 0 3-15,-5 6-3 0,1 5 5 0,5 4 2 16,-1 0 0-16,-5 2 0 0,-1 2-3 0,-2-1-4 15,0 1 1-15,0 3-2 0,0 5 1 0,-2-3 3 16,1 0-3-16,-3 2 2 0,-7-1-10 0,-6 1 9 16,0 2-1-16,1 2 3 0,-1 3-4 0,2 3 0 0,2-5 1 15,-4 23 0-15,4 2 6 0,0 0-10 0,2 4 4 16,0-3-5-16,0 3 5 0,0 3-1 0,0-3-1 16,3 5 2-16,1 2 0 0,5 3-5 0,0 3 0 15,-22 0 0-15,13-1 5 0,7 3 3 0,4-1-3 16,6-1 2-16,1-1-8 0,2-9 8 0,1-3 0 0,-1-4 2 15,-2-10-4-15,3 1-10 0,-1-4 4 0,-7-10-5 16,18 1 4-16,1 9 19 0,1-6-9 0,2-5 11 16,2-4-12-16,2-6 5 0,0-5 2 0,1-4-1 15,5-5-4-15,-3 12-1 0,3-23-1 0,-1-3 0 16,-3 3-4-16,-4 1 1 0,0 2-3 0,-7 0 2 16,-1 2 3-16,-3 0-2 0,-4 0 5 0,4 4-4 15,-4 2 5-15,-4-1-1 0,1 5-6 0,3 1 2 0,-4 2 0 16,-3 5 2-16,-2 1 5 0,-2 3-4 0,0 2 2 15,0-1-2-15,0-1-2 0,0 2 1 0,-2 0 0 0,0 0-3 16,0 2 4-16,1 0-3 0,-18 2 6 0,0 4-4 16,1 3-2-16,5 0-1 0,0-3-1 0,4 16 4 15,3-1-1-15,1 1 0 0,1 2-10 0,-11-2 5 16,4 1 4-16,3-1 0 0,7-2 0 0,1-3 3 16,3 3-8-16,5-1 6 0,1 0-8 0,4-1 8 15,-2-1-1-15,13-4 2 0,-3 0-9 0,5-4-2 16,3 0-4-16,-1-3 2 0,4-2-5 0,-1 14 5 15,-3-8-2-15,0-7 2 0,0-3-11 0,-2-5 7 16,5-8-7-16,1-4 6 0,0 8-13 0,-3-27 8 0,5-1 1 16,-3 0 2-16,3-4 5 0,3 2 8 0,-2 0-1 15,4 0 3-15,-4-2-2 0,2 1 5 0,-5-3-5 16,-2 2 5-16,-6-5-6 0,-7-6 4 0,1-4 4 16,-7-3 0-16,2-1 11 0,-3 4-11 0,-9 4 1 0,24 6-3 15,-14 3 3-15,-8 10 13 0,-3 5 0 0,-1 8 2 16,-3 3-4-16,-2 2-6 0,3 8 5 0,1 3-4 15,-9 0 6-15,-6-7-9 0,-4 2-2 0,1 3-2 16,0 6-3-16,1 4 9 0,-1 3-4 0,1 4 5 16,0-1-12-16,1 19 2 0,1 5 2 0,2 5 0 15,4-2 3-15,4 0-5 0,3 6 1 0,2 1-2 0,-22 3 1 16,11 3 1-16,8-4-4 0,5-1 4 0,1-1 4 16,5 1-3-16,0 3 2 0,1 4-3 0,4 4 7 15,-2 7-7-15,2 6 5 0,2 9-6 0,-1-2 0 0,-1 2 3 16,-2-6-7-16,-3-7 7 0,-1 0-1 0,-1-9 2 15,-2-6 3-15,1-3-2 0,1-5-3 0,0-1-2 16,0-4-5-16,1-1 2 0,-3-5 0 0,0-5-20 16,0 0 1-16,-2-5-12 0,0-7-39 0,0-4-47 15,0-8-13-15,0 1-9 0,0-1-42 0,0 0-39 16</inkml:trace>
  <inkml:trace contextRef="#ctx0" brushRef="#br0" timeOffset="4454.14">7054 11210 737 0,'0'-2'27'0,"-2"0"-3"0,2-1 29 0,-7-16-8 0,1 4 2 16,2 1-32-16,1-1 4 0,3-2-5 0,2-2 3 16,3 1-6-16,6-4 0 0,-7-1 2 0,31-5-1 15,10 1 5-15,5-1-3 0,9-2 3 0,6 0-3 16,-2 4-2-16,1 2-12 0,-11 4 7 0,-8 3-9 15,-4 2 7-15,-11 6-4 0,-3 0-1 0,-6 5 2 16,-6-7 8-16,0 1-8 0,-6 7 6 0,0 1-5 0,0 0 13 16,-3 2-10-16,-2 0 1 0,-2 0-3 0,1 4 6 15,3 5 7-15,5 15-3 0,-4 4 4 0,-5 2-7 16,-2 1-5-16,-5 3 6 0,-1-3-4 0,-1 3 6 0,-1-3-12 16,1-3-2-16,1-4 0 0,1-3 1 0,-1-3 7 15,2-1-7-15,-1 2 5 0,1 1-12 0,2-7 6 16,0 0-1-16,2-8 1 0,0 1-9 0,0-2-31 15,0 1-1-15,0-1-16 0,0 0-49 0,0-2-45 16,0-1-25-16,0 3-11 0,0 0-121 0</inkml:trace>
  <inkml:trace contextRef="#ctx0" brushRef="#br0" timeOffset="5045.52">7888 11058 170 0,'1'-2'54'15,"1"0"83"-15,0 0-33 0,2 1-5 0,0-3-2 16,9-4-5-16,3-3-28 0,3 0-25 0,-1 2 0 15,3 0-9-15,-1-1-1 0,1 1-7 0,1 0 3 0,-3 1-6 16,3-1 2-16,0 0 5 0,-3-1-1 0,1 1 2 16,-5 0-7-16,9-6-6 0,-7 4 6 0,7 5-6 15,-4-10 3-15,-3-5 4 0,4-1-5 0,-8 0 5 16,3-1-15-16,-1 1 3 0,-2 2-5 0,-5 1 5 16,-3 0-3-16,-1 3 1 0,7 1 4 0,-4 2-3 15,-1 0-7-15,-4 4 13 0,-2-1-13 0,0 5 13 0,0 1-8 16,0 2-4-16,-2 2 7 0,-20-15-7 0,-6 4 2 15,2 7-2-15,-6 4 4 0,1 4-3 0,-1 5 5 16,-3 6-8-16,0 2-1 0,1 3-3 0,3-12 3 0,5 22-4 16,5 3 6-16,3 0-4 0,3-1 4 0,4-2-1 15,5-2-1-15,4 3 0 0,-16-1-7 0,10-6 6 16,6-2-6-16,4-1 6 0,6 1-4 0,5-3 8 16,9-3 4-16,22-5 1 0,8-7-1 0,10 5-4 15,-7-5 5-15,5 2-3 0,-8-1 8 0,-6 1-10 16,3 3 4-16,-5 0-5 0,1 8 5 0,-3 0-1 15,1 7-5-15,-2-2 1 0,-2 0-8 0,-6 1 8 16,-1-7 3-16,-2 3 2 0,-12-4 1 0,3-6 2 0,1-1-3 16,-15-3 3-16,3-1-5 0,-7 0 6 0,-1-1-3 15,0-1 3-15,-2 0-10 0,0 0 4 0,-2-2-1 16,-2-2 3-16,-14-9-4 0,-6 5 2 0,5-22-2 16,6-3 2-16,4 3-4 0,3-9 1 0,4-2-1 15,-20-2 2-15,11 0-2 0,7 0 4 0,6 2-4 0,6 4 4 16,5 2-9-16,0 9 2 0,-8-1 2 0,23 7 0 15,-6 1 4-15,6 2 0 0,4 2 0 0,-6 0 0 16,3 2 4-16,3 2-5 0,-2 1 2 0,1 1-2 16,3 3 2-16,-8 1-4 0,-4 1 0 0,-4-11-2 15,1 3 7-15,-4 5-1 0,-2 1-5 0,0 2 1 16,-8 2-6-16,-1 0-27 0,-2 0 7 0,2 0-19 16,-1 0-29-16,-1 0-61 0,-2 0-34 0,-2 0-8 0,-1 2-105 15,-33 4 52-15</inkml:trace>
  <inkml:trace contextRef="#ctx0" brushRef="#br0" timeOffset="5284.41">6794 10299 1578 0,'-2'-2'20'0,"0"-2"-10"0,-14-29-1 0,3 7 21 0,9 18-26 16,2 4-21-16,-2 1-9 0,1 1-14 0,-1 0 2 15,0 0-53-15,2 2-147 0,0 0-94 0</inkml:trace>
  <inkml:trace contextRef="#ctx0" brushRef="#br0" timeOffset="6422.93">1989 11775 141 0,'0'0'37'0,"0"0"-3"0,-2 0 16 0,0 0 4 0,0 0-11 15,-1 0-13-15,-1 0-9 0,-2 0-4 0,1 0-2 16,-6-2-11-16,-1 0 5 0,-2 0-5 0,-1 0 5 16,2 0-15-16,3 1 11 0,1-1-7 0,-2 0 9 15,4 0 0-15,-3 0-3 0,1 0 13 0,2 0-11 16,-1 1 9-16,1-1-8 0,1 0-6 0,-1 0 3 15,-1 0-4-15,1 0 1 0,-1 0 3 0,3 2-1 0,-3 0 8 16,3 0-13-16,-1 0 9 0,1 0-11 0,-1 0 4 16,2 0 9-16,-1 0-7 0,1 0 11 0,0 0 14 0,3 0 15 15,-5 2 6-15,2 0 0 0,1 0 10 0,-1 0-18 16,0 0-2-16,2-2-7 0,-1 3-18 0,-1 1-3 16,0 0-2-16,4-2 1 0,-2 1-5 0,0 7-6 15,2-5 2-15,0-1 0 0,0 2 11 0,0-3 3 16,0-1 1-16,12 7 1 0,14 4 8 0,7-3-1 15,4-7 4-15,17-3-3 0,-4-2 10 0,8-5 0 16,1 0 1-16,-5-1-1 0,5-3 5 0,-3-2-11 16,-2-2-5-16,2 0-3 0,-3 2-15 0,1 2 1 0,4 2 1 15,-1 2-2-15,7-1-1 0,-1 3-3 0,-6-1 2 16,6 2-1-16,-9 2 4 0,-4-1-4 0,-3 1 3 16,-14 0-3-16,-1 0 2 0,-3 0-5 0,-6 0 2 15,-3 1-2-15,-3 1 5 0,-6 0-7 0,-2 0-5 0,-3 0 1 16,-2 0-3-16,-1 0 5 0,1 0 3 15,-2 0-1-15,0 0 0 0,0 0-5 0,-2 0-7 0,0 0 4 16,-2 0-2-16,0 0-17 0,-4 0 10 0,-22 7-13 16,-1 0 11-16,-10 1 5 0,-4 1-3 0,-3 0 5 15,-5 1-4-15,-8-3 5 0,0 1 3 0,-4-1 1 16,3 2 1-16,6-3 13 0,4 1-4 0,2-1 7 16,1-1-1-16,7 1 16 0,-1-2-3 0,2 1 5 0,0 1-14 15,0-3 3-15,3 3 0 0,3 0 0 0,1-1-7 16,8 1 0-16,-2 1-4 0,6 1 4 0,1-1 0 15,5 0-6-15,4-1 2 0,3-2-2 0,3-2 2 0,0 3-2 16,-1 4 3-16,1 3-3 0,4-5 0 0,0-3 21 16,2-1-4-16,20 12 12 0,15 0 4 0,12-7-7 15,1-7 1-15,-2-2-3 0,6-5 3 0,2-5-4 16,5-4-3-16,8-2 1 0,5-3-5 0,8 5-9 16,1 2 10-16,2 4-9 0,-10 3 5 0,-12 2-9 15,-6 4-2-15,-12 2 0 0,0 6-3 0,-12 1-52 16,-1 4-30-16,-5 4-44 0,1 1-476 0</inkml:trace>
  <inkml:trace contextRef="#ctx0" brushRef="#br0" timeOffset="19709.75">932 8861 172 0,'0'-1'29'0,"0"-1"16"0,0 0 30 16,4-22 6-16,0 5-7 0,1-5-20 0,1 11-25 0,1-4 5 16,1 2-11-16,-3 4-11 0,1-2-4 0,-1 4-3 15,-1 3 2-15,0 1 4 0,0 1-4 0,9 0 4 16,0-5-5-16,1 2 0 0,5 1-5 0,-4 6 5 15,3 4-4-15,-1 3 10 0,-2-3-5 0,2 28 3 0,-2-1-4 16,-2 8 2-16,-2-5-4 0,-9-1-1 0,1-3-1 16,3-4-4-16,3-8 3 0,0-3 3 0,-5-4 2 15,0-1-2-15,-2-7 29 0,3 1-2 0,-1-2 15 16,2 2 20-16,1-1-32 0,6 1 3 0,2-4-13 16,3-2-12-16,5-5 0 0,1-4 0 0,6 3 0 15,1-23-9-15,3-8 0 0,-1-4-3 0,-1 0 4 16,-1-7-1-16,6-4-1 0,2-2-4 0,6-1 1 0,3 3-15 15,10 4-14-15,7 4-9 0,9 1-9 0,6 4-89 16</inkml:trace>
  <inkml:trace contextRef="#ctx0" brushRef="#br0" timeOffset="27742.04">6231 6516 6 0,'0'0'0'0,"0"0"2"0,0 0 28 0,0 0-8 16,0 0 3-16,0 0-11 0,-1 0-1 0,-1 0 6 15,0 0-1-15,0 0 2 0,0 0-3 0,0 0 12 16,0 2-8-16,-1-2 8 0,-1 2-21 0,0-2 8 16,1 2 0-16,-1 0 3 0,0 0 1 0,0-2-6 15,1 2-3-15,-1-2-1 0,0 1 1 0,1 1-4 0,-1 0 4 16,2-2-6-16,-9 4-1 0,2 0 0 0,-4 1-7 15,0 1 3-15,-2 1 0 0,-8 4 0 0,-6 6 7 16,-3 2-6-16,-1-1 6 0,-1-14 0 0,-1 24 0 16,-2 0 0-16,0 5-2 0,0 4 7 0,-2-2-5 15,5 2 4-15,3 1 0 0,3-5-9 0,4 0 10 0,1-5-10 16,3-4 12-16,3 1 0 0,1-5-7 0,1-1 4 16,2-3-4-16,2-1 11 0,-1-4 4 0,7-1 1 15,-1-1 7-15,3-4-16 0,-1 1-1 0,2 0-5 16,0-3 3-16,0 1-8 0,-1 0 6 0,-1-1-6 15,2 1 6-15,0 0 2 0,0 0 1 0,0-1 0 16,1 1-1-16,-1 0-4 0,2-1-1 0,0 1-2 0,0-2-2 16,0 0-5-16,0 0-5 0,2 0-4 0,-1-1-43 15,1 1-89-15</inkml:trace>
  <inkml:trace contextRef="#ctx0" brushRef="#br0" timeOffset="28251.69">5457 6555 120 0,'0'0'39'0,"0"0"-6"0,-2 0 38 0,0-1-5 15,1-1-9-15,-1 0-2 0,0 0-3 0,-2 0 1 16,2 0-5-16,0 0 0 0,1 1-3 0,-3-1 1 16,2 0-4-16,0 0-16 0,0 0 5 0,0 0-11 15,1 0-12-15,-1-1 1 0,0 1 5 0,0 0-3 16,0 0 3-16,0 0 4 0,0 0-10 0,1 1 10 0,-1-1-12 15,0 0 0-15,2 0-4 0,0 0 2 0,0 0-1 16,0 0-3-16,0 1 5 0,0-1-6 0,0 0-1 16,0 0 0-16,2 0-2 0,0 0 2 0,-1 0-2 0,1 2 4 15,0 0-2-15,2 0 2 0,1 0-3 0,8 2 4 16,2 4 0-16,2 1 3 0,3 4 0 0,3 4-1 16,-3 0-5-16,2-11 2 0,3 18-3 0,2 0 4 15,7 1 2-15,3-1 0 0,-2-2-2 0,10 3-3 16,-4-5 3-16,3 1-2 0,10-3 3 0,-8-3-3 15,5 4 1-15,-7 0-2 0,-7 0 7 0,-1-1-7 16,-7 1 3-16,-1 2-3 0,-4 1 6 0,0 2 2 16,-1 2-5-16,-5 2 4 0,-1-3-8 0,0 5-47 0,-4 5-58 15</inkml:trace>
  <inkml:trace contextRef="#ctx0" brushRef="#br0" timeOffset="30790.88">2245 12848 256 0,'0'-2'-67'0,"0"0"44"0,0 0 9 16,-2-22 14-16,2-2 75 0,-2-2 5 0,2 0-11 16,0 4-5-16,0 0-3 0,0 7-26 0,2 1-15 0,0 1 3 15,0 4-10-15,0 0-11 0,-2 5 4 0,0 2-1 16,2 1 0-16,-1-1-7 0,1 0 17 0,0 2-8 15,0 0 13-15,0 2 1 0,0 2-7 0,0 2 3 16,5 29-6-16,-1 12-5 0,-3-2 5 0,-3-2-5 16,0-1 4-16,0-1-1 0,0 0-8 0,0-3 10 0,0-5-9 15,2-3 11-15,-2-6 3 0,2-3-1 0,-2-2 2 16,0-1-1-16,0-1-11 0,2 0 2 0,0-4-5 16,0 0 3-16,-1-1-14 0,1 1 3 0,0-4-13 15,0 1-39-15</inkml:trace>
  <inkml:trace contextRef="#ctx0" brushRef="#br0" timeOffset="30940.51">2392 12358 1376 0,'-2'-2'20'0,"0"0"0"0,0-4-8 16,-9-12-5-16,7 10-10 0,4 7-45 0,-2-3-106 15,1 2-28-15,-1 0-37 0,0 2-209 0</inkml:trace>
  <inkml:trace contextRef="#ctx0" brushRef="#br0" timeOffset="31342.1">2685 12746 472 0,'0'0'18'0,"-2"2"46"16,0-1-71-16,1 5 14 0,-16 24-1 0,2 1 7 15,4-1 0-15,2-2-12 0,1-4 4 0,3 2-5 16,-1-7 15-16,2-5-8 0,2-1 4 0,2-7-4 16,0 0 16-16,0-3 47 0,0-1 0 0,-1 2 16 0,1 0-3 15,0-3-32-15,0 1 0 0,0-2-12 0,0 0-24 16,0-2 0-16,0-1-12 0,1-18 9 0,3-10-8 15,2-3-3-15,-1 3 4 0,5-5-5 0,-1 3-6 16,0 0 7-16,0 3-5 0,1 2 7 0,-1 2-3 0,0 4 0 16,1 1 3-16,-3 5-2 0,0 3-1 0,-1 5 4 15,-2 1-4-15,11 5 4 0,-1-9-4 0,-1 3 2 16,4 3-2-16,-2 1 1 0,0 4-1 0,5 2 3 16,-3 2 1-16,3 5-1 0,3 6-3 0,-3-2-2 15,0 13 0-15,-5 5-1 0,2-3 3 0,-6-2 2 16,4 4 1-16,-4-6 1 0,0 0-8 0,0-5-4 15,-1-3-2-15,-1-3 0 0,0-1-10 0,2-3-85 0,1-2 14 16,1 3-40-16,-2-9-9 0,0 9 18 16,0-5-19-16,0-3 17 0,2-2-40 0</inkml:trace>
  <inkml:trace contextRef="#ctx0" brushRef="#br0" timeOffset="31566.03">3372 12530 234 0,'0'0'54'16,"0"0"-5"-16,-2-2 51 0,0 1-12 0,1-1 5 15,-1 0-25-15,-2 0-3 0,0 0-6 0,-3 0-2 16,-2 2-30-16,-1 0-10 0,3 2 3 0,3 0-6 16,0 17 2-16,-18 18-5 0,9 4-2 0,6-1 2 15,3 5 8-15,4 1-14 0,4 1 11 0,1 1-14 0,5-3 6 16,-1-4 3-16,2-4-9 0,-2-4 8 0,1 1-6 16,-1-3-5-16,-2-1 7 0,1-4-7 0,-1 0 4 15,-1-6-9-15,-1 1-3 0,-3-8-2 0,0-2-9 0,-2-6-8 16,0-3-23-16,0 0-1 0,0 2-146 0,-2-1-38 15</inkml:trace>
  <inkml:trace contextRef="#ctx0" brushRef="#br0" timeOffset="32434.23">3277 12757 476 0,'2'-2'31'0,"0"0"-1"0,0-2 42 15,0-7 1-15,20-9 3 0,6-2 10 0,5 5-33 0,1 0 1 16,1 4-12-16,-3 6-16 0,1 3-17 0,-3-15-3 15,-6 10-3-15,-4 5 6 0,-5 4 7 0,-4 0 2 16,-7 2 0-16,0 0-4 0,-1 2 6 0,-3-2-9 16,4 20 7-16,-6 2-18 0,-11 4-1 0,4 0 1 0,-28-2 0 15,0 0-1-15,0-4 0 0,7-3-2 0,6-3 2 16,5-3-4-16,12 0-15 0,1-3-4 0,4-5-4 16,-3 3-11-16,1-3 8 0,2-1 0 0,2 0 2 15,0-1-2-15,2 1 12 0,2-2-3 0,12 4 7 16,20-1 0-16,1-5-1 0,4-2 7 0,-8-3-5 15,4-5 3-15,4-3 13 0,-4-1-10 0,10-5 12 16,-14 2-9-16,-5 2 7 0,-6 14-2 0,-3-20 4 0,-1 3-11 16,-1-1 10-16,-2 8-5 0,-4-4 6 0,-3 0-1 15,-1 2-2-15,-3 0 2 0,-1 2-3 0,5 2 5 0,-4 3 6 16,-1-1 3-16,1-1 0 0,-2 5 0 0,-2 1 10 16,2-4-4-16,0 2 5 0,-2 1-19 0,0 1 4 15,0 0-2-15,0 2 4 0,0 0-1 0,-2 2-5 16,0 3 2-16,-13 27-2 0,0 5-2 0,2-3 2 15,0 1 0-15,0 4 0 0,2-6 5 0,4-3-3 16,1-6 1-16,2-3-1 0,1-5 5 0,1-3-2 16,2-2 4-16,0-1-4 0,0-5 3 0,0-3 13 15,2 2-9-15,1 0 9 0,1-3-20 0,16 5 0 16,5-6-6-16,2-7 5 0,1-6-6 0,4 9 5 16,-2-31-3-16,1-1 2 0,-1-3-5 0,-4 0-3 0,2 2 9 15,-2 2-6-15,-2 1 0 0,-6 7 7 0,3 4-10 16,-10 3 10-16,-2 5-1 0,-3 4 3 0,-1 3 8 15,-3 5-5-15,-2 1 10 0,4-2-24 0,0 0 7 0,-3 3-10 16,1-1 18-16,0 2-10 0,-2 2-2 0,0-1-2 16,0 12 2-16,-2 12 1 0,-1-1 4 0,1 2-2 15,2-6-2-15,0 2-1 0,0-1 1 0,2-3-1 16,-1-5 6-16,3-1 2 0,2-3 2 0,-4-5 0 16,3 3 5-16,19-3-15 0,-1 11 3 0,4-2-5 0,5-8 8 15,1-5-2-15,1-2-1 0,1-5-1 0,-1-1-6 16,-7-1 3-16,-2 2-4 0,-7-1 3 0,-1 1-4 15,-4 1 5-15,-2 1-2 0,-2-3 2 0,-1 6-8 16,-1-16-2-16,1-3 4 0,-5 1-3 0,1-10 10 16,0 1-8-16,-1-3-1 0,1-5-3 0,2 3-3 0,-3-5 8 15,3-1-5-15,-1 1 6 0,3-4-3 0,-1 2 0 16,3 0 9-16,-3 0-6 0,0-1 5 0,-1 1-2 16,-2-2 0-16,-1 0 1 0,20 3 14 0,-10 1 11 15,-8 7-5-15,-1 4 5 0,-4 8-11 0,0 7 6 16,0 0 7-16,0 7-3 0,0 4-7 0,-2-1-14 15,0 1-5-15,0 0 0 0,1 2-5 0,-3 2 7 16,-11 20 2-16,-5 26 2 0,5 2 7 0,5 1-7 16,5-5-1-16,3-1 0 0,2-5 9 0,2 1-6 0,3 0 1 15,5 0-2-15,3 0-3 0,0-4 2 0,0 0-4 16,-2-4 3-16,0-1 3 0,-2-2-12 0,-1-6 11 16,-3-6-11-16,1-3 9 0,-2-5-21 0,-1-1-8 15,-3-5-6-15,2-1-37 0,0 1-130 0,0-2-15 0</inkml:trace>
  <inkml:trace contextRef="#ctx0" brushRef="#br0" timeOffset="32576.06">4531 12378 1212 0,'0'0'23'0,"0"-2"50"16,0 0-63-16,0 1-5 0,0 1 1 0,2 0-2 0,-1 0-2 15,12-2 0-15,13-2-2 0,4 0 0 0,2 1-12 16,1-3-51-16,2 2-79 0,-3 2-9 0,1 1-436 15</inkml:trace>
  <inkml:trace contextRef="#ctx0" brushRef="#br0" timeOffset="32918.62">5171 12504 703 0,'-2'-2'44'0,"-1"1"71"16,-1-1-62-16,-3-2 3 0,-5-3-6 0,11 7 4 16,-3-4-17-16,0 0-24 0,2 2 4 0,0 0-11 0,2 1 7 15,2-1-6-15,2 0 6 0,24-11-7 0,13 0-5 16,5 4 3-16,-3 1-5 0,1 3 3 0,3-1-2 0,-3 2-19 16,3 3-13-16,1-3-7 0,0 2-79 0,4 0-105 15,0 0-33-15</inkml:trace>
  <inkml:trace contextRef="#ctx0" brushRef="#br0" timeOffset="33656.76">6423 12235 386 0,'0'-2'25'0,"0"0"-3"0,-2 1 19 0,0-5-5 0,-4-11-1 16,1 1-14-16,1 1-9 0,-1-2 7 0,1 0-7 15,0-1 13-15,0-1-6 0,3 1 4 0,-1 1-3 16,0-2 16-16,2 6 9 0,0-2 5 0,0 2 0 16,0 8 6-16,0-4-10 0,0 3-9 0,0 4 4 0,0-5-4 15,2 3-29-15,0 0 10 0,-1 2-17 16,1 1 9-16,0 1-5 0,0 1 3 0,0 3-5 0,15 28-7 15,-4 3 9-15,-2 4-7 0,-4-2 8 0,1 0-6 16,-3 0 4-16,1 1 2 0,-3-3-2 0,1 0-2 16,0-1 0-16,-2-5 0 0,1-1 1 0,-1-4 7 0,0-3-11 15,2-5 1-15,-2-1-3 0,0-4 10 0,-1-1-14 16,-1-7 3-16,0-1-8 0,2 2 6 0,-2 0-10 16,0-3-3-16,0 1-6 0,0-2-47 0,0-2-28 15,0 1 1-15,0-3-7 0,-2-17 6 0,-3-3-2 16,-1 0-3-16,1 0 2 0,-3-2 16 0,3 2 53 15,-1 0-8-15,1-2 24 0,-3 0 11 0,3-4 45 16,-1-1 7-16,2-5 14 0,1-1 32 0,1 0-15 0,2-4 5 16,0 6-10-16,2 0-7 0,-1 5 10 0,3 2-8 15,2 2 6-15,-1 6-19 0,3 1-13 0,-1 6 1 16,1 2-7-16,6 3 0 0,12-1 10 0,0 4-7 16,2 3 6-16,0-15-22 0,-2 8-9 0,4 7 2 15,-4 4-4-15,-2 5 7 0,-4 6-8 0,-3 4 1 0,-8 22-3 16,-1 0 2-16,-6 0-9 0,16-2 14 0,-12-2-12 15,-6-3 7-15,-6-6 6 0,-5 0-13 0,0-8 12 16,2-1-13-16,-19-2 10 0,4-6 3 0,1 1 1 16,3-5-3-16,7 1-4 0,0 3-2 0,5-3-1 15,5-5-5-15,-1 1-6 0,2 0-2 0,0 0 0 16,2 0 8-16,0 0-2 0,2 0-1 0,6-1-3 0,25 3-1 16,-11-4 4-16,8 0 2 0,0 0-2 0,-4 0 3 15,3 0 0-15,-6 2 2 0,3 0-1 0,-4 2 3 16,0-1-5-16,1 3 4 0,-7-1-3 0,1 1 5 15,-8-2-7-15,-1-1 1 0,-6-3 1 0,1 4 19 0,1 4-3 16,0 3-3-16,-2 2-1 0,-4 0 2 0,-8 3-1 16,-3 3 1-16,-29 0-3 0,-8-1-7 0,-2-1 8 15,-8 1-1-15,1-3 1 0,5-2-14 0,4 2 2 16,7-2 0-16,12 0 0 0,6 2 0 0,9-2-28 16,6 0-2-16,3-2-10 0,-2 0-27 0,3-2-60 15,4-1 7-15,2-1-28 0,0-3-28 0</inkml:trace>
  <inkml:trace contextRef="#ctx0" brushRef="#br0" timeOffset="34530.66">7366 12181 832 0,'-2'-2'35'16,"0"1"1"-16,-2-1 25 0,-14-6-15 0,1-7 3 15,2 6-36-15,4 5-6 0,0-3-3 0,4 5 1 16,-3 0 4-16,1-5-11 0,0 1 6 0,1 3-6 16,-1-1 9-16,2 2-5 0,-1 2-1 0,-1 0-1 0,-2 0 0 15,0 4 11-15,0 1-1 0,-1-3 5 0,1 17 1 16,2 3-1-16,3-2 1 0,1 1-2 0,1-1-2 16,-11 1-4-16,6-3-2 0,3-3 1 0,3 0-6 0,1-4 5 15,0-2-2-15,2-1 4 0,0-1 0 0,0-3 8 16,0-2 0-16,2 2 3 0,2-1 4 0,5 1-18 15,9 0 7-15,7-4-10 0,-1-4 4 0,0-3-3 16,-2-3-3-16,4-3 2 0,-7 2-2 0,1-4-1 16,-1 13 5-16,-8-12-4 0,5 1 5 0,-10 0-5 15,0 3 1-15,-3 1-1 0,1 3 11 0,0 3-7 16,-1-1-1-16,-1 0-1 0,0 2-5 0,0 1 3 16,-2 1-2-16,0 0 3 0,0 1-1 0,-2 1 0 0,2 2-2 15,-4 11 0-15,3-2 0 0,-1-4 3 0,0 0 4 16,2-1-2-16,0-3-2 0,2-1-2 0,0 0-1 15,1 0 0-15,21 5 7 0,10-5-7 0,1-6 3 16,10-8-5-16,-1-4 4 0,3-3 3 0,-5-2-4 16,1-1 3-16,0-1-2 0,-4 1 0 0,2 1 2 0,-8 6-2 15,-1 4-8-15,-6 5 9 0,-4 4-4 0,-2 2 6 16,-1 4 2-16,-2 1 3 0,-6 1 7 0,-6 3-4 16,-1 13-6-16,13 0 2 0,-8 2-6 0,-5 0 7 15,-4-2 0-15,-4-1 0 0,-3-3-4 0,-1-3 3 16,1-4 1-16,1-6-3 0,4 1 6 0,-11-7-5 15,0 1 1-15,2 6 2 0,2-3-1 0,0-1 2 0,1-2 7 16,3-2-9-16,-1 0-1 0,2 0-3 0,1-2-8 16,-1 0-2-16,0-2 0 0,2 1-1 0,2 1-6 0,0-6 11 15,0 1-3-15,0 1 5 0,2 1-7 0,0 1 7 16,0 0-4-16,13 1 4 0,5 1-1 0,4 0-7 16,0-2 6-16,14 1-6 0,2-3 9 0,3-1-4 15,4-1 1-15,-3-1-2 0,-1-2 3 0,5 0 0 16,-1-6-2-16,-3 0 2 0,1 2 6 0,-4-7-5 15,1 3 1-15,-5-3-2 0,0-2 2 0,-3 4 1 16,-6-5 2-16,-4-1-1 0,-2-3 11 0,-1 1-14 16,-5-4 7-16,-3 4-8 0,-5 1 6 0,-5-3 2 15,1 4-4-15,-2 5 5 0,11 1 5 0,-7 5 0 0,-5 2 2 16,-1 4-2-16,-1 3-1 0,-3-1-6 0,2 7-4 16,-24-15 0-16,0 6-9 0,-4 9 8 0,-1 5-2 15,-3 10 2-15,3-11-2 0,-1 33 5 0,4 4-1 16,0 2 2-16,2 1-5 0,4-3 1 0,4 0-1 0,10-6 1 15,5-3-2-15,-16-4 2 0,10-2 3 0,7-4 0 16,2-2 7-16,5-1 4 0,7-1 3 0,2-5 0 16,24 2 4-16,2-7-5 0,7-1-6 0,7-3 1 15,5 24-7-15,6-13-2 0,9-12 5 0,2-3-4 16,2-3 4-16,2-7-5 0,-9 1-3 0,-3 0-2 16,-6-1-18-16,-5 1-12 0,-1 2-9 0,-4-1-5 15,-4 3-67-15,-7 1-210 0,-6 2-68 0</inkml:trace>
  <inkml:trace contextRef="#ctx0" brushRef="#br0" timeOffset="41576.62">11495 5202 116 0,'0'-2'0'0,"-2"0"6"0,2 0 64 16,-7-13-22-16,0 1 6 0,1 2-34 0,0-1-2 0,3 4-9 15,-3 0-3-15,1 0-1 0,-1 1-6 0,2-1 0 16,-7 3 1-16,-2 3 1 0,-4-1 13 0,4 2-14 15,-3 0 4-15,1-9-4 0,2 4 7 0,-4 1-4 16,-5 0 0-16,-4 5-2 0,-2 1-9 0,-4 1 8 16,3 5-2-16,1 1 5 0,0 3 5 0,0 1-5 15,4 2-3-15,-2 2 0 0,2 0-2 0,2-10-1 0,-2 16 4 16,3 3-3-16,1 0 2 0,1 0 8 0,-1 0-8 16,3-3 6-16,0 1-10 0,4-4 8 0,2 7 2 15,4-1 1-15,-1 0-6 0,5 9 13 0,-3-7-10 16,-13 6 9-16,6-4-11 0,6-4 10 0,3 2-3 0,2-6 3 15,2 2-9-15,0-1 3 0,4-1 1 0,2 1 2 16,3-1 9-16,2-1-9 0,2 1 5 0,-4 1-6 16,16 1 8-16,1-4-11 0,0 3 4 0,3-4-7 15,5 1 4-15,-1 1 7 0,2-1-3 0,4 1 4 16,4-1-8-16,0-1 5 0,1-2-8 0,-5 0 7 16,2-6-10-16,0 2 12 0,-6-5-4 0,2-4 7 15,-5 0 1-15,-4 14-5 0,3-5 13 0,-6-7-10 16,1-2 12-16,-2-2 9 0,2-2-2 0,0-3 5 0,2-5-1 15,-3-1-18-15,3-2 7 0,2-4-8 0,-2 1 13 16,5-3-8-16,-3 1-5 0,2 16 2 0,-3-21-1 0,-3 1 8 16,2-2 2-16,-6 2 1 0,-3-2 6 0,-6 1 2 15,-2-1-2-15,-5-2 0 0,-3 0-18 0,18-7 4 16,-12-3-5-16,-5-1 4 0,-4-4-10 0,-8-1-1 16,-5 1-3-16,-7-4 1 0,18 1-8 0,-37 7 1 15,0-6 1-15,-2 8-1 0,-1 3-8 0,-3 4-15 16,-5 10-13-16,-4 3-1 0,-5 6-55 0,-17 7-96 15,-14-30-1-15</inkml:trace>
  <inkml:trace contextRef="#ctx0" brushRef="#br0" timeOffset="42221.57">8424 5373 159 0,'-2'-2'32'0,"1"0"29"0,-5 0-13 0,-20-11-23 0,0 2-4 16,0 2-3-16,-2 1-2 0,2 3-8 0,0 3 0 16,-4 2-3-16,3 0-3 0,1 2 3 0,1 1-1 0,5 1 1 15,0 4 5-15,1-1-12 0,-1 2 5 0,-3 2-8 16,5 1 13-16,-1 1-13 0,1-10 10 0,1 20-10 16,-4 1 5-16,3 0 8 0,1 0-10 0,0 0 8 15,3-2-5-15,2 1 5 0,1-3 10 0,2-1-5 16,0 3 20-16,3-5-10 0,3 1 1 0,-9-1-4 15,3 0-4-15,4-1 8 0,1-1-6 0,4 0 6 16,0 0-5-16,4-4 6 0,1 0-2 0,-3-2 5 0,26-3 6 16,7-2-6-16,2-1 5 0,6 22-7 0,9-12-10 15,4-8-3-15,3-5-1 0,0-2 0 0,-7-1-4 16,-1-3-2-16,-3-1-3 0,-11 1 3 0,0-1-3 0,-9 1 6 16,-2-1-1-16,0 1 2 0,-4 0-7 0,-1 1 1 15,-1-3 4-15,-5 3-2 0,-2-1 6 0,-4 3-2 16,-3 1-1-16,-3 0 1 0,1 0 14 0,4-7-7 15,1-6 5-15,-4-2-7 0,-1-5-8 0,-4 0 4 16,-4-3-8-16,-7-2 7 0,-5-7-12 0,-5-3-9 16,16-2-5-16,-25 6-9 0,-2 7-92 0,-10 18-176 15</inkml:trace>
  <inkml:trace contextRef="#ctx0" brushRef="#br0" timeOffset="45425.08">2345 13921 72 0,'-2'0'0'0,"1"-2"21"0,-3 0 195 16,-2 0-85-16,-3-1 7 0,2 1-110 0,-5-2-13 0,5 4-5 15,-6 0-5-15,-2 0 3 0,4 2-5 0,-4 2-1 16,0 3 7-16,-1 2-2 0,4 1 12 0,3-1-4 16,4 11 3-16,3 1-1 0,-2-1 14 0,-9 1 3 15,4-1-1-15,3 2 1 0,4-1-5 0,2 1-14 16,4-1 8-16,3 1-8 0,3-2 11 0,1 1-6 16,-2-6-1-16,-1-2 0 0,-3-6 15 0,6-1-8 15,6-1 0-15,-2 6-2 0,2-1 5 0,-1-5 3 0,-1-5-2 16,4-2 0-16,1-3-11 0,-3-3-5 0,1-3 4 15,-1 6-5-15,-2-16 1 0,-6-3-5 0,1 2 1 16,-5-1-2-16,-1-1 6 0,-2 2-11 0,14-2 2 16,-8 3-5-16,-3-1 5 0,-5 2-6 0,-1-1 0 0,-3 5-2 15,-2-1 1-15,1 4-3 0,-3 0-1 0,1 2 0 16,3 3-1-16,-9 1 10 0,0 1-2 0,4 1 3 16,1 1-7-16,3 0-1 0,3 4 1 0,-2-3-2 15,1-1-13-15,-1 0 5 0,2 2-1 0,0 0 4 16,0 1 10-16,2-1 0 0,2 0-1 0,0 0 0 15,0 2-5-15,26-11 8 0,0 3-2 0,1 3 5 16,3 1-1-16,-2 0-8 0,-1 3 4 0,1-1-4 16,-2 2 4-16,0 0-2 0,-2 0 2 0,-4 0 0 0,-3 0 0 15,-1 0 7-15,-5 0-9 0,-4 0 8 0,1 2-6 0,-5-2-4 16,1 1 1-16,3 3-3 0,-5-2 1 0,-2 7 2 16,12 12 1-16,-2 3 1 0,-5 6 6 0,-3 1-2 15,-2 1 0-15,-2 1-3 0,-2-3-5 0,0 0 1 16,2-4 3-16,0-4-1 0,2-2 12 0,0-3-12 15,-1-4 5-15,1 0-5 0,0-7 11 0,0-1 0 16,0-1 5-16,0 0-2 0,1-3 12 0,-1-1-11 16,17 2 3-16,-1-4-4 0,1-3 0 0,-2-4-6 15,-1 1-4-15,7-20 2 0,-5 0-4 0,3 1 0 16,-3-1 0-16,-5 2 0 0,2 0 1 0,-6 3-1 0,3 1-1 16,-3 5 0-16,-2 3 3 0,-1 2-2 0,-4 7 0 15,0 1-3-15,-1 2-9 0,1 2-1 0,0 0 8 16,0 0-7-16,4-2-2 0,-3 2 15 0,1 0-10 15,0 0 11-15,1 2-9 0,1 0 7 0,3 6 0 0,0-3 2 16,3 8 6-16,-3-4-6 0,4-1 5 0,0-3-6 16,0-3-4-16,5 11 3 0,1-5-1 0,0-5 1 15,3-3 11-15,0-3-15 0,0-7 4 0,3-3-7 16,-1-3 8-16,-2 8 6 0,2-20-6 0,-2 1 4 16,1-3-11-16,-3-2 6 0,-3 1 0 0,-4-5 1 15,-8-3 2-15,3 2 0 0,-3-2-3 0,-3 0 1 16,2 6-8-16,14 0 7 0,-8 3 1 0,-7 9 2 0,-3 5 7 15,0 3-9-15,0 5 0 0,0 3-2 0,0 1-1 16,-1 0 1-16,-3 1 3 0,0 1-1 0,-1 2 3 0,-3 0-8 16,-1 5 0-16,3 18-2 0,-1 17 6 0,-1 7 3 15,3-3-3-15,-1 1 4 0,3 1-5 0,-20-5 1 16,10 0 9-16,8-4-5 0,3 0 6 0,2-3-10 16,4-3-1-16,1-3-3 0,1-4 2 0,-1-3-14 15,1-5-2-15,-2-4-5 0,1-3-20 0,-3-5 12 16,-2-3-8-16,6 3 10 0,-1-2-8 0,3 0-34 15,1-2 11-15,-4 0-16 0,3-2 33 0,-4 0 26 16,-1-5 1-16,1-8 8 0,0 0 5 0,-1 4-1 16,7 0 3-16,-5 3-2 0,1-1 2 0,-1 0 6 0,1-1-7 15,0 1 6-15,1-2-5 0,0 2 1 0,-5-1 3 16,9 1-3-16,-3-4-1 0,3 2 5 0,-4-2 5 16,-1 2-1-16,9 0 4 0,-6 1 5 0,2 3-5 15,-5-4 6-15,-1 5 9 0,-1 1-7 0,0 1 5 0,1 0-7 16,3 2-2-16,-1-3-12 0,3-1-3 0,3 1-1 15,-2 1 4-15,-2 4-1 0,4 2 2 0,-2 3-2 16,-2 1 5-16,3 24-6 0,-1 5 4 0,-2 2-6 16,2 6 0-16,-2 1-2 0,1 3 2 0,-3-1-1 15,1 1 2-15,1-5 5 0,-4 1-4 0,3-2 5 16,-1-4 2-16,-1-5-9 0,-1-6 9 0,1-6-9 0,-4-5 12 16,0-4 1-16,0-4-1 0,1-3 5 0,1 0 7 15,-2-2-6-15,0 0-2 0,0-1-2 0,-2 1-7 16,0-2-2-16,0-2-4 0,-2-1 2 0,-4-14-3 0,-5-13 0 15,0 1 4-15,0-3-1 0,0 1 1 0,-1-5-1 16,3 1 1-16,2 0-1 0,1-2-2 0,4-1 1 16,2 1-1-16,2 2 2 0,4 2 5 0,1 1-8 15,2 2 0-15,4 1-1 0,0 3-1 0,4-2 4 16,-15 2-4-16,22 5 2 0,0-1-2 0,-1 13-2 16,-3 3 7-16,-3 2-5 0,-2-5 1 0,-3 4 5 15,1 3-7-15,2 2 6 0,-5 2-2 0,-5-1 0 16,-1 3 3-16,-4-2-3 0,9 17 8 0,-3 1-6 15,-6-3 5-15,-2-1-5 0,-4-1 7 0,-3 0 0 0,0-2-3 16,-2-2 2-16,-6-3-7 0,2-3 3 0,4-1-1 16,4-2 1-16,1 2-10 0,4-4 1 0,2 1-2 15,-4 3 3-15,1 0-6 0,1 0 6 0,0-1-1 16,0 1 3-16,2 0-6 0,0-2 7 0,2-1-5 0,0 1 5 16,0-2-8-16,18 6 4 0,4-2 4 0,-2-4 0 15,6 0 6-15,0-2-9 0,-2-2 2 0,4-2-3 16,-2-1 11-16,0 0-4 0,-2-1-2 0,-12 3-1 15,3-3-5-15,-2 1 7 0,-2-1-5 0,4-3 6 16,-8 4 2-16,-2 1-5 0,3-1 3 0,-5-6-4 16,5 5-7-16,-9 1 6 0,1 5-1 0,2-2 3 0,0 1 0 15,-1-1-6-15,1 2-1 0,-2 0-1 0,0 2 2 16,0 2 7-16,0 2-1 0,1 14 3 0,-3 12 2 16,0 0-12-16,0-2 7 0,0-1-7 0,0-1 16 15,0-1-10-15,2-3 1 0,0-4-4 0,2-1 8 0,1-2-1 16,1-4-3-16,-2-3 2 0,-3-5 5 0,3-1 5 15,5 6 2-15,6-1 0 0,-2-3 5 0,4-2-9 16,2-4 2-16,-5-2-6 0,1-3-8 0,0-3 4 16,0 3-1-16,-2-14 3 0,-2 1 4 0,0 1-9 15,0-1 1-15,1 0-3 0,-3-5 3 0,-2 3 0 16,1 0 2-16,-3 0-1 0,-1 5 3 0,0 6-4 16,-2-2 2-16,-1 5-2 0,7-1 8 0,-5 3-8 0,-1 3-1 15,-2 1-4-15,0 0-4 0,2-2 6 0,0 1 1 16,0-1 0-16,2 2-12 0,-1 0 16 0,1 0-6 15,0 0 9-15,-2 2-8 0,5-1 4 0,0-1-2 16,1 2 2-16,-1 0-4 0,1 0 0 0,3-2 3 16,-2 0-2-16,4 0 2 0,-2-2 1 0,0-1-5 0,-1 3 3 15,-3-26-16-15,1-3 10 0,-5-5-3 0,1 1 5 16,-2-4-8-16,20 2 9 0,-9-2-2 0,-5 4 5 16,-3 1 9-16,-3 5-10 0,-2 6 3 0,0 5-6 15,0 1 3-15,0 4 4 0,0 2 4 0,0 2 0 16,0 1 11-16,0 4-3 0,0 1 1 0,0-1-3 15,0 0-10-15,0 1 0 0,0 1-2 0,0 0 2 16,0 0 2-16,0 2-3 0,0 0-1 0,0 2-1 0,0 2 0 16,4 20-3-16,1 11 5 0,-1 2-1 0,0 0 6 15,-1 0-4-15,-1 1-2 0,2-1-1 0,0 0 1 16,-2-4 3-16,-1 1-6 0,1-8 3 0,4 2-19 0,-2-8-6 16,3 0 3-16,0-1-7 0,1-4-25 0,-4-6-124 15,1 0 4-15,-1-3-52 0,-2-2-87 0</inkml:trace>
  <inkml:trace contextRef="#ctx0" brushRef="#br0" timeOffset="45547.55">4774 13732 392 0,'0'-2'116'0,"-2"0"-16"16,0 0 20-16,-2-2 21 0,-3-5-53 0,1 2-15 0,3 1-18 0,3 4-12 16,-4-1-2-16,2-1-37 0,0 0 7 0,2 2 0 15,0 0 2-15,2-1-9 0,7-3-1 0,30-14-6 16,12 5 0-16,6 4-51 0,4 1-279 0</inkml:trace>
  <inkml:trace contextRef="#ctx0" brushRef="#br0" timeOffset="46083.15">5745 13600 497 0,'-2'0'119'0,"0"-2"-96"0,-1 0 130 0,-9-3-53 16,1-1-49-16,4 2 4 0,-1 1-6 0,5 1 6 16,-1 0-14-16,0 0-20 0,2 0-9 0,1 0 0 0,1-1-3 15,1-1 5-15,-1 2 5 0,26-7-3 16,13-2 3-16,6-1-10 0,1 5 3 0,-5 0-6 0,2 5 6 16,-10 0-11-16,3 0 7 0,-10-15-8 0,-2 6 8 15,-2 4-17-15,-5 3 3 0,-1 0-8 0,-1 2 5 0,0 1-22 16,-4 1-2-16,0-2-12 0,1 0-59 0,-3 0-18 15,0-2-11-15,0-1 3 0,3-1-18 0,-3 1 6 16,-2-1 12-16,1 0 1 0,-1 3 51 0</inkml:trace>
  <inkml:trace contextRef="#ctx0" brushRef="#br0" timeOffset="46327.23">6235 13277 153 0,'-2'0'84'0,"0"0"-30"15,1 0 89-15,-3 0-22 0,-7-2-30 0,-4-2-27 0,4 2-5 16,3 2-5-16,-1-2-10 0,5 2-17 0,1 0 5 15,1 0-9-15,-2 0-3 0,0 0-8 0,2 0 2 16,1 0-3-16,1 0-3 0,0 2 2 0,1 0 0 0,3 0 2 16,7 2 5-16,19 5-9 0,2 0-1 0,1 2-2 15,0 1-3-15,1-1 6 0,-1 2-4 0,3 3 4 16,-5 1-11-16,1 2 3 0,-4-17 5 0,-8 18-1 16,2 2 3-16,-9-5-7 0,-2 2 4 0,1 1-2 15,-11-7 22-15,10 2 5 0,-1 2-1 0,-8-4 1 16,-2 3-13-16,-8 3-2 0,4 1-2 0,-33 4 1 15,-2 1-8-15,4-7-15 0,0-3-9 0,5 0-7 0,2 0-63 16,6-2-128-16,3 1-52 0</inkml:trace>
  <inkml:trace contextRef="#ctx0" brushRef="#br0" timeOffset="47958.72">7015 13318 68 0,'0'0'19'0,"0"-2"23"0,0 0-5 0,0 0 18 16,2-2-8-16,0-3 10 0,1-8-21 0,1 2-5 15,0 2-4-15,0 0 0 0,-1 0-5 0,-1-1 5 16,0 3 3-16,0 0 0 0,0 0 11 0,1-3-3 16,-1 3 8-16,0 2-7 0,0-3-1 0,0 3-2 15,0-2 0-15,0 1 0 0,-2 3-6 0,0-1-3 0,0 4-5 16,0-1 4-16,0 1-4 0,0-2-14 0,0 0 1 16,0 2-4-16,0 1 5 0,-2-1-10 0,0 2 4 15,0 0-5-15,-2 2 8 0,4-1-7 0,-13 25 0 0,6 2-2 16,1 2 4-16,1-2 0 0,1 2 3 0,2-3-3 15,0 1 0-15,-16 0-2 0,7 0 2 0,5-4-2 16,2 2 6-16,4-5 0 0,0 3 0 0,2-4 1 16,2-1 7-16,1-1 0 0,1-7-5 0,1 2 3 15,1-1 2-15,-6-9-10 0,14 7 8 0,3 3-9 16,3-2 14-16,-1-4-11 0,5-3-2 0,2-2-4 16,3-4-5-16,4-4 7 0,-3-5 0 0,3-6 2 0,-1-1-4 15,-5 9-2-15,3-25 4 0,-8 1-3 0,0-1 7 16,4 3-5-16,-6 1 1 0,1 4-1 0,-9 2 8 15,-2 3-11-15,-3 3 6 0,-7 1-6 0,1 6 6 0,-1 4 9 16,2 1-11-16,-2 2 9 0,-2 2-11 0,2-1 1 16,0-1 4-16,-1 2-2 0,-1 0 1 0,0 2-8 15,0 0 2-15,-1 2-2 0,-1 2 4 0,-19 29 4 16,5 1-1-16,-1-1 1 0,4 4-3 0,4-5-3 16,1 1-1-16,6 1-1 0,0-6 7 0,2-2-5 15,4 0 4-15,2-6-2 0,1-3 16 0,1-4 0 16,-3-6 9-16,8 2-5 0,8 3 21 0,1-3 11 0,6-4-7 15,-6-5 7-15,2-3-17 0,-2-5-4 0,3-3-4 16,-3 9 0-16,0-29-15 0,-1 3 0 0,-5 0-4 16,-1 6 2-16,-4 1-3 0,-3-1-5 0,-3 2 6 15,-3-5-4-15,13 3 15 0,-4-4-10 0,-5 0 6 16,-6 2-7-16,0 2 11 0,-4 1-16 0,-3 5 5 0,-3 1-9 16,3 4-1-16,-2 3 3 0,-8 3-4 0,-4 3 3 15,-1-13-10-15,-2 4-3 0,0 5-3 0,2 6-1 16,-6 2-24-16,9 4-9 0,-5 5-7 0,4 0-2 15,7-9-46-15,-2 18-49 0,9 1-45 0,4 3-5 16,-11-6-180-16</inkml:trace>
  <inkml:trace contextRef="#ctx0" brushRef="#br0" timeOffset="48234.97">8027 13026 702 0,'-2'-2'62'0,"2"0"83"0,-4-18-83 0,-3 1-8 16,-1 10-9-16,5 2 4 0,1-1-17 0,0 5-15 15,2 1-7-15,0 0-2 0,-2-2-5 0,0 2-3 16,0 0 0-16,1 1-2 0,1 1-3 0,0 1 3 16,0 1 6-16,0 2-3 0,1 16 7 0,1 5 2 15,2 2-5-15,0 1 4 0,-1 2-11 0,3 3 7 0,-4 3-1 16,0-1 5-16,0 2 0 0,-2 2-9 0,0-2 4 15,0 0-4-15,0-1 9 0,0-3-22 0,1 0-3 16,-1-7-7-16,2-5-19 0,2-1-25 0,0-7-57 0,-1-2 10 16,1-5-175-16</inkml:trace>
  <inkml:trace contextRef="#ctx0" brushRef="#br0" timeOffset="49199.65">8382 12950 284 0,'0'-2'130'15,"0"0"-19"-15,-2-3 13 0,-4-14 25 0,1 1-62 0,1 5-14 16,2 7-24-16,0 0-8 0,0 3-6 0,0 1-35 16,1 0 2-16,-1 2-1 0,0 2 2 0,0 2 6 15,-13 31-9-15,2 2 11 0,4 2-11 0,3 2 14 0,3 0-8 16,-1-2-6-16,0 0 2 0,-3 0 4 0,1 0-4 16,4-2 9-16,0 0-7 0,2-4 8 0,6 1-8 15,0-8-1-15,1 0-3 0,2-4-9 0,-1-5-9 16,-1-1 3-16,-3-8-7 0,-4-6-29 0,7 3-96 15,8 3 12-15,0-6-33 0,0-2 53 0,0-4 51 16,0-4 6-16,-2-1 15 0,1 2 29 0,-1-12 7 16,0-1-2-16,0 3 5 0,-2 2 4 0,-1 2-6 15,-3 4 6-15,-1 3 0 0,-1 1 54 0,-3 3 14 0,0 2-5 16,-2-2 0-16,4-2-41 0,-1 1 9 0,1-1 3 16,0 2 2-16,-2 0 6 0,0 0 11 0,-1 0-4 15,1 1 7-15,0-1 11 0,0 0 4 0,0 0 5 16,2 0-4-16,-1-2-18 0,-1 4-17 0,11-5-3 15,2-8-3-15,4 0-3 0,-1-2-20 0,3 0 3 0,-1 0-7 16,2 0 6-16,2 1-4 0,-5-1 0 0,3 2-2 16,-9 0 4-16,-3 2-5 0,1-1 4 0,-6 1-4 15,1 2-1-15,1 0 3 0,-1-1 1 0,-2 3-1 16,-3 0-3-16,-1 3-2 0,0 0-3 0,-1 0 1 16,-3 1 5-16,-13-7 0 0,-7 5-4 0,-6 3 1 15,2 2-5-15,2 4 3 0,-1 3 7 0,4 2-3 0,1 3 4 16,5-3-5-16,2 0-1 0,4-5 0 0,4 11-4 15,5 1-1-15,0 1 0 0,-11 2 1 0,6-3 9 16,3-1-3-16,4 2-2 0,2-2 0 0,2-2-6 16,3 0 12-16,-5-2-6 0,22-2 8 0,2-1-7 0,2-3 2 15,0-1-1-15,5-2-1 0,2 18-3 0,6-9 0 16,2-7 2-16,-2-6-1 0,2-5 2 0,-1-4-3 16,5-4 3-16,-6 0-3 0,-4 0 3 0,-8 0 0 15,-4 2 2-15,-3 0-1 0,0-2 1 0,-7 4 4 16,-4 6-7-16,0-10 6 0,-3-2-13 0,-3 4 10 15,-3-2 0-15,0 0 3 0,9 1-6 0,-4 1 6 16,-3-2-2-16,-2 2 5 0,-2-4-10 0,0 6 7 0,-2-2-9 16,-2 4 8-16,3 3-7 0,-1 2 1 0,-11 3 2 15,-4-11-1-15,0 3 0 0,-3 4 2 0,-2 5 0 16,-4 1 0-16,0 9-5 0,0 3-1 0,3-8-2 16,7 29 2-16,-3-1 5 0,8 6 0 0,5 0 0 0,1 0-1 15,-16 2-4-15,14-4 6 0,7-2 0 0,6-3 1 16,5-2-5-16,4-8 5 0,-2-4-3 0,18-3 2 15,1-13-6-15,3 19 1 0,0-12 2 0,0-9 0 16,4-4 2-16,-1-9 3 0,2-5-3 0,3 16 2 16,0-34-6-16,-2 3 3 0,1-2-1 0,-3 1 2 15,-1 1 7-15,-5-1-7 0,-3 1 4 0,-6 1-6 16,0 3-6-16,-9-5 7 0,0 1-3 0,-6-6 4 16,-3-2-3-16,18-5 7 0,-11-8-6 0,-8-2 6 0,-5 0-2 15,-2 4-3-15,-1 4 4 0,-3 7-4 0,1 2 4 0,-1 8-1 16,-1 1 0-16,-1 8 1 0,3 3 0 0,-1 6 9 15,0 0-7-15,5 6 6 0,1 3-8 0,0 0-5 16,-2 1 5-16,0-1-5 0,0 2-2 0,0 0 1 16,0 2-6-16,0 0 5 0,1 2-3 0,1 0 4 15,-8 33 3-15,3 6-1 0,1 4-5 0,4 3 3 16,0 0 0-16,0 2 2 0,0-1 7 0,2-1-3 16,0-4-4-16,3-3 3 0,-1-4-1 0,1-3-2 15,-1-3 4-15,0-3-4 0,3 0-10 0,-1-4-22 16,1 0-9-16,-1-3-5 0,-1-1-41 0,1 1-179 15,-2-3-9-15</inkml:trace>
  <inkml:trace contextRef="#ctx0" brushRef="#br0" timeOffset="49792.08">9486 13071 430 0,'-2'-2'61'0,"-11"-2"104"16,-7-1-117-16,1-1-8 0,6 4-6 0,4 0 0 15,4 2-20-15,3 0-7 0,-2 0 2 0,0 0-3 16,2 0 9-16,1 0-6 0,1 0 5 0,1 0-4 0,1 0 2 16,15 0 10-16,18-2-8 0,12-5 10 0,1-2-7 15,10-4-2-15,-5-2-2 0,1 0 1 0,-2-2-3 16,-9 2-1-16,1 1 2 0,-8 2-3 0,-7 3-4 0,-6 2 0 16,-3-3 3-16,-3 3-3 0,-2 0-1 0,-2-1 4 15,-4 3-7-15,-3 3 7 0,-3 0-4 0,1 0 20 16,0 0 4-16,-1 0 4 0,-1 0 4 0,0 1-19 15,0-1 1-15,-2 0-5 0,0 0 1 0,0 2-14 16,-2 0 6-16,0 2-8 0,0 0 14 0,1 1-7 16,-3 1-2-16,2 11-3 0,-7 2-5 0,3 1 7 15,2 1-1-15,1-1 3 0,1-3-3 0,-9 2-3 16,3-4 5-16,3 0-4 0,1 0 3 0,2-4-1 16,2 1 7-16,0-3-3 0,0-1 17 0,0-1-5 0,2 1-6 15,0-3 3-15,2 3-3 0,-4-4 0 0,0 0 0 16,3-1-2-16,3 3-9 0,-1 0 12 0,1 0 0 15,-2-3 3-15,-1-1-3 0,1 0-3 0,0 0-3 0,-2 0 0 16,1-1-14-16,-1 1 10 0,2-6 0 0,0-14 5 16,1 1 4-16,1-3-13 0,1 1 2 0,3 1-4 15,3 0 1-15,0 5 2 0,0-4-2 0,1 6 2 16,1-2 6-16,2 8-9 0,2 1 0 0,-1-7-6 16,3 4-3-16,-3 5 9 0,-1 4-3 0,3 4 6 15,-5 0-3-15,-2 3 6 0,0 2 0 0,-5 1 1 16,3 8-7-16,-6-3 7 0,-3-4 0 0,4-3 3 0,-1-1-2 15,-5-5 8-15,4 2-5 0,0-1 7 16,-2-1-2-16,-1 0 2 0,1 0 0 0,0-2 1 0,0-2 17 16,0 0-8-16,2-9 8 0,3-17-9 0,-1 2-8 0,-3-2 2 15,1 2-9-15,2 2 7 0,-3 0-11 0,1 4-4 16,1-3 1-16,-1 3-1 0,2 3 1 0,-1 4-1 16,3 2-4-16,1 0-3 0,-3-4-35 0,12 2-199 15,1-2-27-15</inkml:trace>
  <inkml:trace contextRef="#ctx0" brushRef="#br0" timeOffset="50515.2">10461 11643 505 0,'-2'-2'57'0,"0"0"101"0,0-2-90 0,1 1-17 16,-1-3-1-16,0-1-7 0,2-1-13 0,0 1-16 15,0-1 7-15,2 1-11 0,1-2 11 0,3-1-9 16,1 1 9-16,6-2-6 0,15 0 25 0,2 2 18 16,9-4-9-16,-7-2 10 0,1 2-14 0,0 2-8 15,-3-2-4-15,0 3-5 0,-2 5-22 0,-4 1-6 0,0 2 2 16,-4-13-2-16,-3 8 0 0,-2 3 3 15,0 2-3-15,0 2 2 0,-2 2-5 0,-2 2 5 0,-2 1-3 16,-3-1 4-16,-1 4-6 0,-3 8 1 0,0 5 2 16,0-3 0-16,13 5 8 0,-4-1-4 0,-6 0 1 15,-3 4-3-15,-2-2 7 0,-3 6-9 0,-5 2 5 0,-3 1-5 16,0 2 5-16,-4 6-2 0,0 0 0 0,0 0-1 16,0 1 2-16,1-1-4 0,-1 0 4 0,2-4-4 15,2-3 3-15,1-8-3 0,3 0 6 0,1-10-5 16,3-1 4-16,1-2-1 0,2-5-2 0,0-1 2 15,0-1-4-15,0-4 11 0,0 1-5 0,0 1 9 16,2 0-9-16,-1-1 5 0,1-1-1 0,2 0 2 16,7 0-8-16,4-2-1 0,4-4 0 0,-3-1 1 0,-1-1 2 15,-2 1-6-15,-2-1 1 0,-3 2-1 0,-5 2 10 16,-1 2-10-16,2-3 4 0,0-1-5 0,-1 0-5 16,-1 2-4-16,0 1-8 0,0 1 6 0,0 1-1 15,-2 3 4-15,-2 18 6 0,-7 21-2 0,-2 5 5 0,-1 4-1 16,1 2 1-16,2 2-2 0,2 1 5 0,3-5-2 15,0 4-1-15,2-8 0 0,2-5-2 0,2-6-3 16,2-5 1-16,1 3-1 0,3-5 6 0,-1-4 14 16,3 0-4-16,-3-8 7 0,0-1 3 0,3 2 8 15,-1-3 0-15,-2-1 1 0,1-2-12 0,-3-2 0 16,-1 1-5-16,0-1 2 0,-2 2-7 0,-2 2 2 16,-8 3-14-16,-7 6-2 0,-7 4-111 0</inkml:trace>
  <inkml:trace contextRef="#ctx0" brushRef="#br0" timeOffset="65500.77">8222 9716 256 0,'0'0'-41'0,"0"0"36"0,0 0 6 16,0 0 10-16,0 0 29 0,0-2-12 0,0 0-13 15,0 0-9-15,0 0 8 0,0 0-1 0,2 0 0 16,0 1 3-16,-1-1 0 0,1 0 8 0,0 0-4 0,0 0-1 15,0 0-2-15,0-1-7 0,1-1 8 16,1 0-3-16,-2 4 3 0,5-7 1 0,1-1-8 0,1 3 7 16,0-1-9-16,-1 2 0 0,-3-1 6 0,-1-1-6 15,-2-1 9-15,0-1 13 0,0 5-5 0,1 1 7 16,-1-2-7-16,0 0 8 0,0 1-13 0,0-1 5 0,2-2-7 16,-3 3-2-16,-1-1-2 0,2-2 1 0,-2 5-1 15,0-1 12-15,0-2-7 0,0 0 4 0,0 1-4 16,-2-1 6-16,1 0-7 0,-1 2-1 0,0 0 0 15,-2 1 6-15,0-1-15 0,1 0 8 0,-5-2-10 16,1 2 4-16,-1 0 1 0,1 1-8 0,3 1 6 16,-3 0-3-16,-1 0-6 0,1 1 4 0,1 1-5 0,-1 0-3 15,0 2 3-15,5-4 0 0,-8 7 1 0,9-3 3 16,-1 7-4-16,-4 2 0 0,-1-4-1 0,-1 3 4 16,1-1 0-16,1-2-1 0,1 2-1 0,1-3-4 0,2-3 6 15,0 3 0-15,0-3 1 0,-1 4-7 0,1-3 9 16,2 0-6-16,0 1 7 0,0-3-8 0,0-1 3 15,0 1 3-15,0 0 0 0,0-2 8 0,0 0-2 16,0-1-3-16,11 9 1 0,2-3-7 0,4 1 0 16,-1-3 2-16,5 1-2 0,-3-4 3 0,1-1-1 15,-2-1 4-15,-4 0-4 0,2-1-4 0,-4-1 9 16,4-2-7-16,-4 0 9 0,-4 1-5 0,1-1-5 16,-3 0 4-16,-1-3-4 0,1-8 1 0,-3-2 3 0,0 0-6 15,13-3 5-15,-8 5 0 0,-1-3-4 0,-2 1 7 16,-2 0-7-16,-2-1-1 0,0 6 7 0,-2-2-4 15,0 6 5-15,-2-1-5 0,-1 0 8 0,1 3-4 16,2 2 5-16,-4 1-7 0,-5-5 2 0,0 1 0 16,-2 1 1-16,6 4 2 0,-6 0-11 0,2 2 5 0,-6 2-5 15,0 4 1-15,4-1 0 0,-4 7-2 0,6-1 1 16,2 9 1-16,-4-1 4 0,4-1-3 0,3-1 3 16,-7 2-4-16,4-5-1 0,-2 3 2 0,0-2 0 15,3-2-5-15,3 0 9 0,1-4-4 0,0-1 8 16,2-1-8-16,0 1 3 0,2-1 2 0,0 0 0 0,0-1 2 15,0-4-2-15,2 2-4 0,0-1 3 0,0-1-2 16,18 0-2-16,5 0 3 0,-5 13-2 0,4-4 0 16,-2-4-1-16,-1-3 4 0,-1-2-2 0,-1-2 4 15,-4 0 0-15,-4-2-6 0,0 0 3 0,-4 0-8 0,-1 0 12 16,0-1-3-16,-1-1 7 0,-3-3-9 0,0-10 0 16,9 0-1-16,-2-1 0 0,-1-5-1 0,-6 3 0 15,-2-1 1-15,-2-1-1 0,-2 2-1 0,-2 3 5 16,-3-3-2-16,4 10 4 0,-5-1-9 0,3 0 8 15,-15 7-5-15,3 1 6 0,-1-12-6 0,-5 4 4 16,3 7-4-16,-2 6 2 0,-4 3-13 0,0 10 10 16,6-9-2-16,-4 23 3 0,6 5-1 0,-1-6 3 15,1 0-2-15,5-4 2 0,6-2-3 0,3-3 0 0,-5-3 1 16,0 3 0-16,5-2-3 0,2-1 8 0,4-3-1 16,2 0 4-16,0-3-9 0,2-1 3 0,1-2-2 15,14-1 2-15,3-2 5 0,6 14-5 0,-4-7 1 16,0-5-2-16,6-2 10 0,-2-4 0 0,2-4 8 15,-1-4-6-15,-1-1 5 0,-2-2 2 0,-2 0-7 0,-5 0 5 16,1-2-16-16,-8 5 13 0,-3 1-2 0,-2-6 8 16,-3 0 14-16,7-2-3 0,-2 0 4 0,-3-2-5 15,-4 3-9-15,-2 4-18 0,0 3-3 0,0 3-6 16,-2 0-31-16,-2 3-196 0,-11-3-85 0</inkml:trace>
  <inkml:trace contextRef="#ctx0" brushRef="#br0" timeOffset="102375.22">11887 3436 9 0,'0'0'0'0,"0"0"11"15,-2 0 10-15,0 0 20 0,0 0 8 0,1-2-3 16,-1 0-3-16,0 1-31 0,0-1 13 0,0 0-12 16,0 0 24-16,0-2-5 0,1 1-5 0,-1-1 2 15,-2 0-10-15,0 0-3 0,1 1 0 0,-1-1 0 16,0 0 5-16,0 1-7 0,3 3 2 0,-5-4-4 0,-1-2 9 15,3 4-7-15,0 1-4 0,0-1-1 0,-1-2-9 16,-3 0 3-16,-1 1-1 0,-4-1 1 0,-2 0-2 16,-1 4-2-16,-3 0 1 0,2 2-3 0,-1 2 6 15,1 1-9-15,-2 3 6 0,3-1-9 0,-3 4 9 0,1 0 5 16,-1 2-5-16,-1 2 4 0,-1-11-4 0,1 16-4 16,-4-1 9-16,5 1-9 0,-3 1 11 0,3-1-12 15,3 1 6-15,-5-5-6 0,4 3 6 0,6-4 0 16,-2-2 1-16,2-2 0 0,4 0 1 0,-3 0 5 15,-1 2-6-15,4 0 7 0,-4 0-6 0,1-2-5 16,5 2 0-16,-4-3-3 0,-1 4 2 0,3 5 8 16,-4-4-4-16,7 3 5 0,2-3-14 0,-9 0 11 15,0 4-3-15,3-3 7 0,1 1-13 0,0 0 4 0,-1 0-1 16,3-1 3-16,3 1 0 0,0 2 1 0,0-3 1 16,-2 1 0-16,1 2-9 0,1-1 3 0,2 3 2 15,0-3 1-15,0 3 6 0,2-1-6 0,-1-1-4 16,1-1 1-16,4 3 4 0,-1-3-6 0,5 4 10 0,3 2-9 15,-2 1 5-15,2 1 0 0,0 0-6 0,0 0 6 16,0 0 7-16,2 1-8 0,-2-1 5 0,3 4-6 16,-1-2-1-16,-4-8-1 0,6 6 1 0,-15-5 1 15,20-1 5-15,-3 3 1 0,1-7-3 0,1 1 3 16,-1-2-2-16,-1-2-4 0,-1 0 4 0,1-2-3 16,1 0 2-16,1-3 4 0,-1-5-3 0,2 3 4 15,1-4 2-15,1 3 8 0,2-1 0 0,-2-2 3 0,2 15 4 16,2-6 13-16,1-6-1 0,7-5 5 0,-5 0-7 15,10-3-7-15,-6-3-6 0,1-1 2 0,5-3-5 0,-6 1-5 16,4-4 4-16,4-2-6 0,-6 0-2 0,0-1 3 16,-4-1-8-16,-3 0 7 0,0 0-9 0,-4 1 9 15,1-3-3-15,-2 12 4 0,-1-17-9 0,-2-1 5 16,0 5-3-16,-1-4 1 0,-1 2-2 0,-1-3-1 16,-3 1 3-16,1 0-3 0,-2 0 5 0,-2 0 4 15,0 2-6-15,-4-1 4 0,-1-1-10 0,-3 2 12 16,1-2-1-16,9 0 4 0,-6 0-8 0,-3-2 0 15,-6 0 0-15,-2-2-1 0,-2 0-8 0,-3-6 9 0,-5-1-3 16,-2-6 7-16,-7-3-3 0,-1-5-4 0,-2-1 0 16,22 2-2-16,-28 3-1 0,-1 1-9 0,-5 1 6 15,-1 10-7-15,-9-1 3 0,-4 14-16 0,-8 5 2 16,-12 6-5-16,-3-21-3 0,-14 17-151 0</inkml:trace>
  <inkml:trace contextRef="#ctx0" brushRef="#br0" timeOffset="109574.34">11139 4192 1 0,'0'0'0'0,"0"0"0"15,0 0 2-15,0 0-1 0,0 0 4 0,0 0-6 16,0 0 1-16,0 0 6 0,0 2-10 0,0-1 10 16,0 1-6-16,0 0 6 0,0 0 5 0,0 0-1 15,0 0 0-15,0 0 8 0,0-1-3 0,0 1 4 16,0 0 3-16,0 0 2 0,0 0 4 0,0-2-2 16,0 0 4-16,0 0-11 0,0 0 4 0,0 0-7 15,0 0-4-15,-2 2-7 0,0-2-1 0,0 2-1 0,0-2-2 16,0 1 11-16,1 1-9 0,-1 0 10 0,0 0-11 15,0 0-4-15,0 0 8 0,0-2-6 0,0 0 18 0,1 0-3 16,-1 0 4-16,0 0-3 0,0 0 4 0,0 0-3 16,0 0-5-16,0 0 3 0,1 0-11 0,-1 0 6 15,0-2-2-15,2 0 3 0,0 0-4 0,0 0 7 16,0 0-9-16,0 1 7 0,0-1-11 0,0 0 5 16,0 0-2-16,0 0 2 0,0 0 2 0,0 0-7 15,0 1 4-15,0-1-5 0,0-2 4 0,-2 0-1 16,0 1 4-16,0-1-3 0,0 0 3 0,1 0-5 15,-1 1 3-15,0-1-5 0,0 0 0 0,0 1 0 0,0-1 0 16,0 0 1-16,1 1 3 0,-1-1 7 0,0 0-7 16,0 0 8-16,0 3-8 0,0-1-4 0,0 0 1 15,1 0-2-15,-1 0 0 0,0 0 2 0,2 0 0 16,0 1 1-16,0-1-7 0,0 0 7 0,2 0 0 0,0 0 2 16,-1 0-10-16,3 0 9 0,2 1-3 0,14-7 7 15,-3 3-6-15,7-1 1 0,-2 2-5 0,1 1 3 16,4-1 3-16,-1 2-5 0,4 0 3 0,5 0-4 15,-5 0 3-15,4 1 4 0,1-1-2 0,-2 0 2 16,1 0-7-16,-5 0 2 0,1 0 1 0,-4 2 1 16,2-2 3-16,0 1-4 0,0 1 1 0,-1 0-1 15,3 0 13-15,-4 0-12 0,2 0 6 0,-4 0-8 0,4 1 3 16,2 1-9-16,-4 0 8 0,9 0-7 16,-11-2 11-16,6 2-1 0,3 0-2 0,-3 0 0 0,2-1-9 15,-1-1 7-15,-3 0-4 0,-4 0 7 0,4 0 3 16,-8 0-3-16,3 0 4 0,-1 0-5 0,-2 0-3 0,1 0 2 15,-1 0-6-15,-3-1 5 0,0-1 3 0,-3 0-1 16,-1 2 1-16,-1-2-2 0,-5 2 0 0,-1 0-1 16,1 0 3-16,-3 0-3 0,-1 0 2 0,-1 0-1 15,2 0 3-15,0 0-3 0,-1 0 7 0,-1 0-8 16,0 0 4-16,0 0-4 0,0 0 11 0,-2 0-13 16,0 0 3-16,0 0-6 0,-2 0 0 0,0 0 7 15,0 0-2-15,-16-2 6 0,-3 2-8 0,-1 0 2 0,0 0-6 16,-4 0 6-16,0 0 0 0,-2 0 0 0,-4 0 1 15,1 2-1-15,-4-2 4 0,1 0-6 0,-3 0-1 16,4 0-3-16,-5 0 10 0,3 0-4 0,2 0 3 16,-1 0-4-16,3 0 7 0,-1 0-2 0,4 0-3 15,-3 0 0-15,1 0 0 0,0 0-3 0,1 0 5 0,3 0-6 16,-4 0-4-16,6 0 9 0,-4 0-4 0,0 0 7 16,-2 2-1-16,-3 0-2 0,-2 1 0 0,3 1-2 15,-1 2-2-15,3-3 1 0,2 1-1 0,2 0 2 16,-2 0-3-16,6-1 5 0,3 1-4 0,3 0 4 15,5-2-6-15,1-1-4 0,1 1 7 0,3-2-4 16,3 2 14-16,-1 0-8 0,0 0 3 0,2 0-4 16,1 0-3-16,-1-2 0 0,0 0 1 0,0 0 0 0,0 0 6 15,2 0 3-15,0 0-7 0,0 0 5 0,0 0-9 16,2 0 0-16,0 0 3 0,0 0-1 0,0 0 15 16,12 1-10-16,-1-1-1 0,2 0-3 0,-2 0 1 0,6 0-5 15,-2 0 8-15,1 0-8 0,4 0 6 0,3 0 4 16,2 0-8-16,-1 0 5 0,0 0-8 0,-1 0 4 15,2 0 4-15,3 0-1 0,-2 0-1 0,0 0 2 16,0 0-4-16,1-1 3 0,9-1-3 0,-1 0 8 16,0 0 2-16,5 0 1 0,3-2-9 0,5 3-1 15,4-3-2-15,-4 0 3 0,2 0 7 0,0 3 1 16,-4-3-4-16,1 0 3 0,-5 0-1 0,-3 1-2 16,-2-1 8-16,-4 0-8 0,1 1 3 0,-3-1-10 0,-1 0 0 15,1 0-2-15,0 1 16 0,1-1-5 0,-3 0-2 16,5 1-1-16,-7-1 3 0,7 0-6 0,-7 0 2 15,5 1-4-15,-1 1 2 0,1-2-2 0,1 2 3 16,-2-1-1-16,1 1 7 0,-3 0-4 0,3 0-2 0,-6 0 1 16,-2 0 0-16,-6 0-1 0,-1 1-1 0,-3 1 0 15,-1 0-8-15,-2 0 11 0,0 0-3 0,-2 0 7 16,-1 0-1-16,-3 0-5 0,-1 0-1 0,-1 0-1 16,1 0-1-16,-4 0 1 0,1 0 9 0,-1 0-5 15,0 0-1-15,0 0 0 0,0 0-6 0,1 0 4 16,-1 0 0-16,2 0 0 0,0 0 3 0,1 0-1 0,-1 0-2 15,0 0 5-15,-2 0-3 0,-1 0 6 0,3 0-1 16,-2 0-2-16,2 0-5 0,-1 0 3 0,1 0 0 16,0 0-3-16,-2 0 4 0,0 0-4 0,-1-2 7 0,1 0-4 15,0 0 6-15,0 0-5 0,0 0 17 0,-2 0-9 16,0 1 3-16,0-1-7 0,0 2-8 0,0 0 4 16,-2 0-1-16,0 0 3 0,0 0-4 0,0 0 1 15,1 0-6-15,-1 0 3 0,0 0-1 0,0 0 1 16,0 0 2-16,0 0-2 0,0 0-5 0,1 0 3 15,-1 2 2-15,0-1 1 0,0 1 5 0,0 0-10 16,0 0 4-16,0 2-5 0,1-1 6 0,1-1-1 16,-2 9 1-16,-2 1 0 0,0-1 8 0,1 4-6 15,-1-2-6-15,0 1 1 0,0 1-6 0,1 2 8 0,-1-2 3 16,-2 3 1-16,3-1-3 0,-1 2-3 0,2-3 1 16,-2 3-2-16,3 1 1 0,-1 1 3 0,-2 1-5 15,2 0 5-15,0 1-4 0,-1-1 4 0,1 2-1 16,0 4 2-16,0-4-2 0,0 6-1 0,0-4 1 15,0 2-3-15,1 3 3 0,-1 1 3 0,-2 1-1 0,2-3 1 16,-2-2-11-16,1-2 13 0,-1-2-8 0,0-2 9 16,1 0-14-16,-1 1 9 0,0 1-3 0,0-2 3 15,-1 0-1-15,-1 1 1 0,1-1-1 0,-3 0 1 16,1 4 0-16,-1-2-1 0,1 2 4 0,0 2-4 16,1 0 0-16,2 0-2 0,1 2 2 0,-1 1 0 15,2 1 0-15,0 1-4 0,0 1 2 0,2-5 0 0,0 3 3 16,2-1 2-16,4-1-7 0,1-2 5 0,1 0-3 15,-3-6 3-15,1 2 1 0,-1-2 1 0,1 1-4 0,-1-1-1 16,-1-2 0-16,0-1 0 0,0 1 1 0,-3-1 8 16,1 1-5-16,0 1 5 0,0-1-14 0,0 1 10 15,-2 1-3-15,0 0 5 0,0 1-12 0,0 1 7 16,0-2 1-16,-2 0 2 0,0-1 5 0,0-1-8 16,0 1-3-16,1-1-1 0,1 0 0 0,0 1 8 15,0-1-6-15,0 1 6 0,0-1-3 0,1-3-1 16,1 1 6-16,0-3-6 0,2 4-3 0,0-4 6 15,-1 1-2-15,1-3 4 0,0 0-7 0,-1 0 3 16,-1-5-4-16,2 3 3 0,-2-2-6 0,0 2 4 0,0 2 8 16,-1-5-3-16,1 1 4 0,-2-7-1 0,0 2-10 15,0-1 7-15,0 1-3 0,0 0-4 0,0-1 8 16,0 1-6-16,0 0 2 0,0 0 5 0,0-3-3 16,0 1 5-16,0 0-3 0,0 0 4 0,0 0-2 0,0 0 1 15,0 0-7-15,0-2 2 0,0 0-7 0,0 0 5 16,0 0-11-16,0 0-1 0,0 0-4 0,0 0-3 15,0 0-55-15,0 0-199 0</inkml:trace>
  <inkml:trace contextRef="#ctx0" brushRef="#br0" timeOffset="110251.57">12258 6461 27 0,'0'0'21'0,"0"0"-21"0,0 0 18 0,-1 0-9 16,-1 0-17-16,0 0 6 0,0 0 5 0,-2 0 0 15,1 0 6-15,-3 0 33 0,-5 0-10 0,-6 0 21 16,4 0 15-16,0 0-13 0,-2 0 7 0,10 0-11 15,-3 0-2-15,1 0-9 0,1 0-2 0,1 0-4 0,-1 0-20 16,2 0 1-16,1 0-1 0,-1 0 0 0,2 0-7 16,-2-2 2-16,1 0-7 0,-1 0 6 0,2 0-11 15,0 0 2-15,0 2-4 0,1 0 3 0,-1 0-4 16,2 0 6-16,0 0 3 0,0 0 0 0,0 0 0 0,2 0 1 16,-1 0 3-16,1 0 0 0,2 0 6 0,11 2-5 15,5 0 0-15,8 2-1 0,-6-2-1 0,1-2-1 16,3 0 0-16,2 0 2 0,1 0 6 0,3-2-7 15,-1-2 2-15,5 0-3 0,1 1 4 0,5-1-2 16,1 2 4-16,5 2-4 0,3 0-7 0,2 0 12 16,7 0-11-16,1 0 13 0,-1 2-21 0,-1 0 9 15,-5 0 1-15,-6 0 5 0,0-2-3 0,-3 1-6 16,-1 1 3-16,-1 2-3 0,0 0 8 0,-2-2-4 0,-2-1 1 16,-2 1 0-16,2 0 8 0,0-2 9 0,-2 0-5 15,-4 0 6-15,-5 0-8 0,-7-2 9 0,-1 0 0 16,-1 1 4-16,-1-1-1 0,-1 2-7 0,-4-2-2 15,-2 0-1-15,-4 2-4 0,-1 0 4 0,0 0-4 0,-5 0 5 16,3-2 0-16,0 0-9 0,0 0 4 0,-1 1-6 16,-1-1 6-16,0 0-13 0,0 0 3 0,0 0-5 15,0 0-3-15,-2 0-16 0,0 1-7 0,0-1-3 16,0 0-20-16,-2 2-91 0,0 0-14 0</inkml:trace>
  <inkml:trace contextRef="#ctx0" brushRef="#br0" timeOffset="110740.11">12678 6917 160 0,'0'0'32'0,"0"0"-4"0,0 0 28 0,-2 0 2 16,0 0-5-16,0 0-19 0,1 0-12 0,-1 0-5 0,-2 0-2 15,0 0-13-15,2 0 8 0,1 0-1 0,-1 0 1 16,0 0-9-16,0 0-3 0,0 0 2 0,0 0 0 15,2 0 21-15,0 0 1 0,0 0 13 0,2 0-6 16,0 0 23-16,0 0-18 0,20 6-5 0,4-2-1 16,6-1 11-16,-1-1-15 0,-1 0 3 0,7 0-8 15,-2 0 1-15,-5-2-13 0,2 0 5 0,-6 0-8 16,1 0 5-16,-2 0-8 0,-1 0 5 0,-4-2-5 0,1-2 13 16,-3 1-10-16,1-3 4 0,-3 2-7 0,1-1 2 15,-6 1 1-15,0 0-4 0,-1 1 3 0,-3 1-1 16,-3 2 3-16,0-2 1 0,-1 0 0 0,1 0-6 0,0 0-4 15,-2 0-1-15,-1-1 0 0,1-1-12 0,0 0-3 16,0 1-11-16,-2-1 3 0,0 0-32 0,0 2-99 16,0 0-39-16</inkml:trace>
  <inkml:trace contextRef="#ctx0" brushRef="#br0" timeOffset="111033.93">12717 7241 71 0,'0'0'8'16,"0"0"0"-16,0 0 14 0,-2 0-2 0,0 0 4 15,0 0-8-15,1 0 19 0,-1 0-4 0,0 0 10 16,0 0-9-16,0 0-7 0,0 0 3 0,0 0-2 15,2 0 4-15,0 0 13 0,0 0-2 0,0 0 9 16,2 0 9-16,0 0-15 0,0 0 7 0,2 0-9 0,9 0 2 16,3 0 10-16,3 1-9 0,-4-1 8 0,7 0-16 15,6 0 0-15,-2-1-5 0,2-1 1 0,0-2-21 16,-1 0-6-16,1 1-3 0,0-3-2 0,2 2-17 0,-2 2-59 16,3 2-218-16</inkml:trace>
  <inkml:trace contextRef="#ctx0" brushRef="#br0" timeOffset="117611.33">8302 4092 256 0,'0'0'-63'15,"0"0"37"-15,0 0-1 0,0 0 10 0,0 0 49 0,2-2 0 16,-1 0-11-16,1 0-6 0,0 0 4 0,0 0-9 16,0 0 4-16,0 1-9 0,0-1 8 0,-1 0-7 0,1 0 1 15,-2 0-2-15,0 0 0 0,0 0-8 0,0 1 6 16,0-1 3-16,-2 0-1 0,1 0-9 0,-1 0 9 15,0 0-2-15,-2 0 6 0,0 1 0 0,1-1-9 16,-3 0 5-16,-1 0-5 0,-1-2 3 0,-1 1 9 16,3 1-11-16,3 0 10 0,-3 0-5 0,-3-2 7 15,-2 1-2-15,3 1 1 0,3 0-10 0,3 2 6 16,-4-2-1-16,1 0 1 0,-3 0-6 0,1 2-6 16,3 0 2-16,-1 0-4 0,1 0 10 0,0 0-2 0,0 0 0 15,-3 0-2-15,-2 0-9 0,3 0 10 0,1 0-6 16,1 0 8-16,0 2-5 0,-3 2 2 0,3-2 0 15,0 0-1-15,1-1-8 0,-1 3 9 0,0 0 1 16,2 0 3-16,0-1 4 0,1 1-4 0,-1 0-4 0,0-1 0 16,0 1-3-16,0 0 14 0,0 0 2 0,0-1 5 15,2 1 8-15,0 0 10 0,0-1-2 0,0 1 4 16,2 0-16-16,0-2-3 0,2 0 0 0,0-1 0 16,14 9-4-16,-1-5 0 0,1 1-8 0,1-2 5 15,1-3-8-15,3 1-1 0,-3 0 2 0,-3-2-2 16,0 0-3-16,-1 0 0 0,-3 0 0 0,-3 0 1 15,-3 0 6-15,2 0-6 0,1 0 5 0,-3 0-6 0,0 0 6 16,-3 0 2-16,0 0-6 0,0 0 5 0,-3 0-3 16,3 0 1-16,-2 0-1 0,0 0 1 0,0 0 0 15,0 0-5-15,1-2 4 0,1-1-4 0,0-1 3 0,-2 0 6 16,-1 0-6-16,1-1 5 0,0-1-8 0,0-1 0 16,-2 1 4-16,0 3-2 0,0-3 12 0,0 2-12 15,0 1 3-15,0-1-5 0,0 2 6 0,-4-4-3 16,1 3 3-16,-1 1-4 0,-7-6-3 0,-4 1 1 15,-7-2-1-15,-1 3 2 0,-5 1-5 0,8 5 3 16,1 0-1-16,1 0 2 0,3 1 0 0,-9 5 4 16,2 0-1-16,5-3 2 0,-2 3-9 0,4-1 0 15,4-1-2-15,-7 4 3 0,3-3 11 0,6-1-11 16,-1 1 7-16,8-5-7 0,-1 2 9 0,-3 2-6 0,4-4-3 16,0 2 0-16,-1 3 3 0,-1 1-3 0,0 0 0 15,1 1-1-15,1 0 6 0,2-1 3 0,0 0-2 16,0-1 0-16,2 1-12 0,-1-3 9 0,-1-1 1 15,0 0 4-15,13 0 5 0,4 9-2 0,4 0 3 0,-3-3-2 16,3-1 8-16,-3-3-17 0,-3-2 6 0,0-2-8 16,2 0 11-16,1 0 2 0,1-2-5 0,3-2 3 15,-2 0-7-15,-3 1 1 0,-2-1 3 0,-9 2-3 16,-3 0 1-16,3-1 6 0,-1-1-6 0,3-2 6 16,-3 3-1-16,-3-7-9 0,0-1 8 0,6 2-9 0,-3 0 3 15,-1-1-1-15,0 3-3 0,-3-2 2 16,1 1 0-16,-2 3 1 0,0-3 0 0,0 3 0 0,0-1-1 15,0 2 4-15,-2 1-5 0,1-1 5 0,1 2-6 16,-12-7 2-16,3 3 3 0,-4-1-3 0,2 3-5 0,-4 0 4 16,2 1-3-16,4 1 4 0,-2 0-2 0,1 2-5 15,-1 0 6-15,-2 2-5 0,4 0 10 0,0-1-6 16,1 1-2-16,-1 2 0 0,-6 3 2 0,8-3 4 16,-4 4 0-16,7-7 1 0,0 3-4 0,2 0-2 15,-3 5-2-15,3-3 2 0,0 1 3 0,2-1 0 16,0-1 1-16,0 1-1 0,0-1-11 0,0 1 12 15,2-2-3-15,0-1 6 0,0 1-5 0,14 0 1 16,-3 0 1-16,0 5 0 0,6 2 1 0,-4-4-1 0,0-1 8 16,3 0-4-16,-1-5 9 0,-2 1-9 0,1-2-5 15,-6 0 0-15,-3 0 0 0,2 0 4 0,-1 0 3 16,1-2-2-16,2 1-5 0,-5-1 4 0,1-2 0 16,-3 2 3-16,-2 2 2 0,2-2-2 0,-3-3-5 0,9-8 3 15,-3 2-1-15,-1-2 0 0,-3 1 1 0,1 1-1 16,-4 0 0-16,0 2-4 0,0 1 2 0,-2 1-2 15,0 1 3-15,1 3-3 0,-20-1 1 0,-5-13-2 16,-2 4 7-16,-3 6-6 0,-1 3-3 0,1 4-1 16,-5 2 1-16,1 2 0 0,5 1 8 0,1 3-5 15,4-1-7-15,5 1 9 0,3-1-4 0,6-1 5 16,2-1-8-16,5-3 4 0,0 0-4 0,1 2 5 16,-1-1-2-16,0 1 1 0,2-2 3 0,1 0-1 0,-1 0 6 15,0-1 1-15,2 1 9 0,0 0-4 0,0 0 14 16,0 0-14-16,2 0-6 0,0 0 0 0,1-1-7 0,8 1 4 15,8 0 2-15,-2 0 0 0,1 0-2 0,1-2 1 16,-4 0-5-16,1 0 3 0,-3 0-3 0,0 0 0 16,-1 0 1-16,4 0-1 0,-3 2-17 0,4 0-29 15,-2-1-43-15,2 3 0 0,-1 2-205 0</inkml:trace>
  <inkml:trace contextRef="#ctx0" brushRef="#br0" timeOffset="118160.52">8281 4131 207 0,'0'0'23'16,"0"0"2"-16,-2-2-8 0,1 0-14 0,-1 0-3 16,0 0-19-16</inkml:trace>
  <inkml:trace contextRef="#ctx0" brushRef="#br0" timeOffset="120833.57">25222 9146 256 0,'0'0'-30'0,"0"0"28"0,-2-2 18 0,0 0 1 16,0 0 26-16,1 0-10 0,-1 0-15 0,0-1-7 15,0-1 6-15,0 0-10 0,0 0 11 0,0 1-2 16,1-1 3-16,-1 0 1 0,-2 1-10 0,0-1 12 0,1 0-12 16,-3 0 4-16,-1-1 8 0,-1-1-12 0,1 3 10 15,3 1-6-15,-2 0-12 0,3 0 9 0,-1 0-12 16,-3-2-6-16,3 4 6 0,-7-1 1 0,1 1 2 15,5 0 4-15,-4 0-2 0,3 1-6 0,0 1 3 16,1 2 0-16,1 0-3 0,-7 11 4 0,2 1-2 16,3 1 11-16,4 0 3 0,2-2 0 0,0-1 0 15,2 1 3-15,0-2-9 0,2 2 2 0,1-2-3 16,5 2 12-16,-3-4-6 0,4 4 0 0,10-4-3 0,5 2-9 16,1 0 9-16,-1-4 2 0,0-1 1 0,-1 1-4 0,-1-3-4 15,0-1-1-15,0-1 0 0,0 0-4 0,-2-3 6 16,3 1-4-16,-3 13 5 0,-2-6-9 0,-3-3 11 15,0-2-10-15,-4-2 10 0,-2-2-9 0,0 0 9 16,-4-2 7-16,-1 0-1 0,0 0 3 0,-5 2 12 16,3-13-9-16,9-6 7 0,-4 1-26 0,-1-3 9 15,-4 1-3-15,-4 0 5 0,0-3-7 0,-4 3-6 16,-2 1 5-16,-1 1-4 0,-1-1 14 0,-1 3-10 16,0 1-6-16,7 2 1 0,-17 0-6 0,5 2 6 0,-1 1 1 15,2 3 1-15,-2-1 5 0,0 5-7 0,0-1 3 16,-2 2-4-16,1 0 5 0,-1-9-7 0,-2 2 3 15,-1 1-4-15,0 5 0 0,-1 3 0 0,-3 0 0 16,4 2 2-16,1 3 11 0,-1 3-12 0,7-3 6 16,-2 4-8-16,4-1 10 0,-2-3-5 0,7 12-4 0,4 4-1 15,0 1-1-15,-13 0 6 0,4 0 4 0,4-1-2 16,-1 1-5-16,5 0 7 0,1-1-8 0,2 3 7 16,0-2-11-16,2 2 8 0,3-1 5 0,1-7 0 15,5 3-2-15,-2-6-1 0,1 2-1 0,16-2 1 16,0 0-2-16,0-4 4 0,-2-5 1 0,0-1 2 15,0-1 6-15,-4 11-7 0,1-3-2 0,-1-5-2 0,-1-3-1 16,-1-2 2-16,-1-2 4 0,-2-2-1 0,-2-1 6 16,-4-1-3-16,1 3-3 0,-3-20-1 0,0 1-10 15,-5 2 12-15,2-3-3 0,13-1 6 0,-8 4-9 0,-2-4 4 16,-3 3-5-16,-2 3 4 0,-2-3-1 0,0 5-2 16,-2-1 4-16,-2 4-4 0,-1 2 1 0,-3 0 0 15,3 3-2-15,-6 1 2 0,-6 1-4 0,0 2 4 16,-1-9-2-16,-3 2 4 0,3 4-8 0,-3 1 3 15,1 3 1-15,5 3 0 0,-5 0 0 0,3 1-6 16,2 1 0-16,0 2 0 0,4 2 9 0,0 1-6 16,2 0 3-16,5 5-5 0,2 6 3 0,-9-1 1 15,2 1 0-15,3 3 1 0,4-6 0 0,2-1 0 16,2 3 0-16,2-2 1 0,1 0-2 0,5 0 6 0,-5-6-2 16,3-2 4-16,12 3-1 0,4-7 0 0,-2 5-2 15,1 7 0-15,-3-6 1 0,1-2-6 0,3-3 7 16,-2-4-8-16,0 0 1 0,-5-4 11 0,0-1-9 15,-4-1 10-15,-2 1-12 0,0-3 9 0,-4 5-1 0,-1-16 4 16,0-1-3-16,-5-1-8 0,12 3 5 0,-1-3-6 16,-5 1 7-16,-5 3 2 0,-2 2-2 0,0 2 1 15,-2 0-8-15,0 2-1 0,-2 2 1 0,3 3-1 16,-3 1 0-16,-4 1-3 0,-10 2 5 0,-1-11-1 16,1 4 3-16,1 3-3 0,-2 3-4 0,-1 1 3 15,0 2 1-15,1 2 1 0,0 3-4 0,1 4 4 16,3 1 0-16,0 1-6 0,4-6 6 0,5 12-6 0,1 0 9 15,-3 0-2-15,7 1-1 0,-11-1-2 0,3 1-8 16,4 1 8-16,3-1-4 0,2-1 6 0,2-4 2 16,1 2 0-16,3-2 5 0,1-2-4 0,-1-2-2 0,9-5 0 15,0 0 1-15,-1-2 0 0,1 1 0 0,2-1 2 16,0 9-3-16,-1-1 4 0,3-5 9 0,-2-3-8 16,-1-2-2-16,-3 0-2 0,-1-4-8 0,-5 1 15 15,0-3-5-15,1-1 8 0,-3-12-6 0,-3 1-3 16,0-3 4-16,13 1-4 0,-6-1 0 0,-3 3 0 15,-4 1-3-15,-2-3 0 0,0 5-3 0,-4-2 5 16,0 2-2-16,-1 2 3 0,-3 2 1 0,1 6-3 16,-15-1-2-16,-1 2-3 0,3 1-5 0,-1-12 3 15,1 5 6-15,0 3-3 0,-3 3 3 0,3 4-3 0,3 2-4 16,-3 4 1-16,3-1-1 0,0 5 7 0,4-3 0 16,8-3 1-16,-5 12-4 0,7 1 3 0,-3 0-1 15,2-2 1-15,-9 3-1 0,6-3-7 0,3-2 8 16,2 4-7-16,2-4 8 0,2 2 4 0,2-1-3 0,2 1 3 15,1 0-1-15,0-4-4 0,-1 0 0 0,13-3-3 16,-1-3 0-16,3 3 7 0,-1-3 0 0,-1-3 2 16,3 4-10-16,-4-4 7 0,3 13-4 0,-1-6 6 15,-3-4 1-15,-2-1-4 0,0-2 1 0,-4-2-3 16,0 0 0-16,-2 0 5 0,-1-2 1 0,-3 0 1 16,1-1-7-16,-4-10 8 0,0-8-1 0,12 1 3 0,-2-3 0 15,-7-1-11-15,-1 2 3 0,-4 0-4 0,-2 1 1 16,-2 1 6-16,-1 0-5 0,-1 5 6 0,-1 0-10 15,-1 4 0-15,1 1-1 0,-1 1 2 0,-8 5 9 16,1 1-14-16,0-1 9 0,-2-7-10 0,4 3 11 0,-3 1-7 16,-1 3 3-16,-2 2-5 0,-1 2 4 0,-2 6 3 15,1 3-9-15,4 1 7 0,-1-7 0 0,-1 18 2 16,3 5-2-16,3-2-1 0,1 2-5 0,11 0 9 16,-1 0 0-16,-15 2 2 0,8-2-12 0,3-4 9 15,6 0-7-15,2-1 7 0,4-1 1 0,1-5 3 16,2 0 2-16,-1-6-2 0,7 4 0 0,9-6-6 15,0-1 5-15,4-2-4 0,-4 11 6 0,2-4-2 16,0-4 1-16,2-5-1 0,0-2 1 0,-4 0 1 0,0-4-1 16,-6-1 3-16,3-5 1 0,-4 1-4 0,-1-2 2 15,-3 5-1-15,-3-12 4 0,-5-6 3 0,-3 0-3 16,15-1 3-16,-6 1-5 0,-6-2 0 0,-5 2-7 0,-1 0 4 16,-5 2-3-16,-3 3-1 0,-4 1 2 0,3 3-3 15,-17 4 0-15,-5 5-12 0,-3 2 4 0,-2-18-7 16,-6 11 0-16,-2 11-64 0,-10 9-23 0,-5 12-31 15,4-19-226-15</inkml:trace>
  <inkml:trace contextRef="#ctx0" brushRef="#br0" timeOffset="123084.94">5745 4179 21 0,'0'0'0'15,"0"-2"4"-15,0 0 51 0,0 0-11 0,0-1 2 0,0-1-13 16,0 0-13-16,0 0-7 0,0 1 3 0,0-1-6 16,-2 0 7-16,0 1 8 0,0-1-5 0,1 0 4 15,-1 0-15-15,0 1 6 0,0-1-1 0,0 0 1 16,2 2-15-16,-2 1 18 0,0-3-3 0,1 2 9 15,-1-2-3-15,0 2 8 0,0 1-9 0,0-3 9 0,0 2-6 16,0-2 4-16,1 1 1 0,-1 1-1 0,0 0-5 16,0 0 2-16,0-2-5 0,0 1 3 0,0 1-9 15,1 0-11-15,-1 0 12 0,0 0-12 0,0 0 11 16,0 0-6-16,0 1-6 0,0-1 4 0,-1 0-5 0,-1 0 1 16,0 0 0-16,2 2 0 0,-5 0-1 0,1 0-5 15,-1 0 1-15,1 0-1 0,3 0 12 0,-1 2-5 16,2-2 2-16,-2 4-4 0,4-2 1 0,-7 7-2 15,3-2 0-15,1 3-1 0,-1-1 3 0,2 0 1 16,2 0 3-16,0 1-1 0,0-3 11 0,2-1-5 16,0-1 2-16,0-1-3 0,-1 0 0 0,14-2 5 15,2 9 2-15,3 0 1 0,1-4 4 0,-1-3-9 16,4-2-3-16,-3-2-2 0,3 0-6 0,-2 0 13 0,-1-2-4 16,-1-2 5-16,-11 2-9 0,3-3 5 0,-1-1-7 15,-4 3 5-15,8-7-5 0,-6 5 5 0,-1-1 0 16,-6 6 1-16,1-5-3 0,3-3-1 0,-1 1 8 0,1-3-6 15,-2 3 4-15,-1 0-11 0,1-3 2 0,-2 3-3 16,-2-2 8-16,0 3-5 0,0-1 3 0,-2-3-3 16,0 3-2-16,-2-1-1 0,-1 1-2 0,1 1 2 15,-9 3 4-15,-2 1-1 0,1 0-3 0,-5-11 0 16,2 4-8-16,-1 1 1 0,-3 3 4 0,3 3-2 16,-1 2 2-16,-1 0 6 0,1 2-6 0,1 1 6 15,1 3-9-15,2 0 2 0,0 1-1 0,2 2 2 0,0-7 7 16,4 13-4-16,0 2 0 0,3-1-3 0,0 3-8 15,3 0 12-15,-1-1 1 0,2 3 3 0,0-5-1 16,-13 5-10-16,6-3 6 0,4-1-8 0,1 1 4 0,4-3 3 16,0 0-3-16,2 0 4 0,0-4-2 0,1-2 7 15,3 1-5-15,-1-1 5 0,3-2 1 0,10-5 3 16,8 2 3-16,2 13-2 0,6-6 0 0,1-7-3 16,-3-4-2-16,3-6-2 0,-4-3-3 0,-1-1 3 15,-2-3 2-15,0-1 0 0,-4-1 1 0,-2 0 1 16,-3 11 0-16,-6-16 0 0,-4-3-4 0,2 3 1 15,-3 0 1-15,-5 1-1 0,1 2-2 0,7 1 8 16,-3 1-10-16,-5 0 10 0,-3 0-10 0,0 2 0 0,-3 0 0 16,-3 2-1-16,0 2-1 0,-8-1 1 0,-11 3-2 15,1 1 1-15,0-1-2 0,-2 5-1 0,-3-2 6 16,3-12-4-16,-2 3 7 0,0 5-5 0,4 5-5 16,-4 1 2-16,6 2 3 0,1 2-7 0,6-1 7 0,0 5-8 15,1 0-2-15,4-1 11 0,-1 3-8 0,4-5 8 16,3 12-14-16,2 2 14 0,-9-2-4 0,2 1 7 15,3 1-8-15,2-2-2 0,3 2 7 0,1-4-4 16,1 2 7-16,5-2 2 0,1 0-5 0,1-2 4 16,-3 0-11-16,18-2 11 0,-1-2-4 0,6 1 6 15,0-1-9-15,1-5 10 0,3 2-1 0,-2 14 5 16,-6-6-13-16,2-5 8 0,-4-5-5 0,0-2 6 16,1 0-6-16,-3-2 3 0,-1-2 1 0,-6 1 2 15,0-3 8-15,-6 2-6 0,-1 1-2 0,-3-3-2 0,-1-9-3 16,0-2-1-16,9-1 8 0,-3 1-7 0,-5 2 5 15,-3-1-5-15,0 3 0 0,-3-2 0 0,-5 2 5 0,1 0-2 16,-21 4-6-16,-6-1 2 0,1 3-1 0,-2 5-6 16,-8-2 3-16,2-18-4 0,-1 11 8 0,-3 7-3 15,0 4 3-15,5 6-6 0,-1 3-7 0,5 2 7 16,1 4 3-16,7-2 0 0,2 0 7 0,8 0-4 16,-1 0-4-16,8-4 2 0,2-3-3 0,1 5 0 15,1-2 6-15,1 1-3 0,3-1 2 0,1 0 3 16,2 2-1-16,2-2 3 0,3-1-2 0,27 1-98 15,14 0-46-15</inkml:trace>
  <inkml:trace contextRef="#ctx0" brushRef="#br0" timeOffset="126081.43">20890 9082 10 0,'0'0'0'0,"0"0"1"0,0 0 26 15,0 0 1-15,0 0 6 0,0 0-1 0,0 0-1 0,0-1-6 16,0-1 1-16,0 0-2 0,0 0-7 0,0 0 4 16,0 0 1-16,0 0 1 0,0 1-4 0,0-1-9 15,0 0 0-15,0 0-2 0,0 0-3 0,0 0-1 16,0 0-7-16,0 1 4 0,0-1-10 0,0 0 19 16,0 0-7-16,0 0 9 0,0 0-15 0,0 2 10 15,0-2 4-15,0 1 1 0,0-1 5 0,0 0-8 16,-2 0 2-16,1 0-3 0,-1 0 10 0,0 0-10 0,0 1 6 15,0-1-8-15,0 0 11 0,0 0-10 0,1 0-1 16,-1 0-4-16,0 0-1 0,0 1 2 0,0-1 3 16,0 0-2-16,0 0-2 0,1 0 1 0,-1 0 3 0,0 0-2 15,0 1-3-15,0-1 5 0,0 0-6 0,0 0 7 16,1 0-13-16,-1 0 7 0,0 0-2 0,0 1 5 16,0 1-8-16,0 0 3 0,0 0-4 0,1 0 5 15,-3 0 1-15,0 0 7 0,0 0-7 0,1 0 6 16,-1 0-9-16,0 0-1 0,1 0 11 0,-1 0-7 15,0 0 1-15,0 0 2 0,1 0-9 0,-1 0 7 16,0 0 0-16,1 1-7 0,-1 1 9 0,0 0-8 16,0 0 3-16,1 0 4 0,1 2-7 0,0-1 5 0,0 1-5 15,-2 2 1-15,-1 5 6 0,1-2-3 0,0 0-1 16,3-1 0-16,-1-1 1 0,0 1 1 0,0 1 8 16,0 0-13-16,2 0 3 0,0 3-4 0,0-1 4 0,0 0 0 15,2 4-2-15,0 0 2 0,0-2 4 0,1 0-1 16,1-2-1-16,0 0-1 0,0 0-1 0,1 0 13 15,1 0-4-15,-3-1 7 0,-1-5 6 0,0-1-3 16,0-1 9-16,-2-1-9 0,4 0 11 0,3 4 17 16,2-1 3-16,3 1 4 0,-1-2-7 0,2-4-21 15,0 0-4-15,0-2-3 0,0-2-2 0,0-2-4 16,-2-1 1-16,0-2-2 0,-2 1-5 0,1-8-3 16,-3 3 2-16,0-2-2 0,-3 0 9 0,0 0-2 0,5 2-8 15,-1 0 5-15,-1-2-8 0,-1 2 9 0,-3 2 0 16,1-2 1-16,-2 0-8 0,-2 2 0 0,0-2 2 15,0 4-1-15,0-1 1 0,-2 1 3 0,0 0-3 16,-2 1 2-16,1 1-6 0,1 3-2 0,-2-1 2 0,0-1-1 16,-9 2 5-16,2 3-1 0,-2-1-5 0,2 0 1 15,-2-7 1-15,4 3-2 0,-2 0 3 0,1 3-3 16,-1-1 1-16,0 0-5 0,2 2 5 0,0 2-4 16,-3 0 11-16,1 0-6 0,0 2-2 0,0 0-3 15,0 2-1-15,2 0 10 0,1-1-5 0,1 3 5 16,-1-1-8-16,1 1 1 0,1 5 2 0,-1 0-1 0,5 4 6 15,-7-2-11-15,1 0 8 0,3 0-8 0,1-2 16 16,2 0-8-16,2 2-1 0,0-1-3 0,2-1 1 16,0 0 2-16,2 0 1 0,-1-2-1 0,3 1-4 0,-1-3 12 15,-1 0-6-15,7-1 8 0,2 0-17 0,-2-1 6 16,4-1 2-16,-2 0 3 0,0-3 7 0,0 9-11 16,0-3 2-16,2 1-3 0,-2-3 7 0,-2-1-5 15,2-2 2-15,0-2-2 0,-5 0 6 0,-1 0-7 16,1 0 5-16,-7 0-5 0,5-2 4 0,-2 0 1 15,-1 0-4-15,1 0 3 0,5-9-5 0,-1-2 1 16,-3 0 2-16,1-2 0 0,-4 2 2 0,0 0-3 16,-2-2 1-16,0 2-2 0,0 0 6 0,-2 0-4 15,-2 2-2-15,0 2 0 0,1 0-4 0,1 3 4 16,-2-1 1-16,2 1 1 0,0 2 5 0,-1-1-8 0,1 1 3 16,0 0-4-16,0 3-2 0,-3-1 1 0,-1 0-1 15,-1-4 2-15,-1 1 2 0,1 1-4 0,-3 0 2 16,1 1-3-16,-2-1 1 0,0 2 2 0,2 2-1 15,-3 0 2-15,-1 2-3 0,4 0 3 0,-2 3 4 0,4-1-2 16,1 0-1-16,-1-1 3 0,1 12-3 0,2-2 4 16,-1 0-3-16,1 0-2 0,-5-2 0 0,1 1 0 15,3-1-2-15,1 0-2 0,0-2 2 0,2-1-1 16,1 1 7-16,1-2 2 0,0-1-7 0,0-1 4 16,0 3-6-16,0-6 1 0,3 5 7 0,-1-3-4 15,-2-2 5-15,8 0 1 0,6 9-2 0,5-2 1 0,0-3-4 16,1-3 3-16,2-3 0 0,1 0 1 15,-1-2-5-15,2-3 8 0,0-3-9 0,-2 1 7 0,1-2-8 16,-5-1 5-16,-1 1 8 0,-2 0-5 0,-6 1 3 0,0 5-1 16,-5-10-7-16,-2-2 6 0,0 2-3 15,7 0-4-15,-1 0 8 0,-3 2-8 0,-1-2 5 0,-4 2 3 16,0 1-10-16,-2 1 5 0,-2 0-11 0,1 1 11 16,-1 3-3-16,-9-1 6 0,-2 2-12 0,0 3 0 15,0-5 5-15,2-3-3 0,0 1 7 0,0 1-4 16,0 1-3-16,0 3 0 0,0 1 9 0,2 0-11 15,0 2 6-15,0 0-8 0,2 0 9 0,-1 0-1 16,3 0 0-16,-1 2-1 0,-1 1-6 0,2 1 3 16,-1 0 3-16,1 0 0 0,-1 1 2 0,3 1-6 15,3 7 1-15,-2 0-3 0,2 2 3 0,-1 1 3 0,-1-1-3 16,-7 0 4-16,2 0 2 0,3-2-3 0,0 2-1 16,5-4 0-16,-1 2 3 0,2-2-4 0,0 0 5 15,0-2-6-15,2-1 4 0,-1-1 5 0,3 1-3 0,0-1 4 16,-2-3-6-16,3-2 6 0,8 0-3 0,4 9 6 15,0-2-7-15,-2-3 3 0,1-3-2 0,1-1 2 16,-2-2-6-16,-2 0 7 0,2-2-4 0,-2-1 4 16,-2-1-11-16,0-2 14 0,-2 1-7 0,-1-1 9 15,-1 1-8-15,-1-3 1 0,-3-5-2 0,1 0 0 16,7-2-1-16,-3 2 3 0,-3-2-2 0,-1 4 0 16,-2-2-9-16,-2 4 7 0,0 0 4 0,0-2 2 0,-2 1 2 15,0 3-7-15,0 1-1 0,0 1-2 0,-1-1-1 16,3 4 6-16,-6-1-3 0,-5 1 3 0,2 0-11 15,-2-7 5-15,-1 1 0 0,-1 3 1 0,0-1-5 0,2 4 4 16,0 0-3-16,0 2 4 0,0 0-5 0,2 2 8 16,-1 0-2-16,1 2 2 0,2-1-10 0,3-1 6 15,-2 0 0-15,4 9 2 0,-1 0 10 0,1 1-14 16,0-1 5-16,-7 0-8 0,1 0 13 0,3 0-4 16,1 0 0-16,2-1-2 0,2 1-5 0,0 0 6 15,0-4 3-15,2 4-1 0,0-3-4 0,0-4 5 16,1 1-5-16,5-3 5 0,10 2 0 0,1 9-3 15,1-2 7-15,1-4-6 0,3-3 5 0,0-2-1 16,0-2-5-16,4-2 3 0,-4-2 2 0,-1-1-2 0,-1-1 6 16,-5 1-5-16,-6 1 5 0,-4 0-8 0,-1 0 0 15,-3 3-1-15,5-9 8 0,1-3-2 0,0-2 3 16,-3 2-3-16,-2 0-2 0,-2 0-3 0,-2 0 2 16,-2 2-2-16,-2 0 3 0,-2 2-4 0,1 1 1 0,-17-1-1 15,-1 4 0-15,1 1-7 0,0 0 2 0,-2-13-3 16,-1 6 8-16,1 4 0 0,2 3-2 0,-2 4 0 15,-2 2-6-15,2 4 5 0,3 1 3 0,3 0-1 16,5-1 2-16,3 0-3 0,1-1 1 0,4-1-2 16,1-2-4-16,2 5 7 0,-2-1-7 0,1-1 7 15,-1 1-3-15,4-4 9 0,0 0-4 0,0 1 7 0,0 1 3 16,0 0 1-16,2-2 0 0,1-1-3 0,20 1-8 16,-1-2 11-16,4-3-7 0,-7-1 7 0,-3-2-13 15,-5 3 8-15,-3-1-4 0,-3 2 5 0,-1 0-2 16,0 0-7-16,0 0 3 0,-1 1-7 0,-1-1-31 0,0 0-65 15,-2 0-21-15,0 2-34 0,-2 2-269 0</inkml:trace>
  <inkml:trace contextRef="#ctx0" brushRef="#br0" timeOffset="129094.8">21687 7591 4 0</inkml:trace>
  <inkml:trace contextRef="#ctx0" brushRef="#br0" timeOffset="129382.21">21687 7591 18 0,'0'0'5'0,"0"0"6"0,0 0 7 0,0-1 3 16,0-1 3-16,0 0-2 0,0 0 1 0,0 0 8 16,0 0 3-16,0 0-1 0,0 1-11 0,0-1-7 15,0 0-3-15,0 0 2 0,0 0-1 0,0 0-9 16,0 0 1-16,0 2-3 0,0 0 2 0,0 0-1 15,0 0 0-15,0 0-1 0,0 0-6 0,0 0 10 16,0 0-1-16,0 0 5 0,0 2-8 0,0 0 5 16,0 0-3-16,0 2 4 0,0-1-2 0,-2 12 2 0,0 2 2 15,-2 0-2-15,3-2-5 0,-1-1 3 0,-2 3-1 16,2-4 3-16,0 2 13 0,-1 2-2 0,1-6-4 16,2-6 3-16,0 1 13 0,0-2-12 0,-2 3 15 15,2 1-15-15,0-3 12 0,0-1-6 0,0-2-3 0,0 1 2 16,0 1 1-16,0 0 18 0,0 0-4 0,0-3 9 15,0 1 4-15,2 0-14 0,0 0 3 0,-1-2-10 16,24-4-16-16,1-5 0 0,5-8-3 0,10 10 1 16,5-25 0-16,16-1-7 0,1-4-1 0,0 1-3 15,6-1-6-15,-4 2 4 0,5 0-14 0,-1-2-4 16,1 5-148-16</inkml:trace>
  <inkml:trace contextRef="#ctx0" brushRef="#br0" timeOffset="135880.63">15905 3386 25 0,'0'0'0'0,"0"0"1"0,0 0-3 0,0 0-4 0,-2 0 3 16</inkml:trace>
  <inkml:trace contextRef="#ctx0" brushRef="#br0" timeOffset="137151.63">15831 3375 30 0,'0'0'3'0,"0"0"0"0,-2 0 12 0,0 0-2 15,0 0 4-15,-2 0-2 0,3 0-3 0,-12 2 5 16,3 0-4-16,-3-1-6 0,4 1 5 0,2 0-5 0,1 0 7 15,2-2-4-15,1 0-4 0,-1 2 1 0,0 0-2 16,0 0 10-16,3-1-2 0,-1 1 0 0,0 0-1 16,0 0-4-16,0 0 3 0,2 0 0 0,0 0-1 15,2-1-14-15,0 1 16 0,5 0-7 0,23 7 11 16,2-3-15-16,8-2-1 0,-2-2 0 0,6-2-1 16,3 0-4-16,-1 0 4 0,2 0 3 0,0-2 1 0,-3 0 9 15,0 0-13-15,1 0 4 0,4 0-7 0,4 2-3 16,4-2 7-16,5 1-7 0,2-1 10 0,5 0 1 15,8-2-1-15,-4 2 7 0,4 0-4 0,-5 1 20 16,-4-1 54-16,-1 0-19 0,3 0 24 0,5 2-70 0,2 0-7 16,2-2 0-16,-2 2-1 0,-4-2 6 0,-5 0-7 15,-6 1-4-15,-11 1 1 0,-6-2 2 0,-7 2 0 16,-3 0-3-16,-7 0 0 0,-3 0-6 0,-5 0 11 16,-3 0-3-16,-1 0 5 0,-4 0-14 0,-6 0 7 15,-1 0 2-15,-4 0 2 0,2 0 2 0,-1 0 19 16,1 0-5-16,-2 0 9 0,0 0-11 0,0 0-8 15,-2 0-2-15,0 0-1 0,-2 0-4 0,0 0 0 0,-2 0-1 16,-5-2 1-16,-13-2-1 0,-1 0-4 0,-5 1 3 16,1 1-2-16,-5 0 11 0,-1 0-16 0,-3 2 4 15,-3 0-7-15,-7 0 15 0,-6 0-6 0,-2 0 1 16,-4-2-3-16,-1 2 1 0,-6 2-1 0,2 0 0 16,0 2 0-16,3-1 5 0,5 1-3 0,1-2 0 0,0 0-2 15,-4 2 0-15,3-1 3 0,-8-1-1 0,3 0 0 16,-1 0-9-16,0 0 12 0,7-2-3 0,0 0 7 15,6 0-9-15,-1 0-3 0,7 0 6 0,1 0-3 16,6 0 5-16,5-2 0 0,2 0-5 0,2 0 2 16,4 0-2-16,3 0 1 0,1 1 3 0,5 1-1 15,3 0 6-15,3 0-9 0,5 0 2 0,-2 0-2 0,1 0 1 16,-1 0 0-16,2 0 2 0,0 0-1 0,0 0 3 16,2 0-10-16,0 0 0 0,2 0-3 0,2 0 4 0,11 0 3 15,16 0-6-15,6 0 4 0,2 1-7 16,8 1 8-16,5 0-2 0,9 0 3 0,6 0 3 0,13 0-5 15,2 0 2-15,3-2-5 0,2 0 4 0,-5 0 4 16,3 0 0-16,1 0 1 0,7 0 2 0,1-2-7 16,3-2 8-16,-3 2-8 0,-4 0 9 0,-11 0-6 15,-12 2-2-15,-9 0 0 0,-6 0-6 0,-9 0 8 16,-3 2 3-16,-4 0 1 0,-5 0 3 0,-5-2-8 16,-2 0 2-16,-5 0-2 0,-6 0 12 0,-2 0-10 15,-5 0 3-15,-3 0-2 0,1 0 21 0,-2 0-16 16,0 0 7-16,-2 0-10 0,0 0 12 0,-2 0-13 0,-2 0 7 15,-14-2-9-15,-14-2 12 0,-3 1-10 0,-4-1 2 16,0 2-4-16,-2 0 3 0,0 0 0 0,-3 1-5 16,-7-1 3-16,-6-2-9 0,-6 0 13 0,0 2-7 15,-8 1 10-15,-1-1-10 0,-4 0 4 0,1 2-2 0,1 0 2 16,3 0-1-16,-7 0 3 0,-7 0 7 0,-8 2-5 16,-5 0 1-16,1-1-2 0,8 1-1 0,9 0 0 15,12 0 0-15,12-2-7 0,4 0 1 0,11 2-3 16,2 0 16-16,7 0-10 0,5-1 1 0,4 1-4 15,3 0-6-15,5-2 5 0,8 0 3 0,3 0 0 16,0 0-6-16,0 0 2 0,3 0-14 0,-1 2 11 0,2 0-7 16,0-2 1-16,2 2 8 0,3-2-7 0,30 3-3 15,8-1 9-15,5-2-3 0,10 0 6 0,5 0-9 16,13-2 8-16,6 1-3 0,7-5 5 0,2 2 4 16,0-1-2-16,-2 1-2 0,-3 0 1 0,-5 1-1 0,3-1 1 15,3 2-2-15,2 2 2 0,4 0-1 0,-4 0 1 16,-9 0 0-16,-11 0 0 0,-6 2-4 0,-15-2 3 15,-1 2 2-15,-10 0 2 0,-2-1 1 0,-7 1-3 16,-6-2 1-16,2 2-2 0,-11-2-1 0,-7 0 2 16,-2 0 5-16,-1 0-1 0,1 0 8 0,-2 0 0 15,0 0-4-15,-2 0 4 0,-2 0-3 0,-2 0-6 16,-26-2-3-16,-10 0 1 0,-5 2 13 0,-5 0-16 16,-6-1 8-16,-7 1-9 0,-8 0 9 0,-7 0-3 0,2 0 2 15,-5 0-3-15,-3 0 3 0,2 0-8 0,-3 1 3 16,-4 1-3-16,-6 4 11 0,-5-2-7 0,-4-3 3 15,7 1-4-15,5 2-2 0,10-2 1 0,9 0 0 16,7-2 1-16,8 0-4 0,8 0 6 0,0 0-5 0,7 0 5 16,8 0 1-16,0 0-7 0,9 0 5 0,13 0-6 15,-2-2 1-15,13 2-4 0,-2 0 2 0,0 0 0 16,3 0 4-16,1 0-13 0,1 0 2 0,3 0-5 16,44-2 5-16,4 0 3 0,10-2-2 0,1 1 2 15,9-1 4-15,12 0 5 0,7 2 0 0,13 1 2 16,7-3-3-16,-3 2-6 0,1 0 5 0,-7 0-6 15,-3 0 11-15,5 1 1 0,-4 1-5 0,6 0 2 0,0 0-5 16,-12 0 2-16,-4 0 3 0,-16 0 0 0,-4 0 8 16,-6 0-9-16,-5 1 3 0,-7 1-5 0,-9 4-1 15,-4-1 3-15,-6 3-7 0,-5 1 6 0,5 2-13 0,-1 2-69 16,-1 4-44-16</inkml:trace>
  <inkml:trace contextRef="#ctx0" brushRef="#br0" timeOffset="141552.34">5855 3778 5 0,'0'0'1'0,"-2"0"3"15,0 0 9-15,-2 0 8 0,-5-4 3 0,-13-3 3 16,-1-1-19-16,3 1 7 0,-1-1-7 0,3 1 10 0,-1-1-2 16,1 3 0-16,-1-1 1 0,1 1-1 0,-3-3 5 15,1 5-7-15,1-1 7 0,-3 2-8 0,3 2 2 16,-1 2 1-16,-1 0 0 0,1 0-5 0,1 1 9 16,3 3-2-16,-3 1 6 0,2 1-10 0,-1 1-5 15,-4 2 1-15,3 0-2 0,2-1 4 0,1 1-1 16,3-2-11-16,1 0 5 0,0-1-11 0,0 5 8 15,5 2 4-15,0-4 0 0,5 4-4 0,0-2 4 16,0 1-4-16,-9 1 5 0,2 0-5 0,1 0-2 16,3-2 1-16,-3 2-1 0,3 2 1 0,-1-1-3 0,2 3-3 15,2-4 1-15,2 0 2 0,0-1 7 0,2 3-4 16,2-2 5-16,2 2-6 0,-1-2 8 0,3-1 1 16,1-1-1-16,-5 2-11 0,14-2 4 0,1 0-1 15,1 0 4-15,0 0 9 0,-1 0-12 0,1 2 11 0,-3-2-12 16,2 0 7-16,-1 0-4 0,-1 0 3 0,2-2-1 15,1 0 5-15,-1 2-1 0,1-3-7 0,-1-3 6 16,1-3-3-16,0 9 17 0,3-2 6 0,1-4 2 16,0-3 0-16,4-4 9 0,5-2-11 0,1-3 11 15,5-7-12-15,-4 1-17 0,0-2 7 0,-3 0-11 16,3-2-5-16,-3 2 10 0,-3 0-6 0,-3 0 8 16,-3 2-11-16,-3 2 3 0,-1 0-5 0,-3-1 3 0,-3 3 2 15,-2 0-2-15,1-3 2 0,-5 7-3 0,0-9 7 16,-1 1-2-16,-2-2 0 0,-1 2-2 0,1-2 6 0,0 0-9 15,0-2 11-15,-3-1-11 0,11 1 5 0,-3-2 8 16,-2 0-11-16,-1-1 11 0,-2-4-9 0,-4-1-4 16,0-5 4-16,-2-1-5 0,-2 1 7 0,-3-6 5 15,-3 7-3-15,-1-1 2 0,-4 0-13 0,0 4 6 16,14 1-4-16,-20 9 7 0,-7-1-2 0,0 7-2 16,-3 3-1-16,-3-16-1 0,12 14-6 0,-7 3-7 15,1 6 4-15,0 7-7 0,-2 6-6 0,6-7-45 16,4 23-76-16</inkml:trace>
  <inkml:trace contextRef="#ctx0" brushRef="#br0" timeOffset="142288.56">8053 3611 6 0,'0'-2'19'0,"0"0"-4"0,0 0 32 0,0 0 4 15,-2-2 0-15,0 1-6 0,-2-1-5 0,3 4-3 16,-16-11-1-16,0 2-15 0,0 1-11 0,-1 3 4 15,-3 1-5-15,1 4 16 0,1 2-20 0,-3 3 8 16,2 3-10-16,-1 1 16 0,-1 6-9 0,2-6-2 0,-1 19 1 16,1-2 6-16,1 0-5 0,1 2 8 0,-1-2-8 15,2 7 3-15,3-3-6 0,1-2-6 0,1-2 2 16,1-2-4-16,2-2 1 0,0 1 4 0,1-5-3 16,1 1 1-16,3-1 4 0,2-1-7 0,0 2 6 15,-9-5-5-15,4 5 0 0,3-2 6 0,4 1-5 16,0 1 1-16,4-1 7 0,3 3-8 0,3-3 8 0,3 3-1 15,-10-1-9-15,16 1 3 0,1-3-5 0,-1 4 9 16,3-3-3-16,0 0 6 0,3-1-6 0,-3-3 8 16,4 0 1-16,2-6-2 0,1-1 2 0,5-5-11 15,3 20 5-15,4-12-5 0,7-8 8 0,2-3 8 0,0-5-5 16,-3-4 3-16,3-4-4 0,0-2 5 0,-2-2-1 16,1-2 8-16,-10 1-7 0,-2-1 3 0,-4 1 9 15,2 14-15-15,1-20 13 0,-1 0-11 0,-5-2 22 16,-3 0-8-16,-1 2 10 0,-3 0-14 0,-3-1-8 15,-1 1 8-15,-6 0-10 0,-2-2 1 0,-4-4 6 16,-5-3 3-16,2-10 1 0,18-1 6 0,-13-3-8 16,-9-5-8-16,-5 4 2 0,-6 2-12 0,-6 3 3 0,-2 6 3 15,-1 3-3-15,11 7-3 0,-25 4-9 0,-1 8 3 16,-2 4-7-16,-2 8 3 0,-2-20-15 0,-2 12-23 16,-12 9-10-16,-8 10-212 0</inkml:trace>
  <inkml:trace contextRef="#ctx0" brushRef="#br0" timeOffset="148651.84">20523 3403 256 0,'0'0'-50'0,"0"0"29"16,0 0 0-16,0 0 1 0,0 0 43 0,-2-2-1 15,0 0-9-15,0 0 7 0,0 0-6 0,2 0 6 16,0 1-15-16,0-1 4 0,0 0-6 0,0 0 8 0,0 0 4 16,2 0-3-16,0 0 5 0,2-1 6 0,9-5-6 15,9-3 5-15,6 0-6 0,3 2-2 0,-1 3 5 16,2 2-7-16,-5 3 5 0,-2-1-20 0,-1 2 7 15,-2 0-1-15,2 0 4 0,2 0-3 0,-2 2-9 16,0-2 4-16,-1 0-5 0,-5 0 12 0,-1 1-2 16,-2-1 0-16,-2 0-1 0,2 0 8 0,-4 0-9 15,0 0 0-15,-4 0-2 0,-3 0 8 0,0 0-8 16,-2 0 10-16,0 0-9 0,1 0 8 0,1 0 8 16,-2 0-11-16,0 0 10 0,-2 0-7 0,-2 0-2 0,0 0 2 15,-2 0-3-15,-18 0 3 0,-8 2-8 0,-1-2 3 16,1 0-4-16,0 0 6 0,4 0-3 0,2 0 2 15,-2 0-3-15,-2 2-3 0,6 0 7 0,-4 0-8 0,4-2 8 16,7 0-4-16,0 0-3 0,4 0 4 0,3 0-5 16,3 0 2-16,-1 0 0 0,3 0 6 0,-1 0-5 15,2 0 10-15,2 0-7 0,0 0-7 0,2 0 2 16,2 0-3-16,20 0 10 0,9 0-1 0,-1-2 3 16,-1 0 0-16,5-2 17 0,1 1 6 0,2-1 0 15,0 0-1-15,-2 1 1 0,2-1-2 0,-2 0 2 16,2 2-4-16,0 0-19 0,0 2 4 0,-7 0-7 15,-3 0 6-15,-10 0-3 0,-4 0-1 0,1 0 0 0,-6 0 5 16,-3 0-5-16,0 0-5 0,-5 0 1 0,0 0-10 16,2 0 10-16,0 0-3 0,-3 0 5 0,1 0-4 15,0 0-10-15,0 0 1 0,0 0-10 0,-2 0-35 0,0 0-107 16,-2 0 19-16,0 0-45 0,0 0 38 0</inkml:trace>
  <inkml:trace contextRef="#ctx0" brushRef="#br0" timeOffset="149452.31">21375 2556 28 0,'0'0'10'0,"0"-2"22"0,0 0-1 0,0-1 12 16,0-18-20-16,2 3 0 0,0-1 0 0,-1 0 0 0,-1 1-5 15,0-3-5-15,0 3-1 0,-1-1-1 0,-3 3-4 16,-2-7 7-16,-1 5 1 0,-2-3 1 0,-3 1-8 0,1 3-3 15,4 1 2-15,-17-3-2 0,0 2 1 0,-6 4 3 16,0-2-5-16,0 12 4 0,-1-7-9 0,-2 3 9 16,3 5-5-16,-2 0 7 0,3-16-8 0,-3 7 13 15,0 7-8-15,-1 4 9 0,0 0-12 0,3 4-5 16,0 1 5-16,-1 3-6 0,3-3 10 0,-4 3-8 16,-1-1 6-16,5 0-6 0,-2 3 6 0,4-3-3 15,4 1-3-15,3-3 1 0,4 1 5 0,4-1-6 16,2 1 6-16,-4 1-6 0,4-1 6 0,-2-4-1 15,1 11 0-15,5 3-1 0,1 1-9 0,-1-2 4 0,3 2-1 16,-2-1 2-16,-3 1 3 0,-6 2-2 0,1-1 5 16,1 4-5-16,4-1-1 0,-1 1-1 0,3 2-2 15,-1 4 3-15,3-2 1 0,-1 2 0 0,4 2 1 16,0 3 0-16,2 2 4 0,7 6-6 0,2 2 0 16,2-2-2-16,4 2-2 0,1-1 8 0,3 3-1 0,-1-4 3 15,2-2-5-15,-14-6-1 0,25-1-4 0,1-6 2 16,-6-4-4-16,1 0 7 0,1-1-1 0,-4-5 2 15,4 3-3-15,-2-2 2 0,-1-1 3 0,1-1 0 16,0 4-4-16,-6-3-6 0,3 1 2 0,-1 2-1 16,0-3 14-16,0-3-9 0,6 2 8 0,-1-5-8 15,1-1 2-15,5-2 3 0,1-1 2 0,3-2 1 0,0-1 1 16,0 20 6-16,0-10-4 0,-4-8 6 0,2-1-8 16,-4-4 5-16,-1-2-8 0,-4-2 9 0,-4 1-2 0,0-5-5 15,2-1 4-15,-2 0-6 0,0-3-3 0,-1-1 5 16,-1 0 2-16,-2 0 0 0,-1 0-5 0,-4 10 2 15,-2-14-3-15,-2 0 4 0,-2-3-4 0,-1 1 7 16,-1-3-7-16,-3-2 7 0,1-6-7 0,-1-3 6 16,0-8-4-16,0-9 2 0,-1-4-8 0,25-9 2 15,-15 0 2-15,-7-2 0 0,-6 3 1 0,-4 7 0 16,-2 3-3-16,-1 9 3 0,-2 0 4 0,-2 6-2 16,-2 0 6-16,-2 4-6 0,-2 1-5 0,-2 0 9 15,8 3-4-15,-22-3 7 0,-1-9 5 0,-6 2 11 0,-3-1-8 16,-9 1 6-16,-4 7-19 0,-7 4-9 0,0 6 1 15,3 5-4-15,3 6-1 0,7-13-9 0,3 15 1 16,3 12-8-16,3 12-30 0,-2-4-177 0</inkml:trace>
  <inkml:trace contextRef="#ctx0" brushRef="#br0" timeOffset="158834.7">3955 5642 256 0,'0'0'-59'0,"0"0"45"0,0 0 6 0,-2 0 13 0,0 0 58 15,1 0-5-15,-1 0-26 0,0 0 2 0,0 0-6 16,0 0 12-16,0 0-6 0,0 0 5 0,1-2-3 16,-1 2 6-16,0-2 6 0,0 0-8 0,0 0 5 0,0 1-17 15,0-1-1-15,1 2-4 0,-1 0 1 0,0 0-14 16,0 0-7-16,2 0 7 0,0 0-6 0,0 0 10 15,0 0-1-15,0 0 2 0,0 0 1 0,2 0 5 16,0 0-12-16,0 0-1 0,1 0-2 0,8 0 3 0,6 0 10 16,4 0-6-16,-3-2 6 0,1 0-6 0,1 0-5 15,2 0 6-15,-1 0-7 0,3 1 6 0,0-1-4 16,2 2 4-16,2 0-5 0,-2 0-3 0,2 0 0 16,1 0-1-16,1 2 1 0,0-1 4 0,-2 1-7 15,3 0 2-15,5 0-3 0,-5 2 8 0,1-2-7 16,-6-1 6-16,-2-1-5 0,2 0 11 0,-2 0-12 15,0 0 0-15,2-1-2 0,0-3 14 0,0 0-1 0,0 0-5 16,-2 1 1-16,0-1-9 0,-1 0 3 0,-3 2 7 16,-1 1-4-16,-3 1-4 0,1 0 1 0,0 0-3 15,-4 0 2-15,-2 0-7 0,0 0 5 0,-4 0 0 16,-1 0 3-16,0 0 2 0,-5 0 2 0,3 0-7 0,0 0 7 16,0 0 7-16,-1 0-3 0,-1 0 5 0,0 0-7 15,0 0 2-15,0 0 1 0,-2 0 4 0,0 0-2 16,0 0-6-16,0 0-1 0,0 0 0 0,0 0 0 15,0 0 0-15,0 0 0 0,0 0-5 0,0 0 4 16,0 0-2-16,0 0 4 0,0 0 2 0,0 0 0 16,-2 0-4-16,0 0 1 0,0 0-3 0,0 1 5 15,0 1 1-15,1 0-3 0,-1 0 0 0,0 0-2 0,0 0-6 16,-2 1 9-16,-1 5-5 0,-3 3 7 0,-1 4-12 16,2-2 2-16,-3 2 0 0,1 1 1 0,2 3-1 0,-1 1-4 15,1 3 6-15,-1-1-3 0,3 2 5 0,-1 0-4 16,1-1 0-16,1 1 0 0,0 0 9 0,2 2-10 15,0 2-1-15,2-4-3 0,-1 4 4 0,1 0 6 16,0-4-4-16,0 5 5 0,0-1-11 0,1 2 6 16,1-2-1-16,0 0 3 0,2 1 2 0,-2-5-9 15,1 4 5-15,1 0-6 0,-2-4 5 0,0 2 4 16,-2-3-5-16,0 1 3 0,0-2-5 0,0 0 3 16,0 2 0-16,0 2 0 0,-2 0 1 0,0 2 2 15,0-2 1-15,-1 2 0 0,-1-2-3 0,0 0-3 0,0-2-1 16,1 2-2-16,-1-4 2 0,2 4 9 0,-2 2-6 15,3-4 5-15,-1 6-9 0,0 2 4 0,0-6 3 16,0 2-1-16,0 3-2 0,0-3 3 0,1 4-5 16,-1 1 3-16,2-5-7 0,0-2 10 0,0 0-1 15,0-4 5-15,0 2-4 0,-2-3-10 0,0-1 5 0,2-1-6 16,0 1 12-16,-2-1-7 0,2-1 7 0,0-1-6 16,0 0 4-16,-2-2-5 0,0-1-1 0,2-1 0 15,0 0 6-15,0-2-1 0,0 1-3 0,0-5 1 16,0 2-1-16,0-1 1 0,0-1 8 0,0-1-4 15,0-1 1-15,0-1-5 0,0 0-1 0,0 1-1 16,0-1 7-16,0 2-6 0,0-5 1 0,0 3-2 0,-1 2 5 16,1-3-1-16,-2 3-3 0,-2 0 1 0,2-3 1 15,-2 3 0-15,1-1-1 0,-5-1-2 0,-1 2-4 16,-2-1 6-16,0-1 5 0,0 0-1 0,-1-1 2 0,-2 3-4 16,-1 1 1-16,-2-3-2 0,-3 0-4 0,-1 0 3 15,-1-1-2-15,-2 3 4 0,0-2-1 0,-2-3-1 16,-4 1 0-16,-2 17 0 0,3-8 0 0,-5-2 0 15,3-3 2-15,-1-2-2 0,-1-1 0 0,3 1 2 16,2 0-2-16,0-1 3 0,0 1-7 0,2 0 5 16,2 1-3-16,2 1 5 0,-2 0 2 0,0 1-8 15,0 0 2-15,0 1-4 0,3-1 5 0,4-1 0 16,1-1 0-16,3-1-1 0,2 0 1 0,-1 0 5 16,5-3-1-16,1 1 2 0,1 0-7 0,1-2 0 0,2 0 3 15,-1 2 0-15,-1 0 2 0,0 0-2 0,2 0-2 16,0-1 1-16,1 1-1 0,-1 0 0 0,0 0 0 15,0 0-1-15,0 0 1 0,2 0 6 0,0-1-6 16,0 1 2-16,0 0-9 0,0 0 7 0,0 0-1 0,0 0 4 16,0 0 4-16,0-1-4 0,0 1 0 0,0 0-3 15,0 0-2-15,0 0 6 0,0-2-1 0,0 0 2 16,0 0-11-16,0 0 6 0,0 0-3 0,0 0 4 16,0-2 4-16,0 0-6 0,0 0 2 0,0 0-3 15,0 1 6-15,0-1-2 0,0 0 2 0,0-2-2 16,0 0-3-16,0-5 7 0,0 0-6 0,0-2 6 15,0 0-12-15,0-4 5 0,0-2 1 0,0-2 0 0,0-1-2 16,2 0 2-16,0-3-1 0,2-1 2 0,-1-2 5 16,1-2-2-16,-2 0 2 0,0 1-3 0,0-3-3 0,-2 2-2 15,0-2 2-15,-2 1 0 0,0-3 5 0,-4-3-5 16,1-6 0-16,-3 0-1 0,-1-5 4 0,0-6-2 16,-1 2 0-16,1-4-1 0,2 4-1 0,1 1-4 15,2 5 0-15,4 1 0 0,0 2 9 0,0 2-5 16,2 0 5-16,2 4-4 0,2 0 6 0,-1 1-9 15,1 3 3-15,1-3-4 0,-1 3 10 0,-1-5-9 16,3-1 4-16,-5-2-5 0,3-3 12 0,-4 1-7 16,-2-2-1-16,0 0-1 0,-2 2-4 0,-2 1 5 15,1 4-2-15,-3 3 2 0,-1 1 6 0,1 8-3 0,-1-2 1 16,1 4-3-16,2 0-4 0,1 3 1 0,-1 1 1 16,0 1 0-16,0-2 1 0,3 3-2 0,-1 1 0 15,2 2-2-15,0 0 7 0,0 0-3 0,0 2 1 16,0-2-1-16,0 3 1 0,2 1-8 0,-1 2 2 0,1 1-7 15,0 0-22-15,-2 5-108 0,0-1-26 0,15-9-58 16,0 3-384-16</inkml:trace>
  <inkml:trace contextRef="#ctx0" brushRef="#br0" timeOffset="182611.36">2858 7681 20 0,'0'0'0'0,"0"-2"2"0,0 0 35 0,0 0 2 16,0 0 1-16,0-2-8 0,0 3-7 0,0-9-9 0,0 3 4 16,0-2-3-16,-2-3-4 0,2 3-1 0,-2 0-2 15,0 0 1-15,0-1-11 0,0 3 12 0,1-2-8 16,-1 1 9-16,0 1-11 0,-2-1 3 0,2 3 1 15,-1-3 0-15,1 3-6 0,0 1 7 0,-2-2-7 16,2 3 7-16,-3-1-5 0,-6 0 4 0,-1 1-2 0,-2-1 0 16,2 0-7-16,0 2 8 0,-3 0 6 0,4-1 1 15,-1 1-1-15,-2 0-2 0,-1-2-7 0,2 2 4 16,-4 1-6-16,0-1 4 0,1-2 0 0,-1 2 2 16,2 0 12-16,-2 0-12 0,2 1 5 0,-1-1-8 15,-3-2 8-15,4-7 1 0,-1 0-1 0,1 3-1 16,-2 1-9-16,4 3 8 0,-2 0-1 0,0 1 3 15,2-1 7-15,0 0-6 0,0 2-1 0,0 1-2 0,-2-3 2 16,1 2-6-16,-5-2 5 0,0 1-7 0,-3 1 1 16,2 0-1-16,-3 0-3 0,-3 2 1 0,0 0-7 15,-7 0 5-15,0 0 0 0,5 0 1 0,-4 0 8 0,-1 0-8 16,5 2 3-16,-5 0-4 0,1 0 12 0,4-1-8 16,-2 3 5-16,1 0-7 0,3 0 1 0,2-1-2 15,1 1 3-15,-3 2-2 0,0-1 7 0,2 1-4 16,0-1 0-16,4 1-2 0,-5 1-6 0,3 1 0 15,-2 1 3-15,0 0 0 0,-4 2 5 0,2 1 2 16,-4-1-5-16,-1 2 3 0,-1 0-8 0,3 0 6 16,4-2-2-16,-2 4 6 0,4-4 6 0,-5 6-9 15,2-3 4-15,2-10-5 0,-4 15 9 0,6-1-10 0,-4 5 9 16,4-3-10-16,3 2 3 0,-1 1 4 0,3-5-5 16,4 1 6-16,-2 1-9 0,2-1 5 0,0 3-3 15,2 0 5-15,2-5-5 0,1 0 3 0,3-1-4 16,-1 1 3-16,1 0-1 0,3-4 5 0,-6 4-2 0,3-5 0 15,1 1-7-15,-1 0 2 0,-5 0 0 0,3 0 0 16,-2 4-4-16,3-2 9 0,0 2-1 0,3-2 3 16,1-1-13-16,0 3 13 0,0 0-14 0,2 0 13 15,0-1-14-15,0 1 9 0,2 2-1 0,2-1 2 16,-1-1-7-16,1 1 2 0,2 1 6 0,-1 0-3 16,3-1 4-16,-1 1 3 0,1-1-9 0,1-1 6 0,2 3-5 15,-2-3-4-15,2 4 12 0,-1-7-9 0,1 3 2 16,-6-4 2-16,16 0-5 0,3 2 4 0,0-6 2 15,4 2 2-15,0-3-1 0,0 3 2 0,1 0-1 0,-1-2 0 16,6 4 3-16,10-5-3 0,-7-1-2 0,2 1 0 16,-7-3-3-16,-8-3 1 0,4 0 6 0,0 2-10 15,0-2 11-15,-1 3-11 0,3 2 12 0,-2-1-10 16,2 0 0-16,-1-1-2 0,-1 3 12 0,2-3-12 16,0 4 5-16,-1-1-7 0,3-4 11 0,1 5-9 15,1-2 1-15,3 1-4 0,-2-3 8 0,1 1-2 16,-3-1 1-16,-3-1-1 0,5 2-1 0,-2 1 7 15,3-5-1-15,-7 2 3 0,1-2-16 0,0 16 9 0,-1-7-1 16,1-3 5-16,-4-5 0 0,2-1-8 0,0-2 5 16,0 0-3-16,3-2 7 0,-1 1-1 0,0-1-9 15,1-2 4-15,5 2-2 0,-5-2 3 0,-1 1 1 16,0-1 0-16,-1-2-7 0,1 1 4 0,3-3 2 16,-3 1 1-16,-4-2 11 0,7-4-12 0,-3 2 6 0,2-2-7 15,-6-2 4-15,-2 9 8 0,0-24-11 0,-2 1 11 16,2-3-8-16,-1-1-1 0,-3-1 8 0,2-1-8 15,-1 0 8-15,-1 0-9 0,-1 1 8 0,-2 3-7 16,-1-1 4-16,-1 0-1 0,0 1-6 0,-2 3 4 16,0-2-9-16,-4 2 6 0,-1-1 4 0,-3-3 1 15,1-1 2-15,14-3-3 0,-7-3-5 0,-5 1 3 0,-6-1 1 16,-2 1 4-16,-4 1-3 0,-2 2 1 0,-3 3-13 16,0-3 6-16,-2 2 6 0,-1 3 0 0,-1-2-3 15,-1 5 5-15,-1-1-6 0,0 4 8 0,11-1 2 0,-18 1-1 16,-6 4 2-16,0 3-1 0,-9 0 18 0,-4 3-7 15,-2 1 1-15,-5 0-5 0,0 1-3 0,-2 5-2 16,-6 0-2-16,0 1 0 0,3 0-5 0,-3 5 2 16,2-1 0-16,2-24-1 0,0 15-5 0,4 9-28 15,-2 4-6-15,-8 7-12 0,-5 6-62 0</inkml:trace>
  <inkml:trace contextRef="#ctx0" brushRef="#br0" timeOffset="188187.95">3985 7859 85 0,'0'0'0'0,"0"0"4"0,0 0 50 16,0 0-12-16,0 0 8 0,0 0-23 0,-2 0-7 16,0 0-3-16,2 0-11 0,-2 0 10 0,2 0-2 0,-2 0-2 15,2 0 4-15,-1 0-6 0,-1 0-7 0,0 0 19 16,0 2-5-16,0 0 9 0,0-2-13 0,0 1 5 16,1 1-8-16,-1 0 7 0,0-2-6 0,0 0 2 15,0 0 5-15,0 0-4 0,0 2 0 0,1-2 6 16,-1 0 0-16,0 0 4 0,0 0 10 0,2 0-7 15,0 0 3-15,2-2-5 0,2 0 8 0,20-5-10 16,15-14-1-16,7-6-4 0,4 2-1 0,6-2-7 16,14-1 4-16,-3 0-5 0,0-4 4 0,2 6-7 15,-12-2 3-15,-3 6-3 0,-2 2 4 0,-11 3-12 0,-4 2 3 16,-5 4-4-16,-3 2 6 0,-6 1 3 0,-5 1-6 16,-3-1 3-16,-4 5 4 0,-7-1 6 0,0 2 5 15,-4 0-3-15,0 0 0 0,2-1-6 0,-2 1-4 16,1-2 1-16,1 0-4 0,-2 1-1 0,0 1 5 0,-2 0-5 15,-1 0-1-15,-14-3 2 0,-9 1-3 0,2 4 3 16,-2 0-2-16,0 4 0 0,0 1-1 0,-6 4 0 16,3 3-5-16,-8 2-1 0,-2 3 7 0,-4 0-4 15,0 1 9-15,0 5-9 0,1-1 2 0,1-16-5 16,-6 21 11-16,7 5-9 0,-3-2 7 0,6-1-7 16,0 3 14-16,-1-4-8 0,3 2-2 0,2-4-1 0,-1-2-4 15,5-4 6-15,3-1 3 0,0-4-1 0,0-2-3 16,3-2 1-16,1-2-4 0,4-5 5 0,1 1 10 15,4-3-7-15,2 0 9 0,7 2-7 0,-3 1 21 0,3-1-13 16,0 0-1-16,0-2-4 0,3-1-2 0,-1 1 1 16,2 0 4-16,2-2-2 0,1 0 2 0,16-2-3 15,18-9 2-15,4-6 0 0,3-5 13 0,8 20-18 16,4-29 8-16,7 1-11 0,4-5 9 0,7 1-10 16,4-3 1-16,4 4-3 0,-4 1 11 0,-7 2-10 15,-5 3 4-15,-10 4-5 0,-8 3 3 0,-7 5-2 16,-2 2-2-16,-7 4-1 0,-6 1 0 0,-4 1 1 15,-3 1 5-15,-10 1-3 0,-2 3 3 0,-5 0 0 16,0 2-7-16,2-4 4 0,-2 1 0 0,-1-1-6 16,-1 2 6-16,0 0-8 0,-1 0-1 0,-5 2 8 0,-20 0-7 15,-6 2 8-15,3 2-3 0,-5 3-5 0,-3 4 7 16,-2 2-5-16,-5 2 2 0,-6 4-2 0,-2 1 2 16,-8 4 0-16,-3 4 0 0,-6-26-6 0,1 30 1 0,1 3-1 15,2 0 6-15,2 2 6 0,3-3-3 0,1 1 3 16,3-3-4-16,0-6-2 0,4 0 3 0,4-10-1 15,7-1 5-15,13-2-6 0,2-4 5 0,10-3-5 16,5-2 3-16,3-2 6 0,8-1-9 0,-4 3 8 16,1 0-2-16,1-2 6 0,2 0 4 0,2-1-2 15,0-1-2-15,40 0 8 0,10-11-4 0,4-11 4 0,0 16-9 16,7-38-2-16,4 1-3 0,7-7 1 0,8 2-5 16,7 0 3-16,5-4 2 0,3 5 0 0,-6 4 4 15,-9 4-6-15,-4 6-3 0,-15 5-1 0,-4 4 2 0,-5 5 2 16,-8 5 5-16,-3 2-5 0,-6 3-3 0,-11 4-2 15,-3 1-1-15,-12 2 0 0,-4-4-11 0,-3 3-9 16,-2 1 2-16,-2 0-2 0,-2 0 13 0,-2 2 1 16,-40 0 5-16,-7 6-3 0,1 5-2 0,-4 6 9 15,-5 3-5-15,-4 2 5 0,-6 4-7 0,-7 2 7 16,-2 2-4-16,-7 3 4 0,1-31 4 0,6 33-1 16,2 3-3-16,13-1 0 0,4 0-1 0,7-7 1 15,5-4 2-15,6-4-2 0,8-5-7 0,11-4 11 16,3-6-5-16,13 0 5 0,5-5-6 0,-3 2 12 0,2 0 1 15,2-2 4-15,2-1 4 0,2-1-10 0,42-9 6 16,10-11-8-16,11 12 1 0,12-34 3 0,12-1-7 16,13-5 5-16,8 3-4 0,-1 0 3 0,-3 3-5 15,-10 1 3-15,1 4-7 0,1 5-3 0,-2 6 6 0,-1 6-5 16,-8 3 4-16,-18 4 3 0,-14 4-2 0,-16 1 1 16,-11 5-1-16,-12 1-16 0,-9-6-2 0,-5 6-7 15,0 1-21-15,-2-1-29 0,-2 2-32 0,-2 0-13 16,-15 7-241-16</inkml:trace>
  <inkml:trace contextRef="#ctx0" brushRef="#br0" timeOffset="198101.52">3437 5113 1 0,'0'0'24'0,"0"0"-7"16,0-2 17-16,0 0 12 0,-2 0-11 0,0 0 5 0,0 0-24 16,1 1-2-16,-1-1-5 0,0 0 2 0,0 0 2 15,0 0 1-15,0 0 3 0,0 0 18 0,1 1-3 16,-1-1-3-16,0 0-2 0,2 0-11 0,0 0 12 15,0 0-3-15,0 0 3 0,2 1-13 0,0-3 1 16,-2 2-2-16,5-7 1 0,10-2-11 0,2-2 4 16,-1 0-5-16,1 0 4 0,-2 0-14 0,0 0 12 15,3 0-2-15,-6-2 7 0,1 2-2 0,-4-4-7 0,-4 2 5 16,1 0-5-16,0-1-1 0,3 1 8 0,-2 2-7 16,-3-4 8-16,2 4 0 0,5-4-3 0,-4 4 2 15,-1 0-2-15,-3 0 0 0,-1 8-3 0,0-4-2 16,-2 5 0-16,0-4 4 0,0 5-2 0,0-1 7 0,0 0-7 15,0 1 1-15,0 1-5 0,0 0-3 0,-2 2 1 16,0 0 0-16,1 2 5 0,-3 1-4 0,-4 7 3 16,-6 14-9-16,2-2 9 0,1 2-2 0,4-2 4 15,-1 3-3-15,3-3 2 0,1 0-2 0,2-1 0 16,2-1 0-16,2-3-9 0,2-2 9 0,0-1-10 16,-1-2 10-16,1-3 11 0,0-4-6 0,-1 1 5 0,5-2-14 15,3-2 19-15,8 11-5 0,-10-8 10 0,2-1-5 16,4 0 14-16,0-3-13 0,0-1 12 0,3-3-24 15,-3-1 3-15,2-3 7 0,1-5-6 0,-3 1-2 16,2 4 1-16,-4-14-4 0,0 3 4 0,2-3 1 0,0 1-4 16,-2 0 1-16,-2-3-4 0,0 3 2 0,-4-2 3 15,3-3-2-15,-3 3 2 0,0 0 4 0,1-4-16 16,-3 2 12-16,-1 0-14 0,0 3 11 0,7 5-3 16,-4 4-5-16,-3 5 4 0,-2 0 7 0,0 3-7 15,-2 0-1-15,0 0-5 0,0 3-3 0,0-1 12 16,-2 0-2-16,0 2 3 0,0 2 1 0,0 0-7 15,-1 3 2-15,-1 19-4 0,-5-3 7 0,1 3-7 16,1-4 5-16,-1 3-6 0,5 1 7 0,-3-2-6 0,4 0 5 16,-13 0-4-16,4 1 7 0,4-1-6 0,3 0 2 15,4-1-3-15,2 3 1 0,2-2 6 0,1-3-5 16,3-1 6-16,-1-1-1 0,2-2 3 0,3 0-2 16,-9-4 2-16,20 0-1 0,-1-5-2 0,4-1 3 15,-2-3-5-15,4 17 2 0,1-8-18 0,5-6 5 0,3-5-11 16,4-3-14-16,3-7-40 0,1-3 5 0,0-3-17 15,-5-3-22-15,9-3-3 0,-3 1-3 0,-1 3 9 16,-4-1 51-16,-12 4 32 0,-5 2-5 0,-5 0 13 16,-4 11-3-16</inkml:trace>
  <inkml:trace contextRef="#ctx0" brushRef="#br0" timeOffset="198491.56">4492 4188 117 0,'0'-2'35'0,"0"0"-5"0,0-1 33 16,0 1-11-16,-2-7 2 0,0 1-39 0,0 4-4 16,0 1 3-16,0-1-6 0,1 2-2 0,-1 0 2 15,-2 2-2-15,-7 0 0 0,-4 2-14 0,-2 4 15 16,8 1-5-16,-2 8 7 0,2 13-10 0,-1 0 2 16,3 1-4-16,3 1 3 0,0 5-4 0,-16 2 8 0,11 1 1 15,7-1 1-15,2-2-13 0,4 6 5 16,-1-2 2-16,3 0 2 0,-1 2 7 0,3-8-13 0,1 1 0 15,0-3-4-15,1-3 11 0,3 4 4 0,0-3-5 16,2-1 3-16,1 2-16 0,1 1 18 0,2 3-7 16,-1-1 9-16,1 1-16 0,-1 1 7 0,1-4-2 15,-2 1 3-15,-4-6 3 0,-2-2 1 0,-2-3-1 0,0-3 0 16,-1-1-1-16,-3 0 6 0,-1-3 0 0,-2-4 5 16,0-5 26-16,0-1 4 0,-2 0 9 0,0-1-7 15,0 1-13-15,-2 0-13 0,-2-2 2 0,-29 18-4 16,-5-3-3-16,-8-6-8 0,0-4-8 0,-6-3 1 15,3-2-21-15,5-2 13 0,1-6-10 0,10-1 10 16,3-4-11-16,9 0-36 0,7 7 4 0,4-20-22 16,5-4-61-16,-3-4-10 0</inkml:trace>
  <inkml:trace contextRef="#ctx0" brushRef="#br0" timeOffset="198641.82">4250 4842 672 0,'0'-2'14'0,"2"0"14"0,0-2 15 0,4-5 16 16,5-6-6-16,2 0 4 0,16 2-35 0,12-3-6 15,4-5-3-15,1-3-1 0,-1-2-8 0,-1 0 0 16,-3 0-3-16,0 4 4 0,0-4 12 0,2 7-20 0,-3-3-1 16,1 3-13-16,-2 4-47 0</inkml:trace>
  <inkml:trace contextRef="#ctx0" brushRef="#br0" timeOffset="207316.79">4859 5393 53 0,'0'0'0'0,"2"0"21"0,0-2 9 0,0 0 19 15,2 1 9-15,-1-1-17 0,5 0-3 0,1 0-27 0,0 0 1 16,1 0-5-16,-3 2-1 0,2 0 4 0,-1 0 0 16,-3 2 3-16,-1 0 11 0,-2-2-1 0,7 13 1 0,4 11-2 15,-4 0-4-15,-3-2-14 0,-2 1 3 0,-2-3-7 16,-2 1 0-16,0-5 7 0,0-1-3 0,0-4 5 15,0-1-7-15,0-1 12 0,0-2 0 0,0-3 5 16,0 0 12-16,0-2 13 0,1 1-3 0,1 1 6 16,2-2-6-16,13 3-1 0,14-3-2 0,-5-5 1 15,6-9-4-15,3 11-6 0,-1-40-2 0,6-6-1 16,-2-8-1-16,-1-1-9 0,0-5 0 0,2-2-5 0,-2 1-4 16,2 3-3-16,5 7 10 0,-3 7-8 15,4 3 10-15,-2 6-33 0,-1 5-15 0,8 3-14 0,1 0-125 16</inkml:trace>
  <inkml:trace contextRef="#ctx0" brushRef="#br0" timeOffset="-213230.4">18649 5373 256 0,'0'0'-77'15,"0"0"47"-15,0 0-14 0,0 0 2 0,0 0 57 16,0 0-6-16,0 0-8 0,0 0 1 0,0 0-2 16,0 0 5-16,0 0-5 0,0 0 1 0,0 0-1 15,0 0 15-15,0 0-11 0,0 0 10 0,2 0-11 16,0 0 0-16,0 0 6 0,0 2-6 0,-1-1 7 0,1 1-7 15,0 0 4-15,0 0 3 0,0 0 0 0,0 0 6 16,0 1-13-16,-1 3 0 0,3 9-2 0,0-2 12 0,0 0-14 16,-3-4 5-16,1 4-8 0,0-4 5 0,0 2 3 15,0 1 6-15,0-5-4 0,0 0 1 0,-1 3-1 16,1-3-5-16,-2-3 5 0,2 1 9 0,-2-3-5 16,0 0 13-16,2 2-4 0,0 0 72 0,0-1-22 15,0 1 3-15,-1-2-18 0,3 0-40 0,0-2 9 16,11 2-4-16,1-2 4 0,-1 0-15 0,6-6 15 15,-1-1-1-15,6-6 8 0,4-6 5 0,9 15-2 16,4-31-6-16,3-4 3 0,6-4-5 0,0-5-14 16,-2 0-1-16,-2 3-4 0,-1 3 1 0,-3 4-12 0,3-1 6 15,1 6-10-15,6 0-7 0,7 5-26 0,4 4-4 16,8-1-34-16,5 3-288 0</inkml:trace>
  <inkml:trace contextRef="#ctx0" brushRef="#br0" timeOffset="-201779.18">24251 4041 256 0,'-2'0'-40'0,"0"0"30"0,0 0-1 16,1 0 6-16,-1 0 36 0,0-1-4 0,0-1 0 15,0 0-11-15,0 0 6 0,-1 0-16 0,-1 0 5 16,0 0 0-16,0 1-1 0,1-1-14 0,-1 0 6 16,0 0-1-16,2 0 4 0,1 0 2 0,-1 0-6 15,0 1 7-15,-2-1-7 0,0 0 0 0,1 0 15 16,-1 0-5-16,0 0 9 0,2 2-6 0,-3-2-4 16,-1 1 4-16,1-1-4 0,-3-2 0 0,1 0 1 0,-1 1-9 15,1-1 7-15,0 0-9 0,-1 2 4 0,3 0 4 16,-3 1-2-16,1-1 3 0,-3-2-10 0,1 0 8 0,-2 1-7 15,2-1 17-15,-2 0-13 0,1 0 6 16,-1 1-7-16,2-1 8 0,0 2 2 0,-1 0-8 0,1 0 8 16,2 1-8-16,-3-1-10 0,3 0 9 0,-1 0-8 15,-1 0 10-15,2 0-5 0,-1 2 2 0,-1-2-1 16,3 2 5-16,-3-1-7 0,4 1 0 0,-3-2-1 16,1 2 9-16,-1-2-10 0,1 2 2 0,1 0-6 15,-1-2 8-15,-1 2-1 0,-1-2 3 0,0 0-4 16,0 0 1-16,-1 1 1 0,-1-1 4 0,0 0-2 0,2 2 7 15,-1 0 0-15,1 0-2 0,-2-2 2 0,0 2-1 16,3 0-9-16,3 0 8 0,-4 0-8 0,1 0 8 16,-5 0-1-16,-2 0-11 0,4 0 5 0,-2 0-5 0,2 0 3 15,-4 0 5-15,4 0-3 0,-2 0-3 0,-4 2 5 16,6 0-4-16,-9 0 6 0,3-2-2 0,-1 1-6 16,-5-1 2-16,7 0-4 0,-1 0 4 0,0 2-2 15,0 0 4-15,-1 2-2 0,1-2 1 0,0 0 1 16,3-1-3-16,2 1 1 0,1 0-1 0,-2 0 3 15,0 0-2-15,0 0 3 0,0 0 6 0,0-1-5 16,2 1 5-16,0 0-7 0,-2 0 4 0,2 0-3 16,-2-2 7-16,2 0-5 0,-4 2 2 0,2-2 7 0,0 2-8 15,0-1 8-15,0 1-13 0,-2 2 0 0,0-2 2 16,2 0-2-16,-2 1-1 0,2-1 7 0,0 0-7 16,-5 2 6-16,1 0-4 0,0-1 0 0,3 1 6 15,2-2-4-15,-1 2 3 0,0-1-3 0,-3 1 4 0,-1 0-3 16,4-2 2-16,-2-1 1 0,2 1-8 0,4 0 5 15,-4 2-6-15,2 0-1 0,3-3 3 0,-3 3-2 16,0 0 2-16,2-2 1 0,-6 1-1 0,6-1 1 16,-4 2-2-16,-4 2 6 0,4-3-5 0,-2 1 6 15,2 0-4-15,6-2-2 0,-6 3 3 0,1-1-4 16,-1 1-7-16,2-1 6 0,0 0-2 0,-2 1 4 16,2 1 3-16,2-2-5 0,-2 1-1 0,1-1 0 0,-1 2 7 15,0-1-1-15,0 3-2 0,0-1 0 0,-2 2-1 16,0 1-1-16,-2-9 1 0,0 11-3 0,0-1-5 0,4 0 8 15,0 0-2-15,0 2 3 0,0 2-6 0,1-2 3 16,-1 0 5-16,2 2-2 0,0-2 0 0,-1 1 2 16,1 1-7-16,-2 2 5 0,2-2-3 0,1 2 1 15,-1-3 2-15,0 3-1 0,-1 0 0 0,-1 0-2 16,2 3 2-16,-4-1-2 0,0-1-5 0,2-1 6 16,-2 1-3-16,4 3 5 0,-4-4-3 0,0-1 2 15,0 1-1-15,-2 0 2 0,-2 1-3 0,2-1 0 16,-3 0 5-16,3-1-2 0,0-3 4 0,-2-1-7 0,6 1 1 15,2-2-1-15,-4 0 4 0,2 0-3 0,-1 0-5 16,-4 0 3-16,3-1 6 0,0 1-6 0,-6-4 6 16,6 4-7-16,2-1 10 0,2 1-7 0,-2 0 1 15,-1 0-2-15,1 2 5 0,-2-2-3 0,0 2-1 16,-2 0 0-16,1 0 6 0,2 0-2 0,1 0 2 0,4 0-3 16,-2 0-10-16,3 0 9 0,-1 0-3 0,1 0 5 15,1 0-5-15,-3-2 6 0,3 2-2 0,-1 0 4 16,2 0-13-16,-1 4 3 0,1-2 4 0,0-2 0 15,1-2 7-15,1 2 0 0,-2 2-12 0,0 3 7 16,2-1-6-16,-1 5 4 0,-1-3 4 0,0-2-3 16,2 5-4-16,-1-2-3 0,1 4 2 0,0 1-1 0,0-3 8 15,-2-2-1-15,3 6-2 0,-1-2 0 0,-2 2-5 16,2 0 2-16,0-5 8 0,-1-1-4 0,1-1 7 16,-11-1-12-16,3-1 3 0,5-4-4 0,-1 0 6 0,3-2 2 15,-1 0-4-15,0 2 2 0,2 0-3 0,0 0 0 16,1 0-3-16,1 0 2 0,0 0 3 0,0 0 2 15,-2 2-2-15,0 0 0 0,0 2-8 0,0 1 11 16,0 1-4-16,0 1 4 0,2 3-6 0,0-1-1 16,0-2 7-16,0 4-4 0,0-1 11 0,0-1-11 15,0 2 3-15,0-3-4 0,0-1 1 0,0 4 0 16,0-2-1-16,2 4 1 0,0 0-5 0,0-3 11 16,0 3-5-16,2 0 6 0,-3-2-14 0,1 0 5 15,0-2 0-15,0-3 2 0,2 3 7 0,-2-2-7 0,1-1 3 16,-1 0-3-16,2-1 6 0,-2-1-12 0,0 0 3 15,1-3-4-15,1 3 12 0,0-2-5 0,1-2 0 16,1 2-2-16,1 0 1 0,1-2 6 0,1 2-2 16,-2-2 3-16,3 0-6 0,-8-2-3 0,14 2 4 15,3 0-1-15,-1 0 4 0,-1 0-5 0,3 0-3 0,-1 0 2 16,1 0 7-16,3 0-4 0,-1 0 3 0,-7-2-3 16,5 0 1-16,-1 0-2 0,-6 0 0 0,9 2-1 15,-5 0-3-15,-2-4 4 0,3 3-2 0,1-1 2 16,-2 2 3-16,1 0-1 0,-3 0-2 0,2 0-1 15,-2-2-8-15,-1-2 10 0,1 4 4 0,0-2 0 0,0-3-11 16,-2 1 6-16,0 2-5 0,0-2 6 0,2 4 2 16,-2-1-1-16,0-1 0 0,0-2-2 0,0 0-1 15,0 2 1-15,0 4 0 0,0 0 0 0,2-2-2 16,-2 6 2-16,2-4 1 0,-1-2 1 0,1 3-5 16,2 1 0-16,-2-4 5 0,1 2-2 0,3 0-2 0,1-2 4 15,3 3-8-15,-1-4 9 0,2-1-3 0,4-2-2 16,2-2 2-16,-1 1-2 0,-3-1 2 0,0-3 0 15,-3 3 2-15,3 1 0 0,5-1 1 0,-5 3-2 16,-2-5-1-16,-1 3 1 0,-5-1 5 0,-1 2-6 16,-2-1-3-16,0-1-1 0,-4 1 4 0,0 1 1 15,2-2-1-15,-2 1 0 0,0-1-4 0,-1-1 3 16,3-1 6-16,-2 1-3 0,0-3 4 0,2 1-6 16,0-2 0-16,3 0-2 0,1 0 1 0,0 0 0 0,3 12-1 15,3-2 2-15,-5-5 4 0,3-1-8 0,-3-3 4 16,-1-1-6-16,3 0 6 0,1 0 6 0,-3 0-6 15,1 0 2-15,3-1-4 0,0 1 3 0,-1 0 2 0,-1 0-1 16,-1-2-4-16,-4 0 2 0,0 0 0 0,-2 0 1 16,0 0-4-16,-2 0 3 0,5 0 2 0,-3 0 2 15,2 0 6-15,4 0-10 0,-1 0 1 0,7-2-2 16,-3-2 8-16,0 1-3 0,4-3-6 0,-4 1 1 16,4-3-5-16,-3 3 9 0,-3-3-3 0,2 1 4 15,-1-1-4-15,-3 1 3 0,3-1 3 0,-6 3-3 16,-1-1-3-16,-1 1 1 0,-1 1 0 0,-1-1 1 0,2-1-13 15,-2 2 11-15,0-1-1 0,0-1 5 0,0 1 3 16,-1 1-7-16,1-2 4 0,2 1-4 0,0-3 3 16,3-1-2-16,-1 2 0 0,2-3 0 0,0 1 5 0,1-4-3 15,1 0-2-15,1 0 1 0,1 11 1 0,1-15-4 16,6 1 0-16,-6-5-3 0,-5-1 5 0,1 3 6 16,1-5-5-16,1 2 2 0,6 0-6 0,-1-4 0 15,-5 0 7-15,2 0-5 0,-1 3 3 0,-3 1-3 16,3 2 0-16,-5-1 0 0,-3-1 3 0,0 3-3 15,0 1 2-15,-2-1-1 0,1 3 5 0,-3-3-5 16,0 2-1-16,-3-1 0 0,1 1-4 0,-1 0 5 16,-1 3-3-16,1-3 4 0,1 0 2 0,1 0-3 0,-1 1 3 15,1-3-4-15,-1-1-4 0,-1-3 8 0,-1 3-6 16,3-2 7-16,-3 3-4 0,1-5 1 0,-1 0 0 16,3 0 0-16,-1-8 3 0,1 1-4 0,-3-5-3 15,3 1 0-15,-1-2-4 0,0 3 8 0,1-1 3 0,-3 0-2 16,3 1-9-16,-3 5 3 0,-1 1 3 0,4 4 1 15,-5 0 4-15,1 1 2 0,0 1-12 0,-2 2 9 16,1-1-5-16,-1 1 2 0,0-1 2 0,2 1-2 16,-1 0-8-16,1-1 7 0,4 1-3 0,-5-1 5 15,3 1 6-15,-2-1-9 0,1 1 5 0,3 0-5 16,-5-3 4-16,-1-1-5 0,4-2 5 0,12-2-5 16,-5-1 2-16,-3-3 0 0,-3-1-3 0,-3 1 3 0,-2 2 8 15,-1-3-11-15,1 0 5 0,0 3-7 0,0-5 16 16,0 5-6-16,2-2-2 0,-1 1-1 0,1 1-5 15,-2 0-1-15,0 4 5 0,0 0-2 0,-1 4 6 0,3 0-10 16,0-1 3-16,0 5-5 0,-1-3 11 0,1 5-1 16,0-3-3-16,-1 1 0 0,-1 1 1 0,0 0-4 15,0 0 8-15,0 1-7 0,0-1 11 0,0 2-10 16,-2 0 0-16,0-1-3 0,0 3 11 0,0-2-2 16,0-4 3-16,0 6-4 0,-2-3-8 0,-2-3 7 15,0 4-4-15,-1-3 7 0,-1 1 4 0,1 0-4 16,1 4 4-16,-2-2-5 0,1-1 3 0,-1-1-6 15,-1-4 2-15,-1 1-2 0,1 1 10 0,1 1-9 16,3 1 1-16,-1 0-3 0,0 1 7 0,0-1-4 0,-1 0 3 16,1 2-5-16,0 1 0 0,1-1 6 0,-1 2-8 15,0-2 8-15,-1-2-8 0,-1 2 10 0,1-1 0 16,-1-1 2-16,2 4-5 0,-1-4-7 0,-1 2 3 16,2 2-3-16,1 0 10 0,-1 0-6 0,0 0 1 0,1 0-3 15,-1 0-2-15,0 2 4 0,0-2-1 0,1 2 1 16,-1 0 1-16,0 0-4 0,1 2 2 0,-1-1-3 15,0-1 1-15,-1 0 2 0,1 0 2 0,0 2-1 16,-1-3 6-16,1 5-6 0,0 0 1 0,0-1-3 16,1 1-4-16,-3-6 3 0,1 2-1 0,1 1 3 15,-2 1 1-15,3 2 2 0,-1 1-2 0,0 0 2 0,-1-3-5 16,1 2 6-16,-4-4-4 0,3 1 4 0,1 5-4 16,-3-6-3-16,1 3 9 0,-1-1-8 0,-1 0 8 0,5 3-8 15,-3 0 1-15,-5-3-2 0,3 4 3 16,-3-1-2-16,0 0-1 0,-2 3 0 0,-4-7 9 0,4 5-7 15,-3-3-1-15,1 5-1 0,4 1 0 0,-10-4 3 16,6 3-2-16,-3-1 0 0,-3-4-4 0,7 5 9 16,-9 1-1-16,3-6 3 0,1 5-11 0,-3-1 8 15,2-2-3-15,1 5 4 0,1-3-2 0,-3 2-2 16,3-11 1-16,1 4-2 0,-4 3 10 0,7 4-11 16,-7 0 5-16,3 1-5 0,-1-1 10 0,-1 2-7 15,-1 0 6-15,1 0-8 0,-1 0 1 0,1 0 3 16,1 0-3-16,-1 0 3 0,1 0-5 0,1 2-1 0,3-1-3 15,2 1-1-15,0 0-32 0,2 2-137 0,0 1-34 16</inkml:trace>
  <inkml:trace contextRef="#ctx0" brushRef="#br0" timeOffset="-197205.54">19319 12269 256 0,'0'0'-68'0,"0"0"40"0,0 0-4 15,0 0 7-15,0 0 49 0,0 0-4 0,0 0 6 16,0 0-9-16,0 0 12 0,-1 0-20 0,-1 0 7 15,2 0-12-15,-2 0 9 0,2 0-18 0,0 0 10 16,0 0 0-16,0 0 4 0,0 1-6 0,0 1 2 16,0 0-5-16,0 0 3 0,0 0-2 0,0 2-1 15,0-1 10-15,0-1-6 0,0 9 5 0,0 2-9 0,-2 4-2 16,2-4-1-16,0 4 8 0,0-1 1 0,0-1 1 16,0 2-3-16,0-2-14 0,0 3 7 0,0 1 3 15,0 1 1-15,2 1-1 0,0 1 0 0,0 2-1 16,1 0 2-16,1 6-1 0,0-2-2 0,-1-2 0 15,1 0 2-15,0-2-1 0,1 4 9 0,1 2-8 16,-2-3 8-16,-1 5-9 0,-1-4 1 0,0 2-5 0,-2-1 4 16,0-1 2-16,0 4-2 0,-2-4 11 0,-1-1-11 15,-1 1-3-15,0 2 5 0,0 0-1 0,1 1 4 16,1 3-6-16,0 1 3 0,0 0-1 0,0-1 5 16,2 1-9-16,0 6 6 0,0 0-8 0,0 3 9 15,0 1 1-15,0 1-1 0,0 2 0 0,0-3-2 16,0-4 2-16,0-6-8 0,0-5 7 0,0-2-7 0,0-1 17 15,0-1-9-15,0 0 3 0,0-1-6 0,0 1-11 16,0 1 15-16,0-1-6 0,-2 2 9 0,2 2-7 16,0 2 0-16,0 1 4 0,0 0-1 0,0 5-3 15,0-3 0-15,0 2-5 0,0 6 4 0,0-1 5 0,0 7 2 16,0-3-5-16,2-1 1 0,0-3-8 0,0 5 6 16,0-6 2-16,-2 1 0 0,0 1-4 0,0-4 4 15,0 6-3-15,0-1 3 0,0 4-1 0,0 3-2 16,-2-1 2-16,0 0-3 0,0 0-8 0,2 4 9 15,-2-2-2-15,2 2 5 0,-1-1 1 0,-1-4-4 16,0 1 6-16,0-7-5 0,2-4 8 0,0 1-5 16,-2-2-3-16,2-1 0 0,0 0 2 0,0 2-3 0,0 2 1 15,0-1-2-15,4 3 1 0,0-2-2 0,1 4 4 16,3 3-2-16,-1 4 1 0,2 2 2 0,2-2-4 16,1-2 4-16,-1-6 0 0,0 3-1 0,-2-6 3 15,2-4-2-15,-1 0 3 0,-3-4 1 0,0-1-4 16,1 1 3-16,-1 3-10 0,-1-3 19 0,1 0-11 0,-1-1 14 15,-2 0-13-15,-1-1 4 0,-1-1 1 0,2 1-2 16,-2-5 0-16,1 6 10 0,1-10-1 0,0 2 2 16,0-1-11-16,-3-8-2 0,1-2-3 0,0-2 1 15,2 2-5-15,0-4 7 0,-1 2-4 0,-1-5 4 16,-2-3-8-16,4 5 2 0,-2-4-4 0,-2-3 3 0,0 1-15 16,2 2-12-16,-1 0-6 0,1-1-11 15,0 1-90-15</inkml:trace>
  <inkml:trace contextRef="#ctx0" brushRef="#br0" timeOffset="-194024.75">19316 11756 212 0,'0'-2'14'0,"0"0"-2"16,0 1 8-16,-2-3 4 0,0 0-8 0,0 0-12 16,0 1 3-16,0-1-6 0,1 0 8 0,-1 1-4 0,0-1-4 15,0 2 2-15,0 0-2 0,0 0 4 0,0 0 6 16,1 1-5-16,-1-1 6 0,0 0-12 0,0 0 12 15,0 0-3-15,0 0 6 0,0 0-7 0,1 1-4 16,-1-1 5-16,0 0-3 0,0 0 6 0,0 0-11 16,2 0 4-16,0 0-4 0,0 1 16 0,0-1-5 15,0 0 1-15,0 0-2 0,0 2 8 0,0-2-3 16,0 0 5-16,0 0-5 0,0 1 0 0,0-1-5 0,0 0 4 16,0 0-2-16,0 0 9 0,2 0-14 15,0 0-3-15,0-1-2 0,0-1-3 0,-1 0 0 0,3-5 6 16,2-2-2-16,-1 2 5 0,3-3-6 0,1 1-5 15,-3 2 2-15,8-2-3 0,1 0-2 0,2 1 5 16,-2 1-3-16,2 0 9 0,3 0-5 0,0-1 2 16,5-1-3-16,-1 2-3 0,2 0-2 0,3-3 0 0,1 1 1 15,2 0 10-15,1 0-7 0,-3 2 5 0,5-2-6 16,0 1-1-16,4-1 5 0,-3 0-5 0,-3 0 5 16,1-2-5-16,-3 2 3 0,1 0 0 0,-3-4 1 15,3-2 6-15,1 4 4 0,1-6-3 0,-1 5 2 16,4 2-10-16,4-2 7 0,4 1 5 0,7 0 2 15,2-6 10-15,-2 6-16 0,1-2 3 0,-1-1-6 16,0 3 11-16,-2-4-2 0,-3 4-1 0,-6 2 1 0,0-6-7 16,-2 8 11-16,3-2-2 0,-3 1 5 0,2 5-13 15,0-6-3-15,2 3-1 0,3 4 1 0,2 1 6 0,6 1 1 16,-5-4-1-16,2-1 1 0,0-1-16 0,-5 3 8 16,2-1-3-16,-5 3 7 0,-2-1-8 0,-2 0 1 15,2 2 0-15,-2 0 3 0,3-1 1 0,-3-20 1 16,4 9-6-16,2 4 3 0,1 5-6 0,4 1 3 15,8 0 2-15,-6 2 0 0,2 1 3 0,1-3-7 16,-6 4 4-16,3 0-2 0,-8 0 11 0,-1-2-6 16,-6 0 0-16,4 2-3 0,-2 0-7 0,-2 0 2 15,4 0-2-15,-4 0 5 0,6 0 9 0,-4-2-9 0,7 2 3 16,2 0-6-16,-3 0 0 0,9 0 10 0,-4 0-7 16,-6 0 6-16,3 0-13 0,-8 0 13 0,-4 0-1 15,0 0 5-15,-1 0-9 0,-1-2-2 0,1-1 1 16,3-1-2-16,0 0 2 0,2 1 1 0,0-1 2 15,0 0-1-15,0 0-5 0,7 1 3 0,1-3 0 0,-6 2 5 16,7 1-3-16,-7-1 6 0,0-2-9 0,1 1 8 16,-6 1-9-16,-3-1-1 0,0 1 3 0,-3 0-1 15,0-1 9-15,-2-1-8 0,-1 0 1 0,1 1-2 16,-4 1 5-16,2 0-5 0,0 1 3 0,2-1-5 16,0 0 3-16,-2 2 2 0,4-1-2 0,0-1 1 15,1 2 2-15,4 0-7 0,-3 0 5 0,0 1-4 16,-5-1 14-16,3 0-8 0,4 2-3 0,-1-2-2 0,0 0-1 15,1 2 4-15,-1-2 3 0,-3 0-2 0,-2 1-9 0,-2-1 9 16,-2 0-3-16,0 0 5 0,2-2-8 0,0 2 8 16,2-1-5-16,-2 1 5 0,0 0-6 0,-4 2 1 15,2 0 3-15,2 0-2 0,-2 0 2 0,2 0-2 16,0 0 0-16,0 0 0 0,4 0 0 0,0 0-3 16,-2 0 5-16,0 2-4 0,-1-2 2 0,-6 0 3 15,8 2-5-15,-1 0 3 0,-2-2-7 0,4 0 7 16,-6 0 3-16,0 0 0 0,-1 0-4 0,-3 0 2 15,0 0-2-15,-1 0 3 0,1 0-7 0,-3 0 8 16,0 0-7-16,0 0 7 0,1 0-2 0,1 0-5 0,-3 0 1 16,-1 1-3-16,0 1 7 0,0 0-4 0,0 0 3 15,3 0-3-15,-1 0 7 0,0 0-5 0,0 1 4 16,1 1-4-16,-1-2 6 0,3 2-2 0,3-1-5 16,-3 1 1-16,2 0-8 0,0-1 8 0,3 1 0 15,-1 0 3-15,2 0-3 0,-2-3-1 0,0 1 3 0,2 0-2 16,-2 0-2-16,6 0 2 0,-4 0-3 0,0-2 3 15,2 2 9-15,-2-2-7 0,-2 0-1 0,2 0-1 16,-2 0 3-16,0 0-7 0,-2 0 6 0,-1 0-7 16,-1 0 2-16,-1 0 7 0,1 0-2 0,-1 0 4 15,1 0-5-15,1 0-3 0,-1 1 0 0,-1 1-2 16,-3-2 2-16,3 2 5 0,1 0-3 0,1 0 4 0,-1 0-10 16,1 0 11-16,-1-1-5 0,2 1 7 0,2 0-11 15,1 0 5-15,-1 0-1 0,-4 0 3 0,1 0-9 16,-1 1 6-16,-1 1-3 0,-1 0 5 0,-1-1 7 0,-2-1-9 15,-2 0-1-15,-2 2-3 0,-4-2-3 0,4 1 9 16,-5-1 1-16,0 0 1 0,1 2-13 0,-1 0 9 16,1 1-1-16,2 3 4 0,-3-5 3 0,-1 3-7 15,1 3 0-15,3 0-1 0,-1 1 5 0,-3-1-5 16,1 2 3-16,-1 2-2 0,-1-4 8 0,2 4-7 16,1-1 4-16,-1 2-5 0,1-1 7 0,-3-1-5 15,0 1 0-15,-1-4-1 0,-1 2-6 0,2 6 10 16,-2-4-6-16,1 3 8 0,-1-1-3 0,2 4 0 15,0-2 1-15,-2 5-3 0,-1-4-6 0,3 1 5 0,0 3-1 16,1-5 2-16,-1 3 1 0,2-3 10 0,-3 2-5 16,-1-5 6-16,4 1-12 0,-2 2-3 0,-1-2-1 15,3 3 0-15,-3-1 4 0,1 2-1 0,0-3 4 16,-2 1-3-16,3 0 3 0,-1 0-5 0,2 3 2 0,-1-1-2 16,1 3 1-16,-3-2 3 0,3 3-2 0,0-3 3 15,-1 4 0-15,1 0-2 0,-1 2-4 0,3 4 1 16,-1-2 1-16,-1 2 3 0,1-1 0 0,-1 1-1 15,-1 1-7-15,1 3 5 0,-1-3 1 0,-1 3 1 16,0-1-3-16,1 1 7 0,-1-1-6 0,-2-1 7 16,0-4-11-16,0-2 5 0,14-2-4 0,-4-2 3 0,-3 2-6 15,-4 0 8-15,1-1 2 0,0 1 2 0,-3 2-2 16,1 0-4-16,2 0 1 0,-1 0-1 0,-1-4-3 0,1 0 3 16,1 2-1-16,0 0 2 0,-3 2-4 0,1 0 3 15,0 2-1-15,-1 0 2 0,1 0 6 0,0 0-3 16,-2 0-1-16,0-2-1 0,-1 2-1 0,1 1-1 15,0 1 0-15,0 2 0 0,0-6 0 0,0 0 0 16,-2-2 1-16,2 4-1 0,-2-2-1 0,0-2 1 16,0 2 1-16,0 0 0 0,0 0-2 0,-2 0 1 15,0 0 5-15,0 1-1 0,0 1 4 0,0 0-8 16,0-2 1-16,1 0-1 0,-1 0 4 0,0-2-3 16,0 2-5-16,0 2 3 0,0 0 3 0,0 2-3 0,2-4 3 15,-1 2-4-15,-1 1 5 0,2-1-7 0,0 4 7 16,0-1-7-16,0-1 6 0,0 0 1 0,2 1-3 15,-2-3 2-15,0 0-4 0,0 0 4 0,0-2-4 16,1 2 4-16,-1-2-2 0,0 0 0 0,0 1 5 0,0-1-4 16,0 2 0-16,0 0 4 0,0 0-9 0,0-2 5 15,0 0-2-15,0 2-7 0,0-2 13 0,0 2-9 16,0 1 11-16,0 1-3 0,0 5-5 0,-1-3 1 16,-1 1-1-16,2 3 1 0,-2-9 1 0,2 9 0 15,0-7-4-15,0 1 3 0,0 2 1 0,0-4 2 16,0 1 1-16,0-1 1 0,0 0-5 0,0-2 2 0,0 0-3 15,-2 2-2-15,2-2 1 0,0 0 0 0,-2 2 7 16,0 0-7-16,2-1 5 0,0-1-5 0,0 0 6 16,0 2 1-16,0-4-5 0,2 4 3 0,-2 2 2 15,0-2-9-15,0 0 8 0,2 3-7 0,-2-1 9 0,0-2-9 16,2 3 1-16,0-3-3 0,0 2 10 0,1 0-5 16,1 3 6-16,0-1-5 0,-1-1 0 0,1 3 3 15,0-3-4-15,-2-3 5 0,0 2-3 0,-1 3-7 16,1-1 6-16,-2 1-4 0,0 1 8 0,0 1-4 15,0 2-4-15,0-2 2 0,-2 0 1 0,1-1 3 16,-1-1 4-16,-2-1-1 0,0-2 1 0,2-4-2 16,-1-2-6-16,-1-2 2 0,0 2-1 0,1-2 1 0,-1 3 5 15,0 1-4-15,0-6-3 0,1 6 6 0,-1-4-5 16,0 2 7-16,1 1 3 0,-1-5-8 0,0 0 2 16,0-1-4-16,1-4 4 0,-1 2 2 0,0-1 3 15,2-3-4-15,1-2-3 0,-1 0-1 0,0-1 3 16,0-1-2-16,2-2 5 0,0 1 7 0,0-3-10 0,-2 3 9 15,2-3-6-15,0 1-2 0,0 0 7 0,0-1-6 16,0 1 3-16,0-1 4 0,0 1-4 0,0-1 3 16,0 1-11-16,0 0 5 0,-2-1 1 0,0 1 1 15,1-1-1-15,-1 1 1 0,0-1-8 0,0 1 6 16,0 1 1-16,0-1-5 0,0 0 4 0,1 1-6 16,-1-1-4-16,-2 1 8 0,2-1 1 0,-2 1 4 0,1 0-1 15,-1 1-8-15,-2-1 0 0,3-1-1 0,-1 1 2 16,-5 1 4-16,-2 1-1 0,-2-2 1 0,-2 1-5 15,0 1 3-15,-2 0-2 0,2-1 3 0,-1 1-3 16,-3-1 5-16,-1-1-5 0,-3 4 3 0,1 0-6 0,-2-1 5 16,-4-1 1-16,2 0 1 0,-4-1-14 0,3-3 10 15,2 4-3-15,-2-3 5 0,-1 1-4 0,-4 3 2 16,1-8 1-16,1 1 2 0,0 1-4 0,2 2 8 16,0-1-7-16,2-3 6 0,0 0-6 0,0 2-1 15,-1 14 3-15,-1-3-3 0,0-4 0 0,4-3 1 16,-4 1 2-16,0-2-1 0,2 1-1 0,-5-1 2 15,-1-1-6-15,-3 1 3 0,-6 1-2 0,0-3-1 0,-5-1 4 16,-1-2-2-16,-1 0 1 0,-2-1 4 16,3 3 1-16,-1 0 1 0,7 0 3 0,-2-1-9 0,3-1 0 15,-1 2-2-15,0 0-5 0,2-1 13 0,-2 1-4 16,-2-2 6-16,1-2-9 0,-5 0-2 0,-1-2 5 16,-6-2-2-16,2 2 2 0,-2 1-1 0,-1-1-1 0,1 2 0 15,0 0-3-15,4 0 2 0,2 0-1 0,1 0 2 16,3 0 4-16,1 0 0 0,-4 2-6 0,-1-1 3 15,0 3-1-15,-4 0-1 0,-2 0 4 0,6-1-3 16,-12 1 2-16,-3 0-2 0,4-3-1 0,-1-1-1 16,8 0-4-16,6 2 8 0,1 0-2 0,3-2 3 15,-1 0-6-15,4 0 4 0,-4 0-1 0,1-2 3 16,-5 0-4-16,-3-1 3 0,-2-5-1 0,0 3 2 0,-2-1-3 16,0 1-1-16,-1-1 1 0,1 2-2 0,4-3 4 15,3 3-2-15,1 1 0 0,1-1 0 0,3 2 2 16,1 2-2-16,-2 0-1 0,0 0 0 0,-5 0 3 0,-4 0-4 15,2 0 1-15,-4-2-3 0,4-2 4 0,0 3 1 16,-2-1 3-16,9-2-3 0,-1-2-3 0,3 3 5 16,2-1-6-16,-4-2 6 0,6 5-7 0,0-3 6 15,-2 2 2-15,0 0 1 0,-4-2-6 0,0 3-1 16,-5-1 1-16,4-2-1 0,-5 2 3 0,-5 0-1 16,4 0 2-16,-4-1-2 0,8-1-4 0,1 0 8 15,3 1-4-15,1-1 7 0,2 0-1 0,0 0-10 16,0 3 5-16,2-1-6 0,0 0 8 0,-2 0-3 0,-4 0 0 15,-3 2-3-15,-6-2 1 0,-4 0 2 0,2 1 2 16,2-1-1-16,2 2-1 0,0-2 0 0,3 2-2 16,1 0 2-16,1-2 0 0,5 0 3 0,-1 2-3 15,0 0 3-15,0 0-7 0,0 0 4 0,-2 0 0 0,1 2 0 16,-5 0-1-16,-3 0 1 0,2 0 1 0,-4 1 1 16,0-1-3-16,2 0 1 0,2 2-2 0,5-2 2 15,0-1 2-15,2 1-2 0,2 0 1 0,2 0-1 16,-2 0 0-16,6 2 6 0,-4-1-7 0,-2-1 5 15,0 0-4-15,-8 0-5 0,1 0 7 0,-1 0-5 16,-1 1 5-16,-4-3-3 0,4 0 3 0,-4 0-2 0,2 0 2 16,3 0 1-16,1 0-3 0,5 0 3 0,0 0 6 15,2 0 2-15,2 0 8 0,2 0-3 0,-4 0 16 16,2-2-6-16,-4 1 1 0,-2-1-2 0,2 0-3 16,-1 2-9-16,-5-2-1 0,6 0-2 0,-3 0 0 0,3 0-13 15,4 2 3-15,1 0-5 0,3 0 8 0,1 0-3 16,3 0-1-16,1 0-3 0,2 0-6 0,4 0-8 15,1 0-6-15,3 2-3 0,5 0-33 0,3 0-322 16,7-2-34-16</inkml:trace>
  <inkml:trace contextRef="#ctx0" brushRef="#br0" timeOffset="-186637.62">23874 11569 41 0,'0'0'5'16,"0"0"6"-16,0 0 18 0,0 0 6 0,0 0 0 15,0 0-5-15,0 0-9 0,0 0-8 0,2 0 6 16,0-2-6-16,0 0-5 0,-1 0 1 0,1 0-3 16,0 0 2-16,0 0 3 0,0 1 4 0,0 1-2 15,0-2 14-15,-1 0 5 0,1 2 8 0,-2 0-4 16,0 0 3-16,2 0-3 0,-2-2-7 0,0 0 3 0,2 0-20 16,-2 2 3-16,0-2-3 0,0 2 4 0,2-1-2 15,0 1-15-15,0 0 9 0,-1 0-8 0,1 0 14 16,0 0-4-16,0-2-3 0,0 2 2 0,0 0 4 0,0 0-10 15,-1 0 12-15,1 0-10 0,-2 0 9 0,2 0 6 16,-2 0-8-16,2 0 8 0,-2 0-13 0,2 0-3 16,0 0 0-16,0 0-1 0,-1 0 5 0,1 0 0 15,0 0-7-15,0 0 5 0,0 0-3 0,0 0-2 16,0 0 5-16,-1 0-5 0,1 0 0 0,0 0-6 16,0 0 5-16,0 2-6 0,0-1 10 0,0 1 6 15,-1 0-9-15,1 0 7 0,0 0-11 0,0-2 6 16,0 0 3-16,2 0 0 0,-1 0 6 0,1 0 16 15,9 0 1-15,4-2 6 0,5-2 4 0,6-3-12 0,9-6 0 16,4-2-5-16,5-5-10 0,10 16-6 0,0-35-8 16,9-8 2-16,1-6-11 0,1-12-8 0,4-8-6 15,-4-7-3-15,-2 2-36 0,2 4-84 0</inkml:trace>
  <inkml:trace contextRef="#ctx0" brushRef="#br0" timeOffset="-185156.65">24067 13045 5 0,'0'0'1'16,"0"0"1"-16,0 0 3 0,0 0 0 0,0 0 2 0,0 0-2 15,2 0-8-15,-2 0 2 0,0 0-4 0,2-2 6 16,0 0 2-16,0 2 3 0,-1 0-1 0,1 0-1 16,0 0 10-16,0 0 0 0,0 0 5 0,0 0 11 0,-2 0-2 15,0 0 3-15,2 0-5 0,-1 0-1 0,1 0 5 16,0 0-5-16,0 0 4 0,0 0-21 0,0 2 8 15,0 0-10-15,-1 0 9 0,1-1-8 0,0 3-7 16,0 0 6-16,-2-2-6 0,4 5 5 0,1 2 7 16,-1-1-6-16,0-3 5 0,1 3-3 0,-1-3 2 15,0 1 7-15,-1-1-5 0,7 1 0 0,3-4 3 16,-2 2-7-16,0-1 6 0,-2-1-7 0,1 6 7 0,3-1 2 16,0 0 0-16,1-1 2 0,7-2 12 0,-1-4-5 15,8-2 6-15,7-6-12 0,1-5-6 0,3-5-1 16,1 12-1-16,3-29-3 0,4-9 3 0,3-8-4 15,2-6 2-15,3-5-12 0,3-2-35 0,3 2-8 0,2 5-14 16,-1 4-60-16</inkml:trace>
  <inkml:trace contextRef="#ctx0" brushRef="#br0" timeOffset="-184497.4">23254 14506 219 0,'0'0'19'0,"0"0"0"0,0 0 1 15,-2 0 1-15,0 0-7 0,0 0-3 0,0 0-2 16,1 0-4-16,-1 0 3 0,0 0-8 0,0 0-8 16,2 0 7-16,0 0-6 0,0 0 14 0,0 2-7 15,0 0 2-15,0-1-2 0,0 1 13 0,0 0 10 16,0 0 0-16,2 0 3 0,0 0-1 0,0 0 20 0,-1-1-6 15,1 1 12-15,0 0-4 0,2-2-7 0,0 0 7 16,12 0-7-16,7-4-1 0,3-5-4 0,5-6-4 16,12 12 1-16,1-31-9 0,16-12-12 0,3-8 0 15,0-7-4-15,8-6-7 0,-1-4-13 0,4-1-7 0,4 3-5 16,2 0-56-16,13 4-165 0</inkml:trace>
  <inkml:trace contextRef="#ctx0" brushRef="#br0" timeOffset="-183637.45">20328 12313 6 0,'0'0'0'16,"0"0"0"-16,0 0 12 0,0 0-5 0,2 0 8 16,-1 0-11-16,1-2 13 0,0 0-3 0,0 1 5 15,0 1-8-15,0-2-4 0,0 2 8 0,-1-2-6 0,1 2 15 16,0 0-5-16,0 0-3 0,0 0 0 0,0 0 5 16,0 0 11-16,-1 2-5 0,1 0 5 0,-2-1-15 0,0 1-10 15,0 21 12-15,0-3-10 0,2 0 13 16,0-3-10-16,0-2 0 0,0-6 2 0,0-1 18 0,-2-6 15 15,0-1 0-15,20 12 5 0,2-3 3 0,6-7-10 16,6-5 4-16,5-11-8 0,5-9-8 0,4 6-28 16,4-29 0-16,2-7-8 0,4-4-14 0,7-16-16 15,7-4-7-15,17-13-6 0,10-4-68 0</inkml:trace>
</inkml:ink>
</file>

<file path=ppt/ink/ink127.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23:29.670"/>
    </inkml:context>
    <inkml:brush xml:id="br0">
      <inkml:brushProperty name="width" value="0.05292" units="cm"/>
      <inkml:brushProperty name="height" value="0.05292" units="cm"/>
      <inkml:brushProperty name="color" value="#FF0000"/>
    </inkml:brush>
  </inkml:definitions>
  <inkml:trace contextRef="#ctx0" brushRef="#br0">14722 1975 2 0</inkml:trace>
  <inkml:trace contextRef="#ctx0" brushRef="#br0" timeOffset="249.92">14720 1915 22 0,'0'0'-1'0,"0"0"2"0,0 0-2 15,0-1 11-15,0-1-3 0,0 0 1 0,0 0 1 16,0 0 15-16,0 0-14 0,0 0 2 0,0 1-8 16,0-1-4-16,0 0 9 0,0 0 2 0,0 2 2 15,-1 0-15-15,-1 2 2 0,0 0-1 0,-2 3 4 0,-3 21 7 16,-3 8-6-16,1-3-4 0,2 3 0 0,1 1 1 16,1-5 2-16,-1 3 2 0,0-5-4 0,3-4-2 15,1-7 1-15,-9 0 4 0,3-4-1 0,1 1 15 0,5-4-5 16,0-1 8-16,2-3-4 0,0-3 19 0,0 1-5 15,0-2-2-15,2 2-2 0,2-1-4 0,3 3-7 16,12 5-2-16,-1-4-1 0,3-3-1 0,1-2-2 16,2-2 1-16,0 0-1 0,2-2-1 0,4-5 6 15,7-5 0-15,4-4 4 0,2-5 10 0,9 16 11 16,-2-30-6-16,4-6 5 0,1-4-18 0,-3-3-18 16,-2-6 7-16,-5 4-10 0,1 3 0 0,-3 5 0 15,0 6 0-15,1 3-3 0,1 3-20 0,1 6-60 16,1 4-62-16</inkml:trace>
  <inkml:trace contextRef="#ctx0" brushRef="#br0" timeOffset="2695.51">14865 3111 1 0,'-2'0'0'16,"0"0"1"-16,-1-2 23 0,1 2-7 0,-13-5 4 0,0-1-5 15,0 2-5-15,2 1-1 0,-3-1-7 0,1 0 3 16,0 2-17-16,-2 1 18 0,1-1-4 0,-1 0 8 16,0 0-19-16,2 2 18 0,-3 0-10 0,1 0 12 15,-3 0-11-15,-3-2-2 0,-1 2 4 0,-4-2-3 16,-1 0-3-16,-1 2 12 0,-4 0-11 0,8 0 10 15,0 0 0-15,4 0-11 0,0 2 10 0,0 2-10 16,1 0 13-16,3 1-14 0,-1 1 9 0,0-1-10 0,1 1 12 16,1 0-5-16,2 1-8 0,1 0 4 0,1 1-6 15,-2 1 11-15,0 0-3 0,0 1 4 0,-2 1-12 16,2-2 13-16,1 2-8 0,1-1 8 0,0-7-11 0,0 12 1 16,0-2 8-16,0 2-4 0,0 0 11 0,3 2-13 15,1-1 1-15,3 1-5 0,-1 0 1 0,1 1 14 16,3 1-4-16,-1-2 6 0,-2 3-15 0,3 0-1 15,-1 1 6-15,2-1-5 0,0 1-1 0,-14 5 5 16,4-4-8-16,5 2 9 0,1 0 4 0,3 4-5 16,1 4-1-16,2 1-4 0,0 4-6 0,2 2 5 15,0-2 2-15,-1 4 0 0,1-6 2 0,0-1 2 16,0-1 3-16,0-7 0 0,0 4 7 0,0-6-11 0,1 0-3 16,1-1-2-16,0-1-6 0,-1-2 7 0,3-1 1 15,0-1 3-15,-1-3 5 0,3 0-4 0,-1-2-5 16,2 0 1-16,1-2-3 0,-5-2 10 0,14 1 4 15,1 3 2-15,1-4-4 0,-1 2 1 0,0-2-1 16,8 1 1-16,-2-1-4 0,4-2 0 0,7 5 1 0,-5-3 1 16,3-2 9-16,2 1-9 0,-5-3 3 0,7 1-3 15,0-2 13-15,1-3-13 0,-1 3 5 0,-7 2-8 16,1-3 8-16,-3 1-3 0,2 15-5 0,3-6 1 16,0-8 0-16,1-3-9 0,1-4 14 0,0-3-13 15,4-5 9-15,-2-1 5 0,3-4-6 0,3-1 6 16,-2-1-7-16,5-2 12 0,-4 1-7 0,-5-1 9 0,-1 1-14 15,-1-1 5-15,-2 1-2 0,-3 1 5 0,-3 0-8 16,-3 1 4-16,0-1-2 0,-2 2 2 0,-1 0-12 16,-7 13 14-16,1-14-11 0,0-1 12 0,-2-2-7 0,1-1-5 15,1-2 7-15,0-4-6 0,-1-4 8 0,-4-7-4 16,-1-2 6-16,-4-2-6 0,1-6 1 0,-5 1 13 16,1-4-10-16,22-2 12 0,-15 0-3 0,-11 4 5 15,-2-1 4-15,-5 5 0 0,-6-1 22 0,-4 4-6 16,-3 1 0-16,-3 1-5 0,18 0-14 0,-27-2 3 15,-1 0 1-15,-2-4 0 0,-6 1 1 0,-2 1-29 16,-7 6 2-16,-2 16-12 0,-7 10 5 0,-5-17-48 16,-6 23-30-16</inkml:trace>
  <inkml:trace contextRef="#ctx0" brushRef="#br0" timeOffset="4017.05">14006 4847 5 0,'0'0'1'0,"0"0"0"0,0 0 11 16,-2-2-4-16,0 0 6 0,0 1 1 0,0-1 8 16,0 0 6-16,-1-2-1 0,-1 0 0 0,0-1-14 15,-3-4 0-15,-3-4-5 0,3 0-14 0,3 5 7 16,-3-5-2-16,1 4 4 0,1 2 6 0,1 1-8 0,-3-3 7 15,-3 3-7-15,-1 2 1 0,-2 1 3 0,0-7-8 16,-2 3 6-16,-3 0-5 0,-5 1 1 0,1 4 1 16,-9 2 1-16,1 2-2 0,-5 5 5 0,-3 3-2 15,-1 3 2-15,6-2-13 0,0 2 8 0,3-2-2 0,0 2 4 16,-1 0-5-16,5-2 6 0,-2 0-5 0,6 0 5 16,1-1-7-16,1 1 4 0,1 0 4 0,2-2-2 15,3 0-11-15,-1 1 14 0,2-8-13 0,0 12 13 16,2 3-14-16,-1 2 10 0,-1 3 0 0,4 0 4 15,-4 2-5-15,2 2-5 0,0 2 6 0,2 4-4 16,-3-1 9-16,3 5-6 0,2 3 0 0,1 0-3 16,1 7-3-16,-1-1 0 0,2 3 1 0,2-2-1 15,1-1 6-15,-24-1 0 0,14-8 0 0,4-1 0 0,1-2 0 16,4-5-2-16,2 2 2 0,0-2-3 0,2 0-6 16,0 0 2-16,2 1 4 0,1-3 1 0,1-2 6 15,3 1-5-15,1-5 0 0,1 2 0 0,0-1 9 0,2-3-13 16,-6 5 2-16,16-5-4 0,1 1 15 0,2-4-2 15,2 1-6-15,5 1 1 0,2-2-12 0,8 5 11 16,3-5-3-16,1 0 3 0,5 2-6 0,-2-10-6 16,-4 2 6-16,4-1-5 0,-7 16 16 0,-6-11-12 15,-1-8 3-15,-7-5-7 0,3-1 16 0,-1-5-8 16,3-5 4-16,-3-2-3 0,3-6 13 0,1 14 0 16,2-23 2-16,4-2-2 0,-4-1 6 0,6 1-1 0,3 2-1 15,1-2 0-15,-1 3-5 0,-3-3-6 16,-4 2-1-16,-4 2-2 0,-5 0-4 0,-6 4 3 0,-5-2 1 15,-8-2 2-15,0 0 8 0,-7-8-7 0,-3-3 6 16,24-11-6-16,-11-10 9 0,-10-11 12 0,-4-5-2 16,-7-4 7-16,-6 4 13 0,-4 5-3 0,-3 6 2 15,16 7-5-15,-35 4-22 0,0 8 12 0,-9 3-13 0,7 2 10 16,-6 0-25-16,-1 4 5 0,4 3-1 0,-3 4 2 16,6 14-23-16,-1 10-8 0,-3-18-10 0,-5 22-3 15,-6 11-84-15</inkml:trace>
  <inkml:trace contextRef="#ctx0" brushRef="#br0" timeOffset="13135.9">14020 5272 25 0,'0'-1'0'0,"0"-1"9"0,0-4 97 16,0-9-34-16,0 4 4 0,0 2-38 0,0 0-13 0,0-1 32 15,0 3-10-15,0 1 13 0,0-1-19 0,-1-1 1 16,1 5 1-16,0 1-1 0,0-2 1 0,0 0-13 16,0 1 6-16,0 1-10 0,0 0 4 0,0 0-6 15,0 2 1-15,0 0-4 0,0 0-2 0,1 2-1 16,1 2-5-16,0 5 4 0,4 15-5 0,-1 8-4 16,1-6 2-16,-1 2-2 0,-1 1 8 0,0-8-6 15,0-1 9-15,-1-1-8 0,1-3 13 0,0-3-6 0,1 2 2 16,1-4-2-16,-2-5 11 0,1 1 5 0,3-3-4 15,14 11 3-15,0-4-21 0,6-4 6 0,0-3-4 16,0-4 4-16,-1-2-11 0,3-3 12 0,4-6-8 16,3-6 8-16,2-2-15 0,5-3 2 0,-5 17 1 0,-3-29-1 15,-1-1-3-15,-7 0-1 0,1 1-1 0,-1 1 2 16,-2 1 1-16,-2 2-2 0,2 1-4 0,0 1 0 16,-1 0-27-16,1 4-26 0,0 0-8 0,1 1-9 15,-1 5-60-15</inkml:trace>
  <inkml:trace contextRef="#ctx0" brushRef="#br0" timeOffset="13868.85">15179 3447 71 0,'0'0'28'0,"0"0"-6"0,-2 0 21 0,0-2 1 16,0 1-5-16,2-1-4 0,-1 0-26 0,-1 0 12 15,2 0-18-15,0 0 7 0,0 0-1 0,0 2-1 16,0 0 4-16,0 0 22 0,0 0-1 0,0 0 10 16,0 0-7-16,0 0 4 0,0 2-8 0,-2 0 0 0,0 2-3 15,2-2-9-15,-6 14 3 0,1 1-7 0,-1 4 6 16,3-1-5-16,1 2-3 0,0-3 6 0,2-3-5 15,0-1 6-15,0-5 5 0,0-3 3 0,2-3 3 16,0-1 17-16,1 1-9 0,10 2 4 0,17-3-5 16,2-6 2-16,5-12-14 0,2-7-2 0,0 5 0 15,3-22 11-15,3-2-13 0,3 0 3 0,10 0-7 0,1 1-12 16,6 4-2-16,8 5 3 0,-7 3-2 0,1 2 1 16,-2 5-32-16,-11 1-4 0,-6-4-12 0,1 2-40 15,-10 1-64-15,0-9-17 0</inkml:trace>
  <inkml:trace contextRef="#ctx0" brushRef="#br0" timeOffset="18217.53">22639 12022 74 0,'0'0'0'0,"0"0"47"0,0-2 20 16,0 0 17-16,0 0 7 0,0 0-38 0,0-2-14 0,0 1-12 15,0-1 2-15,0 2-3 0,0-3 7 0,0 1-13 16,0 2 4-16,0 0-5 0,0 0 13 0,0-1-9 16,0 1-2-16,0-2-4 0,0 0-6 0,0 1-4 15,0 1 6-15,0 0-3 0,0 0 12 0,0 0 6 16,0 2-8-16,0 0 7 0,0 0-6 0,0 2 0 16,0 0 8-16,0 0-7 0,0 1 7 0,0 9-4 15,0 6-6-15,-2-1 4 0,1 0-8 0,-1-1 2 16,0 5 2-16,0-1 0 0,0-1 8 0,0-1-16 15,2-3 6-15,0 0-9 0,0-2 7 0,0 0 3 0,0 0-4 16,0-2 1-16,0-2-11 0,2 3 5 0,0-3 2 16,0-2 0-16,2 1 0 0,-3-3-5 0,3 1-3 15,0-1 1-15,9-1 7 0,0-2-1 0,4 0 8 16,-1 9-5-16,7 0 10 0,6-5-8 0,5-6-3 0,7-4 0 16,-1-7 5-16,5-6-7 0,1-5 6 0,3 18-9 15,3-33-7-15,5-11 9 0,8-4 1 0,11-6 4 16,10-5 1-16,12-4-13 0,4-3 4 0,-3-3-5 15,-7 5 0-15,-6 10 4 0,-1 2-6 0,3 10 6 16,6 1 6-16,7 4-14 0,-3 4-1 0,-7 0-10 16,-13 2-38-16,-9 0-40 0,-10-1-11 0,-5 5-32 15,0 3-264-15</inkml:trace>
</inkml:ink>
</file>

<file path=ppt/ink/ink128.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25:32.35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18690 7617 5 0,'0'0'0'15,"0"0"0"-15,0 2 4 0,0 0 2 0,2 0 2 0,0 0 5 16,0 0-1-16,-1 1-5 0,3 1 5 0,-2-4-5 15,15 6 6-15,1-3-7 0,5 1-1 0,1 0-1 16,5 0 2-16,1-1 10 0,-2 1-9 0,2-2 7 16,-4 0-14-16,2 1 10 0,-1 1-3 0,3-2 4 15,-2 17-9-15,0-8 11 0,0-4-1 0,-8-3 3 0,1 0-9 16,-3-3 1-16,-1 1 0 0,0 0 1 0,-3 0 3 16,1 0-10-16,0-2 5 0,0 0-3 0,0 0 20 15,0 0 5-15,1 0-6 0,3-2 3 0,-1 0-19 16,1 0 10-16,1 0-8 0,-1-1 8 0,-2-1-16 15,1 0 7-15,-1 2 2 0,2 1 0 0,-3-1-10 0,3 0 4 16,-4 0-3-16,1 0 6 0,-1 0 0 0,2 0-13 16,2 1 7-16,-1-1-6 0,-1 2 17 0,0-2-8 15,3 0-4-15,-3 2 0 0,-1-2 6 0,-3 0-8 16,4 0 6-16,0-1-7 0,-2-1 11 0,1 0-8 16,-1 2 7-16,0 1-8 0,4-3-1 0,1 0 12 15,2 0-4-15,-3 1 9 0,1-1-7 0,-1 0 13 16,-1 1-11-16,1-1 11 0,-4 2-17 0,-2-2 5 0,0 2 1 15,-4 1 1-15,0-1-4 0,-1 2-5 0,-1 0 5 16,-3 0-4-16,2 0 0 0,-3 0 6 0,1 0-6 16,0 0 8-16,-2 0 12 0,-1 0-12 0,1 0 3 15,0 0-6-15,0 0-3 0,0 0 3 0,2-2 1 0,-1 0 0 16,1 0-2-16,0-5 5 0,1-3 2 0,1 3 0 16,1-2 3-16,3 1-6 0,-1-1-1 0,2 0-1 15,-2-1-2-15,1 3 0 0,-3 0 1 0,-1 1-1 16,-3-1 2-16,-1 1-5 0,0 2 4 0,0-1-2 15,0 1 7-15,0 0-7 0,-1 1-3 0,1-1 2 16,0 0 3-16,2-1-4 0,0-1 7 0,-3 0-7 16,1 1 2-16,2-3-3 0,-2 3-3 0,0-3 1 0,0 1 6 15,-2 0-3-15,0-3 5 0,0 1-4 0,0 0 9 16,0-1 6-16,0-1-7 0,0 0 6 0,-2 0-14 16,0 0 10-16,0 0-3 0,0-2 4 0,0 2-9 0,0 1-1 15,-1-3-3-15,-1 0 1 0,-2 0-5 0,1 0 5 16,1 2-1-16,-1 0 4 0,1 2 0 0,-2-2-6 15,1-2 1-15,-1 0-3 0,1 0-2 0,-1 0 10 16,0-2-2-16,3 2 4 0,-1-2-9 0,0-2 1 16,2 2-3-16,-1-7 3 0,1 5-5 0,0-1 4 15,0-4 4-15,2 5-2 0,0-4 10 0,0-1-12 16,0 9 1-16,0-7-5 0,0 3 10 0,0 0-6 16,0-1 6-16,0 3-7 0,-2 0 0 0,2 0 7 0,0 2-5 15,-2 2 6-15,1 0-1 0,-1-2-6 0,0 2 4 16,-2-2-5-16,0 0 2 0,1 2 8 0,-1 0-8 15,0 1 7-15,-1-3-1 0,1 2-4 0,0 0 5 16,1 0-5-16,-1-2 5 0,0 2-7 0,0 0 1 16,1-1-1-16,-1-1 9 0,0 2-2 0,1 0 0 0,-1-2-2 15,0 2-5-15,0-2-4 0,1-2 2 0,1 0-2 16,0 0 12-16,0 1-7 0,-2-3 7 0,3-2-5 16,-1 3 9-16,0-3-13 0,2 0 1 0,0-1-4 15,0-4 7-15,0-2-3 0,0 0 6 0,0-4-5 16,0 8 4-16,0-6 4 0,-2-4-9 0,2 6 7 15,0-5-12-15,0 5 9 0,0 6-5 0,0-5 5 16,0 3-8-16,0 0 3 0,0-2 3 0,0 3 0 0,0 3 5 16,0 1-3-16,0 0-4 0,0 1 0 0,0-1-6 15,2-2 10-15,0 3-4 0,-2 1 6 0,2-4-2 16,-2 2-4-16,1 3 10 0,1-3-10 0,0 2 1 0,0-2 2 16,0 2-3-16,0 1 4 0,0-1 5 0,-2 2-5 15,0 2 0-15,1-4-2 0,1 0-2 0,-2 0 6 16,0 0-4-16,0 2 4 0,0 0-11 0,0 0 5 15,0-2 1-15,0-1 2 0,0-5 3 0,0 3-4 16,0-7-2-16,0 9 0 0,0-1 0 0,-2-3 3 16,1 1-2-16,-1-1 3 0,0-3 3 0,0 5-8 15,0 1 5-15,-2-1-6 0,1-1 7 0,-1 2-2 16,0 1-2-16,2 3 1 0,1 1 5 0,-1-1-7 0,0 0 4 16,0-1-6-16,0-1 9 0,0 2-6 0,0 2 4 15,1-2-5-15,-1 1 3 0,2 5-3 0,0-2-2 16,0-1 1-16,0 3 5 0,0 0-3 0,0-1 2 15,0 1-4-15,0-1-7 0,0-1 7 0,0 2 1 0,0-1 3 16,0 1 1-16,0 1-1 0,0 1-6 0,0-3 3 16,0 3-2-16,0-3 2 0,0 3 0 0,0-3 0 15,0 3 0-15,0-1 4 0,0 2 4 0,0 1-1 16,0-3-5-16,0 0-3 0,0 1 1 0,0-3-1 16,0 1 1-16,0 3 0 0,0-1-1 0,0 1 0 15,0-2-3-15,0 5 3 0,0-5 2 0,0 2 0 16,0 2-2-16,0-1 4 0,0-1-8 0,0 0 7 0,0 2-22 15,2 1-1-15,-1-1-6 0,1 0-17 0,0 2-210 16</inkml:trace>
</inkml:ink>
</file>

<file path=ppt/ink/ink129.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25:33.75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19436 7889 195 0,'-1'-2'12'0,"-1"-4"3"0,-8-9 21 0,1 2 8 0,-2-3-2 16,2 3 2-16,1 0-18 0,1 0-3 0,1 1-10 15,3 3 5-15,-1 2-18 0,2 3 7 0,0 0-6 16,0 1 7-16,0-1-7 0,1 0 3 0,-1 0 1 16,2 3 0-16,0-1-5 0,0 0-4 0,0 0 4 0,0 0-3 15,0 0 6-15,0 0-7 0,2 1 6 0,-1-1-4 16,3 2 14-16,2 0-3 0,18 0-4 0,6-2 3 16,5 2 2-16,2 0 6 0,6 0 4 0,3 0 0 15,2-2 7-15,14-4-5 0,-3 1-2 0,2-3-1 16,-1 1-8-16,-8 0 3 0,-2-1 0 0,-2 1 0 15,0-3-11-15,-1 1 8 0,1 0-4 0,6 1 6 16,2 1 6-16,3 3-7 0,-1 1-3 0,-6-1-1 16,2 0 1-16,-4-1-8 0,-2 1 9 0,2 0-10 0,-7 0-1 15,-2 3 8-15,3-1-8 0,-5-2 8 0,4 0-2 16,-2 1 5-16,1-3-2 0,7 0 2 0,-5 1-10 0,3 1 3 16,1 0 3-16,-9 1-1 0,2-1-2 0,-2 2-1 15,-10 0 3-15,7 0-2 0,-7 1-1 0,1-1 3 16,0 2-6-16,-6 0 5 0,0 0 2 0,-2 0-4 15,1 0-1-15,-3 0-1 0,1 0 5 0,-3 0-1 16,1 2 4-16,-4-2-6 0,-1 1-1 0,1 1-1 16,0-2 5-16,2 0-3 0,0 0 10 0,1 0 0 15,1 0-1-15,1 0 0 0,-1-2-4 0,5-1 4 16,2-1 2-16,2-2 2 0,-1-1-1 0,5 0-6 0,-4-1-4 16,-4 1 2-16,4-1 3 0,-8 3-5 0,1-3 3 15,-3 1-3-15,-3 1 7 0,2-1-6 0,-4 1 9 16,4-3-8-16,-1 0 6 0,-3 1 0 0,-2 1 0 15,-3 1 1-15,1 1 2 0,2-10 11 0,0 2-8 0,2-4 8 16,-7 0-9-16,5 1-2 0,-2-3 4 0,-3 3-3 16,5-9 3-16,-2 7-9 0,-1-6-4 0,3 0 1 15,-4 1-1-15,-1-6-1 0,-2 1 1 0,1-2-3 16,-3-3-5-16,2 1 1 0,-2 0 7 0,16 1-2 16,-7 1 5-16,-3 2-7 0,-4-1-1 0,-3 3-1 15,-1 0 6-15,0 1-5 0,0 1-1 0,0 2 0 16,-1 0 1-16,-1-1 0 0,0 1 2 0,2 2-2 0,-2-2 8 15,0 3-6-15,0-1-2 0,-1-1-1 0,-1-1-7 16,0 0 12-16,0 1-4 0,1 1 6 0,-1-3-4 16,0 3-1-16,1-6 1 0,-1 0-2 0,0 0 6 0,-1-7-7 15,1 3 5-15,0-2-6 0,-1-1 0 0,-1 3 6 16,0-5-3-16,1 0 4 0,1-3-7 0,0 5 2 16,1-2-1-16,-1 1 3 0,2 3-3 0,0-3 1 15,0 3 2-15,-1-1-1 0,-1 1-2 0,0 1 0 16,1 0 1-16,-3 2 0 0,0 2 5 0,-1-1-8 15,1 2 2-15,1 1-3 0,-3 0 3 0,-1-2 2 16,0-4 1-16,-2-1 0 0,-2-3-3 0,2 1 7 16,-2-4-10-16,0-2 8 0,1 2-7 0,-1-2-1 0,2 5 6 15,0 1-3-15,2 0 7 0,0 5-6 0,-1-4 3 16,1 4-4-16,0 0-2 0,-1 1 5 0,5 1-2 16,-1 1 4-16,3 3-8 0,-3 2 7 0,0-1-4 15,3 3 7-15,-3-3-11 0,1 3 2 0,1-1 0 0,0 2 2 16,-1 1 0-16,1 1-1 0,0 2 2 0,-1-6-1 15,1 4 0-15,-2-1 0 0,1-1 1 0,1 0 2 16,-2 1-3-16,1-1 3 0,-1-2-8 0,-1 1 8 16,1-1-2-16,3 4-5 0,-1 1 4 0,0 2-3 15,0-4 9-15,1-1-3 0,-1-2 1 0,0 5-3 16,1 1-1-16,-1 1 0 0,2 3 0 0,0 0-1 16,0-2 1-16,0 1-1 0,1 3-1 0,-1 1-1 15,0-3 3-15,0 2-3 0,0-3 5 0,2 7-4 0,0 1 7 16,0 0-6-16,0 0-3 0,0-2-1 0,0 3-1 15,0-1 4-15,-2-2 3 0,1 0 0 0,-1 1 6 0,0 1-10 16,0 0-2-16,0 0-3 0,0 0-1 0,0 0 3 16,2 0 7-16,0 1-2 0,0-1-7 0,0 0 8 15,0 2-8-15,0 0 8 0,0 0-4 0,0 2-19 16,0 0 0-16,0 1-27 0,0 23-216 0</inkml:trace>
</inkml:ink>
</file>

<file path=ppt/ink/ink130.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25:34.50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21306 6282 210 0,'0'0'43'0,"0"0"-4"0,0 0 30 0,-2 0 9 16,0 0-10-16,1 0 23 0,-1-1-15 0,0-1-6 15,0 0-3-15,0 0-24 0,0 0 3 0,0 0-2 16,1 0 1-16,-1-1-2 0,0-1-15 0,0 0 2 15,-2-5-7-15,1-2 4 0,-1-4-14 0,2-4 10 0,2-1-11 16,0-2 9-16,4 1-15 0,3-5 6 0,2 2-7 16,8-4 7-16,-13 1-8 0,24-1 4 0,3-2-4 15,1 0-3-15,1 2 2 0,1-1-1 0,-1 1 3 16,4 0 1-16,-1 2-6 0,1 0-3 0,2 2 1 16,-4 2 3-16,-2 1 1 0,-1 3-1 0,-2 1-1 15,-4 0-5-15,-2 2 5 0,2 4 0 0,-6-2 3 16,2 4-3-16,-5-2 1 0,-2 1-1 0,-2 7 1 15,-2-1-1-15,0-5-2 0,-7 7 4 0,2-2-3 0,3-1-1 16,-2 1 2-16,3-2-7 0,1 1 7 0,2 1 1 16,-4 2-4-16,6 0 3 0,3 2-5 0,-3 0 4 0,6 0-4 15,-3 2 3-15,1 2-4 0,1 0 8 0,3 1-2 16,-1 3 0-16,-2-1-1 0,3 2-1 0,-1 1-9 16,0 1 10-16,-1-2-10 0,1 2 7 0,-4 0 8 15,1 0-7-15,1 2 6 0,-1-11-15 0,0 13 14 16,1 2-8-16,-3-2 11 0,-1-2-4 0,1 2-1 15,0-1 5-15,-2-1-5 0,1-1-4 0,-3-3 7 16,0-2-4-16,0 1 4 0,-3-1-2 0,-1-1-1 16,0-3 4-16,-5 1-3 0,3-2 1 0,4 2 3 0,-5-2 1 15,11 1 0-15,-6-1 3 0,2 7-16 0,2 1 0 16,-8-7-6-16,10 5-14 0,5-1-327 0</inkml:trace>
</inkml:ink>
</file>

<file path=ppt/ink/ink131.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25:35.26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19035 6433 75 0,'-1'0'16'0,"-1"0"25"15,-2 0-15-15,2 0 3 0,-15 2 6 0,8-2-1 16,2 0 24-16,5 0-8 0,-2 0 12 0,0 0-7 15,1 0 33-15,-1 0-25 0,0 0 4 0,2 0-14 0,1 0-20 16,-1 0-7-16,0-2-6 0,0 0 3 0,2 0-8 16,0 0 2-16,2-1-4 0,-2 1 3 0,7-9-8 15,1-1 2-15,3-4 5 0,2-5-4 0,0-1-7 0,0-2 14 16,-2 2-14-16,0-3 14 0,0-1-12 0,0-9-2 16,-3 4 9-16,-3-5-6 0,1 5 10 15,0 1-16-15,1-3 3 0,2 5-6 0,2 0 13 0,1 4-12 16,2 0 9-16,1 1-10 0,-9 3 7 0,18-2-2 15,6 1-5-15,3 1 3 0,6-1 5 0,2 5-2 16,7-1 4-16,2 4-4 0,-3 2 0 0,3 3-4 16,-7 3-3-16,-3 3 0 0,1-20 3 0,-5 11-5 15,-3 7 7-15,-3 4-7 0,-4 4-1 0,0 3 6 16,-2 4-10-16,0 2 10 0,0 2 0 0,-2-9-4 16,-3 18 9-16,-1 0-7 0,1 0 11 0,0-4-9 0,1 3-6 15,-1-1 0-15,-1-2-2 0,1-3 9 0,-3 0 5 16,3-4-1-16,0 2-2 0,-3-2 0 0,-1-2-1 15,2-4 3-15,0 3 7 0,-1-7-7 0,5 5-2 16,-1-1 0-16,1 8 7 0,-1-6-11 0,-1-1 3 0,3-3-7 16,-2-1-3-16,6-2-12 0,6-2-11 0,-2-4-21 15,5-1-239-15</inkml:trace>
</inkml:ink>
</file>

<file path=ppt/ink/ink132.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25:38.06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18568 7857 29 0,'0'0'-3'0,"0"0"23"0,0 0-14 0,0 0 15 16,0 0-13-16,0 0 6 0,1-2 3 0,1 0 0 16,0 0 8-16,0 1-23 0,0-1 7 0,0 0-11 15,0 0 13-15,-1 0-9 0,1 2 5 0,0 0-7 16,0 0 6-16,0 0 5 0,0 0-10 0,0 0 8 15,-1 0-10-15,1 0 5 0,0 0 2 0,0 0 1 0,0 0 2 16,0 0 5-16,0 0-5 0,1 0 4 0,1 0-2 16,0 0-4-16,-1 0 8 0,1 0-7 0,4 0 4 15,1 0 7-15,6 2 5 0,-2 0-1 0,3 2 7 0,5-1 5 16,-1 1-5-16,6 0 8 0,0-2-2 0,4-1-2 16,0 1-4-16,-1 0 0 0,-1-2-17 0,0 0-4 15,4 0 1-15,-3 0-3 0,3 0-3 0,-1 0 3 16,-3 0-7-16,-2 2 6 0,-2 0-9 0,-1 0 10 15,-5 0-5-15,-1-1 6 0,-2 1-5 0,0 0-2 16,0 0 6-16,-2 0-5 0,-2 0 9 0,0 0-9 16,0-1 8-16,-2-1-6 0,2 0 19 0,-1 0-4 15,3 0-2-15,-2 0 0 0,4 0 2 0,-1-1 2 0,3-1 6 16,2-2-4-16,-3 0-7 0,3 1-4 0,0-3-3 16,3 0 3-16,-2 1 0 0,1-1-1 0,-1 1-3 15,-9 1 3-15,6-3-10 0,-2 1 5 0,0 0-6 16,3-1 5-16,-3 3 4 0,-4 1-7 0,-1-1 5 15,-5 2-6-15,-1 0-1 0,3-2 0 0,1 1 5 0,-3 1-2 16,5-2 5-16,-7 2-7 0,3 0 0 0,5-3 0 16,-7 3 8-16,3-2-13 0,1 1 4 0,-3 1-6 15,3-2 11-15,1 0-2 0,-2 1 4 0,-1 1-4 16,-1 0-5-16,-1 0 12 0,0 0-11 0,0 0 11 16,-1 0 1-16,1 1-8 0,0-1 8 0,-2 2-10 15,1-2 6-15,3-2 2 0,-1 0-1 0,-1 1-1 16,0-5-3-16,1-3 9 0,1 2-4 0,1 0 5 0,1-3-10 15,-1-1-5-15,-1-1 5 0,1-1-4 0,1 0 9 16,-5-2 3-16,3-1-7 0,-2 1 4 0,-1-2-12 0,1 3 7 16,0-1-1-16,-2 0 6 0,0 0-4 0,9 3 1 15,-2-1-1-15,-4 2 1 0,1 0-2 0,-2 0-2 16,-1 0 0-16,-1 0 1 0,0 0 3 0,0 2-6 16,-2-2 5-16,0-2-6 0,0 2 6 0,0 0-7 15,0-2 0-15,0 2-2 0,0-2 7 0,0-3 3 16,2-3-5-16,0-1 5 0,0 1-6 0,3-6-2 15,1-3 4-15,1 2-2 0,1-4 1 0,-3 3 2 16,3-1-1-16,-3-2 1 0,3-1 0 0,-3 0-3 16,1 1 7-16,-3 6-4 0,1-4 9 0,-2 4-10 0,0 0-2 15,-2 2 0-15,0 0 0 0,0 0 0 0,0 2 1 16,0-1-1-16,0 3 0 0,0-2 0 0,0 1 1 16,0 1-1-16,0-2 4 0,0 3 1 0,0-1-3 15,0-1 4-15,0 3 0 0,0-7-8 0,0 1 2 0,0 2-3 16,0-6 4-16,0 2 1 0,0 2-2 0,-2-9 0 15,2 3 3-15,-2-2 0 0,0-3 1 0,0 3-2 16,1 3-1-16,-1-5-1 0,0 7 2 0,0-1-1 16,0-2 2-16,0 2-4 0,2 2 2 0,0 0-3 15,0 0-2-15,-2 2 9 0,1 2-8 0,-1-2 10 16,-2-1-7-16,-2 3 3 0,1 0 1 0,-1 1-3 0,-1 1-8 16,-1 1 10-16,-1 1-2 0,-2-4 6 0,0 1-7 15,0 1 2-15,-2-3-2 0,2 1 0 0,-2 0 5 0,-2-4-11 16,2 2 7-16,0-2-8 0,2 2 8 0,3 1 6 15,-1-1-4-15,2 2 3 0,-1-6-8 0,3 4 2 16,-1 0 1-16,0 0 1 0,1 0-7 0,1 1 5 16,0 1-5-16,1 2 5 0,-1-1 0 0,2 3 3 15,0-1-3-15,0 0 1 0,1 1-6 0,-3 1 8 16,2 2 1-16,0 0 2 0,0 2-5 0,-1-1 1 16,1 2-2-16,-2 1 0 0,2 2-5 0,-2 0 3 15,3 1-2-15,-3 1 4 0,0-1-2 0,0 1 5 16,-1 0-3-16,-1-1 5 0,1 1-4 0,-1-1-1 15,1 1 2-15,1-1-2 0,-5 3-3 0,5-1 4 0,-5-1-1 16,-1-1 3-16,3 3-9 0,-1-1 8 0,1 1-6 16,0 1 7-16,-5-2-4 0,3-1 1 0,-2 3 3 15,2-1-2-15,3 1-4 0,-3 0 3 0,1 1 1 0,-1-3 2 16,0 2-5-16,0-1 7 0,-1-1-9 0,1 1 8 16,0-1-4-16,-1 2-5 0,1-5 9 0,-2 4-5 15,2-3 12-15,-2 1-14 0,-1 1 1 0,1-1-4 16,0 1 7-16,-2 1-1 0,2-1 0 0,0 2-1 15,0-7 0-15,-2 0 3 0,0 0 2 0,0 2 1 16,-2-3-5-16,2 7 0 0,0-1 2 0,0-3-1 16,2 0-3-16,-2 3 3 0,-4-3-2 0,2 0 4 0,-1 5-1 15,-5-5-2-15,6 5 1 0,-3 0-1 0,-3-5 1 16,3 5 0-16,-8-5-2 0,3 0 1 0,-1 3-2 16,-2 0 1-16,8 5-4 0,-1-12 3 0,2 3 3 15,-5 1 1-15,-2 2 0 0,-6-1-2 0,-1 4-1 0,3 1-2 16,0 1-1-16,-2 2-1 0,1 0-1 0,1 4 6 15,-2 1 4-15,0 3-1 0,3 1 0 0,-1 0-6 16,0 2 0-16,2-1-2 0,0-1 10 0,4-2-2 16,-4 1-3-16,0-1 0 0,3 1-2 0,-3-1 2 15,0-1 5-15,2-1-2 0,-2 1-3 0,4-1-2 16,3 1 0-16,1-1-1 0,-3 3-3 0,-1-1 6 0,-2 1-4 16,0-1 4-16,3 1-2 0,1 1-2 0,1 0 7 15,-1 2-4-15,-4 0-2 0,0 1 7 0,1-3-10 16,3 0 8-16,3-1-10 0,2-1 7 0,1 0-1 15,-1 1 3-15,2-1 3 0,2-1-6 0,-1 1 2 16,5-3-5-16,-2 1-1 0,1-1 3 0,1 0 0 16,1 0 1-16,1-1 0 0,-1 1 3 0,2-2-6 0,1 0 5 15,-1 3-12-15,2-1 9 0,0 0 1 0,-1 1 0 16,1 3-15-16,0-3 17 0,0 3-8 0,-2-1 10 16,1 1 0-16,-1-3-8 0,2 3 8 0,-2-1-8 15,2 0 5-15,-3 1 1 0,-1-1-3 0,3-1 4 16,-1 1 4-16,0-1-9 0,2-1 7 0,-1 3-8 15,1-3 6-15,0 1 4 0,-2 1-10 0,0 1 7 0,3-1-1 16,-3 3-4-16,0-1 7 0,0 2-7 0,1 2 1 16,-1 0 0-16,0 4-6 0,2-2 5 0,1-1 3 15,-1 3-3-15,0-4 4 0,-2 2-3 0,0 2 5 0,3-4-4 16,-1 0 5-16,0-2-5 0,0 4 0 0,0-6 3 16,0 10-2-16,2-1 4 0,0-3-4 0,2 7 0 15,4 2-5-15,3 4-20 0,8 8-244 0</inkml:trace>
</inkml:ink>
</file>

<file path=ppt/ink/ink133.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25:39.50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22158 4925 80 0,'0'0'1'16,"0"0"5"-16,0 0 11 0,0-2 1 0,0 0 8 16,0 1-3-16,0-1 2 0,0 0-3 0,0 0 3 15,0-2 4-15,0 1-11 0,0-1 6 0,0 2-10 0,0-5 7 16,0 1-5-16,0-1 6 0,0-1-5 0,-1 1 15 16,-1-1-2-16,-2 1-2 0,0 1 0 0,-3-3-1 15,5 3 3-15,-13-3-4 0,2 0 0 0,0-2-10 0,0 0 9 16,-2 1-1-16,-1 1 2 0,-3 0-21 0,-3-2 7 15,3 0-2-15,1-4 5 0,1-2 11 0,-2 2-12 16,-5-5 2-16,2 3-6 0,-2 0-1 0,0 2-3 16,-1 4-3-16,-4-4 1 0,-3 4 8 0,-3 2-14 15,-4 2 3-15,0 3-6 0,-4 2 13 0,-3-22-6 16,-2 9 6-16,-8 6-8 0,-2 5 0 0,-7 4 6 16,0 4-8-16,-2 7 6 0,-1-2-9 0,5 0 6 15,0 4 4-15,1-3 1 0,7 1 12 0,1-2 14 16,2 0-6-16,-2 3 7 0,-6 1-10 0,5 0-14 15,-5 1 9-15,5-1-10 0,5-1 14 0,-2-1 0 0,5-2-4 16,4-2 2-16,4 1-6 0,6-1-9 0,-2 1 0 16,5-1-3-16,-3 2-3 0,5 1 4 0,0-1 1 15,0 2 0-15,0 0-14 0,-3 0-11 0,-1 2-10 16,-3 4 3-16,-4 3-21 0,-2-18-321 0</inkml:trace>
</inkml:ink>
</file>

<file path=ppt/ink/ink134.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24:12.086"/>
    </inkml:context>
    <inkml:brush xml:id="br0">
      <inkml:brushProperty name="width" value="0.05292" units="cm"/>
      <inkml:brushProperty name="height" value="0.05292" units="cm"/>
      <inkml:brushProperty name="color" value="#FF0000"/>
    </inkml:brush>
  </inkml:definitions>
  <inkml:trace contextRef="#ctx0" brushRef="#br0">13246 3234 173 0,'0'0'-8'0,"0"0"3"16,0 0-2-16,0-2 3 0,0 0 8 0,0 0 3 0,0 0-6 15,0 0 6-15,0 1-7 0,0-1 0 0,-2 0 5 16,0 0-4-16,1 0 7 0,-1 0 7 0,-2 0-7 15,-2 1 9-15,-5-1-8 0,-2-2 6 0,2 2 0 16,-2 0-3-16,0 0 4 0,0-1 3 0,0 1-10 16,0 0 5-16,0 0-6 0,-2 0 5 0,0 0 5 15,2 1-4-15,-1-1 5 0,2 0-4 0,1 0 20 16,2 0 0-16,-4 0 8 0,0 0 6 0,2 1-17 0,-6-1 5 16,8 0-10-16,-2 0-2 0,0 0 2 0,5 2-6 15,-1 0 5-15,-1-2-2 0,5 2-3 0,-7-2 5 16,7 2-5-16,-1 0 7 0,2 0-2 0,0 0-6 15,-2 0 3-15,1-1-7 0,-1-1 1 0,2 0 1 16,0 0-3-16,0 0 6 0,1 0-4 0,-1 0 2 0,0 1-5 16,0-1-1-16,0 0 2 0,0 0 6 0,2 0-3 15,0 0 2-15,0 0-9 0,2 1-2 0,0-1 0 16,2 0 1-16,5 0-8 0,13-4 4 0,0 3-4 16,4 1 8-16,-1 0-10 0,-1 0-1 0,0 0-3 15,2 0 0-15,0 1 11 0,2-1-3 0,0 0 6 16,1 0-15-16,5 0 6 0,3-2-1 0,4 3 3 0,3-1-2 15,6 2 2-15,10-2 1 0,1-2-1 0,4 0-4 16,6 1 1-16,-5-1-2 0,7 2 3 0,-4-2-1 0,-1-1 3 16,1-1 0-16,11 1 2 0,5-1-4 15,4 1-5-15,8-1 8 0,-1-1-5 0,-5-1 11 0,0-1-5 16,-5 0-3-16,-3 1 1 0,5 3-3 0,8 3-3 16,-1 0 3-16,5 2 0 0,-1 0 7 0,-10-2-3 15,-4 2-5-15,-7-4 1 0,2 2-5 0,7-1 4 16,6 1 0-16,4 0 2 0,-1-4 14 0,-5 3-15 15,-9-3 0-15,-8-1-4 0,-2 1-1 0,3-1 5 16,1 1 3-16,2 2 0 0,-2 1 1 0,2-1-4 16,-6 0 2-16,-7 1-2 0,-3 1 1 0,-10 2 0 0,-8 0-1 15,-3 0 0-15,-6 0-3 0,-1 0 3 0,-6 0 3 16,-4 0-1-16,-2 0-1 0,-3 0 7 0,-3 0-12 16,-1 0 10-16,-4 0-4 0,-3 0 1 0,3 0 2 15,-7 0-2-15,-3 0 5 0,3 0-16 0,0 0 7 0,-2 0-14 16,0 0-17-16,-2 0-34 0,0 0-4 0,-2 0-12 15,0 0-38-15,-33 9-225 0</inkml:trace>
  <inkml:trace contextRef="#ctx0" brushRef="#br0" timeOffset="623.71">12795 3165 21 0,'0'0'8'0,"0"0"-9"0,2 0 10 15,0 0-6-15,0 0-3 0,1-2 0 0,3 2 3 0,1-2-1 16,3 0 3-16,-3 1 21 0,-3 1-5 0,1-2 12 16,-1 0 12-16,0 0-12 0,-1 0 1 0,1 0-5 15,-2 0 5-15,0 1-12 0,0-1 12 0,-2 2-13 16,0 0 1-16,0 0 10 0,0 0-15 0,-2 0 13 15,0 0-13-15,0 0 11 0,0 0-2 0,-1 0 5 16,-1 2-2-16,0-1 5 0,0 1 1 0,1 0 0 0,-1 0-6 16,2 0 16-16,-2 0-3 0,3 0 7 0,-1-2-15 15,0 1 0-15,2-1-7 0,0 0 5 0,2 0-13 16,0 0-6-16,1 0 2 0,14 2-4 0,11 2 2 0,5-2-7 16,1 0 0-16,1-2-3 0,0 0-3 15,2 0 1-15,2 0 6 0,4-2-1 0,2-2-2 0,3 0 5 16,6 3-11-16,7-3 9 0,4 2-3 0,11 2-4 15,6 0 5-15,3 0-6 0,2 0 1 0,-5-2 0 16,4 0-2-16,3-1 1 0,4 1 4 0,14-2 4 16,6 0-2-16,1 1 0 0,-1-3-12 0,-7 0 10 15,0-1-3-15,1 0 6 0,12 1-7 0,4 2 4 16,1-1-3-16,-5-3 4 0,-8 1 1 0,-1 1 0 16,3 1-3-16,10 1 1 0,-1-2-8 0,-1 1 10 0,-12-1 3 15,-5 1 1-15,-3-1-3 0,5 2-2 0,1 3-2 16,3-3 0-16,-4 2 2 0,-12 0-10 0,-6-3 9 15,-12 1-9-15,-2 2 14 0,2 2-10 0,0 2-11 16,-1 5-2-16,1 4-64 0,-4 1-122 0</inkml:trace>
  <inkml:trace contextRef="#ctx0" brushRef="#br0" timeOffset="6768.87">26737 4730 62 0,'0'0'0'0,"0"-2"5"0,0 1 55 0,0-1-16 16,0 0 8-16,0-2-21 0,0 0-2 0,0 1-3 16,0-1-4-16,0 0 2 0,0 2-6 0,0 1-7 15,0-1 5-15,0 0-6 0,0 0 13 0,0 0-10 16,0 2 0-16,0 0-2 0,0 0 3 0,0 2-7 16,-2 2 8-16,-1 9-8 0,-5 11 2 0,-3 0-1 0,0 0-1 15,-4 4 1-15,-2 2 0 0,1 1-5 0,-5 6-3 16,16 4 1-16,-21 4 0 0,1 1-3 0,3 10 5 15,0 0-3-15,3 1 8 0,1-1 8 0,3-4-8 16,4-4 8-16,3-1 2 0,-3-9 1 0,2-4 8 0,1-6-7 16,1-6-4-16,3-3 6 0,1-5-3 0,-1-2 5 15,2 1-4-15,0-6-9 0,-2-1 1 0,3-3-1 16,1-1 18-16,-4 2 1 0,2 0 2 0,0-1-1 16,0-1 2-16,0 0-19 0,1-2 1 0,1 0-7 15,0-2 6-15,0 0-8 0,0-1 5 0,1-9-8 16,5-17-8-16,1-7 6 0,1-3-3 0,-1-5 4 15,3-4-4-15,-1-8 0 0,0-3 2 0,2-5 0 0,0 3 8 16,2 5-8-16,2 4 2 0,0 6-3 0,2 3 1 16,3 4-4-16,-1 4 2 0,-2 0-2 0,-1-1 4 15,-1 1 2-15,2-2-7 0,-4 4 4 0,-2 1-8 0,0 4 12 16,-2 6-3-16,-3 9 4 0,1-4-3 0,-3 8-10 16,-2 3 11-16,2 1-11 0,-1 1 5 0,1 0-3 15,2 3-3-15,3-1 2 0,0 2 3 0,1 2 7 16,-1 3-3-16,0 3 3 0,0 19-13 0,-3 7 11 15,1-3-7-15,-3-1 7 0,4 4-6 0,-3-7 10 16,3 3-5-16,-1 2 4 0,-1-3-13 0,1 5 8 16,0 1 4-16,-1 4 0 0,3 2-2 0,-1 0 0 15,1 3-3-15,2 3 4 0,0-1-1 0,0 1 2 0,2-8-2 16,-2-2 2-16,2-6-2 0,-1-3-1 0,1-2 2 16,0-5-1-16,-2-5 0 0,0-5 4 0,-2-3 0 15,-1-6 3-15,-1 5 5 0,0-5-9 0,-1 2 0 16,-2-1-3-16,1 1 6 0,-3-4-6 0,0 0 7 15,2 4-7-15,-1-2-5 0,1-1-33 0,-2 1-2 0,0-2-14 16,-2 0-50-16,0 0-166 0</inkml:trace>
  <inkml:trace contextRef="#ctx0" brushRef="#br0" timeOffset="6969.76">26574 5389 780 0,'0'-1'12'0,"0"-1"2"0,2-9-6 15,5-12-4-15,0 10-3 0,-1 6 2 0,7 1-5 16,13 4 4-16,2-16-6 0,2 7-10 0,-4 5-5 16,1 2-6-16,-2 3 4 0,-5-1-5 0,0 2 1 15,-3 0 5-15,-2 0-3 0,2 0-3 0,-1 0-13 16,-1-2-11-16,2 0-2 0,0 0-54 0</inkml:trace>
  <inkml:trace contextRef="#ctx0" brushRef="#br0" timeOffset="7388.35">27287 5248 463 0,'0'-2'28'0,"0"1"30"16,0-1-2-16,0 0-2 0,-2 0-8 0,0-2 2 15,0 2-32-15,2 1-15 0,0-1 4 0,0 0-5 16,0 0-1-16,0 0 8 0,0 2-11 0,0 0 9 16,2 0-5-16,0 2-1 0,0 2 4 0,0 1-3 15,9 16 5-15,2 3-8 0,-2 2 11 0,0 0-9 0,0 4 12 16,-2-3-7-16,1-1-4 0,-1 2 0 0,-2 0-3 16,1-6 5-16,5 6 2 0,-4-4 1 0,2-1-3 15,0-1-2-15,-1-4 1 0,-1-1 0 0,-2-2 5 0,3 0 1 16,-3-4 2-16,1 0 1 0,-1 0 5 0,-1-3 3 15,-5 1-9-15,9-2 7 0,-5-1-10 0,3-2 1 16,-3 1 6-16,1-1-2 0,-1 0 13 0,1-1 2 16,1 1 2-16,-1-2-2 0,3 2-8 0,-1-4-4 15,1 0-6-15,0 0 4 0,-1-2-3 0,1-2-4 16,0 0 6-16,2-3-7 0,-1 0 4 0,3-3-3 16,-2-12 5-16,0 0-3 0,2-2-4 0,0-2 9 15,0-2-11-15,2-6 12 0,-2 5-11 0,-2-9-1 16,0 1 3-16,-2 0-2 0,1-4 4 0,-3 8-1 0,-1 1-6 15,-3 5 2-15,1 4-3 0,-2 5 4 0,0-1 5 16,9 4-1-16,-4 0-2 0,-3 4-21 0,-2 2-20 16,-2 2-6-16,0 3-112 0,0 2-173 0</inkml:trace>
  <inkml:trace contextRef="#ctx0" brushRef="#br0" timeOffset="7763.38">28371 5005 704 0,'0'-2'9'0,"0"0"9"16,-2 0 6-16,0-1 1 0,2-1-24 0,0 0 5 0,0 1-2 16,2-1 5-16,2 2 4 0,9-5-16 0,15-5 3 15,1 5-6-15,3 3 16 0,0 2-12 0,-1 1 8 16,-1-1-9-16,0 2 8 0,-4 0-1 0,-2 0-2 15,-4 0 1-15,2 0-3 0,-5 0-7 0,0 0 2 0,-2 2-7 16,-4-2-17-16,4 1-32 0,-4 1-4 0,0-2-10 16,-5 0-37-16,-3 0-43 0</inkml:trace>
  <inkml:trace contextRef="#ctx0" brushRef="#br0" timeOffset="7955.14">28313 5185 650 0,'0'0'55'0,"0"0"-5"16,0-2 17-16,0 0-7 0,0 1-11 0,0-1-12 16,0 0-19-16,2 0 7 0,0 0-12 0,2 0-1 0,16-1 2 15,12-3-4-15,5 2 4 0,0-1-2 0,2-1-11 16,0 1 7-16,2-1-8 0,0 0 9 0,0 1-11 16,-2-1-6-16,3 1-4 0,3 1-32 0,3-2-29 15,-1 1 3-15,-1-1-17 0,0-1-47 0</inkml:trace>
  <inkml:trace contextRef="#ctx0" brushRef="#br0" timeOffset="8555.9">29476 4259 355 0,'0'-2'52'16,"0"0"18"-16,-2-7-21 0,-2-16-36 0,0 7 5 15,3 3-2-15,1 2-7 0,0 6 1 0,0-1-4 0,0 3-7 16,0-1 3-16,0 2-1 0,0 3 5 0,0-3 18 16,0 0-2-16,0 2 5 0,0-1-3 0,0-1 13 15,0 2-20-15,0 0 4 0,1-2-10 0,1 1-4 16,0 1-8-16,0 0 1 0,2 0-3 0,-1 2 13 15,1 0-4-15,0 2-4 0,0 0 0 0,-1 2-5 0,5 10 2 16,1 12 4-16,-2 0-2 0,-1 4 0 0,-2 0 5 16,1 1-4-16,1 3 4 0,-2-1-11 0,-1 8 6 15,3 0-2-15,-1 3 3 0,1-1-6 0,1-2 4 16,-1 0 3-16,1-8 2 0,-3-1 7 0,2-2-8 16,-1-4 5-16,1 0-5 0,-1-6 8 0,1 2-10 15,-2-5 4-15,-1 0-5 0,1-3 9 0,0-1 0 16,0-1 0-16,-3-5-1 0,1 0-5 0,-2-3 8 0,2 0-5 15,0 0 6-15,0-1 3 0,0 1 2 0,0 0-1 16,1-2 1-16,1-1-2 0,0 1 0 0,-1 0 2 16,1-2-3-16,-2 0-13 0,5-2 5 0,3-1-3 15,1-5 4-15,6-3 2 0,-3 4-5 0,-2-18 3 0,4-2-4 16,-1-5 2-16,4-9 4 0,3-1-4 0,-2-10 4 16,1-6-9-16,3-3 5 0,-4-2-6 0,-1 5 7 15,1 0-7-15,-3 10-4 0,2 4 4 0,-3 3-4 16,1 5 11-16,-2 5-3 0,-2 3 0 0,-2 6-4 15,-3 1-5-15,-1 7 6 0,-1 1-3 0,-3 3 4 16,-1 3 5-16,2 3-15 0,-2 0 7 0,1 1-10 0,1-1 13 16,0 0-1-16,-1 2-3 0,-1 1-1 0,0-1-12 15,0 2-25-15,0 0 3 0,0 0-16 0,-2 2-35 16,0 1-76-16,0 8-11 0</inkml:trace>
  <inkml:trace contextRef="#ctx0" brushRef="#br0" timeOffset="8942.27">30337 4678 290 0,'0'0'105'0,"0"0"-136"0,0 0 122 15,0-2-66-15,-2 1-13 0,1 1-12 0,-1 0 7 16,0 0-8-16,0 1 11 0,-2 1-1 0,-1 2-2 15,-10 9 0-15,-2 4 1 0,-1-2 0 0,3-1-2 16,-2-1 2-16,2 2 7 0,2-2-7 0,0-2 7 0,4 1-7 16,1 0 20-16,3 1 0 0,-1 0 4 0,4-1-4 15,1-1-6-15,-5-4-3 0,0 2-4 0,3-3 2 16,1 1-3-16,0-1-7 0,2 1 2 0,0-3-3 16,2 2 1-16,-2-4 5 0,0-1 2 0,18 12 2 15,3-1 5-15,1-5-6 0,4-1-1 0,0-5-2 0,0-1-4 16,4-1 17-16,-2-3-6 0,0-2 10 15,1-1-9-15,-6-1-2 0,-3 1 2 0,-1-2-2 0,-10 3-4 16,4 4 0-16,0-14-5 0,-6-5 3 0,3 3-4 16,-7-8 14-16,12 2-10 0,-6-6 12 0,-5 0 1 0,-6 0 9 15,-1 1-5-15,-5 3 2 0,1 3-18 0,-3 7-12 16,3 3 0-16,3 7-8 0,-7 1-30 0,-15-12-23 16,-5 6-16-16,-3 5-10 0,3 6-111 0,-1 6-85 15</inkml:trace>
  <inkml:trace contextRef="#ctx0" brushRef="#br0" timeOffset="9342.62">29350 5324 282 0,'-2'-1'30'0,"0"-1"63"15,-2 0-70-15,-16-9-16 0,1 1 12 0,1 3-15 16,1 3 3-16,2 4 0 0,0 0-7 0,2 0 3 0,2 2-6 16,7-2 3-16,1 0 1 0,-1 2 3 0,0 0 17 15,0 0 9-15,3 0 1 0,-1-1 2 0,2 1 7 16,2 0-5-16,1 0-1 0,20 9-4 0,14 4-6 0,5-4 2 15,9 2-5-15,12-4 5 0,7 1 1 0,14-3 10 16,3-1-1-16,4-4 2 0,-4 1 0 0,-3-1-21 16,-6 0 12-16,-4 2-16 0,-2 1 6 0,3-1-3 15,1 0-5-15,-2-1 4 0,-1-1-4 0,-8 2-5 16,-8-2 8-16,-14-2-8 0,-2 0-2 0,-8 0 7 16,-7 0-11-16,-2-2 8 0,-5 0-12 0,-6 0-2 15,-8 2-3-15,-1 0-5 0,0 0-69 0,-1-2-89 16,-1 1 9-16,-2 1-37 0,0 0-34 0</inkml:trace>
  <inkml:trace contextRef="#ctx0" brushRef="#br0" timeOffset="9800.09">29765 5685 543 0,'0'0'76'0,"0"-2"-69"0,0 0 83 0,0 0-38 15,0 0-42-15,2 0-4 0,0 0-4 0,0 2 1 16,0 0-6-16,11 0 3 0,-6 0-3 0,4 4 5 0,-5-2-3 16,-4-2 1-16,5 6 0 0,1 3 2 0,1 8 10 15,-2-1-15-15,-1 5 4 0,-4-3-6 0,-2 5 6 16,0 1 2-16,0 0 0 0,0 2 0 0,0 2-3 16,0 1 1-16,-2 5 1 0,-2 1 2 0,1 4-4 0,1 0 1 15,-2-2 0-15,2-3 3 0,0-5 5 0,2 1-1 16,0 0-3-16,2-8 1 0,0-2-6 0,0-5 21 15,0-4-5-15,1 2 12 0,-1-5 10 0,0-3-14 16,-2-3 9-16,2 2-11 0,-2-2 6 0,4 2 5 16,-1-1-6-16,1 1 4 0,0-2-6 0,0 0 6 15,-1-2 3-15,-1 0-1 0,2 0-12 0,5-6 16 16,2-1-8-16,0-14 9 0,2-12-14 0,-1-1 0 16,2-8 0-16,1-3-1 0,4-1-11 0,1-2 4 0,3 5 1 15,-1 0 3-15,0 4-3 0,0 2-3 0,-1 0-8 16,-1 5 5-16,-1 3-1 0,-6 4-4 0,-2 5-2 15,-6 3-3-15,5 2-5 0,-5 4 2 0,1 2 6 16,-1 3-3-16,-1 1-1 0,-2 1-25 0,-2 2-5 0,0 0-12 16,4-1-77-16,-2-1-86 0,-1 2-6 0,1 0-24 15,0 0-19-15</inkml:trace>
  <inkml:trace contextRef="#ctx0" brushRef="#br0" timeOffset="10122.36">30677 6152 459 0,'0'-1'83'0,"-2"-1"11"0,0-6-20 16,-3-7-26-16,1 6-14 0,-1 2-6 0,3 1-13 16,-17-7 2-16,-1 4-5 0,-4 3 0 0,-14 6 6 15,-1 6-5-15,-1 7 6 0,-3 4-13 0,4 3-8 16,4-16 1-16,3 22-4 0,6 0 2 0,9 0 1 15,2 2 2-15,6-2-1 0,0-2 0 0,3-2 0 16,4-3-1-16,-11-1 2 0,4 1 1 0,5-4 2 16,4 1 0-16,2-1 2 0,4 2 1 0,5 1 2 15,-4-3-3-15,27 0 4 0,5-2 5 0,0 2-2 0,-2-2 1 16,-4 2-3-16,-5-2-6 0,6 0 15 0,-5 0 0 16,-4-2 5-16,-5 0 0 0,-3 0-7 0,-8 0 1 15,-5-3 0-15,-1-1 12 0,-1-3 26 0,0 0 2 16,-2-2 7-16,0-1-5 0,-4 3-34 0,-36 15-2 0,-16-10-11 15,-4-9-13-15,-1-2-20 0,2-3-11 0,3-1-11 16,4 2-124-16</inkml:trace>
  <inkml:trace contextRef="#ctx0" brushRef="#br0" timeOffset="10751.11">24724 3997 3 0,'0'0'3'0,"0"0"1"0,0-2-1 0,-1 0-3 15,-1 0-1-15,0 0-1 0,0 1 1 0,0-1 3 16</inkml:trace>
  <inkml:trace contextRef="#ctx0" brushRef="#br0" timeOffset="11250.17">24639 3949 21 0,'0'0'5'0,"-2"-2"3"0,0 0 22 0,0 0 14 0,-1 0-10 15,-7 0 7-15,-3 0-21 0,-3-1-4 0,-3 1 2 16,4 2-4-16,-3 0-7 0,-3 0 2 0,1 2-9 16,-12 3 7-16,3 1-4 0,-3-1-1 0,2 3 9 0,3-1-8 15,-9 3 0-15,1 1 5 0,-2 0-8 0,5-2 7 16,3 0-5-16,3 1-1 0,0-3 9 0,1 1-7 15,3-1 4-15,2 0 6 0,-1 3-1 0,3-1 4 16,1-2-4-16,2 1-1 0,-2 3-2 0,4-2 1 16,-1-5-2-16,2 13-2 0,-1 1-1 0,2 3 1 15,0 3 0-15,0 4 2 0,0 1-6 0,-2 10 4 16,5 2-5-16,-3 6-6 0,2 3 7 0,0 0-6 0,-4 4 15 16,3-4-15-16,-1-4 5 0,4-3-7 0,1-8 8 15,4-3 1-15,-16-2-2 0,7-4 1 0,3 1-4 0,5-3 2 16,1 2 1-16,2 2 2 0,2 2-4 0,3 2 7 15,4 3 0-15,3-2 5 0,1 3-2 0,1 1 1 16,1 0-3-16,0 0 5 0,2 2 15 0,3 0-5 16,1-4 7-16,-18-1-8 0,25-5-9 0,2-3 7 15,2 0-5-15,5-3 6 0,0-1-9 0,-4-4 0 16,8 3-9-16,0-4 4 0,0-3-9 0,0-1 9 16,-8-3-1-16,6-1 4 0,-4 0 2 0,1-1 10 15,1-5 0-15,-6-1 2 0,1 17-5 0,-4-8 6 16,0-5-5-16,-2-5 4 0,-2-1-10 0,0-1-5 15,0-5 7-15,0 0-5 0,2-3 11 0,0-2-6 0,2-2-2 16,0-2-1-16,0-2-10 0,1-1 8 0,-1 12-8 16,4-22 7-16,1 1-9 0,-1-7 10 0,1 1-4 15,-5-1 4-15,-6-5-1 0,4 2-7 0,-5-2 5 0,1-2-6 16,2 2 10-16,-5 0-5 0,3 0 5 0,-7 0-6 16,-2 2 7-16,-4 0 2 0,-3-2-4 0,1-2 4 15,-5-7-12-15,26-11 18 0,-15-10-6 0,-11-9 10 16,-6-4 0-16,-9 4 18 0,-6 6 1 0,-7 9 3 15,21 9-10-15,-42 9-26 0,-6 8-8 0,-9 9-6 16,-8 4-37-16,-3 9-83 0,-5 8-44 0</inkml:trace>
  <inkml:trace contextRef="#ctx0" brushRef="#br0" timeOffset="12671.77">3890 5514 256 0,'0'-2'-54'0,"0"0"40"0,-2-9 5 0,-3-15 7 16,1 2 50-16,-2 0-6 0,-1-2-9 0,0-4-4 15,-3 4 2-15,1 4-1 0,0 1-9 0,-1 5 6 16,3 4-8-16,-2-1-1 0,5 6-8 0,-13 1-2 0,-7 5-1 16,4-14 5-16,-4 5 2 0,-2 7-8 0,-4 3 4 15,-7 7-10-15,-4 8 5 0,2 4 3 0,-2 1-1 16,6-13 10-16,1 25-6 0,3 3-3 0,5 4-2 15,0-2-5-15,2 4 0 0,3-4 5 0,1 0-5 0,3 1-7 16,0-5 10-16,3 2-9 0,-1 1 10 0,0 3-4 16,4 0-5-16,3 0 9 0,1 5-8 0,1 1 2 15,1 5 3-15,-3 6-6 0,5 3 5 0,-3 2-2 0,4 2 3 16,-26-3-1-16,15-8 0 0,8-6-12 0,5-5 11 16,0-8 0-16,2 1 4 0,1-4-4 0,1-1-3 15,3 1 0-15,3 2 1 0,3-3 6 0,3 3-10 16,3-2 5-16,-13-3-6 0,21 3 24 0,7-2-10 15,-1 2-1-15,6-3-4 0,2-1-5 0,7 0 3 16,2 0 1-16,2 0 2 0,0-3 10 0,-1-7-4 16,-1-3 0-16,-6-5-2 0,1-3 4 0,-4-1 2 15,-4 17-4-15,-6-14 2 0,5-7-4 0,-3-4 2 0,1-3 1 16,-3-6-2-16,-1-2-8 0,1 13 11 0,3-26-2 16,-1 0 5-16,-1-3-10 0,-3-3 12 0,-1 1-5 15,-2-2 6-15,-2 1-9 0,-5-1-1 0,-2-2 3 16,-6 0-2-16,-4-2 8 0,1-2-3 0,-5-5 0 15,23-8-1-15,-13-8 1 0,-11-6 12 0,-5-8-5 0,-9-2 8 16,-4 3 5-16,-7 9-2 0,-3 6 6 0,19 8-7 16,-28 6 3-16,-4 7-6 0,2 3-2 0,1 9-1 15,-3 1-10-15,2 9-17 0,0 4 1 0,-2 9-9 16,2-18-19-16,-8 11-118 0,1 11-56 0</inkml:trace>
  <inkml:trace contextRef="#ctx0" brushRef="#br0" timeOffset="21065.04">6163 9242 32 0,'0'0'12'0,"0"0"13"0,0 0 22 0,0-2-3 15,0 0 3-15,-2 1-18 0,0-1 25 0,0 0-10 0,0 0 14 16,0-2-20-16,1 1-6 0,1-1 0 0,0-2-3 16,0-3 0-16,0 2-3 0,0-3 0 0,0 3-5 15,0-2-15-15,0 1 8 0,0 3 1 0,0-1 0 16,1 0-13-16,1 1 5 0,-2 1 1 0,0 2 2 15,0 0 6-15,0 1 10 0,2-3-6 0,0 0 7 16,0 0-5-16,0 3-11 0,0-1-2 0,-2 0-4 0,0 0-11 16,0 0 5-16,0 0 1 0,0 0 2 0,1 2 6 15,-1 0-3-15,2 0 0 0,0 0-2 0,0 2-3 16,0 0-1-16,0 2-1 0,-2-2 0 0,7 16 2 0,1 1 1 16,-1 3 2-16,0 0 0 0,1 1 1 0,1 3-8 15,0 0 4-15,-1-2-4 0,-1 5 11 0,1-3-4 16,-1 6-1-16,1 0 1 0,-3-3 7 0,3 10-1 15,-3-3 3-15,1-1-4 0,-1 2-4 0,-1-2-1 16,-2-1-3-16,0 1 1 0,0-2-1 0,-1 3 6 16,1-1-2-16,0-2 2 0,0 3 5 0,0-5-12 15,0 3 11-15,0-5-11 0,-1 3 12 0,3-4-10 16,0 1 1-16,0-1-2 0,-1-4 7 0,1 1-4 16,0-5 2-16,-1 0-3 0,1 1 0 0,0-4-5 0,0 1 3 15,-1-5-3-15,-1-4 10 0,2 3-6 0,0-1 2 16,-3-2-3-16,1-3 4 0,0-1 2 0,0-1 0 15,-2-2 0-15,0 1-1 0,2 1 2 0,0 0 2 0,0 0 1 16,-1-3 19-16,1 1-6 0,0 0-1 0,0-2-2 16,0 0-5-16,2-2-6 0,-1-1 2 0,12-22-5 15,2-6-7-15,-2-4 7 0,0-1-7 0,-1 1 6 16,1 0-11-16,2-4 11 0,-2 0-2 0,0 0 5 16,1 0-11-16,3 0 2 0,1 0 0 0,-1 0 1 15,-2 0 7-15,-3-2-8 0,-1 2 2 0,2-6-3 16,-4-3 3-16,1 4 5 0,-3-3-6 0,-2 3 6 0,1 5-3 15,-1 1 3-15,-3 3 8 0,-2 9-4 0,0 0 25 16,-2 4-15-16,0 3 3 0,0 3-9 0,0 1-10 16,1 2 2-16,1 0-6 0,0 4 4 0,0-3-8 15,-2 7 1-15,0-3-1 0,0 5 1 0,0-1 3 0,0 0-19 16,0 1 4-16,2-1-13 0,0 2-3 0,0 0-78 16,-2 0-31-16,0 2-28 0,0 0-204 0</inkml:trace>
  <inkml:trace contextRef="#ctx0" brushRef="#br0" timeOffset="21684.59">7095 10107 455 0,'0'0'4'0,"0"-2"-1"0,0 1 0 0,0-1 4 0,0 0-4 16,0 0 3-16,0 0 0 0,0-2-5 0,0 1 2 16,0-1-8-16,0 2 8 0,-2-7 13 0,2 1 0 15,0 1 53-15,0 0 7 0,0-1 2 0,0 1-2 16,-2-1-13-16,2 1-24 0,0 1 0 0,0 1-7 16,0 1-6-16,0 0-13 0,0 1 0 0,-2-1-3 0,0 0-1 15,1 0-1-15,-1 1-3 0,0 1 2 0,0 0-8 16,0 0 5-16,0 2 0 0,-1 0 3 0,-1 0 4 15,-4 2-10-15,-1 4 5 0,0 1-6 0,-2 0 13 0,3 14-9 16,-1-1-2-16,0 3-1 0,-1 4-4 0,3-1 9 16,0 0-1-16,3 4 4 0,-2-4-13 0,3 0 7 15,-1 4-4-15,0-8 5 0,2 2-13 0,-16 6 7 16,8-8 0-16,3 1 2 0,3 1 8 0,2-6-12 16,2 1 4-16,0-4-6 0,0-2 18 0,2 0 8 15,2-2 0-15,0-2 3 0,-1 0-6 0,1-3-10 16,0 0-4-16,1-1-1 0,10-1 3 0,0-1 0 15,2 1 4-15,-2 7-4 0,1-1-5 0,1-5 9 0,2-1-5 16,1-2 6-16,-1 0-5 0,1-2 5 0,-1-2-4 16,-1-2 4-16,3-2-3 0,-3 1-3 0,-5-1 7 15,2-1-5-15,-8 3 18 0,3-3-11 0,-7 1-1 16,5-9-4-16,3 1-2 0,-9-7 5 0,2 1 0 16,10-3-1-16,-6-1-6 0,-4 0-4 0,-4 2 2 0,-4-8-2 15,0 6 10-15,-5-6-8 0,-4-1 3 0,-2-1-6 16,-2 2-2-16,1 3 5 0,-1 2-2 0,13 3 4 15,-14 2 7-15,-1 5-10 0,1 4 0 0,1 3-3 16,0 3-6-16,2-6 7 0,-1 1-3 0,1 5 3 16,-2 1-10-16,2 4-8 0,2 2 2 0,0 2-7 15,4 1-18-15,1 1-55 0,1 9-40 0,5 5-14 16,-13 0-225-16</inkml:trace>
  <inkml:trace contextRef="#ctx0" brushRef="#br0" timeOffset="22183.83">7984 9734 378 0,'-2'0'27'0,"0"0"39"16,1-2-34-16,-3 0 1 0,0 1-11 0,-5-1 6 15,-2 0-25-15,0 0 10 0,-2 0-7 0,3 2 7 16,-1 0-4-16,2 0 8 0,1 0 10 0,-1 0-2 15,0 0 32-15,1 0-11 0,1 0 4 0,0 0-6 16,1 0 8-16,1 0 5 0,1 0-3 0,0 2 1 0,0-2-26 16,1 0-23-16,-1 0 7 0,2 0-11 0,0 0 10 15,0 0 3-15,2 2-3 0,0-2 3 0,0 0-6 0,2 0 2 16,0 0-3-16,7 0 4 0,15 0 4 0,2 0-8 16,0 0 6-16,6 0-4 0,0-2 19 0,-1 0-10 15,3 0-2-15,-8 0-3 0,5-1-10 0,-1-1-2 16,0 0 2-16,-4 2-3 0,-2 1-1 0,2-1-4 15,-6 2 5-15,2 0-1 0,-5-2 9 0,-2 0-9 16,-2 0-2-16,-2 0-1 0,-2 0 3 0,-1 2-1 16,-6 0-2-16,1 0-4 0,-1 0-12 0,0 0-2 15,2 0-17-15,0-1 1 0,-1-1-87 0,1 0-90 16,-2 0-26-16</inkml:trace>
  <inkml:trace contextRef="#ctx0" brushRef="#br0" timeOffset="22554.75">7717 10035 381 0,'0'0'72'0,"0"0"-10"0,-2 0 36 16,0 0 1-16,0 0-19 0,0 0-33 0,1 0 7 15,-1 0-12-15,0 0 7 0,0 0-28 0,0 0-1 16,0-2-4-16,0 0 1 0,2 0-10 0,0 0 19 16,0 1-2-16,0-1 6 0,0 0-4 0,0 0-6 15,2 0 4-15,0 0-5 0,0 0 3 0,0 1-7 16,0-1-5-16,1 0 0 0,1 2-1 0,13-6-1 15,0 1 0-15,3 1-3 0,4-2-4 0,2 3 13 16,4-1-8-16,3 0 7 0,1 1-16 0,5-1 2 0,5-2 4 16,4 1-3-16,1 1-3 0,3 0-11 0,3-1-15 15,1 1-25-15,5 0-319 0</inkml:trace>
  <inkml:trace contextRef="#ctx0" brushRef="#br0" timeOffset="27551.93">22780 5256 12 0,'0'0'0'0,"0"-2"1"0,2 0 17 0,0 0-4 0,0 0-1 15,0 0-3-15,0 1-3 0,0-1 5 0,-1 0-2 16,1 0 3-16,0 0 10 0,-2 0-3 0,0 0 4 0,0 1-7 15,0-1-3-15,0 0-3 0,0 0 3 0,-2 0-2 16,0 0 8-16,1 0 10 0,-1 1 0 0,0-1 1 16,0 0-20-16,0 0 10 0,0 0-10 0,-1 0 11 15,-1 0-14-15,0 2 6 0,0 0 3 0,1 0 4 16,1 0 21-16,0 0-16 0,0 0 4 0,2 0-8 16,0 0 8-16,2 0-9 0,0 0 4 0,7-1-5 15,17-3-4-15,8-2-9 0,-5 1 5 0,5 1-5 16,-1-2 10-16,-3 3-11 0,-2-1-1 0,-4 2-3 0,-2-2-8 15,-1 3 8-15,-3-1-2 0,-1 0 7 0,-1 2 6 16,-1-2-19-16,0 0 6 0,-2 2-9 0,-2 0 11 16,-1 0-11-16,-1 0-2 0,-2 0-6 0,1 0-18 0,-5 0-226 15</inkml:trace>
  <inkml:trace contextRef="#ctx0" brushRef="#br0" timeOffset="27833.41">23001 5154 167 0,'0'-2'26'0,"0"0"52"16,0 0-40-16,0 0 6 0,0 0-7 0,0 0 1 15,0 1-25-15,0-1 0 0,0 0-2 0,0 0 0 16,0 0 0-16,0 0-8 0,0 0 13 0,0 2-11 16,0 0 13-16,0 0-1 0,0 0-5 0,0 2 4 15,0 0 0-15,0 0 0 0,0 2-8 0,0 3 4 16,2 10-9-16,2 5-5 0,0 0 2 0,-2 3-6 0,1 4 4 16,-1-1-25-16,0 7 4 0,0 6-17 0,-2 2-33 15</inkml:trace>
  <inkml:trace contextRef="#ctx0" brushRef="#br0" timeOffset="28360.02">22712 7367 423 0,'0'0'20'0,"0"0"-1"0,0-2 14 16,0 0 1-16,0 0-3 0,2 0-7 0,-1 0 13 16,3 1-6-16,13-5 10 0,3 1 0 0,12-3 11 0,1 1 0 15,3 1 1-15,6 1-11 0,-1-1-15 0,4-1 0 16,-1-1-5-16,3-1-3 0,1 0-23 0,0 3-6 15,-1 2-7-15,-5 2-30 0,-1 2-232 0</inkml:trace>
  <inkml:trace contextRef="#ctx0" brushRef="#br0" timeOffset="34115.03">9470 9560 10 0,'0'0'0'0,"0"0"8"0,-2 0 82 0,0 0-18 16,0 0 8-16,0 0-30 0,0 0-5 0,0 0-10 15,-1 0 2-15,-1 0-3 0,0 0 1 0,2 0 5 16,-3 0-4-16,-1 0 3 0,1 0-15 0,-1 0 12 15,1 0 1-15,1 0 3 0,0 0-3 0,0 0-11 16,1 0-2-16,-1 0 0 0,0-2 13 0,2 2-19 16,-1-2 6-16,1 2-10 0,-2-2 7 0,0 0-15 15,1 0 5-15,-1 0-9 0,2 1 0 0,0-1-7 0,0 0 2 16,1 2-4-16,-1 0 0 0,0 0 5 0,0 0 0 16,2 0 2-16,0 0 13 0,0 0-4 0,2 0-3 15,0 0 0-15,5 0-7 0,17 0 6 0,4 0 4 16,7-2-1-16,-1-2-6 0,5 1-2 0,2-1-2 15,-2 0 2-15,0 2 0 0,3 0 3 0,-3 2 2 0,-2 0 1 16,-1 0-2-16,-3 0-5 0,-5 0-2 0,0 0 0 16,-2 0 7-16,-6 2-6 0,-1 0 7 0,-4 0-6 15,-2-2 10-15,-2 2-5 0,0 0-4 0,-4-2 0 16,1 0-7-16,-4 0 12 0,1 0-4 0,-1 0 7 16,-2 0-1-16,1 2 5 0,1-2 3 0,0 0-2 15,0 0-3-15,-3 0 3 0,1 0-7 0,0 0 3 0,0 0-26 16,0 0-93-16,0 0-34 0,0 1-24 0,-1 1-137 15</inkml:trace>
  <inkml:trace contextRef="#ctx0" brushRef="#br0" timeOffset="35258.76">11137 9162 212 0,'0'0'30'0,"0"0"-3"0,0 0 39 16,0-2-12-16,0 1 9 0,0-1-16 0,2 0 9 15,0 0 0-15,-1 0 0 0,1-2-21 0,0 1-3 16,-2 1 1-16,8-7-1 0,-3-1 5 0,3-1-6 16,-1 2 0-16,0-2-1 0,-1 0 10 0,1-1-7 15,3 1-1-15,-7 0-3 0,3 0-7 0,0 4-2 0,-3-5 4 16,1 3-4-16,3 0-2 0,-1 0-12 0,-2 1 6 15,-2 1-6-15,-1-1 10 0,-1 1-5 0,0-1-7 16,0 3 4-16,-3-3-7 0,1 5 0 0,-9-1 1 16,-10-11-2-16,-3 4-2 0,4 4 1 0,-4 1 1 15,-1 2 1-15,5 2 2 0,-2 2-3 0,1 0 2 0,-3 0-1 16,2 0 5-16,2 0-7 0,-3 2-1 0,5 2-1 16,-3 0 9-16,3 1-1 0,-3 1 0 0,3-1-2 15,1-1-4-15,2 0 4 0,2 0 0 0,0-1 4 16,2 1-1-16,0 2-10 0,3-3-1 0,3 1-2 15,-3 0 9-15,5-2-4 0,-1 5 4 0,-2 6-4 16,3-2 0-16,1 2 0 0,0 2 1 0,-9 0-1 0,2 0 2 16,3 0 2-16,2-2-4 0,1 0 3 0,1 1 2 15,2-2-3-15,0 1 5 0,2-2-5 0,-2-4-2 16,1 2 2-16,3 1 0 0,0-3 3 0,0-1-1 0,-1-1 2 16,8-3-3-16,4 9 5 0,2-1-4 0,-2-3 4 15,3-1-6-15,-3-3 4 0,2-1-3 0,0-2 3 16,1 0 5-16,3 0-4 0,1-4-5 0,-2 1 5 15,3-5-4-15,-3 1 4 0,2-2-5 0,1-1 3 16,3-1 0-16,-4 2 0 0,0-2-5 0,0 0 2 16,-1 1-1-16,-3-1 1 0,-1 2 0 0,-2 0 0 15,-2 1 2-15,-2 1 0 0,-2 1 9 0,-1 1-7 16,1-3-5-16,-5 6 1 0,3 0-4 0,-3-1 6 16,-2-1 2-16,0 2-1 0,0 2-2 0,-2-2 8 0,3-1-4 15,-1-1 3-15,0 0-18 0,0 2 7 0,0 0 0 16,0 1 3-16,-1-1-2 0,-1 0 2 0,0 2 0 15,0 0 1-15,0 0-3 0,0 2 6 0,-1 0-4 16,-1-1 6-16,0 3-6 0,0 0 0 0,2-2 0 0,-2 9 1 16,0-2-6-16,0 4 3 0,2 0 1 0,0 0 1 15,0 4 0-15,0 1 2 0,2 3-4 0,2 1 4 16,2 2-5-16,-1 6 4 0,3 3-2 0,-3 3 1 16,1 4-5-16,-3-1 5 0,1 2 2 0,2-2 0 15,-3-2-3-15,-3-1 1 0,0-5-3 0,0 3 3 16,0-8 6-16,0 0-7 0,-1-4 1 0,-1-5-1 0,-2 1 9 15,0-3-6-15,1-2 2 0,-3-2-4 0,0-1 2 16,1-3 2-16,-3 0 4 0,-12-1-3 0,-2-2-3 16,-2-2 4-16,1-1-4 0,1 14 3 0,0-4-5 15,-4-3 6-15,-2-4-2 0,6-4 4 0,-1-4 8 0,3 0-1 16,1-1-1-16,5-1 0 0,1 0-6 0,3 1-3 16,3 1 1-16,-1-1-2 0,3 1 2 0,1-2-4 15,0-1 1-15,3 1-3 0,-5-1-4 0,6 5-8 16,0 0 1-16,-4-2-3 0,2 1-18 0,1-1-5 15,-1 2-29-15,0 0 7 0,2 0-103 0,0 1-61 16,0-1-4-16</inkml:trace>
  <inkml:trace contextRef="#ctx0" brushRef="#br0" timeOffset="36056.78">11590 9686 391 0,'0'0'82'16,"0"-2"-2"-16,-2 0-21 0,0 0 4 0,0-1-37 0,1-1 3 16,-1 0-7-16,0 0-4 0,0 1 1 0,0-1 2 15,0 0-9-15,0 2 7 0,1 1-7 0,-1-1 9 16,0-2-4-16,0 2-3 0,0 0 1 0,0 0-5 0,0 1-1 15,1-1 2-15,-1 0-3 0,0 0 7 0,0 2-1 16,2 0 3-16,0 0-3 0,0 2-3 0,0 0 2 16,0 1-2-16,-2 14 2 0,0 5-13 0,0-1 6 15,1 1-2-15,1 0 4 0,-2-1-5 0,2-1-2 16,0 1 3-16,-2-1-1 0,2-3 2 0,0 0 6 16,-2-4-4-16,0 0 4 0,2-2-3 0,0-2 9 15,0 0-2-15,0-3 6 0,0 1-6 0,0-3-1 16,0 0-2-16,0-3 1 0,0 1-6 0,0 2 6 15,0 0-3-15,0-1 6 0,0 1 0 0,0-2 3 0,0 0-7 16,0 0 4-16,0 0-14 0,0-1 4 0,0-1-1 16,0 0 1-16,0-1-4 0,0-1 0 0,-2 0 0 15,0-2 0-15,1-7 7 0,-3-8-5 0,2 1 1 16,2 1-3-16,0-3-2 0,0 3 1 0,0-1-1 0,0-1 1 16,2 2 1-16,0 1-2 0,1-3 1 0,1 2-3 15,2-3-8-15,1-1 11 0,1 3-2 0,1-3 4 16,-2 8-3-16,1 0 0 0,-3 4 0 0,-3 2 1 15,9-1-1-15,0 6-9 0,-1 1 3 0,-1-7-6 16,2 3 12-16,-3 3-1 0,-1 2-6 0,2 0 3 16,-3 2 1-16,-1 1-1 0,-1 5 4 0,2 16-3 15,-5 2 1-15,3-4 2 0,-2-3-1 0,2-1 1 0,-1 1 5 16,1-2-3-16,0-3-1 0,0 1-1 0,-1-4 3 16,-1 1-8-16,2-3 6 0,0 0-7 0,-1-3 6 15,1-1 7-15,0-1-7 0,1-2 8 0,1 0-8 0,-2 0 5 16,-1-1 2-16,3 3 1 0,-4-4 10 0,5 4-12 15,-1-2 2-15,5-2-6 0,0 0 2 0,0-2-4 16,4-4 6-16,-6 1-6 0,1 3-1 0,-1-15 5 16,-4-3-4-16,7 3 5 0,1-2-2 0,0 1-3 15,-6-1 1-15,2 3-1 0,1 1-2 0,-5 4 6 16,1 3-3-16,-3 3 5 0,-1 1 0 0,2 0-8 16,0 0 2-16,-1 1-5 0,1 1 3 0,0 0 5 0,0 0-3 15,-1 0 6-15,1 2-6 0,0 0 0 0,-1 2-1 16,1 0 0-16,0 0 1 0,0 2 0 0,-1-1 3 15,3 5-3-15,1 1-6 0,-1 0 9 0,-1 1-5 16,1-3 6-16,-4 0-8 0,9 1 4 0,0-1 2 16,-2 1 0-16,-3-1-13 0,1-1-44 0,-3 1-13 0,-2 1-15 15,7-1-94-15,-5 0-20 0,2 3-34 0</inkml:trace>
  <inkml:trace contextRef="#ctx0" brushRef="#br0" timeOffset="36632.07">12394 9121 510 0,'0'-1'38'0,"0"-1"-6"0,0-2 1 15,-2-15 12-15,0 5-22 0,0 1 2 0,0 3-10 16,2 3-1-16,0-1-3 0,0 1 7 0,0 3 3 15,0 2 6-15,-1-1-3 0,-1-1 3 0,2 0-1 16,0 1-3-16,0 1 1 0,0 0-12 0,0 0 11 16,0 0 4-16,0 0 2 0,0 0 18 0,0 1-17 15,0 1-4-15,0 0-4 0,0 0-6 0,2 1-8 0,-1 1 6 16,1 0-8-16,0 2 0 0,4 7-8 0,1 6 5 16,1 1-4-16,-1 1 9 0,0 1-9 0,1 3-3 15,-1-1-1-15,3 6 8 0,-3-2 0 0,0 2 2 16,1 1-3-16,-1 1-6 0,3 5 3 0,-3 0 1 15,0 1 1-15,1-3 10 0,-1-1-10 0,1-1 2 0,-1 1-3 16,1-2 8-16,-3-1-8 0,1-1 0 0,-1-6-3 16,1 1 3-16,-1-3 5 0,-1-5-5 0,0 0 5 15,0-2-3-15,-1-4-1 0,-1-1 8 0,0-1-8 16,0-3 1-16,-2-2 4 0,0-1-1 0,4 3 4 16,-3 0 5-16,3 0 7 0,-2-1-4 0,0-1 7 15,0 0 8-15,0 0-8 0,-1-2 4 0,3 0-8 0,-2-2-8 16,2 0-8-16,-1-2 6 0,12-20-7 0,0-5 3 15,-2-7-2-15,-4-3-2 0,1-2 3 0,-1-7 5 16,-2-2-3-16,1 2 0 0,1-2-2 0,0 3-3 0,3 1 4 16,-1 1 2-16,-2 4 0 0,0 4 7 0,1 2 8 15,-3 5-6-15,0 6 4 0,1 4-12 0,-1 1-4 16,-1 6 5-16,-2 2-6 0,-1 2-2 0,-1 3-6 16,0 1 3-16,-2 3-3 0,0 0 6 0,2-2-6 15,0 0 4-15,0 1-5 0,-1 1 2 0,1 0-14 16,0 0 1-16,0 0-6 0,2 0-14 0,-1 2-42 15,1 0-9-15,-2 2-14 0,0 0-53 0,0 2-91 0,3 11-30 16</inkml:trace>
  <inkml:trace contextRef="#ctx0" brushRef="#br0" timeOffset="37176.78">13127 9673 833 0,'0'-2'36'0,"-2"0"75"15,1 0-102-15,-1 0-1 0,0 1-3 0,0-1 2 16,0 0-3-16,2 0-6 0,0 0 6 0,-2 0-5 0,0 2 1 16,1 0 0-16,-1 2-4 0,0 0 4 0,0 2-4 15,-5 12 10-15,-1 3-4 0,3-2 7 0,-1-1 6 0,0-3 10 16,1 2 0-16,-1 0 3 0,3 0 7 0,1-2-8 15,0 0 7-15,0-2-9 0,0 0-1 0,2-1-21 16,0-1 6-16,0-2-9 0,0 1 8 0,0-3 0 16,0 1-5-16,0-4 4 0,0 1 4 0,0-1-7 15,0 2 8-15,2 0-9 0,0-1-1 0,0-1-2 16,0 0-3-16,-1 0 3 0,3-2-9 0,0 0 0 16,0 0 1-16,9-7-1 0,-2-1-6 0,2 3 7 15,0-16-7-15,-2 1 6 0,2-3-12 0,0 3 4 0,0 0 3 16,0-1 1-16,0 3 13 0,-4 1-5 0,2 2 5 15,-3 4-4-15,-1 0 6 0,-3 5-2 0,0-1 0 16,1 3 1-16,-3 0 0 0,2 2-1 0,-1 1-1 16,1-1 1-16,0 0-1 0,0 0 8 0,-1 0-5 15,1 2 6-15,0 0-10 0,-1 0 10 0,1 2-8 0,0 0 9 16,0 0-9-16,-1 1 0 0,1 3 8 0,3 7-4 16,-1 0 11-16,-2-2-8 0,1 0 1 0,-1-1-2 15,0-1 1-15,-1 0-1 0,1 0 1 0,0 1 0 16,0-1-1-16,-1 0 3 0,1 1-5 0,0-3 4 15,-2 0-14-15,-1 1 9 0,1-3 2 0,-2 1 4 16,0 0-7-16,0-3 3 0,0 1-10 0,0-2 5 16,0 0-16-16,-2 1-15 0,1 1 1 0,-1 0-15 0,0-2-90 15,0 0-18-15,0-1-30 0,0-1 11 0,0 0-73 16</inkml:trace>
  <inkml:trace contextRef="#ctx0" brushRef="#br0" timeOffset="37424.28">13140 9530 460 0,'-2'-2'84'0,"1"0"179"0,-1 0-243 0,0-1-12 0,0-1 3 15,0 0-7-15,0 0-1 0,0 3 2 0,1-1-2 16,-1 0 4-16,0 0 11 0,0 0 23 0,0 0 4 15,0 0 8-15,0 1 26 0,1-1-22 0,1 0 8 16,0 0-13-16,1 0 5 0,1 0-13 0,2-1-8 0,11 1 0 16,7-4-18-16,0-5-13 0,-1 7 1 0,-1 1-6 15,-3-3-3-15,0-5 3 0,-2 2-3 0,3 1 0 16,1 3-27-16,-3 1-165 0,5 0-19 0</inkml:trace>
  <inkml:trace contextRef="#ctx0" brushRef="#br0" timeOffset="38612.93">18577 6845 256 0,'0'0'35'16,"0"-2"4"-16,0 0 30 0,0 0 3 0,-2 1-19 0,0-1-17 16,0 0-11-16,2 0-3 0,0 0 1 0,0 0-3 0,0 0 0 15,0 1 1-15,0-1-2 0,0 0-9 0,0 0 8 16,0 0-1-16,0 0 4 0,0 0 11 0,0-1-13 16,0 1 2-16,0 0-7 0,0 0-8 0,2 0-4 15,0 0 0-15,0 1 1 0,0-1-1 0,0 2-4 16,-1 0 3-16,1 2-2 0,0-1 12 0,0 3-13 15,2 4 3-15,5 8-5 0,0 3 13 0,-1-2-9 16,-1 1 4-16,-3-7-5 0,0 2 7 0,1 2 18 16,-3-7-5-16,3 3 11 0,-3-6 6 0,0-1 14 15,0 0 4-15,0-1 5 0,2 1 19 0,3 2-16 0,8 1-3 16,3-1-6-16,8-4-27 0,4-2-6 0,7-8 1 16,4-7-4-16,4-3-9 0,3 16-3 0,0-30-2 15,10-1 1-15,-2-2 2 0,7-4-34 0,0 0-38 16,0 1-21-16,0 1-318 0</inkml:trace>
  <inkml:trace contextRef="#ctx0" brushRef="#br0" timeOffset="40792.87">20588 5584 41 0,'0'0'3'15,"0"0"10"-15,0 0-4 0,0 0 7 0,1 0-16 16,1 0-1-16,0-2 1 0,0 1 0 0,0-1 3 0,0 0-3 16,0 0 1-16,-1 0-2 0,1 0-5 0,0 0 8 15,0 1-1-15,0-1 5 0,0 0-2 0,-2 0 0 16,0-2-4-16,0 1 3 0,0-1-1 0,-2 0-2 16,0 0 4-16,-2 1-4 0,4 1 12 0,-16 0-16 15,4-7 9-15,-1 1-9 0,-7-1 15 0,2 2-8 16,-5-1 6-16,1 3-5 0,0 1 14 0,3 2-10 15,1 0-1-15,1 2-2 0,0 0 1 0,-1 0 0 0,1 0-5 16,-2 0 4-16,3 0-1 0,1 0 9 0,2 0-4 16,-2 0 5-16,2 0-3 0,-2 2-5 0,-2 0-2 15,1 0-3-15,-3 1-3 0,2 1 15 0,1 2-2 16,-1-1 7-16,0 1 1 0,2-2 8 0,2-3-1 16,2 1 1-16,0 0-8 0,4 0-5 0,-1 0 3 0,1 0-4 15,3-2 4-15,-3 3-6 0,-3 1 1 0,3 0-3 16,-4 1-11-16,-2 3 2 0,-2-1 0 0,-2 3 2 15,-1-1 3-15,3-2-3 0,-2 1-2 0,0-1 1 16,1 2 5-16,-7 3-8 0,5-3 6 0,-4 2-6 16,-1 0 2-16,1 0 3 0,-2 0-5 0,3-1 5 15,-1 1 1-15,0 0-3 0,1-2 3 0,-1 2-4 0,2-1 4 16,1-1-1-16,1 0-4 0,1-1 1 0,-2 1-11 16,-1 0 9-16,5-1 4 0,2-3 0 0,0 3 6 15,2-3-4-15,0 1-7 0,-2 1 2 0,2 1-8 0,-1-1 10 16,3 1 3-16,0-5 2 0,-2 10-9 0,3 0 8 15,-1 2-7-15,2 0 8 0,-3 0-3 0,3 2-1 16,-2-1 4-16,-1 1-5 0,3 0-7 0,-1 1 8 16,-1-3-2-16,2-2 7 0,-1 2 1 0,3 0-8 15,-3 0 6-15,5-1-6 0,-3-1 1 0,0 4 6 16,3-2-7-16,-1 0 5 0,0 2-9 0,-1-4 4 16,-1 7 1-16,4-1 1 0,-1 1 7 0,-1-3-6 15,2-2-1-15,-2-1-1 0,3-1-2 0,-1 2 10 16,0 2-10-16,-9-2 10 0,1 0-7 0,3 0-1 0,1-2 7 15,3 0-5-15,-1-2-2 0,2 0 9 0,0 0 2 16,0 0 2-16,1 2 4 0,-1-2 1 0,2-1-7 16,0 1 6-16,0 0-7 0,0 0-7 0,2 2 9 15,1-2-8-15,1 2 11 0,0-2-11 0,1 2 0 0,1 0-2 16,-1 0 0-16,3 2 3 0,-3-2-6 0,3 2 3 16,-1 0 1-16,1 0-4 0,1 1 5 0,-2-1-5 15,3 0-4-15,-1 0 4 0,0 0 3 0,0-2 1 16,3 3-2-16,-1 1 7 0,-8-2-4 0,14 0 6 15,2 0-1-15,-1 0-8 0,3-1 3 0,-1 3-4 16,1 2 3-16,5-4 5 0,-2-1-5 0,4-1 5 16,-1-3-14-16,-2-1 14 0,4 2-10 0,1-3 9 0,-2 5-16 15,3-2 8-15,-1 0 1 0,0 2 3 0,3-8 7 16,1 1-10-16,-1 1 4 0,-1-5-5 0,1 6 5 0,-1-5-6 16,-3-1 3-16,5 2-2 0,-1-2 9 0,1 2-6 15,1 1-1-15,2 3-3 0,0-5-8 0,0 5 10 16,2-3-3-16,0 3 5 0,6 3-6 0,-4-2 3 15,0 0 3-15,1 1-1 0,-5-3 4 0,2 1-3 16,0-1-6-16,-2-1 3 0,1-1-1 0,-5-3 1 16,2 18 3-16,2-7-3 0,2-5-9 0,-1-3 13 15,1-1-6-15,1-2 8 0,3-2-6 0,4 0-6 16,3 2 10-16,0-2-8 0,2 0 7 0,-2 0-3 16,2 0-4-16,-4 0 2 0,-1 0 0 0,-1 0 3 0,-7 0 2 15,0 0 0-15,-2 0-8 0,-2 0 10 0,6 0-8 16,-4-2 7-16,4 2-12 0,0 0 14 0,4-2-6 15,1 2 7-15,0-2-9 0,5-1 1 0,-9-3 1 16,8-1 0-16,1-1-4 0,-1 1 8 0,-2-3-1 0,-5 3 3 16,-1-2-7-16,-3-2 0 0,4-1-3 0,0-2 3 15,0-1-1-15,-1 0-2 0,1 0 8 0,5 2-5 16,0 2 0-16,1 0 6 0,-3 0-8 0,-3-1 6 16,0 1-3-16,1 0 0 0,1-2 5 0,-4 0-5 15,-4 0-5-15,-4 0 4 0,1 0 0 0,-7 0 1 16,1 0 5-16,2-2-7 0,-4 2 4 0,4-2-3 0,-3-1 7 15,1 1-9-15,0 0 3 0,0-2-5 16,-2 2 7-16,2-1 5 0,-2 1-2 0,4-2 5 0,-4 2-3 16,0 0-8-16,1-1 1 0,-1 1-4 0,-1 0 7 0,-11 6-4 15,7 7 2-15,-4-11-2 0,-3-2 13 0,5 0-10 16,-6 0-1-16,2 1-1 0,0-1 5 0,0-2-6 16,-2 2 9-16,-2-2-10 0,2 1 1 0,-2 1 3 15,0 0-4-15,-4-4 4 0,1 3 7 0,-3-3-11 16,1-1 6-16,-2-1-7 0,10 1 10 0,-2-2 3 15,-5 1-4-15,-3 3 2 0,-2-5-12 0,-2-1 5 16,-2 2 2-16,-6-6 2 0,-1 0 0 0,2 4 3 16,-3 0 0-16,1 2 2 0,0 1 2 0,-4-1-8 0,-2-2 3 15,11 3-4-15,-14 1 3 0,-3-2 5 0,6 1-1 16,-5 3 2-16,1-1-6 0,-10-1 4 0,3-1-1 16,0 1 3-16,-4 1-1 0,8-3-8 0,-4 2 4 15,2 3-4-15,-4-4 3 0,4 3 1 0,-2-1-7 16,-4 1 5-16,2-3 3 0,0 3-9 0,-3 1 8 0,1-2-8 15,0 5 3-15,-1-1 0 0,-8-4-2 0,-2 4 2 16,-4-1-4-16,-9-3 3 0,6 6-1 0,-4-2 1 16,-7 0-3-16,1 4 3 0,-1-4-1 0,3 0 2 15,4 4 4-15,4-3-4 0,-2-1 2 0,0 4-4 16,-1-4-4-16,-4 2 9 0,-3-2-5 0,-1-2 8 16,-3 2-8-16,-4 0 3 0,2 1 3 0,5-3-1 0,-2 2-4 15,3 4 4-15,1-4 2 0,-3 0 0 0,3 2 1 16,-5-2-7-16,-3 4 1 0,-5 4-1 0,-6-3 6 15,-4 1 5-15,-6 2-8 0,1 1 8 0,0 1 2 0,-3 3-2 16,-1-32 2-16,-9 23-4 0,-6 11-5 0,-17 9-9 16,-1 10 2-16,-6 7-10 0,-4 9-48 0,-8-12-137 15,-17 49-141-15</inkml:trace>
  <inkml:trace contextRef="#ctx0" brushRef="#br0" timeOffset="43436.17">14204 8904 1 0,'0'0'21'0,"0"-2"13"0,0 0 27 0,-2 1 12 15,0-3-6-15,1-7-14 0,-3-6 1 0,0 0-3 16,2-1 6-16,1 3-4 0,-3-6-2 0,2 5-7 0,0 1 2 16,0-4-30-16,2 4-6 0,0 1 2 0,0-3-3 15,0 4-1-15,0 2 7 0,0 1-1 0,0 1 6 16,0 4 13-16,0 1 13 0,0 0-4 0,0 2 4 16,0-1-29-16,-2-1-5 0,1 2-7 0,-1 0 4 15,0 2-8-15,-2 0-5 0,-3 4 5 0,-8 3-4 16,-2 25 11-16,-1 1-7 0,1 1-3 0,-2-3 0 15,1-1 1-15,3 0 1 0,0-1 7 0,2-1-3 0,0 0 3 16,2 0-5-16,-4 2-2 0,4-1-1 0,0 3-4 16,0 0 5-16,3 3 0 0,3 2 3 0,-1 0 1 15,2 0-4-15,2 2 5 0,-1 0-5 0,-21 6 4 0,11 3 0 16,7-3-1-16,6 3 2 0,2-4 0 0,3-1 5 16,5-2-6-16,1-4 5 0,2-2-8 0,2-3 15 15,1-2-9-15,3-1 9 0,-12 1-18 0,21-2 13 16,4 0-6-16,1-4 9 0,1 2-17 0,-3-4 9 15,3-1-2-15,-6-1 6 0,1-3 0 0,1-1-9 16,-4 1 6-16,-4-2-6 0,-1-2 6 0,-5-7-5 16,5-1-1-16,-6-3-1 0,-1 9-2 0,3-2-17 0,-4-3-14 15,-2-4-3-15,0 0-57 0,-1-2-74 0,-1-2-17 16</inkml:trace>
  <inkml:trace contextRef="#ctx0" brushRef="#br0" timeOffset="43961.4">14546 9264 696 0,'0'0'31'0,"0"-2"2"16,-2 1-12-16,0-1 0 0,0 0-14 0,0 0-4 0,1 0-5 15,-1 0-3-15,0 1 0 0,0-1 6 0,2 0 0 16,0 2-1-16,0 0 0 0,0 0 4 0,0 2-4 16,0 0 2-16,0 1-2 0,0 10 1 0,2 17 7 15,0 1-3-15,1 7 5 0,3-1-4 0,0 5-1 16,-1 1 1-16,1 0-1 0,-1-2 2 0,1-8-4 16,-1 2-1-16,1-3 0 0,0-6 3 0,-1-2 5 15,3 0 3-15,-1-3-1 0,0-3-1 0,-1-1 11 16,0-4-6-16,-3-4 7 0,1 1-9 0,-2-5 7 15,0-1 0-15,-2-2 3 0,0 0 10 0,3 1-3 16,1 1-2-16,0-2-3 0,0 0-13 0,-3-2-6 0,1 0 4 16,0-2-4-16,0 0 1 0,0-2-8 0,3-18 2 15,-3 0-2-15,-2-6 1 0,-2-2 3 0,-1-7-4 16,-3 0 3-16,1-6 4 0,-1 0-1 0,0 1-1 16,3-5 1-16,1 5 2 0,0-3 5 0,0 6-1 0,0 4 0 15,2 1-1-15,0 6-6 0,0 1 2 0,0 6-4 16,0 3 8-16,0 1 2 0,2 2 3 0,0 2-2 15,0 0 7-15,0 2-10 0,1 2 8 0,3-1-10 16,0 3 0-16,-3 1-2 0,12 1-7 0,4 3 4 16,-3 0-1-16,5-13-5 0,-3 6 2 0,-1 3-4 15,2 3-7-15,-1 1 6 0,1 2-3 0,-3 0 2 0,5 4-15 16,-3-1-55-16,3 3-9 0,-3 1-22 0,-5-1-92 16,6 3-84-16,-6-1 31 0</inkml:trace>
  <inkml:trace contextRef="#ctx0" brushRef="#br0" timeOffset="44397.63">15240 9519 707 0,'0'0'43'0,"0"-2"4"0,0 0-13 0,0 0-8 16,0 0-13-16,0 0-5 0,0 1-3 0,0-1-1 15,0 0-1-15,0 0-7 0,0 0 8 0,-2 2-7 16,1 0 6-16,-1 0-12 0,0 2 7 0,-2 2 3 16,0 5 0-16,-9 19 6 0,-5-4 5 0,5 2-6 0,-4-6 6 15,4 3-6-15,2-3 0 0,4 1 7 0,1-5-4 16,2-3 11-16,-7 2-4 0,2-2 0 0,1 2-2 16,3-2-5-16,1-2 13 0,2 2-6 0,2-2 8 15,0 0-10-15,0-1 1 0,2 1 2 0,2-2 1 16,0-1 13-16,1-1 7 0,3-1-7 0,12-1 6 15,0-1-10-15,3 0-16 0,-3 10 10 0,1-4-13 16,3-1 6-16,-4-5-5 0,1-3-2 0,-3-1 0 0,-1 0-1 16,-2-1-3-16,-2-1 1 0,-4-2-2 0,0 0 3 15,-3 1 3-15,-1-1-1 0,1-7 1 0,-2-10-6 0,11 1 9 16,-4-2-1-16,-4-2 2 0,-3 1-5 0,-4-1-3 16,-2-2 5-16,-4-2-3 0,-1 2 2 0,-4-3 10 15,-2 3-9-15,0 1 9 0,-2 3-14 0,11 7-4 16,-14 0 4-16,1 6-4 0,2 2 3 0,0 3-16 15,-1-7 1-15,-3 0-7 0,4 5-4 0,-2 4-30 16,3 2-10-16,6 0-13 0,1 4-114 0,-3 2-113 16</inkml:trace>
  <inkml:trace contextRef="#ctx0" brushRef="#br0" timeOffset="44960.83">15797 9040 445 0,'-2'0'62'0,"1"-2"-2"16,-1 0 7-16,0-2-6 0,0 1-17 0,-2-1-21 16,2 4-18-16,-9-9 9 0,0 1-12 0,0 1 5 0,2 3 0 15,-1 0 1-15,5 2 0 0,-3 1 5 0,3-1 2 16,-1 0 1-16,3 2 3 0,1 0 16 0,0 0-5 16,-2-2 5-16,0 0-7 0,1 0-2 0,1 0-9 15,0 2-4-15,0 0 0 0,0 0-1 0,0 0-4 16,1 0-1-16,-1 0-2 0,0 0-3 0,2 2 9 15,0 0-3-15,0 0 3 0,0 0-8 0,0 0 8 16,0 1 0-16,0 3 2 0,0 9-3 0,0 0-10 0,0 3 5 16,0 1-5-16,0-1 11 0,0 5-5 0,0 1-4 15,0 4 0-15,0 1-3 0,0 5 5 0,-2 3-4 16,2 2 2-16,0 5-7 0,0 1 3 0,0-2 6 16,0 5-4-16,0-3 4 0,0-3-3 0,0 3 0 15,0-8 1-15,2-2 2 0,0-1-4 0,0-3 3 0,-1-3-3 16,3 0 8-16,0-2-5 0,0-4 2 0,-1-1-2 15,1-1 14-15,0-3-9 0,-2-4 6 0,-1-2-7 16,-1-4 2-16,0 1-2 0,0-5 4 0,0 1-3 16,0-2 6-16,0 2-1 0,0-1-5 0,0 1 2 15,0-2-10-15,0 0-18 0,0 0-2 0,0-2-8 16,0 0-17-16,0-2-24 0,0-2 1 0,0-5-9 0,4-13-5 16,2-4-8-16,1 2-21 0,6-4 2 0,2 0-82 15</inkml:trace>
  <inkml:trace contextRef="#ctx0" brushRef="#br0" timeOffset="45303.65">16139 8969 567 0,'0'-2'48'0,"0"0"-5"0,0 1 30 16,-2-1-4-16,0-2-8 0,0 0-46 0,0 1 3 15,1-1-5-15,-1 0 4 0,2 2-14 0,0 0-1 16,0 1-2-16,0-1 0 0,0 0 5 0,0 0 0 0,0 2-1 15,0 0 0-15,0 0 1 0,0 2 1 0,0 0 1 16,0 1-2-16,0 1 0 0,0 15 6 0,2-1-1 16,-1 5 2-16,3 3-7 0,0 0 2 0,0 3-3 0,-1 7 3 15,1 1-1-15,2 7-1 0,-3 1 5 16,1 5-4-16,0 6 6 0,-2-3-3 0,1 7-3 0,-1-6 1 16,0-6-3-16,0 0-8 0,0-7 4 0,0-7-5 15,1-3 8-15,1-1 5 0,0-2-6 0,-1-4 6 16,1-2-2-16,0-1-2 0,0-3-1 0,-1-1-1 15,1 0 5-15,0-3-7 0,-1-1 6 0,1 0-6 16,0-2 13-16,-2-1-9 0,0-1 2 0,-1-2-6 16,1 1-6-16,-2-4 6 0,0-1-11 0,0 1 6 0,2 0-39 15,-2-1-44-15,0 1-18 0,0 0-12 0,0-2-82 16</inkml:trace>
  <inkml:trace contextRef="#ctx0" brushRef="#br0" timeOffset="46022.97">16631 9121 292 0,'0'0'128'0,"0"-1"6"0,-2-1-7 0,0 0-33 16,0-2-25-16,1 0-42 0,-1 1-10 0,0 1 1 15,0 0-5-15,0 0-13 0,0 0-1 0,2 0-3 16,0 1 2-16,0 1 3 0,0 0-1 0,0 0 0 15,0 1-1-15,2 1 4 0,-2 2 2 0,6 24 4 0,-1 5-3 16,-1 4 14-16,-2 10 6 0,-2 1-1 0,-4 6 0 16,0 3-20-16,3-1 9 0,-3 2-11 0,2-10 10 15,-2-3-12-15,2-8 7 0,2-6-1 0,0-3 1 16,0-2 1-16,0-2-9 0,0-3 11 0,2-3-10 16,0-3 2-16,0-4 13 0,0-1-12 0,0-3 13 15,-2-3-1-15,0-2 1 0,0-1 1 0,2 3-1 16,-1 0 0-16,1-2-9 0,0 0 8 0,0-2-10 15,0 0-3-15,0-2-3 0,-2-2-2 0,2-16 1 0,-2-8 6 16,-2-4-5-16,-2-1 5 0,-2-10-5 0,-1-2 3 16,0-5-2-16,-1-2-2 0,1-3 1 0,1-3 0 0,2 6-2 15,1-2 4-15,-1 8-2 0,2 5 9 0,2 6-9 16,0 3 0-16,2 6-3 0,0 4-1 0,0 3 4 16,1 3 0-16,1 1 3 0,2 2 3 0,-1 0-4 15,1 3-6-15,-2 1 1 0,16 2-6 0,6-1 10 16,2 3 2-16,-4 1 1 0,2 2 3 0,-2-15-5 15,-4 8-1-15,5 2-1 0,-3 3 2 0,-4 2 7 16,3 2 1-16,-6 2-1 0,0 2-10 0,-4-1 6 16,0 3-3-16,-4-2 6 0,3 1-2 0,-7 14-11 15,1-1 5-15,-2 5-7 0,13-1 13 0,-4 0-3 0,-4 2 1 16,-5 2-2-16,-2 2 1 0,-2-2-1 0,-3-2-2 16,-3 1 0-16,-1-1-1 0,0-4 0 0,-6 8 2 15,2-4-1-15,-2-2 7 0,9-3-5 0,-14-4 4 0,-4 0-6 16,0-2-4-16,3 7 3 0,1-1 0 0,-1-5 1 15,3 5 0-15,-4-10 5 0,-2 1-4 0,9 1 6 16,2-4-12-16,2 1 7 0,5-1 0 0,6-5 4 16,-2 2 0-16,2-3-5 0,-2 3 0 0,0 0 0 15,2-2 5-15,0 0 11 0,0 1-8 0,0 1 8 16,2 0-8-16,0-1 0 0,4 1 5 0,23 11-4 16,1-6 5-16,-4-1-10 0,0-3 3 0,-2-1-5 0,2 2-4 15,-2-1 1-15,0 3-1 0,-1-1 3 0,-3 0 6 16,-1 1-11-16,-3-3-1 0,3 3-5 0,-2-3-1 15,-2 3-11-15,-1-1-5 0,-2-1-7 0,1-1-67 0,-4-1-68 16,2 0-6-16,0 0-21 0,-2-3-29 0</inkml:trace>
  <inkml:trace contextRef="#ctx0" brushRef="#br0" timeOffset="46471.82">17251 9474 320 0,'0'0'82'0,"0"-2"-2"0,0 0 20 0,0 1-2 16,0-3-22-16,0 0-24 0,0 2-25 0,0-3-4 15,0 1-5-15,0 0-8 0,2 1 0 0,0 1 4 0,0 0 0 16,0 0 10-16,-1 0 7 0,1 0-2 0,2 0 3 16,0 1-13-16,-1 1 7 0,-1 0-5 0,0 0 5 15,7 1-9-15,-3 1-8 0,0 2 1 0,1 5-3 16,6 12-5-16,-4-1 6 0,-3 2-2 0,-2-1 4 15,-4 3-9-15,0 2 4 0,0-6-6 0,-2 5 5 16,-2-5-4-16,0 0 0 0,1-1 5 0,-1 0-3 16,-2-1 4-16,1 1-3 0,1-1 0 0,0-1 0 15,1 0-5-15,-1-1 8 0,0-1-4 0,2-4 8 0,0 2 0 16,1-3 5-16,1-3 2 0,0-1 1 0,0-3 14 16,0 1-7-16,0 0 2 0,0 0-4 0,0-1 7 0,0 1-8 15,1 0 7-15,1-2-7 0,2-1 0 0,7 3-12 16,13 2-2-16,6-5-2 0,-4-1 3 0,0-1 6 15,5-5-4-15,-1 1 4 0,0-1-8 0,-2 0 2 16,-6 3 1-16,2-3-2 0,-7 2 0 0,-2 3-5 16,0-1 1-16,-4 0-3 0,-2 0 0 0,-2 2 2 15,1 0 0-15,-4 0 2 0,-1 0-1 0,-1 0-5 16,2 0-2-16,0-2-2 0,-1 0 0 0,1 0-9 16,0 1-4-16,-1-1-7 0,-1 0-57 0,0 0-37 0,0 0-2 15,0 0-12-15,0 0-35 0,0 1-60 0,-1-1-32 16</inkml:trace>
  <inkml:trace contextRef="#ctx0" brushRef="#br0" timeOffset="47013.2">17658 8548 357 0,'-2'-2'80'0,"0"-2"102"0,-11-20-83 0,2 5-49 15,2 5-10-15,3 4-8 0,2 5-6 0,1-1-19 16,3 4 9-16,-4-1-13 0,0-1 8 0,0 0 8 15,1 0-5-15,1 4 6 0,-2-1-3 0,-3-3 26 16,1 0-1-16,2 2 8 0,-1 0-7 0,-1 1-4 16,3-1-4-16,-1 0-1 0,0 0-19 0,0 0-3 15,1 2-1-15,1 0 0 0,0 0 1 0,0 0 1 0,0 2 1 16,0 0-1-16,1 2-3 0,-5 10-2 0,2 7 0 16,4 3-1-16,4-2-4 0,2 2 1 0,5 4 3 15,0-4-1-15,2 1 4 0,2-1-2 0,0-2 0 16,-12 4 3-16,14 2 13 0,2-4 10 0,5 4-7 0,-2-2 4 15,0-4-21-15,2 2-2 0,-1 0-3 0,1 2 1 16,2 2-5-16,-2 4 0 0,0-1 3 0,2 3-2 16,-4 3 5-16,3 2-4 0,-1 4-3 0,-2-3 0 15,-2 5 4-15,-3 3-2 0,2 0 5 0,-5 4-6 16,7-1-9-16,-8 1 8 0,-6-2-2 0,1-4 4 16,16 1 6-16,-11-7-5 0,-6 1-2 0,-5-4 0 0,-4-1-1 15,-3-3 2-15,-5 2-1 0,-3-1 1 0,-1-1 7 16,-5 1-7-16,17-3 5 0,-29 3-7 0,1-1-6 15,-5 0-30-15,-1 5-21 0,-3-3-13 0,2 0-177 16</inkml:trace>
  <inkml:trace contextRef="#ctx0" brushRef="#br0" timeOffset="48488.04">19190 9511 22 0,'0'0'0'0,"0"0"11"15,0 0 9-15,0 0 21 0,0 0 11 0,0 0 4 16,-2 0 3-16,0 0-27 0,0 0 12 0,0 0-14 0,0 0 13 15,0 0-17-15,-1 0-3 0,-1 0-2 0,-3 0-2 16,-6 0 16-16,0 0-3 0,-2 0 8 0,-4 0 4 16,6 0 14-16,-2 2-4 0,4 0 4 0,-2 2-21 15,0-1-5-15,0 1 1 0,2-2-2 0,4 0-11 0,3-2 5 16,0 0-8-16,0 2 7 0,1 0-3 0,-1-1 10 16,2 1 4-16,0 0 0 0,0 0 0 0,2 0-18 15,0 0 9-15,2 0-11 0,2-1 7 0,16 5 2 16,14 0-7-16,-3-5 7 0,5-1-8 0,-3-3 3 15,4-3-4-15,0-1 2 0,-1-1-11 0,1-1-1 16,-2 2 6-16,0 1-6 0,1 2 1 0,-7 2-2 16,1 1-5-16,-2 1 3 0,-10 0-3 0,-1 0 11 15,-4 0-5-15,-7 0 6 0,3 0-14 0,-5 0 7 0,-2 0 1 16,1 0 3-16,1 0-8 0,0 0 3 0,-2 0-8 16,-1 0 5-16,1 0-17 0,-2-2-8 0,0 2-10 15,0 0-1-15,-2 0-47 0,1 0-83 0,-1 0 14 0,-2 0-43 16,0 0-54-16</inkml:trace>
  <inkml:trace contextRef="#ctx0" brushRef="#br0" timeOffset="48704.73">19054 9834 581 0,'0'0'179'15,"-2"-1"-209"-15,0-1 198 0,0 0-102 0,-1 0-61 16,-1 0 6-16,0 0-4 0,1 0 4 0,1 1-9 0,0-1 6 16,0 0-5-16,0 0 6 0,0 2-3 0,2 0 12 15,0 0 7-15,0 0 2 0,2 0 28 0,0 0 2 16,4 0 1-16,25-4-2 0,3 1-10 0,5-3-27 16,5-1 3-16,6-5-11 0,6 1-4 0,9-2-5 15,4 2-12-15,12 0-11 0,5 4-187 0</inkml:trace>
  <inkml:trace contextRef="#ctx0" brushRef="#br0" timeOffset="93835.65">12788 10182 256 0,'0'0'-48'0,"0"0"31"0,0 0 10 16,0 0 4-16,0 0 43 0,0 0-1 0,0 0-17 15,0 0-2-15,0 0 1 0,0 0-7 0,-2 0-1 16,0 0-9-16,0 0 1 0,0 0-24 0,0 0 9 16,0-2 11-16,-1 0 1 0,-1 2 49 0,2 0-13 15,-7-2 5-15,3 0-10 0,1 2 2 0,-1 0 9 0,1 0-10 16,1 0 8-16,-2-2-21 0,3 2-3 16,1 0 7-16,-6-2-8 0,6 2-12 0,-1 0 10 0,-3-1-10 15,2-1 10-15,1 0-15 0,-1 0 6 0,0 2-4 16,1 0 7-16,-1 0 1 0,2 0-4 0,0 0 10 15,0 0-9-15,0 0 6 0,1 0 7 0,-1 0-9 16,0 0 9-16,0 0-7 0,2 0 7 0,0 0-5 0,0 0 6 16,2-2 2-16,0 2-6 0,0 0 9 0,12-4-8 15,14 1 10-15,-4 1-13 0,2 0-3 0,6 0-3 16,-2 2-6-16,3-2 0 0,-3 0 6 0,3 1-5 16,-3-1 0-16,0-2 6 0,-1 2-9 0,-5 0 10 15,2 0-5-15,-1 1-5 0,-1 1 4 0,-2 0-4 16,-2 0 8-16,-3 0-9 0,4 0 9 0,-5 0-7 15,-1 0 14-15,0 0-12 0,-4 0 2 0,-2 0-4 0,-1 0 2 16,-4 0 0-16,-1 0 0 0,1 0 1 0,-2 0-2 16,2 0 12-16,-1 0-5 0,1 0 8 0,0 0-3 0,-2 0-9 15,-1 0-2-15,1 0-2 0,0 0-2 0,0 0-4 16,0 0 4-16,0 0-6 0,0 0 8 0,-1 0-26 16,-1 0-4-16,0-2-12 0,0 0-49 0,0 2-96 15,0 0-10-15</inkml:trace>
  <inkml:trace contextRef="#ctx0" brushRef="#br0" timeOffset="94241.21">12949 10362 263 0,'0'0'19'16,"-2"0"1"-16,0 0-16 0,-1 0 3 0,-1 0-11 16,-5 0 17-16,-2 0-5 0,1 0-1 0,-1 2-3 15,-2-1-7-15,4 1 20 0,-4 0-5 0,0 0 11 16,2 0 1-16,0 0 14 0,1-2 3 0,1 0 3 16,0 0 4-16,1 0 1 0,1 0-2 0,-1 0 0 0,1 0-6 15,1 0-12-15,-1 0 9 0,3 0-10 0,1 0 2 16,1 0-20-16,-2 0 0 0,2 0-4 0,0 0 12 0,-1 2-13 15,-1-1 7-15,2 1-9 0,0 0 15 0,0 0-12 16,2 0 6-16,2 0-3 0,0 0 43 0,2-2-20 16,24 7 8-16,7-1-14 0,4-5-2 0,4-1-4 15,5-1 3-15,-4-7-2 0,5-1 16 0,-5 1-10 16,3-3-2-16,-1 2-5 0,-1 2-18 0,-5 3 1 16,-1 2-3-16,-1 2 0 0,-5 0-3 0,-1 0 3 15,-1 2 5-15,-7 2-4 0,2 1-9 0,-7 1-155 16,-6-1-71-16</inkml:trace>
  <inkml:trace contextRef="#ctx0" brushRef="#br0" timeOffset="99248.17">14136 5038 256 0,'0'0'-30'15,"0"0"24"-15,0 0 5 0,0 0 5 0,0 0 29 16,0-1-3-16,0-1-23 0,0 0 5 0,0 0-9 16,0 0-3-16,0 2 4 0,0 0-3 0,-2-2 6 15,0 2 1-15,0 0-7 0,0-2 6 0,0 2-3 16,0 0 22-16,-1 0-15 0,-1 0 1 0,0 0-5 0,1 0 3 15,-1 0 4-15,0 0-1 0,0 0 4 0,3 0 17 16,-1 0 8-16,0 0 7 0,0 0-4 0,0 0-7 16,2 0-27-16,0 0 6 0,2 0-9 0,2 0 23 0,9 0-5 15,16 0 2-15,3 0-2 0,1 0-2 0,1-1-1 16,-1-1-6-16,-3 0 3 0,-4 0-18 0,4 0 2 16,-6 0-3-16,2 0 4 0,-4 1 8 0,-2 1-9 15,-7 0-4-15,-3 0 0 0,1 0-1 0,-4 0-3 16,1 0 8-16,-6 0-8 0,1 0-3 0,-1 0-4 15,2 0-12-15,0 0 4 0,-3 0-49 0,1 0-31 16,0 0-8-16,-2 0-10 0,0 0-55 0</inkml:trace>
  <inkml:trace contextRef="#ctx0" brushRef="#br0" timeOffset="99521.43">14162 4996 196 0,'0'-2'40'0,"0"0"39"16,0 0-15-16,0 0-15 0,1-1-11 0,1-1 3 15,0 0-14-15,0 0-11 0,0 1 9 0,2-1-9 0,1 0 8 16,3 1-14-16,4-3-1 0,1 0-4 0,-5 5 6 16,-3 1-13-16,3-2 9 0,-1 2-10 0,1 0 21 15,-1 0-10-15,-1 0 1 0,-4 0-4 0,3 3 6 16,-3-3 0-16,2 19-1 0,-2 1 0 0,14 5-8 0,-3 1-4 15,-3 1 2-15,-5 5-1 0,-1 1 3 0,0 6-4 16,-3 2 1-16,-1 4-3 0,0-4 2 0,4 5-87 16,4 2-30-16</inkml:trace>
  <inkml:trace contextRef="#ctx0" brushRef="#br0" timeOffset="100142.86">14061 7361 85 0,'0'0'23'0,"0"0"0"0,0 0 21 0,0 0-16 15,0 0 9-15,0 0-22 0,0 0 1 0,0 0 3 0,0 2-4 16,0 0 6-16,0 0 9 0,-2 0 3 0,1-1 0 16,-1 1 6-16,0 0 8 0,2 0-8 0,0 0 6 15,0 0-15-15,0 0 18 0,0-1 9 0,0 1 2 16,0 0 29-16,0 0-33 0,0 0-2 0,2 0-13 16,0 0-15-16,1-1 0 0,10 3 1 0,15 2-4 15,4-3-12-15,5-1-6 0,-2-2 1 0,-3 0-3 0,-1 0-3 16,-1 0 1-16,-6 0-4 0,6-2 2 0,-4 1-17 15,0-1-10-15,2-2-16 0,-4 0-9 0,0-1-166 16</inkml:trace>
  <inkml:trace contextRef="#ctx0" brushRef="#br0" timeOffset="101031.78">14442 5967 140 0,'0'-2'36'0,"-2"0"34"0,0-2-15 0,2 1-12 16,-4-12-4-16,1 2-2 0,1 2-8 0,0 0-11 15,0-1 6-15,2 3-6 0,0 0 5 0,0 1 2 16,0 1-8-16,0 1 7 0,0 1-10 0,0 1 3 16,0-1-1-16,0 3 2 0,0 0 9 0,0 0-7 15,0 0 4-15,0-2-6 0,0 1-5 0,0-1-1 0,0 2-3 16,0 0 1-16,0 0-10 0,0 1 11 0,0-1-5 15,0 0 7-15,0 0-12 0,0 0 0 0,0 2 2 16,0 0 1-16,0 0 15 0,0 0-15 0,0 2 9 0,0 0-10 16,0 0 13-16,0 1-16 0,0 1 6 0,0 7-6 15,0 4 8-15,0 6-9 0,2-3 1 0,2 4-3 16,-1 3 4-16,1-3 1 0,0 4 2 0,0 2 0 16,1 0 6-16,1 1-9 0,-1-3 1 0,1 2-2 15,-1-4 8-15,3 0-5 0,-1 0 0 0,1-3-3 16,-1 3-5-16,1-5 10 0,-3-1-5 0,1-1 6 15,-1 0 0-15,1-1-12 0,-1 1 15 0,1-4-13 0,0 0 8 16,-3-2 0-16,1 0-2 0,0-1 3 16,-1-1 5-16,-1-4 1 0,0 1-5 0,0 0 4 0,0-1-6 15,2 1 16-15,-3-3-2 0,1 1 5 0,-2-2-7 16,0 0-1-16,4 2-6 0,-2-1 5 0,0 1 18 0,0 0 0 16,-1-2 6-16,1-1-8 0,0 1-5 0,0 0-17 15,0-2 5-15,0 0-8 0,0 0 2 0,-1 0 3 16,1-2-1-16,0 0 1 0,0 1-6 0,0-3-1 15,2-5-1-15,3-14 1 0,-1 3 9 0,-1-4-6 16,1-10 4-16,-1 1-5 0,1-2-9 0,-1-1 8 16,1 5-5-16,1-1 6 0,1-5-5 0,-1 0 2 15,1-2 3-15,-1 6-3 0,-1 1-4 0,1 2 3 16,-1 6-3-16,1-2 5 0,-1 4 1 0,-1 1-4 0,1 3 2 16,-2 3-2-16,-1 2 2 0,1 2-2 0,0 2 0 15,-2 1-1-15,-1 3-1 0,1 1 0 0,0 0 1 16,0 0-1-16,0 1-4 0,0-1 7 0,0 2-2 15,-1 0 3-15,1 0-5 0,0 1-8 0,0 1-6 0,0 0 2 16,0 0-6-16,0 1-45 0,-1 1-1 0,1 6-23 16,2 12-63-16,0 6-77 0</inkml:trace>
  <inkml:trace contextRef="#ctx0" brushRef="#br0" timeOffset="101436.18">14861 6472 417 0,'0'-2'25'0,"0"0"34"0,0 0-35 0,0-1-5 16,-1-1-10-16,1 0 5 0,0 2-13 0,0-3-1 15,0 1 2-15,0 2-2 0,0 0 0 0,0 0 4 16,0 1-1-16,-2-3 2 0,0 0 12 0,0 0 20 15,0 1 8-15,2-1 1 0,0 2 11 0,0 0-7 16,-2 0-12-16,2 1 3 0,0-1-31 0,0 0-3 0,0 0-1 16,0 0-2-16,0 0-8 0,0 2 10 0,0 0-6 15,0 0 10-15,0 0 1 0,0 2-8 0,0 0 4 16,0 0-7-16,2 2-1 0,-2-1 7 0,6 12-6 16,-1 2 6-16,1 0-6 0,-2-3 1 0,-1 3 4 15,-1 0-2-15,0 0 6 0,0-1-12 0,2 3 4 16,-3-4-7-16,1 1 7 0,0-3 1 0,-2 0 1 0,0 0-1 15,0-1 5-15,0-3 2 0,0 0-2 0,0 0 0 16,0-3-12-16,0 0 3 0,0-1 0 0,0-3 1 16,0 2-5-16,0-2 5 0,0-1-9 0,0 3 3 15,0 0-38-15,2-2-76 0,0 0-5 0,0-1-26 16,0 1-37-16</inkml:trace>
  <inkml:trace contextRef="#ctx0" brushRef="#br0" timeOffset="101762.98">15058 6515 67 0,'0'0'54'0,"0"0"-6"0,-2 0 42 15,1-2-4-15,-1 0-6 0,0 0-31 0,0 0-10 16,-2 0 0-16,1 0-4 0,1 1-1 0,0-1 3 16,0 0-6-16,0 0 3 0,0 0-17 0,0 0 1 15,1 0 2-15,-1 1-3 0,0-1-17 0,0 0 2 16,0 0-2-16,2 0 6 0,0 0 4 0,0 2-2 15,0 0 1-15,0 0 0 0,-2 0 13 0,0 2-9 0,2 0-4 16,-1 0-1-16,1 2-5 0,0-3 2 0,-2 12 7 16,0 2-5-16,0 0-5 0,2 2 9 0,0 0-11 15,0-3 10-15,0 3-7 0,0-2 3 0,0 0 0 16,0 0-1-16,2 1-2 0,0-3 2 0,0-1 2 0,-1 1-2 16,1-4-9-16,0-2 9 0,0 1-2 0,-2-5 8 15,2 3-4-15,-2-4-5 0,0 0-1 0,2 1-1 16,0 1-2-16,-1 0-10 0,3-2 1 0,0-1-5 15,-2-1-11-15,7 0-90 0,-7 0-10 0,0 0-31 16,3-1-62-16</inkml:trace>
  <inkml:trace contextRef="#ctx0" brushRef="#br0" timeOffset="102103.91">14923 6372 301 0,'0'-2'11'0,"0"0"22"0,0 0-20 0,0 0-6 16,0-2 5-16,0 1-6 0,-2-1-2 0,0 0-4 16,0 1 0-16,0-1-2 0,0 0-7 0,1 2 9 0,-1 0-4 15,-2-1 6-15,0-1 4 0,1 0 25 0,-1 1 0 16,0 1 11-16,-3-4 30 0,1 2-12 0,-1 1 10 15,1-1-14-15,2 2-11 0,3 2-24 0,-3-2-6 16,2 2-3-16,0 0-5 0,0 0-2 0,-1-2 0 16,-1 1-1-16,0-1 11 0,2 2 43 0,0 0-5 0,1 0 13 15,-1 0-36-15,2 0 7 0,0 0-14 0,2 0 11 16,1 0-23-16,21 2 6 0,14-2 0 0,8-2 0 16,4 0-10-16,2-2 1 0,0-1-8 0,-5 1 5 15,-5 2-5-15,-5 2-5 0,-3 0 0 0,-6 4-5 16,-4-1-25-16,-2 5-295 0</inkml:trace>
  <inkml:trace contextRef="#ctx0" brushRef="#br0" timeOffset="109180.39">6335 11511 45 0,'0'0'0'0,"0"0"4"0,0 0 49 0,0 0-14 0,-1-2-2 16,-1 0-25-16,0 0-9 0,0 1 4 0,0-1 0 0,2 0 2 16,-2 0-11-16,2 2 13 0,-2-2-2 0,2 2 8 15,-1-2 11-15,-1 0-6 0,2 1 12 0,-2-1-8 16,2 0 31-16,0 2-14 0,0-2 0 0,0 0-7 16,0 0-24-16,0 0 7 0,0 2-12 0,0-1 9 15,0 1-16-15,0 0 6 0,0 0-6 0,0 0 3 16,0 0-2-16,0 0 0 0,0 0 7 0,0 0-6 15,0 0-2-15,0-2 4 0,0 2-2 0,0-2 4 16,0 2 8-16,0 0 2 0,0-2 1 0,0 2-2 0,0-2-3 16,0 0 8-16,0 2-6 0,0 0 6 0,0 0-6 15,0-2-10-15,0 1 7 0,0 1-7 0,0 0 1 16,0 0 1-16,0 0-3 0,0 0 2 0,0 0 0 0,0 0-4 16,0-2 4-16,0 2-3 0,0 0 0 0,0 0 5 15,0-2-8-15,0 2 5 0,0-2-8 0,0 0 4 16,0 2 1-16,0-2 2 0,0 2-2 0,0 0-1 15,0-2 3-15,0 2-3 0,0 0-1 0,0 0 5 16,0 0-5-16,0 0 6 0,0 0 2 0,0 0-9 16,0 0 2-16,0 0-4 0,0 0 11 0,0 0-10 15,0 0 2-15,0 0-6 0,0 0 11 0,0 0-5 16,0 0 6-16,0 0-6 0,0 0 0 0,0 0 6 0,0 0-11 16,0 0 9-16,0 0-1 0,0 0 0 0,0 0 0 15,0 0-3-15,0 0-8 0,0 0 13 0,0 0-5 16,0 0 5-16,0 0-5 0,0 0-5 0,0 0 10 15,0 0-7-15,0 0 11 0,0 0-7 0,0 0 0 0,0 0-1 16,0 0-7-16,0 0 7 0,0 0-4 0,0 0 4 16,0 0-1-16,0 0 4 0,0 0-3 0,0 0 4 15,0 0-2-15,0 0-1 0,0 0 3 0,0-1-4 16,0-1-3-16,0 2 8 0,0-2-2 0,0 0 7 16,0 0 3-16,0 0 7 0,0 0-5 0,0 1 3 15,0-1-18-15,0 0 10 0,0 0 3 0,0 0 2 16,0 0 1-16,0 0-5 0,0 1 0 0,0-1 0 15,0 0-4-15,0 0-3 0,0 0-5 0,2 0 1 0,-2 0 2 16,2 1 0-16,-2 1 5 0,0 0-5 0,0 0-2 16,1 0 6-16,1 0-2 0,-2 0 4 0,2 0-7 0,0 0 8 15,0 1-5-15,0 1 6 0,0 0 3 0,-1 0-12 16,1 2 10-16,-2-2-11 0,4 12 14 0,2 3-6 16,-1 2-7-16,1-1 3 0,-1 3 2 0,1 1-8 15,-1 2 9-15,3 0-9 0,1 2 11 0,0 0-4 16,1 4-1-16,-1 0-1 0,0-1-3 0,2 5 2 15,1 3 1-15,1 4 0 0,-2-4-7 0,2 4 4 16,-2-4 2-16,-2-2 2 0,-1 2 6 0,-1-1-5 16,0-3-2-16,1-1 0 0,1-1 1 0,-1-1 8 15,-3-4-3-15,1 0 3 0,-1 0-9 0,1-2 0 0,1 0 1 16,-1 0 1-16,-3-1 1 0,3-3 11 0,-2-1-4 16,3-1 6-16,-1-5-9 0,-1 2-2 0,-1-2 3 15,-2-2-5-15,2 0-4 0,-3-2 12 0,1-3-8 0,0 0 10 16,0-3-10-16,0 1 15 0,0 0 0 0,0-1 7 15,-1-1 26-15,1 0-21 0,0 0 4 0,0 0-14 16,0-2-13-16,-2 0 3 0,2-2-7 0,0 0 5 16,-1-2-6-16,5-14-3 0,1-8 3 0,3-4-5 15,-1 2 0-15,0-1 5 0,2-3 0 0,1 2 2 16,1-1-11-16,0-1 4 0,-2-3 3 0,0 0 1 16,0-6 3-16,-2-6-4 0,1-1-3 0,-1 2 1 0,0-3-1 15,0 7-5-15,1-5 3 0,-3 3-2 0,1 3 8 16,-1 4-5-16,0 3 2 0,-1 3-3 0,1 3 5 15,-1 4-4-15,0 2 4 0,-1 3-3 0,-1 4 0 16,0 4 2-16,-3 2-7 0,1 1 5 0,0 3-1 0,0-1-10 16,-2 4 5-16,0 0-9 0,2-1-6 0,0-1-133 15,0 0-13-15,-1 2-52 0,-1 1-140 0</inkml:trace>
  <inkml:trace contextRef="#ctx0" brushRef="#br0" timeOffset="110446.19">7156 12515 37 0,'0'0'32'0,"0"0"-5"0,0 0 33 16,0 0 5-16,0 0-3 0,0 0 10 0,0-1-17 16,0-1 2-16,0 0-10 0,0 0-20 0,0 0-2 15,0 0 5-15,0 0-3 0,0 1 7 0,0-1-9 16,0 0-5-16,0 0 1 0,0 0 1 0,0-2-2 15,0 1-2-15,0-1-1 0,0 0 0 0,0 1-4 0,0-1 4 16,0 0-4-16,0 0 9 0,0 1-12 0,0 1 5 16,0 0-7-16,0 0 2 0,0 0 0 0,0 0-4 15,0 1 2-15,0 1-7 0,0 0 10 0,0 0-2 0,0 1 4 16,0 3-10-16,2 7 6 0,-2 15-6 0,0 6 7 16,0-2 1-16,0-3-7 0,0 5 7 0,0-4-8 15,0-2 4-15,-2 5-3 0,2-6 0 0,0-1-1 16,-2-2 13-16,2-5-6 0,0-1 4 0,0-3-7 15,0 0-3-15,0 0 2 0,0 0-2 0,0-3 1 16,0-1-9-16,0-2 4 0,0-3 1 0,0 2 2 0,0-1-3 16,0 1-3-16,0-2-6 0,0-1 3 15,0 1-10-15,0 0-6 0,0-1-2 0,0 1-2 0,0-2-15 16,0 0-64-16,0 0-9 0,0 0-20 0,2-2-46 0</inkml:trace>
  <inkml:trace contextRef="#ctx0" brushRef="#br0" timeOffset="110726.89">7433 12488 194 0,'0'0'39'0,"0"0"-3"0,0 0 33 15,0 0 2-15,0-2-3 0,0 2 1 0,0-2-15 16,-2 2-7-16,2 0-1 0,-2 0-17 0,0 0-11 0,0 0 2 16,0 0-8-16,1 0-12 0,-1 2 14 0,0 0-12 15,0 1 14-15,-4 10-6 0,-3 8-5 0,2-3 5 16,-1 10-6-16,5-7 0 0,-1 6 4 0,2-1 1 15,0-1 0-15,0 2 6 0,0-4 1 0,2 1 4 0,0 0-3 16,0-2 1-16,2 2 15 0,0 1-9 0,2-7 10 16,0 3-4-16,-1-3-19 0,3-1 12 0,-2-4-15 15,-1 0-1-15,1-4-1 0,0 0-2 0,-1-1 1 16,1-1-1-16,-2-3 6 0,0 0-6 0,-2-2 5 16,2 1-21-16,-2-1 11 0,3 2-6 0,1 0 7 15,0-1-20-15,0-1-28 0,-1 0-17 0,-1 0-12 16,0 0-136-16</inkml:trace>
  <inkml:trace contextRef="#ctx0" brushRef="#br0" timeOffset="110997.28">7078 12476 473 0,'0'0'64'0,"0"-1"-33"16,-2-1 54-16,0 0-14 0,1 0-55 0,-1 0 13 15,0 0-3-15,0 0 6 0,0 1-3 0,0-1-7 0,0 0-1 16,2 0-2-16,0 0 7 0,0 0 26 0,0 0 6 16,0 1 5-16,0-1 16 0,2 0-31 0,0 0 7 15,2 0-15-15,1 0-6 0,14-3-14 0,3-3-5 0,-1 5-3 16,-3-1-17-16,3 2 4 0,-3 2-1 0,3 0 2 15,-1 2-7-15,4 0-13 0,4 3-33 0,2 1 5 16,-2-1-130-16,5 1-137 0</inkml:trace>
  <inkml:trace contextRef="#ctx0" brushRef="#br0" timeOffset="111591.27">8109 12246 266 0,'-2'0'49'0,"0"0"61"16,-2 0-60-16,-5-2 4 0,-2 1-9 0,-2-1 8 0,2 0-12 16,1 2-17-16,3 0 6 0,1 0-7 0,4 0 5 15,-1 0-5-15,-1 0-3 0,0 0 0 0,2 0-11 16,1 0 2-16,-1 0-1 0,0 0 2 0,0 0 7 16,0 0 22-16,2 0-5 0,0 0 11 0,2 0-9 0,0 0-7 15,7 0-2-15,15 0-1 0,10 0 1 0,3 0-20 16,-6 0 11-16,8 0-13 0,-1-2 14 0,-3 0-13 15,2 0-2-15,-7 0-3 0,1 2-3 0,-7 0 1 16,2 0 1-16,-5 0 0 0,-3 0-5 0,1 0 12 16,-2 0-9-16,-4 0 9 0,0 0-14 0,-4 0 7 15,0 0 4-15,-1 0 0 0,-3 0 11 0,1 0-16 16,-4 0 11-16,1 0-12 0,1 0 8 0,0 0-8 0,-1 0-3 16,-1 0 1-16,0 0 9 0,0 0-15 0,0 0-5 15,0 0-12-15,0 0-82 0,-1 0-51 0,-1 0-25 16,0 0-6-16,0 0-80 0</inkml:trace>
  <inkml:trace contextRef="#ctx0" brushRef="#br0" timeOffset="111893.18">8233 12343 192 0,'-2'0'22'0,"0"0"30"0,0 0-14 16,-1 0 2-16,-7 0-7 0,-1-2 3 0,2 2-22 16,-10-2 14-16,5 2-5 0,-1 0 7 0,2 0-6 0,3 0 17 15,-1 0-5-15,0 2 9 0,2 0 7 0,1-2-8 16,3 0 3-16,3 0-9 0,0 0-23 0,-2 2 2 16,1 0-11-16,1-1 8 0,0 1-6 0,0 0 32 15,0 0-1-15,2 0 10 0,2 0 1 0,0 0-7 16,7-1-2-16,27 1-3 0,4 0-13 0,7-2-2 15,-1-2 3-15,3-1-6 0,-1-1-14 0,-7 0-3 16,0 2-2-16,-4 2 3 0,-2 0 3 0,-2 0-13 16,4 4-4-16,-7-2-15 0,0 2-123 0</inkml:trace>
  <inkml:trace contextRef="#ctx0" brushRef="#br0" timeOffset="130589.72">8045 4892 256 0,'0'0'-57'0,"0"0"28"16,0 0-5-16,0 0-3 0,0 0 50 0,0-2 3 15,0 0-18-15,0 0 16 0,0 0-17 0,0 0 5 0,0 1 9 16,0-1-5-16,0 0 10 0,0 0 1 0,0 0 6 16,0 0-2-16,0 0 5 0,0 1 15 0,0-1 14 15,0 0-10-15,0 0 7 0,0 0-31 0,0 0-19 16,0 0 4-16,0 1-9 0,-1-1 4 0,-1 0-6 15,0 0 5-15,0 0-5 0,0 0 18 0,0 0-13 16,-1 1 10-16,-1 1-10 0,0 0 2 0,0 0 8 16,1 0-11-16,-1 0 10 0,0 0-2 0,2 0-11 15,1 0 12-15,-1 0-12 0,0 0 3 0,0 0 6 0,0 0-11 16,0 0 9-16,0 0-9 0,1 0 6 0,1 0 4 16,0 0 0-16,0 0 0 0,0 0-1 0,0 0-6 15,0 0 2-15,0 0-2 0,0 1 1 0,0 1 6 16,1 0-4-16,1 0 5 0,0 0-5 0,0 0 0 15,0 0-1-15,2-1-3 0,-1 1 5 0,-1-2-6 0,9 6 6 16,-1-2 0-16,1-1 24 0,7 3 1 0,-7-2 7 16,6-1 8-16,2 1-14 0,-3-2 0 0,3 0-7 15,-4-2-6-15,0 0-1 0,-8 0-2 0,6 0 0 16,2-2-6-16,2-2 6 0,-2 0-3 0,1 1 3 16,-3-1-9-16,2-2 4 0,-2 1-4 0,-7 3 3 15,1-2-6-15,-3 2 5 0,-2 2-1 0,1-1 3 0,5-9-2 16,-3 3 4-16,1-2-3 0,-2-1 1 0,-1-1-9 15,-1 0 10-15,-2-2-2 0,0 2 5 0,-2 2-4 16,-1-2-3-16,-1 3 2 0,-2-1-3 0,3 3 4 0,-1 1-6 16,-7-3 1-16,0-1-3 0,-6-2 0 0,4 3 0 15,0 1 6-15,-4 0-3 0,4 1 14 0,0 2-15 16,-2 2 2-16,1 2-5 0,-1 0 6 0,0 0-2 16,2 2-6-16,4 0 2 0,-4 4-9 0,7-4 7 15,-5 5 5-15,3-1-1 0,1 1 4 0,0 8-6 16,1 0-1-16,2 1 0 0,-1-1 9 0,1-2-7 15,2 2 4-15,-7-2-6 0,1 0 4 0,3 0-7 16,3-2 7-16,2-2-6 0,0-1 6 0,0-3 2 0,0 1-2 16,0-2 5-16,4 1 7 0,-4-3 1 0,13 0-2 15,3 9 2-15,-4-3-4 0,2-1-4 0,3-1 3 16,-2-3-3-16,7 1 5 0,-3-2 0 0,-2-2-6 16,1 0 4-16,-3 0-4 0,2-2 1 0,-2 0-2 0,1-2 0 15,-5 1 2-15,1-1-8 0,-1-2 10 0,-6 5-9 16,3-3 2-16,-5 2 12 0,-1-4-12 0,6-3 10 15,-3 0-12-15,1 0 2 0,-2 1 6 0,-1-1-2 16,-1 0 4-16,0-1-1 0,-2 1-10 0,0 0 4 16,0 3-12-16,-2 1 9 0,0-1 6 0,-1 2-1 15,-9-3 8-15,-6-4-16 0,-4 0 5 0,3 5-9 16,2 2 12-16,1 3 0 0,3 1-7 0,-6 0 4 0,2 0 0 16,1 1-6-16,-1 3 5 0,2 2-7 0,-2-1 14 15,2 3-10-15,-1 1 6 0,5-2-7 0,-2 3 4 0,3-3 4 16,1-3-3-16,2 9 4 0,-1-2-4 0,4 0-5 15,-1 0 5-15,-1 0-4 0,3 0 12 0,-3 1-9 16,4-1-4-16,-7 0-2 0,1 0 0 0,3 0 4 16,-1 0 3-16,3 0-2 0,1 1 2 0,2-5 1 15,0 2 1-15,0-1 2 0,0-3 1 0,0-1-5 16,0 0-1-16,3-1 0 0,-1-3 2 0,17 12 7 16,-4-7-5-16,5 1 4 0,4-4-4 0,-3-2-3 15,5-2 5-15,-4-4-5 0,-3 1 1 0,1-3 4 16,-1-1-1-16,-3 1 2 0,-1 1-1 0,2-2 6 0,-6 1-10 15,-4 3 8-15,-1 3-11 0,-2-9 3 0,1 0 6 16,-3-2-3-16,7 0-6 0,-3 1 8 0,0-2-6 16,-5 1 7-16,-1 1-7 0,0 1 8 0,0-4-5 15,-1 4 3-15,-3-2-11 0,-2 0 7 0,1 4-3 0,-3 0 4 16,3 1-2-16,-6 5-5 0,-14-3 5 0,5-9-6 16,-4 4 4-16,2 4 2 0,5 3-2 0,-4 4 1 15,1 0 4-15,0 4-7 0,-1 1 4 0,1 3-5 16,5-1 0-16,0 1 5 0,4-1-8 0,0 2 7 15,1-5 1-15,5 9-3 0,-1-2 4 0,3 0-4 16,1 2-4-16,-6-4 2 0,1 3 0 0,1-1 1 0,4 0-4 16,2-4 3-16,0 3 0 0,0-5 4 0,2 1 13 15,0-3-13-15,2 1 2 0,18 0-6 0,2-2 0 16,2 0 13-16,2 16-8 0,4-5 9 0,-1-5-11 0,-1-5 1 16,-2-3 4-16,-4 0-2 0,0-2-6 0,-3-1 8 15,3-3 2-15,-9 1 3 0,-1-1-3 0,-2 0-1 16,-5 3-4-16,0-3 3 0,-3 4-9 0,0-9 11 15,3 0-4-15,1-2 7 0,-5 2-10 0,-3 3 4 16,0-3 2-16,0 6 1 0,-3-1-2 0,-5 1-1 16,-14-3-3-16,-2 6 0 0,-4 0-3 0,0 1 4 15,0-16-4-15,2 6 4 0,2 5-2 0,7 4-4 16,-1 2 6-16,3 0-4 0,2 0-2 0,2 0-13 16,5 0-4-16,4 0-3 0,-1 2-22 0,1 0-132 0,0 0-38 15</inkml:trace>
  <inkml:trace contextRef="#ctx0" brushRef="#br0" timeOffset="131628.79">8439 3690 17 0,'0'-1'10'15,"0"-1"1"-15,0 0 17 0,0-2-2 0,0-7 4 16,-2-6 0-16,0-3-12 0,1 5 8 0,1-2-7 16,-2-1 15-16,2 3-20 0,0 0 3 0,0 0-6 0,0 4 12 15,0 0-1-15,0 0 0 0,0 3 1 0,0 3 7 16,0-3-10-16,0 1 4 0,0 3-6 0,0-1 4 0,0-1-13 15,0 2 10-15,0 1-10 0,0-1-3 0,0 0 2 16,0 2-10-16,0-1 9 0,0 1 0 0,0 0 0 16,0-2 2-16,0 1-2 0,0-1 5 0,0 0 0 15,0 0 0-15,0 3 0 0,0-1 3 0,0 0-6 16,0 0 5-16,0 0-6 0,0 0-3 0,0 0-2 16,0 1 1-16,0-1 0 0,0 2 18 0,0 0-6 15,0 0 4-15,0 0-6 0,0 2 3 0,0-1-6 16,0 1 3-16,0 0-4 0,0 2-7 0,0 0-3 15,0 3 1-15,2 6 0 0,-1 2 7 0,1-2-11 0,2 0 3 16,0 2-3-16,-1-2 3 0,3 3 2 0,-2-1-2 16,-1-2 3-16,1 4-3 0,2 1 6 0,-3 3-9 15,3 1 6-15,-1 2-3 0,1 0-6 0,0 2 6 16,-1-1-7-16,1 4 6 0,-1 1 4 0,1 0 0 16,-1-1 1-16,-1-3-5 0,0-3 2 0,-2-1 1 0,0-3 2 15,-1-1-1-15,1 3-4 0,0-3 2 0,0 3-1 16,0-5 5-16,0 1-6 0,0-2-2 0,-1-2 1 15,1 4 7-15,0-4-4 0,2 1 6 0,-2-2-5 16,1-1 8-16,-1 0-10 0,0-2 0 0,0-1-2 16,2 1 1-16,-4-6 10 0,2 3-2 0,-2-4 4 0,0 0-11 15,1 1 11-15,1 1 2 0,0 0 6 0,0-2 16 16,0 0 2-16,0-1-5 0,0 1 3 0,-1-2-15 16,1 0-13-16,0-2-2 0,0 1-3 0,2-1 7 15,-1-2-6-15,-1 0 3 0,0-11-4 0,6-1 0 0,1-1-5 16,-2-3 4-16,6-1-4 0,-2-1 6 0,4-2-2 15,2 0 4-15,0-8-2 0,-1 1 11 0,3-10-11 16,-2-2-3-16,-2-3 0 0,-2-5 4 0,-2 9-6 16,0-5 8-16,-2 8-9 0,-3 4 8 0,1 2-5 15,-1 3 4-15,-4 4-3 0,9 6 6 0,-9 1-3 16,5 4-4-16,0 4 1 0,-5 0-7 0,6 2 6 16,-5 3 0-16,-1 2 2 0,0 1-7 0,2-1 5 15,0 0-11-15,-3 0 10 0,1 3-5 0,0-1-9 0,0 0 7 16,0 0-10-16,-2 2-14 0,0 2-27 0,0 0-52 15,0 0 3-15,-11 24-223 0</inkml:trace>
  <inkml:trace contextRef="#ctx0" brushRef="#br0" timeOffset="132061.93">9120 3980 154 0,'0'0'27'0,"-1"-2"39"0,-1 0-18 0,0 1-10 15,0-1-1-15,0 0-5 0,0 0-23 0,1-2 2 16,-1 1-7-16,2-1 5 0,0 0 2 0,0 0-11 16,0 1 12-16,0-3-12 0,0 2 13 0,0 3-13 15,0-1 6-15,0 0-6 0,2-2 2 0,-1 0 7 0,1 1-10 16,0 1 8-16,0 0 1 0,2 0 5 0,-1 0 2 16,1 0-1-16,-2 2 11 0,2 0-3 0,-3 0 3 15,1 2-6-15,0 0-12 0,0 2 4 0,0 0-3 16,3 14 5-16,-1 3 8 0,-2 3-13 0,-2-2 3 15,0 4-7-15,-2 2 0 0,0 0 2 0,0 0-4 0,1-1 4 16,-1 1 6-16,0-2 1 0,0-2 5 0,0-3-1 16,2-1 29-16,0-3 4 0,0 0-8 0,0-4 2 15,0-2-26-15,0 0-4 0,0-2-1 0,0 0-2 16,0-1-3-16,0-3-7 0,0 3 9 0,0-3-10 16,0-1-4-16,0 0-9 0,2 1-20 0</inkml:trace>
  <inkml:trace contextRef="#ctx0" brushRef="#br0" timeOffset="136468.51">10181 11385 65 0,'0'0'16'16,"0"-2"-2"-16,0 0 20 0,0 0 10 0,0 0-11 16,0 0 0-16,0-1 0 0,0-1-11 0,0 0 12 15,0 2-11-15,0-5 10 0,0 1-6 0,0 1 6 16,0-1 2-16,0 1-5 0,0 1 3 0,0 0-8 16,0-1-4-16,0 1-2 0,0 2 1 0,2-2-3 0,-1 1-3 15,1-1 4-15,0 0-9 0,0 2 4 0,0 1-13 16,0-1 8-16,0 0 2 0,-1 0 2 0,1 0 7 15,0 0 7-15,0 2-6 0,0 0 4 0,-2 2-14 16,0 0 0-16,0 2 10 0,0 14-9 0,0 6-6 0,-2 4 5 16,-2 0-10-16,1 2 9 0,1 0-10 0,0 1 0 15,-2 1-1-15,0-1 2 0,1 1 8 0,-1-2-12 16,2-1 9-16,0-1-9 0,0 2 14 0,1-2-9 16,1 0 5-16,0-6-5 0,0 4 14 0,0-2-5 15,0-4 0-15,0 1-2 0,0-6-3 0,0-1 1 16,0 1 5-16,0-4-3 0,0-1 3 0,0-3-3 15,0-3-5-15,0 1 3 0,0 1 3 0,-2-2-7 16,0-1 9-16,0 1-10 0,0-2 9 0,0 0-9 0,2-2 6 16,-2 0-7-16,1 0 10 0,1-2-9 0,-2-2-3 15,0-5-1-15,-4-17-1 0,3 0 7 0,-1-2 2 16,0-2 0-16,2 3-12 0,0-3 7 0,1-2-1 16,-1-1 3-16,0 0 12 0,2 1-10 0,0-1 4 15,0 1-6-15,0 0 0 0,2 1 3 0,0 3-4 0,1 2 4 16,3-2 6-16,-2 8-6 0,1-4 4 0,3 1-5 15,1 1 3-15,-2 5-2 0,4-1-1 0,1 1 0 16,-7 2 4-16,19-5 12 0,2 5 0 0,-2 6 2 16,2-3-15-16,4 9-4 0,-2-1 3 0,0-15-3 15,0 8-3-15,-12 8 2 0,3 3 0 0,-2 0 3 0,-3 3 4 16,1 3-10-16,-2 1 1 0,-2 1-2 0,-1-5 2 16,-1 14 0-16,-2 2 3 0,8 1 1 0,-5 1 10 15,-3-1-8-15,-5-3 1 0,-2-1-4 0,0 1-4 0,-2-2 7 16,-2 0 1-16,-1-2 4 0,-1-2-1 0,-3 2-9 15,0-2 1-15,-3-2-2 0,-14 3 9 0,2-3-7 16,2 2-1-16,2-2-1 0,-1 1-4 0,-1-5 6 16,0 1-2-16,3-3 5 0,6 1 0 0,0 0-5 15,2-2 4-15,4 3-3 0,-3 1 11 0,5-2-4 16,-1-3-4-16,2 1 0 0,1 0-7 0,-1 0 1 16,0 0-3-16,1 0 2 0,1 0 1 0,0-1-3 15,0 1 7-15,0 0-4 0,0 2 5 0,2 0 2 16,0-1-5-16,2 8 3 0,0 1-6 0,4 1 5 0,1 0-2 15,4 1 3-15,-2-1-8 0,8-1 2 0,5-1 3 16,-3-4 1-16,11 2 12 0,-3 3-10 0,-4-5 1 16,1 2-4-16,-9 1-4 0,1-3 8 0,5 2-6 15,-1-1 6-15,-3-3-6 0,2 1 1 0,-6 1 3 0,-2-1-2 16,4-1-4-16,-4-1-9 0,4 0 6 0,-4 1-6 16,-2-1 13-16,0 3-9 0,-1-1-1 0,-5-4-3 15,1 2-10-15,0-3 5 0,-2-1-13 0,0 0 5 16,-1 0-54-16,3 4-143 0,0 0 14 0</inkml:trace>
  <inkml:trace contextRef="#ctx0" brushRef="#br0" timeOffset="136784.29">10883 11673 353 0,'0'0'66'0,"0"0"3"0,0-2-5 15,0 0-13-15,0 0-14 0,0 0-2 0,0 0-18 16,0 0 4-16,0 1-9 0,0-1 5 0,0 0 1 16,0 0 1-16,0 2-1 0,0 0-6 0,0 0 22 15,1 0-7-15,1 2 12 0,0 0-6 0,0 0 15 16,0 1-4-16,0 12 6 0,1 7-8 0,-1 1-17 0,0 1 3 16,-2 0-10-16,0-2-13 0,0-1 5 0,0-1-5 15,0-1 5-15,0-1-7 0,0-3-9 0,0 2-1 16,-2-2-3-16,2-6 7 0,-2 4-19 0,2-9 9 15,0-3-12-15,0 5 4 0,0-2-18 0,0-1-4 0,0-1-8 16,2 0-46-16,0-2-9 0,0 0-17 0,0-2-3 16,2 0-126-16</inkml:trace>
  <inkml:trace contextRef="#ctx0" brushRef="#br0" timeOffset="136969.49">11142 11680 355 0,'0'0'42'0,"-1"-2"65"16,-1 0-29-16,0 0-11 0,0 1-1 0,0 1-8 15,-2 0-31-15,1 0 1 0,-1 0 3 0,-2 0 0 0,1 1 8 16,-3 3-22-16,5-2 9 0,-3 15-12 0,2 1 16 16,-10 3-14-16,4-3 0 0,3 1-4 0,3-1 0 0,2-1 2 15,0 5-5-15,2-3 3 0,0-1 1 0,2-1-10 16,0-4 3-16,2 0-7 0,-2-4-4 0,0-1-2 16,1 1 4-16,1-1-4 0,0-3-1 0,-2-1-12 15,1 0 6-15,1-1-9 0,0 1-3 0,-1-2-9 16,1 0-18-16,0 0 2 0,0-2-85 0</inkml:trace>
  <inkml:trace contextRef="#ctx0" brushRef="#br0" timeOffset="137225.89">10901 11442 892 0,'0'-2'36'0,"-2"1"70"15,0-1-89-15,1 0 0 0,-1 0-6 0,0 0 3 16,0 0-12-16,0 0 0 0,2 1 4 0,0-1-3 16,0 0 3-16,2 0 13 0,2 0-3 0,9-2 7 15,15-3 13-15,5 1-7 0,4 3-2 0,2 1-3 16,6 0-11-16,-3 2-13 0,-3 0 6 0,-2 4-9 0,-5-1 3 16,-4 3-2-16,2 1-8 0,-6 1 3 0,-6-1-16 15,1 3-20-15,-4-1-74 0,-8-4-3 0,1-3-424 16</inkml:trace>
  <inkml:trace contextRef="#ctx0" brushRef="#br0" timeOffset="137751.96">9492 12445 397 0,'0'-2'139'0,"0"0"-152"0,-2 0 151 0,0 0-74 16,0-1-47-16,0-1-3 0,1 0-8 0,-1 3 3 16,0-1-13-16,2 0 0 0,0 0 6 0,0 0-2 0,2 0 4 15,0 0-3-15,-1 2-1 0,3 0 0 0,9 0-6 0,13 4 8 16,-2 2 4-16,4-1 2 0,6 3 15 0,1-1 0 16,6 0-3-16,7 1 6 0,0-1 22 0,8-1 2 15,1-1 14-15,5-3-9 0,3-2 10 0,11 0-26 16,7-3-4-16,14-3-5 0,11 0-9 0,-1-1-19 15,-1 1 4-15,-7 3-8 0,-7 1-4 0,-1 0 6 16,-1 2 3-16,8 0 2 0,-5 0-4 0,1 0-1 16,-3 2-3-16,-14 0 3 0,1 1 0 0,-13 1 7 15,-2 0-4-15,-4 0 5 0,0-3-9 0,-1 3 1 16,-2 0 0-16,-2-2 1 0,-12 0 7 0,-3-2-8 0,-3 0 2 16,-9 0-4-16,1-2 5 0,-5 0 7 0,-9 0-8 15,1 0 6-15,-4 0-11 0,-3 0-1 0,-4 1 4 16,-1-1-2-16,1-2 4 0,0 0-48 0,-2 1-60 15,-2-5-11-15,0 4-302 0</inkml:trace>
  <inkml:trace contextRef="#ctx0" brushRef="#br0" timeOffset="138511.32">9561 12946 653 0,'0'0'25'0,"-2"-2"-3"0,0 1-13 0,0-1 11 15,0 0-20-15,0 0-1 0,0 0 0 0,1 2 1 16,-1 0 0-16,0 2 5 0,0 2 6 0,0 5-7 16,-3 15 8-16,-1 2 7 0,0 4 1 0,1 0 4 15,-1 3-4-15,1 4 0 0,1-2 15 0,-2 2-2 0,3 1 5 16,-1-1-3-16,-2 2 1 0,3-2-9 0,-1-6 5 15,0-3-8-15,1-2 2 0,-1 0 3 0,0-2-3 16,0-3-10-16,1-4-1 0,1-10-5 0,0-1 2 16,2-3-6-16,-2 1-2 0,0-2 0 0,0 0-3 15,1-2-6-15,-1 0 5 0,0-2-1 0,-2-17 2 0,2-14 3 16,2-4-4-16,2-2 3 0,2-2-3 0,1 2 6 16,3 0-1-16,1-2-2 0,0 4-1 0,1 0-7 15,-1 5 7-15,2 2-1 0,0 3 4 0,0 1-5 16,1 2 6-16,-1 3-2 0,0 1 4 0,0 1 2 0,-2 4-3 15,-7-1 4-15,17 3-5 0,-1 1 0 0,-3 9-5 16,2 1 1-16,-4-7-2 0,4-1 2 0,-3 5-2 16,3 1 2-16,2 4-2 0,-4 0-2 0,7 4 4 15,-7-1-6-15,-1 3 6 0,1 1 5 0,-5-1-7 16,-1-2 1-16,-5 12-3 0,1 1-2 0,-3-4 5 16,9 2 0-16,-3 0 2 0,-5 0-1 0,-3 0 0 15,0-2 3-15,-5 0-4 0,-5-1-3 0,1 0 4 16,-21-1 1-16,10-2 3 0,-2 0 0 0,0-1-7 15,3-1 0-15,-1 1-1 0,1-1 5 0,4 0-3 0,2 1 5 16,4-1-5-16,-4 1 5 0,5 1-2 0,3 2-3 16,-3-2 1-16,-1 3-6 0,4-3 7 0,-1 4-4 15,2 0 6-15,2 0 3 0,2 2-7 0,2 0 5 0,4-2-5 16,1 1 9-16,-5-1-2 0,28 0 3 0,-8-1-4 16,4 2 3-16,2-2-11 0,-4-1 2 0,6 0-4 15,-2-2 2-15,-6 4 6 0,0-2-9 0,-7-1 7 16,4 1-22-16,-5-4 16 0,1 2-11 0,0 3 9 15,-2-3-26-15,0-2-17 0,-2 1-26 0,2-5-8 16,0 1-190-16</inkml:trace>
  <inkml:trace contextRef="#ctx0" brushRef="#br0" timeOffset="138970.06">10240 13451 655 0,'0'0'72'0,"-2"0"5"0,0-2-24 16,1 1-15-16,-1-1-20 0,0-2-6 0,0 2-19 15,0 0 2-15,0 0-8 0,0 1 7 0,1-1 5 16,-1 2-5-16,0 0 5 0,0 0-7 0,2 2 15 0,0 1 4 16,-2 14 4-16,0 11 18 0,2 3-6 0,0 1-1 15,-2 5-1-15,2-2 4 0,-1 1-6 0,1-1-1 16,-2-7-4-16,0 0-16 0,2-2 9 0,-2-8-5 15,0 1 4-15,2-3-15 0,0-4 5 0,0 1 1 16,0-4 1-16,0-2 1 0,0-1-19 0,0-4-2 0,0 0-6 16,0 1-4-16,0 1-3 0,2-2-1 0,0 0-2 15,0-2-18-15,0 0-27 0,-1 0-11 0,3-2-7 16,0 0-48-16,7-17 34 0,2-8 1 0,-2-1 16 16,0 2 44-16,2-4 33 0,-2 6 15 0,-1-2 2 15,-5 6 28-15,1 1 26 0,-4 0-1 0,0 8 13 16,1 0 19-16,3 4-6 0,-2 1 2 0,-3 2-3 0,3-1-4 15,-2 1-19-15,0 0-3 0,0 1-4 16,0 1-4-16,-1 0-3 0,1 0-1 0,0 2-3 0,0 0-20 16,0 2 9-16,0 2-3 0,0 11 6 0,-1 9-5 15,1 2-1-15,-2-2 2 0,2 2-1 0,0-2-5 0,0-2-8 16,0 0-3-16,0-3 1 0,-1 0-3 0,1-1-4 16,0-3-1-16,0-2-1 0,0-2-4 0,0-3-9 15,0-3 0-15,-1-1-3 0,-1-2 4 0,0 0-25 16,2 1 1-16,0 1-16 0,0-2-66 0</inkml:trace>
  <inkml:trace contextRef="#ctx0" brushRef="#br0" timeOffset="139259.68">10103 13375 511 0,'0'0'42'16,"0"0"-4"-16,-2 0-2 0,0 0 5 0,0 0-19 15,0 0-8-15,0 0-2 0,1 0 4 0,-1 0-3 16,0 0 12-16,0 0-3 0,2 0 2 0,0 0-2 0,0 0 2 16,0 0 13-16,2 0 3 0,0 0 5 0,0 0 10 15,1 0-20-15,18-2-3 0,3-1-6 0,0-1-16 16,0 2-18-16,0 0 3 0,2 0-9 0,0 2-3 15,0 0-13-15,2 0-10 0,-4 0-2 0,4 4-56 0</inkml:trace>
  <inkml:trace contextRef="#ctx0" brushRef="#br0" timeOffset="139565.98">10793 13325 412 0,'0'0'49'0,"-1"0"-47"0,-1-2 50 16,0 0-22-16,0 0-17 0,-2 1 7 0,1-1 4 0,-1 2-1 16,0 0 1-16,0 0-2 0,1 0 3 0,-1-2 0 15,2 2 12-15,0 0-6 0,0 0 5 0,1 0-2 16,-1 0 22-16,0 0-11 0,2 0 9 0,0 0-8 15,2 0 11-15,0 0-14 0,3 0-3 0,19-2-4 16,2 2-5-16,0 0-11 0,0 0 3 0,4-2-7 16,-2 2-5-16,2 0-4 0,-1 0-3 0,1 2 1 15,-2 0-11-15,-6 0 4 0,0 0-7 0,-5-2 6 0,3 1-7 16,-5 1-7-16,0 0 5 0,-6-2-9 0,-7 0-20 16,4 0-39-16,-2 0-65 0,-1 0 6 0,-1 0-231 0</inkml:trace>
  <inkml:trace contextRef="#ctx0" brushRef="#br0" timeOffset="139822.6">10914 13095 855 0,'0'0'21'0,"0"0"1"0,0 0-12 0,0-2-1 16,0 0-9-16,0 0 0 0,0 2 4 0,0 0-3 15,0 0 3-15,0 0-4 0,0 0 0 0,0 2 1 16,2 0 1-16,0 2 8 0,2 12 20 0,-1 8-2 0,1 2 8 16,-2 2-1-16,2 2-13 0,-3 0-3 0,1 1-3 15,0 1-8-15,0-1-8 0,2 1 4 0,-1 1-4 16,1-3 1-16,0-2-22 0,-2-2-12 0,0-6-29 16,1 5-273-16</inkml:trace>
  <inkml:trace contextRef="#ctx0" brushRef="#br0" timeOffset="141595.42">11657 13048 57 0,'0'0'10'0,"0"0"-1"0,0 0 8 0,0 0-2 16,0 0 0-16,0 0-8 0,0 0-6 0,0 0 4 15,0 0-5-15,0 0 1 0,0-1 26 0,0-1-6 16,0 0 13-16,0 0 3 0,0 0 8 0,0 0-1 0,0 0 1 16,0 1-15-16,0-1-9 0,0 0 1 0,0 0-3 15,0 0-12-15,0 0-4 0,0 0-3 0,0 1 1 16,0-1 6-16,0 0-9 0,0 0 0 0,0 0-4 16,0 2 5-16,0 0 6 0,0 0 2 0,0 0 1 15,0 0-6-15,0 0-11 0,0 0 8 0,0 0-9 16,0 0 12-16,0 0 3 0,0 0-8 0,0 0 6 0,0 0-4 15,0 0-2-15,0 0 12 0,0 0-9 0,0 0 7 16,0 0 4-16,0 0-11 0,0 0 8 0,0 0 0 16,0 0 1-16,-2 0 10 0,2 0-6 0,-2 0 11 15,2 0-6-15,-2 0-3 0,2 0 0 0,0 0 0 0,-2 0 2 16,2 0-3-16,0 0 2 0,0 0-6 0,0 0-8 16,0-2 3-16,-1 0-4 0,1 1 10 0,0-1 1 15,0 2-1-15,0-2 2 0,0 0 11 0,0 0-4 16,0 0 10-16,0 0-9 0,0 1 3 0,0-1-8 15,0 0 3-15,0 0-2 0,0 0 5 0,0 0-2 16,0 0-4-16,0 1 3 0,0-1-12 0,0 0 8 16,0 0-10-16,0 0 7 0,0 0-11 0,0 0 9 0,0 1-2 15,0-1 2-15,0 0-11 0,0 0 7 16,0 0 4-16,0 0 1 0,0 0 3 0,0 1-8 0,0 1 2 16,0 0-4-16,0-2 0 0,0 0-3 0,0 0 4 15,0 0-2-15,0 2 0 0,0 0 5 0,0 0-9 16,0-2 7-16,0 2-3 0,0-2-3 0,0 1 5 0,0 1-5 15,0 0-2-15,0 0 10 0,0 0-10 0,0 0 9 16,0 0-12-16,0 0 7 0,0 0 0 0,0 0 4 16,0 0-4-16,0 0-8 0,0 0 6 0,0 0-5 15,0 0 12-15,0 0-11 0,0 0 4 0,0 0-4 16,0 0 3-16,0 0 5 0,0 0-8 0,0 0 7 16,0 0 2-16,0 0-5 0,0 0 0 0,0 0-2 0,0 0-4 15,0 0 5-15,0 0 4 0,0 0-1 0,0 0 5 16,0 0 1-16,0 0-5 0,0 0 3 0,0 0-12 15,0 0 12-15,0 0-1 0,0 0 5 0,0 0-8 16,0 0-2-16,0 0 4 0,0 0-3 0,1 0 1 0,1 0 7 16,0 0-7-16,0 0 8 0,0 0-10 0,0 0 0 15,-1 0 0-15,1 0 1 0,0 0 3 0,0 1-1 16,0 1 3-16,2 0-3 0,-3 2 0 0,11 14-6 16,-1 5-3-16,-2-1 1 0,-2 0 9 0,-1 2-7 15,0 2 8-15,-3 0-8 0,1 2 6 0,-2-2-1 16,0 2-2-16,-2 0 2 0,0-4 6 0,0 4-4 15,0-2 4-15,0-2-4 0,0 2 4 0,0-6 0 16,0 1 1-16,0-4 0 0,0-3-2 0,0-1 9 0,-2-1-7 16,0 1 8-16,2-6 0 0,-2 0-5 0,0-1-1 15,2-4-3-15,-2 2-10 0,1-1 14 0,-1 1-6 16,0-2 10-16,0 0-3 0,0-2 8 0,0 0 4 16,0-2-1-16,1-2-11 0,-7-16 7 0,1-8-10 15,3-6 9-15,4 1-14 0,0-2 2 0,2-1-1 0,3 1 1 16,3-2-8-16,1 2 6 0,0-1-5 0,3 3 6 15,1 0-1-15,0 1-4 0,3-1 4 0,-1 7-4 16,2 2 6-16,-12 1-10 0,18 3 3 0,-3 3-5 16,1 0 9-16,-1 8-7 0,-7 4 3 0,2 1-3 15,-2-5-3-15,-6 5 4 0,6-4-11 0,-5 5 7 16,1 1-9-16,2 0-10 0,0 2 6 0,-5 0-9 0,3 0-16 16,-1 0-31-16,1 2-26 0,2 0-2 0,0 1-87 15,2 3-33-15,4 1 5 0</inkml:trace>
  <inkml:trace contextRef="#ctx0" brushRef="#br0" timeOffset="142062.79">12195 13132 657 0,'0'0'26'0,"0"0"0"0,-2-2 15 15,1 0-5-15,-1 0-1 0,0 0-11 0,2 1 0 0,0-1-4 16,0 0 2-16,0 0-10 0,0 0-1 0,0 0-3 15,0 0 2-15,0 1-5 0,0-1 16 0,0 2 2 16,0 0 3-16,-2 2 3 0,0-1 2 0,0 3-5 16,-9 24 4-16,0 4-4 0,2-1 1 0,-1 3-2 15,3-1 0-15,-2-1-13 0,-2 1 1 0,3 0-5 0,3-5 2 16,1 0-9-16,0-4 13 0,0-3-6 0,1-3 7 16,-1-5-1-16,2-3-10 0,0-3 10 0,2-5-10 15,-2 2 11-15,1-1-4 0,-1 1-5 0,0-2 2 16,0 0-9-16,0 0 5 0,0-2-2 0,2 0 3 15,0-2-8-15,0 0 6 0,0-6 0 0,8-14 2 16,1 0-6-16,2 1 0 0,0 5-4 0,-5 1 3 0,12 4-5 16,-3-2 5-16,2 2 2 0,0 1 0 0,1 3 6 15,1 3-4-15,3 2-3 0,-3-11-1 0,-1 4-7 16,1 3 8-16,-3 3 2 0,3 3 1 0,0 2 4 0,-5 1-6 16,3 3 3-16,-2 1-3 0,0 3 0 0,-2-1 4 15,-2-2-5-15,-2 10 6 0,1 0-2 0,-5-2 5 16,-3-4 0-16,0 4 1 0,7-2 4 0,-3-2 1 15,-3 0 8-15,-1-2-4 0,-2 0 5 0,-2 3-13 16,-3-1 3-16,3 0-5 0,-24-2 3 0,-4 0-5 16,-3 1 0-16,1-3-1 0,-5-1 1 0,4 14-12 15,1-9-7-15,1-3-2 0,5-6-30 0,2-2-198 0,9-2-77 16</inkml:trace>
  <inkml:trace contextRef="#ctx0" brushRef="#br0" timeOffset="143807.99">13044 11773 172 0,'0'0'54'0,"0"-2"5"0,-2 0 7 15,0-2-20-15,0-3-3 0,-3-8-18 0,-1 2-7 16,2 2 4-16,1 2-5 0,-1-2-8 0,2 1 5 16,0 1-3-16,0 2 6 0,0-3-3 0,1 5 17 15,-1-1-10-15,0 1 14 0,2 1 7 0,0 0-2 16,-2 0 7-16,2 3-7 0,0-1-4 0,-2-2-3 15,0 0-3-15,0 1 1 0,1 1-13 0,-1 0-3 0,0 0-3 16,0 0 2-16,0 0-7 0,0 2 0 0,0 0-1 16,1 0 0-16,-1 0 3 0,0 2-7 15,0 0 3-15,0 0-2 0,0 2 8 0,0-1-9 0,2 3 3 16,-1 5-5-16,1 2 11 0,0 2-8 0,0-4 1 0,0 4-3 16,0 0 4-16,0 0 6 0,1 5-2 0,1 2 2 15,0 4-12-15,0 0 8 0,0 0-1 0,2 4 5 16,-1-6-3-16,1 6 7 0,0 1-2 0,-1 1 2 15,1-1-9-15,-2-1 0 0,0-4 1 0,0 2 0 16,-2-4 7-16,0-2-9 0,0 1 1 0,0-5-3 16,0 3 4-16,2-1-6 0,-1 1 5 0,1-3-5 15,0 1 10-15,-2-3-7 0,2 3 4 0,0-2-4 0,0 1 5 16,0-1-3-16,-1 0 1 0,1-2 0 0,0-2 2 16,0-2-5-16,0 0-1 0,0 0 1 0,0-4 8 15,-1 1-7-15,1-1-1 0,0-1-3 0,0-1-1 0,-2-3 1 16,0 2 0-16,2 0 2 0,0-1-1 0,0 1 3 15,-1-2 2-15,1 0-1 0,0 0 2 0,0-1 1 16,0-1-6-16,0 0 4 0,0 0 1 0,1-1 0 16,1-1 3-16,2-6-3 0,7-14 2 0,0-4-2 15,-2 0 0-15,2-2-1 0,-2 2-7 0,2-5 3 16,0-1-2-16,0-3 4 0,2-2 1 0,0-4-5 16,1-7 3-16,1-3-3 0,3-6 8 0,-1-3-11 15,1-1 5-15,1 0-6 0,-1 1 10 0,1 12-10 16,1 4 7-16,-3 8-6 0,-3 9 10 0,-3 4-5 0,-2 5-4 15,-5 7 1-15,0-1 0 0,-3 7-2 0,-1 1 0 16,0 0 0-16,2 1-6 0,-1-1 3 0,1 2-5 16,-2 0 5-16,2 0-6 0,-2 1-13 0,-1 1 10 0,1 0-11 15,0 1 8-15,0 1-122 0,-2 2-26 0,0 2-41 16,-2 12-157-16</inkml:trace>
  <inkml:trace contextRef="#ctx0" brushRef="#br0" timeOffset="144213.19">13625 12428 575 0,'0'0'2'0,"-2"-2"2"0,0 1 3 15,0-1-6-15,0 0 4 0,1-2-5 0,1 2 12 16,-2-9-3-16,0 0 9 0,2 2 7 0,0-2 7 16,0-1 5-16,-2 1 0 0,2 2 8 0,0 0 18 15,0-2-6-15,0 3 9 0,0 1-10 0,0-1-14 0,0 5 0 16,0-1-6-16,0-2-12 0,0 4-8 0,0-1-4 16,0 1-1-16,0-2-10 0,0 0-1 0,0 1 2 15,0 1-2-15,0 0 4 0,0 0-4 0,0 0 4 16,2 2-3-16,0 0 9 0,0 0-11 0,-1 2 2 0,1 0-3 15,0 2 2-15,2 9 1 0,1 9 6 0,1 2-1 16,-2 2 7-16,-2 0-2 0,-1 2-4 0,-1 0 4 16,0 0 8-16,2 1-12 0,0 3 9 0,0-2-9 15,0 3 4-15,-2 0 3 0,0 1-8 0,0-1 6 16,0-7-3-16,0-2-6 0,-2 1 0 0,0-3-2 16,0-2 1-16,-1 4-6 0,-1-5 1 0,2-4-8 15,0 2-29-15</inkml:trace>
  <inkml:trace contextRef="#ctx0" brushRef="#br0" timeOffset="146484.42">15294 12070 36 0,'0'0'22'0,"0"0"9"16,0-2 28-16,0 0 4 0,0 0-1 0,0 0-13 15,0 1-13-15,0-1-1 0,0-2-4 0,0 0 1 0,0 2 0 16,0 1 12-16,2-3-8 0,0 0 17 0,0 0 3 16,0 1-3-16,-1 1 4 0,1 0 5 0,0 0-7 15,2 2-4-15,0 2-2 0,-1 0-23 0,7 15-11 16,1 14 4-16,-6 4-7 0,-5-1-1 0,-3-1 1 16,-7 1-4-16,-3-3 3 0,-5-1-11 0,-3 2 0 15,-20-1-4-15,-5-1 0 0,-6 0-28 0,2-6-96 16,-2 0-45-16</inkml:trace>
  <inkml:trace contextRef="#ctx0" brushRef="#br0" timeOffset="147265.76">16958 11541 497 0,'0'-2'32'0,"-2"0"44"16,0-2-52-16,0-1 8 0,-3-8-8 0,1 3 9 16,-2-1-3-16,3 2-10 0,-1 0 2 0,0-2-3 15,0 1 12-15,1 1-5 0,-1 0 8 0,2 1-8 16,0 1-6-16,0 1 12 0,1-1-6 0,1 3 9 16,-2-1-3-16,2 1-5 0,-2 0 5 0,0 0-4 15,0 1 3-15,2-1-23 0,0 2 1 0,0 0-6 16,0 0 1-16,0 1 5 0,0 1-4 0,0 0 4 0,0 1-1 15,0 1-2-15,0 2 0 0,0 0-2 0,4 16-9 16,1 1 5-16,1 1 3 0,0 2 0 0,-1 0 0 16,3 4 7-16,-3 0-12 0,3 0 10 0,-1 3-8 0,0-1-5 15,1 2 7-15,-1 1-4 0,1-1 5 0,-1 1 1 16,1-2-2-16,-1 1 2 0,-1 0-1 0,-1-3-3 16,3-1 2-16,-3-4-2 0,1 0 6 0,-1-3-5 15,1-1 5-15,-1-3-4 0,-1-8 6 0,0 1-5 16,-2-5-3-16,0-1 2 0,-1 0 2 0,1-1 1 15,2 1-1-15,-2-4 3 0,7 6 11 0,0-5-6 16,4 1 5-16,0-2-6 0,-1-3-2 0,1-5 7 16,-2-3-4-16,2-17 3 0,2-3-11 0,-1-5-4 0,-4 3 1 15,1-8-1-15,-2 2 7 0,-1-2-1 0,5-1-1 16,0 1-1-16,3-2 0 0,1 2-4 0,0 0 3 16,-4 0-3-16,0 6 2 0,0 2-2 0,0 3 4 15,0 4-4-15,-4 2 1 0,-4 3 1 0,1 5-4 0,-4 3 3 16,3 3-1-16,1 7-5 0,-2-3 0 0,-2 4-2 15,1-1 1-15,1-1 1 0,0 2-4 0,-1 0 1 16,1 2-14-16,-2 0 8 0,0 2-7 0,0 0 2 16,-2 5-58-16,2 21-227 0,-2 0 11 0</inkml:trace>
  <inkml:trace contextRef="#ctx0" brushRef="#br0" timeOffset="147611.82">17691 11912 682 0,'0'-2'12'0,"0"0"0"0,-2 0-9 15,0-1 6-15,1-1-9 0,-1 0 14 0,2 1-6 16,0-3-2-16,-2 2 1 0,0 1-4 0,0-1 25 0,0 0-4 15,2 2 10-15,-2 0-6 0,2 1 0 0,0-1-8 16,0 0 5-16,0 2-9 0,0 0 5 0,0 2 2 16,0 0-1-16,0 1 3 0,0 18-5 0,0 8 4 15,0 1-6-15,0 0 0 0,0 3 0 0,0 3-5 0,0-7 2 16,0 5-15-16,0-6 4 0,0-2 0 0,0 1 2 16,0-2 2-16,0-3-9 0,0 0 1 0,2-3-3 15,0-1 4-15,-2-3-6 0,0-2-7 0,0-2 0 16,0-3-12-16,0-1-11 0,0-3-3 0,2 0-13 15,0-1-95-15</inkml:trace>
  <inkml:trace contextRef="#ctx0" brushRef="#br0" timeOffset="148022.01">18239 11589 599 0,'-2'0'29'0,"0"-2"31"0,0 0-32 0,-1 0 11 0,-1 1-10 15,0-1 11-15,0 0-12 0,1 2-22 0,-1 0 5 0,2 0-8 16,0 0 6-16,0 0 0 0,1 0 0 0,1 0 1 16,0 0 17-16,1 0 15 0,3 0 1 0,18 0 4 15,16 0 2-15,4 0 11 0,-1-2 2 0,0-2 0 16,4 1-17-16,-3-3-26 0,3 0-4 0,-4 3-4 16,-4 1-7-16,-4 0 0 0,1 2-4 0,-1 0 2 15,-5 0-2-15,-4 0 1 0,-5 0 0 0,-3 0-1 16,3 0-8-16,-12 0 6 0,-1 0-5 0,-2 0 3 0,-1 0-19 15,1 0 5-15,-2 0-8 0,0 0 2 0,0 0-48 16,-2 0-101-16,0 0 4 0,-2 0-40 0,-2 2-41 16</inkml:trace>
  <inkml:trace contextRef="#ctx0" brushRef="#br0" timeOffset="148242.15">18391 11853 578 0,'-2'0'42'0,"0"0"63"0,1 0-77 0,-1 0-11 0,0 0-8 15,0 0 2-15,0 0-7 0,0 0 12 0,0 0-6 16,2 0 7-16,0 0-8 0,2 0 20 0,0 1-2 16,2-1 9-16,0 0 8 0,18 4 18 0,6 0-1 15,0-2 3-15,5-2-10 0,-1-2-24 0,3-2-4 0,-2 0-8 16,3 1-21-16,-1 1-14 0,2 0-1 0,-4 0-9 15,3 0-46-15</inkml:trace>
  <inkml:trace contextRef="#ctx0" brushRef="#br0" timeOffset="152885.39">8835 4246 32 0,'3'-19'3'0,"-3"13"12"0,0 1-8 15,0 3 4-15,0-4-2 0,0 5 3 0,0-3-3 16,0 2 2-16,0 0 6 0,0 0-5 0,0-1 11 0,-2-1-17 16,1 0 15-16,-3 0-9 0,2 4 63 0,-9-5-35 15,-2-1 10-15,2 3-22 0,-4-1-14 0,2 0-5 16,2 2-5-16,-4 1 3 0,2 1 9 0,-2-2-8 15,-4 2 9-15,3 0-10 0,-1 0 2 0,4 0-3 16,-4 2-6-16,4-1 1 0,-3 3-12 0,1 0 16 16,0 0-8-16,0-1 10 0,-4 5-9 0,3-3-1 15,-3 3 3-15,-1-1-2 0,-1 2 4 0,1 1-1 0,-6-1 0 16,6-2-1-16,-6 3 2 0,-2 1-2 0,2-2 0 16,-8 2-2-16,3-2-5 0,7 1 7 0,-8 1 6 15,4 0-1-15,2 0-2 0,-5 2 6 0,6-2-6 16,-2 4 7-16,2-2-5 0,1 0 2 0,2 0-1 0,-2 2 1 15,3-2-2-15,1 0-7 0,1 0 6 0,5-2-6 16,1-7 7-16,0 11-5 0,1 0-6 0,1-1 4 16,-2 1 3-16,2 2-3 0,2 0 3 0,-2 5-4 15,0-3 7-15,0 1-8 0,-2-3 2 0,0-1-5 16,-2 5-2-16,-4-1 2 0,1 1 6 0,-3-1-3 16,-1-1 4-16,-4-1-1 0,-2 1-3 0,-4-1 4 0,5 1 2 15,-3 1-9-15,0-1 7 0,2 1-7 0,-3-1 16 16,3 3-13-16,6-1 6 0,1 3-7 0,3 0 5 15,-1 0 4-15,4 2-11 0,-3-2 10 0,3 4-8 16,2 0 2-16,0 0 2 0,3 5-1 0,1 1 4 0,0 3 2 16,-2-2-4-16,2 8 0 0,-3-8-13 0,3 2 15 15,0-2-1-15,0-7 5 0,1 4-14 0,1-6 6 16,-1 2-4-16,1-4 6 0,-2 2 1 0,1-2-4 16,3 0 1-16,-3 0-2 0,3 2 7 0,-1 0-4 15,2-2 1-15,-12 2-2 0,4-2 2 0,3 2 1 16,4 0 1-16,1 0-1 0,0 4-9 0,2 4 12 15,2-1-7-15,0 4 9 0,0 0-15 0,2-2 4 16,2 3 3-16,1-3 1 0,1 2 0 0,0-4-2 0,1 1-2 16,0-3 2-16,1-3 3 0,1 0-3 0,2 0 3 15,-1-4-1-15,3 2 7 0,0 0-14 0,0 0-2 16,1 0-4-16,3 0-3 0,0 0 7 0,-12 0 4 16,18 2 0-16,-1-2-9 0,0 2 7 0,0 0-6 15,6 1 9-15,4 3 4 0,-1-1-5 0,-1 7-6 0,-2-1 2 16,-2 0-18-16,4 2-5 0,-1 0-4 0,1 2 0 15,-2-2-3-15,-2-4 14 0,-2-5 4 0,-2-2 1 16,3-2 9-16</inkml:trace>
  <inkml:trace contextRef="#ctx0" brushRef="#br0" timeOffset="153780.28">10992 8449 51 0,'4'0'7'0,"16"0"-2"0,45 0 8 0,0 0 8 15,2 0-3-15,0-2 16 0,-2-1-7 0,-2-3 2 0,-4 1-6 16,-5 1-9-16,-2-2 3 0,2-1-6 0,0-1 6 16,3 1 8-16,3 0-1 0,5-1-1 0,2 1 0 15,0-1 9-15,1 1-9 0,1-1 10 0,-6 1-13 16,2 0-7-16,-7-3 4 0,-6 3-8 0,1-1 6 15,3 1-12-15,4-2 0 0,5 1 1 0,5-1 0 16,-3 0 0-16,5-2 10 0,-3-2-3 0,-4 0 5 0,0-2-6 16,-4 2-8-16,-3-2-1 0,3 2-1 0,-1-2 6 15,6 0-6-15,7-2 9 0,3 3-9 0,0-3 4 16,2 0 0-16,-6 2-7 0,-10 0 3 0,-5-1-11 16,-7-1 11-16,-5 2 0 0,0 2 4 0,-3 0-4 0,-1 0-2 15,2 0-3-15,3-3 2 0,1 1-4 0,6-4 7 16,-1-1-5-16,2-3 4 0,-4-1-7 0,2 21 5 15,-3-29 3-15,-7-3 0 0,1-1-2 0,-2 3 0 16,0-2 2-16,0 3 0 0,1-1 4 0,-1 1-1 16,-4 2-8-16,4 3 6 0,-2 1 0 0,2-2-3 15,2 4 3-15,-8 1-4 0,-3 1 0 0,-6 0 3 16,-4-2 0-16,2-2 1 0,2-2 3 0,-4-4-2 16,1 1 2-16,-3-5 0 0,-7-6 20 0,4-3-19 0,-4-1 15 15,-2-6-17-15,2 5 18 0,-6-3-10 0,4 6-7 16,-1-1 1-16,-1 6-8 0,2 2 10 0,0-2 3 15,-5 4 1-15,-1-1-11 0,1 5 2 0,0-3-3 16,-3 1 2-16,5-4 3 0,-6-2-2 0,-1-9 6 0,1-3-4 16,0-4 0-16,0-8 3 0,0 1-7 0,28-3 7 15,-17 2-3-15,-6 8-7 0,-5 3 4 0,-2 5-3 16,0 3 7-16,-2 3-2 0,-2 0 3 0,-1 0-2 16,-3 2 0-16,1-4-3 0,-4-5 2 0,0-8-2 15,-4-5 1-15,-2-8 5 0,-2 1-8 0,-3 1 7 16,-2 6-6-16,22 7 3 0,-35 5-1 0,2 7 0 15,-2 3-5-15,-2 3 2 0,3 5 2 0,-6-3 0 0,1 3 3 16,0-4-5-16,0-3 3 0,4-2-2 0,-4-5 9 16,2-7-9-16,-4-2 3 0,3-1-3 0,-3-3 0 15,-4 8-4-15,-6 0-1 0,-7 5-1 0,3 1 14 0,-8 1-6 16,5 6 0-16,-1 0-2 0,-8 3-8 0,12 3 1 16,-3 3 1-16,1 4 1 0,1 0 9 0,-1 1-8 15,-10-3-2-15,-9 2-5 0,-4 0-21 0,-10-4 13 16,1 0-2-16,5 4 5 0,1-2-9 0,3 8-1 15,-3-1 4-15,-10 2-1 0,-11-1 7 0,-14-1-5 16,3 2 1-16,0 6-1 0,9 6-5 0,0 3-12 16,-11-35-4-16,-12 26-2 0,-5 7-11 0,2 6-22 15,8 3 4-15,2 6-6 0,-14 4 31 0</inkml:trace>
  <inkml:trace contextRef="#ctx0" brushRef="#br0" timeOffset="161927.47">20482 10471 82 0,'0'0'0'0,"-2"0"6"0,0-2 70 0,0 1-20 15,0-1 6-15,1 0-29 0,-1 0-10 0,0 0 1 16,0 0 0-16,0 0 3 0,0 1 17 0,0-1-7 16,-1 0-1-16,-1 0-2 0,0 0-7 0,1 0 2 15,1 0 5-15,0 2-4 0,0 0-8 0,0 0 3 16,0 0-9-16,0 0 8 0,1 2-10 0,-1 0-3 0,2 0 5 16,0 2-6-16,-2 9-6 0,-2 3 10 0,0 5-2 15,-1 1 5-15,-1 0-2 0,1 4 3 0,1 2-8 16,-2 2 7-16,3 1-9 0,-1 1 7 0,-2 1 0 15,1 1 1-15,-1-1-3 0,3 4 2 0,-1-1 2 0,2 1 0 16,-2 0 3-16,2-5 4 0,-1 1-11 0,1-3 7 16,0-4-14-16,0-4-4 0,0 0 6 0,0-5-6 15,1-2 1-15,-1-2 2 0,0-4-3 0,2-3 3 16,0-1-4-16,0-1 9 0,-2 0-9 0,0-1 8 16,0 1-12-16,0-2 2 0,1 0 4 0,-1 0-3 15,0-2 7-15,0 0-5 0,0-2-2 0,0-2-3 16,-7-20-2-16,0-8 4 0,3 1 4 0,1-6-2 0,3-2 6 15,2 0-7-15,0 0-3 0,0-2-1 0,2 4 3 16,1 1-3-16,5-1 2 0,-1 4-2 0,1-1 12 0,-1 1-10 16,0 3 9-16,3 2-10 0,1 1 6 0,2 1-2 15,2-2-1-15,-2 2 0 0,0 0 0 0,2 0 6 16,-1 4-5-16,-6-1 5 0,16 7-6 0,0 3 10 16,0-4-5-16,6 8 8 0,-2-4-7 0,0 1-6 15,-1 11 7-15,-1-16-7 0,-1 8 7 0,-3 5 0 16,0 4-4-16,-5 2 2 0,0 3-11 0,-3 3 10 15,-2-1-5-15,-1 2 6 0,-4 14-10 0,1-1 8 16,-5 0-5-16,-1-1 7 0,0 1-6 0,13-2 8 0,-6-1 2 16,-3 1 2-16,-4 1-11 0,-2-1 1 0,-6 2-1 15,-3 1 3-15,-2-1 3 0,-6 4-4 0,11-2 4 16,-22 0-4-16,-1-1 5 0,-1-5-3 0,0 1-5 16,1-4 1-16,3-2 5 0,-2-4-3 0,0-2 2 15,9-1-3-15,-1-4-4 0,3 0 2 0,2 9 6 16,1-4-1-16,6-5 10 0,1 0-14 0,-1 0 6 0,3-2-7 15,-1 0 6-15,2 0 4 0,1 0-3 0,1 0 4 16,0-2-2-16,0 0-5 0,2 0-1 0,0 0 0 16,2 0-6-16,0 1 8 0,2-1-6 0,-3 2 7 15,18-10-1-15,0 3-4 0,3 1 3 0,0 3-3 16,0 1-2-16,1 2 2 0,1 0 4 0,-4 2-1 16,2 1-3-16,-1 3 0 0,-3 0 0 0,-1-1 2 0,2 3 2 15,-3-1 6-15,-1 0-10 0,2 3 7 0,0-1-4 16,-4-2-3-16,2 3 4 0,-1-1-4 0,-1 0 7 0,0 1-7 15,2-1 4-15,-2-2-6 0,-2 1-5 0,1-3 7 16,1 1-11-16,-2-2 8 0,-2-1-19 0,0-1-10 16,-3-2-1-16,1 0-5 0,-1 0-24 0,1 0-54 15,-3 0-9-15,2 0-21 0,-3 0-79 0</inkml:trace>
  <inkml:trace contextRef="#ctx0" brushRef="#br0" timeOffset="162253.82">21191 10809 277 0,'0'-2'31'0,"-2"0"78"15,2 1-109-15,-2-1 30 0,0 0-14 0,1-2 18 16,-1 0-9-16,0 1-4 0,0-1 14 0,0 0-11 15,2 1 21-15,0-1-10 0,0 0 6 0,0 0-7 16,0 1 9-16,0-1 7 0,0 2-7 0,0 0 4 16,0 0-27-16,0 1 14 0,0-1-8 0,0 0 10 0,0 2-4 15,0 0-2-15,0 2-2 0,0 0-2 0,0 1-9 16,0 12 2-16,0 11-5 0,-2 2 2 0,-1 2-10 0,1 1-4 16,0-1 3-16,0 2-3 0,2-3 2 15,2 3-3-15,-2-6 2 0,2-6-3 0,3 3-14 0,1-9-13 16,-1-2-15-16,3-1 1 0,-4-6-55 0,1 5-100 15,1-3-15-15</inkml:trace>
  <inkml:trace contextRef="#ctx0" brushRef="#br0" timeOffset="162654.4">21611 10300 217 0,'0'-1'103'16,"0"-3"8"-16,-2-15-23 0,0-7-28 0,0 6-21 16,2 5-2-16,0 2 2 0,-2 4-1 0,2 1-1 15,0 1-10-15,0 1-3 0,0 4 7 0,0 1-6 16,-2-3 1-16,1 0-8 0,-1 2 2 0,0 0-3 15,0 1 8-15,0-1-1 0,0 2 2 0,0 0-2 0,1 0 2 16,-1 2-8-16,0 1-5 0,0 5 0 0,-2 16-6 16,2 6-6-16,2-8 9 0,0 8-7 0,0-3 13 15,0 3-21-15,0 4 5 0,0-5-10 0,2 5 10 0,-2-5 5 16,0 3-4-16,0 3 5 0,0-3-5 0,-2-1 2 16,1 3-4-16,-1 1 2 0,-2 0 2 0,2 1-8 15,-2 1 9-15,3-2-9 0,-1 0 14 0,0-3-9 16,2-1 5-16,0-1-6 0,0-4 4 0,0-2-3 15,2-1-5-15,0-7 4 0,-1 1 7 0,1-6-18 16,-2-5-2-16,0-1-9 0,2-1-18 0,0 0 18 16,-2-2-14-16,0-1 12 0,2 1-29 0,-2 0-62 15,2-2 10-15,0 0-30 0,-1-2-21 0</inkml:trace>
  <inkml:trace contextRef="#ctx0" brushRef="#br0" timeOffset="162983.49">21869 10226 831 0,'-2'-2'7'0,"0"0"20"16,0-1-25-16,0-1 3 0,0 0-5 0,2 1 2 16,0 1-2-16,0 0-1 0,0 0 2 0,2 0-3 0,0 0-3 15,0 2 3-15,0 0 6 0,0 0-1 0,0 2 6 16,-1 0-3-16,1 5 1 0,6 18 1 0,-3 4 16 15,-1 5-7-15,-4-3 0 0,0 5-2 0,0-5-1 0,0 3-1 16,-2-1-6-16,0-3 2 0,0 1-14 0,1-1 7 16,-1 1 4-16,0-1 0 0,2-2-2 0,0 0 4 15,0-2-1-15,2 0 3 0,0 0-3 0,-1-2-3 16,1-2-3-16,0 1 1 0,0-1-3 0,2-4 0 16,-1 5 5-16,-1-5-2 0,0-1 1 0,0-4-2 15,0 0-10-15,0 0 3 0,1-2-29 0,1 0 1 16,-2-5-8-16,-2-2 3 0,2-1-27 0,0 1-43 15,0-2-6-15,-1 0-18 0,1 0-54 0</inkml:trace>
  <inkml:trace contextRef="#ctx0" brushRef="#br0" timeOffset="163623.89">22348 10234 738 0,'0'-2'15'0,"-2"0"27"16,0 0-38-16,0 0-2 0,0 0-5 0,2 2 3 16,0 0 4-16,0 2-6 0,0 0 10 0,0 4-9 0,-3 25 9 15,-1 6 7-15,2 0 3 0,-2 8 2 0,1-4 5 16,-1 2 10-16,0-3-13 0,1-1 13 0,-3 0-2 16,0-2 7-16,1 1-1 0,-1-5-1 0,3-1-15 15,-1-5-6-15,2-1 4 0,2-5-4 0,0-1 4 0,0-5-13 16,0-2 4-16,0-4-6 0,0-3 3 0,0-2 1 15,0-2-7-15,2 1 5 0,0 1-2 0,0-2-6 16,-1 0 7-16,1-2-7 0,0 0 1 0,0-2-3 16,0-2-10-16,3-7 5 0,5-13-6 0,-3-2 0 15,-3 0 5-15,0-2-4 0,-3 0 6 0,1-2 4 16,0 3 0-16,-2-7 1 0,2 1 6 0,-2-3-3 16,2-1 3-16,0 0-5 0,0-2 0 0,1 0-3 15,1-3 2-15,0 4-3 0,-1 1 4 0,1 6 3 0,0 5 0 16,0 5 2-16,-1 5-8 0,1 3 6 0,2 0 1 15,-1 1 4-15,1 3-3 0,-3 5 10 0,18-1-12 16,5-12 12-16,0 4-13 0,0 6 13 0,2 1-5 16,1 6 5-16,-3 2-11 0,-5 4 1 0,-3 3 0 0,-7-4-1 15,-1 25-8-15,-3 7 9 0,-5 0-5 0,17-3 7 16,-8 3-5-16,-8-4 4 0,-4-1-1 0,-5-4 1 16,-3-2-2-16,-2-2 7 0,-2-4-6 0,9-1 5 15,-20-4-13-15,0-4 9 0,-1 2-3 0,3-2 6 16,0-4-2-16,1 3-4 0,5-3 0 0,-1-3-2 15,2 1 1-15,2-3-4 0,0 0 10 0,4 0-9 16,0 5 4-16,1-1-4 0,3-2-2 0,1-2 0 0,0-2 11 16,2 0-10-16,1 0 3 0,-3 1-4 0,0-1 11 15,0 0 3-15,3 0 3 0,-1 0-1 0,2 0-2 16,0 0 1-16,2 0-2 0,-1 0 2 0,3 0-2 0,13-1 3 16,11-1 0-16,3 0 1 0,-1 2-4 0,0 0-7 15,-3 0 0-15,-1 0-1 0,0 2-5 0,-3 1-4 16,1 1-1-16,-2-2-1 0,-5 0-8 0,0 0-30 15,-4 0-5-15,1-1-11 0,3 1-49 0,-2 0-245 16</inkml:trace>
  <inkml:trace contextRef="#ctx0" brushRef="#br0" timeOffset="164097.35">22892 10577 671 0,'0'0'9'16,"0"-2"2"-16,2 0-25 0,0 0 0 0,-1 1-9 16,3-3 25-16,2 0-3 0,14-11 2 0,6 2-3 15,0 0 10-15,0 2 28 0,4 0 0 0,-4 2 10 0,2 0 11 16,-4 3-29-16,-2 2 4 0,-3 2-13 0,-5 2 2 15,-4 2-10-15,-3 0 12 0,-5-2-12 0,0 2 17 16,9 15-7-16,-4-1 6 0,-1 3-5 0,-4-1 6 0,-2 3-9 16,-6-1-2-16,-1-1-1 0,-6 1-9 0,11 1-1 15,-22-3-4-15,0 3 4 0,1-3 13 0,1-5-12 16,-2 0 8-16,2-3-11 0,0-1 3 0,-4-4-1 16,7 3-3-16,2-4 2 0,2-1 1 0,6-1-3 15,-4 7 3-15,4-3-4 0,1-2 2 0,5-2-2 16,-1-1 5-16,0 1-2 0,1 0 14 0,-1 0-9 15,2-2 3-15,0 0-4 0,0 0 8 0,2 0-3 0,0 0 3 16,2 0-2-16,2 0-1 0,5-2-2 16,17-2 1-16,0 1 1 0,0-1 6 0,0 0-3 0,0 1-8 15,-2-1 4-15,2 0-7 0,-4 2-6 0,-1 0 2 16,-1 1-5-16,-3 1 2 0,-2 0-21 0,0 0 0 16,-4 0-10-16,-2 0-28 0,-3 0-39 0,-3 0-20 15,1 0-18-15,-2 0-178 0</inkml:trace>
  <inkml:trace contextRef="#ctx0" brushRef="#br0" timeOffset="164515.34">23670 10172 518 0,'0'-2'56'0,"0"1"10"0,0-3-36 16,-2-13-20-16,0-1-12 0,0 1 13 0,2 4-13 15,0 4 8-15,0 1-9 0,0 1 15 0,0-1 17 16,0 3-1-16,0 3 7 0,0 0 12 0,0 0 4 16,0 0-2-16,0 0 1 0,0 1-18 0,-2-3 6 15,1 0-9-15,-1 0 7 0,0 3-16 0,0-1-4 0,0 0-5 16,0 0 1-16,0 2-8 0,-1 0 3 0,-1 2 4 15,2 2-3-15,-9 18-1 0,0 9-1 0,3-1-2 16,-1 5 0-16,0 3 0 0,1-1-3 0,1 5 3 16,3-3-4-16,1-1 0 0,1-1 5 0,2-6-3 0,2-3 4 15,1 0 4-15,1-6-1 0,-2-1 0 16,2-1-2-16,-1-3-7 0,3 1 1 0,-1 1-1 0,1-4 2 16,1 1 0-16,-1-1 5 0,0 0 0 0,-1 0 0 15,-1-2-9-15,-2-4-6 0,0 2-2 0,-2-5-1 16,1 1-1-16,-1-3-45 0,0 0 2 0,2 0-19 15,0-1-27-15,0 1-49 0,0-2-6 0,0 0-20 16,1-2-85-16</inkml:trace>
  <inkml:trace contextRef="#ctx0" brushRef="#br0" timeOffset="164841.6">23969 9949 958 0,'0'-1'12'0,"0"-3"24"0,0 0-28 0,0-7 4 16,0 4-4-16,0 3 4 0,0-2-10 0,0 4-2 15,0 1 0-15,0-1-2 0,2-2-9 0,-1 0 14 16,1 1-5-16,0 1 8 0,2 0-6 0,0 0 14 0,-1 0-4 16,1 2 7-16,-2 0-5 0,0 0 2 0,0 2 3 15,-1 0-3-15,-1 0 4 0,6 20-11 0,-2 2 9 16,-4 2-9-16,-2 6 14 0,-2 3-19 0,-1 2 5 15,-3 2-9-15,1 6 1 0,-1-1 1 0,3 5 0 0,1-5 3 16,0-3 8-16,1-4-13 0,1-2 2 0,0 1-6 16,0-7 6-16,2 3 9 0,0-6-9 0,2-2 7 15,0-2-4-15,1-1-7 0,1-1 10 0,0-1-9 16,1-1 19-16,1-1-9 0,-2-2-1 0,-1 0-3 16,1-2 2-16,0-2 1 0,-2-2-4 0,0-3 1 15,-1 1-3-15,-1-3-2 0,0 1 2 0,0-1-8 16,0 0-46-16,0 0-140 0,0-1-102 0</inkml:trace>
  <inkml:trace contextRef="#ctx0" brushRef="#br0" timeOffset="165828.29">24992 9626 80 0,'0'0'57'0,"0"0"-5"16,0-1 33-16,0-1 3 0,0 0-9 0,0-2 3 0,0 0-39 15,0 1 8-15,0-1-17 0,0 0 7 0,0 1-9 16,0-1-2-16,0 0-1 0,0 0-2 0,0 1-15 15,-2-1 4-15,0 0-7 0,0 1 5 0,0-1 8 16,1 2-6-16,-1 0 6 0,-2 0 0 0,0 0 8 16,-3 1 5-16,-6-1-3 0,0 0-7 0,0 2 5 15,2 2-11-15,-6 1 9 0,0 3-12 0,1 3 2 16,-3 4-1-16,0-3-1 0,1 14-16 0,-1 0 9 0,-1 2-3 16,1 2 6-16,1 1-1 0,-1 3-9 0,2 1 3 15,1 5-4-15,-3 1 2 0,6 3-2 0,-4 3 4 16,4 5-2-16,2 0 14 0,0 4-14 0,2 3 6 15,5-3-7-15,0 2 4 0,-22-2-2 0,13-10-4 16,8-3 3-16,5-4 6 0,2-7-5 0,3 2 4 0,5-5-5 16,1-2 1-16,2-3 6 0,2 0-7 0,-10-3 7 15,23-1-1-15,0-3-2 0,2-2 8 0,1 0-8 16,3-4 1-16,-1-3-10 0,0 0-8 0,5-5 0 16,-7 1-25-16,6 21-35 0,-1-12 1 0,-10-8-14 15,5-1-14-15,-11-2-76 0,5-2-26 0</inkml:trace>
  <inkml:trace contextRef="#ctx0" brushRef="#br0" timeOffset="166358.6">25177 9951 772 0,'0'0'14'0,"0"0"1"0,-1-2 6 0,-1 1-2 16,0-1-2-16,0 0-7 0,0 2 4 15,0 0-8-15,0 0 8 0,1 0-3 0,-1 0 1 0,0 0 3 0,2 0-3 16,0 0-3-16,0 0 15 0,0 0-8 0,0 2 10 15,0 0-4-15,0 1 5 0,2 5 2 0,3 16-3 16,3 4-10-16,-1 3-6 0,2 5-5 0,-1 1 2 16,-3 5-5-16,-1-1-2 0,0 0 6 0,-2 0-4 15,-2-2 18-15,0-6-9 0,2-1-1 0,-2-6-3 16,0-6-3-16,0 1 8 0,0-4-3 0,-2-6 2 0,0 0-9 16,0-2 10-16,2-1-3 0,0-3 4 0,0-3-9 15,0 0 8-15,0 2-1 0,-2-1 1 0,0 1-11 16,0-2 6-16,1 0-1 0,-1-1 2 0,0-1-5 15,0 0 3-15,0-1-3 0,0-3 5 0,-5-11 7 0,-4-13-3 16,3-5 2-16,5-2-3 0,3-3 0 0,0-4-3 16,0-1 4-16,3 0-3 0,3 2 5 0,1 4-8 15,4 4 4-15,1-1-3 0,1 7 10 0,0 1-9 16,1 3-1-16,-6 3-2 0,16 1 2 0,-2 3-3 16,1 3-2-16,-1 1-1 0,2 3-2 0,-4 2-2 15,1 3 3-15,-4 2-1 0,-3 0-3 0,-4-5-11 16,-1 1-7-16,-2 3 0 0,1-1-21 0,-1 2-28 0,-1 2-6 15,-1 0-13-15,-1 0-69 0</inkml:trace>
  <inkml:trace contextRef="#ctx0" brushRef="#br0" timeOffset="166865.01">25580 10180 1026 0,'0'-2'1'0,"0"0"4"16,0 0 5-16,0 0-11 0,0-1 5 0,0 1-22 15,0 0 11-15,0 0-3 0,0 0 7 0,0 0 2 16,0 2-4-16,0 0 7 0,0 2-3 0,-1 2 14 0,-5 18-1 16,-3 13 10-16,-2-1-6 0,-2 5 10 15,0 0 1-15,1-4-8 0,1 0 7 0,0-5-12 0,0-4 3 16,2-4-5-16,1-3 3 0,1-2-6 0,1-3 4 15,1-2-5-15,1-3 3 0,2-2-5 0,0-1 2 16,0-1 1-16,2-3-1 0,0 2 10 0,0 0-12 16,0-1 6-16,2-1-9 0,0 0-1 0,2 0 4 15,5-2-5-15,10 0 3 0,1-4-10 0,2-1 3 16,1-3 5-16,1 1-2 0,-2-1 8 0,2-1-9 16,2 0 0-16,-4 1-3 0,4 1 11 0,-3 0-2 0,3 1-1 15,3 1-1-15,-6 1 0 0,1 0 7 0,-6 2-2 16,3 0 1-16,3 2-12 0,-5 0 7 0,-5 2-7 15,-10-2 7-15,2 2-1 0,-3 0 6 0,1 2 1 16,-2-1 1-16,2 7 7 0,-4 1 5 0,-2 0 3 16,-2-2-3-16,-5 4-9 0,-8-4 0 0,-13 1-1 0,-9-3 0 15,0-1 0-15,-3-1 3 0,1 1-6 0,6-2 5 16,3-1-16-16,6 1 6 0,4 0-3 0,1 11 6 16,5-6-2-16,3-4-10 0,2-1-1 0,3-2-6 15,-1 0-20-15,5-2-40 0,0 0 0 0,1 0-15 16,-1 0-19-16,2-2-26 0,0 0-27 0,2 0-5 0,2-1-140 15</inkml:trace>
  <inkml:trace contextRef="#ctx0" brushRef="#br0" timeOffset="167133.76">26063 10369 1048 0,'0'-2'146'0,"0"0"-206"16,0 1 173-16,0-3-100 0,0 0-16 0,0 0-1 15,2 1-4-15,0-1 3 0,3 0-5 0,18-7 11 0,1 0 2 16,4 2 3-16,1 1 7 0,-1 3 3 0,6-1 1 16,-3 1 0-16,-1-1-4 0,-4 2-8 0,-2 1 1 0,-4 1-3 15,3-2-7-15,-7 2 4 0,-1 0-6 16,-2 0 6-16,-2 1-12 0,-1-1-34 0,-5 2-4 0,-3 0-12 15,0 0-23-15,2-2-77 0,-1 0-7 0,-1 0-36 16,0 0-117-16</inkml:trace>
  <inkml:trace contextRef="#ctx0" brushRef="#br0" timeOffset="167359.35">26267 10065 704 0,'0'-2'98'16,"0"0"-98"-16,0 0 109 0,-1-2-49 0,1 2-10 15,-2-5-23-15,2 3 2 0,0 1-10 0,0 1-7 0,0-2-9 16,0 0 7-16,0 1-7 0,0 1 4 0,0 0 11 16,2 0-7-16,-1 2 9 0,1 2-1 0,0 0 1 15,0 1-1-15,9 29 0 0,-2 3-2 0,-1 4-9 16,-3 4 3-16,-1-2-6 0,0 2-6 0,-2-1 5 16,-1-6-5-16,-1-1 5 0,0 0-5 0,0-9-1 15,2 0 1-15,0-5-1 0,0-5-5 0,0-3-20 16,0 0-1-16,0-4-8 0,-1-1-24 0,1 1-28 15,0-3-10-15,-2-4-12 0,2 1-93 0</inkml:trace>
  <inkml:trace contextRef="#ctx0" brushRef="#br0" timeOffset="170225.97">27294 10195 805 0,'0'-2'52'0,"0"0"-28"0,0 0 54 0,0 0-17 15,2-16-28-15,0 6 2 0,0 3-14 0,0 2 8 16,-1 1-27-16,3-1 8 0,0 1 2 15,0 4 1-15,-1 0-1 0,3-1 9 0,-1-1-7 0,-3 4 9 16,4-2 7-16,-2 2 3 0,-1 0 3 0,-1 2-4 16,0 0-12-16,2 5 2 0,1 23-9 0,-5 0 7 15,0 1-9-15,-3-3-11 0,-3 0 10 0,-1 2-11 16,-3-2 2-16,3-1 5 0,1-4-8 0,4-8 7 0,1-1 2 16,1-2-8-16,0 1 4 0,0-2-6 0,0-6 13 15,0-1-9-15,0-2-4 0,1 2-4 0,1-1-19 16,0-1-23-16,2 0-1 0,0 0-10 0,-1-2-6 0,12-2-16 15,0-2 3-15,2-5-12 0,-1 5-27 0,5-29-13 16,3 3 10-16,-2-1-4 0,-3 1 40 0,-4 4 15 16,-2-4 15-16,0 4 1 0,0 0 57 0,-2 0 19 15,-4 6 7-15,-1 3 7 0,-1 4 51 0,-3 2-10 16,2 0 4-16,0 5-7 0,-1 1-1 0,1 1-21 16,-2 0 5-16,0 0-10 0,0 3 10 0,-1-1-20 15,1 0 5-15,0 0-9 0,-2 0 16 0,0 2-13 16,0 0 0-16,0 0-7 0,0 2-17 0,0 0 10 15,0 0 0-15,0 1 1 0,-2 18-11 0,0 3-1 0,1 0-3 16,-1 4 3-16,0 0 2 0,2 0-12 0,0 0 7 16,0-1-8-16,0 3 10 0,2 0-8 0,0-8 6 15,1 0-6-15,1-5 8 0,-2-2-6 0,2 2-7 16,-3-6 3-16,1-2-3 0,-2-3-14 0,2 1 5 0,-2-5-11 16,0 0-19-16,2 2-20 0,0-1-5 0,0-1-6 15,-2 0-45-15,0 0-92 0,0-2-20 0</inkml:trace>
  <inkml:trace contextRef="#ctx0" brushRef="#br0" timeOffset="170392.88">27181 10120 1014 0,'0'0'26'0,"0"-2"-1"0,0 1 5 15,0-1-1-15,0 0-6 0,2 0-2 0,0 0-11 16,1 0 6-16,8-3-6 0,21-8 0 0,3 2-3 15,2 3-6-15,2 1 4 0,0 1 2 0,4 1-11 16,4-1 0-16,-7 2-6 0,5 1-6 0,-6-1-42 16,-6 2-3-16,-3 0-20 0,-6 2-65 0</inkml:trace>
  <inkml:trace contextRef="#ctx0" brushRef="#br0" timeOffset="170648.23">27673 9444 187 0,'0'0'6'0,"0"-1"12"0,0-1-19 16,0 0-2-16,0 0 1 0,0 0-2 0,0 0-11 16,0 0-40-16</inkml:trace>
  <inkml:trace contextRef="#ctx0" brushRef="#br0" timeOffset="171757.5">26806 9643 393 0,'0'0'30'0,"0"-2"-2"0,-2 0 16 0,0 1 1 16,0-1-6-16,0-2 1 0,1-2-10 0,-5-7 1 15,4 6-3-15,-2-2 3 0,-1-2 15 0,1 1-8 0,0 1 9 16,3 3-11-16,-1-1-11 0,2 3 1 0,0 1-6 16,0-3-5-16,0 2-3 0,0 1 2 0,0-1-1 15,0 0 11-15,2 2-1 0,-1 0 1 0,1 1-3 16,0-1-6-16,0 0-3 0,0 2-3 0,2 0 0 15,-1 2 0-15,-1 1-4 0,13 22 8 0,0 4-8 16,-4 3 2-16,-5-1-1 0,-1 3 5 0,-3-3-4 16,-2 3 2-16,-2-1 3 0,-2 1-11 0,1-1 10 15,-3 2-6-15,2-1 1 0,1-1 4 0,-1 2-3 0,0 1 5 16,2-1-9-16,1 0 3 0,-1-3-4 0,0-1 8 16,0 1-5-16,0-8 4 0,2 0-4 0,0 0 6 15,0-5-8-15,0 1 4 0,0-7-3 0,0-1 6 0,0-7-3 16,0-1-1-16,0-2 0 0,0 1 10 0,0 1-3 15,0-2 6-15,0 0-5 0,-2 0-4 0,0-2-4 16,1 0-5-16,-1-2 2 0,0-2 8 0,-7-13-14 16,-8-14 14-16,0-4-13 0,2-1 13 0,2-3-7 15,4 2-4-15,2-2 1 0,1 2-1 0,2 2-4 16,2-1 1-16,2 3-1 0,2 0 10 0,2 3-3 16,2 0-1-16,1 2-2 0,2 2-8 0,1 2 11 0,-1 2-5 15,0 2 5-15,0 1-9 0,1 2 1 0,-1 2 5 16,0 2-3-16,-3 2-1 0,7 4 0 0,2-2 1 15,0 5 0-15,-1 0-2 0,5 2 5 0,-2-9-3 16,-1 2 4-16,1 3-2 0,-2 4 0 0,0 2-4 0,0 0 4 16,-4 2 1-16,0 4-5 0,-4-1 6 0,1 7-5 15,-5 10 11-15,1-2-6 0,11 3 2 0,-4-1-3 16,-5 0-4-16,-4 2 4 0,-2-1 2 0,-2-5 1 16,-2 3 8-16,-2-5-6 0,1 3-2 0,-1-2 0 15,-1-3-3-15,-1-1 6 0,1 0-4 0,1-3 5 16,-1-1-3-16,1-2 3 0,5-1 3 0,-5-2-3 15,2 1-11-15,1-1 2 0,1-2-3 0,0-2 5 0,0 0 7 16,-2 3-5-16,1 1 0 0,-1 0-3 0,2 0-7 16,0-1 7-16,0 1-4 0,0 0 4 0,1-1-6 15,-1 5 5-15,0 9 2 0,2-3 0 0,0 1 2 0,0 2 0 16,2-2 2-16,1 0-1 0,1 0 6 0,2-4-3 16,1 4 3-16,1-6-2 0,-1 0 12 0,13 0-15 15,-1-1 4-15,0-4-8 0,-3 3 3 0,1-3-8 16,-4-1-8-16,0 3-1 0,-2-4-42 0,0 7-14 15,-1-3-8-15,1-1-5 0,-2-3-67 0,0 0-159 16</inkml:trace>
  <inkml:trace contextRef="#ctx0" brushRef="#br0" timeOffset="172411.85">27554 9125 704 0,'0'-2'23'0,"-2"0"1"0,0 1 5 16,0-3-8-16,1 0-3 0,1 2-18 0,-2-3 4 16,-2-1 0-16,2 2 3 0,0 1-5 0,2 1 11 15,-1-2 1-15,1 2 7 0,-2-1 22 0,2 1 3 16,0 0 11-16,-4 0-5 0,0-2 17 0,1 1-32 15,1-1 4-15,0 2-13 0,0 0-5 0,0 0-5 0,0 0-5 16,0 1 2-16,2 1-17 0,0 0 8 0,0 0-9 16,2 0 8-16,0 1-9 0,2 1 10 0,11 8-2 15,3 1 3-15,-1 0-8 0,1-9 1 0,-1 14 0 16,5 5 0-16,1 1 6 0,-3 4 1 0,4-2 1 0,-5 2-2 16,1 0-3-16,-1 2 9 0,-1 5 4 0,3 3 0 15,-3-1-2-15,3 4-4 0,-3 0-6 0,-1 0 5 16,-2-2-5-16,2-2 0 0,-4-1 2 0,3-4-2 15,-1-1-6-15,-2 3 2 0,-2-2 0 0,-1-3 4 16,-3 3 8-16,1-2-10 0,6 2 3 0,-1-1-5 16,-1 1 4-16,1 0 1 0,-6-1-5 0,4 1 4 15,-3 2-5-15,1-1-4 0,-5 1 5 0,-1-1-4 16,1 5 7-16,13-5 3 0,-8 1-2 0,-9-1 2 0,-4 1 0 16,-3 1-2-16,-4-1 5 0,-2 0-3 0,-2-5 9 15,2-2-11-15,0-5 4 0,11-1-5 0,-18-5 3 0,5 1 6 16,2 0-6-16,-2-4 6 0,4 0-2 0,0-1-9 15,1-1 11-15,3-2-11 0,1-1 9 0,-1-1-5 16,3-1-1-16,-1-2 0 0,3 2 3 0,-2-2 2 16,2-1-7-16,0 1 2 0,-1 0-42 0,-1 0-79 15,0 0-68-15</inkml:trace>
  <inkml:trace contextRef="#ctx0" brushRef="#br0" timeOffset="176324.48">20391 11583 71 0,'0'0'8'0,"0"0"15"0,0 0 30 0,0 0 4 16,0 0 9-16,0 0-13 0,0 0-14 0,0 0 7 15,0 0-6-15,0 0-7 0,0 0-12 0,0-1 0 16,0-1-2-16,0 2 4 0,0-2-12 0,-2 2 6 15,2-2-6-15,-2 0 17 0,0 2-10 0,0-2 10 16,1 2-9-16,-1-2 14 0,0 1 1 0,0-1-3 0,0 0 4 16,0 0-1-16,-1 0-6 0,-1 0 0 0,0 0-1 15,0 1 8-15,1-1-16 0,1 2 7 0,-2-2-10 16,0 0 9-16,1 0-13 0,-1 0 0 0,0 0-5 16,1 2-5-16,-1 0-2 0,2 0 2 0,0 0 0 15,0 0 6-15,0 0-10 0,1 0 7 0,-1 0-6 16,0-1 10-16,0 1-4 0,0 0-3 0,0 0 3 15,0 0 5-15,1 0-13 0,-1 0 9 0,0-2-7 0,0 2 18 16,0 0-17-16,0 0 3 0,0 0-4 0,1-2 17 16,-1 2-3-16,-2 0-3 0,0 0 0 0,1 0-4 0,-1-2 11 15,2 2 0-15,0 0 2 0,-2-2-12 0,3 2 4 16,-3-2-4-16,2 2 5 0,-2 0 10 0,2 0-11 16,1 0 4-16,-1-2-7 0,0 2-1 0,0 0-1 15,0 0-5-15,0 0 4 0,0 0-2 0,1 0-4 16,-1 0 3-16,0 0-4 0,0 0 3 0,0 0 6 15,0 0-3-15,0 0 2 0,1 0-7 0,-1 0 9 16,0 0-5-16,0 0 7 0,0 0-6 0,0 0 3 0,0 0 3 16,1 0-1-16,1 0 3 0,0 0-7 0,0 0 2 15,0 0-4-15,0 0 7 0,0 0-1 0,0 0 1 16,0 0-2-16,0 0-5 0,0 0-6 0,0 0 2 16,1 0-3-16,1 0 0 0,0 2 11 0,2 0-6 0,-2-2 8 15,14 4-11-15,1-2-1 0,7 1-4 16,-3-1 2-16,3 2 5 0,6-2-6 0,1 0 8 0,3 0-7 15,1-1 7-15,4 1-1 0,0-2 1 16,7 0 0-16,2 0 8 0,1 0-1 0,1 0 1 0,2 0-2 16,2-2-6-16,5-1 4 0,8-1-4 0,5 0 6 15,10-1 0-15,3-1-8 0,1 2 5 0,-6 1-5 16,-2-1 0-16,-2 2 5 0,0 0-8 0,8 0 6 16,5 1-6-16,5-1-1 0,7-2 5 0,3 0-2 0,-2-1 6 15,-2-1-7-15,2 2 0 0,6-1-4 0,1 1-5 16,10 0 8-16,-2-1 0 0,-7-1 4 0,-3 1 10 15,-5-1-14-15,6 2 3 0,9 1-6 0,-2-1 6 16,6-2 4-16,-8-1 0 0,-5 1 1 0,1-1 2 0,5 0-7 16,3 1 4-16,3 0-5 0,1-1 3 0,-11 1-2 15,1-1-1-15,-3-2 1 0,7 1 5 0,2 1-5 16,2-1-1-16,-4 3-2 0,-9-1 4 0,-6 1 1 16,0 1-1-16,-5 2 0 0,5 0 2 0,4 2-3 15,-4 0 4-15,-1 0-4 0,-10-2-6 0,-6 2 6 16,-3 0-1-16,0 0 3 0,5 6 2 0,-3-2 1 15,0-1-3-15,-2 1 2 0,-8 0-12 0,-1 0 8 0,-6-3-2 16,-10 1 5-16,1 0 2 0,-6 0-5 0,0 2 2 16,-3-2-3-16,3 1 9 0,-6 1-5 0,-1-2 3 15,-4 2-4-15,-5-3-3 0,3 1-2 0,-8 0-3 16,1 0-1-16,-4 0-25 0,-4 0-71 0,-1 0-45 16</inkml:trace>
  <inkml:trace contextRef="#ctx0" brushRef="#br0" timeOffset="177832.34">20493 12140 235 0,'0'-1'39'0,"0"-1"36"0,0 0-2 0,0-2-11 0,0 0 1 16,0-1-2-16,0-12 0 0,0 4-16 0,-2-5-1 15,0-1-5-15,2 4 9 0,0-5-5 0,2 3 1 16,0 0-4-16,2-1-11 0,-2 3-9 0,1 0 1 0,-1 8-5 16,2-5-3-16,-2 5 6 0,0 1-7 0,-1 1 6 15,-1 3-11-15,4-2 0 0,0 1 6 0,0 1-2 16,-1 0 13-16,1 2 0 0,0 2 3 0,-2-2-3 15,3 29 0-15,1 18-7 0,-3 3-1 0,21-2-2 16,-12-1-9-16,-9-3 7 0,-3-3-10 0,-2 0 9 16,-1 0-16-16,-1-2 7 0,0 0 4 0,-1-6 1 0,-1 1 7 15,4-8-13-15,-1-2 5 0,1 0-6 0,0-7 11 16,0-4-8-16,0 0 2 0,0-6-2 0,0-1 13 16,2-3-6-16,-1 1 5 0,-1 0-6 0,0-2 1 15,0-1-6-15,0 1-1 0,-1-2 1 0,-1 0 1 0,0 0-6 16,-7-7-1-16,5 5-2 0,-3-18-1 0,5-3-6 15,3-3 1-15,-5-2-1 0,-13-3 11 0,6 1-6 16,6 1 6-16,1-1-7 0,3-2 9 0,3 1 1 16,0-3-2-16,2-1 1 0,1 2 2 0,3-1-3 15,1 1 1-15,3-1-1 0,1 3-1 0,2 1 1 16,0 8-2-16,-10 1 1 0,22-1-1 0,-3 2 1 16,-4-1 1-16,6-1-1 0,1 9 4 0,-3 4-7 0,2 1 4 15,-7-3-5-15,-1 2 0 0,-3 3 3 0,0 4 0 16,0 2 2-16,-3 0 5 0,-3 2 3 0,1 2-6 15,-5-2 5-15,1 18-8 0,-2-1 13 0,13 3-7 16,-6-3 9-16,-3-1-11 0,-3 3 4 0,-3-5 4 16,0 5-2-16,-2 1-3 0,1-2 4 0,-3-3-11 15,-2 2 7-15,1-6-13 0,-1 0 6 0,-1 2 7 0,1-6-2 16,-1 4 3-16,-1 0-9 0,3-4 1 0,-3 2-3 16,3-1 2-16,-1-1 3 0,1 2-2 0,1-2 3 15,-2 2-2-15,3 1-3 0,-1-1 0 0,2 0-2 16,2-2 1-16,0 2 3 0,0-1-1 0,2-1 2 15,0 0 12-15,0-1-12 0,3 1 3 0,1 2-5 0,-1-2-1 16,3 2 3-16,1 1 0 0,-7-5 2 0,9 0 4 16,0-1-5-16,0 1 1 0,0-3-3 0,1 2-1 15,-1-4-33-15,0-1-1 0,-2 1-14 0,0 6-35 16,3-1-3-16,-3-3-7 0,4 0 2 0,2-3-11 0,1-1-29 16,3 0-29-16,1-3-2 0,3-5-96 0</inkml:trace>
  <inkml:trace contextRef="#ctx0" brushRef="#br0" timeOffset="178188.06">21510 12248 578 0,'0'0'52'0,"-1"-2"86"0,-1 0-121 0,0 1-1 0,0-1-5 15,0 0 7-15,0 0 9 0,-1 0-16 0,-1 2 3 16,0 0-8-16,-1 0 8 0,-10 0-5 0,-2 2 12 15,-7 4-9-15,2 3 9 0,-1 2 4 0,3 0-6 0,-2 4 5 16,1-2-7-16,6-9 3 0,-1 14-5 0,3 1 4 16,1-2-12-16,3-1 0 0,4-1-3 0,-1 0 0 15,4-2-7-15,2-4 16 0,0 2-3 0,2 0 7 16,2-1-14-16,1-3 8 0,5 2-4 0,17-3 5 16,-1 1-3-16,-3 3-8 0,3-3 10 0,-6 2-8 15,-1 3 6-15,-3-1 3 0,1 2-5 0,-6 5 3 16,-1-7-12-16,-5 8 10 0,-3-6 2 0,7 0 6 0,1 2 16 15,-7-6 6-15,1 4-4 0,-2 0 3 0,-2-4-4 16,-2-3-8-16,-2 1-3 0,-1-1-3 0,-27 1-17 0,1 5 8 16,-7-5-2-16,-4-3 4 0,3 1-7 0,-4-1 6 15,6 2-6-15,0 3 3 0,3-5-26 0,3 14 0 16,5-7-8-16,5-7 1 0,7-2-44 0,4-2-40 16,5 0-28-16,1 0-6 0,0-2-107 0</inkml:trace>
  <inkml:trace contextRef="#ctx0" brushRef="#br0" timeOffset="178616.07">22025 12315 855 0,'0'0'15'0,"0"0"47"0,0-2-68 0,0 2 3 16,0 0 8-16,0 0-3 0,0 0 20 0,2 0-5 16,-1 0 0-16,1 0-2 0,30-4-5 0,-4 3 20 15,7-1-4-15,-2-2 10 0,-3 0-3 0,2-1 5 16,1-3-4-16,1 1 2 0,-3 1-17 0,-5 1-16 16,0-1 8-16,-5 2-10 0,-3 1 3 0,-1-1-4 15,-4 2-12-15,2 0 6 0,-6 0-25 0,-4 2-24 0,3-1-4 16,-4 1-7-16,-1 0-23 0,1-2-18 0,0 0-48 15</inkml:trace>
  <inkml:trace contextRef="#ctx0" brushRef="#br0" timeOffset="178831.27">22233 12090 564 0,'-2'0'141'16,"0"0"25"-16,0-2-52 0,0 1-59 0,0-1-18 15,1 0-12-15,-1 0-17 0,0 0 4 0,0 0-8 0,0 0 12 16,2 2-10-16,0 0 3 0,0 0-4 0,2 2 10 16,0 2 2-16,3 13-2 0,5 12 1 0,-1 3-6 15,-2 1-3-15,-1 3 5 0,0 1-5 0,-3 0-1 0,1 4-1 16,0-2-5-16,-1 0 2 0,-1-4-5 0,0 0-26 16,4 2-4-16,-1-3-13 0,1 1-66 0,1-7-80 15</inkml:trace>
  <inkml:trace contextRef="#ctx0" brushRef="#br0" timeOffset="179688.33">23674 11806 351 0,'0'0'274'0,"-2"-2"-362"16,0 0 319-16,0 1-176 0,0-1-52 16,0 0 1-16,0 0-3 0,1 0 4 0,1 0 10 0,0 2 2 15,0 0-2-15,0 2 2 0,0 2 5 0,0 16 11 16,0 12-5-16,0 1 6 0,0 4-10 0,0 1 11 16,-4-1-1-16,0 2 2 0,-1-2-15 0,-1-4 7 15,0 1-5-15,3-3 5 0,-1-1-14 0,-2-2-4 16,1 0 0-16,-1-4-2 0,3-2 0 0,-1-1-2 15,0-1 2-15,2-5-1 0,0-2 4 0,2-4-10 16,0-1-4-16,0-7-1 0,0 3-13 0,0 0 9 0,0 0-3 16,0-3 3-16,0 1-10 0,0 0 3 0,0-2-2 15,0-2 1-15,0 0-11 0,0-1 16 0,-1-5-4 16,-3-10 10-16,2-3 4 0,-2 3-4 0,1-3 5 16,-1 1-4-16,0-2 15 0,0-1-14 0,-1-3 3 0,-1 0-5 15,1-2 23-15,-1 1-7 0,1-3 0 0,1 2-3 16,0-9 5-16,2 7-9 0,2-1 4 0,0-1-6 15,2 8 10-15,2 2-1 0,1-3-3 0,1 5 0 16,1 0-6-16,5-1 16 0,-1 6-4 0,0 1 6 16,15-1-3-16,4 2-1 0,-3 2 8 0,5 3-5 15,-6 3 5-15,0 3-15 0,2-17-3 0,-2 8-2 16,-2 7 2-16,-6 4-3 0,-3 4 1 0,-4 2-2 0,1 3 8 16,-5 8-9-16,-1 12 13 0,-5 1-11 0,18 1 19 15,-8-1-14-15,-5 0 0 0,-6 1-3 0,0-5 4 0,-6 2-1 16,-1-4-2-16,-4 1 0 0,-4-1 1 0,9 0-6 15,-18-4 8-15,0-5-8 0,-4 4 0 0,2-6 3 16,-2 2-4-16,-2-4 4 0,5 2-4 0,-3-4 6 16,-2 0-3-16,2-3 3 0,8-1-11 0,3 1 3 15,8-4-2-15,5 2 4 0,-3 1 0 0,3-1 0 16,0 0-3-16,2-3 1 0,0 1-11 0,1 0 10 16,1 0 1-16,0 0 3 0,1 0 7 0,3-2-9 15,22 2 9-15,8-2-8 0,-3 0 7 0,3 0 8 16,1 0-8-16,-6-2 8 0,3 2-15 0,-4 0 6 0,0 0-5 15,-4 0 5-15,-4 2-6 0,-1 1 3 0,-1 1-3 16,1 0 3-16,-2-1-1 0,-4 1-3 0,0 0 1 16,-2 0-5-16,-2-3-14 0,-1 1-19 0,-3 0-11 15,-3-2-2-15,2 2-28 0,-1 0 20 0,-1-2-11 16,0 0 10-16,0 0-41 0,0 0-89 0,3 2-17 0</inkml:trace>
  <inkml:trace contextRef="#ctx0" brushRef="#br0" timeOffset="179952.75">24218 12218 924 0,'0'0'17'0,"0"-1"40"0,0-1-68 0,0 0 13 16,1-2-3-16,1 0 8 0,-2 3 8 0,4-7-15 15,-4 6 6-15,4-1-6 0,7 1 18 0,-6-2 5 16,5 0 11-16,-3-1-5 0,1-1 13 0,1 2-6 15,0 3-3-15,-5 1 1 0,1 0 3 0,-1 1-5 16,0 1-3-16,-4 0-2 0,11 22-27 0,-4 2 7 16,-3 0-4-16,-2 0 5 0,-2-3-4 0,0 1-17 15,0-2-6-15,0-2-7 0,0-3-32 0,0-4-10 16,0-2-11-16,0-5 2 0,2-1-24 0,-2-3-23 16,2 2-25-16</inkml:trace>
  <inkml:trace contextRef="#ctx0" brushRef="#br0" timeOffset="180313.21">24700 11804 887 0,'0'-2'11'16,"0"1"0"-16,0-3 0 0,0-7-6 0,-2-4 0 15,2 2-6-15,0 2-6 0,0 0 9 0,0 5-6 0,0 1 12 16,0 1 0-16,0 0 1 0,0 2 3 0,2-1 18 16,0-1 19-16,-2 0-3 0,0 2 7 0,0 0 3 0,0 1-22 15,0 1 9-15,0 1-14 0,0 3 1 0,-2 11-14 16,-3 18-6-16,-1 3-1 0,1 3-10 0,-1 1-1 16,2-2 7-16,2-1-5 0,1 0 0 0,1 0 8 15,0-2-10-15,0-3 8 0,0-2-8 0,3-3 6 16,-1-1-3-16,2-3 4 0,0-1-5 0,-1-3 1 15,1 1 3-15,0-1-1 0,-1-3-1 0,1-1-6 16,0-2 3-16,0 2-6 0,-3-2-9 0,1-2-18 16,0-2-3-16,0-1-5 0,-2-3-20 0,0-3-15 0,0 0-5 15,2 2-1-15,0 0-13 0,0-1-57 0,-1-1-8 16</inkml:trace>
  <inkml:trace contextRef="#ctx0" brushRef="#br0" timeOffset="180577.7">25040 11615 634 0,'0'0'83'0,"-2"0"-79"0,0-2 87 0,0 0-37 16,1 0-30-16,-1 1 4 0,0-1 1 0,0 2 0 16,0 0-1-16,0 0-7 0,0 2 3 0,1-1-3 0,-1 3 10 15,0 5-4-15,-4 16-3 0,1 2 0 0,-1 7-20 16,3 3 13-16,-1 2 3 0,4 7 3 0,0-5-1 0,0 4-9 15,0 1 4-15,-2-3-3 0,2 1 10 0,-2-1-13 16,-2-6 2-16,-1 0-4 0,-1-1 8 0,1-5-7 16,-1 3 4-16,2-3-5 0,3-1-4 0,-1 0 1 15,0-2-6-15,2-6 5 0,0 0-1 0,0-5-4 16,0-1 0-16,0-3-2 0,0-3-8 0,0-5-29 16,0-1-6-16,0-2-10 0,0 2-41 0,0-1-6 15,0-1-1-15,0 0-7 0,2 0-67 0</inkml:trace>
  <inkml:trace contextRef="#ctx0" brushRef="#br0" timeOffset="181192.6">25419 11775 901 0,'0'0'19'16,"0"0"5"-16,0-2-9 0,-2 0-14 0,0 2 1 15,2 0-2-15,0 0 7 0,0 2 3 0,0 2-2 16,-2 14-7-16,-1 14 8 0,1 3-3 0,2-4 6 0,0 5-1 16,0-1 8-16,0 2 0 0,0-3 1 0,0-1-2 15,0-1 0-15,0-3-6 0,0-3 3 0,0 0-11 16,0-3-1-16,0-1-1 0,0-2 1 0,0-3 8 16,0-4-13-16,0-2 5 0,0-2-8 0,0-3 3 0,0-4-23 15,0 0 1-15,0 1-9 0,0 1 2 0,0-2 0 16,2 0 2-16,-1 0-1 0,1-2 3 0,0 0-8 15,0-2 7-15,0 0-7 0,-2 0 11 0,2-18-8 16,-2-1 3-16,-2-1-1 0,-2 2 26 0,-3-10 6 16,-1 4 1-16,-1-2 1 0,-2-5 9 0,3 1 19 15,1-1-7-15,1-1 8 0,3 4-13 0,-1-1 5 16,2 1 0-16,2 0 0 0,0-1-15 0,2 5 10 16,2 4-8-16,-1-1 9 0,3 7-9 0,1-1 2 0,1 2 4 15,-1 4-1-15,-1 2 21 0,11 3-11 0,1 1 11 16,1 1-12-16,1 2 4 0,1-13-11 0,-1 6-1 15,2 3-2-15,-3 6 5 0,-4 2-3 0,-2 4 1 16,-6-1-2-16,1 18-6 0,-5 6 3 0,-1 5 1 16,17-3 2-16,-8 3 4 0,-6 1-15 0,-5-4 2 0,-2-1-6 15,-3 0 10-15,-2-4-4 0,-1-4-2 0,-1 0 0 16,1-7 5-16,-3 2-12 0,0 0 7 0,6-4-9 16,-12 0 9-16,0-2-2 0,2 2-1 0,0 0 0 15,2 0 6-15,0-4-12 0,2 0 7 0,2 3-8 16,3-5 4-16,3-1 2 0,1-1-4 0,0-1 3 15,0 0-1-15,2-3-1 0,0 1 1 0,0 0-2 0,0 0 4 16,0 2 1-16,0-1-1 0,2-1 0 0,0 0-7 16,2 0-3-16,-1-2 4 0,16 2-3 0,1-2-5 0,1 0-28 15,-1-2-13-15,-1 0-6 0,-4 0-63 0,-2 0-11 16,0 2-38-16</inkml:trace>
  <inkml:trace contextRef="#ctx0" brushRef="#br0" timeOffset="181586.61">25721 12220 1153 0,'0'0'11'0,"0"0"1"0,0-2-12 0,0 1 1 0,0-1-8 15,0 0 2-15,2 0 13 0,0 0-8 16,2 0 8-16,0 0-7 0,16-11 1 0,-1 4 4 0,-1 0-4 15,1 1 0-15,-1 5-2 0,-1 1 4 0,-6 2-2 16,-5 0 6-16,3 0 14 0,-5 2-1 0,-1 0 7 16,1-1-4-16,-2 3-7 0,4 9-2 0,-3 6-1 15,-5-1 7-15,-3 1-11 0,-4-1 6 0,-4 1-8 16,5-2 6-16,-16-2-2 0,-4 1-3 0,2-3 2 16,2 0 5-16,7 0-10 0,-1-2 9 0,5-3-8 15,2-3 4-15,3-1-11 0,4 0 3 0,3 0-4 0,-1-1 3 16,2-1-1-16,0 0-5 0,-2 2 2 0,2-2-4 15,0-1 8-15,0 3 8 0,0-2-2 0,0 0 5 16,0 0 0-16,2 1-7 0,1-1 5 0,23 13-7 0,2-4-7 16,2-3 8-16,0-5-7 0,-2-3 9 0,3 0-8 15,1-3 1-15,-1-3-3 0,1 0-11 0,-2-1-52 16,3-2 0-16,-5 0-16 0,-2-3 0 0,-4 3-39 16,-3 0-24-16,-1 0-17 0,-1-1-181 0</inkml:trace>
  <inkml:trace contextRef="#ctx0" brushRef="#br0" timeOffset="182296.18">26291 11780 621 0,'0'-2'21'0,"0"1"54"16,0-1-72-16,0-2 9 0,0-5-5 0,0-2 5 16,0-1-1-16,0 3-7 0,0 0 13 0,0 1-10 15,0-1 16-15,2 0 4 0,0 0 4 0,-2 1 1 16,0 1 11-16,0 1-13 0,0 2 2 0,0 3-3 0,0-1 11 15,0 0-13-15,0 0 8 0,2-2-10 0,0 1 1 16,-2-1-2-16,2 2-7 0,0 0 4 0,-1 0-8 16,1 2 3-16,-2 2-2 0,0 0 3 0,0 2-12 15,2 11 4-15,2 12-3 0,-2 7 4 0,0 3 4 0,-1 2-11 16,1 0 5-16,0 2-7 0,2 0 2 0,0-1 2 16,-1 1-1-16,1-4 1 0,-2-1-6 0,2-5 11 15,-1-1-8-15,-1-4 10 0,2 0-6 0,0 0-1 16,-3-4 6-16,1 1-5 0,-2-3 6 0,0-1-12 15,0-1 0-15,0-1-1 0,0-4 6 0,0 0 6 16,0-4-5-16,0-3 3 0,0-1-9 0,0-1-3 16,0-2-6-16,0 2-2 0,-2-1-24 0,1 1-9 15,-1-2-8-15,0 0-3 0,0 0-44 0,0-2-58 0,0 0-12 16,0-2-18-16,1 0-67 0</inkml:trace>
  <inkml:trace contextRef="#ctx0" brushRef="#br0" timeOffset="182578.73">26631 11595 936 0,'0'0'29'0,"0"-2"47"16,-2 0-63-16,1 0 17 0,-1 0-12 0,0 0 11 16,0 0-34-16,0 1 5 0,2 1 1 0,0 0 4 15,0 0 9-15,0 1-2 0,0 3 1 0,0 7 0 0,-5 17 9 16,-1 6 1-16,0-1-6 0,3 6 3 0,-1 2-9 0,2 1-1 15,0 7 3-15,2-7-3 0,0-1 0 0,0-4 1 16,0 2-5-16,0-1 4 0,2-3-5 0,0-2-5 16,-2-5 7-16,2 0-6 0,0-4 8 0,0 0-4 15,-2-1-1-15,1-3 0 0,1-1-6 0,-2-3 4 16,2-1-5-16,0-2 4 0,0-4-16 0,0-1-22 16,0-3-2-16,-2-3-10 0,0 0-40 0,1 2-11 15,1 0-34-15,0-3-3 0,0 1-228 0</inkml:trace>
  <inkml:trace contextRef="#ctx0" brushRef="#br0" timeOffset="182986.11">27316 11478 926 0,'-1'-2'14'0,"-3"0"29"0,-4-2-46 15,-10-5 9-15,1 3-6 0,4 3 7 0,-2-1-7 16,4 2 3-16,-2 2 4 0,0 0-2 0,0 0 7 16,-2 0 33-16,0 2-13 0,-1 2 19 0,-5 3-17 15,1 4-2-15,-1 2 1 0,1-2-4 0,0 19-11 16,3 5 0-16,0 1-5 0,2 3 1 0,0 3-14 0,4 5 3 15,0-1-4-15,6 2 4 0,1 1-6 0,2-5 2 16,-22 1 5-16,13-6-2 0,5-2 1 0,6-6 2 16,0-6-6-16,4 1 4 0,3-4-6 0,1-4 5 15,1-1-1-15,0-2 3 0,-1 0 6 0,12-4-4 16,2 0 1-16,1-3-3 0,1-1-3 0,-4 0-5 16,1-3-4-16,-3-2-5 0,-1 2-39 0,2 9-21 15,-5-6 6-15,3-1-8 0,-4-3 13 0,0-1-17 16,0-2-19-16,-4 0-5 0,4-2-119 0</inkml:trace>
  <inkml:trace contextRef="#ctx0" brushRef="#br0" timeOffset="183438.42">27407 11710 823 0,'0'0'40'0,"0"-2"-46"0,0 0 44 0,-1 0-22 0,-1 0-4 16,0 0-10-16,0 1 4 0,0-1-6 0,0 2 2 15,0 0 11-15,1 0 2 0,-1 2 3 0,0-1 12 16,0 3-7-16,-2 15 4 0,2 5-2 0,1 6 17 0,-1 3-14 16,2 2 7-16,0 4-9 0,2-4 3 0,-2 3-12 15,1-1-4-15,1-4 0 0,-2 2-1 0,0-9 3 16,0-1-3-16,0-7 2 0,0-1-3 0,0-2 0 15,0-2-3-15,0-2 0 0,0-2-2 0,0-3 0 16,0-3 8-16,0-1-7 0,0 2-4 0,0 0 14 16,0-1-10-16,0-1 10 0,0 0-13 0,0 0 3 15,0-2-3-15,0 0 3 0,0-2-1 0,0-2 1 16,-2-12 2-16,-1-14-1 0,1 0 1 0,2-5-1 0,2 0-4 16,3-6 1-16,1-4-5 0,1-1 0 0,1-1 4 15,-1 5-2-15,4 3 3 0,0 7 4 0,2 3-2 16,0 3 3-16,2 1-5 0,-11 3-3 0,22 4 0 0,-2 1-1 15,2 2 2-15,-4 6-5 0,-1-2 6 0,-3 5-5 16,-5 4 0-16,-3-5-3 0,-5 3-9 0,-3 4 4 16,0 0-27-16,0 0-12 0,0 0-4 0,1-2-3 15,1 2-10-15,0 0-33 0,-2 2-1 0,-1 0-17 16,1 2-59-16</inkml:trace>
  <inkml:trace contextRef="#ctx0" brushRef="#br0" timeOffset="183845.64">27784 11853 941 0,'0'-2'30'0,"-2"0"54"0,1 0-72 0,-1 0-3 16,0 0-5-16,0 0 2 0,0 1-1 0,0 1-4 15,0 0 1-15,1 1-2 0,-5 11 1 0,-7 21 10 16,2 0-2-16,0 3 5 0,3-3 3 0,3-1-9 15,-1-4 7-15,1-4-8 0,1-2 12 0,0-3-2 16,0-5-3-16,3-2 2 0,-1-1-3 0,0-4-2 0,0 1 1 16,2-5-1-16,0-1 12 0,0 2-11 0,0 0 9 15,0-1-12-15,0-1-5 0,2 0 4 0,0 0-8 16,1-2 8-16,7-2-6 0,10-5-2 0,1-3-1 16,3-1 0-16,-2 0 8 0,2 0-11 0,-2 2 4 0,-1-1-6 15,-1 3 16-15,-1 1-6 0,1 1 1 0,-1 1-4 16,-1 2-6-16,1 2 14 0,3 2-7 0,-11 0 10 15,2 2-12-15,-5-3 4 0,-6-1 3 0,1 4 0 16,3 5 7-16,0 6 3 0,-6-2-1 0,0-2 1 16,-2 1-3-16,-4-3-2 0,-1-2-4 0,-23 3 0 15,-3-5-3-15,-1 3 2 0,1-5-2 0,-1-1 1 16,3 0-4-16,5 15 0 0,0-6-1 0,5-4-1 0,1-3-11 16,7-2-30-16,0-2-1 0,5 0-12 0,5 0-27 15,-1 0-41-15,0 0-3 0,2-2-14 0,1 0-11 16</inkml:trace>
  <inkml:trace contextRef="#ctx0" brushRef="#br0" timeOffset="184097.59">28133 11892 1157 0,'0'0'7'0,"0"0"3"0,0-2-8 0,2 0-4 16,0 0-1-16,0 0 17 0,2 2-8 0,22-7 4 16,0 1-5-16,1 1 13 0,3 1-11 0,0 0 3 0,-4 2-7 15,0 0-3-15,-4 2-2 0,-3 0 1 0,-3-1-1 16,1-1-2-16,-4 0-18 0,-2 0-7 0,-1 2-3 16,-5 0-24-16,1 0-21 0,-3 0 2 0,1-2-24 15,0 0-138-15</inkml:trace>
  <inkml:trace contextRef="#ctx0" brushRef="#br0" timeOffset="184296.63">28289 11717 552 0,'0'0'124'16,"0"0"-124"-16,0 0 134 0,-2 0-58 0,1 0-23 0,-1 0-6 16,0 0 4-16,2 0-7 0,0 0-1 0,0 0 0 15,0 2-1-15,0 0 0 0,0 2-16 0,0 5-4 16,2 15 1-16,0 4 0 0,1 0 4 0,1 3-2 15,2 3-8-15,-1-1 4 0,1-3-12 0,-1-2-10 16,3-1 4-16,-3-2-6 0,-1-3 2 0,0-4-21 16,-1-3-4-16,1-2-6 0,0-3-27 0,-2-5-14 15,0-1-1-15,-2-2-3 0,3 1-3 0,1 1-8 0,3 0-26 16,8 1-2-16,-2-3-154 0</inkml:trace>
  <inkml:trace contextRef="#ctx0" brushRef="#br0" timeOffset="185296.57">28683 11524 926 0,'0'0'22'15,"0"0"1"-15,0 0 4 0,0 0-9 0,0 0 0 16,0 0-6-16,0 2 3 0,0 0-2 0,0 1 3 16,4 22 0-16,-1 4-3 0,1 3 9 0,0 1-9 15,0 4 1-15,-1 1-2 0,1 1-8 0,0-2 6 0,1-4 2 16,-1-1-2-16,0-5-2 0,-1-4-1 0,1 3-11 15,-2-8 10-15,0-3-4 0,-2-4 6 0,0-3-8 16,0-5 12-16,0 3 0 0,0-2 3 0,0-1-6 0,0 1-7 16,0-2 3-16,0 0-5 0,-2-2-7 0,0 0 6 15,0-2-10-15,2 0 8 0,-3-22-6 0,-7-4 13 16,3-2 0-16,1-5 4 0,-1 0-11 0,3 0-7 16,2-1 2-16,-18 3-2 0,9 0 14 0,5-1-7 15,4 4 1-15,0 3-5 0,2 1 6 0,2 5 5 16,0 1 0-16,2 5 1 0,0 4-5 0,1 0 2 15,3 1-2-15,5 3 1 0,9-1 8 0,8 3 2 16,-1 1 1-16,-1 2-1 0,4-16-7 0,-1 7 12 16,1 5-5-16,3 4 7 0,-3 4-1 0,-6 2 2 0,1 3-4 15,-8 1 1-15,-2 1-15 0,-6-2 12 0,-6-1 4 16,8 12 1-16,-3 3-2 0,-8-4 1 0,-2 3-11 16,-6-1 8-16,-5 1-4 0,-6-1-9 0,-20 1 5 0,-4-3-8 15,-3-1 0-15,5-1 2 0,0 0 2 0,1 0-1 16,5-4 6-16,3-2-4 0,6-1 0 0,4-4-1 15,3 3 2-15,4-1-6 0,4-1 2 0,3 4-3 16,1-1-5-16,-1 1 8 0,4 2-5 0,-3-3 6 16,-3 3-8-16,3 0 6 0,-1 6 1 0,4-3 1 15,0 3 7-15,2 4-8 0,2-5-2 0,4 3-1 16,1 1-2-16,3-3 8 0,-1-2-1 0,0-2 5 0,0-2 9 16,10-4-4-16,1 1 3 0,1-1-4 0,3 1-9 15,2-3-4-15,0-1 3 0,-4 11-2 0,0-4 4 16,1-4-4-16,-5-3-10 0,-1-2 2 0,-2-2-30 0,-4 0-10 15,4 0-2-15,-2-2-1 0,0 0-3 0,0 0-11 16,-4 1 6-16,2-3-8 0,4-2 0 0,-4 1-28 16,6-1-16-16,-6 1-4 0,2-1-56 0,-2 0 4 15,2-1 16-15,-2 1-1 0,-1 1 93 0,1-3 60 16,-6 5 8-16,1-3 17 0,1-5 37 0,-1-2 16 16,1 4-2-16,-1-6 4 0,0 2-12 0,-1 0-23 15,3-4 3-15,-3 2-9 0,-1 0 5 0,0 4 36 16,-3 2-7-16,9-2 17 0,-3 0-7 0,-1 0-16 15,-3 3 5-15,-1 1-9 0,0 1-5 0,-2 2-23 0,0 3 3 16,2-3-11-16,0 0-17 0,0 2 10 0,0 0-10 16,-2 2 12-16,0 0-8 0,0 2 6 0,0 2-2 15,0 11 2-15,0 16-8 0,0-6-3 0,0 4-4 0,0 1 2 16,0 0-1-16,1 1-1 0,1-5 7 0,0 2-8 16,0-6-4-16,0-1 3 0,0 1-1 0,-2-7 4 15,0 2 4-15,0-6-16 0,0-4 2 0,0 1-6 16,0-6 1-16,0 1-2 0,0 1-6 0,0 0 3 15,0-2-10-15,0-1-11 0,0 1 4 0,0-2-6 16,0 0 14-16,0-2-2 0,0-1 2 0,3-16-2 16,3-7 9-16,1-7-3 0,1 3 9 0,-1-3-6 0,1 1 19 15,-3 8-1-15,1 0 4 0,-2 9-2 0,-3 7 13 16,1 3 15-16,0-3-11 0,0 5 13 0,0-1-5 16,0 2 6-16,-2 0 3 0,0 2-3 0,0 0-3 0,0 2-12 15,0 2 0-15,0 9-5 0,0 11-4 0,0-2 8 16,0 1 1-16,0-3 3 0,0-5 1 0,2 0-4 15,-1 1-2-15,1-3 0 0,0 0-12 0,-2-3 2 16,0-3-4-16,0 1 3 0,0-1-7 0,0-3-5 16,0-2-6-16,0 1-1 0,0 1-15 0,0-2-32 15,0 0 12-15,0 0-20 0,0-1-11 0,0-1-68 16,-2 0-24-16,0-1-17 0,1-3-121 0</inkml:trace>
  <inkml:trace contextRef="#ctx0" brushRef="#br0" timeOffset="185467.33">28997 11678 1033 0,'0'-2'37'16,"0"0"78"-16,0 1-105 0,2-3-12 0,-1 0 6 0,3 0-7 15,4-1 13-15,19-14-14 0,3 4-6 0,4 1-2 16,5 1-10-16,-6 1-9 0,4 1-2 0,-2 2-5 16,1 0-30-16,-7 1-14 0,-3 3-16 0,-3 1-12 15,-5 0-177-15</inkml:trace>
  <inkml:trace contextRef="#ctx0" brushRef="#br0" timeOffset="186013.12">29500 11355 706 0,'-2'-2'109'0,"0"-2"192"0,0-1-246 15,-3-6-29-15,1 3-4 0,2 5-5 0,0-1-1 0,2 2-16 16,-2-2 6-16,1 1-8 0,1 1 4 0,0 0 10 16,1 0-9-16,1 0 10 0,4 2-5 0,20 0-1 15,4 6 5-15,1 3-3 0,-1 2 12 0,3 6 7 16,1 1-5-16,3-12 2 0,2 22-21 0,0 5 0 16,-2 6 2-16,-2 4-2 0,-1 3-2 0,-3 5 3 15,-5 2-4-15,-3 7 5 0,-7 1-5 0,-1 0 8 16,-4-1-3-16,-3-6 4 0,-6-6 1 0,20-5-1 15,-13-3 4-15,-9-4-2 0,-5-1 2 0,-7-5-11 0,-4-4-8 16,-3-4-2-16,-22 0-38 0,-7-5-35 0,-6 0-22 16,2-6-14-16,-4-2-177 0</inkml:trace>
  <inkml:trace contextRef="#ctx0" brushRef="#br0" timeOffset="186668.03">26585 11374 678 0,'0'0'60'16,"-2"0"-2"-16,0 0-17 0,0-2-6 0,0 0-24 15,1 0-11-15,-1 2 0 0,2 0 1 0,0 0-1 16,0 0-14-16,0 0 17 0,0 0-3 0,0 0 9 0,2 0 0 15,-1 0 8-15,1 0-3 0,2 0 5 0,13 0 3 16,9 0 19-16,0-2-8 0,7-2 11 0,4 1-12 16,4-1 2-16,2-2 2 0,5-3-4 0,0-2-8 0,10-2 1 15,3 2 2-15,10 0-1 0,10 1-3 0,12 3-8 16,2 1-2-16,2 1-2 0,-3-1-7 0,-5 4 9 16,0 1-6-16,2-1 6 0,6 2-10 0,1 0-3 15,1 0 0-15,-5 0 0 0,-6 0 2 0,-10 0 0 16,-2 0 4-16,-7-2-4 0,-3-2-2 0,-2 0 1 15,-5-1 3-15,0-1 0 0,-7 1 6 0,-5-1-13 16,-5 1-4-16,-19 3-3 0,-1 0-11 0,-7 0-6 16,-11 2-9-16,-3 0-1 0,3 0-59 0,0 0-231 15</inkml:trace>
  <inkml:trace contextRef="#ctx0" brushRef="#br0" timeOffset="187305.11">29541 10074 971 0,'0'-2'7'0,"-2"0"29"0,0-2-35 0,0 1 2 16,0-1 7-16,0 0-6 0,1 1-8 0,-1 1 2 0,2 0-2 15,0 0 4-15,0 0 9 0,0 0 13 0,0 0-3 16,0 2 8-16,0 0 3 0,2 0 6 0,-1 2-3 16,1 0 3-16,0 2-7 0,6 18-18 0,-1 8 9 15,-1 5-12-15,-1 0-1 0,1 6-4 0,1 4-2 0,-1-2 2 16,-1-1 1-16,1-1 1 0,1-2-5 0,1-5 4 16,3-3-3-16,-2-5-3 0,2 2 5 0,0-2-3 15,1-2 19-15,-1-2-7 0,0 1-5 0,2-1 2 16,0-2 0-16,0 1-5 0,-2-5 12 0,0-1-11 15,-2-2-2-15,-1-2 9 0,-6 1-12 0,5-5 11 16,-1-1-8-16,3-3 6 0,-5-1-1 0,1 2 1 16,3 1-4-16,-6-5 12 0,5 4-2 0,-1-4 4 0,-1 0-11 15,3 0 16-15,3-5-11 0,2-5 13 0,0-6-9 16,2-14 0-16,-1 0 7 0,3-3-8 0,0-1-10 16,1-3 5-16,-1-4-1 0,0-1 2 0,0-7-9 0,-1-1 6 15,3-2-1-15,-4 0 6 0,0 2 8 0,-2 4-4 16,-4 3-3-16,-2 8 0 0,1 1-7 0,-3 8-7 15,-1 8 2-15,0 1-4 0,-1 4 1 0,5 4 3 16,-5 3-6-16,-1 2 3 0,-2 3-22 0,2-3-27 16,0 0 0-16,0 0-11 0,0 3-17 0,0-1-13 15,-2 0-19-15,0 2 2 0,0 0-57 0,0 2-58 16,0 1-34-16</inkml:trace>
  <inkml:trace contextRef="#ctx0" brushRef="#br0" timeOffset="187639.62">30679 10648 829 0,'2'-2'17'0,"0"0"39"16,1 0-49-16,-1 2 9 0,15-11-5 0,-2 2 5 16,0-1-11-16,-6 5-6 0,-4 1 1 0,-1 0-2 15,0 1 30-15,0-1 13 0,-3 0 10 0,1 0-3 16,-2 1 7-16,-2-1-10 0,-3 0 2 0,-34-12-5 0,-7 8-1 15,-3 8-16-15,1 4-1 0,-4 5-4 0,0 2-10 16,4 4 2-16,5 2-5 0,8-2 1 0,11-2-19 16,3 0 12-16,8-8-5 0,6 18 8 0,3-3 0 15,-9-1 8-15,6-1 2 0,5-1-1 0,2 0-12 0,3-3 12 16,9 5-6-16,8-4 8 0,25 0-12 0,7 1 4 16,3-3-1-16,1 4 2 0,0-2-4 0,-4 4 14 15,-2 3-10-15,-6-4 13 0,-3 5-2 0,-9-1-9 16,-4-7 14-16,-6 2-14 0,-7-3 7 0,-6-2 0 15,-3-5-3-15,-5-3 7 0,-1-2 20 0,2 1-25 16,-2 1 5-16,-2 0-17 0,-31 12-29 0,-39-3-37 16,-12-11-27-16,-14-4-17 0,-3-3-243 0</inkml:trace>
  <inkml:trace contextRef="#ctx0" brushRef="#br0" timeOffset="-214248.83">7882 14133 46 0,'0'0'36'0,"0"-2"19"16,0 0 22-16,-2 0 5 0,0-2-21 0,0 1-32 0,2 1-7 15,-1-6 3-15,1 5-2 0,-2-5 3 0,2 5-5 16,0-1 1-16,0-2 0 0,0 3 6 0,0-3 6 16,0 0-5-16,0 3 3 0,0-1-8 0,0-2 6 15,0 3 1-15,0-1 1 0,0-2-3 0,0 5 0 16,0-1-2-16,0 0 1 0,0 0-2 0,2-2-1 16,-1 1 1-16,1-1-1 0,0 2-1 0,0 0 0 15,0 0-2-15,0 0 1 0,0 1-1 0,-1 1-13 16,1 0 4-16,0 1-8 0,-2 1-3 0,2 0-2 0,0 2-1 15,0 9 1-15,1 5 11 0,-1-3-9 0,2 4-2 16,0-1-1-16,-1-1-1 0,3 4 0 0,0-1 9 16,-1-1-6-16,1-1 3 0,-1 1 5 0,3 3-11 15,-1 2 8-15,2 0-5 0,1 2-1 0,-1-2 0 16,-2-3-2-16,1-3-5 0,-1 5 9 0,1-1-2 0,-1 0 5 16,1 0-1-16,-5-7-4 0,1 2 6 0,0 0-6 15,-1-2 6-15,1 1 4 0,0-1-2 0,-2-2 3 16,0-2-9-16,-1-1 13 0,1-3-1 0,0 0 7 15,0-1 13-15,-2-2-10 0,2-1 1 0,-2-1-4 16,2 2 5-16,0 0-10 0,-1-1 7 0,1 1-8 0,2 0 8 16,0-2-8-16,-1 0 4 0,1-1-6 0,0 1-4 15,0 0-2-15,-1-2-4 0,5 0 4 0,-3 0 5 0,3 0-9 16,-1 0 2-16,4-2-4 0,-3 0 1 16,-1-1 4-16,-1-1-3 0,-3-13 3 0,7-7-6 0,-3-6 3 15,4 3 2-15,0-5-1 0,1 0 2 0,1 3-6 16,0-8 0-16,0 1-1 0,1-1 0 0,-2 0 2 15,1 0 0-15,-6 0 1 0,2 3-3 0,2 1 1 16,-5 1 5-16,3 6-2 0,-5-1 3 0,2 4-8 16,1 1-2-16,-1 3-2 0,1 3 8 0,-3 5 3 15,-2 1-5-15,-1 5 4 0,3-1-4 0,-2 2-1 16,2 3 1-16,-1-3-1 0,1 0-9 0,0 2 1 16,0 0 1-16,-3 1 0 0,1-1 5 0,0 0-1 0,0 2-7 15,0 0 1-15,0 2-40 0,0 0-26 0,-1-1-11 16,1 3-8-16,4 11-62 0,-1 4-60 0,1-1-23 15</inkml:trace>
  <inkml:trace contextRef="#ctx0" brushRef="#br0" timeOffset="-213783.51">8558 14541 146 0,'0'0'93'0,"0"0"-98"0,0-2 101 0,0 0-46 0,0 1-14 15,0-1 2-15,0 0 7 0,0 0-4 0,0-2 4 16,0 1-9-16,0-1-9 0,0 0 3 0,0 0-5 16,0 1-3-16,0 1 1 0,0 0-3 0,-2 0-3 15,0 0-7-15,0 0 9 0,0 1-8 0,1 1 10 16,-1 0-2-16,0 1-6 0,0 3 3 0,0 2-7 0,-9 12 11 16,4-1 2-16,-1 0 2 0,1-2 7 0,1-1-14 15,2-1 4-15,1 0-7 0,-1 0 13 0,2-1-7 16,2-1-1-16,0 2-3 0,0-4-6 0,0 0 9 15,0 1-3-15,2-1 5 0,0-2 3 0,0 1-10 16,1-1 8-16,-1-1-9 0,2-1 8 0,-2-1-9 16,13-2 2-16,0 0-4 0,-1 0 1 0,1 9 3 15,2-2-9-15,0-2 6 0,-2-3-11 0,-2-2 11 0,1 0-1 16,-1-2 4-16,2 0-6 0,0-2 3 0,-2 0-3 16,4-2 1-16,-2 1-9 0,-4-3 8 0,2 1 2 15,0-3 0-15,-6 4-4 0,1-1 5 0,-3 1-8 16,3-11 8-16,-6 2-9 0,9-2 4 0,-2-1 6 15,-3-3-3-15,-3 1 4 0,-1-1-10 0,-2 2 7 0,-2 2-6 16,-1-3 12-16,-3 1-8 0,-1 0-5 0,1 8 2 16,2 4-1-16,1-5-1 0,-10 8 4 0,-2-3-5 15,2-1-6-15,-2-5-3 0,-2 2-2 0,0 3 1 16,1 4-17-16,-1 2-21 0,0 2 0 0,1 4-7 16,-3 3-18-16,4 0-60 0,2 1-25 0,0-7-14 0,4 12-111 15</inkml:trace>
  <inkml:trace contextRef="#ctx0" brushRef="#br0" timeOffset="-212109.82">8864 15657 835 0,'0'0'47'0,"-2"-2"99"0,1 0-128 0,-1 0-11 15,-2 1-1-15,0-1-4 0,1 0 4 0,-1 0 0 16,-5-4 1-16,-1 1-2 0,1-1-2 0,-2 1-4 16,2 1 2-16,-4-2-2 0,0 1 7 0,-2 1-5 15,-2 1 7-15,0 1-5 0,-1 2 13 0,-1 0-4 16,-1 3 4-16,-1 3-5 0,5-1 5 0,3 3-16 16,0 1 2-16,1-5-4 0,5 14 2 0,5 1 2 15,0 1-1-15,-11-1 2 0,6 0 0 0,3-3 0 0,2-1-2 16,2-4 2-16,2 2 5 0,2-3 3 0,1-3 0 15,5 0 0-15,16-1 4 0,-2-2 2 0,4 1 0 16,7-1-1-16,-5-2-15 0,1 0 15 0,8 3-6 16,-7 1 7-16,-1-1-14 0,3 5 5 0,-12-7 5 15,0 7-2-15,1-1 2 0,-5 0-4 0,-3 4-4 0,2-3 3 16,-4 1 0-16,0 4 1 0,-8-8 1 0,-1 0 0 16,2 1 5-16,-4-4 18 0,-1-1-9 0,-1 7 10 15,0 1-23-15,-5 2 1 0,-3 0-5 0,-27-4 2 16,-6 2-6-16,-7-3-9 0,2-1 3 0,1 2-8 15,0-5-18-15,8 5-36 0,2-7-16 0,2 2-18 16,3-2-177-16</inkml:trace>
  <inkml:trace contextRef="#ctx0" brushRef="#br0" timeOffset="-208509.96">7032 14955 1115 0,'-2'-2'0'0,"0"1"5"15,-2-1 42-15,-1 0-14 0,-5-4 3 0,1 1-25 16,2 1 2-16,1 2 0 0,4 2-4 0,-1-2 3 15,-1 0-7-15,0 1-6 0,2-1 0 0,0 0-2 16,1 0 3-16,1 0 1 0,0 2 8 0,1 0-4 16,1 0 6-16,0 0 5 0,24 4-8 0,6 1 10 15,7 3 5-15,5-1-5 0,10 1 5 0,9-1-5 0,6-1 1 16,7-1 3-16,4-1-6 0,-2-2 5 16,4 0-9-16,1-2 8 0,6 0-7 0,11 0 6 0,14-4-9 0,6 2-10 15,3 0 11-15,-2 2-11 0,-8 0 13 0,6 0-22 16,3 0-4-16,5 0-7 0,3 4-12 0,-4 0-100 15,-4 1-32-15,1-1-46 0,14 0-319 0</inkml:trace>
  <inkml:trace contextRef="#ctx0" brushRef="#br0" timeOffset="-202201.33">10301 14721 443 0,'0'0'0'15,"0"0"7"-15,-1-2 63 0,1 1-17 0,-2-1 5 16,2 0-32-16,-2 0 3 0,0 2-13 0,0 0-5 0,0 0 1 15,2 0-9-15,0 0 0 0,0 0 1 0,0 0-1 16,0 0 19-16,0 0 1 0,0 0 4 0,0 0-2 16,0 0 22-16,0 0 8 0,2 0 10 0,0 0-6 15,0 0-4-15,0 0-24 0,14 2 7 0,9 0-10 16,-5 0 5-16,11-2 2 0,3 0-11 0,7 0 7 16,0 0-18-16,-2 0-3 0,5-2 4 0,-7 0-3 15,4-2 3-15,-4 0-14 0,-1 3 9 0,1-1-9 0,-6 2 2 16,-1 0 3-16,-2 0-8 0,-2 2 6 0,0 1 0 15,-6 1-4-15,1 0 5 0,-6-1-5 0,-1 1 4 16,-2 0-3-16,-5-2-3 0,0 1 1 0,1 1 0 0,-3-2-12 16,3 2 0-16,-5-2-9 0,1-1-42 0,0 3-121 15,-2-2-39-15</inkml:trace>
  <inkml:trace contextRef="#ctx0" brushRef="#br0" timeOffset="-201793.44">10392 15033 552 0,'0'0'37'0,"0"0"-1"0,-2 0 4 15,1 0-5-15,-1 0-10 0,0 0-10 16,0 0 1-16,0 0-2 0,0 0 1 0,1 0-15 0,-1 2 5 15,2 0-2-15,0 0 1 0,0 0-4 0,0-1 43 16,2 1 9-16,-1 0 13 0,3 0 32 0,15 5-23 16,7 1-6-16,0-4-4 0,7-4-22 0,4-2-14 15,2-2-2-15,2-2-4 0,-2-1-5 0,4-2-13 16,1-1 2-16,1 1-6 0,-2 2-1 0,1-1 0 16,1 1 1-16,3-1-1 0,-2 3-8 0,3 1-23 15,-3 2-39-15,0 2-18 0,6-2-359 0</inkml:trace>
  <inkml:trace contextRef="#ctx0" brushRef="#br0" timeOffset="-196103.29">15710 13316 91 0,'0'0'17'16,"0"0"7"-16,-2-2 28 0,0 0 19 0,0-2 18 0,1 1 6 15,-3-7-43-15,-2-3 13 0,1-2-26 0,-1 1 7 16,1-1-12-16,1 0 7 0,0 4-7 0,0-4 8 0,3 4 2 15,-3-2-10-15,2 3 8 0,0 1-12 0,2 0-4 16,0 1-3-16,0 1-2 0,0 1-6 0,0 1-9 16,0-1 10-16,0 3-10 0,0 1 7 0,0-2 0 15,2 0-2-15,0 1 2 0,0-1-3 0,0 0 10 16,-1 2-2-16,1 0 5 0,0 1-7 0,0-1 11 16,0 2-10-16,0 0 9 0,0 0-6 0,-1 2-1 15,1-1 4-15,0 3-5 0,-2 0-6 0,4 13 2 16,0 1 1-16,-3 1-1 0,1 3-2 0,0 0 3 15,-2 2-8-15,2 1 6 0,0-3-8 0,0 2 2 0,0 0 0 16,-1 2 0-16,3 0 8 0,0 0-7 0,1 2 6 16,-1-4-7-16,2 4 8 0,-3-4-12 0,1-3 3 15,0-3-6-15,0-1 11 0,-1 0-6 0,1-3 1 16,0 1-4-16,-1-2 0 0,3 0 1 0,-2-2 4 0,-1 1-4 16,1-3-3-16,-2-5 7 0,0-1-5 0,0 1 8 15,0 0-5-15,-1-1-7 0,3-1 7 0,0 0-5 16,-2-2 13-16,9 4-11 0,-2-4-1 0,8 0-2 15,-6-2 9-15,0-4-7 0,6-5 4 0,0-2-6 16,-1-16 1-16,7-1 0 0,-9 0 2 0,3-5 0 16,-2-2 1-16,0 1-4 0,0-3 1 0,0 2 0 0,1 0 9 15,-1 2-9-15,-2 0 2 0,-2 7-3 0,-1 2 1 16,-5 5 0-16,-1 5-4 0,5 3 3 0,-2 1 6 16,-1 3-5-16,-2 2 4 0,-2 3-5 0,-1-2 2 0,-1 5-1 15,2-3-2-15,0 0-1 0,0 0-1 0,-2 3-6 16,0-1 2-16,0 0-6 0,0 0-12 0,0 2-34 15,0 0-25-15,-2 2-8 0,0 0-137 0,0 1-127 16,-1 5 55-16</inkml:trace>
  <inkml:trace contextRef="#ctx0" brushRef="#br0" timeOffset="-195729.93">16217 13535 370 0,'0'0'63'16,"0"0"107"-16,-2 0-121 0,0 0-11 0,0 0-6 0,0 0 1 16,1 0-8-16,-1 0-8 0,0 0 2 0,0 0-4 15,2 0 5-15,0 0-6 0,-2 0 0 0,0 0-2 16,0 2 8-16,1 0 4 0,-1-1 0 0,2 3 0 16,0-2-3-16,-2 11 2 0,-2 2 0 0,0 2 1 15,3-1 1-15,-1 1-9 0,0 0 6 0,2-10-7 16,0 6 7-16,0-9-1 0,0 1 2 0,2 1-1 15,-2-4 5-15,2 2-8 0,1-1 2 0,1 1-5 0,5 0-2 16,6-1 3-16,2-1-7 0,-2-2 6 0,1-2-3 16,1-1-1-16,0-3-1 0,-4 1 0 0,2-5 0 15,-6 5-7-15,2 3 6 0,-3-9-7 0,-3-6 4 0,1 4 10 16,-3-4-9-16,12-3 8 0,-7 5-9 0,-1-4 12 16,-3 3-2-16,-4 6 2 0,0-1-21 0,0 2 5 15,0 7-3-15,0-2 4 0,0 3-3 0,-4-3-11 16,-5-2-3-16,-6-1-4 0,-4 3-16 0,-1 4-26 15,0 4 1-15,-1 5-17 0,1 2-71 0,1 2-141 16,1-5-23-16</inkml:trace>
  <inkml:trace contextRef="#ctx0" brushRef="#br0" timeOffset="-195311.74">15441 13953 729 0,'0'0'29'0,"0"0"4"16,-2 0 6-16,0 0-4 0,0-2-3 0,0 0 18 15,1 0-14-15,-1 2-5 0,0 0-5 0,2-2-27 0,0 2 10 16,0 0-2-16,0 0 6 0,0 0-9 0,2 0 12 16,0 0-8-16,-1 0 9 0,3 0 1 0,9 0-1 15,7 0 5-15,5 0-2 0,4 0 16 0,7-2-7 16,3 0 4-16,13 1-6 0,0-3-2 0,1-2 0 16,7-1-5-16,-4 1 3 0,1-1-6 0,3 1-13 15,-8 3 5-15,-4-1-8 0,-4 2 8 0,-5 0-9 16,-2 2 0-16,1 0-3 0,-1 0-1 0,0 4 8 15,-2-2-2-15,0 1 4 0,1 3-7 0,-3-2 2 0,1-1 0 16,-5 1 0-16,-3 0-9 0,-5-2-4 0,-5 0 0 16,-1-1-2-16,-5 1-6 0,-3 0-29 0,0 0 3 15,-3 0-11-15,0 0-12 0,0-2-173 0,-3 0 31 16</inkml:trace>
  <inkml:trace contextRef="#ctx0" brushRef="#br0" timeOffset="-194811.48">15781 14149 302 0,'-2'0'114'0,"2"0"1"16,-2 0-41-16,0-1-9 0,0-1-47 0,0 0-16 0,0 0 14 15,1 0 0-15,-1 0 5 0,0 0 3 0,0 2-4 16,0 0-3-16,0 0 0 0,0 0 4 0,1 0-9 16,-1 0 13-16,2 0-11 0,0 0 9 0,0 0-9 15,0 0-3-15,0 0 1 0,0 2 8 0,0 0-3 16,0 0 0-16,0 2-3 0,0 11-11 0,2 7 6 16,1 4 2-16,1 2 1 0,0 1 2 0,-1 3-6 15,1 0-5-15,2-3 2 0,-1-1-3 0,3 2 10 0,1-2-3 16,-2-2 3-16,3-2-13 0,-3-6 8 0,2 1 1 15,1-2 5-15,-1-3 1 0,0-1 0 0,-1-3-2 16,-6-3 2-16,7 1-2 0,4-5 3 0,-2 1-4 16,0-2 4-16,0 0-1 0,-1 5-1 0,-1-1 2 15,-2-3-3-15,-3-1-7 0,0-2 12 0,-1 0-7 0,3 0 8 16,3 0-5-16,-1 0-12 0,-1 0 10 0,-1-2-10 16,1-3 11-16,1-6-9 0,1-13-1 0,2-4-1 15,-2-2 2-15,2 2 6 0,-1-3-4 0,-1-1 4 16,-3-1-9-16,1-1 0 0,-3 4 5 0,-1 3-3 15,3 3 7-15,-2 5-8 0,-3 2-1 0,1 4-2 0,6 4 2 16,-6 5-2-16,-1 1 2 0,3-1-4 16,-2 0-8-16,0 0-13 0,0 3-2 0,0-1-2 0,-1 0-7 15,1 0-25-15,0 0-11 0,-2 2-16 0,0 0-156 16,0 2-15-16</inkml:trace>
  <inkml:trace contextRef="#ctx0" brushRef="#br0" timeOffset="-194450.22">16380 14417 288 0,'0'0'126'0,"0"0"-133"16,0-2 143-16,2 0-66 0,0 0-8 0,0 0 33 15,0 0-5-15,-2 1 11 0,0-1-26 0,0 0-30 0,0 0 2 16,0 0-13-16,0 0-15 0,-2 0 1 0,0 1-8 16,0-1 7-16,-2 2 0 0,-5 0-12 0,-4 0 2 15,2 3-6-15,-2 3 9 0,2 0-12 0,2 1 3 16,1 2-5-16,3 12 5 0,1-5-4 0,2-1 4 15,-9 0-4-15,3-2 6 0,3 0 3 0,3-2-8 16,2-1 5-16,0-1 3 0,2 0-6 0,2 0 9 0,1 1-9 16,6-1 5-16,10-2 5 0,3 1-7 0,-2-1 5 15,-3 3-3-15,-1-3-5 0,-1 2 9 0,0 1-10 16,-4-1 0-16,-6 0 10 0,-5-1-5 0,4-1 8 16,-1 0 3-16,-3-3-4 0,0 4 1 0,-2-3-2 15,0 3 0-15,-2-3-5 0,0 1 4 0,-22-1-4 16,-4 1 1-16,0-2-6 0,0-3 0 0,2 1-1 0,0 15-1 15,4-6-3-15,2-3-6 0,3-5 2 0,2-1-15 16,4 0 0-16,2-2-1 0,5 0-1 0,-2 0-20 16,3 0-24-16,-1 0-16 0,2 0-6 0,0 0-98 0,0 0-74 15</inkml:trace>
  <inkml:trace contextRef="#ctx0" brushRef="#br0" timeOffset="-193996.9">17093 13986 433 0,'0'0'48'0,"0"0"-1"15,-2 0 2-15,1 0 1 0,-1 0-15 0,0 0 0 16,0 0 1-16,0 0 3 0,0 0-2 0,0 0-3 0,1 0 4 15,-1 0-6-15,0 0 7 0,0 0-5 0,0 0-1 16,0 0 5-16,0 0-4 0,2 0 6 0,0 0 1 16,0 0-11-16,2 0 8 0,0 0-8 0,2 0-13 15,3-2 8-15,17-3-10 0,4-1 5 0,8 0-7 16,-5 3 1-16,1-1-5 0,-3 2-8 0,3 0 0 16,-6 2 0-16,0 0-1 0,-2 0-1 0,-7 0-2 15,7 0 1-15,-6 0-1 0,5 2 0 0,-7 0-18 16,-3-2-3-16,0 2-5 0,-3 0-12 0,1 0-13 0,-7-2 0 15,-1 1-8-15,1 1-49 0,0-2-64 0,-2 2 0 16,-1 0-19-16,-1 0-2 0</inkml:trace>
  <inkml:trace contextRef="#ctx0" brushRef="#br0" timeOffset="-193811.23">17013 14149 845 0,'0'0'37'16,"0"0"0"-16,0 0 9 0,0 0-8 0,0 0-4 15,0 0 1-15,0 0 8 0,0 0 6 0,2 0-3 16,0 0-5-16,2 0-13 0,13 0-2 0,14 0 0 16,4-1-1-16,6-3-9 0,9-4-1 0,2-1-3 15,2 0-12-15,6 0-7 0,-7 1-13 0,-4 4-2 0,5 3-69 16,-14 1-319-16</inkml:trace>
  <inkml:trace contextRef="#ctx0" brushRef="#br0" timeOffset="-190365.3">18122 13830 28 0,'0'0'0'0,"0"0"36"16,0 0 27-16,0 0 41 0,0 0 17 0,0 0-12 15,0 0-10-15,0 0-30 0,0-2-7 0,0 0-4 0,0 2-26 16,-2 0 12-16,0 0-2 0,0 0 2 0,0 0-16 16,1-2-3-16,-1 2 5 0,0 0-3 0,0 0 15 15,0 0-2-15,0 0-1 0,0 0 1 0,1 0-7 0,1 0-3 16,0 0 3-16,0-1-3 0,1-1 0 0,1 0-2 16,2 0-8-16,16-5 3 0,6-3-16 0,2 1 1 15,2 2-3-15,-4 1 1 0,2 0-11 0,2 3 1 16,-6 1-4-16,0 2 2 0,0 0-11 0,-7 0-25 15,3 0 4-15,-1 0-15 0,-3 0-31 0,1 2-105 16,0 0-39-16</inkml:trace>
  <inkml:trace contextRef="#ctx0" brushRef="#br0" timeOffset="-189653.19">18918 13804 349 0,'0'0'42'0,"0"-2"88"0,2 0-133 15,0-1 24-15,-2 1-4 0,11-17 16 0,4-1 21 16,-9-1-18-16,12-7 0 0,-1 8-8 0,0 0-13 15,-4-4 1-15,-2 1 3 0,-4 3-2 0,1-4 18 0,-5 5 7 16,9 4 7-16,1-5-3 0,-8 7-4 0,1-2-9 16,-3 0-5-16,-1 4 1 0,-2 2-12 0,0-1 2 15,0 5-4-15,0 3 3 0,0 0-10 0,0 0-1 16,-11-5 0-16,-9-4-1 0,1 5 0 0,-3 4 4 16,-2 2 0-16,1 6 0 0,-3 3-4 0,0 4 2 15,2 0 3-15,-4 4-1 0,8-4-3 0,0 2 5 16,3-10-8-16,4 16 7 0,2-1-12 0,3-3 0 15,1 1 2-15,3 3 2 0,0-6 4 0,3-4-3 0,-11 4 0 16,7-4-1-16,1 4-3 0,2-4 1 0,2-6 0 16,0 1 4-16,0-2 4 0,2 1-2 0,0-1-2 15,2 0 1-15,9 5-2 0,5 0-2 0,-5-5 5 16,6 0-3-16,-1-3 15 0,5-1-17 0,-5-1 8 0,1-5-11 16,1-1-1-16,-1-3 8 0,-2-1-6 0,3-2 8 15,-7 4-7-15,-2 2 3 0,2-8 2 0,-11 2 0 16,4-4-8-16,-1 6 3 0,1 0-1 0,-3-4 4 15,1 9 2-15,4-3 5 0,-5 3-3 0,-1 3 2 16,0-1-8-16,0 0-2 0,0 2-1 0,0 1 0 16,-1-1 1-16,1 2-6 0,0 0 6 0,0 2-4 0,0 1 5 15,2 8-2-15,1 15-1 0,1 6-1 16,-1-2 0-16,-1-1 6 0,0 1-3 0,-1-2 5 0,1 0-8 16,-2-2 3-16,2 2 0 0,-2-4 2 0,1 0 1 0,1-2-4 15,0 0 1-15,-2 1-1 0,-1-3 0 0,-1-1 6 16,0-4 0-16,0-2 4 0,-1 0 3 0,-1-2 5 15,-2 0-2-15,-2-2 4 0,-1 0 4 0,-10-3-6 16,-7-2 2-16,0-1-4 0,-2 14 2 0,-2-4 0 16,-2-7 2-16,-3-3-1 0,-2-3 0 0,1-1-6 15,5-3-1-15,-1-2-1 0,8 3-2 0,-1-1-8 16,5 0 2-16,1 2-3 0,2 0 1 0,0 1 2 16,2 1-6-16,2 0 2 0,0 0-26 0,4 0-22 0,-1 1-2 15,5 1-10-15,1-2-39 0,-2 4-92 16,0 0-32-16,2-1-31 0,1 1-197 0</inkml:trace>
  <inkml:trace contextRef="#ctx0" brushRef="#br0" timeOffset="-188983.14">19173 14019 1115 0,'0'0'10'0,"-2"-1"3"16,0-1-11-16,0 0-2 0,0 0-4 0,1 0 2 15,-3 0 0-15,0 0 5 0,0 1-2 0,3-1 4 16,-1 0-12-16,0 0 2 0,0 0-4 0,0 0 16 0,0 2-1 16,0 0 0-16,1 0 0 0,-1 0-5 0,0 0 14 15,0 0-4-15,2 2 7 0,0 0-5 0,0 2 3 16,0-2-4-16,0 18 2 0,2 2-10 0,2 1-1 15,-1 3-3-15,3-2 1 0,-2-4-3 0,1 2 7 16,-1-1 3-16,0-3 1 0,-1 3-5 0,1-6 8 16,0 1-7-16,-2-3 9 0,-1-3-1 0,1 1-1 15,0-4 4-15,-2-1-4 0,2-2 5 0,0-1 11 16,-2 1 1-16,0-2 3 0,0 0-4 0,0 0-7 0,0-1 1 16,0-1-3-16,0 0-6 0,0-1 0 0,0-1-9 15,0 0 6-15,0-2-12 0,0-11 12 0,0-1-3 16,0-5 6-16,0 3-13 0,0 3-3 0,0-2 4 15,0 4-2-15,2 0 2 0,0 0 1 0,1 0-2 0,1 2 1 16,0 2-1-16,-1-1-2 0,1 3-1 0,-2 1-1 16,0 3 3-16,-2 1-3 0,0 0 4 0,5-2-4 15,3-1-1-15,-1 1 11 0,1 2-6 0,-3 2 7 16,1 0-7-16,-2 0 0 0,1 0 1 0,1 2 1 16,-3 0-2-16,-1-2 4 0,2 3-4 0,1 5 4 15,3 1-3-15,-4-3 3 0,-1-1 4 0,-3-3-3 16,2 2-4-16,0 0 3 0,0-1-1 0,0 1 2 0,0 0 3 15,-1-2-4-15,1-1-1 0,0 1-1 16,2-2 0-16,0 0-1 0,-3 0 3 0,11-3-2 0,1-5 6 16,0-1-8-16,1 7 1 0,-1-11-2 0,2 2 1 0,-2 2 0 15,0 1-1-15,0 3 0 0,-2-1 2 0,2-3-4 16,-3 3 1-16,1 1-3 0,2 1 8 0,-2 2-5 16,0 2 5-16,-2 0-4 0,-1 0 4 0,-3 2 1 15,1 0-7-15,0 1 4 0,3 5-4 0,-2-4 6 16,-5 5 0-16,4-2 1 0,1 3-7 0,-3-5-2 15,0 1 4-15,-3-3-3 0,-1-1 5 0,0 0-47 16,4 2 4-16,0 0-22 0,0-1-19 0,-1-1-120 0,-1 0 0 16,0 0-49-16,0-2-70 0</inkml:trace>
  <inkml:trace contextRef="#ctx0" brushRef="#br0" timeOffset="-188041.14">19789 13643 666 0,'0'-2'139'0,"0"0"-181"0,0-2 155 0,0 0-85 0,-2-12-25 16,1 1-2-16,1 4 5 0,0 1-5 0,0 5 0 15,0-1 2-15,0 3-3 0,0-1 4 0,1 0 3 16,1 0 8-16,0 1 1 0,0 1 3 0,0 0 16 0,0 0 10 15,0 0 5-15,-1 0-1 0,1 1-1 0,0-1-11 16,0 2-5-16,0 0-2 0,0 2-13 0,0-1-3 16,-1 3 2-16,3 2-3 0,7 12-7 0,-1 3 0 15,1 3-5-15,-4-4 4 0,2 4-3 0,1 2 1 16,-1 0 0-16,0 2-2 0,2 0-7 0,-1-4 6 16,-1 0 6-16,-2 0-1 0,1 1-2 0,-1-3-4 15,2 2 1-15,1 0-1 0,-3-2 5 0,1-1-1 16,-3-3-4-16,1-1 3 0,-1 0 4 0,-1-2-3 0,0-2 2 15,-1-2-2-15,1-2-8 0,0-1 14 0,-2-5-8 16,0 1 12-16,-1 0-7 0,1-1 5 0,0 1-3 16,0-2 2-16,0 0 0 0,0 0 10 0,0 0-4 15,-1-1 3-15,1-1-12 0,0 0 1 0,-2 0-2 16,0 0-1-16,0-1-10 0,0-1 10 0,0 0-6 0,0 0 7 16,0 0-10-16,0 0 8 0,0 0 3 0,0 1 1 15,0-1-5-15,-2-2-5 0,0 0-5 0,1 1 1 16,-1-1 7-16,2 2 4 0,-2-2-2 0,0 2 0 15,0 1-5-15,2-1-2 0,0 0 6 0,0 0-4 16,0 0 2-16,0 0 0 0,0 0-3 0,0 1 3 16,0-1 4-16,0 0-4 0,0 0 0 0,0 0-3 15,0 0 5-15,0 0-5 0,0 1 8 0,0-1-7 0,0 0 3 16,0 0 2-16,0 0-6 0,0 0 3 0,0 2-3 16,0 0 5-16,0 0 2 0,0 0 0 0,0 0-3 0,0 0-2 15,0 0-2-15,0 0-1 0,0 0 4 0,0 0-1 16,0 0 2-16,0-2 0 0,0 1 1 0,0-1 4 15,0 0-6-15,0 0 5 0,0 0-5 0,0 0 0 16,0 2 3-16,0-2-2 0,0 1-1 0,0-1 5 16,0 0-5-16,0 2 5 0,0 0-11 0,0-2 6 15,0 0-1-15,0 2 2 0,0-2 1 0,0 0 0 16,0 2 1-16,0-1-1 0,2-1 5 0,0 0-6 16,0 0 2-16,0 0-3 0,-1 0 0 0,1 0-4 0,0 1 1 15,0-1-3-15,0 0 3 0,0 2 3 0,0 0 3 16,-1 0 0-16,-1 0 8 0,0-2-9 0,0 2-2 15,0 0-1-15,0 0 1 0,0 0-2 0,0 0 4 16,0 0-4-16,0 0 3 0,0 0 0 0,0 0-3 16,0 0 1-16,0 0 1 0,0 0-6 0,0 0 7 0,0 0-6 15,0 0 11-15,0 0-2 0,2 0-5 0,0 0 1 16,0 0-1-16,0 0-5 0,0 0 12 0,-2 0-9 16,2 0 3-16,-1 0 0 0,1 0-5 0,-2 0 4 15,0 0-1-15,2 0 7 0,-2 0-5 0,2 0 5 16,-2 0-5-16,0 0 2 0,0 0 2 0,0 0-1 15,0 0-14-15,0 0 17 0,0 0-9 0,0 0 11 16,0 0-8-16,0 0-3 0,0 0 2 0,0 0-2 0,0 0 3 16,0 0 3-16,0 0-2 0,0 0 2 0,0 0-6 15,0 0 2-15,0 0-2 0,0 0 3 0,0 0-6 16,0 0 8-16,0 0-3 0,0 0 3 0,0 0-20 0,0 0-6 16,0 0-8-16,0 0 2 0,0 0-43 0,0 0-84 15,0 0-32-15,0 0-18 0,0 0-104 0</inkml:trace>
  <inkml:trace contextRef="#ctx0" brushRef="#br0" timeOffset="-187575.4">19977 13453 591 0,'0'-2'13'0,"0"0"3"0,0-1-12 0,-2-7-6 0,0-8-2 15,0-1 7-15,2 1 13 0,0 1-1 0,0 2 3 16,0 0-5-16,0 2 35 0,0 0-2 0,2 2 15 16,-2 2 15-16,0 0-3 0,0 1-2 0,0 3-1 15,0-1-11-15,0 2-11 0,0 2 3 0,0 1-6 0,-2-3-6 16,0 0-22-16,0 0 2 0,1 3-8 0,-3-1 5 15,0 0-6-15,0 0-3 0,3 2-2 0,-9 0-10 16,3 2 6-16,-2 3 4 0,3-1 1 0,2 17-1 0,-3 5 6 16,5 3-4-16,-7 5 6 0,3-1-5 0,1 4 5 15,3 2-7-15,0 0 6 0,0 0-1 0,-20 0-6 16,9-2 7-16,9 1-8 0,4-1 0 0,0-4 4 16,4 0-5-16,0-5 5 0,1-2-3 0,4 0 3 15,3-2-2-15,-1-1 0 0,2-1 0 0,1 0 2 16,-1-1 2-16,-11-1-1 0,15-1 6 0,3-4-3 15,3-1-1-15,1 1-1 0,0-4 0 0,2-1-3 16,4-1 1-16,-1-3-1 0,1-1 5 0,-2 1-12 16,2-3 2-16,-4-1-6 0,-2 15 3 0,0-6-22 0,-4-5-2 15,1-4-10-15,-6-1-37 0,1-1-7 0,1 0-11 16,-9 0-8-16,5-3-138 0,-10 3-114 0</inkml:trace>
  <inkml:trace contextRef="#ctx0" brushRef="#br0" timeOffset="-187123.62">20439 13548 1061 0,'0'0'24'0,"0"0"-1"16,-2 0-17-16,0 0 3 0,1 0-15 0,-1 2 2 0,0 1 2 15,-2 14 8-15,-1 13-3 0,5 0 7 0,0-1-8 16,0-5-1-16,1 6-1 0,-1-4 1 0,2 2 4 16,-2-2 1-16,0-4 3 0,0 0 7 0,0-1 17 15,-2-3 2-15,2-3 5 0,-1-2-1 0,1-3-7 16,0-3-7-16,0 0 2 0,0-1-12 0,0 0-2 16,0-3 0-16,0-1-1 0,0 0-1 0,0 2-2 15,0-1 4-15,-2 1-4 0,0-2 3 0,0 0-8 16,0 0 5-16,0-2-4 0,0 0 7 0,1-2 0 0,-1 0 0 15,0-2 1-15,-6-11 8 0,-1-9-4 0,4 0 2 16,1 0-3-16,2-4-10 0,2-3 4 0,2 1-5 16,3-2 6-16,3-1 3 0,3 1-14 0,-2 1 8 15,1-1-9-15,1 6 8 0,0 2-9 0,0 7 2 0,-4 3-4 16,14-5 9-16,1 4 3 0,-1 2-1 0,-3 0 0 16,-1 8-10-16,-2-7-4 0,-8 9 1 0,4-3-3 15,-3 4-8-15,-5 2-11 0,5 0-10 0,-3 0 1 16,-1 2-34-16,0 0-34 0,-1 2-26 0,1-1-13 15,2 10-184-15</inkml:trace>
  <inkml:trace contextRef="#ctx0" brushRef="#br0" timeOffset="-186750.84">20846 13778 759 0,'0'0'181'0,"-2"0"-240"15,0 0 207-15,0 0-115 0,-2 0-27 0,1 0 6 16,-5 0 3-16,-1 2-2 0,0 2-2 0,-2 1-10 16,1 1 1-16,3-3-2 0,-2 14 14 0,-1 2-3 15,5-3 6-15,-3 1-5 0,3 2-1 0,-6-4 11 16,1 1-8-16,5-1 9 0,1-2 8 0,2-2-7 16,2-1 9-16,0-3-9 0,0-1 13 0,0-3-2 0,0-1 7 15,2-2-6-15,18 15 7 0,-1-6-17 0,3-3 0 16,2-4-4-16,2-2-7 0,-1-2 3 0,1-2-7 15,-6 0 5-15,0-1-5 0,-5-1-11 0,-4 1 5 16,2-1-5-16,-7 2 15 0,0 1-5 0,-3 1 3 16,7-9-5-16,-3-2-4 0,-3 0 1 0,-2-2-1 0,-2 0 2 15,-4 2 1-15,-4-2-11 0,1 6 1 0,-6 0-4 16,-13 3 7-16,0 4 2 0,-2-16-3 0,4 6 1 16,0 7-5-16,2 3-1 0,1 2-1 0,-3 0-1 15,4 2-8-15,5 2-21 0,0 1 2 0,9-3-13 16,3 0-26-16,1-2-33 0,-2 4-9 0,0-1-17 15,2 1-119-15</inkml:trace>
  <inkml:trace contextRef="#ctx0" brushRef="#br0" timeOffset="-186424.29">21338 13293 1177 0,'0'0'17'0,"0"0"-1"0,0 0-15 0,-2 0 2 15,0 0-12-15,0 0 3 0,0 0 8 0,0 0-2 16,1 2 3-16,-1 0 3 0,0 2-3 0,2 1 3 16,-4 18-3-16,2 3 14 0,0 2 5 0,1 5 6 15,-1-1-5-15,2-3-5 0,-2 5-1 0,0-1-1 0,0 2 1 16,0 4 0-16,2-1-1 0,-2-3-4 0,1-4 2 15,-1 1-7-15,2-6-6 0,-2-2 2 0,-2 2-3 16,0-4 5-16,3-1-2 0,-3 1-2 0,2-5 1 16,0-1-3-16,0-1 4 0,2-2-7 0,0-3 4 15,0-5-32-15,0-3-25 0,0 2 1 0,0-1-8 16,0 1-6-16,0-2-51 0,0 0-3 0,0-2-19 16,2 0-20-16,0-2 1 0</inkml:trace>
  <inkml:trace contextRef="#ctx0" brushRef="#br0" timeOffset="-186173.91">21585 13316 236 0,'0'-2'151'0,"0"0"-89"15,0 0 147-15,0-2-45 0,0 1-79 0,0 1-19 16,0-2 0-16,0 2-8 0,0 0-16 0,-2-1-7 16,0-1-7-16,0 2 3 0,0 0-10 0,0 0-2 15,1 2-1-15,-1 0-3 0,0 2-10 0,0 2 9 16,-2 7-6-16,-1 17 6 0,1 4-14 0,0 5 7 15,2-2-1-15,2 2 2 0,0-3-2 0,0-1-1 16,2-1 4-16,2 1-1 0,0-1 6 0,-2-5-6 0,-1-1-1 16,1 0-2-16,0-3-1 0,0-3 0 0,0-1-4 15,-2-3 2-15,0 1-4 0,0-2-23 0,0-2 0 16,0-2-13-16,0 0-51 0,0-5-129 0,0-1-32 16</inkml:trace>
  <inkml:trace contextRef="#ctx0" brushRef="#br0" timeOffset="-185488.39">21817 13368 408 0,'0'0'167'0,"0"-2"23"0,0 0-90 15,-2 0-51-15,0-2-46 0,2 1-7 0,0-3-5 16,0 1 6-16,0 1-5 0,0 0 15 0,0 0-2 16,0 1 8-16,0-1-3 0,0 2 30 0,0 0 9 15,0 0-1-15,0 2 2 0,0 2-12 0,0 2-6 16,0 35-3-16,-2 7-1 0,-3 3-11 0,-3-1-5 16,-1 2 8-16,-2-2-7 0,0 1 1 0,0-7-2 0,-2-1-6 15,1-11 5-15,1-2 0 0,4-6-5 0,1-5 5 16,1-4-5-16,1-2 2 0,0-2 4 0,2-3-5 15,1-3 5-15,1-1-11 0,-2 2 15 0,0 0-3 16,0-2 6-16,0-1-11 0,0-1-10 0,0 0-2 16,1-1 0-16,-1-3 4 0,0-9-2 0,-2-13-1 0,2-4-1 15,2-1 3-15,2-5-1 0,2-1 6 0,0-4-3 16,1 2 1-16,3 0-6 0,-1-1 1 0,0 2-2 16,3-1 8-16,-1 6 0 0,0 5-2 0,1 2 3 15,-3 4 1-15,0 7-7 0,3-2 3 0,-3 4-3 16,1 2 15-16,-5 2-4 0,10 1 4 0,8 5-6 15,-1 1-7-15,-3-9 6 0,5 0-2 0,-5 5 6 0,1 2-1 16,1 4-10-16,-6 0 3 0,-2 2-4 0,-2 2 1 16,-1 0 9-16,1 1-8 0,-2 1 10 0,-3-3-7 15,5 10-3-15,1 2 7 0,-5-2-5 0,1 2 6 16,-2-2 4-16,-3 4-7 0,-1 0 7 0,0-3 1 0,-1 1-6 16,-3-4 2-16,-2 1-4 0,-3 1 4 0,0 0-7 15,-14 3 7-15,1-1-8 0,0 0-1 0,1-2 8 16,-1 0-9-16,2 6 8 0,5-6-8 0,0 1 4 15,2-1 0-15,4-1 1 0,-2 6-3 0,3-5-1 16,1 0 0-16,1-4-1 0,3-3-3 0,1 0 7 16,0-3-3-16,0 1 3 0,0 0-4 0,2-2 1 15,-2 3 6-15,2-1-3 0,0-2-1 0,0 1 7 16,0-1-9-16,0 0 9 0,0 0-8 0,19 2 3 0,5-1 1 16,-2 12 0-16,2-2 4 0,0-4-8 0,-3-1 2 15,-4-3-6-15,-1-1-9 0,-5-2 0 0,2 0-5 16,-1 0 1-16,-3 0-37 0,2-1-9 0,-4 1-4 15,1-2 1-15,1 0-10 0,0 0-156 0,-1 0 18 16,-3 0-75-16,1 0-83 0</inkml:trace>
  <inkml:trace contextRef="#ctx0" brushRef="#br0" timeOffset="-185114.52">22290 13609 1161 0,'0'0'107'16,"0"-2"-143"-16,0 0 122 0,0 1-68 0,0-1-19 0,0 0 0 16,0 0-4-16,0 0 2 0,0 0-1 0,0 0 5 15,0 1-2-15,0 1 2 0,0 0-8 0,0 0 13 16,0 1 0-16,0 1 5 0,0 2-3 0,0 2 8 16,-2 10 1-16,-1 1 2 0,-1 3 1 0,-2-1-1 15,-1 3 0-15,-4 2 0 0,2-3-4 0,-1-3 2 16,1-3 0-16,0-2 3 0,-1 0 0 0,3-2-12 15,1-1 2-15,1-1-4 0,3-4 10 0,-2 3-5 16,2-3-3-16,2-1 0 0,0 0-1 0,0-2 21 0,0 1-4 16,2 1 8-16,0 0-12 0,2-2-10 0,16 7 2 15,8-2-4-15,-2-3 9 0,2-2-3 0,2-2 2 16,1 0-4-16,1-2-1 0,-1 0-11 0,3-1 4 16,-3-1-4-16,1 0 0 0,-2 2-16 0,-3 0-2 0,1-1-6 15,-4 1-4-15,-3 0-25 0,3-2 8 0,-5 1-14 16,-3-1 4-16,-1 0-20 0,-9 2-31 0,-3 0-2 15,1 1-155-15,0-3-12 0</inkml:trace>
  <inkml:trace contextRef="#ctx0" brushRef="#br0" timeOffset="-184762.36">22480 13121 1153 0,'-2'0'28'0,"0"-2"-4"0,0 0-19 16,0 0 13-16,-2 0-23 0,1 0 8 0,-1 1 5 16,0-1-5-16,2 0 5 0,1 0 4 0,-1 0-10 15,0 0 7-15,2 0-7 0,0 1 19 0,2-1 16 0,0 0-4 16,1 0 7-16,5-2-13 0,14-7-9 15,0 4-1-15,2 1-5 0,1 4-14 0,-3 2 13 0,2 4-11 16,0 3 12-16,0 5-11 0,2 2 4 0,-7-8-1 16,-1 24 0-16,3 7-3 0,-4 0 1 0,1 6 6 15,-3-1-4-15,-6 5 6 0,6 1-7 0,-6 2 1 0,6 4-1 16,-2 0 14-16,-2 0-1 0,-3 0 5 0,-1-8-3 16,1-1 8-16,-1-6 11 0,1-2-6 0,-3-2 6 15,-3-2-24-15,0 3 1 0,16-5-1 0,-8 1 1 16,-8 1 0-16,-4-1-12 0,-4-1 0 0,-7-3-5 15,-2-4-16-15,-5 1-107 0,-19-1-49 0</inkml:trace>
  <inkml:trace contextRef="#ctx0" brushRef="#br0" timeOffset="-184147.33">23469 13693 1334 0,'0'-2'79'16,"-2"0"149"-16,1 0-194 0,-1 0-16 0,0 0 2 15,0 1-5-15,0-1 11 0,-2 0-8 0,3 0-6 16,-3 0 1-16,0 0-11 0,0 0-13 0,1 1 1 16,-1 1-11-16,0 0-22 0,2 0-72 0,1 0-19 0,-1 0-44 15,0 0-333-15</inkml:trace>
  <inkml:trace contextRef="#ctx0" brushRef="#br0" timeOffset="-181610.2">24039 13061 33 0,'0'-1'0'16,"0"-1"84"-16,0 0 17 0,0-2 19 0,0-7 11 16,0-2-79-16,0-2-8 0,0 2-10 0,0 4-10 0,0 3 5 15,0 4-22-15,0-1 1 0,0-1 2 0,0 2 1 16,0 0 5-16,0 0 19 0,0 2-4 0,0 2 8 16,0 0-14-16,0 11-6 0,0 21-2 0,-2 1-1 15,1 2-12-15,-3 4 13 0,2 1-6 0,-2 1 8 16,2 2-4-16,2-3 0 0,0 1-2 0,0 0 1 15,0 1 6-15,2-8 5 0,0-3 3 0,-2-9-4 16,2-1-12-16,-2-3 0 0,0 0-4 0,0-5 3 16,0-5-7-16,0 1 6 0,0-4-3 0,0-1 4 0,0-1-3 15,0-3 11-15,0 2 0 0,0-2 2 0,0 0-15 0,-2-2 6 16,0-2-12-16,0-2 12 0,-3-13-11 16,-8-22 9-16,4 0 1 0,1-5 0 0,1 3-8 0,1 2 6 15,2-2-2-15,3 2 3 0,-1 0-4 0,2 4 0 16,0 1-2-16,2 3 1 0,-1 5-2 0,3 2-6 15,2 1 1-15,-1 5-2 0,3-1 11 0,-1 4 3 16,1 0 1-16,1 3 0 0,0-1 1 0,17 0 10 16,2 1-9-16,5 1 8 0,3 4-16 0,-3 5-4 15,1-17 3-15,-8 10-4 0,-6 5-2 0,-1 4 2 16,-3 0-4-16,-3 2 4 0,-5 2 2 0,-1 0 12 0,-3-1 2 16,0 3 2-16,3 9-2 0,-3 2-3 0,-4 1 2 15,-2 1-3-15,-6-1-5 0,-3 1-2 0,8 1 0 16,-23-1 0-16,-6-1 0 0,0 1 1 0,1-2-2 15,3-4 3-15,2 1 6 0,4-1-8 0,5-1 0 16,4-3-4-16,0 0 2 0,6-1-9 0,1-3 4 0,4-1-6 16,-3 3 13-16,1-1-8 0,0 1 2 0,2-1-6 15,0 1 3-15,1 1 1 0,1 1-2 0,0 4 3 16,3 2 2-16,3 2 3 0,3-1 0 0,-3-1-1 16,16 0-7-16,4 5 10 0,-6 1-4 0,3 3 6 15,1-5-8-15,-7-6-7 0,5-2 3 0,-11-4-5 16,0 1-12-16,4-1-40 0,-4-1-3 0,8-5-12 15,-10 7-6-15,4-1-27 0,4-1-8 0,-2-4-15 0,5-2-95 16</inkml:trace>
  <inkml:trace contextRef="#ctx0" brushRef="#br0" timeOffset="-181202.73">24710 13295 587 0,'0'0'82'0,"0"0"8"0,-2 0-16 15,0-2-19-15,0 1-17 0,0-1-4 0,0 0-3 16,0 0-9-16,1 0 4 0,-1 2-13 0,0 0 3 16,0 0 6-16,0 0-4 0,0 2-7 0,0 0 6 0,2 2-9 15,0 9 8-15,0 14-1 0,0 1-6 0,0 2 6 16,0 3-7-16,2 1 0 0,0-3-1 0,0 1-3 16,-2-8 1-16,2-5-11 0,-2-1 8 0,0-3 2 15,0-4 3-15,0-1 7 0,0-5-12 0,0-3 3 16,2 2-7-16,0-1-9 0,-1-1-3 0,1 0-5 0,0-2 3 15,0-2-1-15,0 0 7 0,2-5 3 0,7-23 1 16,-2 1 5-16,0-1-5 0,-1 0 2 0,-3 4-1 16,1 2 6-16,-1 4-3 0,1 1-1 0,0 2-1 15,-3 6 7-15,1 2-5 0,-2 1 2 0,0 5-3 16,-2 1-1-16,2-2 4 0,-1 0 1 0,1 3 4 16,0-1 18-16,0 2-1 0,0 0 1 0,2 0-3 0,-3 2-5 15,1-1 5-15,0 3-6 0,9 15 5 0,0-1-8 16,-1 3 9-16,-1-1-2 0,-2-1 2 0,-1-3-18 15,-2-1 2-15,1 2-1 0,-1 0 1 0,0-2 4 0,-2-4-6 16,-1-4 0-16,1 2-3 0,-2-1-9 0,0-3-41 16,0 1 1-16,0-4-19 0,0 2-41 0,0-1-235 15</inkml:trace>
  <inkml:trace contextRef="#ctx0" brushRef="#br0" timeOffset="-180998.24">24607 13273 1139 0,'0'-2'35'0,"0"0"-1"0,-1 0 0 0,-1 1 2 15,0-3-14-15,2 0-9 0,0 0-2 0,0 1-4 16,0 1 2-16,2-4-4 0,3-3 3 0,8 2 0 0,19-1 1 16,3-1 6-16,0 1-10 0,3 3-2 0,1 1-3 15,-4 2 3-15,-4-16-28 0,3 5 6 0,-10 7-16 16,2 4-4-16,-4 2-36 0,-3 0-12 0,-4 0-10 15,-4 0-62-15</inkml:trace>
  <inkml:trace contextRef="#ctx0" brushRef="#br0" timeOffset="-180453.21">23742 13899 461 0,'0'0'155'0,"-2"0"-184"0,0 0 178 16,1 0-91-16,-3 0-24 0,0 0-13 0,1 0 3 16,-3 0-5-16,2 0 2 0,-9 0 2 0,6 0-4 0,5 0 4 15,-7 0-5-15,7 0-1 0,-2 0 0 0,-1 0 2 16,1 0 13-16,0 0-11 0,0 2 9 0,3-1-10 16,-1 1 4-16,0 0-12 0,0 0 4 0,2 0-6 15,0 0-1-15,2 0 10 0,2-1-9 0,7 1 8 16,17 2-13-16,5-2 10 0,8 0-2 0,-4-2 4 15,4 0-12-15,1 0 1 0,7 0-3 0,5 0 3 16,1 0 0-16,8 0 1 0,6 0-5 0,0 0 4 0,3 0-7 16,-3 0 7-16,0 0 4 0,1 0 1 0,-1-2-1 15,3 0 5-15,6-2 0 0,10-1 2 0,4-1-2 16,5-3 5-16,-2 1-5 0,-6 1 6 0,-2-2-4 0,-9 1-8 16,-4 3-3-16,-11 3-1 0,2 0-5 0,-11 2 2 15,-6 2 3-15,1 2-2 0,-18-3 3 0,3 3-4 16,-3 0 1-16,-7 0-1 0,2-1 3 0,-5 1-2 15,-4 2-3-15,-14-6 1 0,3 1-8 0,-2 1 4 16,-1 0-9-16,-1 0 7 0,0 0-21 0,-2 0-9 16,0 1-1-16,-2 1-9 0,-5 2-46 0,-29 14-163 15,-4-3-67-15</inkml:trace>
  <inkml:trace contextRef="#ctx0" brushRef="#br0" timeOffset="-179792.17">23911 14196 764 0,'0'0'14'0,"-2"-2"35"0,0 0-36 16,1 0 3-16,-1 0-1 0,0 1-1 0,0 1-13 0,0 0 17 16,0 0-2-16,2 0 5 0,-2 1-11 0,1 3 19 15,-3 15 0-15,-2 14 8 0,1 6 12 0,-1 2-13 16,1 0 4-16,-1 0-6 0,0-1-1 0,1 5-9 16,1-6-2-16,0-2-1 0,3-3 2 0,1-5-15 15,0-3 8-15,0-3-8 0,0-1 14 0,0-2-18 16,0-1 5-16,0-4-7 0,0-2 8 0,0-2-1 15,0-4-7-15,0-1 4 0,0-4-5 0,0 1 10 16,0 1 3-16,1-2-1 0,-1 0-13 0,0 0-3 0,0-2-5 16,0-2 1-16,0 0 1 0,0-2 2 0,0-16 2 15,0-6-1-15,0-2 3 0,0-4-4 0,2 1 4 16,0-4-3-16,4-3 6 0,-1-4-3 0,3 3-3 16,3-4 1-16,0 4 5 0,0 4-2 0,2-1 0 15,0 11 0-15,6-3-1 0,-10 2 8 0,23 2 2 0,-3 3-1 16,1 6-5-16,0 6 0 0,-6 3 0 0,2-10 0 15,0 5-3-15,-6 7-2 0,1 4 2 0,-8 0-1 16,-4 2 11-16,-3 0-7 0,-1 1 4 0,1 7-2 16,7 8 14-16,-4 4-1 0,-5-1-10 0,-4 1 6 15,-4 4-6-15,-3-4-3 0,-5-3 2 0,-1-2-4 0,-18-3 3 16,3 1-10-16,0 2 8 0,2-4-8 0,0-2 7 16,4 2-1-16,3-4 5 0,4-1-5 0,2-1-5 15,4-5 4-15,4 2-6 0,1-2 6 0,2-2-2 16,-2 3-2-16,1-1 1 0,-1 0-1 0,2 0-10 0,0 0 14 15,0 0-9-15,2 0 10 0,0-1-4 0,2 1-4 16,0 2 9-16,0 0-6 0,18 11 2 0,3 1 6 16,-1 3-6-16,0-2 5 0,-1-1-4 0,-7 1-5 15,3 0 5-15,-2-2-4 0,2-2 5 0,3-2-2 16,-1 0-9-16,-1-4 3 0,-3 1-20 0,4-3-21 16,-6-3 2-16,2 0-10 0,1 9-13 0,-5-3-14 15,6-1-8-15,2-1-3 0,-1-5-30 0,4-1-140 16</inkml:trace>
  <inkml:trace contextRef="#ctx0" brushRef="#br0" timeOffset="-179365.24">24776 14539 625 0,'0'0'171'16,"0"0"30"-16,0 0-77 0,-1-2-64 0,-1 1-31 15,0-1-17-15,0 2 12 0,0 0-7 0,0 0 7 16,0 0-25-16,1 0 11 0,-1 2-8 0,0-1 11 15,0 3-14-15,0 2 18 0,-3 9-9 0,-1-1 13 16,2-1-10-16,-1 4 8 0,1-4 2 0,0 2 0 16,2 0-7-16,1-4-11 0,-1 4 5 0,0-6-6 0,0 2 9 15,2-3-3-15,0-3 1 0,0 1 0 0,0-2-8 16,0-3 7-16,0 1-8 0,0 2 9 0,0 0-4 16,0-1-1-16,0-1 1 0,0 0-1 0,0 0 2 0,0-2-14 15,0 0 5-15,0 0-9 0,0-2 1 0,0 0 5 16,0-1-3-16,0-1 4 0,2-11-11 0,0 0 10 15,1-2-9-15,1 3 10 0,0-1-3 0,0 2 1 16,-1 3 7-16,-1 3-5 0,0 1 7 0,0 3 2 16,-2 1-4-16,0 0 3 0,4-2-6 0,-1 1 9 15,-1 3-2-15,7-4 6 0,-1 4-2 0,1 0 3 16,0 2-4-16,-1 1 2 0,1 5-4 0,-1 1 2 16,-1 10 4-16,0-3-3 0,-3 1-1 0,0-2-1 0,1 0-5 15,3-2 4-15,-3-2 1 0,-3-2-6 0,0-1 3 16,2-3-5-16,-2-1 2 0,-2-2-17 0,0 0-2 15,3 1-7-15,-1 1-33 0,0-2-31 0,0 0-19 16,0 0-12-16,0-2-148 0</inkml:trace>
  <inkml:trace contextRef="#ctx0" brushRef="#br0" timeOffset="-179149.16">24537 14415 735 0,'-2'0'124'0,"0"-2"27"16,0 0-60-16,-1 0-55 0,-1 0-16 0,2 1-7 16,0-1-10-16,0 0 3 0,0 0-3 0,2 0 16 0,0 0-1 15,2 0-1-15,0 1 1 0,2-1 7 0,26-11 11 16,1 0 7-16,6-2-1 0,4 2-2 0,-2 0-21 16,2 4-5-16,-6 5-4 0,-1 2-14 0,-3 0-23 15,-5 2-5-15,-3 2-5 0,1 0-18 0,-6 2-25 16,-8-2-8-16,3 1-10 0,-6-1-69 0</inkml:trace>
  <inkml:trace contextRef="#ctx0" brushRef="#br0" timeOffset="-178888.75">25114 14536 1115 0,'0'0'17'0,"-2"-2"39"16,1 0-60-16,-1 0 7 0,2 2 4 0,0 0 3 15,0 0 8-15,2 0-8 0,1 0 3 0,8-2-4 16,21 0 2-16,-2-1 19 0,3-1-9 0,1-2 12 16,-3 1-12-16,3-1-7 0,-5 2-4 0,-5 1 0 0,-1 1 1 15,-8 0-21-15,-2 2 10 0,-4-2-16 0,0 0-1 16,-5 2-32-16,-2 0-10 0,1-2-8 0,1 1-58 15,0-1-121-15,-2 0-3 0</inkml:trace>
  <inkml:trace contextRef="#ctx0" brushRef="#br0" timeOffset="-178651.46">25244 14272 1176 0,'0'0'37'0,"0"0"1"0,-2 0 1 15,1-2-2-15,-1 0-13 0,0 2-16 0,0 0-1 0,2 0-3 16,0 0 3-16,0 0 0 0,2 2-2 0,0 0-4 16,1 2 3-16,-1 16 1 0,8 6-4 0,-3 4 4 15,-1-2-4-15,-1 5 12 0,1 0-7 0,-1 1 12 0,-1-4-11 16,-2-3 4-16,2-1-1 0,-1-1-10 0,3-5 6 16,-1-1-1-16,1-5-8 0,0-1 8 0,-1-3-10 15,1-3-17-15,-1-3-35 0,3 0-12 0,1-3-8 16,0 7-55-16,2-1-108 0,2-1-21 0</inkml:trace>
  <inkml:trace contextRef="#ctx0" brushRef="#br0" timeOffset="-178242.48">25642 14205 1145 0,'0'0'54'0,"0"0"7"0,-2-2-37 16,0 0-15-16,0 1-17 0,0-1 6 0,2 2 2 16,0 0 2-16,0 0-1 0,0 2 12 0,0 1-16 15,0 5 8-15,4 16-10 0,0 2 11 0,1 0-8 16,1 5 3-16,-1-1-2 0,1-2 13 0,-1-2 2 16,-1 0 6-16,0-2-1 0,0-2 3 0,-1 1 4 0,-1-5-10 15,-2-1 8-15,0-2-9 0,0 0-4 0,0-4-2 16,0-6 0-16,0 5 1 0,0-7 2 0,0 3-1 15,0-2-1-15,0-3-6 0,0 1 10 0,-2 2-1 16,0 0 2-16,1-2-8 0,-1-1-2 0,0 1-2 16,0-2 1-16,0-2 3 0,0 1 1 0,-1-5 5 0,-9-24-4 15,5-5 3-15,5 0-8 0,2-1 1 0,4 3-2 16,1-2 1-16,5-1-1 0,1-1 2 0,0 8 0 16,2 1 2-16,-2 6-2 0,2 3-1 0,-9 2 2 15,20 4 5-15,-5 2-12 0,-1 2 5 0,-7 1-7 16,4 7 10-16,-2-1-17 0,-2-8-2 0,0 3-9 15,-3 3-31-15,7 1-27 0,-8 1-11 0,-1 2-6 16,-3 0-60-16</inkml:trace>
  <inkml:trace contextRef="#ctx0" brushRef="#br0" timeOffset="-177835.77">26121 14285 1025 0,'-2'0'138'0,"0"0"-173"16,0-2 156-16,-2 0-83 0,1 0-31 0,-1 2-5 16,0 0 0-16,1 0-2 0,1 0 1 0,-2 4 8 15,0 11-6-15,-12 11 6 0,3 4-9 0,1 1 4 0,5 3 4 16,3-7-4-16,2-2 2 0,2-5 6 0,0-1 0 16,0-3 3-16,0-3-8 0,0-2 3 0,0-1-3 15,0-5 4-15,0 1-1 0,0-1 1 0,0-3-4 16,0 2 5-16,0 0 8 0,2-1-2 0,0-1 6 0,0 0-6 15,0 0-6-15,0-2-7 0,1 0-9 0,9-4 4 16,6-5-2-16,3-4-3 0,-3 0 5 0,3 0-4 16,-5 2 0-16,1 0 3 0,0 1-1 0,-1 3 2 15,1 1-2-15,0 1 1 0,0 1 1 0,-1 2 0 16,1 2 10-16,-2 2-9 0,-2 2 5 0,0 3-6 16,-4-1 0-16,-2-2 9 0,1 10-9 0,-4-1 9 0,7 2 5 15,-4-4-4-15,-1 1 8 0,-3-1-5 16,-1-2 22-16,-2 0-17 0,0-1 9 0,-3-1-14 0,-5 2 4 15,-25-1-11-15,-4-3-1 0,0-1-4 0,-4-2-12 16,0 20-5-16,2-11-8 0,0-7 1 0,4-4-36 0,5 0-4 16,0-4-21-16,8-1 2 0,5-1-116 0,4 1-113 15</inkml:trace>
  <inkml:trace contextRef="#ctx0" brushRef="#br0" timeOffset="-177525.28">26447 13830 1596 0,'0'-2'36'16,"0"0"0"-16,0 0-1 0,-1 1-1 0,-1-1-10 15,0 0-4-15,0 0 2 0,0 0-7 0,0 0 5 16,0 2-16-16,1 0 5 0,-1 0-1 0,2 0 2 0,-2 0-6 16,0 0-19-16,0 0-14 0,2 0-6 0,0 0-71 15,0 0-286-15</inkml:trace>
  <inkml:trace contextRef="#ctx0" brushRef="#br0" timeOffset="-175834.88">27773 8613 17 0,'-2'-2'0'0,"-13"-6"1"0,-18-8 10 0,-6 3-11 15</inkml:trace>
  <inkml:trace contextRef="#ctx0" brushRef="#br0" timeOffset="-175783.01">26850 8475 3 0,'-11'0'2'0,"-20"0"-1"0,-40-3-1 16,4-3 4-16</inkml:trace>
  <inkml:trace contextRef="#ctx0" brushRef="#br0" timeOffset="-175749.2">26319 8438 1 0</inkml:trace>
  <inkml:trace contextRef="#ctx0" brushRef="#br0" timeOffset="-175166.38">25452 8446 24 0,'-11'0'34'0,"-28"3"-7"0,-46 3 32 0,-3-1 6 16,-8 3-9-16,3-3-24 0,4 1-8 0,7-2-1 0,8-1 0 16,2 3 8-16,1 0-23 0,-5 1 10 0,-4 0-16 15,-2 1 6-15,-5-1-2 0,4 1-7 0,5-1 3 16,5-1 4-16,6 1-10 0,0 1 6 0,-3 1-8 15,-1 2 6-15,-12 0-1 0,-6 0-5 0,-2 0 3 16,-2-3 5-16,9 1 8 0,8 0 1 0,7 1-1 16,1 3-10-16,1 0 5 0,-7 1 2 0,1 3-2 15,-8 4-6-15,-5 1 3 0,6-2-4 0,2-3 5 0,10-2-4 16,3 2 2-16,2 3 2 0,3 2 1 0,-3 1 5 16,-6 1-8-16,-7-2-1 0,-4-2-3 0,-3 1-5 15,7-3 8-15,3 3 1 0,5 1 2 0,4 2 4 0,3 0-4 16,0 2-3-16,0 2 0 0,-3-24 0 0,-2 29-1 15,-7 6 4-15,-1 2-3 0,0 4-2 0,5 3 3 16,8 0-5-16,7 2 4 0,0-3-6 0,0 1 6 16,-2-3 8-16,1-3-1 0,-1-1 8 0,-9-2-1 15,2-3-4-15,-4-5 3 0,-3 4-4 0,10 3 9 16,3-1-7-16,10 2 7 0,4 3-19 0,3 5 10 16,1 3-8-16,1 4 8 0,1 0-13 0,4 3 4 0,1 1 5 15,1-3-2-15,-3-1 2 0,1-4-4 16,-2-3-7-16,-2-6 3 0,1 1-2 0,1 3-1 0,2 1 2 15,5 3-3-15,-8 1 7 0,3 2-1 0,1 3 2 16,3 9-3-16,3-1 0 0,0 0 2 0,5 0 3 16,1-13-1-16,5 6 11 0,2-8-6 0,6-5 6 0,3-1-4 15,-18-1 22-15,10-2-7 0,9 0 0 0,6 2-5 16,7 0-6-16,5 0-7 0,7 0 0 0,-13 5-3 16,30-1-12-16,11 5 13 0,0-2-4 0,4-3 6 15,4 1-18-15,-1 0 5 0,-3-1-6 0,4 1 8 16,-4-3-5-16,-1-2-18 0,5-4 3 0,3-2-9 15,10 1 3-15,7-1 14 0,9 0-4 0,4 1 6 16,-6-5 0-16,1 3 9 0,-6-5 4 0,1 3 0 0,5-1-4 16,10-1 8-16,8 0-10 0,15-2 9 0,2-4-9 15,-4 2 7-15,0-2 0 0,-2 0 1 0,13 0-6 0,8 0-11 16,-1 2-3-16,-5 0-2 0,-7 0 1 0,5 4 8 16,9-4 2-16,6 0-1 0,0-2-6 0,-7-3-8 15,-6-1-9-15,7 0 1 0,8 1-28 0</inkml:trace>
  <inkml:trace contextRef="#ctx0" brushRef="#br0" timeOffset="-174821.23">25967 13154 143 0,'131'-9'18'0,"1"-2"35"0,4 0-11 0,3-1 6 16,2 1 6-16,-2-2-5 0,-9 0-13 0,0-1-11 0,6-1-7 16,3-2 0-16,-3 0-12 0,-8-3-3 0,-11-1 3 15,2-1-4-15,-1-4-9 0,7-7 13 0,3-4-8 16,-15 25 11-16,-5-34-7 0,-10-4 4 0,-3 0-3 15,0-2 2-15,3 2-7 0,-7 3 6 0,-2 1 2 0,-11 3 2 16,-11 0 9-16,-2 1-4 0,-11 3 9 0,-4 0-7 16,-4 2 15-16,-3-6-4 0,4-4-2 0,-7-3-2 15,7-4-10-15,-1-3 2 0,-7-8-6 0,2 2 4 16,-6-2-3-16,-1 4 2 0,1 5 0 0,-7 2-1 16,0 0-4-16,-4 4 7 0,-2 0-3 0,-3-2 2 15,-3-6-6-15,-1-7-6 0,-5-3-6 0,-5-10 1 16,-3-2-2-16,30 4 9 0,-21 3 6 0,-11 6-2 0,-6 6-8 15,-7 2 3-15,-5-1 0 0,-3 5 3 0,-3-7 4 16,22-8-6-16,-37-8 0 0,0-8 1 0,-9-3 13 16,-4 2-3-16,-2 5 2 0,-9 8-3 0,2 3-4 0,1 7-1 15,-5-1-2-15,-5-8 1 0,-10-5 1 0,-17-11-24 16,-7-4-7-16,-7 4-16 0,-2 5-104 0</inkml:trace>
  <inkml:trace contextRef="#ctx0" brushRef="#br0" timeOffset="-171578.89">27409 13251 2 0,'0'0'86'94,"0"0"-32"-94,0 0-7 0,0 0 6 16,0-2-14-16,2 0 10 0,0 0 0 0,0 0 3 15,0 0 1-15,0 1-13 0,-2-3 2 0,0 0-5 16,0-7-2-16,0-2-11 0,0 2 10 0,0-2-9 15,0-2 16-15,0 2-7 0,0 0 0 0,0 0 0 16,0 2 5-16,-2 0-3 0,0 0-1 0,2 3 0 0,-2-1-5 16,2 5-2-16,-2-3-4 0,2 3 2 15,0 0-7-15,0 1 1 0,-2-1-5 0,2 0 2 0,-2 1-7 16,1-1-13-16,-1 2 8 0,0 0-9 0,0 0 7 16,0 2 0-16,0 0-3 0,0 2 2 0,1 0 6 15,-1 2-9-15,-2 3 9 0,-3 12-8 0,-1-1 7 0,1 3-4 16,-1 1 1-16,3-2-2 0,1 1 7 0,-2 1-3 15,3-3-4-15,1-3 1 0,0 1-3 0,2-4 4 16,-2 2 8-16,2-6-4 0,0 0 2 0,0-3-1 16,0-2-5-16,0-1 5 0,0 1 2 0,0 0-1 15,0 0 7-15,-2-3-4 0,2 1 9 0,0 0-14 16,0-2-8-16,0 0 2 0,-2-2-1 0,1 0-5 16,1-1 7-16,-2-16-6 0,0-5 14 0,2-2-4 0,0 2-2 15,4 0-2-15,-1 1-8 0,3 1 6 0,-1 0 0 16,3 0 3-16,1-1 6 0,-1 5-6 0,1-1 4 15,0 4-5-15,-1 2 3 0,-7-3-3 0,20 3 1 16,-3 0-2-16,12 2-3 0,-4 3 7 0,2 1-1 16,0 3 5-16,-4 2-3 0,0-15-3 0,-2 8-1 0,-3 5-1 15,-1 4-3-15,-3 0 1 0,-2 4-3 0,-3 0 3 16,-1 1-3-16,-2 1 10 0,-3-2-4 0,0 9 5 16,7 2-11-16,-4-2 10 0,-3-2 2 0,0 0 2 15,-4-2-1-15,0 0-4 0,-2 3-3 0,-2-3 1 16,-1 0 4-16,3 0-2 0,-19-1-2 0,-3-1 0 15,2 2-4-15,-2-5 0 0,0 4 5 0,7-5-5 0,0-1 6 16,8 0-3-16,-4 7-3 0,0-1 1 0,4-3 3 16,-1-1-3-16,5-2 4 0,1 0-4 0,0 0 2 0,1-1-5 15,1 1-5-15,0 0 2 0,0 0-3 0,2 0 6 16,0 0 3-16,2 0 0 0,0-1-1 0,2 1 4 16,5 4-2-16,9 3 4 0,3 0 5 0,-3-1-13 15,-1-3 2-15,0 3-3 0,-2-1 4 0,-1 1-4 16,-1-3 8-16,-1 1-7 0,1 1 4 0,-2-1 2 15,-2-1-11-15,0 1 7 0,-1-2-6 0,-3-1-8 16,-1-1 1-16,0 0-7 0,-1 0-23 0,-1-2-18 16,0 0-35-16,0 0 4 0,2 4-145 0,-1-1-29 15</inkml:trace>
  <inkml:trace contextRef="#ctx0" brushRef="#br0" timeOffset="-171337.37">27912 13232 679 0,'0'0'86'0,"0"-2"-97"0,-1 0 93 0,-1 1-46 15,0-1-25-15,0 0 6 0,0-2-1 0,0 0 3 16,0 1-7-16,2-1-15 0,0 2 2 0,0 0-4 16,0 0 14-16,0 1-3 0,0-1-1 0,0 0 1 0,0 0 19 15,0 0 7-15,0 2 5 0,2 0-3 0,0 0-3 16,0 2 5-16,0 2-12 0,0 1 9 0,5 18-19 15,-1 1-4-15,-1 4 5 0,-3-2-7 0,0 3-2 0,-2-1-10 16,0-2 4-16,0-4-6 0,0-1 2 16,0-6-1-16,0 0-8 0,0-4 1 0,0 2-49 0,0-8-29 15,0 1-23-15,0-4-9 0,0 1-144 0</inkml:trace>
  <inkml:trace contextRef="#ctx0" brushRef="#br0" timeOffset="-170957.1">28336 12943 775 0,'0'0'81'0,"0"-2"-100"0,0 0 87 0,-2 0-46 16,0 0-15-16,0 0-7 0,0 0 9 0,0 1-9 15,2-1-3-15,0 0 5 0,0 0 0 0,0 0 5 16,0 0 15-16,0 2 6 0,0 0 0 0,0 0 2 16,0 0 1-16,0 0-4 0,0 2-1 0,0 0 0 0,0 0-1 15,0 2-1-15,0 3-5 0,-1 8 1 0,-1 2-9 16,0 1-2-16,0 4 0 0,0 1-1 0,0 1 11 16,-1 4-14-16,1-1 3 0,0 1-8 0,0 2-8 15,2-4 8-15,-2 2 1 0,2-4 3 0,0-2 0 0,0-1 0 16,0-5-2-16,0 1 1 0,0-4-5 0,0-2-8 15,0-5-2-15,0 1-3 0,0-5-21 0,0 2-14 16,0 0-14-16,0-1 1 0,0-1-36 0,0 0-21 16,2-2 3-16,0 0-11 0,0-2-11 0,0-2-41 15</inkml:trace>
  <inkml:trace contextRef="#ctx0" brushRef="#br0" timeOffset="-170694.02">28611 12798 664 0,'0'0'43'16,"-2"-2"74"-16,0 0-57 0,0 0-6 0,0 0 0 16,0 0-4-16,0 1-4 0,1-1-32 0,-1 0 6 0,0 2-17 15,0 0-3-15,0 0 13 0,0 2-7 0,0 0 10 16,1 1-6-16,-1 5-1 0,-2 12 1 0,2-1-1 16,0 1 8-16,0 4 7 0,2 0 0 0,0 1 1 15,0 1-9-15,0 0-5 0,0 1 6 0,0 3-5 16,0 0 8-16,0-1-12 0,0 3 2 0,0 0-3 15,0 1 7-15,0-3-9 0,0 1-4 0,0-5-1 16,0 0 1-16,-1-3-1 0,-1-5 0 0,0-1-1 0,0-4-11 16,2-4-9-16,0-1-14 0,0-7-4 0,0 3-97 15,0 0-57-15,0 0-23 0</inkml:trace>
  <inkml:trace contextRef="#ctx0" brushRef="#br0" timeOffset="-170090.37">28967 12811 753 0,'-2'0'58'0,"0"-2"-4"0,0 0-6 0,1 0 2 16,-1 0-26-16,0 0-18 0,0 2-6 0,0 0 1 16,0 0-1-16,0 2 7 0,1 2-2 0,-5 9-2 15,-1 9 0-15,1 4-4 0,0 2 3 0,3-2 4 16,-1 0-1-16,2-2-4 0,2 2 8 0,0 0-4 0,0 2 7 15,0-2 2-15,0-2 2 0,0 2-3 0,-2-2 3 16,0-1-15-16,1-1 4 0,1-5-3 0,-2-1 4 16,0-1-2-16,0-4-6 0,-2 0 5 0,2-5-4 15,1 1 6-15,1-3-13 0,0-2-7 0,0 0-3 16,-2 2-29-16,0-3-37 0,0 1 4 0,-2 0-18 16,2-2-25-16,1-2 1 0,-1 0 8 0,0-1 4 15,-4-14 63-15,3-3 33 0,-1-1-1 0,0 1 14 0,0-1 25 16,1 1 9-16,1-1 1 0,2 3 1 0,0-1 10 15,0 1 0-15,0-3 2 0,0 3-2 0,2-1 1 16,1-1 6-16,1-1 2 0,2 5 0 0,1-7 3 16,-1 7 7-16,3-3-4 0,0-1 3 0,1 3-17 0,3-3 3 15,-12 7-3-15,20 5 2 0,3-3-5 0,-2 5-10 16,-1-7-2-16,-1 6-4 0,-1 1-14 0,-3-5-7 16,1 4 2-16,-2 3-2 0,-2 2 11 0,-2 2-12 15,0 2 3-15,-5 0-8 0,-1 2 3 0,-3-4-7 16,2 16 4-16,7 1-6 0,0 2 8 0,-3-1 4 15,-5-1-4-15,-1 2 3 0,-2-3-4 0,-2-1 2 16,-1 0 6-16,-3-2-4 0,1 0 9 0,-3-2-8 0,1-2 3 16,3 3-4-16,-11-3 5 0,8 2-7 0,-1-2 1 15,3 1-4-15,-1-3 4 0,2 0-2 0,3 1-1 16,-3-3-1-16,2-1 0 0,-2 2 1 0,1-1 2 16,-1 1 2-16,2-1 13 0,2-1-8 0,0 2 10 0,0-3-11 15,0-1-4-15,0 0 2 0,0 0-6 16,4 0 5-16,7 5-6 0,0 1-7 0,-2-3-3 0,1-1 0 15,-1 0-20-15,-4-3-11 0,1 1-8 0,-2-2-1 16,1 2-20-16,-1-2-57 0,3 2-5 0,-1 0-22 16,0-2-47-16</inkml:trace>
  <inkml:trace contextRef="#ctx0" brushRef="#br0" timeOffset="-169668.56">29307 13091 629 0,'0'0'214'16,"0"0"-281"-16,-2-2 249 0,0 0-136 0,0 0-34 0,0 1-2 15,1-1 6-15,-1 0-4 0,0 0 4 0,0 0-18 16,2 0 3-16,0 0-5 0,0 1 16 0,2-1 9 16,0 0-1-16,0 0 5 0,1 2 3 0,18-5-5 15,1-1 6-15,0 2-6 0,-3 2-10 0,-4 2-2 16,0 0-8-16,-4 0 6 0,-4 0-3 0,0 2 8 0,-5-2 0 15,2 4 1-15,0 0-3 0,1 5 3 0,-1 4 5 16,-4 0-2-16,0 4-3 0,-4-3 2 0,-1 1-10 16,-5 2 8-16,-1-2-6 0,4-2 0 0,-12-2 5 15,-1 0-4-15,1-3 5 0,5-3-10 0,-1 1 4 0,4-4-3 16,-1-1 9-16,7 1-5 0,1 0-2 0,2-2 0 16,-1 4-7-16,-1 0-6 0,2-1 0 0,0-1-3 15,0 0 3-15,2 0 6 0,0 0-2 0,2-2 3 16,0 0-1-16,2 0 2 0,-1 0 2 0,18-2 0 15,-1 0 1-15,1 0-1 0,1 0 0 0,-3 0 0 16,-3 2 0-16,-1 0-1 0,2 0-2 0,-1 0 0 16,-4 0 3-16,-1 0-4 0,-8 0 0 0,-1 0-2 0,0 0-7 15,2 0 7-15,0 0-2 0,-1 0 0 0,1-1-35 16,-2-1-116-16,0 0-10 0,0 0-44 0,-1 0-108 16</inkml:trace>
  <inkml:trace contextRef="#ctx0" brushRef="#br0" timeOffset="-169277.26">29884 12807 359 0,'0'-2'92'0,"0"0"20"0,-2 0-44 0,1-1-50 15,-1-3-6-15,-2-3-11 0,0 0 5 0,4 5 0 16,-2-2 0-16,1 1-11 0,-1-1 18 0,2 4 1 16,0-1 11-16,0 1 36 0,-2-2 10 0,2 0-1 0,0 2 1 15,0-1-7-15,-2-5-13 0,2 5 4 0,0-1-8 16,0 0-8-16,0 0-14 0,0 3 4 0,0-1-8 16,0 0-6-16,0 0 12 0,0 0-6 0,0 0 9 15,0 0-10-15,0 2-1 0,0 0-7 0,0 2 3 16,0 2-13-16,-6 28 6 0,-1 1 2 0,1-1 0 15,1 1-4-15,-1 2-4 0,1-3-1 0,-3-1 1 0,1 1 0 16,-1-2 5-16,3-2-5 0,1-4 4 0,0-4-5 16,1 0-1-16,-1-1 0 0,0-2 0 0,2 1 3 0,1-5 0 15,-1 0-2-15,0-2 0 0,0-3-4 0,2-1-5 16,0-1 4-16,0-4-7 0,0 0-26 0,0 1-27 16,0 1-12-16,0-2-3 0,0 0-32 0,2 0 7 15,0-2 1-15,0 0 3 0,1-2 14 0,8-6-51 16,8-5 4-16,1 10-22 0,-1-16-31 0</inkml:trace>
  <inkml:trace contextRef="#ctx0" brushRef="#br0" timeOffset="-169029.85">30137 12642 289 0,'0'-2'147'0,"0"0"-101"0,0 0 153 16,0 0-53-16,0-1-48 0,0-1-15 0,0 0-5 16,0 0-3-16,0 3-21 0,0-1-30 0,0 0 3 15,0 0-11-15,-2 2 2 0,0 0 5 0,0 2-3 16,0 2 1-16,-1 9-17 0,-7 14 11 0,5-1-4 0,-1 0 6 15,1 4 8-15,-1-2-4 0,2 0 2 0,1 2-5 16,1-3-10-16,0-2-1 0,0-1-2 0,0 0 1 16,0 2 1-16,1-4-7 0,-1 0 0 0,0-3-1 15,0-2 4-15,0-2-12 0,0-2 6 0,0-2-11 16,1-2-6-16,-1-2-57 0,0 1-8 0,2-5-16 16,0 1-41-16,0 0-38 0,0 0 16 0,0-1-24 15,0 1 3-15</inkml:trace>
  <inkml:trace contextRef="#ctx0" brushRef="#br0" timeOffset="-168669.23">30764 12298 788 0,'0'0'57'0,"-2"0"3"0,1-2-17 16,-1 1-10-16,-2-1-18 0,0 0-15 0,1 0 3 0,-3 2 0 16,-7-2 3-16,2 2 9 0,-4 0-5 0,0 2 1 15,2 2-1-15,-2 1 7 0,-1 3 5 0,-1 1-2 16,-2 2 3-16,-1 4 4 0,3-8-4 0,1 18 4 16,1-1-7-16,-2 4-2 0,4 1-2 0,0 6-1 0,-2 4 0 15,4 2-5-15,4 2-4 0,-5 0 3 0,11-4-2 16,-3 2 14-16,-17-4 1 0,12-2 4 0,7 0-1 15,2-3 6-15,4-4 2 0,0-4-9 0,3-2 5 16,1-3-18-16,1-1-9 0,2-1 7 0,-9 0-6 16,18-1 11-16,-3-3-7 0,2 0-4 0,1-3 0 15,-5-3-3-15,5 0-18 0,-3-3 7 0,0-2-13 16,5 2-15-16,-7 7-34 0,2-2-10 0,-4-5-10 0,0-2-58 16,0-2-72-16,1 0-39 0</inkml:trace>
  <inkml:trace contextRef="#ctx0" brushRef="#br0" timeOffset="-168247.64">30917 12501 1087 0,'0'0'20'0,"0"0"1"0,0-2-10 0,0 0-2 15,0 0-8-15,0 2-6 0,0 0 9 0,0 0-4 16,0 2 4-16,0 2-10 0,0 7 0 0,-4 17 2 16,0 1 0-16,-1 8 13 0,-1-5-1 0,-1 3 3 15,-1 2-3-15,3-7-4 0,-1 4 22 0,0-8-3 0,3-6 10 16,-1 2-5-16,0-5-4 0,2-6-3 0,1 0 2 16,-1-3-4-16,2-5-7 0,-2 5 7 0,2-4-7 15,0-3 1-15,0 1 5 0,-2 2 2 0,0 0 4 16,0-2 17-16,0-1-21 0,1-1-4 0,-1-1-6 15,0-1-12-15,2-2 5 0,-8-26 4 0,5-1 0 16,3-5 0-16,2-1 1 0,1 0-3 0,5-2 3 0,1 2-1 16,0 2 5-16,1 3-3 0,-1 6 2 0,2 4-2 15,0 3 7-15,0 3-3 0,-1 3 3 0,-3 0-15 16,8 3 5-16,2 3-4 0,-6 3 5 0,2 2-7 0,-6-3-5 16,-5 5-2-16,5-6-2 0,-3 4-3 0,0 0-29 15,0 1 0-15,-1-1-13 0,-1 2-24 0,0 0-67 16,0 2-1-16,0-1-28 0,0 1-50 0,-2 0 7 15</inkml:trace>
  <inkml:trace contextRef="#ctx0" brushRef="#br0" timeOffset="-167904.13">31260 12636 602 0,'0'0'58'0,"0"0"-3"0,0 0 6 0,0 0 0 15,-2 0-19-15,0 0-13 0,1 2-8 0,-1 0-4 16,-2 2 0-16,-9 16 0 0,-6 10 8 0,-7-8 3 15,6 4 2-15,1 4 12 0,3-4-8 0,-1 3 4 16,0-3-6-16,6-3 1 0,-2-5 2 0,6-1-3 0,1-4 0 16,2-2-17-16,-1-3 4 0,-3 1-5 0,5-2 5 15,1-3 1-15,0 0-4 0,0-1-2 0,0 1-1 16,2 0-4-16,0-2-1 0,2 0 8 0,0-2-7 16,4 0 10-16,20-2-8 0,0-4-5 0,1-1 0 15,-2 1 0-15,-1 1 6 0,-8-1 5 0,-1 2-2 0,0 1 6 16,-9 1-4-16,3 0 3 0,-5 2-3 0,-1 0 8 15,1 0-3-15,0 2 0 0,-2 0-1 0,0 1 0 16,-2 1-13-16,0 3 4 0,-4 5-5 0,-2-1 16 16,1-4-11-16,-5 1 3 0,-17-5-7 0,-5 1-7 0,0 0 5 15,1-2-7-15,3-1 4 0,2 16-9 0,2-6-2 16,2-5-4-16,3-2-6 0,2-4-63 0,6 0-46 16,2 0-15-16,3 0-9 0,1 0-72 0,1-2-53 15</inkml:trace>
  <inkml:trace contextRef="#ctx0" brushRef="#br0" timeOffset="-167623.16">31403 12909 551 0,'-2'-2'380'0,"0"0"-523"0,0 1 451 0,1-3-254 16,-1 0-40-16,2 2-10 0,-2-1 2 0,0-1-3 15,0 0 3-15,0 2-7 0,0 0 7 0,2 1-4 16,0-1 30-16,0 0 16 0,2 0 0 0,2 0 4 16,11 0-9-16,7-1-6 0,2 1-10 0,2 2 5 15,-3 0-15-15,1 0-15 0,-2 0 3 0,-2 0-7 16,-3 2 2-16,-4-1-11 0,0-1 9 0,-2 2-12 0,-1-2-7 16,-3 0-15-16,-3 0-4 0,-2 0-3 0,-1 0-7 15,3 0-72-15,0 0 1 0,0-2-28 0,-1 1-23 16,-1-1-4-16,0 0 13 0,0-2-4 0,-2 0 52 15</inkml:trace>
  <inkml:trace contextRef="#ctx0" brushRef="#br0" timeOffset="-167437.28">31544 12653 359 0,'0'0'80'0,"0"0"-6"0,0 0 44 16,0-2 0-16,-2 0-14 0,0 0-4 0,1 0-8 16,1 1-4-16,0-1-2 0,0 0-28 0,0 0-14 15,0 0-1-15,0 0-5 0,0 0-11 0,0 1-9 16,0-1 1-16,0 2-2 0,0 0 1 0,0 2 0 0,0 1-4 15,0 18 3-15,0 12 0 0,-2-1-5 0,0 9 0 16,-2-4-3-16,2 0-6 0,-1-2-8 0,-1-7 1 16,0 2-4-16,0-8 10 0,1-2-25 0,-1-1-1 15,2-4-14-15,0-4-52 0,2-2-69 0,0-3-21 0,0-1-22 16,0-1-137-16</inkml:trace>
  <inkml:trace contextRef="#ctx0" brushRef="#br0" timeOffset="-166855.37">31880 12476 1014 0,'0'0'23'0,"0"0"2"0,-2-1-12 16,1-1-13-16,-1 0-3 0,0 2-13 0,0 0 13 15,0 2 3-15,0 0 0 0,2-1 0 0,-5 25 4 16,-5 2-1-16,5 2 4 0,-4 3 1 0,5 3 14 16,-5-3 0-16,1-1 5 0,3-4 10 0,-1-6 11 15,0 0-5-15,-1-1 4 0,0-3-23 0,3-3-12 16,-4-4 0-16,3-7-3 0,1 1 1 0,0-3-6 16,1 0 3-16,1 0-5 0,0-2 5 0,0 0 3 0,0 0-5 15,-1 2 5-15,-1 0-10 0,0-2 2 0,2-2-2 16,0 0 1-16,2-5-3 0,0-18 2 0,4-2 1 15,4-1 1-15,1-4 2 0,2 1-1 0,4 1-3 16,2 0 1-16,-3 4-4 0,1 2 11 0,-13 2-2 16,13 3 5-16,5 2-2 0,1 6 2 0,-6 0 6 0,3 2-2 15,-1 3 18-15,-4 1-15 0,4 3-3 0,-4-7-4 16,0 1-17-16,-2 4 7 0,-6 3 3 0,1 1 3 16,-2 0 13-16,-1 1-1 0,1 1-4 0,-2 0 2 15,0 4-4-15,3 14-9 0,-3 2 6 0,-4-3-7 16,-1 1 7-16,-5-1-10 0,-3 0 4 0,7 3-4 0,-16-5 14 15,-4-1-11-15,5-1 3 0,-1-4-5 0,-1-3 3 16,5-3-2-16,-1 1 0 0,8-2 0 0,1 1-2 16,6-1 0-16,1 0 2 0,-3-1-1 0,0 1-2 0,2 0-1 15,2-2-2-15,-5 9 3 0,3-6 2 0,-2 6 3 16,2 2-6-16,2 2 2 0,0 4 0 0,2-2 0 16,0-4 5-16,0-2-3 0,2 2 0 0,-1-2-1 15,3 2 0-15,-1 0-1 0,1-4-3 0,0 0-9 16,-3-1 4-16,-1-4-5 0,2-1-2 0,11-1-13 15,-4 0-11-15,0 7 1 0,2-1-37 0,-6-5-7 16,5-1 0-16,2-2-3 0,7 0-7 0,1-3-2 16,2-3-4-16,2-5 1 0,-5 2-33 0,6-8-142 0</inkml:trace>
  <inkml:trace contextRef="#ctx0" brushRef="#br0" timeOffset="-166309.52">32333 12709 394 0,'0'0'59'0,"0"0"-5"0,0 0 36 0,0 0 3 0,0 0-11 16,-2 0 4-16,1 0-5 0,-1 0-6 0,0 0 0 15,0 0-25-15,0 0-12 0,-2 0 4 0,1 0-6 16,1 0 0-16,-6 0-10 0,3 1-6 0,-4 3 3 16,3-2 3-16,0 2 1 0,1 12 0 0,1 10-2 15,-5 0-8-15,1 2-10 0,-3-4 2 0,4 1-5 16,1-1 0-16,1 0 0 0,1 0 2 0,-2-4-2 16,-7-1-3-16,6-6 0 0,1-2 1 0,3-3-2 0,1-3-1 15,0-1-6-15,0 0-5 0,0-1 1 0,0 1-5 16,2-2 10-16,0 0 0 0,2 0 3 0,0-2 3 15,2 0-11-15,11-6 8 0,3-3-8 0,1-4 8 0,-1 7 5 16,1-14-4-16,-2-1 4 0,-2 6-3 0,-4 1-1 16,0 4 3-16,-4 3 0 0,-1 1 23 0,-2 3-2 15,-1-3 0-15,1 2 0 0,0 1 2 0,-1 1 0 16,-1 0 1-16,0 2-2 0,0 0-7 0,0 0 5 16,0 2-2-16,0 0 2 0,-2-1-10 0,0 3-5 15,0 5-3-15,-2 3 1 0,0-1 0 0,0-2 0 16,0-2-2-16,0 1 0 0,2-4-12 0,0-3-10 15,-2 3-8-15,1 0-3 0,-1 0-39 0,0-3-19 0,0 1 2 16,0 0-9-16,0 0 2 0,-1-2-60 0,-1 0 6 16,0-2-26-16,0 0-17 0,4 0 83 0,-5-12-7 15,-4-1 40-15,-4-4 55 0,0 2 89 0,1-3-8 16,3 0 31-16,0 3-24 0,1 6 20 0,3 3-2 16,-6 1 10-16,7 3-4 0,0 2 0 0,-1-3-4 0,1 1 3 15,0 0-6-15,1 1-14 0,-1-1-1 0,2 2-7 16,0 0-27-16,0 0-1 0,0 0 1 0,2 1 2 15,0-1 1-15,2 0-6 0,2-2-5 0,15-9 1 16,10-4-10-16,-1 6-18 0,2 0 0 0,-2 2-6 16,-6 1-12-16,-2 1-32 0,-3 1 0 0,-2 1-13 15,-2-1-29-15,-4 3-150 0,-1 1-18 0,-5 0-50 0,1 0-101 16</inkml:trace>
  <inkml:trace contextRef="#ctx0" brushRef="#br0" timeOffset="-165988.46">32309 12254 1363 0,'0'-2'20'0,"0"0"1"0,-2 0-6 16,0 0-1-16,1 0-9 0,-1 1-5 0,2-1-9 15,0 0-3-15,0 0 0 0,0 0 8 0,2 0 8 0,-1 0 5 16,3 1 0-16,18-9 7 0,3 5 12 0,1 1 1 15,1 4 4-15,3 4 1 0,2 3-9 0,1 4 0 16,-1 4-3-16,1 4-6 0,2-14-6 0,-5 29 0 16,-4 3-2-16,-6 2-6 0,-8 2 7 0,-5-1-5 0,-1 3 5 15,-1 0-9-15,-1 0 1 0,1-1 1 0,-1-3 1 16,0 0 6-16,0 0 4 0,18-2-3 0,-9 2 2 16,-6 0-11-16,-5-5 9 0,-2-3-2 0,0-3 4 15,-2-2-2-15,-1 2 0 0,-1-4-2 0,-4 2 2 16,-3-4-2-16,8 3-24 0,-27-3-7 0,-4 0-16 15,-3-1-112-15,-11-1-315 0</inkml:trace>
  <inkml:trace contextRef="#ctx0" brushRef="#br0" timeOffset="-165039.23">27129 13800 830 0,'-2'0'30'15,"0"-2"64"-15,-2 1-83 0,1-1-14 0,-5 0 8 16,-5-2-7-16,0 0 16 0,4 3-9 0,-4-1 3 16,2 0-3-16,0 0 13 0,0 2 32 0,1-2 0 15,3 2 11-15,-1 0 15 0,5 0-15 0,-1 0-3 0,0 0-6 16,2 0-14-16,1 0 2 0,-3-2-6 0,0 0 1 15,0 1-28-15,3-1-5 0,-1 2 1 0,0-2 0 16,0 2-2-16,2 0 3 0,2 0 1 0,0 0 2 16,3 0 7-16,29-6-8 0,1 3-4 0,8 1 1 15,-1 2 2-15,10 0-7 0,0 0 7 0,2 0-6 0,11 2 13 16,-9-1-10-16,5 1 2 0,1 2-5 0,-7-2-6 16,6 0 10-16,6 1-3 0,0-1 6 0,9 2-5 15,8 2 0-15,-1-5-1 0,8 1 0 0,2-2-3 0,0-2 7 16,2-1 1-16,-1-3 3 0,1 1 1 0,7-1 11 15,4 0-4-15,9 3 6 0,2-1-3 0,-5-2-8 16,-3 3 6-16,1 1-8 0,-1 0-11 0,-1 0 2 16,-2 2 0-16,-10 0 2 0,-5 2-3 0,-7-2 4 15,-2 4-7-15,-8-2 7 0,0-2-8 0,0 1 2 16,-1-1-2-16,-3 0 3 0,3 0 2 0,-1-1 3 16,-3-1-3-16,-2-2 1 0,-4-2-6 0,-4 1 6 0,-1 1-1 15,5 0 2-15,0 1-2 0,8-1-3 16,-6-2 3-16,3 3-3 0,-1-1 3 0,-6 0-1 0,2 1 6 15,-11-1-3-15,0-3 7 0,-5 3-9 0,-6 0-3 16,-6 2-2-16,-3 2-5 0,-8 0 6 0,-6 0 0 16,-3 0 3-16,-4 0 9 0,-3 0-9 0,-3 0 1 15,-1 0-4-15,0 0 4 0,-1 0-4 0,1 0-3 0,0 0-4 16,-2 0-37-16,0 0-68 0,-1 0-24 0,1 0-24 16,-2 0-177-16</inkml:trace>
  <inkml:trace contextRef="#ctx0" brushRef="#br0" timeOffset="-163605.4">27387 14226 28 0,'0'0'-5'0,"0"0"-3"0,-2-2 3 0,0 0 5 16,0 0 0-16,-1 0 10 0,-1-2 21 0,-3-1-5 15,-1-8 12-15,-7-2 17 0,2 2 40 0,2 0-1 16,2-2 11-16,3 2 0 0,-3 2-6 0,2 0 2 0,-1 3-7 16,3 1-23-16,-1 1-23 0,4 3-5 0,0-1-4 15,-1 0-14-15,-1 1-10 0,0-1-3 0,2 2-3 16,0 0-14-16,1 0 10 0,-1 0 5 0,0 2 2 16,0 0 0-16,-2 2 2 0,1 0-8 0,1 4 7 15,-9 20-4-15,-1 3-9 0,-1 5 2 0,2 1-3 16,-2 4-1-16,-2 2 12 0,2-2-4 0,-1 0 8 15,1-4 3-15,1-5 14 0,1 3 1 0,4-5 2 0,-1-7-11 16,3 1-7-16,1-7-6 0,0-2 1 0,-5-2-9 16,4-4 3-16,3-3 1 0,0 0-1 0,0-1 0 0,0 1 27 15,0 0-5-15,0-2 10 0,1 0-31 0,-1-1-2 16,0-1-8-16,0 0 5 0,0-1-6 0,2-1 3 16,-7-22-2-16,-1-6 2 0,5-2-1 0,1 4-2 15,0-3 4-15,2-3-2 0,0-3 11 0,4 0-10 16,-1 6 11-16,3-3-9 0,-1 5 17 0,1 1-14 15,0 4 0-15,1 1-3 0,0 5 8 0,1 3 0 16,1 0-6-16,-3 6 4 0,-3-1-7 0,18 3 15 16,1 0-2-16,4 1 5 0,-2 0-15 0,12 5 6 15,-5-18-4-15,3 6 4 0,-1 6-8 0,-9 7 1 0,2 0 2 16,-5 3 1-16,-7 1 4 0,-1 2-1 0,-5-3 3 16,1 3-2-16,0 1 4 0,-5 1-8 0,2 3-1 15,5 4-1-15,-4 0 9 0,-3-1-7 0,-4 1 3 16,-2 0-4-16,-3 4 10 0,-7-1-13 0,11 1 8 0,-29-1-9 15,0-3 8-15,0-2-4 0,3-2 0 0,-1-1 0 16,2-3 0-16,3 1-2 0,1-1 3 0,4-3-3 16,3-2 1-16,4-1 0 0,1 3-2 0,5 0 4 15,-1 0 3-15,2-3-6 0,3-1 0 0,-3 4-3 16,0 0-4-16,0 0 6 0,3-1 0 0,-1 1 1 16,-2 3 3-16,0 4-2 0,-1 6-2 0,1 0 1 0,2 0-1 15,2-1-4-15,0-3-1 0,2 0 0 0,0 0-9 16,0-3-6-16,1-3-1 0,-1-3-2 0,4-1-6 15,14-1-35-15,4 0 1 0,4 17-17 0,6-8-38 16,1-7-46-16,2-4 2 0,0-4-21 0,-3-5-60 0</inkml:trace>
  <inkml:trace contextRef="#ctx0" brushRef="#br0" timeOffset="-163292.83">27756 14309 745 0,'0'0'125'0,"-1"0"6"0,-1 0-39 15,-2 0-28-15,-11-2-36 0,-3 2-26 0,-1 0 2 0,-1 4 5 16,-1 3-3-16,1 1-1 0,3-1-1 0,0 4-7 16,4-7 3-16,6 16-6 0,3 1 3 0,2-4 4 15,-11 1-1-15,6 1 0 0,3-4 14 0,4 3 1 16,2-5 5-16,4 4-5 0,3 0-3 0,-7-1-4 16,22-1 3-16,-2-4 6 0,0-1-17 0,-1 1 2 0,-1-2-4 15,-3 0 3-15,-4 2 1 0,-2-3 6 0,-3-1-2 16,-5-1 12-16,1-1 17 0,-2-1 2 0,-2-2 5 15,2 2 11-15,-2-2-25 0,0 1-2 0,0 3-5 16,-4-1 10-16,-11-1-8 0,-15 2 3 0,-5-3-9 16,2 3-10-16,-4-2 2 0,-1 1-6 0,5-1 5 15,2-2-8-15,3 0-12 0,4 14 6 0,7-8-10 0,6-4-12 16,7-4-68-16,0 0-32 0,1 1-17 0,-1 1-152 16</inkml:trace>
  <inkml:trace contextRef="#ctx0" brushRef="#br0" timeOffset="-162963.34">28031 14489 712 0,'0'0'82'0,"0"0"0"0,0 0-7 0,-2 0 1 0,1-2-27 15,-1 0 21-15,0 1 10 0,0-1-11 0,0 2 7 16,0 0-30-16,0 0-18 0,1 0 2 0,-1 0-10 16,2 0-18-16,0 0 19 0,0 0-5 0,2-2 10 15,1 0-2-15,8 0 1 0,19-5 2 0,0 1-1 16,3 1 0-16,6-1-15 0,4 0-4 0,-4 3-3 15,0-1-11-15,-6 2-18 0,-5 0-2 0,0 2-8 16,-4 0-34-16,-3 0-9 0,-1 0-25 0,-7 0-3 0,2 0-174 16</inkml:trace>
  <inkml:trace contextRef="#ctx0" brushRef="#br0" timeOffset="-162762.27">28315 14263 1461 0,'-2'-2'27'0,"1"-2"50"0,-1 0-65 0,0 1-18 15,0-1 1-15,0 0-7 0,0 2 0 0,0 1-2 16,2-1-2-16,0 2 1 0,0 2 1 0,0-1 2 0,0 14 3 16,-1 21-1-16,-3 4 10 0,-2 3 2 0,-1-4 3 15,-2 2 0-15,-1 0 1 0,1-6-7 0,0-2 2 16,1 1-3-16,3-6 2 0,1-2-7 0,2-6-14 15,-2-1-7-15,3-4-127 0,-1-4-197 0</inkml:trace>
  <inkml:trace contextRef="#ctx0" brushRef="#br0" timeOffset="-161828.91">28967 14084 549 0,'0'0'146'0,"0"0"-168"16,0-1 162-16,0-1-83 0,0 2-50 0,0 0 2 15,0 0 0-15,0 0 4 0,0 0 14 0,0 2 1 16,0 1-2-16,0 10 1 0,2 17-6 0,-2 3 2 0,-2 1-1 16,-2 5 1-16,1 0-6 0,-1-4 8 0,0 2 3 15,-1-2 1-15,-1-3-5 0,0 0 4 0,1-8-7 16,-1-4 7-16,1-3-1 0,-1 0-19 0,4-6 5 16,0-2-10-16,1-2 4 0,-1-1 0 0,0-2-4 0,2-2 4 15,0-1 2-15,-2 3 0 0,0 0 9 0,0-2-7 16,0 0-6-16,1-1-5 0,-1-1-1 0,0-1 0 15,0-1 2-15,0 0 0 0,-2-6 0 0,-7-14 1 16,2-2 6-16,2 2-9 0,1-2 1 0,2 1-3 16,1-5 9-16,-1-3-3 0,0 1 0 0,2 2-1 15,0 1-8-15,2 4 9 0,4-1-5 0,2 2 7 16,1 0 6-16,2-3-11 0,1 5 7 0,1-2-9 0,0 3 2 16,0 1 3-16,13 1-2 0,2 2 4 0,11 4-7 15,-5 3 7-15,-6 3-4 0,0-12 6 0,-9 10-5 16,-8 5 9-16,2 2-4 0,-3 0 6 0,-3 2-1 15,-1 0 0-15,0-1 1 0,-3 14 0 0,12 4-4 0,-1 3 2 16,-7-1 4-16,-3-3-3 0,-2 1 6 0,-2-1-11 16,-3 1 2-16,-3-1-5 0,-3 3 5 0,2-6-4 15,5 1 4-15,-16-1-3 0,1 0 4 0,-1-4-7 16,-1 0 3-16,6 1-4 0,-1-3 0 0,3 4 6 16,1-4-8-16,3-2 9 0,0 3-2 0,0-3-7 15,3 6 3-15,-1-2-4 0,-3 0 6 0,1 6-5 16,3-6 8-16,3 4-7 0,-1 0 6 0,2-4-4 0,2-2 0 15,0 3-1-15,2-3 1 0,2 2-2 0,-1-4-2 16,5 3 1-16,-3-3 4 0,12-5-1 0,-2 5 0 16,0-3-2-16,-6-2-10 0,-1 0-10 0,-1 3-5 15,0 1 0-15,1-2-11 0,-1-1-20 0,1 1 0 0,-3-2-9 16,1 0-30-16,1 0-3 0,3 1-1 0,-1-1 2 16,0 0 18-16,0-2 6 0,3 0-8 0,-1-2 7 15,2-1-4-15,2-1 10 0,-2-2 5 0,0 1 1 16,3-3 19-16,-3 3 25 0,0-1 4 0,-2-1 6 15,1-1 8-15,-3 1 3 0,-2 5-1 0,3-7 2 16,-5-4 11-16,3 3 32 0,-3-1 2 0,-1 2 12 0,0 0 29 16,-1-1-6-16,-1 1 13 0,2 4-10 15,-2 1 13-15,1 0-28 0,1 0 1 0,0 1-8 0,-2 1 2 16,0 0-35-16,-1 0 1 0,1 0-13 0,0 0-2 16,0 2 17-16,0 0-12 0,0 2 10 0,-2 2-28 0,0 15 4 15,0 5 4-15,0-2-2 0,-4 2-6 0,0 0-2 16,1-1-1-16,-1-3 0 0,0-1-7 0,0-5 3 15,3 1-1-15,-1-4 2 0,0 1-2 0,2-5-15 16,0 0-1-16,0-3-9 0,0-2-38 0,0 0-26 16,0 2-15-16,0-1 1 0,0 1-30 0,2-2-20 15,0 0-16-15</inkml:trace>
  <inkml:trace contextRef="#ctx0" brushRef="#br0" timeOffset="-161530.84">29678 14081 996 0,'0'0'40'0,"0"0"-2"0,0-2 4 0,0 0 1 0,0 0-13 16,0 0 3-16,0 0-26 0,0 1 5 0,0-1-11 16,0 0 3-16,0 2 10 0,0 0-2 0,0 0 5 15,0 0-5-15,0 0 11 0,0 2-9 0,0 0 10 16,0 1 0-16,0 14-4 0,0 5 9 0,-2 8-10 0,0 3-11 15,-1 1 1-15,-5 3-7 0,1-4 6 0,1 5-10 16,1-5 5-16,-1-3-3 0,1 1 6 0,-3-5-4 16,1-2-2-16,-1-3 3 0,3-5-3 0,-3 3 1 0,3-2 2 15,1-2-5-15,0-4 2 0,2-4-30 0,1 2-25 16,-1-3-20-16,2-4-2 0,-2 2-75 0,0-1 4 16,0 1 1-16,0 0-6 0,0-2-62 0</inkml:trace>
  <inkml:trace contextRef="#ctx0" brushRef="#br0" timeOffset="-161280.33">29921 14045 522 0,'0'-1'67'0,"0"-1"70"0,0 0-26 0,0-2-20 0,0 0-8 16,0 1-2-16,0 1-33 0,0 0-9 0,0 0-10 16,0 0 2-16,0 0-31 0,0 1 5 0,0-1-7 15,0 0 6-15,0 2-7 0,0 0 21 0,0 2-3 0,0 0 8 16,0 3-16-16,-5 19 9 0,-3 4 0 0,-1 4 2 15,2 1-3-15,-1-1-9 0,1 7 8 0,3-4-8 16,2 0 6-16,-1 2-4 0,1-5-4 0,0 9 3 16,0-6 0-16,0-2-3 0,-2-3 2 0,1-8-3 15,-1 1-7-15,2-3 8 0,-2-1-8 0,3-8 7 16,-1-2-9-16,2-3-7 0,0-3-4 0,0 1-4 16,-2 0-51-16,0 0-112 0,0-1-20 0,0-1-37 0,0 0-124 15</inkml:trace>
  <inkml:trace contextRef="#ctx0" brushRef="#br0" timeOffset="-161015.28">30168 14073 917 0,'0'0'47'0,"0"0"0"0,0-2-10 15,-2 1-4-15,1-1-17 0,-1 0-7 0,0 0-9 16,0 2 1-16,2 0-2 0,0 0 9 0,0 0-3 15,0 2 4-15,0 2-4 0,-2 7 8 0,0 15-2 16,0 3 2-16,1 3-2 0,-1 1 5 0,-2 5-3 0,0-3 6 16,-1 2-5-16,-1-2 0 0,1-3-2 0,-1 1-9 15,2-5 7-15,-1-4-10 0,1-7 1 0,2-4-1 16,0-2 0-16,0-4-1 0,2-1-5 0,0 0-2 16,0-5-3-16,-1 3-22 0,-1 0-67 0,0-2-10 0,0 0-24 15,0-1-74-15,0-1 36 0,0 0-7 0</inkml:trace>
  <inkml:trace contextRef="#ctx0" brushRef="#br0" timeOffset="-160706.15">30063 14383 179 0,'0'-2'35'0,"0"-11"45"16,0-14-5-16,0 1-18 0,1 2 13 0,1 5-15 16,2-1 10-16,0 3 7 0,-1 0-10 0,1 2 9 15,2 0-10-15,1 1-7 0,0 1 10 0,1 1-8 0,-3 1 4 16,16 2 10-16,-3 0-4 0,3 1 7 0,-1-1-3 16,3 3-25-16,-5 1 0 0,1 3-10 0,1-13-12 15,-11 10 0-15,4-1-2 0,-3 4 1 0,-7 2-12 0,3 0-8 16,0 0 1-16,-3 2-2 0,1 0 9 0,0 0-6 15,-2 1 4-15,1 10-3 0,1 8 14 0,-4-3-10 16,-4 1 1-16,-1-2-5 0,-5 1-2 0,-1-1 2 16,8-2-2-16,-14 3 2 0,4-5-5 0,0 4 8 15,2 0 0-15,3 0 1 0,1-3-6 0,1-1 4 16,3-1-5-16,1-5 4 0,0 4-7 0,-6 0 1 16,3 0-2-16,-1 0 2 0,4 1-2 0,1-3 2 15,1 0 1-15,0-1 2 0,0 3-2 0,1-4 1 0,3 2 4 16,0 1-3-16,0-5-3 0,-1 1 2 0,3-1-9 15,9 1 7-15,0 0-17 0,-6-3-17 0,2-1-5 16,-4 4-4-16,-1-3-31 0,7 7-18 0,4-1-4 16,-2-3-5-16,5-3-11 0,-1-3-25 0,-5 0-12 15,3-2-12-15,-6-1-97 0</inkml:trace>
  <inkml:trace contextRef="#ctx0" brushRef="#br0" timeOffset="-160364.64">30413 14472 223 0,'0'0'79'15,"0"0"-3"-15,0-1 13 0,-1-1-4 0,-1 0-20 16,0 0-12-16,2 0 13 0,0 0-3 0,0 0 4 0,0 1-23 16,0-1-12-16,2-2-3 0,0 0 0 0,-2 2 8 15,3-5 1-15,18 0 2 0,3-1-1 0,-2 1 1 16,2 1-9-16,-1-9-1 0,-7 6-4 0,-1 5-7 0,-2 2-2 16,-2 2 3-16,0 2-3 0,-5 0 4 0,0 0-7 15,-3 2-1-15,8 14 0 0,-3 3 12 0,-6 3-11 16,-2 0 10-16,-6-2-11 0,-5 2 3 0,0-9-1 15,-4 2-6-15,-11-4 5 0,2-4-2 0,7 2 9 16,0-5-1-16,1 0 3 0,5-3-3 0,1-1-6 16,3 0 2-16,3 2-5 0,0-1-18 0,3 1-2 15,-1 0-2-15,0-2 3 0,0 0 8 0,2-1 11 16,0 1-4-16,2 0 5 0,2 0-12 0,16 2 0 16,8-1 0-16,-6-3 0 0,2 0 9 0,0 0-6 0,-1 0 5 15,-1 0-5-15,-3 0 0 0,-6 0-4 0,1 0-3 16,-6 0 0-16,1 0-4 0,-3 0-14 0,-4 0-3 15,-1 0-9-15,1 0-67 0,2 0-115 0,0-1 4 16,-1-1-42-16,-1 0-39 0</inkml:trace>
  <inkml:trace contextRef="#ctx0" brushRef="#br0" timeOffset="-159465.25">30755 14146 139 0,'0'0'42'15,"0"0"1"-15,0-2 15 0,0 0-7 0,0 0-3 16,0 0 12-16,0-1-15 0,0-3-6 0,0-7-5 15,0 0-20-15,2 0 19 0,0 2 0 0,0 0 7 16,-1 0 11-16,1 3 15 0,0 3 3 0,0-1 3 16,-2 4 13-16,0-2-20 0,2 1 1 0,0-1-10 0,0 0-22 15,-1 1-8-15,1 1-2 0,0 0-1 0,0 0-4 16,0 0 2-16,0 2 5 0,0 0 1 0,-2 2 20 16,0 2-18-16,0 16-6 0,-2 14-3 0,-4-3-14 0,-1 8 3 15,-3-2-2-15,1-1 0 0,0 4-6 0,1-2 4 16,1-7-2-16,1-1 0 0,3-8-7 0,-1-3 7 15,0-1-3-15,2-1 4 0,1 0-13 0,1-4 9 16,0-4-5-16,0-4 4 0,0-1-26 0,0 0-16 16,0-2-2-16,0 0-7 0,0 1-16 0,0 1-60 15,0 0 5-15,0-2-29 0,0-1-64 0</inkml:trace>
  <inkml:trace contextRef="#ctx0" brushRef="#br0" timeOffset="-159179.52">30961 13975 298 0,'0'-2'73'0,"0"0"89"16,0-2-20-16,2-5-29 0,0 0 1 0,-2 1-13 15,0 5-18-15,0 1-28 0,0-2-4 0,0 0-9 16,0 1-30-16,0 1 0 0,0 0-2 0,0 0 3 16,0 2 1-16,0 0 14 0,0 0 0 0,0 2 4 15,0 2 2-15,0 7-6 0,0 11 5 0,-2 2-5 16,2 2 1-16,-2 2-7 0,0 2 0 0,-1 3-3 15,-1 3-1-15,-2 3-9 0,-1-2-4 0,-1 2 0 16,1-4-1-16,0-2-4 0,-1-3 7 0,1-4-8 0,-1 0 4 16,3-4-4-16,-1 1-9 0,2-7 3 0,1-3-11 15,1-5-55-15,0-3-10 0,0 1-22 0,2-4-84 0,0 3-5 16,-2-1-20-16</inkml:trace>
  <inkml:trace contextRef="#ctx0" brushRef="#br0" timeOffset="-158820.96">31507 13693 339 0,'0'0'149'0,"0"-2"27"0,0 0-60 0,-2 0-64 0,0 0-20 15,0 0-25-15,1 1 8 0,-1-1-9 0,0 2 8 16,0 0 3-16,-2 0 6 0,-12 3 10 0,-10 9-4 16,3-1 10-16,3 2-12 0,-1-8 2 0,1 19-4 15,-2 0 12-15,1-1 2 0,3 3 7 0,3 0-3 16,-2 2 8-16,4 1-18 0,-5 3-2 0,3 3-5 16,2 4-10-16,2 2-7 0,3 2-1 0,5-1-1 0,1-1 0 15,-21 0 1-15,12 2-4 0,9-2 3 0,4-2-5 16,4-6 7-16,3 2-4 0,0-9 4 0,1-3-7 0,1 1-1 15,-4-11 2-15,4 3-3 0,-1-3-6 0,-8-5-5 16,5-1-5-16,2-3 0 0,1 0-28 0,-7-2-11 16,1 1-4-16,-2-3 0 0,2 2 2 0,-1-2-40 15,8 4 5-15,-3-4-18 0,3 0-7 0,0-2-113 16</inkml:trace>
  <inkml:trace contextRef="#ctx0" brushRef="#br0" timeOffset="-158402.36">31539 13977 480 0,'0'0'145'0,"0"0"33"0,-2-2-75 0,0 0-64 0,0 0-21 15,0 0-7-15,0 0-10 0,2 1 1 0,0-1-3 16,0 0 1-16,0 0 2 0,0 0 2 0,0 2 1 15,0 0 22-15,0 0-3 0,0 0 8 0,0 0-5 16,0 2 10-16,0 0 8 0,0 3-3 0,2 20 4 16,-2 1-7-16,0 1-9 0,-2 1-6 0,0-2 2 15,-1 2-10-15,-1 0-5 0,0 0 3 0,1 0-4 0,1-4 9 16,0-11 4-16,0 2 4 0,0-4-3 0,2-6-2 16,-2 5 1-16,2-7-7 0,-2 1 7 0,1 0 7 15,1 0 7-15,0-3-1 0,0 1-1 0,0 0-21 0,0-2-8 16,0 0 5-16,0-2-7 0,0-1 8 0,0-16-6 15,1-5-2-15,1 0 1 0,2 0 0 0,2-4 9 16,-1 2-5-16,3-2 4 0,-1 4-13 0,2-2 5 16,1 2-2-16,-1 5 3 0,2-1-7 0,-2 5 1 15,-1 2-3-15,-1 2 3 0,-1 1-16 0,-3 5-2 16,1-1-15-16,0 1 5 0,-2 1-43 0,1 0-58 16,1 0-5-16,0 1-25 0,-2 1-71 0,0 0-13 15,-1 0-17-15</inkml:trace>
  <inkml:trace contextRef="#ctx0" brushRef="#br0" timeOffset="-158059.55">31745 14019 285 0,'0'0'95'0,"0"0"-85"0,0 0 106 0,0 0-42 16,0 0-10-16,-2 0-5 0,0 2-4 0,0 0 0 16,0 0-17-16,0 2-16 0,-3 3 7 0,-8 12-9 15,0 3 9-15,2 2 17 0,0 0-8 0,-1 2 11 16,3-2-8-16,0 2-2 0,1-1 4 0,1-1-5 15,0 4-2-15,3-8-16 0,0 2 3 0,2-5-7 16,2-4-2-16,0-2 2 0,0-4 0 0,0-3 1 0,0 0 10 16,0 0-4-16,0-1-4 0,0 1 1 0,0 0 0 15,0-2-8-15,2-1 3 0,0 1-6 0,0 0 0 16,0-2-7-16,1 0 3 0,1 0-4 0,2-2 3 0,5-1-7 16,2-3 4-16,-4 2-2 0,0 2 7 0,-3 2 0 15,-4 0 2-15,2 0 1 0,-3 0 10 0,1 0 11 16,2 2-4-16,0 0 6 0,-1 0-7 0,-1 2-12 15,0-1 2-15,-2 3-4 0,0 5 5 0,0-3-9 16,-4 1 3-16,-1 0-4 0,-3 0 11 0,-3-3-15 16,-13-2 4-16,2-2-7 0,-2 14 1 0,5-6-11 15,2-5 1-15,4-3-8 0,4 0-25 0,-2-2-46 0,2 0 1 16,5 0-17-16,0 0-21 0,1-2-51 0,-1 0-1 16,2 0-21-16,0-1-63 0</inkml:trace>
  <inkml:trace contextRef="#ctx0" brushRef="#br0" timeOffset="-157840.71">31854 14155 561 0,'0'0'147'0,"0"0"289"16,0-2-371-16,0 0-31 0,0 0 3 0,0 1-12 16,0-1-10-16,0 0 7 0,0 0-7 0,2 2 8 15,0 0-2-15,0 0-5 0,2 0-1 0,1 0-2 16,16-2-5-16,-3 2-3 0,6 0-1 0,-9 0 0 0,0 0-4 15,7 0 3-15,-1 0-5 0,-7 0 1 0,9 0-28 16,-8 0-1-16,-4 0-11 0,7-2 5 0,-7 0-26 0,-3 1-118 16,1-1-12-16,-5 2-50 0,0-2-160 0</inkml:trace>
  <inkml:trace contextRef="#ctx0" brushRef="#br0" timeOffset="-157640.17">32042 13982 907 0,'0'0'152'0,"0"0"-156"16,0 0 163-16,0 0-76 0,0 0-64 0,0 0 19 16,0 0-8-16,0 0 12 0,0 2 0 0,0 0-12 0,0 0 1 15,0 0-6-15,-2 16 2 0,0 3-10 0,2 1-2 16,0 0-4-16,-2 1-10 0,0-3 5 0,0-1-2 16,-3 1 1-16,1-3-6 0,0-2-6 0,1 1 4 0,1-5-5 15,0 1-9-15,2-5-15 0,0 0-13 0,0-3 0 16,0 0-42-16,0 0-24 0,0-1-19 0,0 1-3 15,2-2-62-15</inkml:trace>
  <inkml:trace contextRef="#ctx0" brushRef="#br0" timeOffset="-157049.21">32415 13876 916 0,'0'0'63'0,"0"-1"-1"16,0-1 5-16,0 0-1 0,0 0-20 0,0 0-19 15,0 0-13-15,0 0-10 0,0 2 3 0,0 0-5 0,-2 0 6 16,0 2 5-16,0 0-1 0,1 2 9 0,-3 14 8 16,-2 5-6-16,1 1 6 0,1 0-3 0,0 2-3 15,1-2 8-15,-1 0-8 0,-2 0-5 0,3-3-3 16,-3-1-11-16,2-5 6 0,1 0-11 0,-1-4 3 16,2-5 6-16,0-1-3 0,2-3-1 0,0 0-2 15,-2 2 0-15,-1-1 2 0,-1 1 3 0,0-2-5 16,-1 2-6-16,-3-1 3 0,1-1-2 0,-3-2 0 0,1 0 6 15,-2-2-4-15,4-1 1 0,-1-1-4 0,1-2 3 16,3-16-3-16,0 0 0 0,-1 0 5 0,-10-1-2 16,4 1 3-16,3-2-9 0,5 2 10 0,3-3-5 15,0 3 7-15,3 0-9 0,3 0 8 0,1 1-4 0,3-1 7 16,3 0-7-16,0 1 0 0,-12 1 1 16,20 1-1-16,1 6 10 0,0 0 1 0,1 2 2 0,-1 2 0 15,0-1 7-15,-1-4-10 0,-1 4 6 0,1 5-8 16,-3 3 11-16,-3 2-12 0,-2 2 9 0,-2 1-8 15,-3 1 13-15,-7-4-17 0,12 19-1 0,-3-1-3 16,-7 3 3-16,-3-1 5 0,0-3-4 0,-5 1 3 16,-3-1 0-16,-1-2-7 0,2 0 8 0,-14-2-8 0,3-2 6 15,3 0-3-15,-4-3-3 0,4 1 3 0,2-2 2 16,0-1 1-16,4 1-6 0,2-1 4 0,1-1-2 16,2 3-7-16,1-3 9 0,-1 1-8 0,0 0 11 15,1-1-10-15,-1 3 3 0,2-3-5 0,0 3 2 0,0-1 5 16,0 2-5-16,2 2 6 0,0 1-4 0,2-1 5 15,0 0-4-15,2 0 3 0,0 2-3 0,-1-2 2 16,3 2 3-16,-2-2-2 0,1 0-10 0,1 1 7 16,-3-5-9-16,1 2 8 0,-2-3-19 0,0-1-31 15,0 3-9-15,-2-6-10 0,0 0-44 0,2 1-51 16,-1 1 15-16,1 0-28 0,2-2 23 0,0-1-91 16</inkml:trace>
  <inkml:trace contextRef="#ctx0" brushRef="#br0" timeOffset="-156776.68">32927 14032 333 0,'0'0'200'0,"0"0"-197"0,-1 0 216 16,-1 0-94-16,0 0-41 0,-24-1-10 0,0 1-3 0,-2 0-7 15,-4 1-24-15,-5 3 7 0,0 2-2 0,-2 1 3 16,4 2-9-16,9-1-1 0,4-1-8 0,5 1 4 16,4-3-17-16,6-1-9 0,5-4 6 0,-4 7-4 15,-1 5 27-15,1 1-4 0,2 0 1 0,4 0-5 16,2 3-10-16,4-1-4 0,3 4 2 0,-7 1-2 15,22 1 3-15,0-1-1 0,0-3 5 0,-3 1-2 0,-6-5 14 16,1 6-7-16,-1-3-2 0,-4-3 0 0,0 4-9 16,-7-4-5-16,-2 0 0 0,5-4-2 0,1 3-1 15,-6-7 8-15,-2-1-5 0,0 1 6 0,0-3-18 0,-13 0-11 16,-24 0 0-16,3 17-4 0,3-10 2 0,3-5-23 16,4-4 0-16,3-2-11 0,5-2-25 0,1-2-29 15,5 3-1-15,3-1-11 0,3 2-19 0,2-3-61 16,-9-12-5-16,2-2-27 0,3 1-98 0</inkml:trace>
  <inkml:trace contextRef="#ctx0" brushRef="#br0" timeOffset="-156518.6">32643 13672 978 0,'0'-2'39'0,"0"1"0"0,-2-3 26 0,2 2-12 0,-3-7 2 15,3 5-20-15,0 2-6 0,-2-2-1 0,0 1-3 16,2 1-12-16,0 0 1 0,0 0 1 0,0 2 1 16,2 0 15-16,0 2 5 0,5 4 2 0,14 10 3 15,3 14 17-15,-2 3 1 0,-2 1 0 0,3 5-2 16,1 3-28-16,2 7-9 0,0 3-5 0,2 7 1 16,-6 2-12-16,-3 4-4 0,-8 4 0 0,-8 2-3 15,27-1-23-15,-26 4-26 0,-15-5-23 0,-15-4-9 16,11-4-178-16</inkml:trace>
  <inkml:trace contextRef="#ctx0" brushRef="#br0" timeOffset="-139390.11">27628 1589 620 0,'-2'0'47'0,"1"0"26"15,-3-2 36-15,2 2 9 0,-5-2-21 0,5 2-40 0,-2-2 4 16,0 0 2-16,1 0 2 0,-1 1 1 0,2-1-8 16,0 0 1-16,0 2-4 0,0 0-7 0,2 0-7 15,0 2-9-15,2 0 2 0,0 3-20 0,9 19 5 16,2 2-3-16,0 0 2 0,0 2-9 0,0 2-2 15,-2-1 4-15,1 1-3 0,-1 2 7 0,0-1-5 16,-2 5 2-16,0-1-3 0,1 4 3 0,-3-4-5 16,-1-3 2-16,-1 1-2 0,-1-5 1 0,-2-2 3 15,-2-2-8-15,0-5 6 0,0-3-6 0,0-1 6 16,0-5-3-16,0-7 3 0,0 3-2 0,0-4 4 0,0 1 2 16,0 1-3-16,0-2-10 0,0 0 0 0,0-2 0 15,0 0 0-15,0-2-2 0,0-2 2 0,0-14-1 16,2-18 1-16,0 1-5 0,-1-4 5 0,1 0 1 15,2-2 2-15,0-1-3 0,1-3-1 0,-1 4-2 0,2 0 1 16,-1 4-2-16,1 2 6 0,-1 3-2 0,3 1 4 16,-1 3-1-16,2 0-2 0,-1 4 2 0,1-2-3 15,4-2 3-15,-2 6 5 0,0 1-1 0,4-1 2 16,-9 9-1-16,16-2-1 0,0 0 0 0,3 6-2 16,-7-2-4-16,-1 9 7 0,5-3-7 0,-11 3 4 0,4-9-12 15,-4 5 3-15,-5 4-4 0,3 0 1 0,-5 2-20 16,1 0-38-16,1 0-9 0,-4 0-15 0,2 2-83 15,-1 2-106-15,7 11-44 0</inkml:trace>
  <inkml:trace contextRef="#ctx0" brushRef="#br0" timeOffset="-138625.35">29023 1474 519 0,'0'0'25'15,"0"0"2"-15,0 0 22 0,0 0 4 0,0 0 1 0,0 0 37 16,0 0-1-16,0 0-5 0,0 0 0 0,0 0-36 16,0 0-1-16,0 0 2 0,0 0-1 0,0 0-4 15,0 0-12-15,0 0-2 0,0 0-2 0,0 0-7 0,0 0-14 16,-2 0 0-16,0 0-6 0,0 0-5 0,0 0-10 16,0 0-6-16,1 0 0 0,-3 0-7 0,0 0-22 15,0 0 2-15,1 0-14 0,-1 1-35 0,2-1-53 16,-5 4-20-16,-4 4-16 0,3-3-130 0</inkml:trace>
  <inkml:trace contextRef="#ctx0" brushRef="#br0" timeOffset="-132810.72">10868 10644 334 0,'0'0'5'16,"-2"0"15"-16,0-2 6 0,-4 0-15 0,-16-9-12 15,2 2-30-15,-1-1 76 0,-1 1-11 0,-2 0 35 16,3 1-41-16,-1-1 1 0,-2 0-5 0,0 1 5 15,-4-1-7-15,-2 2-7 0,1 1-5 0,1 2 1 0,-4 3 0 16,-1-1 4-16,1 0 2 0,-5 0-2 0,4 0-3 16,3 2 7-16,-2 0-2 0,3 0 1 0,-3 2-12 0,2 2-2 15,-1-1 1-15,1 3-1 0,-1 1 5 0,1 3-6 16,-2 1 0-16,1 0-2 0,-5 2-9 0,1 0 19 16,-4 2-11-16,0-2 15 0,-4 2-11 0,4-2 11 15,-5 0-6-15,3 0 4 0,0 2-11 0,-1-1 11 16,6 1-3-16,1 0 2 0,3 0-13 0,3 0 10 15,-1 2-1-15,2-1 4 0,2-12-5 0,4 22 1 16,-2-2-4-16,0 8 2 0,-1-3-9 0,3 5 6 16,-4 3-5-16,0 6 5 0,0 1-3 0,-4 1-1 0,-1-1 2 15,5-1-4-15,-4 3 3 0,4-3 1 0,2 0 5 16,-2-6-3-16,2 2 5 0,2-4-3 0,-1 2-3 16,5 1 3-16,7-1 5 0,1 0-6 0,7 2 3 15,-3 2-4-15,-1 1-2 0,-17 3 6 0,7 5-7 0,8-4 4 16,3 1-4-16,4-1 0 0,2-5 7 0,2 6-4 15,2-3-3-15,1-1 3 0,1 0 1 0,-2-4 2 16,3 0 1-16,2 3-5 0,1-1-1 0,3 4-1 16,-4-3-1-16,0 3 2 0,2-1-2 0,0 3 4 15,2 1 0-15,4-3-3 0,2 1 2 0,1-1-2 16,2-3 0-16,3 5 5 0,-3-6-7 0,-2-2 6 16,2-2-1-16,-20-6-1 0,22 1 8 0,-1 0-7 15,3-3-2-15,-2 3 9 0,2-3-10 0,0 5 8 0,4-1-3 16,1 1-6-16,-1-1 3 0,3 4-4 0,3 0 0 15,-1-1 2-15,2 3 1 0,4-4 1 0,3 2-3 0,1 2-4 16,1-2 2-16,3 0 0 0,-9-3 6 0,5 1-2 16,-4-5-3-16,-6-1 2 0,4-1 0 0,-4 2-2 15,1-2 1-15,-1-4-1 0,4 4-7 0,0 0 5 16,4-2 2-16,7 0-1 0,0 0-7 0,6-4-3 16,5 0 3-16,-5-1 0 0,5-3 9 0,-2-3-6 15,-3 0 1-15,2-4 0 0,-5-2 8 0,1 1-2 16,2-3-7-16,3 1 4 0,5 19-2 0,4-12 7 15,12-11 4-15,-2-4-1 0,-2-6-1 0,-2-3 3 16,-9-4-1-16,-1 0 3 0,1-5 0 0,-2-1-8 0,3-3 9 16,9-2-7-16,1-1 19 0,6-1-19 0,1 0 7 15,-7 2-9-15,-1-2 18 0,-7-2-13 0,-6 27 3 16,2-31-6-16,-2 0 0 0,1 1-3 0,2-3 3 16,0-3-2-16,5 2 9 0,3-2-11 0,-4 0 1 0,-4-2-3 15,-10-2 10-15,-7-2-7 0,-1 2 0 0,-4 2-3 16,-1-1-3-16,-3-1 8 0,2-2-2 0,-2 0 4 15,-4 1-2-15,3-1 3 0,-5-2 0 0,-1-3 0 16,-1-2-5-16,1-4 3 0,-8-5 6 0,-2-4-1 16,-7-2-1-16,-4-2 0 0,0 4-4 0,-5 3 3 15,22 1 1-15,-15 3-1 0,-8 2-5 0,-5-1 4 0,-2 1-6 16,-9-2 5-16,-9-5 0 0,-2-4 4 0,-3 2 3 16,-2-4-9-16,-3 2 2 0,28 3-4 0,-33-1 4 15,-1 2-1-15,-1 5 1 0,0 4-2 0,-2 2-6 0,-2 4 5 16,-1-1-1-16,-5 3 4 0,-3-3-8 0,-13 1 3 15,-4 0-2-15,-5-1 3 0,-8 1-6 0,0-3 7 16,-2-1-4-16,2-2 6 0,2 4 0 0,-1-4-2 16,-3 6 9-16,-5 3-7 0,-8 0 13 0,-5 4-16 15,3 2 5-15,4 2-6 0,8 3 8 0,7 4-10 16,0 8-7-16,-9 1-2 0,-6 5-30 0,-11 4-28 16,-2 5-16-16,9-27-6 0,7 30-83 0</inkml:trace>
  <inkml:trace contextRef="#ctx0" brushRef="#br0" timeOffset="-130839.18">25346 12822 256 0,'0'-2'37'0,"0"0"-1"16,-1-2 33-16,-3-3 9 0,-5-12-26 0,1 3-12 0,3 3-25 16,-3-2 1-16,-1 0-2 0,1 2-9 0,1 2 2 15,-4-4 1-15,2 0 2 0,-3-2-3 0,1 1 8 16,8 1-10-16,-10 0 11 0,-2 0-2 0,-4-3 10 15,4 1 1-15,-1 2 2 0,1 0 13 0,-2-2-10 16,0 4 3-16,-5-1-6 0,2 1 4 0,-5 0-8 16,1 0-2-16,2 3-4 0,-4 3-11 0,0 0 5 0,-2 3-2 15,0 0 2-15,4-13-7 0,-2 6 3 0,0 4-2 16,-3 1 2-16,-3 4-8 0,2 2 4 0,2 2-2 16,1 2 4-16,-1 2-3 0,0 1-2 0,-4 2 1 15,3 2-2-15,-3 1-4 0,-7 2 12 0,2-1-7 16,2 0 7-16,-4 4-12 0,2 0 5 0,-1 1 3 15,-1 3 0-15,0-1-3 0,4-1 0 0,2-17 0 0,-1 25 1 16,3-2-5-16,-3 4 4 0,3 1-2 0,1-2 5 16,2 5 3-16,0-1-5 0,2-4-2 0,-5 1 0 15,3-3 3-15,2 4-3 0,0-2 1 0,4 2-3 16,-4-2 7-16,0 1-7 0,5 1 5 0,-5 0-5 16,2 3-1-16,6 0 7 0,-3 5-7 0,8 2 7 0,0 1-1 15,-2 4-2-15,6-1 4 0,-8 5-4 16,6-1 0-16,6 2 3 0,-3 0-3 0,1-3 2 0,3-3-12 15,-2-3 7-15,3-2-1 0,-18-2 4 0,8 2 9 0,8-4-10 16,3 1 2-16,2-1-4 0,2 2 3 16,5 2-2-16,2 2 4 0,3 0-3 0,1 2-7 0,1 1 9 15,3 1-4-15,2 1 7 0,1 4-2 0,1-5 0 16,1 3-4-16,2 4 2 0,-2-7-1 0,2-3 0 16,-1-1 1-16,-21-7 0 0,22 1 0 0,5-2-4 15,1-3-1-15,0 0 2 0,3-1 7 0,-1 1-3 16,3-2 0-16,6 0-2 0,0-2 1 0,5 0 0 15,6 0 1-15,6 0-2 0,-3 0 2 0,1 0-3 0,0 0 4 16,-8-2-4-16,4 6 1 0,-4-4 7 0,-1 1-7 16,-3-2 6-16,3-5-1 0,-1-3-3 0,2-2 6 15,6-1-6-15,2-1 6 0,11-1-7 0,3-7 6 16,-1 25-6-16,2-19 15 0,-5-11-12 0,-1-4-1 16,-1-3-2-16,-1-4 6 0,-6 0-4 0,6-2 1 15,2-4-3-15,0 2 2 0,10-2-1 0,1-1 1 0,0-3-1 16,0-1 3-16,-5 0-3 0,-6 1 7 0,-4-1-6 15,-2 0 5-15,-1-1-10 0,-3 1 3 0,5 0-5 16,-1 0 6-16,4-1 2 0,1 1-3 0,-5 2 3 16,0-3-3-16,-5 1 3 0,-4-2-4 0,-3 0 1 15,-6 22-3-15,-2-30 7 0,0-1 0 0,-4-6 1 0,2 0-7 16,-4-6 6-16,1-1 1 0,-4-6 2 16,-1-6-5-16,-3-1-4 0,-3-2 4 0,3 1-2 0,-8-1 12 15,-1 5-4-15,-4-5-5 0,-9 2 3 0,1 1 8 16,23-3-8-16,-13-4 10 0,-10-11-10 0,-6-2 10 0,-5-8 1 15,-7-1 2-15,0 4 0 0,-4-1 4 0,1 8-15 16,-1 3 6-16,0 5-8 0,-3-3 2 0,-4-5-5 16,-4-4-4-16,-4-3 1 0,27-3-10 0,-36 3-44 15,-4 10-34-15,-9 6-13 0,-5 12-189 0</inkml:trace>
  <inkml:trace contextRef="#ctx0" brushRef="#br0" timeOffset="-126058.54">27574 14974 13 0,'0'0'0'0,"0"0"20"0,0 0 2 0,0 0 10 16,0 0-2-16,0 0-13 0,0 0-1 0,2 0-9 16,0-2 14-16,0 0-10 0,0 0 8 0,0 0-8 15,0 1-8-15,-1-1 4 0,3 0 0 0,0 0 0 16,0 0-1-16,-1 2-1 0,7-2-11 0,-3 2 14 16,0 0-8-16,1 0 9 0,-1 0-8 0,1 0-1 0,-1 0 2 15,2 0-4-15,-1 0-4 0,-3 0 2 0,5 2 3 16,-3 0 0-16,1 0 14 0,-1 0-11 0,0 1 3 15,3 3-5-15,-1-1 8 0,2 3 9 0,0-1 1 16,0 1 2-16,4 1 7 0,-2 0 0 0,0 1-4 0,0-1 2 16,0 0-4-16,2-7-3 0,2 9 7 0,3 2-10 15,3 2-7-15,-3-4 10 0,6 0-6 0,-2-1 7 16,4-1-15-16,-2-2 9 0,0-1-3 0,2 12 6 16,2-5-2-16,-1-3-7 0,1-5 4 0,-2-1-5 15,-2-2 12-15,-2-2-7 0,-2 0 1 0,4-2-5 16,-4-2-8-16,3-1 14 0,1-3-13 0,-2 1 15 15,2-2-14-15,0-1 3 0,2-3 5 0,-1 0-3 0,5-2 0 16,1-1-7-16,3-3 3 0,3-1-3 0,5-1 1 16,3 3 7-16,3-3-5 0,-2 1 5 0,4 0-13 15,-4 1 10-15,2 2-5 0,-1 1 5 0,-5 1-7 0,-7 4-1 16,-3-1 7-16,-4 5-3 0,-4 1 2 0,0 1 1 16,0 1-5-16,0 2 2 0,-2 0-9 0,0 2 7 15,0 0 1-15,0 0 2 0,2 2 7 0,2 2-5 16,2 2-3-16,1-1 0 0,4 3-5 0,-3-3 0 15,-4 3 7-15,2-1-3 0,-3 0 1 0,1 1 0 16,2 1-4-16,-2 0 4 0,-2 1 4 0,4-1-1 16,-4 0-3-16,0 1 0 0,-2-1 0 0,-4 0 0 0,-1 0 0 15,-4-1 0-15,-2-1-4 0,-2 1 10 0,2-1-4 16,-4 8 5-16,0 0-12 0,-1 1 1 0,-3-3 6 16,1-1-2-16,-1-1 7 0,-1 0-7 0,0 2 4 15,-2-4-3-15,1-1 4 0,-1-1 1 0,2-3-6 0,0 1 4 16,-2-1-10-16,3-2 7 0,1 2-2 0,-1-1 5 15,3 1 13-15,-1 0-12 0,2-2 5 0,3-1-8 16,-1-1 9-16,2 0-10 0,1-3 4 0,1-3-6 16,0-1 9-16,2-3-8 0,0-1 1 0,-1 9-3 15,3-9 8-15,-2-5-4 0,1 3 0 0,8 1-2 16,-4-4-3-16,8 5-4 0,0-1 7 0,-4-2-3 16,5 2 9-16,3 3-8 0,1-2 3 0,-1 0-4 15,1 0 2-15,-5 0 1 0,1 0-5 0,3 3 5 0,-1-1-2 16,2 0 8-16,0 1-6 0,3-1 6 0,1 1-15 15,3 1 6-15,7 1 3 0,3 1 0 0,7-1 0 16,6 3 4-16,-6-1-6 0,8 0 5 0,-4 2-9 0,-3 0 9 16,3-25-2-16,-7 14 4 0,-1 5-5 0,1 4 1 15,5 4 3-15,2 2-3 0,2 2-7 0,13 0 7 16,0 1-4-16,2 3 4 0,-2-1-4 0,-11-1-1 16,0 1-16-16,-6 1-7 0,2-1-170 0</inkml:trace>
  <inkml:trace contextRef="#ctx0" brushRef="#br0" timeOffset="-115177.45">20298 14669 256 0,'0'0'-21'16,"0"0"10"-16,-2 0-3 0,0 0-4 0,0 0 16 16,1 0-3-16,-3 0 5 0,2 0-2 0,-5 0 2 15,1 0-3-15,-3 0 2 0,1 0 1 0,1 0 0 0,-1 0-4 16,3 0 2-16,-1 0 5 0,3 0 1 0,-1 0 31 15,0 0-11-15,0 0 6 0,1-2-9 0,-1 1-3 16,2-1-19-16,0 0 1 0,0 0-6 0,1 0 7 16,-1 0 1-16,0 0 2 0,0 1-1 0,0-1-4 15,2 0 11-15,0 0 1 0,0 0 8 0,0 0 18 0,0 0 14 16,0 1 2-16,-2-1 5 0,0 0 3 0,1 0-12 16,-1 0-4-16,0 0 0 0,0 0 7 0,0 1-15 15,0-1 6-15,0 0-9 0,1 0-2 0,-1 0 4 16,0 0 0-16,0 0 1 0,0 1 5 0,0-1-6 15,0 0-3-15,1 0-2 0,-1 0-5 0,0 0-1 16,2 0 7-16,0 1-5 0,0-1-4 0,0 0-13 16,0 0 2-16,0 0-4 0,0 0 4 0,0 0-7 15,0 1 2-15,0 1-3 0,0 0-2 0,0 0 7 0,2 0-8 16,0 0 8-16,-1 0-12 0,1 0 3 0,0 0 5 16,0 1-1-16,0 1 1 0,0 0-4 0,0 0 5 15,1 0-4-15,1 2 5 0,0-1-2 0,-1 1-1 16,1 0 2-16,0 1 13 0,1 3-1 0,3 1 2 0,3 0-2 15,-4 1-7-15,3-1-4 0,1 0 2 0,0-1-1 16,4-1-1-16,-4 2 1 0,0 1-5 0,-2-3 5 16,1 2-7-16,5-1 7 0,-6 1-2 0,8-2 3 15,-3 3-9-15,-1-5 7 0,6 3-4 0,-10-1 6 16,6-1-3-16,-6-1-8 0,3-1 3 0,-3 2-3 16,4-3 9-16,0 1-7 0,-8-2 3 0,8 2-3 0,-7-1 3 15,0 1 2-15,-1-2 0 0,-1 2 0 0,0-1-3 16,-1 1-3-16,1 0 6 0,0-2-5 0,-1-1 11 15,1 1-7-15,0 0 0 0,-1 0-1 0,1 0-1 0,-2 0 2 16,0-2-4-16,0 0 3 0,0 0-7 0,-1 0 9 16,3 0-4-16,-2-2 6 0,0 0-6 0,2 0-1 15,-1 0 3-15,1-1-3 0,-2 3-3 0,7-10-1 16,-1 3-1-16,-5-2 2 0,5 1 13 0,-1 1-10 16,-1-1 3-16,-1 1-4 0,3-2 3 0,-1 3-6 15,2-3 7-15,1 3-7 0,-1-3 4 0,-2 1 0 16,5 1 0-16,-1 1 0 0,0-1 4 0,2 1-6 15,0-3 2-15,2 2-3 0,1-3-2 0,1 3 4 0,2 0-2 16,3-3 3-16,-2 1 1 0,3 2 1 0,-1-1 0 16,2-1 0-16,4 1-6 0,0 3 4 0,0-1-2 15,3 4 3-15,-1-1-1 0,2-16 0 0,-1 4 0 16,-1 6 0-16,-1 2-5 0,-3 1 5 0,2 2 0 16,-2 2 2-16,6 1-2 0,-2 1-2 0,-4 0 2 0,-2 0-2 15,-2 0 3-15,0-2-4 0,4 2 3 0,-3 0-3 16,1 0 2-16,-2 0 3 0,0 0-3 0,1 2 4 15,-1-1-7-15,-2 3 4 0,3 2 0 0,-5-1 4 16,4 3-8-16,-3-1 2 0,-2 1-3 0,1 3 5 16,-3-2 9-16,2 2-10 0,0 0 1 0,-3-1-5 0,5 1 9 15,-2 0-4-15,-4-2 0 0,1 2-2 0,-6-5 1 16,3-4 2-16,2 7 1 0,-4 0 0 16,8 1-2-16,-6-3 0 0,-3 0 1 0,-3 1 0 0,1-1 2 15,-1 1-4-15,1 1 1 0,-1-2-2 0,1 1 3 0,-2-3 1 16,-2-1 0-16,1 2 0 0,-1-3 2 0,0 1-6 15,0 0-1-15,-2-2-2 0,4 1 6 0,-1 1 1 16,1 0 3-16,-2-2-2 0,0 0 3 0,0-1-5 16,1 1 4-16,1-2-5 0,0 0 0 0,-1 0 5 15,1-2-2-15,0 1 4 0,-2 1-5 0,1-2 1 16,-1-11-5-16,4 0 3 0,-2-2-2 0,-1 0 1 16,3 0 1-16,3 2-1 0,0-2 1 0,1 0-1 15,-3 2-1-15,2-1 0 0,1-1-2 0,-1 0 4 16,2-2 2-16,-2 2 0 0,3 0-11 0,1-3 9 0,-2 1-6 15,-8-3 8-15,12 1 2 0,4 4-13 0,-2-1 7 16,-3 3-10-16,5 0 11 0,-2-6 0 0,1 6 2 16,1 0-1-16,-1 4 7 0,-1 1-8 0,0 1 2 15,0 3-4-15,-1-1-7 0,-1 3 10 0,0-2-4 0,2 2 6 16,-2 0-2-16,-3-7-3 0,1 2 3 0,-1 3-3 16,2 0-3-16,-1 0 5 0,0 3-1 0,0 1 2 15,0 0-2-15,4 0 1 0,2 1-2 0,-4 1 3 16,-1 0 0-16,-1 2 0 0,4 1-2 0,-2 1 1 15,4 1 1-15,-1-1-4 0,-3-2 1 0,0-1-2 16,-2 1 8-16,2 0-3 0,0 0 2 0,3 1-3 0,1-1-3 16,-3-2 3-16,3 1 0 0,0-1 0 0,-1 0-3 15,4-2 2-15,-1 0 2 0,-3 0 0 0,7-2 4 16,-5 0-22-16,2-1-28 0,1-3-4 0,1 1-126 16</inkml:trace>
  <inkml:trace contextRef="#ctx0" brushRef="#br0" timeOffset="-97035.68">18939 14675 51 0,'0'0'0'0,"2"0"3"0,0 0 36 0,-1 0-6 15,1 0-1-15,0 2-20 0,0 0-3 0,0-1 21 16,0 1 0-16,0 2 10 0,-1 0-8 0,1-1-2 0,2 9-7 15,3-1 5-15,6 2 3 0,0 0-11 0,4 0 9 16,2 2-11-16,-6-4 4 0,3 0 9 0,1 0-5 16,2-2 6-16,3 1-7 0,2-1 6 0,-2-4 0 15,4 3 3-15,0-3-3 0,2 1 7 0,2 1-7 0,1 1 6 16,5-3-5-16,1 3-7 0,4 1 2 0,3-1-5 16,1-1-10-16,7 2-6 0,-4-1 2 0,6 3-4 15,0-2 2-15,-2-1 6 0,4-1-10 0,-8-1 9 16,0-1-12-16,0 2 8 0,-1-1 0 0,1-2 3 15,0 1-3-15,1-1-8 0,4 2 3 0,-1-3-5 16,10 1 10-16,-1-2-4 0,-2 26 2 0,3-13-5 16,-10-10-6-16,0-3 10 0,0-2-3 0,-4 0 7 15,0 0-4-15,-1-2 0 0,1 0 1 0,0 2-1 0,4-2-4 16,2 1 3-16,2-1-7 0,-1 0 4 0,1 2-5 16,0-2 3-16,-2 0 7 0,-1 0-4 0,1 2-3 0,-5-2 4 15,1 1-5-15,-4-1 5 0,-1-2 5 0,1 0-4 16,-1 1 2-16,1-3-3 0,2 0-2 0,4 1 2 15,6-3-3-15,-2-1 1 0,-3-2 2 0,3-2-2 16,-4 0 6-16,4 0-5 0,-2-2 5 0,-4 0-8 16,-2 1 6-16,0-3-6 0,-1 0 6 0,-3 0-2 15,1 1-5-15,1-1 2 0,-1 0-2 0,-1 2 3 16,-3 1 5-16,-5-1-3 0,-1 0 0 0,-2 2 3 16,-1-2-3-16,-2 0 3 0,-6 0 1 0,0 13-1 0,-2-20-5 15,-1 0 1-15,3-2-1 0,-4 0 1 0,1-6 4 16,-5-2 0-16,-1 3 6 0,0-5-10 0,-2 3 2 15,0-7-3-15,-2-1 7 0,0 4-2 0,-2 0 1 16,1 5-2-16,-3 1-5 0,-1-1 2 0,-1-2 2 0,1 4 2 16,-1-1 2-16,-1-3 5 0,0 6-4 0,0 0 4 15,-1 0-6-15,1 2 3 0,-2 0-3 0,2 0 3 16,-1 1-2-16,-1 1-7 0,0-2 0 0,0-2-2 16,15 0 3-16,-4-2 1 0,-4-2 1 0,-4-1-1 15,-1-1 11-15,-2-3-7 0,0 2-1 0,0-1-3 16,-2-3 1-16,0 2-4 0,-2 1 4 0,-2 3-3 15,-1 1 13-15,-1 2-12 0,-1 2 5 0,-1 0-7 0,-1 4 8 16,-4-4 6-16,2 4 0 0,-2 1 2 0,5 1-6 16,-12 1-6-16,-6 3 4 0,-6-1-4 0,6 2 5 15,-7 0-7-15,-2-2-1 0,1 3 1 0,-5-3-1 0,0 0 2 16,0 1-3-16,-3-1 3 0,-1 0-1 0,-2-3-7 16,1-3 11-16,1 1-8 0,0-2 8 0,-1 0 2 15,-1 0-7-15,1-6 5 0,-5 6-6 0,-4-2 2 16,-1 0 1-16,-13 2 0 0,0-4-1 0,-5 2 5 15,-3 5-1-15,7 1 2 0,-5 1-5 0,5 5 6 16,-3-7-4-16,-1 6 4 0,-3 0-10 0,-6 1-1 16,-5 2 2-16,-10-1-1 0,1 4 8 0,2-2-7 15,2 2-2-15,8 1 0 0,-7 1 6 0,-1-1-3 0,-5 3 3 16,-3-1-5-16,-1-1-4 0,0 1 6 0,3 1 2 16,3 3 2-16,-1 0 1 0,-5-33-7 0,-2 24-2 15,-4 9 0-15,0 4 11 0,6 1-8 0,5 5 3 16,8 3-4-16,-1 2 7 0,5 4 2 0,-6 5-1 0,-4 8 1 15,2 1-8-15,4-18 2 0,7 39-3 0,11 2 4 16,6 9-2-16,9 0-9 0,-1 0 7 0,6-1-7 16,5-5 6-16,1-3 2 0,2 0-6 0,4 5 5 15,9 3-7-15,10 3 0 0,10 7 3 0,-20 0-1 16,23 3-4-16,12-1-22 0,15-7 5 0,-10-4-8 16,43-6 20-16,14-8-28 0,3 1-9 0,10 0-11 15,13 0-71-15</inkml:trace>
  <inkml:trace contextRef="#ctx0" brushRef="#br0" timeOffset="62891.91">18001 4027 25 0,'0'0'0'0,"0"-2"3"16,-2 0 44-16,1 0-2 0,-1-2 12 0,0 1-11 15,-2-3-7-15,-5-7 3 0,0 2-9 0,-1 0 8 16,5 3-17-16,-3-1 4 0,5-2-2 0,-9 2 3 0,1-1-7 16,0 8 2-16,0-7-3 0,0 2 2 0,0 1-14 15,1 2 23-15,-1 3 1 0,-4-1 7 0,4 2 2 0,-4 2-7 16,1-1-4-16,-1 5 1 0,-2 1 10 0,0 3-16 15,1 1 10-15,1-2-12 0,-2-7-2 0,4 15-7 16,-2-1 0-16,0-1 0 0,2 0 1 0,2 2-12 16,4 0 0-16,-3-3-4 0,3 3 4 0,-2 0 2 15,-1 0-5-15,5-3 4 0,1 1 0 0,-5-2 0 16,1 0 4-16,3 0-3 0,1 0 5 0,2-4-1 16,2 3 0-16,0-3-1 0,0-2 8 0,2 1-6 15,0-3 3-15,-2-3-4 0,0 0 2 0,6 2 0 0,12 9-1 16,1-4 0-16,1-3 1 0,2-5-4 0,1-1 2 15,1-3-5-15,-2-5-5 0,0-1-1 0,3-4 3 16,-1 0-1-16,0-4 2 0,-2 14 3 0,0-20-3 16,-1 1 3-16,-3 2-8 0,1-3 2 0,-4 1 0 0,2 2 3 15,-4-3 9-15,-2 3-12 0,-4 3 8 0,-3-3-10 16,-2 1 2-16,7 6 5 0,0-2-2 0,-5 6 4 16,-2 0-5-16,0-2 15 0,-2 3-12 0,0 1 13 15,0 5-9-15,-2-2-1 0,0 1 2 0,-2-1-3 16,-3 0-5-16,-6 0 2 0,0 4-4 0,0 2 2 15,2 2-2-15,0 2 6 0,1-1 2 0,3 1-1 0,-1 10-12 16,3 1 5-16,1 2 0 0,2-1 3 0,-11 1 1 16,4-1 2-16,2 1-4 0,1 1 5 0,4 1-5 15,0 1 0-15,2 2 4 0,2 2-3 0,0 0-1 16,2 2 0-16,1 4-5 0,1-1 3 0,1 6 8 0,-1-1-6 16,-1 1 2-16,-1 2-4 0,0 3 0 0,-2-3 4 15,-2 0-3-15,0-3 4 0,-2-5-4 0,-2 1-3 16,-1-6 5-16,-5 0-3 0,3-8 12 0,-1-1-7 15,1-4-3-15,1-5-1 0,-3 1-4 0,-11-2 3 16,1-1 3-16,-1-1 0 0,-1-3 3 0,3 11-1 16,1-3-5-16,0-5 4 0,1-1 4 0,1-2-5 15,-4-2 4-15,6 0-6 0,2-2 7 0,2 0-4 16,5 0 7-16,0 0-7 0,1-1 7 0,-3-7 1 0,-3-10-5 16,3-4 4-16,6 0-13 0,6-10 5 0,5 4-3 15,6-1 4-15,3-4-4 0,-13 1 5 0,23-1-5 16,0 0 4-16,0 1-9 0,1 4 2 0,1 4-2 15,-1 4 2-15,1 4-10 0,-6 5-31 0,-4 3 3 0,-3 3-15 16,-1 3-11-16,-5-5-115 0,0 1-71 0</inkml:trace>
  <inkml:trace contextRef="#ctx0" brushRef="#br0" timeOffset="63642.2">18087 4431 207 0,'0'-2'21'0,"0"1"5"0,0-1-19 15,0-2-1-15,0 0-9 0,0 1 4 0,0-1 6 16,0 0-10-16,0 0 7 0,0 1-8 0,0 1 14 15,-2 0 3-15,0 0 8 0,0 0 36 0,0 0-10 16,0 1 5-16,0-1-8 0,2 0 6 0,0 2-12 0,0 0 5 16,0 0-9-16,0 0 3 0,0 0-16 0,2 2-1 15,0 0-4-15,0-1 0 0,0 3-1 0,2 7-1 16,1 6-2-16,3 5 5 0,-1 1 1 0,-3-5 2 16,-1 4-3-16,-1-5 5 0,0 7-13 0,0-1 8 0,0-1-10 15,0 0 11-15,0-1-7 0,-1-7 9 0,1-1-8 16,0-1 1-16,-2-7 6 0,0 1-8 0,0-4 10 15,2 1-1-15,0 1 4 0,0 0-4 0,0-2 1 16,-1-1-4-16,1 1-7 0,0 0-1 0,0 0-3 16,0-2-6-16,0 0 6 0,0 0 0 0,-1-2 1 15,1-2 1-15,2-5-3 0,2-11-3 0,-5-1 1 16,-1-3-2-16,0 0-2 0,-1-2 3 0,1 0-2 0,0 4 3 16,-2-2 4-16,0-2-6 0,0 1 3 0,0-1-7 15,2 2-7-15,0 6 10 0,0 1-8 0,2-2 17 16,0 6-10-16,-2 0 2 0,0 2-5 0,0 4 8 0,2 1-7 15,0 3-1-15,-2 1-3 0,3-2 1 0,1 0 5 16,2 1-1-16,10-3 2 0,-10 6 3 0,5 0-7 16,2 4 9-16,-2 1-9 0,0 1 7 0,-1 25-4 15,-3-3-2-15,-3-2 1 0,1 4 9 0,-3-2 3 16,2-6-3-16,-2 0 2 0,3-5 3 0,1-6-2 16,-2 0 8-16,3-3-6 0,-1-3 17 0,-1-1-9 15,6 5 1-15,-5-5-5 0,3 2-8 0,0-3-2 16,-1-1 2-16,1 0 0 0,-3-2 6 0,3-2-10 0,0-1 2 15,-1-1-4-15,1 2-6 0,-2-20 4 0,-1 3-1 16,0-1 3-16,-1-3-1 0,1 7-1 0,1-3-4 16,-3-1 2-16,3 3 0 0,-1 2-2 0,-2 2 3 15,-1 4-3-15,-1 3-5 0,0 3 3 0,-2 1 0 0,2 2 1 16,0 0-2-16,0 0 10 0,1-2-5 0,1 2 7 16,-2 0-8-16,0 0 3 0,1 2 2 0,3 11 1 15,0 13 6-15,-3-4-5 0,3 2-1 0,-2 0-1 16,1-3-2-16,-1-6-2 0,1-1 4 0,-1-4-2 15,2-3 0-15,-1 4-14 0,1-7-5 0,-2 0-4 16,1-1-22-16,-1-1-23 0,1 0-5 0,-1 0-8 0,2 2-37 16,-3-2-37-16,1-1-83 0</inkml:trace>
  <inkml:trace contextRef="#ctx0" brushRef="#br0" timeOffset="64142.57">18684 3885 783 0,'0'-1'14'0,"0"-1"0"0,0-2 2 16,0 0-5-16,0 1-2 0,0-1-8 0,0 0-5 0,2 2 4 15,0 0-5-15,0 1-2 0,0-1 14 0,0 0-10 16,0 2 11-16,-1 0-5 0,1 0 14 0,0 0 8 15,0 0 0-15,0 2 7 0,0 0 3 0,0-1-6 0,-1 3 5 16,1 0-14-16,4 5-6 0,3 8-6 0,0 5 1 16,-1-5-6-16,-1 3 0 0,3 3 9 0,-3-1-7 15,0 2 0-15,1-2 1 0,1 4-5 0,-1 0 3 16,-1 2-9-16,2 0 11 0,-1-2-7 0,1 0 8 16,-2-4-13-16,3 2 10 0,-1-3 0 0,0-1 5 15,2 1 9-15,1-5-10 0,-1 1 6 0,-2-2-7 16,0 0 8-16,-1-4 0 0,-1 0-2 0,-5-7-1 0,0 1-12 15,2 1 12-15,1-2-5 0,-1-3 7 0,0 3-7 16,-1-2 9-16,1 0-3 0,-2-2 4 0,0 0-12 16,0-2 4-16,-1 0-6 0,1-3 6 0,4-27-2 0,-2 2-4 15,-3-1 6-15,1-5-7 0,-2 3 0 0,2-2-3 16,2-1 1-16,1-1-1 0,3 4 10 0,1-4-9 16,2-2 6-16,-1-2-7 0,3-4 12 0,0 1-4 15,-2-4-3-15,-2 7 1 0,0 4 2 0,1 1-8 16,-1 8 4-16,-2 4-5 0,-1 8 3 0,-2 8-3 15,-1 1 1-15,-3 5-2 0,2-2 0 0,0 0-13 16,0 3-10-16,0-1-2 0,0 2-33 0,-1 2-27 16,1 1-11-16,6 27-10 0,-6 13-66 0</inkml:trace>
  <inkml:trace contextRef="#ctx0" brushRef="#br0" timeOffset="64636.03">19255 4201 765 0,'0'0'7'15,"0"0"-2"-15,0 0-3 0,0 0 1 0,0 0-4 16,0 0-3-16,0 0 9 0,0 0-1 0,0 0 4 16,0 0-4-16,0 0-3 0,0 0 9 0,0 0-5 0,0 0 19 15,0 0 6-15,0 2-1 0,0 0 3 0,0 0 5 16,0 1-18-16,1 12 6 0,3 7-9 0,0 1 1 0,0 1-13 15,-1 6 3-15,1-6-2 0,0 0 18 0,-1-4-14 16,-1-5 4-16,2 0-7 0,-2-6 16 0,0-1-8 16,-1-5 1-16,1 1-3 0,0 0 2 0,0 0-7 15,0-3 0-15,0 1-3 0,0 0-5 0,-1 0-10 16,1-2 2-16,0 0-4 0,0-2-4 0,0 0 0 16,0-1 2-16,5-18-1 0,1 1 3 0,-1-1 4 15,0-1-6-15,1 0 6 0,-1-2-4 0,1 3 8 16,-1 1 1-16,1 1 2 0,-1 4 2 0,-1 2-1 15,-1 0-2-15,1 4 0 0,-3 2 9 0,-1 1 0 16,0 2 3-16,-2 2-2 0,2-1 13 0,2-1-1 0,-1 2 2 16,1 0-2-16,-2 2-3 0,5 0-3 0,1 2 7 15,-1 4-6-15,1 3 7 0,1 17-6 0,2 0-1 16,2-2 1-16,-4 0-2 0,1 0-11 0,-1 2 3 0,-3-3-5 16,1-1 5-16,0-5 5 0,-3-4-4 0,0-4 3 15,-2-2-9-15,1 1 0 0,3-1-3 0,0 1 3 16,-3-3-17-16,-3-3-8 0,4 2 0 0,-2 0-5 15,0-3-9-15,0 1-29 0,-2-2-6 0,0 0-8 16,-2-2-19-16,0 1-111 0</inkml:trace>
  <inkml:trace contextRef="#ctx0" brushRef="#br0" timeOffset="64770.65">19164 4184 331 0,'0'0'47'0,"0"-2"-9"15,-2 1 53-15,0-1 7 0,0 0-7 0,2-2-26 0,0 1-15 16,2-1-9-16,0 0 2 0,5-3-8 0,28-4 8 15,3-1 2-15,6-1-1 0,6 0-3 0,8 0-18 16,7 0-3-16,9 2-7 0,4 2-17 0,0 0-3 16,-4 1-19-16,-7 3-4 0,-9-23-157 0</inkml:trace>
</inkml:ink>
</file>

<file path=ppt/ink/ink135.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29:53.108"/>
    </inkml:context>
    <inkml:brush xml:id="br0">
      <inkml:brushProperty name="width" value="0.05292" units="cm"/>
      <inkml:brushProperty name="height" value="0.05292" units="cm"/>
      <inkml:brushProperty name="color" value="#FF0000"/>
    </inkml:brush>
  </inkml:definitions>
  <inkml:trace contextRef="#ctx0" brushRef="#br0">5452 4285 14 0,'0'0'0'0,"0"-2"4"0,0 0 42 0,0 0-5 16,0 0 5-16,0-2-11 0,0 1-3 0,0 1-10 0,0-7 6 15,0 1-6-15,0 1 19 0,0-1-14 0,1 1 3 16,1-1-6-16,-2 3 5 0,0-1-3 0,2 1 3 16,-2 3-2-16,0-2 16 0,0 2-21 0,2-1 8 15,0-1-12-15,0 0-1 0,0 2-9 0,-1 0-7 0,1 1 2 16,0-1 0-16,0 0-3 0,0 0 3 0,0 2-3 16,0 0 10-16,-1 0-11 0,1 0 10 0,0 2-10 15,0 0 7-15,0 0-4 0,0-1-3 0,0 3 1 16,-1 0 3-16,3 3 2 0,2 6 4 0,-3 0-2 15,1 0 6-15,0 2-8 0,0 0-5 0,-1 0 2 16,3 3-1-16,-2 3-1 0,-1-1 7 0,1 4-5 0,0 4 15 16,-2 2-17-16,-1 5 10 0,1 1-10 0,-2-3 15 15,0 2-15-15,0-1 3 0,0-1-5 0,0 1 12 16,0-5-3-16,0-1-1 0,0-2-1 0,0 0-5 16,0 0 7-16,0-2-6 0,0 2 5 0,0 0-13 0,0 0 13 15,0 0 1-15,-2 4 3 0,1 1-6 0,1 1-1 16,-2 1-3-16,2 3 3 0,0 1-1 0,0 2 2 15,0 0 2-15,0 5-1 0,0 1-6 0,0 1-1 16,0 1 0-16,0-4 0 0,-2-3 5 0,0-1-3 16,0-2 0-16,-2 1-1 0,3-3 4 0,-1 0 4 15,0 0-4-15,-2 3 2 0,2 1-14 0,0 1 13 16,1 3-7-16,1 0 8 0,0 7-5 0,0 2-2 0,0 0 2 16,0 4-1-16,0-4 1 0,1-2 1 0,1 0 3 15,-2-6-2-15,2 1-6 0,-2-6 3 0,0-2-2 16,0 0 3-16,0 0 0 0,0 1 2 0,0 2-2 15,0 1 1-15,-2 2-1 0,0 3 1 0,1 1 1 16,-1-1-1-16,0 4 7 0,0 0-11 0,0 1 9 0,0-3-9 16,2 2 8-16,0-9 4 0,0-2-6 0,0-2 6 15,0-7-8-15,2 3-5 0,0-1 0 0,-2-3-1 16,2 1 8-16,0 0 4 0,-2-2 2 0,0 1-1 16,2 3-8-16,-1 1 2 0,1 1-4 0,0 1 4 15,0 2-1-15,2 0 3 0,-1 2-4 0,1-2 3 16,0 1-15-16,0-1 11 0,-1-6-2 0,3 1 5 15,-1-1 9-15,-1-5-10 0,2 6 5 0,-3-4-6 0,3 0 5 16,-2-4-4-16,-1 0-2 0,1-2-2 0,-2 0-6 16,0 3 13-16,0-1-4 0,0 0 7 0,-1 0-14 15,-1 2 10-15,2 0-1 0,-2-2 4 0,0 2-10 0,0-4 6 16,0 1 1-16,0-1 3 0,0-3 2 0,0 1 0 16,0-5 20-16,0-4-2 0,0-2 89 0,0-1-59 15,0-3 4-15,0 1-25 0,0-2-14 0,0-3-9 16,0 5 4-16,2-2-6 0,0-1 2 0,0 1 9 15,-2-2-2-15,0 0 3 0,0 0-12 0,0 0 4 16,0-1-6-16,0 1 5 0,0 0-16 0,0 0 7 16,0-2-2-16,0 0 5 0,0 0-6 0,0 0 2 15,0 0-3-15,0 0 2 0,0 0-5 0,0 0 5 0,0 0-8 16,0 0 6-16,0 0-11 0,0 0-4 0,0 0 8 16,2 0-7-16,0 0 14 0,-1 0-11 0,1 0 8 15,2 0-9-15,0 0 15 0,5 0-1 0,4 0-3 16,4 0 1-16,-1 0-4 0,3-2-2 0,0 0 7 15,7 0-4-15,0 2 9 0,1-1-6 0,3 1 0 0,-4 0-1 16,4-2 10-16,3 2-9 0,1 0 4 0,1 0-4 16,0 0 10-16,0 0-5 0,-1 0-3 0,-4 0 1 15,3 0 4-15,-1 0 2 0,-1 0 1 0,1 0-2 16,-1-2-11-16,1 0 11 0,-4-2-2 0,1 1 7 16,-4-1-10-16,2 0-3 0,1 0 0 0,-5 1 0 0,-1 1 0 15,-7 0 5-15,-2 2-5 0,2-2 6 0,-8 2-10 16,-5 0-3-16,2 0 4 0,-1 0-4 0,1 0-8 15,-2 0-34-15,0 0-19 0,-2 0-6 0,0 0-91 0,-2 0-126 16,0 0-8-16</inkml:trace>
  <inkml:trace contextRef="#ctx0" brushRef="#br0" timeOffset="311.05">6387 8329 496 0,'0'-2'40'0,"-1"0"68"0,-1 0-25 0,0 0-18 0,0-2 8 16,0 1-16-16,0-1-13 0,0 0-19 0,1 1 1 16,-1-1-7-16,0 0 5 0,0 0-15 0,0 1 3 15,2-1-8-15,0 2 7 0,0 0 0 0,0 0-1 16,2 1 0-16,0-1-10 0,2 0 6 0,10-6-2 16,7 1 2-16,3 1-7 0,-2 3 1 0,1 1 5 0,1 2-2 15,-2 0 3-15,8 2-2 0,-6 0-3 0,2 1 3 16,0 3 5-16,-6-1-9 0,6 5 5 0,-7-3-6 15,1 1 1-15,-1 1 8 0,-3 0-6 0,-3-1 7 16,-1-1-5-16,-7-5 15 0,1 13-3 0,-3 0 7 16,9-1-9-16,-3 3 7 0,-4-2-4 0,-1 2 4 15,-4-1-14-15,-4 1 2 0,-5 4-4 0,4 1 2 0,-33-4-7 16,-2 1-6-16,-3 0-7 0,-5-6-8 0,1 3-80 16,1-5-279-16</inkml:trace>
  <inkml:trace contextRef="#ctx0" brushRef="#br0" timeOffset="1123.33">5409 4047 157 0,'0'0'23'0,"0"0"0"0,0 0 11 0,0 0-2 0,0 0-3 16,0 0-6-16,0 0-10 0,0 0 7 0,0 0-5 16,0 0 17-16,-2 0-6 0,0 0 5 0,0 0-2 15,0 0 22-15,1 0 0 0,-3 0 1 0,2 0-1 16,-5 0-5-16,-3 0 2 0,3 0-9 0,1 0 6 15,3 0-18-15,1 0-16 0,-2 0 6 0,0 0-9 16,2 0 15-16,1 0-3 0,-1 0 5 0,2 0-4 0,0 0 1 16,2 0-3-16,1 0 1 0,10 0 0 0,17-4 5 15,2 1-8-15,3-5 1 0,6-1-3 0,1 1 0 16,3-1-3-16,7 0-2 0,2 1 2 0,0 1-4 0,3 0-8 16,-5-1 2-16,-2 3-4 0,-1-1 7 0,-5 0-6 15,-3 3 3-15,-9-1-3 0,-5 0 2 0,-6 2-1 16,-1 1 1-16,-3-1-1 0,-2 0 6 0,-2 2-5 15,-4 0 0-15,-1 0-1 0,-3 0-11 0,-3 0 0 16,2 0-14-16,-1 0 3 0,1 0-66 0,-2 0-99 16,0 0-17-16</inkml:trace>
  <inkml:trace contextRef="#ctx0" brushRef="#br0" timeOffset="1573.79">6159 3566 412 0,'0'0'33'15,"0"0"-7"-15,-2-2 15 0,0 0 13 0,0 0-17 16,1 1-10-16,-1-1 6 0,0 0-6 0,0 0 7 0,0 0-3 15,0 0 15-15,0 0-1 0,1 1 7 0,-1-1 6 16,0 0-19-16,0 0 3 0,2 0-10 0,0 0-9 0,0 1-12 16,2-1 4-16,0 0-6 0,0 0-1 0,1 0-1 15,8-3-5-15,6-1 3 0,4 0-8 0,-3 3 9 16,3 1-3-16,-1 2 5 0,0 0-11 0,-1 2 2 16,0 0-3-16,-1 1 3 0,1 1-2 0,-1 2 0 15,1-1 3-15,-1 3-2 0,1-1 12 0,3 4-8 16,-5-2-2-16,2 2-1 0,-6-1-6 0,-4-3 7 15,6 4 4-15,-6 6-1 0,2 0-6 0,-2 1 3 16,1-3 3-16,-3 4 3 0,1 3 7 0,-7-2-9 0,14 3 3 16,-6-1-2-16,-5-5 16 0,-4 1-7 0,-2-3 1 15,-1-4-3-15,-5 2-2 0,-5-2-2 0,-18 2-2 16,-6-1 0-16,-1-3 1 0,-2 0-9 0,-3-1 3 16,-4 1-6-16,3 4-12 0,-1 0-46 0,1 2-14 15,-5 0-14-15,1-1-89 0</inkml:trace>
  <inkml:trace contextRef="#ctx0" brushRef="#br0" timeOffset="3155.86">5803 5746 142 0,'0'0'26'0,"0"0"39"0,0-2-24 0,0 0-20 16,0 0 6-16,0 0-10 0,0 1 8 0,0-1-6 16,0 0-2-16,0 0-1 0,1 0-11 0,1 0 4 0,0 0-1 15,0 1 4-15,0-1 10 0,0 0 5 0,-2 0-2 16,0 0 1-16,0 0-9 0,0 2-9 0,0 0 6 15,0 0-4-15,0 0 18 0,0 0-10 0,0 0-2 16,0 0-2-16,0 2-6 0,0 0 11 0,0 0-3 0,0 2 4 16,0 1-19-16,-2 14-1 0,0 1-1 0,-2 2 0 15,1 3 9-15,-1-1-1 0,-2 5 5 0,1 5-4 16,1 1 8-16,0 0 0 0,1 4-3 0,-3 0 2 16,-1 2 2-16,-1 0-7 0,1-4 6 0,-1-2-6 15,1 1 9-15,1-5-13 0,1 1 3 0,1-6-5 16,0-2 5-16,1-2-5 0,-1-7 4 0,0 0-5 15,0-2 12-15,3-4-13 0,-1 1 5 0,0-1-7 0,2-4 1 16,0-1-1-16,0 0 4 0,0-2-3 0,0 0-1 16,0 1-11-16,0 1-6 0,0 0 0 0,0-1-27 15,0-1-37-15,0 0 4 0,0 0-14 0,0 0-2 0</inkml:trace>
  <inkml:trace contextRef="#ctx0" brushRef="#br0" timeOffset="3646.86">5723 5846 632 0,'0'-2'14'0,"0"0"0"0,0 1 29 0,0-3-12 16,0 2 11-16,0-5-30 0,0 3-8 0,0-2 7 15,0 1-6-15,2-1 0 0,-1 1-1 0,3-1-9 0,2 0 6 16,14-1-4-16,4 1 13 0,2-1 3 0,6 0 4 15,1-3 16-15,3 1 2 0,1 0 0 0,-10-1-1 16,3 5-9-16,-4 3-18 0,-4-13 3 0,-3 6-7 16,-4 5 10-16,-2 2 7 0,-4 2 1 0,-1 0 1 15,-3 0-6-15,3 2-2 0,-5 0-4 0,-1-2 3 16,2 4-7-16,1 5 10 0,3 6-2 0,-4 0 4 16,-3 1-5-16,-1-3-5 0,0 2 5 0,-3-2-5 0,-3 0 4 15,-1 0 4-15,-4 2-6 0,5-2 5 0,-14 0-12 16,-6 0 7-16,-2-2-4 0,4-1 5 0,-2 1-9 15,5-2 8-15,3 0-7 0,-3 1 5 0,5-5-8 0,3 3-4 16,0-1 11-16,1 0-7 0,1 3 7 0,4-1-4 16,-2 0-5-16,3 1 3 0,0-3 4 0,5-1-11 15,-9 7 8-15,5-4-8 0,-1 4 7 0,2 2 2 16,3-2 0-16,1 1 0 0,1 3-4 0,3-4 1 16,2 2-4-16,1 0 5 0,-1-6 3 0,3 6-2 15,-2-6-3-15,1 8-1 0,10-4-5 0,-5-2 8 16,8 6 3-16,-4-6-1 0,-3 4-7 0,3-2 5 15,-8-4-1-15,4 0 2 0,-3-1-2 0,3 1 1 0,0 0 1 16,-4-1 0-16,4 1-5 0,-4-5-7 0,-1 1-1 16,1-1-4-16,0 2-21 0,2-4-17 0,-1 1-7 15,-3 3-3-15,0-1-22 0,1-1-7 0,1 2-4 16,0-3-2-16,1 1-30 0</inkml:trace>
  <inkml:trace contextRef="#ctx0" brushRef="#br0" timeOffset="4014.96">6300 6342 298 0,'0'-2'61'0,"0"0"133"0,0-2-175 0,0-3-7 15,0 3-3-15,0 2-2 0,0 1-11 0,0-3 0 16,2 0 3-16,0 0-2 0,0 3 6 0,0-1-2 15,-1 0 0-15,-1 0 1 0,0 0 20 0,0 0 4 16,0 2 8-16,2 0-4 0,-2 0 14 0,0 0-6 16,0 2 1-16,0 0-2 0,0 0 9 0,0 0-15 15,0 0 3-15,0 1-9 0,0 1-10 0,0 5 3 16,0 4 3-16,0 2 0 0,0-2-1 0,0 0-14 0,0 0-2 16,0 0-1-16,0 2 10 0,0-2-9 0,0 0 3 15,0-2-5-15,0 2-2 0,0-2 6 0,0 0-4 16,0-1 5-16,0-1-10 0,0 0 3 0,0-1-4 15,0-1 3-15,0 1-7 0,0-5-2 0,0 1-4 16,0-2 0-16,0 2-15 0,0-3-11 0,0 1-4 16,0 2-6-16,0 0-42 0,0-1-92 0,0-1-13 0</inkml:trace>
  <inkml:trace contextRef="#ctx0" brushRef="#br0" timeOffset="4199.64">6339 6097 1115 0,'0'-4'64'15,"0"-3"-74"-15,-2-30 74 0,2 11-37 0,0 9 0 0,0 6-23 16,2 3 3-16,-2 5-9 0,0 1-6 0,4-2-17 16,0 0-9-16,-1 2-5 0,-1 2-62 0,2 0-83 15,-2 0-2-15</inkml:trace>
  <inkml:trace contextRef="#ctx0" brushRef="#br0" timeOffset="4683.42">6434 6385 532 0,'0'0'28'0,"0"-2"-7"0,0 0 47 0,-2 0-7 0,0-2 4 16,0 1-43-16,2 1-8 0,-2-4 4 0,1 1-6 16,1 3-12-16,-2-2 5 0,0 0-12 0,0 2 9 15,0 1-12-15,0-1 19 0,2 2-1 0,0 0 8 16,0 0-5-16,0 2 16 0,0-1-2 0,0 3 7 16,0 0 0-16,0 13-18 0,0-3 3 0,0-1-7 0,0 2 2 15,0 0-6-15,0-2 1 0,0 0-2 0,0-2 8 16,0-1-11-16,0-1 6 0,0-2-7 0,0-1 6 15,0-1-2-15,0 1-1 0,0-2 1 0,0-2 0 0,0-1 6 16,2 3-1-16,0 0 3 0,0 0 4 0,0-3-5 16,1 1-2-16,1 0 0 0,5-2-6 0,6 0 1 15,-2-4-1-15,0-1 0 0,4-4 1 0,0-3-10 16,-2 1 3-16,-1 4-5 0,-1-12 4 0,2 1 3 16,2-5 0-16,1 5 0 0,1-1-7 0,-8-3 3 15,2 9-3-15,-2-4 5 0,-5 2 10 0,1 8-8 16,-1-2 2-16,-2 7-5 0,1-2-3 0,4-1 8 15,-3 3-2-15,-2 2 5 0,-1 0-9 0,1 0 8 16,0 2-2-16,0 1 7 0,3 10 1 0,0 10-4 0,-3-3 3 16,-2 0-4-16,0 3 5 0,0-7-5 0,-2 1 3 15,2-2-3-15,-2-2 0 0,0 0 1 0,1 0-2 16,1-4 2-16,0 1-2 0,2-3 0 0,0 0 0 16,-1-1-1-16,5 0-12 0,10-3-6 0,3 1-10 0,-3-2 0 15,3 13-48-15,1-4-64 0,0-4-52 0</inkml:trace>
  <inkml:trace contextRef="#ctx0" brushRef="#br0" timeOffset="6383.86">9056 9363 68 0,'0'0'0'0,"0"0"0"15,0 0-5-15,0 0-3 0,0 0-1 0,1 0 0 0,1 0 4 16,0 0 11-16,0 0-6 0,0-2 5 0,0 0-9 16,0 0 18-16,-1 0 9 0,1 0 4 0,0 1 22 15,0-3 19-15,2-5-11 0,-1-6 13 0,1 0-18 0,0-2-1 16,0 0 0-16,-3-3-1 0,1 2-4 0,0 1-15 16,0-4 5-16,-2 7-8 0,0-3 5 0,2 2-11 15,0 0 3-15,0 4-5 0,-1 0 10 0,1 2 7 16,-2 1 7-16,0 1-3 0,0 1 8 0,0 2-12 15,0-1 3-15,0 1-5 0,0 2 4 0,0-1-15 16,2-1-8-16,0 0-1 0,0 0-19 0,0 3 11 16,-1-1-5-16,1 0 7 0,0 2-19 0,0 2 16 0,0 0-7 15,0 7 10-15,1 22-5 0,-1 7 2 0,-2 2 5 16,0 7-5-16,-3 3 0 0,-3-2 7 0,-1 6-10 16,1-4 9-16,-3 2-7 0,1-2-1 0,3-5 10 15,-3-8-8-15,3-2 1 0,-1-5-2 0,-1-2-2 0,1-4 1 16,3-4 0-16,-3 1-3 0,0-3 0 0,3-3-1 15,-1-2-8-15,2-3 0 0,0-1 0 0,2-5-1 16,0-3-7-16,-2 3-26 0,1 0-4 0,1-2-7 16,0 0-16-16,0-2-8 0,0 0 11 0,0-2-4 15,0-2 43-15,-2-16 9 0,-2-8 3 0,2-2 1 16,0-2 5-16,0-1 10 0,-1-10-7 0,-3-1 9 16,1-3-2-16,-1-1-1 0,0 2 8 0,-1-1-7 15,1 4-1-15,1 4 14 0,-3 2-1 0,3 4 8 0,1 1 9 16,4 6 2-16,0 0-6 0,2 4 5 0,2 0-12 15,1 1-7-15,3 1 5 0,1 1-4 0,0 3 23 16,-3 1-11-16,20 4 6 0,2 0-8 0,0-1 5 0,-4 3 0 16,5-2 2-16,3 4-2 0,1-1-4 0,3 3-4 15,-1 1-5-15,-4 2 3 0,1-17-11 0,-4 12 2 16,-2 5-3-16,-4 2 2 0,-1 4 5 0,-7 1-10 16,1 3 5-16,-4-1-7 0,-3-1 10 0,-4 14-6 15,-3 3 7-15,14 1-6 0,-5 0 4 0,-7 4-2 16,-5 0-3-16,-3-2 2 0,-6 1-8 0,-2-2 7 15,-4 1-4-15,11-2 7 0,-16 2-1 0,0-4-1 0,-2 0-1 16,0-1-2-16,-2-3-2 0,5 3 6 16,-1-5 0-16,0 1 2 0,-3-4-6 0,1-2-5 0,-5 0 0 15,8 0-1-15,-1 2 12 0,3-3-4 0,6-1 0 16,-1 2-3-16,4-2-6 0,7 6 9 0,-7-4-6 16,5-3 6-16,3-3-2 0,0-1 0 0,-2 2 7 0,1 1-5 15,3-3 3-15,0 3-3 0,1 1 0 0,-1-6 0 16,6 5 0-16,9-1-2 0,5-1 0 0,2 4 0 15,3-5 1-15,-9 4-3 0,7 3 1 0,-7-6-2 16,-1 5-2-16,-2-3-9 0,2 2 2 0,-2 4-4 16,-2-3 2-16,0 3-29 0,-1-2-11 0,1 0-13 15,-4 0-97-15,1 0-69 0,1 0-7 0</inkml:trace>
  <inkml:trace contextRef="#ctx0" brushRef="#br0" timeOffset="6672.13">9648 9721 610 0,'0'-2'68'0,"0"0"5"0,0 1-12 16,0-3-10-16,-4-9-17 0,0 2 4 0,3 3-18 16,1 3-8-16,0 1-2 0,0 0-15 0,0 1 14 15,0 1 1-15,0 0 6 0,0 0 18 0,1 0 0 0,1 2 6 16,0 2-4-16,2 0 1 0,0 2-18 15,9 14 4-15,-2 6-8 0,0 4 3 0,-2 0-4 0,-3 0 4 16,1 3-3-16,-3-1-2 0,0-2-9 0,-1 0-2 16,-1-2-1-16,0-2-1 0,0-4 4 0,0 1-1 0,0-5 1 15,1 1-10-15,-1-8-6 0,0-1-19 0,0-3 3 16,0-1-84-16,0 0-75 0,-1-2-44 0</inkml:trace>
  <inkml:trace contextRef="#ctx0" brushRef="#br0" timeOffset="6829.03">9796 9342 1368 0,'0'-2'31'0,"0"1"-6"0,-3-11 11 16,-3-8 1-16,2 9-13 0,2 3-27 16,2 5-14-16,-1-1 3 0,-1 0-6 0,0 2-2 0,2 1-87 15,0 1 1-15,0 0-36 0,0 0-64 0,0 1-121 16</inkml:trace>
  <inkml:trace contextRef="#ctx0" brushRef="#br0" timeOffset="7226.6">10019 9773 708 0,'0'0'27'0,"0"0"-3"0,0 0 26 0,0 0 1 16,0 0-3-16,0-2-10 0,0 2-21 0,0 0 1 15,0 0-7-15,0 0 12 0,0 0-2 0,-2 0 0 0,0 2-2 16,1 2-7-16,-1 1-6 0,-6 18 3 0,-1-1-4 16,2-2-2-16,-1 1 3 0,3-3 3 0,-1 3-1 15,2-5 4-15,1-1-1 0,1-4-6 0,2-3 6 16,0-3-4-16,0 1 11 0,0-2-1 0,0-1 5 16,0 1 13-16,0 0 31 0,0 0-13 0,0-3 13 15,0 1-53-15,0 0 4 0,0-2-9 0,0 0 7 0,0-2-8 16,2 0-5-16,-1-1 4 0,1-3-5 0,8-12-1 15,1-1-3-15,2-3-1 0,-2 1-1 0,4-1-6 16,0 0 13-16,-14 1-3 0,16 1 4 0,0 3-11 16,0 2 7-16,-3 2-4 0,-1 4 4 0,0-2 0 0,0 9 3 15,-1 0 0-15,-1 0 1 0,2-7-5 0,-4 4 0 16,4-1 4-16,-4 6 0 0,1 0 6 0,-1 2 10 16,-5 0-6-16,-1 5 8 0,-1 17-10 0,2 2-11 15,0 2 5-15,-1-2-5 0,5 2 9 0,-1-4-4 16,1 2-4-16,5-2 1 0,-2-2-5 0,2-1-1 15,0-1 4-15,0-3-3 0,3-2-5 0,3-2-66 16,-1-4-12-16,3-1-27 0,-3-5-141 0</inkml:trace>
  <inkml:trace contextRef="#ctx0" brushRef="#br0" timeOffset="7648.94">10777 9508 1004 0,'0'-2'51'0,"0"0"-49"15,0-2 61-15,-2 0-26 0,0 1-2 0,0-1-21 16,0 0-1-16,2 2-7 0,0 1-3 0,2-1-3 16,0 0 0-16,5-2 0 0,25-5 1 0,3 1-4 15,4 3 2-15,6 1-2 0,1-3 13 0,6 3 17 16,4-2-2-16,0 1 5 0,-1-1-17 0,-1 3-3 0,-6-1-9 15,-9 0 6-15,-3 4 0 0,-7 0-7 0,-4 0 3 16,-3 4-5-16,-2-2 1 0,-3 0-1 0,0-1 4 16,-4 1-3-16,-2 0-4 0,-2 0 4 0,2 0-11 15,-5-2 7-15,-1 0-22 0,-1 2-50 0,0 0-12 0,0-1-19 16,-3 1-91-16,1 0-77 0</inkml:trace>
  <inkml:trace contextRef="#ctx0" brushRef="#br0" timeOffset="7825.28">10840 9699 1043 0,'0'0'53'0,"0"0"-7"15,0 0 10-15,0-2 4 0,0 2-22 0,0 0-31 16,0 0 6-16,2 0-8 0,0 0 9 0,9 0 3 0,20-2-3 16,6-2 0-16,10-1-3 0,10 1-3 0,16 0-7 15,10 1 4-15,12 1-6 0,-4 0-16 0,-6 2-63 16,3-2-37-16,-5 2-37 0,10 6-395 0</inkml:trace>
  <inkml:trace contextRef="#ctx0" brushRef="#br0" timeOffset="15533.09">12520 3683 64 0,'0'-2'0'0,"0"0"4"0,-2 0 40 0,0-1-1 15,1-3 7-15,-5-12-16 0,2-1-1 0,1-1-15 16,1 3 3-16,-2 0-3 0,2 0 2 0,-2 1-3 0,1-3-4 16,-1 3 2-16,0-1-7 0,1 0-7 0,-1 4 2 15,-2 0-3-15,1 2 5 0,-1 2 6 0,1 1-2 16,-1-1 3-16,-11 3-10 0,1 1 3 0,-5 1 0 15,-1 2 1-15,-6-16 2 0,-4 5-4 0,-3 3 0 16,-4 5-1-16,-5 3 5 0,-3 2-4 0,-7 4 0 16,4 1-3-16,2 3-4 0,-4 1 3 0,6 0 1 0,-3 2 1 15,3 2 0-15,5 0 6 0,0 2 2 0,6-2 1 16,0 2 10-16,5 0-1 0,-2 2 2 0,3-1 0 16,-3 3 10-16,-1-15-7 0,-3 18 3 0,5 6-5 15,3 1-7-15,0 3 3 0,8 3-9 0,-4-1 6 16,1 1-13-16,-1 0 3 0,2-1 1 0,5-5 0 0,0 1-7 15,6-2 5-15,0-2 0 0,4 0 0 0,-1 0-10 16,3 0 6-16,-12 0-5 0,4 0 6 0,4 2-3 16,5 2 1-16,4-1 0 0,2 1 0 0,5 1-3 0,3 1-1 15,4 3 4-15,7 2-1 0,-3-3 2 0,-16-3-7 16,21 3 2-16,6-4-4 0,7 3 5 0,1-1 5 16,2-3 0-16,-4-3 3 0,0 0-1 0,1-7 6 15,1-6-4-15,0-2 6 0,0-2 0 0,6-3 1 16,1 3-3-16,1-5 2 0,5 0-3 0,-2 1-7 15,4 21 1-15,0-11-3 0,-4-8-4 0,1-5 3 16,-1-2 5-16,-7-3-3 0,2-3 1 0,-1-3 11 16,-8-2-11-16,5-6 11 0,-4-2-13 0,-2 16-1 15,4-27 1-15,-5 2-1 0,1-4 2 0,3 1 7 0,-3-4-4 16,4 3 4-16,-3-1-1 0,-3 1-7 0,-1 0 9 16,-4 1-9-16,4 3 9 0,-8-2-3 0,0-1-6 15,-7-1 2-15,-4 1-1 0,4 1 1 0,-6 0 4 0,1 1-3 16,-8-5-1-16,18-3 1 0,-13-2-1 0,-7-6 1 15,-5-3-4-15,-8 0-3 0,-6-2 3 0,-3 0 0 16,20 7 10-16,-29 2-5 0,-5 8-3 0,-3 7-1 16,-3 3-17-16,3 10 3 0,-2 6-8 0,0 5 4 15,-2-20-28-15,0 16-23 0,-1 10 1 0,-8 16-11 16,0-12-15-16,-7 46-80 0</inkml:trace>
  <inkml:trace contextRef="#ctx0" brushRef="#br0" timeOffset="16343.04">12546 5640 111 0,'-2'0'66'0,"0"-2"-11"16,-18-3 3-16,-15-5 16 0,-2 5-36 0,-1 3-14 0,-1 2 8 15,-3 5-12-15,-3 5 8 0,-9 3-25 0,-1 5 12 16,1-1-5-16,-6 3 7 0,5 3-11 0,-1-1 6 15,6 0 6-15,7 1-2 0,6-20 3 0,7 23 7 16,2 2-13-16,4 4 9 0,4-3-15 0,3 5 3 16,4 1-2-16,2 4 1 0,4 0-8 0,-1 6 6 15,4-1-2-15,-1 4 1 0,-19 1-10 0,11-5 4 16,7 1-6-16,6-6 5 0,4 2-13 0,2-2 9 16,1 0 4-16,4 2-1 0,2-1 0 0,2 5 5 0,5 0-4 15,3 1 4-15,1 4-6 0,2 0 12 0,-19 4-1 16,30-4 5-16,12 0-7 0,4-9 18 0,-1-6-9 15,6-3 11-15,-2-6-13 0,1-4 0 0,3-3 2 16,-6-4-1-16,-1-10-2 0,-1 3 0 0,2-5-1 0,4-1 1 16,-1 2-1-16,6 24 2 0,2-13-4 0,-3-10 2 15,5-3-12-15,-2-2 5 0,-6-4-1 0,0-3 5 16,-10-4 1-16,-7-2 2 0,-1-4-2 0,-4-1 1 16,2 16-9-16,-2-28-1 0,-1 2 1 0,-1-2-1 15,2-5 13-15,-2 2-11 0,1-4 3 0,-5-1-5 16,-3 3 2-16,-6 0 2 0,4 1 3 0,-9 3-1 15,-4-1 6-15,0 1-1 0,-7-3-1 0,1 3 0 0,1-1 0 16,-5 1-3-16,-1-3 1 0,18 1-3 0,-7-4-5 16,-5-4 1-16,-8-7 1 0,-2-4 3 0,-5-4 14 0,-6-4-13 15,-4 5 7-15,-3-1-8 0,-5 2 3 0,24 8-6 16,-29 1 3-16,-5 6-2 0,-1 2 9 0,7 4-10 16,-5 1-3-16,1 6-1 0,1 4-6 0,-3 3-29 15,-2 4-12-15,0 6-13 0,-6 4-82 0,-11-21-26 16,-9 14-50-16</inkml:trace>
  <inkml:trace contextRef="#ctx0" brushRef="#br0" timeOffset="17655.55">12880 8926 51 0,'0'0'32'0,"0"0"-5"15,0 0 24-15,0-1 4 0,0-1-7 0,0 0-3 16,-1 0 12-16,1 0-13 0,0 0 11 0,0 0-18 15,0 1-16-15,0-1 1 0,0 0-8 0,0 2 1 0,0 0 13 16,0 0 10-16,0 0-4 0,0 0-9 0,0 0-23 16,0 2-5-16,0 0-1 0,0 1 13 0,0 12 1 15,0 11 0-15,0 4-1 0,0 0-3 0,0 3-2 16,0 0 5-16,0 1-5 0,0 1-4 0,0-3 4 16,1 1-2-16,1-5 4 0,0 0 6 0,2 0-3 15,0-1 5-15,1 1-2 0,-1-2 19 0,0-5-10 0,1-3 1 16,-1-1-4-16,0 0-9 0,-1-4 5 0,1 2-9 15,-2-6 7-15,0-2-13 0,-1 1 6 0,-1-5 5 16,2 1-1-16,0 0 5 0,0 0-4 0,-2-3 2 16,0 1-1-16,0-2 4 0,-2 0-13 0,0-2 7 15,0 1-7-15,-3-11 19 0,-4-15-9 0,-1-9-2 0,3-1 0 16,1 0-4-16,3 0 2 0,-1-2-1 0,4 2 1 16,0 0-5-16,2 1 3 0,2 3 2 0,3-2 1 15,4 1 9-15,2 3-3 0,4-1-4 0,3-1 3 16,-11 1 0-16,19-1-1 0,0 1-1 0,4 4-1 15,-3 2-11-15,-3 10 0 0,-1-1 3 0,-3 8-3 0,-4 5 0 16,3 0 1-16,-3-9-2 0,-1 6 1 0,-2 3-10 16,-4 4-23-16,-2 0 4 0,-1 2-10 0,-3 0-9 15,-3-2-64-15,0 16-16 0,0 5-22 0,0-1-114 16</inkml:trace>
  <inkml:trace contextRef="#ctx0" brushRef="#br0" timeOffset="18155.56">13354 9229 459 0,'0'-2'29'0,"0"0"-4"0,0 1 9 0,-2-1 2 15,0-2-10-15,0 0-6 0,0 1-12 0,1-1 3 16,1 0-7-16,-2 2 5 0,2 0-10 0,0 1 3 0,0-1-3 15,0 2 12-15,0 0-6 0,-2 2-1 0,0-1-2 16,2 3 3-16,-6 20 22 0,-1 6-7 0,1 0 12 16,1 3-3-16,1-1-5 0,2-5 8 0,0-2-8 15,1 1 7-15,-1-6-11 0,2 0 0 0,0 3-5 16,0-10-3-16,0 0-4 0,0 0 3 0,0-6-3 16,0 1 4-16,0-5 4 0,0 1-5 0,0 0 6 15,0-1 3-15,0-1-11 0,2 0 9 0,-1 0-11 0,1 0 3 16,0-2-5-16,2 0-3 0,3-4 0 0,14-5-12 15,1-2 14-15,0 0-9 0,-3 1 11 0,3-1-10 16,6-2 1-16,-2 0 6 0,4 0-2 0,-6 2 6 16,0 2-7-16,4-1-5 0,-2 3 1 0,0 1 2 0,-2 3 3 15,-4 1-1-15,-1 2 1 0,-10 0-5 0,6 2 2 16,-4 0 2-16,-5-1 0 0,5 5 3 0,-9-6-1 16,0 4-1-16,7 9-1 0,-5-4 0 0,-1 6 7 15,-3-2-1-15,-5 5 1 0,-6 3 0 0,-6-3-6 16,-22 5 4-16,-6-7-4 0,-1 1 12 0,1-2-4 15,-3-4-1-15,4-2-2 0,1-3-3 0,8 1-8 16,5-1 7-16,8 0-6 0,1-3 8 0,6 3-16 16,4-1-5-16,6-1-4 0,-1-2-5 0,2 2-106 0,1-1 3 15,1-1-46-15,0 0-62 0</inkml:trace>
  <inkml:trace contextRef="#ctx0" brushRef="#br0" timeOffset="18461.79">14136 9224 602 0,'-2'0'19'0,"0"-2"-1"0,0 0 10 15,-9-4-6-15,-8-1-1 0,4 1-5 0,6 4 9 16,2 1 7-16,5 1 1 0,-2-2 24 0,0 0-25 16,3 0 4-16,-1 0-12 0,2 0 1 0,2 0 0 15,1 1-3-15,23-12 2 0,8 0-10 0,-1 3-6 16,2 3-3-16,-7 3-2 0,-4 2-8 0,2 2 2 16,-3 0 3-16,1 0 0 0,0 2-1 0,-9 0-12 15,5 0 1-15,-12-2-5 0,5 4-5 0,1-1-2 0,-1-1-4 16,0 0-1-16,-3 0-47 0,1 0-55 0,-6-2 0 15,3 0-15-15,-4 0-1 0</inkml:trace>
  <inkml:trace contextRef="#ctx0" brushRef="#br0" timeOffset="18728.87">14236 8984 358 0,'0'-2'33'16,"0"0"6"-16,0 0 6 0,0 1-26 0,0-3 8 15,0 0-17-15,0 0-13 0,2 1 3 0,-1-1-5 16,1 0 10-16,0 1-7 0,0 1 6 0,0 0-8 16,0 0 4-16,0 0 0 0,1 0 3 0,1 2 2 0,-2 0 13 15,0 0-3-15,0 2 3 0,-1 0-4 0,1 2 5 16,8 14-7-16,-3 3 8 0,-1 3-8 0,1 2-1 16,0 0 4-16,1 0-9 0,1 2 9 0,-1 0 4 0,-1-2-5 15,0 0 8-15,1-4-7 0,3 6 4 0,-2-6-9 16,1 0-5-16,-3 2 1 0,-1-5-7 0,1 3 6 15,0-3-5-15,1-3 5 0,-3-1-5 0,3 2-18 16,-3 0 4-16,1-1-19 0,0 3-103 0</inkml:trace>
  <inkml:trace contextRef="#ctx0" brushRef="#br0" timeOffset="19460.02">14982 8908 125 0,'0'0'62'0,"0"-2"1"0,-2 0 30 16,0-2-23-16,1-1 1 0,-5-6-43 0,4 7-16 15,-3-5-1-15,5 7-5 0,0 0 3 0,-2-2-16 16,0 1 13-16,0 1-15 0,2 0 7 0,0 0 4 16,0 0-8-16,0 2 8 0,0 0-8 0,0 2 13 15,0 2-5-15,0 5 7 0,2 15-8 0,0 4 2 16,0 0 0-16,-2 3 0 0,0 1 6 0,0 1-1 15,0 3 10-15,0-1-9 0,0-2 1 0,0-1 9 16,0 0-12-16,-2-5 12 0,0-1-11 0,-2-5 6 16,0-3 4-16,1-3-1 0,-1-4 8 0,0-1 9 0,2-5-8 15,2-3 8-15,0 0-11 0,-3 2 2 0,-1-3 5 16,2-1-4-16,-7 2 1 0,-2-2-7 0,1-3-2 16,3-3-1-16,0-13 0 0,3-8-6 0,2-1 1 15,-17-2-4-15,8 0-8 0,4-1 6 0,3 1-5 0,2 0 5 16,2 1-5-16,2 1 0 0,2 2 5 0,0 0-3 15,1 2-1-15,3 1 7 0,1 1-8 0,0 4 8 16,2 1-12-16,-7 2 4 0,22 4 5 0,0 0 0 16,4 0 3-16,-1 1-5 0,-3 5-3 0,6 3 1 15,-6-15 3-15,-2 8-6 0,2 5 0 0,-9 4-2 16,0 2 6-16,1 4-4 0,-5-1 2 0,2 4-4 16,-4-1-6-16,-9 10 16 0,0 1-6 0,11 0 9 0,-6-1-14 15,-3 1 4-15,-4 1 0 0,0-1 3 0,-4-1-1 16,-3 1 7-16,-4-1-9 0,0-1 7 0,3 0-7 15,-7-2-2-15,2-2 6 0,-2-2-4 0,8 0 3 0,-4 0 2 16,0 0-3-16,1 0 2 0,3-1-1 0,3-1-6 16,-3 0 6-16,-1 2-7 0,3-1 4 0,-1 1-2 15,3-4 2-15,-1 3-1 0,2 1 1 0,2-4 6 16,0 1-10-16,2 3 10 0,0-4-1 0,3 6-5 16,1-4 5-16,-2-3-6 0,5 3 3 0,9-3 1 15,3 3 2-15,-3 4-3 0,1-7 1 0,-2 3-14 16,-2-2 1-16,5 3-8 0,-1-3-8 0,-1 2-31 15,1-1-68-15,-3-5 11 0,3 3-216 0</inkml:trace>
  <inkml:trace contextRef="#ctx0" brushRef="#br0" timeOffset="19960.29">15712 9307 380 0,'-2'0'195'0,"0"-2"-248"0,0 0 220 0,-1 0-120 16,-1 1-43-16,0-1-8 0,0 2 4 0,1 0-5 16,-1 2 10-16,0-1-5 0,2 3 2 0,-9 18-3 0,6 3-10 15,1 4 10-15,4-3-3 0,0-3 5 0,2 1 5 16,2 0 10-16,-1 0 1 0,3 0 2 0,-1-3 3 16,1-1-5-16,0-5 3 0,-3-2-4 0,1-2-7 0,-2-2 3 15,0 1-8-15,-2-5 7 0,2 3-5 0,-2-3 2 16,0-3-2-16,0 0 1 0,0 2-13 0,0-1-6 15,0-1 0-15,0 0-2 0,0 0 0 0,0-2-10 16,0 0-10-16,0-2-5 0,0-2-81 0,0-3 31 16,0-17-27-16,0 0 33 0,1-1 7 0,3-1 47 15,0 4 10-15,0-4 6 0,-1 4 9 0,1 0 1 16,0 3 2-16,-1 4 2 0,1 0 50 0,-2 6 3 16,2 0 6-16,-2 3-6 0,-1 2-16 0,1 1-9 0,0-1 3 15,0 0-4-15,0 2 11 0,0 1 6 0,0 1-4 16,-1 0 5-16,1 1-5 0,0 1-13 0,0 2 10 15,2 5-11-15,5 14 14 0,-2-7-8 0,1 1-5 16,3 3 2-16,-4-5-3 0,1-2-4 0,1 2 7 16,0 0-7-16,1 0-9 0,1 2 5 0,-2-3-12 0,2 1 9 15,-1-2-16-15,-3-2 6 0,2 2-2 0,-1-1 2 16,-1 1-6-16,1-2-7 0,-3 0 0 0,-1-2-3 16,0-1-15-16,-3-3-4 0,-1-3-9 0,0 0-3 15,0 2-84-15,-1-1-1 0,-1-1-10 0,0 0 11 16,0-2-2-16</inkml:trace>
  <inkml:trace contextRef="#ctx0" brushRef="#br0" timeOffset="20104.13">15476 9327 599 0,'0'-1'78'0,"-2"-1"-6"0,0-2 1 16,2 2 14-16,-3-7-35 0,-1 1 6 0,2 3-41 15,2 3 5-15,0-2-17 0,0 2-3 0,0-1-3 16,2-3-3-16,0 2 2 0,11-1 6 0,18-1-4 15,5 1-3-15,-1-3-4 0,6 5-14 0,-6-1-31 16,2 2 0-16,2 0-25 0,-2-20-158 0</inkml:trace>
  <inkml:trace contextRef="#ctx0" brushRef="#br0" timeOffset="20461.89">15981 8887 717 0,'-2'-1'67'0,"-7"-14"147"15,-8-11-201-15,8 9-10 0,0 2-1 0,3 6-4 16,4 3-14-16,0 3 1 0,1-1-2 0,-1 0 2 16,2 0-4-16,0 3 12 0,2-1-5 0,-1 0 8 15,3 0-3-15,7-2 7 0,8-1 0 0,7 1 3 0,0 4 12 16,2 0 9-16,3 2 2 0,-1 3 2 0,1 1 6 15,3 3-1-15,3 2-9 0,2 2 5 0,4 4-19 16,-1 2-3-16,3 3-3 0,3-20-1 0,-5 29-5 0,0 3 4 16,1 7 0-16,-14 1 2 0,0 7 1 0,-4 5-6 15,-8 5 4-15,3 2-4 0,-5 8 9 0,-1-2-5 16,-4 0 3-16,-5-2-3 0,1-10 10 0,19-5-1 16,-15-7 0-16,-9-4 0 0,-5-2-2 0,-3-3 2 15,-5-1 1-15,-2-1 0 0,-6-1 1 0,3 1-15 16,-29-1-6-16,-7 1-5 0,-4 1-29 0,-7 1-40 0,-4 1-33 15,-5-2-13-15,-4 8-204 0</inkml:trace>
  <inkml:trace contextRef="#ctx0" brushRef="#br0" timeOffset="20957.82">12834 8433 243 0,'-2'0'33'0,"-2"0"-2"0,-29 0-12 16,-4 1 1-16,0 7-15 0,7 1 0 0,-2 4-11 0,1 4 5 15,1-13-7-15,0 22 18 0,1 1-8 0,1 3 5 16,4 0-7-16,0 0-7 0,3-1 14 0,4 1 0 15,3-6 7-15,1-2 18 0,0 4 29 0,3-2-11 16,3 6 13-16,-1 0-47 0,7 3 3 0,-18-1-12 16,6 3 9-16,7 4-7 0,6 2-8 0,2 5 13 0,6 5-10 15,5 4 12-15,2 5-5 0,1-3-3 0,5 4 1 16,1 1-9-16,4-1 7 0,0-2-3 0,-20-7 5 16,29-5 0-16,6-8 4 0,1-6-2 0,10-1 2 15,2-4-1-15,0-2-9 0,6-6-3 0,-5-3-2 16,6-2-20-16</inkml:trace>
  <inkml:trace contextRef="#ctx0" brushRef="#br0" timeOffset="22310.29">14019 3455 270 0,'-2'-2'64'0,"-13"-19"138"0,7-8-168 0,-14 5-4 15,0 1-1-15,0 3-2 0,-1 1-12 0,3 4-5 0,-4-3 4 16,-4-1-5-16,6 3-4 0,-4-3 4 0,1 0-7 15,5-3 7-15,-4 0 2 0,0 0-1 0,-4-4 1 16,-6-6-3-16,8 6-11 0,4-2 7 0,-4-5-2 16,8 9 5-16,-12-6-4 0,0 2 1 0,-3 2-5 0,3-2 2 15,0 0-3-15,1 8 3 0,1 1 3 0,-2 1-1 16,-3 3-6-16,1-2 2 0,-3 1-1 0,0 1 2 16,-1 4-2-16,1-2-3 0,-8 1 0 0,-3 1 1 15,-2 0 7-15,-1-2-2 0,3 0-1 0,1 2-1 16,-5 0 3-16,2 2 1 0,0 1-2 0,5 1-1 15,0-1-9-15,4 6 6 0,-2 1 4 0,1-22 0 16,-1 10 0-16,0 8 0 0,-2 3-3 0,-3 2 2 0,-6 4-2 16,-2 1-2-16,-4 3 2 0,3 1-3 0,3 0 5 15,0 2 4-15,3 0-1 0,3 1 1 0,1 1-5 16,5 0 2-16,-1 1-5 0,2 1 4 0,2 0-5 16,1 2 0-16,1 1 5 0,-2-14-2 0,0 24 1 0,2 4-8 15,-4-3 2-15,3 7-2 0,-3 1 17 0,-5 0-13 16,3 4 2-16,-6-1-7 0,7-2 0 0,2-1 4 15,5 0 5-15,3-2-3 0,2 2-2 0,4-1 6 16,-4 4-8-16,6 3 7 0,0 0-13 0,5 5 13 16,1 0-1-16,1 3 2 0,-2 8-13 0,2 2 8 15,2 6-4-15,-2 2 6 0,2-8 0 0,2-3 3 16,-2-3-1-16,6-3 1 0,1 0 0 0,1 4-11 16,3-2 3-16,-2 3-6 0,-24 3 3 0,15 7 10 0,9 1-7 15,4 3 7-15,2 3-13 0,4-5 12 0,-1 1 0 16,5-5 2-16,-1-3-6 0,2-5 10 0,0 4-7 15,0 6 8-15,1 8-12 0,-1 8 3 0,-4 8 3 16,2 2 1-16,1 0 5 0,-3-4-9 0,1-11 6 16,3-6-6-16,0-3 3 0,4-2-5 0,3 0-4 0,3 3 3 15,1 3 7-15,2 1-15 0,4 0 1 0,0-7-5 16,-17-4 7-16,33-5-1 0,-3-4 9 0,11-4-7 16,-5-4 9-16,3 2 5 0,4-1-2 0,-4 1 4 15,0 0-9-15,0 2 6 0,0 2-2 0,2 6 4 16,2 0-8-16,7-1 11 0,8 6-10 0,7-11 10 15,-2-2-17-15,4-5 12 0,-5-8 1 0,-3-3 3 0,1-3-10 16,-2-1 6-16,1 0-2 0,6-4 5 0,4-1 3 16,9 1-4-16,0-3 2 0,4-1-3 0,-4-2 0 15,-5-1 2-15,-4 1-4 0,-4-1 4 0,4 0-1 0,-2-3-6 16,5-1 8-16,3 0-7 0,1-4 6 0,-4 2-2 16,-1-2 0-16,-11-3 0 0,-3 3-1 0,-3-6 6 15,4 3-5-15,7-1 5 0,0-1-6 0,2 25 0 16,0-16 4-16,-3-11-3 0,-3-4 1 0,-5-4-4 15,-4-5-5-15,0-2 5 0,-5-6 10 0,1-3-10 16,6-6 8-16,0 24-8 0,6-32 10 0,-8 1 5 16,-6-2-2-16,-1-1 1 0,-10-3 0 0,3 2 6 15,-7-4-2-15,-6-3 4 0,-3-2-8 0,-3-10 2 0,-2-7 0 16,-2-2-1-16,0-10-9 0,-4 1 6 0,0 5-1 16,0-5 2-16,-1 5-15 0,-1-1 12 0,-3-1-10 15,-2-3 13-15,-2-2-8 0,-8-11-5 0,1-8 8 0,29-3-8 16,-22-1 6-16,-9 10 8 0,-4 4-13 0,-2 5 12 15,-3-4-8-15,-3-5 6 0,-3-6 2 0,0-12-1 16,-2-3 3-16,-4 4-3 0,-3 4 5 0,-1 9-3 16,-3 6 10-16,-2-4 2 0,-4-3-6 0,-3-5 3 15,28-7-5-15,-38 8 4 0,-7 3-1 0,-10 10 0 16,5 9-8-16,-14 1-8 0,0 7-5 0,-1-5-3 16,-5-1-30-16,8-2-37 0,-1 5-13 0,-1 12-11 0,-5 7-70 15</inkml:trace>
  <inkml:trace contextRef="#ctx0" brushRef="#br0" timeOffset="23349.94">9585 4504 438 0,'-2'-2'35'0,"-2"-2"5"0,-14-18 21 15,-7-6-30-15,3 6 13 0,-2-1-40 0,0 7 6 16,-4-1-3-16,2 4 2 0,2 4-9 0,-2-2 1 16,-2 1 6-16,0 3-3 0,-3-1-2 0,-1 5 5 15,-1-5-7-15,-10 5 5 0,4-1 0 0,-4 2-6 16,2 0 9-16,8-18-8 0,-8 5 3 0,0 7 5 16,2 7-8-16,-3 1 4 0,4 3-11 0,-1 5 6 15,0 1-4-15,-1 4 4 0,2 2-12 0,-1 2 8 0,0 1-6 16,-1 4 5-16,-1-18-11 0,0 24 1 0,-9 7 3 15,2 2-2-15,-3-3 0 0,-6 3 10 0,9-5-3 16,-4-1 7-16,3 3-1 0,5-3 4 0,1 1-2 16,6-4 3-16,2-2-8 0,5 0 6 0,2 0 0 0,4 1 2 15,0-1-11-15,3 4 11 0,-3 2-9 0,4 1 9 16,1 6-14-16,1 9 5 0,3 4 4 0,-6 8-2 16,5 3-3-16,-3 6 8 0,2 1-7 0,4 1 6 15,2-3-15-15,0-6 18 0,-4-3-8 0,8-3 11 16,-2-2-5-16,7 3-3 0,-2-1 9 0,-24 5-7 15,11 0 3-15,10 8 5 0,7 3-5 0,4-1 6 16,1 1-3-16,5-3 9 0,-1-6-8 0,2-3 7 0,4-1-10 16,2-1-6-16,1-1 6 0,6 6-5 0,2 2 10 15,0 2-4-15,4 2-1 0,-28 1-1 0,31 1-5 0,6-2 1 16,2-4 1-16,4-8 2 0,7-5 6 0,7-3 3 16,-1-5-3-16,5-3 4 0,0-4-4 0,0 0 6 15,2-2-5-15,-2-3 5 0,-2 0 2 0,-1-6-5 16,1-2-2-16,4-4-2 0,4 6-7 0,3-5 0 15,4-3 3-15,-1 3 1 0,-1-7 9 0,-7 1-13 16,-4 0 3-16,-6-2-5 0,-3-4 5 0,-2-3-2 16,2 0-1-16,0 20-3 0,2-12-9 0,-1-8 11 15,3-6 0-15,5-4 3 0,-5-7-2 0,3-4 4 0,-7-5-1 16,-6-4 2-16,2 16 6 0,-5-29-6 0,1-2 0 16,-1-4-1-16,-1 1-2 0,1-3 4 0,-1-1 2 15,1-1-2-15,1-1 0 0,3-2 0 0,1-4-5 16,-2-7 3-16,-5-6 1 0,-3-5 0 0,-4-6 3 15,-1 1-3-15,-3 3 0 0,-5 2 7 0,-1 1 0 0,-5 1 4 16,-1 3 2-16,-3-7-3 0,-2-4 0 0,-2-8 0 16,-4-7 5-16,-3-3-7 0,-3 1 0 0,-1 2-3 15,30 4 0-15,-23 6 5 0,-9-3-5 0,-5-7 4 16,-5-1-1-16,-5-12 15 0,-5 2 1 0,-2 5 4 16,-4 5 6-16,-2 10-6 0,-2 6-4 0,-1 4-2 15,29-2-12-15,-34 0-4 0,-1-2-2 0,-5 2-1 0,-3 9-7 16,2 9-46-16,-3 6-20 0,1 13-19 0,3 6-130 15</inkml:trace>
  <inkml:trace contextRef="#ctx0" brushRef="#br0" timeOffset="24752.1">17303 8861 84 0,'0'-1'21'0,"0"-1"-4"0,0-8 33 0,0-12 12 16,0 4-10-16,0 3 3 0,0 4-27 0,0 1 2 15,-2 1-3-15,2 3 0 0,0 3-9 0,0-1-1 16,0 2 0-16,0 0 1 0,0 2 18 0,0 2-9 16,0 2 13-16,-2 24 0 0,1 5-12 0,-3 4 4 0,2 4-8 15,2 0-5-15,0 5-5 0,0 5-3 0,0 2 0 16,4 3 0-16,-1 4-12 0,1 1 10 0,-2-6-11 16,2 7 7-16,-1-5 2 0,1-3-4 0,4-4 4 15,-1-9-5-15,-1-6-2 0,-3-7 1 0,1-2 0 16,0-3 7-16,-2-3-10 0,-1-1 2 0,1-3-2 15,-2 1 7-15,0-4-12 0,0-2-4 0,-2-2-4 0,1-1-13 16,1-4-3-16,-2-1-1 0,0 1-2 0,0 0-23 16,0-2-161-16</inkml:trace>
  <inkml:trace contextRef="#ctx0" brushRef="#br0" timeOffset="25018.19">17725 8837 242 0,'0'-2'61'0,"-2"1"16"16,0-3 40-16,-4-15-54 0,3 1 29 0,-1 3-60 0,4 7-8 16,0 5-5-16,0 1 1 0,0-2-11 0,0 0-5 15,0 3 2-15,0-1-3 0,0 2 5 0,0 2 6 0,2-1-1 16,1 11 3-16,5 15 7 0,-1 5 3 0,1 5 4 16,-3 0-1-16,-1 2 3 0,0 6 5 0,-1 5-5 15,-1 6 3-15,0 3-20 0,-2 4-3 0,-2 2-2 16,-1 6 0-16,1-6-6 0,0-2 2 0,2-9 1 15,0-10-2-15,0-3-5 0,0-9 1 0,0-3 0 0,0-4 1 16,0-3-1-16,0-2-9 0,0-1-2 0,0-2-3 16,0-4-8-16,0-4-79 0,0-4-23 0,0-3-34 15,0 2-220-15</inkml:trace>
  <inkml:trace contextRef="#ctx0" brushRef="#br0" timeOffset="25555.83">18384 8934 504 0,'0'0'14'0,"-2"-2"25"0,0 2-24 0,0 0-13 16,2 0-1-16,0 2-2 0,0 0 11 0,-5 31-10 15,1 4 9-15,0 8-11 0,2 3 2 0,-1 4 1 16,-1 6 4-16,2 1 0 0,-2 2 2 0,1-7-2 15,-3-2-5-15,-1-5 5 0,1-7 12 0,2-4 27 16,-1-12-2-16,1-4 9 0,0-9-3 0,2-3-13 16,1-3 0-16,1-1-5 0,0-2-11 0,-2 2-6 0,0-1-3 15,-2-1 0-15,0 0-3 0,-1-2-8 0,3 0 5 16,0-2-6-16,-16-29 5 0,6-3-4 0,5-3 0 16,5-4-1-16,2-3 5 0,2 1-4 0,5-3 1 15,1 3-1-15,3 2 1 0,0 4-5 0,2 2 1 0,0 1-1 16,0 5 13-16,2 1-6 0,0 2 0 0,-11 3-2 15,16 1-4-15,0 4 19 0,3-1 4 0,3 2 7 16,0 1 28-16,2 1-22 0,-1 0 1 0,-1 6-10 16,0 3-8-16,-7-7-8 0,0 6-1 0,-8 5-4 15,-4 2-1-15,-3 0-2 0,-1 2 6 0,1 1-5 16,4 16 4-16,-5 7-7 0,-5 2 3 0,-5 1-4 0,-6 3 7 16,-4 0-2-16,12-1-2 0,-21 3 0 0,-4-3 4 15,4-3 1-15,0 0-4 0,2-4 3 0,4-2-1 16,3-3 1-16,4-3 2 0,5-3-3 0,3 4-8 15,1-2 2-15,2 0 6 0,-9 2-2 0,4-3 0 0,3-1 2 16,2 0-2-16,2-5 2 0,0 3 1 0,4 0 9 16,1 0-10-16,3 0 10 0,1 2-6 0,12-3-1 15,5 5 3-15,0-2-5 0,0-2-3 0,-4 2-5 16,-2-6 5-16,-3 6-5 0,2-2 9 0,-5 0-8 16,1 2-2-16,-2-1-3 0,-4-3-7 0,3-4-36 15,-1-1-21-15,0 0-14 0,4-2-153 0</inkml:trace>
  <inkml:trace contextRef="#ctx0" brushRef="#br0" timeOffset="25800.09">19130 9420 669 0,'0'-2'47'0,"0"-1"59"15,0 1-40-15,0 0-36 0,0-2-1 0,0 2-11 16,0 1 0-16,0 1-9 0,-2 1 5 0,2 1-5 15,-9 30 10-15,2 1-2 0,-3 3-2 0,3-1-1 16,-1 0-5-16,3-3-9 0,-1-3 2 0,1-3-3 16,-1-1 10-16,1-1-8 0,1 0 3 0,2-2-5 0,0-1-7 15,0-5-3-15,-1 1-5 0,1-4 0 0,0-4-33 16,2-1-26-16,0-6-9 0,0 1-13 0,2 1-113 16</inkml:trace>
  <inkml:trace contextRef="#ctx0" brushRef="#br0" timeOffset="26093.43">19459 9069 430 0,'0'-1'45'0,"0"-11"65"0,0-12-50 0,0 8-24 0,0 3 1 15,0 5-11-15,0 3-19 0,0 1-2 0,2 0 0 16,-1 0-1-16,3 1-4 0,0 1 5 0,0 0 3 15,3 0 5-15,0 2 16 0,1 0 10 0,-3 2 0 16,-3-2 4-16,17 32 6 0,-6 7-2 0,-8 3-11 0,-5 8 4 16,0 1-24-16,-3 8-12 0,-1 4 7 0,2-2-10 15,0 2 1-15,2-3 3 0,0-12-5 0,0 0 3 16,0-7-4-16,0-5 0 0,0-1 3 0,0-4-2 16,0-3 0-16,0 0-5 0,0-2 3 0,0-4-5 15,-2-3 2-15,2-2-12 0,0-4-1 0,0-4-5 16,0-2-17-16,2-3-83 0,0 0-11 0,2-2-28 15,0-1-81-15</inkml:trace>
  <inkml:trace contextRef="#ctx0" brushRef="#br0" timeOffset="26339.29">19930 8975 350 0,'0'-2'39'0,"0"0"0"0,-2-2 16 16,2-3-11-16,-1-2-2 0,-1-1-14 0,0 5-15 15,2 3 1-15,-2-2-8 0,0 2-12 0,0 0 14 16,0 2-7-16,2 0 12 0,0 2 6 0,0 6 3 16,-5 25 10-16,-1 2-7 0,3 4 6 0,-1 2 15 0,2 6-9 15,2-1 12-15,0 1-7 0,0 3-1 0,2 2-5 16,5 0 1-16,1 1-6 0,-1-1-24 0,1-5 14 16,-3-4-18-16,-1-3 4 0,0-6-5 0,-1-1-2 15,1-3 1-15,-2-4 8 0,2 0-8 0,-1 0-2 16,1-6-1-16,0 3-6 0,-2-5 2 0,-1-3-7 0,-1-4-1 15,0-1-48-15,0-5-161 0,0-1-11 0</inkml:trace>
  <inkml:trace contextRef="#ctx0" brushRef="#br0" timeOffset="26950.12">20547 9081 400 0,'-2'0'108'0,"0"-2"30"0,0 0-57 16,0 0-67-16,-1 2-3 0,-1 0-14 0,0 2-5 15,1 0 10-15,-5 35-5 0,1 6 11 0,-1 5-6 16,3 9-2-16,-3 8 0 0,-3 0 4 0,2 0-4 16,-2-5 3-16,0-10-3 0,3-7 1 0,4-8-2 15,-1-9 3-15,1-6-1 0,2-3 22 0,-7-6-5 16,2 0 8-16,5-5-9 0,0-1 3 0,2-3-11 0,0 0 8 15,-2 2-7-15,0 0 11 0,0-3-13 0,0 1-8 16,1 0 1-16,-1-2-14 0,0 0 17 0,0-2-4 16,-2-1 8-16,-3-9-9 0,-8-12-2 0,2-4-2 15,2-5 0-15,3-2-2 0,3-2 10 0,5-10-3 16,2 1 4-16,3-6-11 0,5 2 0 0,-1 1 5 16,2 3-2-16,4 3 1 0,-4 6 5 0,4 0-7 0,-2 5 6 15,0 3-10-15,2 1 7 0,0 2 3 0,-1 4 3 16,1 1 24-16,11 4 4 0,6-1-1 0,1 3 2 15,-5 2 5-15,4 4-10 0,-1 1 4 0,-1 5-8 16,-4 1-15-16,-4-13-2 0,0 7 0 0,-3 7-1 16,-4 1-4-16,-4 3 1 0,-5 1-2 0,-3 5 2 0,14 17-2 15,-6 4-1-15,-5 0 2 0,-6-1-2 0,-2 5-2 16,-6-3 1-16,-3 1-1 0,-4 0 2 0,-3 3 13 16,16 0-9-16,-26 2 3 0,-2 2-6 0,-3-5 4 15,0-3 7-15,-1 6-5 0,4-11 5 0,6 2-5 0,-2-6-5 16,10-7 11-16,3 4-8 0,2-6 14 0,5 0-3 15,0-8-3-15,3 1 2 0,-5 0-5 0,5-3 16 16,1 1 1-16,0 0 5 0,0-1-2 0,0 1-2 16,2-2-6-16,0 0 2 0,0 0-20 0,2 0 4 15,2-1-5-15,16 7 3 0,6-4-11 0,4-3 5 16,-2-1-4-16,-6 0 4 0,6 0-2 0,-4 0-6 16,-4 0 3-16,4-1-5 0,-5-1-18 0,-2 0-41 0,3-2-16 15,-1 0-9-15,1 1-69 0,2-1-50 0,1-2-20 16</inkml:trace>
  <inkml:trace contextRef="#ctx0" brushRef="#br0" timeOffset="27309.06">20974 9467 698 0,'0'0'29'16,"0"-2"3"-16,0 0 6 0,0-2-17 0,0-1 4 0,0-1-4 15,0-7-19-15,0 9 8 0,0 3-12 0,5-7 10 16,5 4-8-16,14-1 4 0,2 1-6 0,5-14 2 16,5 5 47-16,-1 5-3 0,-2 6 17 0,-5 2-7 15,-6 4-27-15,-1 2-2 0,-1 3-8 0,-1 4-11 0,-4 4-5 16,-6 18 1-16,11 4-2 0,-12-2 1 0,-8 2 6 16,-9 0-7-16,-6-2 6 0,-2-3-5 0,13-8 6 15,-27-2-1-15,-3-2 0 0,6-3-9 0,3-3 10 16,-1-1 0-16,0-6 7 0,0 3 12 0,9-3-4 15,4-4 0-15,5 1-3 0,5-2-7 0,1-4-4 16,2 2 0-16,0-1-1 0,0 1 10 0,0 0 11 16,-2 2 2-16,0 0 0 0,2-1-14 0,2-1-5 15,0 0-2-15,9 2 1 0,22 3-9 0,6-3-1 0,2-4-4 16,0-2 2-16,2-2 2 0,3-1-2 0,2-1-4 16,3-1 0-16,-5-1-9 0,2 1-156 0,-1-1-6 15</inkml:trace>
  <inkml:trace contextRef="#ctx0" brushRef="#br0" timeOffset="27681.74">22324 9461 176 0,'-2'-2'52'0,"-2"2"53"0,-22-9-17 0,0 0-2 16,4 1-10-16,1 3 5 0,8 1-22 0,0 0-7 16,4 1 2-16,5 3-3 0,3 0 11 0,-3-2 3 15,0 0-3-15,2 0 1 0,0 0-11 0,2 0-8 16,2-1 1-16,8-1-5 0,27-5 7 0,4 1-20 15,1-3 10-15,5 2-13 0,1 1 2 0,0-1 0 0,6 5-8 16,4 1 5-16,1-1-13 0,2 2-10 0,-5 0 5 16,-6-22-6-16,-5 13 7 0,-6 7-12 0,-4 4 0 15,-11 0-4-15,-2 0 4 0,-3 2-23 0,-8 0-9 16,-2-2-15-16,-3 0-120 0,-4 0-13 0,2 0-28 16,-1 0 14-16,-1 0-44 0</inkml:trace>
  <inkml:trace contextRef="#ctx0" brushRef="#br0" timeOffset="27899.57">22760 8997 664 0,'0'0'47'0,"0"0"-1"16,0-2-5-16,0 0-10 0,0 0-15 0,0 2-27 16,0 0 13-16,0 0-3 0,0 2 7 0,-2 0 7 15,2 0 0-15,-7 26 1 0,-1 5-1 0,3 8 6 0,-3 4 2 16,5 3 1-16,-1 4-2 0,-4 4-1 0,3 1-4 15,-1-3-1-15,3 0 0 0,1-8 3 0,2-3 5 16,2-4-2-16,-1-7 0 0,5-1-10 0,0-7 5 16,1 2-4-16,2-2 3 0,1-1-5 0,1-1-7 15,2 0 0-15,-2-1-3 0,0-1-2 0,0 1-14 16,0-1-11-16,-1 0-26 0,-1-1-271 0</inkml:trace>
  <inkml:trace contextRef="#ctx0" brushRef="#br0" timeOffset="29460.03">23755 9010 99 0,'-2'-2'0'0,"0"-2"18"0,1-3 173 0,-5-12-59 16,2 3 2-16,2 1-94 0,2 2-17 0,0 2-14 15,0 1-4-15,0-3 3 0,0 4-9 0,0 2 5 0,0 1-7 16,2 2 6-16,0 1-3 0,0-1 8 0,0 2 11 15,0 0-3-15,0 0 18 0,-1 2 1 0,1 0-1 16,0 2 1-16,4 8-3 0,7 21-6 0,-4 4-1 16,-3 4-4-16,-3 4-14 0,-1 5-4 0,-2-1 0 0,2 1 2 15,0 0 12-15,0 1-15 0,1-3 12 0,1-3-11 16,0-4 10-16,-2-8-1 0,0-1-9 0,-2-4 6 16,0-4-5-16,0-1 2 0,0-8 5 0,0-4-5 15,0-2-12-15,0-1 9 0,0-4-7 0,0 2 10 16,0-1 3-16,0 1-9 0,0-2 5 0,0 0-7 15,0 0 8-15,0-2-4 0,0 0 0 0,-2-2-2 0,0-2 2 16,-4-15-5-16,-3-8 7 0,0-9-6 0,1-1 9 16,3 2-8-16,-1-6 1 0,2 4-1 0,4-2 3 15,0-6-2-15,0 5-3 0,4-3 1 0,0 0 4 0,1 4 1 16,3 2 2-16,-1-2-3 0,3 4 1 0,-1-2-3 16,2 1 5-16,2 3-3 0,2-1 14 0,0 7-4 15,1-1 2-15,-1 4-3 0,-11 1 8 0,20 3-9 16,2 5 8-16,6 6-7 0,-1 1 15 0,5-12-19 15,4 5 6-15,-1 11-11 0,2 6-2 0,-4 6 0 16,-7 3-1-16,-2 5 3 0,-6-8-2 0,1 23 0 16,-3 1 0-16,-5-2 1 0,0-1 1 0,-8-3-2 15,-1 2-1-15,-5-4 1 0,16 2 6 0,-9-1-6 16,-7-5 4-16,-2 0-5 0,-5-1 4 0,-1-2 5 0,5 1-6 16,-22-1 7-16,-10-2-4 0,5 0 0 0,-1-2-1 15,-5-2 1-15,5 0 8 0,-2-2-12 0,1 1 6 16,3-3-7-16,0 0 8 0,4 1 0 0,2-3-2 15,1 1 2-15,3 0 5 0,1-1-13 0,2 3 7 0,2-1-8 16,2 0 2-16,3 1-1 0,3-3 1 0,3-1-1 16,-2 2 5-16,1-1-4 0,-1 3-1 0,2-1 2 15,2 1 17-15,0-1 7 0,2 2 5 0,0-3-3 16,9-1-4-16,22 3-5 0,4 14-7 0,8-5 2 16,1-6-14-16,-3-6 3 0,2 1 2 0,-6-2-1 15,-2-1-9-15,0 5 5 0,-2-1-7 0,-3-1 7 0,3 3-14 16,-3 0-17-16,-1 3-37 0,-7-5 7 0,-1-1-125 15,-1-1-59-15,-2 1-32 0</inkml:trace>
  <inkml:trace contextRef="#ctx0" brushRef="#br0" timeOffset="29844.2">25250 9164 739 0,'0'-2'30'0,"0"0"-8"0,0 1 18 16,-11-18 7-16,3 8-13 0,3 0-25 0,-6 5 1 0,-4-1-3 16,-2 3 3-16,2-7-1 0,-3 0-1 0,3 5-4 15,-9 1 3-15,-6 3 2 0,4 4 10 0,-6 3 0 16,6 4 2-16,4 3-6 0,0 2 8 0,1-6-6 16,8 18 5-16,2 2-18 0,0 1 3 0,6 3-3 15,1-1 3-15,2 1-4 0,-18 3 3 0,8-1 4 0,7-1-1 16,5 1 15-16,4-5 3 0,5-1-5 0,6 2 5 15,0-6-7-15,-8 2-8 0,25-4 8 0,3-3-7 16,0-2 14-16,2-4-3 0,0 3 1 0,-3-3 0 16,1 0 4-16,-2 0 5 0,1-2-6 0,-8-3 5 15,0-1-15-15,-4 3-7 0,-5-1-1 0,-4-2-2 16,-2 1-6-16,-5-1 5 0,-5-1 4 0,1-3 2 0,0 1 18 16,-2-2-8-16,0 0-8 0,0 0 0 0,-24 14-12 15,-30 3-1-15,-9-10 8 0,-11-7-8 0,-10-2-5 16,-5-2-9-16,0 0-11 0,-2 1 0 0,-4 1-67 15,-11 5-461-15</inkml:trace>
  <inkml:trace contextRef="#ctx0" brushRef="#br0" timeOffset="36336.71">19618 3748 37 0,'-1'0'2'0,"-1"0"8"0,-11 0 31 0,-19 0 11 16,8 0 7-16,5 0 0 0,3 0-36 0,3 0 0 16,0 0-6-16,0-2-6 0,2 0-3 0,-2 0 0 0,1 1-1 15,-2-1-11-15,1 2 3 0,-4 0-8 16,-2 3 8-16,-1 3-2 0,-2 3-17 0,-3 4 13 0,-1-9-14 16,-5 18 8-16,-2-1 1 0,-8-3-1 0,-6 1 4 15,-5-2 12-15,-7 3-3 0,-1-3 4 16,1-2-3-16,3 3 13 0,2-3-6 0,4-2 5 0,6 0-4 15,3 0 17-15,4 0 6 0,2 0 1 0,-1 0 2 16,3-2 11-16,1-2 1 0,-5 1-2 0,-2-1 0 16,-4 0-15-16,-1 4-8 0,1 0-1 0,-1 2-4 0,3 0-17 15,-4 4 4-15,-3 1-4 0,3 4 3 0,1 0-11 16,-1 6 5-16,8 0-1 0,-2 3 3 0,2 2 0 16,4 6 4-16,-1 2-6 0,-1-2 5 0,-2 3-1 0,1-1-4 15,-3 0 4-15,-1-4-4 0,-3-2 3 0,-9-7 2 16,0-1 0-16,2-1 1 0,2-2 5 0,7 0-8 15,2 0 3-15,3-2-5 0,5 2 10 0,3 2 0 16,4 0-2-16,2 0 0 0,1 3-5 0,3 1 17 16,1 1-2-16,2 4 7 0,0 1-8 0,2 6 9 15,0-1-4-15,0 3 6 0,2 1-1 0,2-1-3 16,-2 1-1-16,1-1-1 0,-1-3-8 0,2-6-9 0,0 0 0 16,-1-4-3-16,3-1 4 0,1 1-5 0,-3 3 7 15,3-1-6-15,1 2 2 0,1 2-3 0,-16 0-5 16,9 4 2-16,5 1 8 0,6 3-3 0,0 5 2 15,0-2-3-15,4 4 7 0,-2-8-2 0,1 0 8 16,1-5-7-16,0-4 13 0,3-1 3 0,1-7-7 16,-1-3 7-16,4 0-1 0,0-1-11 0,4-1 4 0,2 2-8 15,-12 2-8-15,18-1 0 0,5 5 1 0,1 0 0 16,5 1 2-16,-1 4-3 0,4 4 0 0,2 0-1 16,4 5 3-16,5 2-7 0,1 1 4 0,4 5-5 15,-1-6 5-15,-3-2-2 0,-1-3-6 0,-7-8 4 16,-6-3-3-16,0-4 2 0,-1-4 8 0,1 0-4 15,2-2 8-15,0 1-3 0,4-1-3 0,4 2 0 0,3 2 0 16,4 0-5-16,7 4 6 0,1-1-6 0,-3 3 4 16,-1 3 3-16,-4 4-6 0,-6 0 6 0,1 6-9 15,-10-3 8-15,-2-1-3 0,6 2 4 0,-2-6 6 0,4-2-9 16,3 1 10-16,10-10-9 0,9 2 13 0,9-8-3 16,10-2-6-16,1-5 1 0,-3-1-15 0,-4-3 12 15,-8-2 0-15,-3 3 6 0,0-3 2 0,2-1-11 16,12 3 0-16,1-2-3 0,11 1 14 0,2-1-5 15,-12-3 2-15,-1 1-5 0,-12-3 1 0,-6 0 1 16,4 2-2-16,8-2 1 0,15 1-7 0,8 33 5 16,3-23 1-16,-6-11 2 0,-10-4 3 0,-8-6-8 15,0-1-2-15,4-4-2 0,7-2 6 0,15-2 2 0,5-3-1 16,-1-2 0-16,-8-6 4 0,-16-4-2 0,-4 27 1 16,-8-34-3-16,6 4-9 0,7-3 15 0,3 5-6 15,4-4 8-15,-2-2-9 0,-14 4-4 0,-8-1 4 16,-10 3-2-16,-6 1 7 0,0 3-3 0,-4 1-1 0,0 0-1 15,8 2 0-15,2 2-4 0,3 0 4 0,0-1-4 16,-3 3 5-16,-4-2 1 0,-6-2-1 0,-2-4 0 16,-3-5-6-16,-6-2 8 0,0-9-1 0,-1-6 5 15,-1-4 3-15,2-13-11 0,2 2 5 0,4-3-5 16,-2 3 12-16,3 7-10 0,3 5 9 0,-1 3-10 16,2 2 1-16,-1 5 7 0,-6-1-12 0,-1-6 11 15,-4-4-8-15,-7-5-1 0,-1-12 8 0,-7-1-5 0,-1-4 10 16,-7 4-9-16,-4 11 0 0,-1 3-1 0,1 6-7 15,0 2 10-15,-3 4-6 0,1 0 6 0,-5-2-8 16,4-12 1-16,-4-4 7 0,29-14-4 0,-16-9-2 0,-11 1 3 16,-4 1-9-16,-4 9 7 0,-3 11-9 0,-5 6 3 15,-4 5-2-15,-7 2 3 0,-4-1 7 0,12-12-4 16,-32-9 8-16,-14-8-7 0,-4-3 4 0,-2 3-2 16,0 8 1-16,2 6 0 0,-3 5 4 0,3 7 2 15,-8 4-2-15,-18 1 1 0,-7-5-9 0,-15-5 3 16,-2-8-7-16,9-1 3 0,0 5-22 0,2 8-43 15,-13 8-19-15,-19 14-14 0,-10 8-112 0</inkml:trace>
</inkml:ink>
</file>

<file path=ppt/ink/ink136.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30:53.481"/>
    </inkml:context>
    <inkml:brush xml:id="br0">
      <inkml:brushProperty name="width" value="0.05292" units="cm"/>
      <inkml:brushProperty name="height" value="0.05292" units="cm"/>
      <inkml:brushProperty name="color" value="#FF0000"/>
    </inkml:brush>
  </inkml:definitions>
  <inkml:trace contextRef="#ctx0" brushRef="#br0">22123 3811 30 0,'0'0'18'0,"-2"0"0"15,0 0 26-15,1 0 6 0,-1 0 1 0,0 0-2 0,-9 2-23 16,-8 2 3-16,8-2-7 0,4-1 9 0,-6 3-20 16,1 0 12-16,7-2-15 0,-4 1 10 0,7-3-15 15,0 0 2-15,-2 2-6 0,2 0-3 0,0 0 4 16,1 0 1-16,1 0 3 0,0 0 14 0,1-1-13 16,1 1 2-16,2 0-4 0,3-2 10 0,16 4-10 15,1-2 11-15,-2-2-10 0,2 0 11 0,6 0-3 16,2 0-3-16,-1 0 1 0,3 0-3 0,-1-2 3 15,-1 0 0-15,3 0 0 0,-2 2-10 0,3 0 6 0,-1 0-9 16,6 0 9-16,-1 2-9 0,7 0-3 0,-1 2 8 16,4-1-5-16,-3-1 1 0,5 0 2 0,0 0-3 15,-6-2 4-15,3 2 0 0,-12-2 2 0,-2 0-3 16,-5 2 2-16,-2-1 1 0,-2 1-2 0,-2 0 6 0,-2 0-5 16,-2 0 4-16,-1 0 4 0,-2-2-8 0,-4 0 8 15,-2 0-11-15,-4 0 8 0,1 0 0 0,-3 0 3 16,-1 0-6-16,0 0 1 0,-3 0 6 0,1 0-1 15,0 0 14-15,2 0-9 0,0 0-8 0,-1 0 3 16,1 0-5-16,0 0-1 0,-2 0 5 0,-1 0-3 16,1 0 9-16,0 0-8 0,0 0 3 0,0 0-4 15,0 0 7-15,0 0-7 0,-2 0 6 0,0 0-6 0,0 0 1 16,0 0 4-16,0 2-6 0,-2-1 5 0,0 1 6 16,0 0-10-16,0 2 3 0,0 0-6 0,-5 7 0 0,-1 0 2 15,3-2 2-15,-3 2-3 0,3 0-12 0,-1 1 12 16,1 1-6-16,1 0 8 0,0 0-3 0,1 1-4 15,1 1 2-15,2-2-2 0,0 2 3 0,0 2-5 16,0 0 3-16,0 3-3 0,0 0 14 0,0 1-17 16,0 3 8-16,0 0-10 0,2 4 13 0,-2 2-7 15,0-1 4-15,0 5-4 0,0-1 4 0,0 4-2 16,0 6-2-16,0-4 1 0,0 4 0 0,0 3 1 16,0-5 1-16,-2 0-1 0,0-4 1 0,0-4 0 15,0-3-1-15,0 0 0 0,-1-2 0 0,1-4 1 0,-2 4-2 16,2-1 1-16,0-1 2 0,0 4-2 0,1 0 5 15,1 3-5-15,0 4 0 0,0 2 3 0,0 4-3 16,0 2 2-16,0 3-5 0,0 8 1 0,0-1 3 16,-2 1-1-16,2-4 0 0,-2-2 3 0,-2-3-9 15,0-8 6-15,1 3-6 0,-1-3 9 0,-2 0 0 0,-1 0 1 16,1 4-7-16,-1 3 4 0,1 3-2 0,1 5 2 16,-1 5-4-16,1 0 6 0,-1 4-1 0,2 1 2 15,1-5-9-15,1-3 7 0,0-8-1 0,0-5 3 16,2-4-12-16,0 0 11 0,0-2-8 0,0 4 8 15,0 0-10-15,0 3 5 0,0 1 1 0,0 3 1 16,2 2 0-16,-2 4 5 0,2 3-3 0,0 5 4 0,-2-3-4 16,0 1-2-16,0-7-1 0,0-1-1 0,0-1-4 15,0-7 9-15,-2 1 1 0,0-3 0 0,-2 1-7 16,1 3 3-16,1 3-2 0,0 1 2 0,2 0-1 0,-2 6 0 16,2-2-3-16,0 1 2 0,0 1 8 0,0-6-6 15,0-2 3-15,0-5-6 0,2-4-3 0,0-2 6 16,0-3-1-16,-1-3 3 0,1-1-3 0,2 0 2 15,-2-1-1-15,2 1 2 0,-1 2-5 0,1-3 5 16,0 1-2-16,-1 0 3 0,1 1-3 0,0-3-3 16,0 0 3-16,-3-4-1 0,1 4 4 0,0-2-2 15,0-4 0-15,0 2-1 0,-2-5 0 0,0 0-1 16,0 1 2-16,2-1 0 0,-2-5 10 0,0 3-11 16,0-4 6-16,0-4-6 0,0 4 4 0,0-3-1 0,0-1-3 15,-2 2 2-15,2-4 3 0,-2 1-4 0,-2 1 5 16,2-3-4-16,-1 1 8 0,-1-1-8 0,-2 1 1 15,-12-3-2-15,-2 0 2 0,-6-1 4 0,-6 1-1 0,-7 3 1 16,0 1-7-16,-7-3 8 0,-3 1-6 0,-1 0 5 16,-7-1-7-16,-1 23 14 0,2-13 1 0,4-10 6 15,4-1-2-15,5-2-2 0,1 0 2 0,-1 0-2 16,2 0-1-16,0 1-3 0,0-1-5 0,1 2 4 16,-3 0-2-16,0-1-7 0,4 1 2 0,8-2-4 15,-3 0 5-15,3 0-7 0,1-1 5 0,2 1-4 16,2 0 0-16,6-2 2 0,-3 2-4 0,7-2 3 0,4 0-2 15,-1 0 1-15,4 0-5 0,2 0 4 0,1 0-15 16,1 0-1-16,1 0 1 0,0 0-1 0,-1 0-12 16,1 0-2-16,-2 2-7 0,1 0 2 0,-1 0-21 0</inkml:trace>
  <inkml:trace contextRef="#ctx0" brushRef="#br0" timeOffset="403.07">21885 8737 565 0,'0'-2'41'0,"0"0"-5"0,0-1-5 0,-1-7 9 15,-1 3-23-15,2 5-3 0,0 0-16 0,-2-2 9 0,0 1-9 16,0-1 14-16,0 2-11 0,0 0-6 0,1 0 1 15,-3 1-1-15,0-1 14 0,0 2 4 0,-7 0 2 16,-2 0-3-16,-2 0 12 0,-3 2-5 0,-4 1 8 16,-1 1-2-16,-1 2-4 0,-2-1 3 0,0 3-4 15,-3 1-5-15,1 0 1 0,-2 4-8 0,4 0 6 16,-2 0-6-16,2 0-7 0,4-2 7 0,0 0-7 16,5-1 6-16,2-1-2 0,-4 4-1 0,5-2 0 0,2-2-4 15,5-5 1-15,3 9-4 0,2 0 3 0,1-2-1 16,-9 2 2-16,5-2 8 0,-1 1-5 0,4-3-2 15,2 2 18-15,0 0-8 0,2-2 13 0,2 1 3 0,3-1-5 16,14-3 3-16,7-1-6 0,1-3-6 0,1 0-5 16,5 18-3-16,2-7 0 0,4-7-14 0,4-4 4 15,-1-2-1-15,3 0 2 0,-1 0-8 0,-1 0-23 16,5-2-9-16,-4 2-7 0,1 0-56 0</inkml:trace>
  <inkml:trace contextRef="#ctx0" brushRef="#br0" timeOffset="1387.68">22298 3336 63 0,'2'0'15'0,"1"-2"29"0,5-2-25 0,10-3-1 0,1-1 8 16,-2 1-4-16,-1 1 15 0,-3 1-15 0,-2 1 6 15,-1 2-6-15,-3 0 10 0,1 1-12 0,-3 1 5 0,-3 0-4 16,2 0 19-16,-1 0 16 0,-1 0-8 0,0 1 10 16,-2 1-6-16,0 2-17 0,-11 16 3 0,9 3-9 15,-29 1-1-15,-5-2-3 0,1 4-2 0,-2-2-2 16,0 0-7-16,-6-1-1 0,0 1 4 0,4-6-2 15,-2 1 2-15,8-4-6 0,-2-6 4 0,1 4-4 16,6-4 10-16,4 4-9 0,2-5 0 0,3-3-3 0,3 3-5 16,-1 3 11-16,6-4-14 0,0 1 11 0,1-3-18 15,5-1 6-15,-3 2 5 0,3-3-1 0,-1 1 0 16,3-2 0-16,1 2-2 0,-4 3 1 0,-3 6-16 0,3-2 13 16,1 6-3-16,1 0 5 0,2-8-6 0,2 9 7 15,0 1-9-15,2-4 9 0,4 2-8 0,-1-4 4 16,3-2 2-16,10-4 0 0,14 6 8 0,9-7-3 15,7-3-3-15,2 23-2 0,6-11-15 0,3-7 3 16,-7-8-9-16,0 0 4 0,-4 0-26 0,-9 0-240 16</inkml:trace>
  <inkml:trace contextRef="#ctx0" brushRef="#br0" timeOffset="5052.45">23993 2784 57 0,'0'0'19'0,"0"0"-3"0,2 0 15 0,0-1-4 16,-1-1 0-16,1 0-6 0,0 0-7 0,0-2 6 15,0 2-8-15,0 1 2 0,0-3-5 0,-1 2-3 16,1 0 1-16,0-2-1 0,0 3-6 0,0-1 5 16,0 0-5-16,0 0 8 0,-1 0-3 0,1 0-5 0,0 0 2 15,0 2-3-15,0 0 6 0,0 0 5 0,1 2-1 16,-1 0 1-16,-2 0 5 0,11 20 1 0,1 10 3 16,-5 5 8-16,-3-2 1 0,-4 8-8 0,0 0 4 15,-2-1-15-15,-4-1 12 0,-1-2-6 0,1-4 5 16,-1-1-9-16,-1-1-3 0,1-1 2 0,1-1-2 15,-1 3-2-15,1-4 8 0,1 1-2 0,-1-3 2 16,3-4-3-16,-1 2-9 0,2-2 6 0,0 0-7 0,0-1 5 16,-1-1 5-16,1-7-9 0,0 0 8 0,0-1-8 15,0-2-10-15,0-3 8 0,2-2-9 0,0-1 2 16,0-2 0-16,0 1-8 0,-2-1 4 0,1 0-25 0,-1-1-177 16</inkml:trace>
  <inkml:trace contextRef="#ctx0" brushRef="#br0" timeOffset="5511.71">23726 3009 296 0,'0'-4'33'0,"0"-12"9"0,0-35 16 0,7 3-33 15,2 9 17-15,2 6-30 0,0 11-10 0,1 3 6 16,-1 4-7-16,-2 4 4 0,15 2-7 0,2-1 2 0,0 3-3 15,2 0 12-15,2-3-8 0,1 5 0 0,5-3-2 16,1 1 0-16,2 3 13 0,-2 0-5 0,4-18 7 16,0 9-11-16,-1 8-5 0,-2 3 3 0,-3 4-2 15,-5 3 3-15,-3 4-6 0,1 3 2 0,-11-3-2 16,3-7 11-16,-9 24-4 0,-1 3-5 0,-3 7 2 16,12-5 11-16,-4 6-1 0,-8 1 11 0,-7-3-8 15,-4 6 6-15,-3-8-1 0,-2-3-3 0,-6-1 3 16,0-4 9-16,2-3-5 0,-17-2-3 0,0 1-1 0,-5-3-6 15,-2 1 5-15,0-2 4 0,0-3-4 0,3 1-10 16,5 0 6-16,5-2-7 0,1-2 7 0,7-1-4 16,-1-3 3-16,4 0 2 0,2-1-2 0,0 0-6 0,5-3 2 15,2-1 0-15,2 0 0 0,2 0-13 0,0 0 8 16,0 0-3-16,-1 1 5 0,-1 3-9 0,2-2 7 16,0 1-1-16,2 3 5 0,1-1-9 0,5-1 8 15,23 3-3-15,5-2 7 0,-1 3-4 0,8-3 12 16,-8 2-8-16,-2-1 9 0,8 3-7 0,-4-2-6 15,2 2 2-15,-5 0-5 0,-10 1-8 0,2-1 3 16,-6 0-3-16,-1 0 4 0,1 2-2 0,-7-2-9 16,-2 2 5-16,2 0-7 0,-7-2-5 0,1 0-32 0,1 0-7 15,-3-3-8-15,3-3-28 0,-1 1-174 0</inkml:trace>
  <inkml:trace contextRef="#ctx0" brushRef="#br0" timeOffset="6655.49">24858 3431 367 0,'0'-2'24'0,"0"0"-1"16,0 0 0-16,0 0-1 0,0-5-8 0,0 3-5 16,0 2-18-16,0-2 9 0,0 1-13 0,0 1 6 15,0 0 7-15,0 0-7 0,0 2 8 0,0 0-1 16,-2 0 3-16,0 2-3 0,1 0 4 0,-1 2 5 15,2-3-9-15,-6 16 10 0,1 0-10 0,1 0 19 0,0 1-7 16,2-1 5-16,2 0-6 0,0 1-2 0,2-5 10 16,2 2-5-16,0-8 8 0,-1 1 20 0,7-3 3 15,12 1 11-15,6-1-7 0,-2 12 6 0,3-4-26 16,7-5 2-16,-14-7-8 0,9-1 4 0,-3-1-11 16,-7-1-5-16,3-4 0 0,-6 1 1 0,-1-3-9 15,-6 3 6-15,0-3-6 0,-3 3 13 0,-4-12-17 16,-1-2 10-16,8 3-12 0,-3 1 5 0,-3 0 3 0,-1 0-5 15,-4 0 4-15,-2 0-4 0,-5-1 0 0,-2 3 2 16,-3 0 0-16,-14 2 0 0,0 1-2 0,0 1-4 16,-3 2 2-16,1 3 2 0,4 0-2 0,1 2 9 15,7 0-7-15,1-9 2 0,2 4-2 0,4 3 0 0,3 2-1 16,1 0 1-16,3 2-4 0,-2-1-3 0,0-1 3 16,2 2 3-16,1 0 0 0,1 0 1 0,0 0-2 15,1 0-4-15,3 0 10 0,26 0-4 0,3 0 4 16,4 0-7-16,0 0 1 0,1-2 0 0,-3 0 0 15,0 0 5-15,-1 0-7 0,-5-1 7 0,-1-1-8 16,-4 2 2-16,-3 0 5 0,-5 0-2 0,-1 2 3 16,-2 0 1-16,-2 0-4 0,-1 0-2 0,-1 0-1 0,-3 0 6 15,-3 0-6-15,-1 0 5 0,2 0-6 0,0 0 4 16,-1 0 5-16,-1 0-7 0,0 2 6 0,0 0-6 0,-2 0 4 16,0 2 3-16,0-1 0 0,-6 16-2 0,-1-1-3 15,-4 1 1-15,0 1 0 0,-2 1 5 0,0-3-5 16,0 3 4-16,3-4-5 0,-1 3 3 0,4-3-3 15,1-4-5-15,1 1 2 0,1-1 0 0,4-1 6 16,0-1-3-16,0-4 2 0,0-1-8 0,2-1 7 16,-2-3 6-16,5 2-2 0,16 9-5 0,1-6 2 15,2-3 0-15,0-4 3 0,0-2 0 0,-1-2-3 16,-3-1 0-16,-1-3 0 0,-1-1 4 0,-1 0-2 16,0 0-5-16,-2-1 2 0,-2 1 3 0,0 0-2 0,-2 3 6 15,0-9-7-15,-2 2-4 0,-1 2 4 0,-1 0-3 16,-2 2 4-16,-1 1-7 0,0 3 3 0,-4 3 0 15,0 0 2-15,4-2-2 0,-3 1 5 0,1 1-6 16,0 0 5-16,0 0-2 0,0 2-2 0,-2 0 1 0,0 2-2 16,0 0-3-16,0 0 9 0,0 1-1 0,0 1 3 15,0 2-11-15,0 3 8 0,2-2-4 0,0-1 5 16,-1-2-8-16,-1-2 10 0,8 3-7 0,14 8 8 16,0-4-5-16,4-3-2 0,2-2 4 0,-4-4-4 15,4 0-5-15,-2-4 6 0,-3 0-1 0,1-3 3 16,-4-1 2-16,-1-1-3 0,-1-2 0 0,-5 2 0 15,4 7-5-15,-4-17 6 0,4-1-2 0,-6-1 6 0,2-3-6 16,-6 2 1-16,3-2-1 0,-3 0 2 0,2 0 1 16,-3-1-4-16,3-2 3 0,2 1-4 0,-3-6-2 15,1-1 3-15,0-1 2 0,-1-9 1 0,-1 1 1 0,1-3-1 16,-3 2-5-16,-1 4 3 0,0 6 3 0,-3 3-3 16,18 3 3-16,-10 4-3 0,-3 5 6 0,-4 5-4 15,-2 5-1-15,0 3-1 0,0 1 0 0,0 0 0 16,0 1-5-16,-2 1 2 0,0 2-4 0,0 0 4 15,0 2-1-15,-1 5 1 0,-14 25 1 0,6-3 0 16,0 5-2-16,1-1 1 0,3 6-3 0,1-2 1 16,3-3 1-16,1 1-3 0,2-7-2 0,0 0 5 15,2-1 4-15,1 1-2 0,3 0 2 0,-1 2-2 0,3 1-5 16,1 1 3-16,2 1 4 0,0 3 0 0,1-3 5 16,1 2-3-16,1 3 6 0,-1-5-7 0,2 2-1 15,0-5-2-15,2 1-2 0,-1-1 10 0,1-4 1 16,0-2 3-16,-2-3 1 0,-13-6-9 0,11-4 1 0,1-2-3 15,-2-2 0-15,1-1-3 0,3-2 2 0,-6-2-2 16,6 9 4-16,-3-6 3 0,-7-5-4 0,5 0 2 16,-5-2-6-16,-3 1-36 0,7-11-20 0,3-14-15 15,-6 0-148-15</inkml:trace>
  <inkml:trace contextRef="#ctx0" brushRef="#br0" timeOffset="6869.47">25655 3072 629 0,'0'0'11'0,"0"-2"0"0,0 0-13 16,1 1 6-16,1 1-11 0,2 0 10 0,3 0-5 15,21 1-1-15,6 5 0 0,5 1 3 0,7 3 19 16,2 1-1-16,12-4 9 0,1-3 10 0,0-2 12 15,4-4-5-15,-5-2 4 0,-1 1-27 0,-1-1-21 16,-1 2 3-16,8 0-7 0,2 0 0 0,-6 2-12 0,3 2-8 16,-9 4-1-16,-3 1-27 0</inkml:trace>
  <inkml:trace contextRef="#ctx0" brushRef="#br0" timeOffset="142334.01">4742 4851 10 0,'0'0'0'0,"0"0"10"15,2 0 6-15,0 0 6 0,0 0 8 0,0 0-4 16,0 0 2-16,-1 0 0 0,1 0-6 0,0 0 3 0,0 0-10 16,0 0-8-16,0 0 7 0,0 0-8 0,-1 2 4 15,1 0-1-15,0-1 4 0,0 1 0 0,0 0 13 16,0 0-4-16,0 0-7 0,-1 0 4 0,-1 0-2 16,0-1 5-16,0 1-2 0,0 0 1 0,-1 0-8 0,-1 0 3 15,0 0 8-15,0 0-4 0,-2-1 6 0,-1 1-4 16,-8 4-7-16,2-2 3 0,-1-1-10 0,1 1 14 15,-2 0-7-15,-2-2 8 0,2-1-6 0,1 1-3 16,-1 0 5-16,-2 0-3 0,2-2 11 0,-6 2-14 16,6-2 3-16,-5 0-6 0,3 0-2 0,-2 0-3 15,0 0-1-15,1 0-1 0,-1 0 4 0,0 0-6 16,2 0 3-16,-1 0-4 0,-3-2 6 0,0 0-1 16,-5 0 0-16,0 0-2 0,-2 1-6 0,-2-3 7 0,-1 2 4 15,1 0 1-15,-4 0 1 0,2 0-8 0,-3 2 3 16,-4 0-3-16,-2 0-1 0,0 2 6 0,-2 2-12 15,4 0 10-15,-6-1-6 0,-3 3 5 0,-2-2-3 16,-3-1 3-16,3 1-3 0,4-2 2 0,-1 2 3 0,4-2-3 16,2-1-6-16,0 1 2 0,0 2 4 0,2-2 0 15,2 0 6-15,1 0-5 0,3-1-1 0,1 1 0 16,-5 0 3-16,7 0 5 0,0 2-3 0,4-2 4 16,4-1-8-16,-1 3 5 0,-1 0 1 0,-2 0-1 15,-2-1-7-15,3 1 12 0,-3 2-8 0,4-3 10 16,-2 3-13-16,2-2 6 0,-1-1-4 0,9 1 4 15,1-2 8-15,1 2-10 0,3-3 12 0,-4 3-11 0,2 0 12 16,0 0-14-16,5-3 2 0,1 1-4 0,-1 0 10 16,-1 0 1-16,1 0-4 0,2 0 2 0,1 0-4 15,-1-1 6-15,0 1-3 0,1 0 3 0,-1 0-15 0,0 0 7 16,2 0-3-16,0 0 4 0,1 1-10 0,-1 1 7 16,0 0-4-16,0-1 8 0,2-1-3 0,-4 6-8 15,2-1 3-15,-1 4-5 0,-1 0 7 0,-2 6-2 16,3-2 0-16,-3 2-1 0,1 1-3 0,1-1 2 15,0 2 1-15,1 1 1 0,-1 0 10 0,2 1-11 16,0 1 0-16,0-3-5 0,2 1 4 0,0-1 3 16,0-4 2-16,0-2-1 0,0 5 1 0,0-1-6 15,0 1 4-15,0 1-3 0,0-1 4 0,0-1-2 16,0 4-1-16,0-3-1 0,0 3-4 0,0 1 7 0,0-4-2 16,0 5 2-16,0-5-7 0,0 5 7 0,0-1-2 15,0 0 4-15,0 4-3 0,-2 0-4 0,1 2 0 16,-1 2-2-16,0-1 5 0,2 5 3 0,-2-1-1 0,-2 4 1 15,2 2 1-15,1 6 0 0,-1-2-1 0,0-4-2 16,2 3-7-16,-2-6 3 0,-2 1 3 0,1-4 1 16,-1-5 3-16,-2 0 1 0,1-2-5 0,-1 2 2 15,1-2-7-15,-1 2 2 0,0-2 3 0,1 0 0 16,-1 1 0-16,1 1 0 0,-1 0 0 0,1 2 2 16,-1 0 2-16,2-1-2 0,1 3 1 0,1-1-2 0,0 1-5 15,0 3 3-15,0-1 1 0,2 3 1 0,0 2-3 16,-2-10 7-16,2 3-8 0,0-4 8 0,0-2-2 15,0 0-4-15,0 4 1 0,0-8-3 0,0-2 11 16,0 3-7-16,0-5 5 0,0-1-6 0,0 1 0 0,0-3 0 16,0-2 0-16,0 0 0 0,0-2 2 0,0 2-1 15,0-1-1-15,0-5 0 0,2 4-2 0,-2-3 5 16,0-3 2-16,0 1 0 0,0-3-5 0,2 1 0 16,0 0-1-16,0 0 1 0,-2-3 4 0,3 3 6 15,1 0-9-15,0 0 7 0,0-3-13 0,-3-1 5 16,7 4 3-16,3 0-1 0,-4-2 4 0,-1-2-2 15,1 0-4-15,-3 0 1 0,-2 0-3 0,5 0 3 0,-1 0 0 16,3 0 1-16,-1 0-6 0,-6 0 6 0,3 0-1 16,-1 0 3-16,0 0-9 0,-1 0 4 0,1 0 0 15,0 0 2-15,-1 0 2 0,1 0 1 0,0 0-6 16,3 0 3-16,-3 0-1 0,1 0-1 0,-1 0 1 16,2 2-1-16,1-1 0 0,-1 1 3 0,-3-2 1 0,1 0 0 15,2 2-3-15,-4-2-3 0,3 2 4 0,-1 0-3 16,-2-2 0-16,0 0 4 0,1 2-3 0,5 1 4 15,-6-3-2-15,1 2 1 0,5 2-5 0,-6-4 2 16,3 2-8-16,3 2 12 0,-3-3 0 0,1 1 2 16,-1 0-13-16,-1 0 8 0,2 0 0 0,1 1 4 15,0 1-3-15,3 2-5 0,-1-1 5 0,2 1-5 16,-2-2 9-16,1 1-1 0,1 1-4 0,0-1 3 0,2 1-7 16,0-1 0-16,-2 1 4 0,-5-4-2 0,7 5 1 15,-2-1 3-15,0-1-2 0,8 5 4 0,-6-3-2 16,3 1-2-16,3 1 0 0,-2-4 1 0,3 3-1 0,-1-1-1 15,1 1-4-15,4-1 3 0,2 1 4 0,2-1-6 16,4-1 4-16,1 1-7 0,0-1 5 0,6 1 9 16,0-1-6-16,0-1 6 0,4 1-18 0,-4-1 10 15,0 1-1-15,0-1 2 0,-2 1 0 0,2 0 5 16,0-3-3-16,-5 1 3 0,1 0-5 0,-4-1 0 16,3 1-1-16,3 0 1 0,-2-2 0 0,2 0-4 15,-1-2 4-15,1 0-4 0,4 0 3 0,1 0-1 16,1-2 2-16,0 0-1 0,-6-2 1 0,2 0 6 0,-6 1-4 15,3-3 3-15,4 1-6 0,-1 1 1 0,4-2-2 16,-4 3 2-16,-5 1-1 0,-1-2-2 0,-1 2 2 16,-3 0-2-16,1 0 13 0,-2-1-9 0,1 1 3 15,-1-2-5-15,2 2-5 0,-4 0 5 0,-4 2-2 0,-1 0 3 16,-1 0-3-16,-5 0 6 0,-4 0-4 0,0 0 4 16,-7 0-5-16,2 0 6 0,-3 0 1 0,-1 0 2 15,0 0-3-15,2 0-54 0,-1 0-25 0,-1 2-46 16,0 0-426-16</inkml:trace>
  <inkml:trace contextRef="#ctx0" brushRef="#br0" timeOffset="148378.4">4776 4938 44 0,'0'0'18'0,"0"0"6"0,0 0 28 0,0-2 1 0,2 0 2 16,-1 1-10-16,1-1-22 0,0 0-1 0,0 0-7 16,0 0-9-16,0 0-2 0,0 0 5 0,-1 1-5 15,1-1 5-15,0 0 9 0,0 0 5 0,0 0 0 16,0 2 3-16,0 0 6 0,-2 0-6 0,0 0 5 0,0 0-8 16,0 0 13-16,0 0-7 0,0 0 7 0,0 0-12 15,0-2 4-15,0 2-1 0,0 0-1 0,0-2-5 16,-2 2-11-16,0-1 14 0,0 1-12 0,0 0 16 15,0-2-11-15,0 2-1 0,-1-2-1 0,1 2 9 0,-11-2-16 16,2 0 8-16,0 0-10 0,-4 0 6 0,0 1 2 16,-4-1-12-16,1 2 10 0,-4 0-11 0,-1 0 2 15,-3 0 1-15,-7 2-2 0,1 1-5 0,-5 1 9 16,-2 2 0-16,4-1 3 0,-8 1-4 0,2-1-3 16,-5 1 0-16,1-1 0 0,1 3 0 0,3-3 0 15,0 1-1-15,-2 0 1 0,2-1 3 0,-1 3-5 16,1-3 6-16,0 1-6 0,2-3-1 0,0 1 15 15,2 0-10-15,0-2 12 0,0-2-10 0,1 0 8 16,3 0 0-16,1-2 1 0,3 0-5 0,3 0-4 16,3 0-5-16,3 0 2 0,0-1-1 0,1-1-1 0,-1 0 6 15,1 1-6-15,4 1 10 0,2 0-13 0,0 0 4 16,4 0-7-16,-2 0 10 0,2 0-2 0,-1 2-4 16,1 0 1-16,0-1-8 0,-4-1 12 0,0 2-4 15,0 0 4-15,2 0-5 0,-1 0-4 0,1 0 5 0,2 0-4 16,-2 0 12-16,2 0-9 0,-3 0 3 0,3 2-4 15,0-1 3-15,1 1 3 0,1 2 0 0,0 0-1 16,-1-1-3-16,1 3-2 0,-3 0-2 0,1 7 0 16,0 1 6-16,-2 3 0 0,0 0 3 0,-2-2-4 15,1 3-5-15,1 1 5 0,-4-1-2 0,4 3 3 16,-4-1-10-16,2-1 8 0,6 1 0 0,-2 1 4 0,-2-1 0 16,1 4-7-16,-1-3 3 0,4-1-3 0,-3-1 8 0,3 1 7 15,-2-1-5-15,-2 3 5 0,5-2-10 0,-3 1 2 16,3-1 1-16,2-1-1 0,-1 5 2 0,-3-4-4 15,3 3-6-15,-1-5 3 0,-1-3 1 0,3 4-5 16,-1-3 8-16,-1 1-7 0,2 2 10 0,-3 1-7 16,3-1 2-16,-3 1-3 0,-3-1 7 0,1 3-5 15,-2 0 1-15,4 0-2 0,1 3 2 0,2-3-1 16,1 4 0-16,-1 2 0 0,-2 0 7 0,-1 5-11 16,1 2 5-16,-1 4-5 0,-2 2 10 0,1-4-9 15,-3 0 2-15,4-1-3 0,1-5 14 0,-3 3-10 16,3-3 1-16,1-3-3 0,1 2 6 0,2-2-3 0,0-4 5 15,-13-4-5-15,4 2-1 0,6-1 1 0,3-1-3 16,2 1 3-16,2-1 5 0,0 1-1 0,-1 1-1 16,3 0-1-16,0 0-4 0,0 3 1 0,-1-3 2 15,3 2-1-15,-2-2-6 0,1 2 6 0,1 0-1 0,1 2 6 16,-1 0-6-16,-1 0 0 0,3 4 1 0,-3-2 1 16,-1 2 5-16,1 1-2 0,-1-1-5 0,2 0 3 15,-1-6-4-15,1-2 3 0,-1 2 1 0,3-3 0 16,-1-1-3-16,1-1-2 0,-5-10 3 0,5 4-2 15,3 2 10-15,0-2-8 0,8 0 5 0,-1 0-5 16,-1-4 4-16,-4 2 1 0,6 2-9 0,-5-2 5 16,5 2-5-16,-4 0 2 0,-4 0 2 0,0 2-1 0,-2-2 3 15,3 0 0-15,-1 2-1 0,0 0-1 0,0 0-1 16,-4-2 0-16,3 2 5 0,-3-2-3 0,2 1-2 16,1 1 1-16,-1-2-1 0,2 2 1 0,0-2 1 15,-1 0 1-15,-1 2-2 0,0-4 2 0,0 0-9 0,-1 0 6 16,1 1 0-16,-1-3 3 0,1 4-3 0,-2-2 0 15,3-2-1-15,-1 1 1 0,-2-1 2 0,1 0 1 16,-1 2-5-16,1 0 4 0,-1-1 1 0,-1-3 1 16,1 1-3-16,-1-3 1 0,-1 1 4 0,1-1-9 15,-1-1 6-15,5 2-7 0,-3-3 10 0,0-1-6 16,3 6 8-16,-5-5-8 0,6 5 0 0,1-3 5 16,2 3-9-16,-1-5 10 0,0-1-4 0,2 0-2 0,-4-2 3 15,6 0-3-15,2 0 5 0,-3 0-5 0,7 0 0 16,-3 0-2-16,-5 0 2 0,0 0-2 0,-4 0 2 15,2 0-3-15,0 0 6 0,2 0-7 0,1 2 6 16,1 2-6-16,0-1 11 0,1 1-5 0,5 0-1 0,-5-2-1 16,-1 0-2-16,2-1 1 0,-3 1 1 0,1 0 1 15,5 0 4-15,-3 0-5 0,1-2-1 0,3 2-1 16,1 0 5-16,-2 1-2 0,4 1-2 0,0 0-1 16,2 1-5-16,-4 1 8 0,-2 1-1 0,-3-1 2 15,1-1-1-15,2 3 1 0,3-1 2 0,-1 1-1 16,0-1 0-16,-2-1-3 0,2-1-1 0,0 1-1 0,2-1 6 15,0-1-3-15,4 2 0 0,-9-4-2 0,6 1-4 16,-1-1 5-16,0 0 2 0,8 0 0 0,-6-2 4 0,1 0-6 16,-1 0 1-16,-2 0-2 0,-2 0-1 0,1 0 0 15,-1 0-2-15,3-2 2 0,-1 2 6 0,-1-2-1 16,-1 2-3-16,-2 0 0 0,2 0 1 0,-2 0 1 16,-1 0 3-16,-3 0-4 0,-3 0-5 0,4-2 1 15,-6 0 6-15,0 1-2 0,0-1 13 0,-6 2-17 16,3-2 3-16,-7 2-6 0,3 0 9 0,-2 0 0 15,-3 0 1-15,3-2 0 0,0 0-2 0,0 0 3 16,-3 0-3-16,1 1 3 0,0-1-7 0,0 0 4 16,0 0-1-16,0 0 3 0,0 0 0 0,-1 0-3 0,-1 1 2 15,0-1-2-15,0 0-1 0,0 0 2 0,0 0-1 16,-1 0 2-16,-1 0-4 0,0 1 6 0,0-1-6 16,0 0 5-16,0 0-11 0,0 0 5 0,-1 0 1 15,-1 0 1-15,0 1 3 0,1-1-4 0,-1 0 2 16,0 0-2-16,-3-2 1 0,-1 1 7 0,1-1-3 0,1 2 3 15,-3-2-7-15,0 1-5 0,1 1 2 0,-1 2-6 16,2 0-26-16,-1 0-183 0,3 2-138 0</inkml:trace>
  <inkml:trace contextRef="#ctx0" brushRef="#br0" timeOffset="154108.78">14301 4964 36 0,'0'0'0'0,"0"0"14"0,-2 0 12 0,0 0 16 16,0 0 10-16,0 0 0 0,0 0-2 0,1 0 7 15,-1 0-1-15,0 0 3 0,0 0 1 0,0 0-22 16,0 0 1-16,0 0-10 0,1 0-16 0,-1 0-12 15,0 0 0-15,0 0-1 0,2 0 8 0,0 0 22 16,2 0-8-16,0 0 11 0,0 0-16 0,1 0 9 16,20 0 3-16,3 0-1 0,5 0-4 0,4 0 0 0,-1 0-3 15,5 0 2-15,-2-2-5 0,-2 0-11 0,-3 1 6 16,-1-1-5-16,-3 0 6 0,4 0-16 0,-4 0 1 16,0-2-5-16,-2 3 6 0,-6 1-9 0,0 0 2 0,-3 0-5 15,-2 0 2-15,-6 0-25 0,-1 0 2 0,-3 0-9 16,-1 0-1-16,0 0 1 0,-1 0-11 0,-1 0-7 15,0 0-157-15</inkml:trace>
  <inkml:trace contextRef="#ctx0" brushRef="#br0" timeOffset="154405.19">14529 4914 316 0,'0'-2'21'0,"0"0"23"0,0 0-2 0,0 1-14 16,0-1-2-16,-2 0-6 0,2 0-26 0,0 0 3 15,0 0 2-15,0 0 1 0,0 1-1 0,0-1 10 16,0 0-2-16,0 0 8 0,0 2 9 0,0 0 18 16,0 0-7-16,2 0 10 0,0 0-5 0,0 0 2 15,0 0 5-15,0 0-5 0,-1 2-16 0,3 0 6 16,0 0-12-16,0-1 10 0,-1 3-4 0,5 9-9 0,3 6 4 15,-2 3-8-15,-1 2-11 0,-1 4 1 0,-1 2-2 16,-1 3 3-16,-1 6-2 0,0 4-14 0,-3 3-1 16,1 4-6-16,0 2-6 0,-2 2-36 0,0 2-10 15,0 0-24-15,-2-4-178 0</inkml:trace>
  <inkml:trace contextRef="#ctx0" brushRef="#br0" timeOffset="154886.98">14063 7400 377 0,'0'0'60'16,"0"-2"16"-16,0 0-19 0,0 1-36 0,2-1 1 15,0 0-10-15,0 0-2 0,1 0 0 0,1 0-2 16,4-1-7-16,6-3 4 0,1 2 1 0,6 1 1 16,-1 1-2-16,2 2 20 0,-3 0-6 0,1 0 11 15,8-2-9-15,-4 2-3 0,4-2-1 0,0 2 0 16,0 0-7-16,2 0-6 0,-1 0-7 0,-1 0 3 0,-4 0-9 15,-1 0-6-15,-3 0 8 0,-3 0-10 0,-2 0-9 16,-1 0-23-16,-2 0-1 0,-5 0-6 0,2 0-6 0</inkml:trace>
  <inkml:trace contextRef="#ctx0" brushRef="#br0" timeOffset="155561.7">14590 6017 256 0,'0'-2'24'0,"0"-2"25"0,-1-20 16 0,-1-4 10 16,0 6-25-16,0 4-2 0,2 3-9 0,0 4 3 15,0-2-23-15,0 3-16 0,0 1 11 0,0 3-10 16,0 1 12-16,0 1-12 0,0 0 0 0,0 1-2 0,0-1 5 16,0 2 19-16,0-2-3 0,0 3 9 0,0-1 7 15,0-2 7-15,0 0-6 0,0 1 2 0,0-1-28 16,0 2 3-16,0 0-7 0,0 0 6 0,0 0-3 0,0 2-3 15,0 0 7-15,0 2-7 0,2 0 7 0,0 2-6 16,0 7-4-16,3 9 1 0,1 3-7 0,-3-1 5 16,3 2 2-16,-2 2-1 0,-1 2 1 0,1 0-2 15,0 0 0-15,0 0-2 0,-1-1 0 0,1 3 0 16,-2 0-1-16,2 1 0 0,-1-1-7 0,1-2 6 16,0 2-2-16,1-3 3 0,-1-4 3 0,0-1-5 15,1 2-1-15,-1-5 0 0,0-1 3 0,-1-1 0 16,1 0 6-16,0-2-6 0,0 1-3 0,-3-5 3 15,3 2-6-15,-2-3 4 0,0-1-3 0,0 0 1 0,0-1 6 16,-1-3-2-16,1 1 14 0,-2-2-15 0,0-3 7 16,0 1-8-16,2 2-1 0,0 0 10 0,0-1-8 15,2-1 9-15,-1 0-7 0,1 0 10 0,0 0-10 0,-1-2 9 16,1 0-12-16,-2 0-1 0,5-4 7 0,-1 0-7 16,1-3 13-16,1-13-13 0,-1-3 5 0,1-3-5 15,1-5 8-15,0-5-5 0,1-4-1 0,1-3-1 16,-2-4-1-16,0-3 1 0,0 4-1 0,1-1 2 15,-1 3 6-15,0 5-9 0,2 0 6 0,4 7-6 16,-4 5 3-16,-1 4-5 0,-3 3-5 0,-3 3 2 16,1 2 13-16,3 2-11 0,-4 2 5 0,1 6-8 15,1-1 3-15,-3 4-12 0,1 0 5 0,0-1-8 0,0-1-10 16,-1 2-18-16,1 0-4 0,-2 0-4 0,0 2-28 16,0 0-199-16</inkml:trace>
  <inkml:trace contextRef="#ctx0" brushRef="#br0" timeOffset="156118.63">15149 6453 460 0,'0'-2'2'0,"0"1"1"0,0-1 7 0,0 0-4 16,0 0 3-16,0 0-12 0,0 0 2 0,-2 0-5 0,1 1 5 16,-1-1 1-16,0 0 2 0,0 0 8 0,0 0-3 15,0 0 11-15,0 0 9 0,1 1 1 0,-1-1 5 16,0 0 8-16,0 0-14 0,0 0-4 0,0 2 0 16,0 0 11-16,1 0-3 0,-1 2 6 0,0 0-8 15,0 0-13-15,0 1-2 0,-3 7-2 0,-1 5 1 16,2-1-7-16,1 1 8 0,1 0-9 0,0 0 7 15,2-2-18-15,0-2 13 0,0 2-4 0,0-2 7 16,0-1-9-16,0-3 5 0,2 0-2 0,-2-3 3 0,2 2-11 16,-2-4 3-16,1 1-7 0,3 1 6 0,0 0-9 15,-2-4 5-15,1 2-3 0,3-1 3 0,0 1-9 0,1 0 8 16,0-2-1-16,3 0 3 0,-1-2-7 0,-2 0 6 16,5-3-8-16,-3-1 7 0,-2 1 2 0,4-1-4 15,-5-9 4-15,5 0-3 0,-3 1 11 0,1 1-3 16,2 0 4-16,-5 1-4 0,1 1 0 0,-1 2 5 15,1 2 4-15,-1 1-1 0,-5 2 6 0,3 1-5 16,-4 1-7-16,4-2 4 0,0 0-1 0,-1 2 9 16,1 1 1-16,-2 1 1 0,0 0 0 0,0 0 1 15,-1 1 3-15,1 1-2 0,-2 2 3 0,0 2-7 0,0 8 4 16,0 1-5-16,0-2-2 0,0-2-2 0,0 1-5 16,0-3 3-16,0 2 0 0,0-2-4 0,0 2-1 15,0-3-2-15,2-1 1 0,0 1-6 0,0-3-4 16,0 1-3-16,-2-2-12 0,0-1-1 0,0-1-1 0,0 0 0 15,2 2-4-15,-1-1-18 0,3-1-3 0,0 0-17 16,0 0-129-16</inkml:trace>
  <inkml:trace contextRef="#ctx0" brushRef="#br0" timeOffset="156342.01">15058 6234 761 0,'0'-2'18'0,"0"0"1"0,0 1 16 15,0-1-17-15,0 0 9 0,0 0-35 0,0 0 7 16,0 0-1-16,0 0 3 0,0 1 12 0,2 1-1 16,0 0 10-16,2 0-5 0,16-2 22 0,6 0-8 15,9-2-1-15,4-1-1 0,4-1-1 0,4-3-13 16,-5-1-3-16,3 3-5 0,-1 0-14 0,-3 3-26 15,2 4-7-15,-2 2-17 0,1 3-116 0</inkml:trace>
  <inkml:trace contextRef="#ctx0" brushRef="#br0" timeOffset="157941.04">4029 9001 41 0,'0'-2'0'15,"0"0"6"-15,0 0 62 0,0-2-15 0,0 1 7 16,0-8-25-16,0-4 3 0,0 4-8 0,0-2 0 16,0 0-1-16,0 0 13 0,0 1 5 0,0-2 0 0,0 2 0 15,0-1-5-15,2 0 1 0,0-1 1 0,0 1-2 16,0 1-7-16,0-1-6 0,-2 6 3 0,0 0-4 15,1-5 9-15,1 5-10 0,0-2-1 0,-2 3-5 16,0 2-15-16,0 1 4 0,0 1-5 0,0 0 5 16,2-2-10-16,0 1 6 0,0 1 2 0,0 0 1 15,-1 0 3-15,1 2 9 0,2 2-7 0,0 0 7 0,-2 1-19 16,9 18 8-16,0 5-5 0,-4 0 4 0,1 0-16 16,-3 4 12-16,1-3-3 0,-1 5 6 0,-1-4-8 0,0 3-1 15,0 1 4-15,-3 0-2 0,1 3 0 16,0 0 7-16,-2 2-8 0,0 2 9 0,0 0-3 0,2-2 0 15,0 2 1-15,0-2-3 0,0-1-5 0,-1-5 9 16,-1-1 0-16,2-4 4 0,0-2-9 0,0-2 10 16,0-3-8-16,0-4 8 0,0-2-15 0,-1-4 10 15,1-1-3-15,0-5 6 0,-2-1-5 0,2 2 3 16,2 0 5-16,-1-3-2 0,-1-1 5 0,9 4-5 16,-1-4-3-16,3-2 0 0,2-3-3 0,1-6-2 15,-1-10-4-15,-4-18 2 0,4 2-2 0,-4-6 5 0,0 2 4 16,2 1-3-16,-1-3-3 0,-3 0-3 0,6 2-2 15,1-1 2-15,-3 3 11 0,4 2-7 0,-4-1 1 16,-4 3-5-16,6 0-1 0,-4 1 1 0,-3 3 4 16,1 1-1-16,-5 2-3 0,0 4 2 0,-3 0 0 0,11 7 2 15,-3 1-4-15,-2 1-4 0,-5 9-2 0,0 1 1 16,-2 3-6-16,2-2-10 0,0 0-1 0,0 2-3 16,-1 1-8-16,-1 1-20 0,0 1-8 0,0 3-17 15,-3 17-156-15</inkml:trace>
  <inkml:trace contextRef="#ctx0" brushRef="#br0" timeOffset="158422.42">4688 9483 331 0,'0'0'31'0,"0"-1"0"0,0-1 31 16,0-2-6-16,0 0 3 0,0 2-16 0,-1-9-6 15,1 2-7-15,0 2 2 0,0-3-14 0,0 7-10 16,0-1 1-16,0 2-3 0,0 0 1 0,0 0 8 16,0 2 4-16,0 0 2 0,0 2 14 0,0 2 0 15,-4 18 3-15,0 17 0 0,-1 0 12 0,-1 2-9 16,1-6 2-16,-1-1-6 0,0-5-2 0,3-3-18 0,-1 0 8 16,0-3-11-16,1-1-2 0,1-2-3 0,2-3-2 15,0-4 2-15,0-2-6 0,0-3 6 0,0-5-7 16,0 1 8-16,2 0-3 0,-1 0-7 0,1-1 2 15,0-1-4-15,2 0 3 0,-2-2-6 0,13-2 1 0,-1-3-3 16,-1-3 4-16,0 6 3 0,0-20-4 0,-2 0 3 16,-1 1 1-16,-1-3-2 0,0 0 2 0,-1 2-3 15,1-2 4-15,0 3-4 0,-1-1 8 0,-3 3-8 16,-1 4 0-16,0 8 9 0,-2 5-7 0,-2 0 8 16,3-1-8-16,1-1-7 0,0 0 3 0,-1 2-3 15,-1 0 8-15,0 2 0 0,0 2-2 0,0 0 2 16,-2 0-4-16,9 18 3 0,-3-1 6 0,-3 1-3 0,1-1 9 15,0-2-10-15,0-1-1 0,-1 1-1 0,1-4 2 16,0 0 6-16,-1 0-3 0,1-2 2 0,2 2-6 0,-1-3-2 16,1-1 0-16,-2-2 0 0,-1-1-2 0,1-1-5 15,-2-1-3-15,5-2-1 0,-1 0-18 0,-2 0-13 16,-3-2-9-16,3 3-17 0,0-1-186 0</inkml:trace>
  <inkml:trace contextRef="#ctx0" brushRef="#br0" timeOffset="158640.22">4564 9327 702 0,'-2'-1'73'0,"0"-1"18"0,1-2-25 0,-3-5-41 15,2-2-1-15,2 3-20 0,0 3-8 0,0 1 0 16,2 0-2-16,0 0 14 0,13 1-9 0,11-3 3 0,3 4-6 15,5-1 8-15,-1-1-3 0,4 0-1 0,2 1 0 16,2-1 2-16,4 2-16 0,-5-20 1 0,3 9-11 16,-2 7-32-16,-6 6-60 0</inkml:trace>
  <inkml:trace contextRef="#ctx0" brushRef="#br0" timeOffset="158901.57">5570 9053 933 0,'-1'-2'30'0,"-1"0"46"0,0-2-57 0,0 1-1 0,0-1-13 16,0 2 7-16,0 0-21 0,2 0 11 15,0 0-1-15,2 1 3 0,0-1-1 0,6-2-5 0,19-5 7 16,7 1-6-16,-3 3 4 0,3-1 0 0,1 1-2 16,-1 1 1-16,-3 0-1 0,-5 2-11 0,0 0 9 15,-5 1-11-15,5 1-6 0,-2 0-15 0,-2 0-1 16,-2 0-4-16,-5 1-8 0,-6 1-263 0</inkml:trace>
  <inkml:trace contextRef="#ctx0" brushRef="#br0" timeOffset="159079.22">5500 9391 1137 0,'0'-2'27'15,"0"0"-20"-15,-2-2 30 0,2-1-12 0,-2-3-14 16,2 3-5-16,0-1-6 0,2-1 3 0,4-3-2 16,16-1 3-16,19 0 0 0,5-2-2 0,2-2-13 0,8 2-10 15,2-2-5-15,-8 2-3 0,7 4-29 0,-5 0-108 16</inkml:trace>
  <inkml:trace contextRef="#ctx0" brushRef="#br0" timeOffset="159571.31">7076 8923 419 0,'0'-2'86'0,"-2"-2"167"16,-1-11-223-16,-3 0-2 0,2 6-11 0,3 4 6 15,-1-1-18-15,0 2-3 0,2 2-1 0,-6 1 0 16,-7-9 11-16,0 3-3 0,0 1 8 0,0 3-6 16,-2-1 13-16,2 2 6 0,0 2 5 0,4 0 0 15,-6 0 25-15,4 0-12 0,0 2-1 0,2 0-6 16,3 0-16-16,2-1-13 0,1 1 7 0,-5 4-11 0,5-4 1 15,1 13-6-15,0 1-3 0,-13 5 2 0,6-3-1 16,1 6 0-16,3 1 2 0,-1 2-2 0,2 3 3 16,3 4-3-16,-1 1-1 0,0 0 0 0,2 2 5 15,0 0-4-15,2 2 1 0,1-2-2 0,3 1-4 0,1-3 4 16,1-4 3-16,3 3 0 0,-2-6 10 0,1-4-8 16,3 2 3-16,-2-8-4 0,2 1 3 0,-8-4-2 15,18-6 0-15,3-1 0 0,0-3 11 0,1 14-7 16,3-8 2-16,2-2-4 0,1-5 10 0,6-4-4 15,-4-2 3-15,4-5-4 0,-2-5-3 0,1-1 2 16,-5 0 0-16,-3-1 1 0,-1-5 4 0,-4 10 0 16,1-17 2-16,-4-4-1 0,-2 0 3 0,-3-1 3 0,-6-5-4 15,-5 1 4-15,-3-6-5 0,-1 2 13 0,21-1-2 16,-10-1 4-16,-10 2-10 0,-5 2 1 0,-5 1-2 16,-8 5 0-16,10-1-8 0,-34 2-18 0,-6 3 0 15,-5 4-8-15,-10 3-17 0,-6 5-34 0,-12 8-40 16,-11-25-24-16,-10 30-384 0</inkml:trace>
  <inkml:trace contextRef="#ctx0" brushRef="#br0" timeOffset="163472.26">17314 6505 9 0,'0'2'3'0,"0"0"13"0,0 0 11 0,0 0 2 15,0 16-5-15,2 1-13 0,0 1-5 0,0-1-5 16,2-1 7-16,1 3 2 0,3 1-11 0,3 0 2 0,0 1-5 16,0-3 8-16,2 2 0 0,-2-1 1 0,2 1-2 15,2 0-3-15,0 1 1 0,-10 3 4 0,12-6-1 16,3 4-2-16,3-2 5 0,-5-5-1 0,1 2 3 15,-1-6-9-15,-1 0 10 0,0 2-12 0,3 1 11 16,-1-3-4-16,1-3-9 0,3-1 6 0,1-4-8 16,4 1 15-16,-1-2-15 0,3 1 10 0,4 1-12 15,3-2 19-15,2 3-12 0,3-5-3 0,3 0-3 0,1 1-2 16,3-1 15-16,-5 22-2 0,-1-12 5 0,-2-9-10 16,0-3 14-16,-4 0-5 0,2-3 9 0,-4-3 1 0,-3-3-6 15,1-1 3-15,-3-1-6 0,-2 0-4 0,-1 0-5 16,1 0 3-16,-4 2-3 0,2-3 8 0,-3 1-7 15,1-4 2-15,0-1-1 0,-2 10 13 0,2-18-10 16,4 2 8-16,-6-6-8 0,4 2 11 0,-3-4-6 16,-3-1 3-16,2 1-4 0,-3-4-4 0,-2 3 13 15,-6-6-11-15,2 0 15 0,-9-2 3 0,-3-2 13 16,3-6 1-16,22-5 2 0,-11-9 2 0,-8-11-3 16,-3-4 2-16,-4-6-3 0,-5 4 0 0,-3 7 1 0,-7 5-4 15,-1 12 1-15,-1 5-17 0,0 10-7 0,-3 4-6 16,10 7-1-16,-21 6-23 0,-8 7-40 0,-2 8-45 15</inkml:trace>
  <inkml:trace contextRef="#ctx0" brushRef="#br0" timeOffset="175203.76">20680 9899 1 0,'0'0'4'0</inkml:trace>
  <inkml:trace contextRef="#ctx0" brushRef="#br0" timeOffset="176312.02">20666 9860 289 0,'0'0'32'0,"0"0"-9"0,0-1 19 0,0-1-7 16,0 0 2-16,0 0-8 0,0 0 7 0,0 0-8 16,-2-1 5-16,0-1-14 0,0 0 9 0,0 0-6 0,2 3 4 15,-2-5-16-15,0 0 9 0,1-1-3 0,-1 0 5 16,0-1 6-16,0 1-5 0,0-1 5 0,0-1-6 16,0 0 2-16,1-2 2 0,1-1 0 0,0 1 2 15,0-2-2-15,0 0-2 0,-2-2-3 0,2 6 0 16,0 0 2-16,0 0-6 0,0-1 0 0,0 3-3 15,0-1-2-15,0 5-1 0,0 1 7 0,0 0-5 0,0-5 1 16,0-1 4-16,0 3-7 0,0-3 7 0,0 4-5 16,0 3 6-16,0-3-3 0,2 0 1 0,-1 2-17 15,1 0 10-15,-2 1-2 0,0-1 7 0,0 0-4 16,0 2 4-16,0 0-3 0,0 2 3 0,0 0-8 0,0 3 5 16,0 8-4-16,0 6 5 0,0 3-6 0,0-3-1 15,0-1 0-15,2-1-1 0,0 0-6 0,0 1 1 16,0 3 1-16,1 1 0 0,1 0 10 0,-2 0-11 15,0 3 1-15,-2 1-3 0,0 1 11 0,0 1-6 16,0 0 0-16,0 4-3 0,0-1-5 0,0-1 4 16,0 1 5-16,2-3-1 0,0 4 6 0,1-2-10 15,1-4 2-15,2 1-4 0,-3-6 13 0,3-3-6 16,-1 3-3-16,-1-6 0 0,4 3 0 0,-3-3-1 0,-1-4 1 16,0 2-4-16,-3-3 5 0,3-1 2 0,0 2 3 15,-2-4-4-15,0 3-1 0,-1-1 3 0,-1-2 0 16,0 1 1-16,0-1-4 0,-1-1 2 0,-1-1 0 15,-4 3 0-15,-9-3-4 0,-11 3 4 0,-3-1-3 16,-7-1 4-16,7 1 1 0,-10 1-8 0,3-3 4 0,-6-1-5 16,-1 2 4-16,4 1 5 0,2-1-1 0,5-1 2 15,1 1-2-15,1 1-3 0,2-1-4 0,6-3 2 16,1 3 1-16,3-4 2 0,5 1 1 0,5 3-2 16,-1 1 0-16,5-5-5 0,3-2 6 0,-3 4-5 15,0 0 0-15,0-1 5 0,3-1-7 0,-1 0 7 16,2 0-5-16,0 2 7 0,2-2-1 0,-1-1 4 0,5 3-2 15,22 9-5-15,3-4 0 0,7-1-3 0,1-3-3 16,1-1 7-16,-4-2-4 0,5 2 4 0,1-1-1 16,-1-1 2-16,7 2 1 0,-11 0-1 0,-1-2-5 0,-3 1 4 15,-1 1-1-15,-3 0 2 0,-3-1-3 0,-3 1 3 16,-3 0-2-16,-3 0 2 0,0-1 1 0,-1 1 0 16,-1 0 0-16,-4-1-2 0,-1-1-10 0,-5 0 8 15,1 0 3-15,-4-2 1 0,-1 0 3 0,3 2-5 16,0 0-1-16,-2 0 1 0,0-1 1 0,-1 1 2 15,-1 0-4-15,0 0 4 0,-1 0-1 0,-1 2-2 16,-6-1 1-16,-18 10-2 0,-2 0 11 0,-3-2-12 16,-3 1 8-16,-5-1-9 0,-7 0 12 0,-2 0-5 15,1 0 2-15,-3 2-3 0,6 0 7 0,-3 0-3 0,1 2-4 16,9-2 3-16,0 2-9 0,7-2 11 0,4 0-6 16,2 0 8-16,3 0-10 0,6-4-8 0,4-1 6 15,4-7-7-15,3 11 8 0,0-1 3 0,-5 0-3 0,5-4 2 16,-1 4-5-16,3-3 3 0,2-1 0 0,0 1 3 15,2-1 8-15,2 1-9 0,1-1 5 0,12 0-7 16,9-1-2-16,2 1-1 0,3-5 1 0,3 19-2 16,3-6 4-16,6-4 6 0,-6-6-4 0,4-1 5 15,1-2-7-15,-1-2 2 0,2 0-3 0,-1 0 1 16,-8 0-11-16,-4 0 14 0,-4 0-1 0,-4 0 5 0,0-2-2 16,-5 2-4-16,-4 0-1 0,0 0 0 0,-4 0-2 15,-3 0 1-15,-1 0 3 0,-3 0-2 0,0 0 1 16,2 0-2-16,-1 0-1 0,1 0 1 0,-2 0 0 15,0 0 3-15,0 0-1 0,-2 0 2 0,0 0-9 0,0 0 7 16,-2 0-1-16,0 0 3 0,0 0-7 0,0 0 0 16,-1 2-2-16,-1 0 3 0,0 0 3 0,0 1 0 15,-3 7-1-15,-2 4 0 0,-1 3 1 0,1 2-5 16,2 5 2-16,-1-2-3 0,3 4 14 0,-1-2-12 16,2 4 10-16,1 2-11 0,1-2 0 0,0 5 9 15,0-3-10-15,2 5 10 0,0 0-11 0,2 1 3 16,4 1 3-16,1 0 1 0,0 0 5 0,3 0-2 0,1 0-1 15,0 2-1-15,2 2 0 0,0 0-2 0,-2-6 4 16,0-1-2-16,-1-5 4 0,-1-1 2 0,-2-2-1 16,1-5 2-16,-1-1-10 0,-1-1 4 0,-1-1-3 15,-1-1 5-15,0-4 6 0,-2 0-10 0,-1-2 6 16,-1-2-7-16,0 1 6 0,0-1-18 0,0 0-9 0,-1 0-6 16,-1 1-52-16,-2-3-87 0,0 1-63 0</inkml:trace>
  <inkml:trace contextRef="#ctx0" brushRef="#br0" timeOffset="177248.36">19839 9710 272 0,'0'0'-2'0,"0"0"24"15,-1-2-8-15,-1 0 12 0,0 0-9 0,0 1-7 16,-2-1-3-16,1 0-2 0,1 2-9 0,-6-2 4 0,1 0 4 16,1 2 0-16,1 0 3 0,3 0-2 0,-4 0-2 15,3 0 3-15,-3 0 13 0,2-2 11 0,1 0-4 16,-1 1 5-16,2-1-7 0,0 0 0 0,0 0 2 16,0 0-2-16,1 0 12 0,-1 0-5 0,0 1-1 15,0-1-3-15,0 0-18 0,0 0 0 0,0 0-5 0,1 0 2 16,1 0-11-16,0 1 4 0,0 1 5 0,0 0 0 15,0 0 8-15,0 0-12 0,1 0 5 0,1 0-5 16,0 0 7-16,2 1 8 0,3 1-7 0,12 2 8 16,3 0-12-16,4-1 1 0,0-1-5 0,4 0 4 15,-1 0 1-15,1 0-4 0,4 0 6 0,-1-2-6 16,0 0-1-16,1 0 7 0,1 0-3 0,-1 0 4 0,1 0-12 16,2 0 9-16,4 2-9 0,3-1 9 15,1-1-7-15,5 2 5 0,0-2 4 0,0 0-1 0,2-2 4 16,-2-3 2-16,1-1 3 0,-3-1-2 0,-2-1 3 15,1 3-9-15,-3-1-1 0,-1 4-2 0,-4 1-2 0,-4 1 3 16,2 0 1-16,-7 1 0 0,4 1-1 0,-5 0 2 16,-6 0-7-16,4 2 5 0,-10-4-5 0,2 2-1 15,-6-2 2-15,-8 0-1 0,10 0 8 0,-8 0 5 16,8 0 1-16,-7 0 1 0,1 0 2 0,-3 0-1 16,-5 0 3-16,7 0-3 0,-4-2-5 0,-1 0-1 15,1 0-3-15,0 0 2 0,-2 0-7 0,-1 2 0 16,1 0-2-16,-2 0 0 0,0 0-7 0,0 0-23 15,0 0-5-15,-2 0-9 0,1 0-45 0,-1 0-35 0,-22 4-27 16</inkml:trace>
  <inkml:trace contextRef="#ctx0" brushRef="#br0" timeOffset="177944.65">20181 9751 536 0,'0'-2'20'16,"0"0"-3"-16,0 0 15 0,0 0-4 0,0 1-1 15,0-1-11-15,0 0-6 0,0 0 2 0,0 0-6 16,0 0-8-16,-2 0 9 0,0 1 1 0,-1-1 3 0,-14-2-4 16,-9 0 11-16,-4 2-5 0,-3 2 8 0,1 0 0 0,-5 0 13 15,2 0 1-15,-8 0 3 0,-1-3-8 0,-1-1 6 16,-5-2-8-16,2-1 7 0,3 0-8 0,-1-3-3 15,-1 1-3-15,6 2 0 0,-3-1-13 0,1 3-7 16,2 1 5-16,2 2-5 0,2 2 6 0,5 0 0 16,1 2-6-16,-1 2 4 0,8-1-5 0,-2-1 1 15,2 0 5-15,4 0-2 0,-3 0 9 0,5 0-6 16,3-1 0-16,-2 3-3 0,4-2-9 0,2 0 11 16,-4 0 0-16,8-2 7 0,-4 2-3 0,3-2-3 15,3 0-1-15,1 0-1 0,2 0-5 0,-2 1 1 0,1 1-1 16,-1 0 2-16,0 0-1 0,2 0 4 0,1 0-1 15,-1 0 2-15,-2-1-5 0,2 1-1 0,0 0-2 16,0 0 1-16,1 2 2 0,-1-1 5 0,0 1-1 16,0 0 0-16,0 0-8 0,0-1 2 0,0 1-1 15,1 0 2-15,1-2 6 0,-2 5-6 0,0 0 2 0,2 1-2 16,-2 1 10-16,2-1-10 0,0-1 7 0,0 4-7 16,2-2 6-16,0 1-7 0,1 1 0 0,1 0-3 15,0-2 11-15,1 2-5 0,1 1-1 0,0 1-1 16,-1 1-2-16,3 3 5 0,-1 0-2 0,0 3 3 15,1 2-4-15,-1 4-1 0,-1 4 1 0,-2 4-1 0,-1-1 6 16,-1 0-5-16,0-3 1 0,0-2-2 0,-2-2 6 16,0-2-3-16,0-5-2 0,2 1 0 0,0-1-6 15,-2-6 11-15,1 2 2 0,-1-8 1 0,0 0-12 0,0-3 7 16,0 0-5-16,2 0 5 0,0-1-6 0,0 1 6 16,-2 0 2-16,0-1 2 0,0 1 9 0,0-2-16 15,2 0 8-15,-2 0-9 0,0 0 10 0,2-1 1 16,-2 1-3-16,0 0 1 0,0 0-8 0,0 0 1 15,0-2 1-15,0 0 0 0,0 0-1 0,0 0 6 16,0 0-7-16,0 0 5 0,0 0-7 0,0 0 2 16,0 0 1-16,0 0-1 0,0-2-6 0,0 0 9 15,0 0-3-15,0 0 4 0,0 2-5 0,0 0 0 0,0 0 3 16,0-1-2-16,2 1-19 0,-1 0-16 0,1 0-4 16,0 0-4-16,0 0-35 0,0 0-38 0,0 0-22 15,0 0-26-15,-1 0-303 0</inkml:trace>
  <inkml:trace contextRef="#ctx0" brushRef="#br0" timeOffset="178543.65">18993 11522 23 0,'0'0'11'0,"0"0"-4"0,0 0 21 0,2 0 6 15,-1 0-1-15,1 0 3 0,0 0 7 0,0-2 2 16,0 0 1-16,0 1 8 0,0-1-3 0,-1 0 4 0,3 0-5 16,0 0-2-16,-2-2-9 0,0 1-6 0,-1-1 3 15,1 0 3-15,0 1-11 0,0-1 5 0,0 0-9 16,0 2 0-16,0 0-6 0,-1 1-4 0,1-1 0 15,0 0 3-15,-2 0 5 0,0 2 0 0,0 0 0 16,-2 2-5-16,0 0-9 0,1 0 7 0,1-1-7 16,-10 18 6-16,1-2-5 0,0 1 1 0,3 1-3 15,2-2-3-15,3-1 6 0,1-3-4 0,0-2 4 0,0 1-11 16,0-5 16-16,1 0-1 0,1-3 8 0,2 0 2 16,2 0 0-16,12 5 0 0,3-2 1 0,1-5 3 15,2-2-8-15,0-4 1 0,-3-3-4 0,-1-2 1 0,-3-1-2 16,-2 1-1-16,-4 2 0 0,-2 1-7 0,-3-7 11 15,-3 2-4-15,-1 0 7 0,0 0-4 0,5 1 4 16,-3 3-4-16,0 0 1 0,-2 1-17 0,-2 0-1 16,0 5 0-16,-2-3-1 0,0 0-6 0,-7-1-2 15,-15-3-10-15,-1 4 4 0,-6 4-38 0,3 4-2 16,2 2-1-16,-2 1-1 0,6 1-10 0,3 1-31 16,1 0-2-16,3 0-12 0,4-1-18 0,1-1-87 15</inkml:trace>
  <inkml:trace contextRef="#ctx0" brushRef="#br0" timeOffset="178842.98">19190 11758 159 0,'0'0'51'0,"0"0"46"16,0 0-2-16,-2-2-19 0,0 0-4 0,0 0-3 16,0 1 1-16,0-1-15 0,0 0 6 0,-1 0-9 15,-1 0 6-15,0-2-18 0,2 4 0 0,-1-1-7 16,1 1-17-16,-4-2 1 0,1 0-6 0,3 2 4 15,0 0 0-15,-2 2 0 0,1 1 6 0,-5 10-5 0,-5 15-2 16,6 4 2-16,3-1-10 0,2 3 7 0,2 1-14 16,0-3 10-16,0-1-6 0,0 1 8 0,0-1-11 15,2-1 9-15,2-2-2 0,-1-6 4 0,1-3-2 0,0-1-1 16,-2-3 3-16,1 0-4 0,1-2-5 0,0-2 13 16,1 0-10-16,-1-3 11 0,0-1-19 0,-2-1 10 15,0-3-1-15,-1 1 5 0,-1-2 5 0,2 2-8 16,-2-2-1-16,0-1-3 0,4 3-1 0,0 0-14 15,-1 0-10-15,1-1-8 0,0-1-68 0,-2 0-137 16</inkml:trace>
  <inkml:trace contextRef="#ctx0" brushRef="#br0" timeOffset="179704.98">18889 10562 30 0,'0'0'-3'0,"0"0"1"0,0 0 4 15,2 0-2-15,-1 0 3 0,1 0 7 0,0 0 20 16,0-2 3-16,0 0 6 0,0 1 13 0,1-1 5 15,1 0-2-15,-2 2 0 0,0 0-22 0,3-4 4 16,1 0-8-16,-2 1 7 0,-1-1-3 0,1 0-4 16,-4 2 7-16,2-1-8 0,0-1-9 0,0 0 14 15,0 3-15-15,-1-1 15 0,1 0-5 0,-2 2 1 16,0 0 2-16,-2 2-3 0,1 0-15 0,-3 1 0 16,0 5-7-16,-7 6 3 0,0 3-10 0,5-2 5 15,-5 2-1-15,4-4 4 0,1 0 5 0,2-2-2 0,4-2 9 16,0-1-7-16,0-3 11 0,0-1 6 0,0-2-8 15,6 1 7-15,16 10-11 0,8-1 1 0,-2-9-5 16,5-3 1-16,-1-2-14 0,1-3 14 0,-1-1-5 16,-4-1 5-16,0-2-12 0,-4-1 8 0,0-1-1 0,-6 2 2 15,-1 0 1-15,-4 1 3 0,-5 3 5 0,-3-3-2 16,-1-9 2-16,7 3 1 0,-2-1-7 0,-3-2 5 16,-4 4-15-16,-2 0-4 0,0 4-6 0,0 3 0 15,0 4-30-15,-4-1-42 0,-7-3-17 0,-11 2-19 16,-1 4-149-16</inkml:trace>
  <inkml:trace contextRef="#ctx0" brushRef="#br0" timeOffset="180775.08">17182 12356 180 0,'0'0'14'16,"0"0"-1"-16,0 0 4 0,-1 0 6 0,-1 0-6 15,0 0 7-15,0 0-10 0,0 0 1 0,0 0-1 16,0 0 12-16,1 0-1 0,-1 0 5 0,0 0-3 16,0 0 12-16,0 0 4 0,0 0 3 0,0 0 1 15,1 0 4-15,-1 0-13 0,0 0 2 0,0-2-6 0,0 0-4 16,0 0-5-16,0 0-7 0,2 1 3 0,0-1-10 16,0 0-8-16,0 0 4 0,2 0-6 0,0 0 3 0,0 0 4 15,2 1-8-15,1 1 8 0,10-4-5 0,2 0-7 16,1 0 11-16,7 3-9 0,-3-1 6 0,2 2 3 15,4 0-3-15,-2 0 2 0,0 0-7 0,9 0 5 16,2 0-5-16,2 0 5 0,6 0-5 0,-3 0 1 16,-1 0 1-16,2 0 0 0,-2 0 4 0,2 0-1 15,3 0 0-15,6 0 1 0,6-2 5 0,7 0-4 16,3 0 2-16,10 0-4 0,-2 0-1 0,0-1 7 16,-1 1-9-16,-7-2 8 0,-3 2-13 0,0 2 3 0,2 0 6 15,2 0-3-15,7 4-2 0,4 0 1 0,5 1-3 16,1 1 4-16,-8-2-4 0,-2-1 7 0,-6 3-6 15,-1-2 7-15,5-1-7 0,4 1-2 0,10-2 3 16,6 0-2-16,3-2 5 0,1 0 3 0,-3-2-5 16,-10-2 3-16,1 0-3 0,-1 1 0 0,12-3 5 0,1 2-5 15,4-1-3-15,0-1 1 0,-7 1 1 0,-2-3 1 16,-6 3 6-16,6-1-12 0,2 1 1 0,5 1-4 16,8 0 16-16,-3 0-11 0,-6-1 8 0,-4 1-10 15,-4-1 6-15,5 3 7 0,8 0-8 0,9-2 6 16,-1 2-12-16,-3 0 6 0,-7 1 1 0,-9-3 2 15,0 2-3-15,9 0-1 0,4 0 7 0,4 0-3 16,1-1 1-16,-11-1-2 0,-1-2-1 0,-10 5 0 0,-4-1-3 16,4 0-5-16,0 2-13 0,1 0 6 0,-5 0-37 15,-11 0-4-15,-9 0-6 0,-11 0 1 0,-6 0-16 0,-7 0-45 16</inkml:trace>
  <inkml:trace contextRef="#ctx0" brushRef="#br0" timeOffset="181526.97">21050 9723 89 0,'0'0'52'0,"0"0"-29"0,0-2 55 16,-2 0-16-16,0 0-21 0,0 1-4 0,1-3 0 0,-1 0-2 16,2 2-13-16,-2-3-5 0,0 1-3 15,0-2 2-15,2 3 2 0,0-1 0 0,0 0-4 0,-2 1 3 16,0-1-2-16,1 0 20 0,-1 0 0 0,0 1 7 15,0-1-2-15,0 2-15 0,2 0 1 0,0 0-7 16,0 1-14-16,0-1 15 0,0 0-13 0,2 0 12 16,0 2-10-16,2 0 5 0,9 0 1 0,18 0-2 15,3 2-8-15,10 3 5 0,8-1 2 0,6 0-1 0,7 0-8 16,1-3 3-16,1-1-2 0,4-1 3 0,1-3 6 16,8-5-4-16,11-3 3 0,6 1-4 0,8-2-1 15,7 0-7-15,-10 0 2 0,-5 0-2 0,-10 2 12 0,-2 4-12 16,-1 3 2-16,-4 2-4 0,3 2 3 0,-5 0-1 15,-7 2 6-15,-6 0-5 0,-10 2 2 0,-8-1 3 16,-8 1-10-16,-4 2 7 0,-5-1-2 0,-1 1-1 16,-4-1 8-16,-7-1-7 0,-3 0 4 0,-6-2-5 15,1 1-7-15,-5-1 3 0,-1-2-23 0,-2 0-26 16,1 2-2-16,1 0-11 0,-2 0-35 0</inkml:trace>
  <inkml:trace contextRef="#ctx0" brushRef="#br0" timeOffset="182648.34">22435 9730 441 0,'0'0'14'16,"0"0"-1"-16,0-1-2 0,0-1 7 0,0 0-9 15,0 0 8-15,0 0-15 0,0 0 1 0,0 2-3 0,0 0 16 16,0-2-2-16,0 2 11 0,0 0-5 0,2 0 47 16,-2 0-1-16,0 0 3 0,0 0-5 0,0 0-13 0,0 0-15 15,0 0-1-15,0 0-6 0,0 0-9 0,0 0 0 16,0 0-2-16,0 0 1 0,0 0-17 0,0 0 9 16,0 0-6-16,0 0 6 0,0 0-11 0,0 0 6 15,0 2-11-15,0 0 8 0,0 0-3 0,0 2-5 16,0-1 14-16,0 9-11 0,0 6 9 0,0-1-10 15,0 3 1-15,0 3-1 0,-2-1 14 0,0 4-8 16,0 2-4-16,1-1-1 0,1 5-6 0,-2 0 8 16,0 1 0-16,2-1 1 0,0 1 2 0,0-5-3 15,0 3 3-15,0 1-3 0,2-8 3 0,1 2-2 16,-1-7 4-16,2-3-2 0,0 3 8 0,-1-2-9 0,1-1-2 16,0 1 0-16,-2-4 3 0,-1-2 2 0,1-1 7 15,-2-5-4-15,0-3 11 0,0 4-12 0,0-5 4 16,0 3-4-16,0 0 7 0,0 0-4 0,0-1-4 15,-2 1 3-15,1 0 0 0,-1-2-4 0,-2-1 4 0,-7 5-6 16,-9 1-3-16,-1-1 1 0,-3-2 0 0,2-1 3 16,-2-1 1-16,-1 0 2 0,3-2-3 0,2 0 2 15,-3 0-9-15,1 0 4 0,0 0 1 0,3 0 2 16,3-2 2-16,4 2-11 0,9 0 5 0,-3 0-6 16,1 0 12-16,1 0-6 0,0 0-5 0,0 0 0 15,3 0 0-15,-1 0 5 0,0 0-1 0,0 0 0 0,2 0-6 16,2 0 4-16,0 0 6 0,1 0-2 0,10 0 8 15,12 4-9-15,-1 0-5 0,4-1 2 0,-2-1 6 16,1 0-4-16,3 0 1 0,0 2-1 0,1-2 1 0,1-1 2 16,3 3 3-16,-1-2-1 0,1 0-2 0,0 0-2 15,-3 1 0-15,-1 1 0 0,-1 2 3 0,-4-1-1 16,4 3 1-16,-10-3-1 0,-1 3-4 0,-6-3 5 16,-6-3-6-16,1 2 6 0,-7-4-2 0,1 0 7 15,2 4 1-15,0-1 2 0,-2 1-1 0,-1 0-8 16,-1-1 6-16,-1 1-6 0,-3 2 6 0,-11 1-3 15,-20 2-4-15,1-1 3 0,-1-1 5 0,0 2-4 16,1 1 3-16,-1-1-4 0,2 2 0 0,-1-2-2 16,5 1 2-16,1-1-2 0,0 2 11 0,4-2-11 0,0 1 3 15,1-1-6-15,3-2 9 0,5 1-10 0,0-3 7 16,6 3-8-16,3-3 4 0,4 3-12 0,-1-3 7 16,-1 1-9-16,0 1 10 0,1 1 3 0,1-1-11 0,0 4 9 15,2-3-1-15,0 1-4 0,2-1 8 0,1-1-6 16,1-1 4-16,13-3 3 0,7 1 5 0,2 13-2 15,2-4 1-15,0-4-2 0,1-5-3 0,1-2 3 16,0-2 0-16,-1 0-4 0,1 0 2 0,0-2-2 16,-6 2 6-16,-2 0-8 0,1 0 2 0,-10 0-4 15,1 0 4-15,-2 0 1 0,-3 0 0 0,-4 0 1 0,-3 0-1 16,2 2-1-16,0-1 2 0,-2 1-1 0,-1 2 7 16,3 5-10-16,0 17 0 0,-4 2-3 0,-2 6 6 15,-2 5 0-15,-3 0-1 0,-1 3 0 0,-1 1-4 0,0-4-1 16,1 0 5-16,-1 2-2 0,2-8 0 0,1 4 3 15,1 0-3-15,1-1 3 0,2-1-10 0,0 2 9 16,2 2-5-16,0 0 7 0,4 4-8 0,1 0 1 16,3 1 5-16,-1 1-2 0,3 1 8 0,-3-3-10 15,2 1 4-15,-1-7-5 0,1-1 5 0,0-3 4 16,1-7-4-16,1 2 6 0,0-6-6 0,-2-3 6 16,0-2 2-16,-1-4 1 0,1 1 7 0,-3-4-6 15,1 1-4-15,-1-4-1 0,-3-1-1 0,1-1 2 16,-4-3 7-16,4 2-4 0,0 0 6 0,-3-1-8 0,1 1 2 15,0-2-3-15,0 0 1 0,-2 0-6 0,0 0 1 16,0-1-2-16,0 1-4 0,-2 0-7 0,0 0-3 16,0-2-3-16,-1 0-30 0,-1 0-35 0,0 0-28 15,1 0-15-15,-1 0-224 0</inkml:trace>
  <inkml:trace contextRef="#ctx0" brushRef="#br0" timeOffset="183275.06">23122 10622 843 0,'-2'-2'33'0,"0"0"10"0,0 0-6 15,1-2-21-15,1 2 3 0,0 1-15 0,-2-3-5 16,-2 0-7-16,0 2 4 0,1 2 1 0,-1 0-1 15,0 2 4-15,4 0-2 0,-16 28 3 0,3 5 1 16,3-2 0-16,5 3 0 0,1-5-2 0,2 1 6 16,2-1-4-16,2 1 5 0,0 0 2 0,0-5 4 15,0-1 3-15,-1-7 0 0,3 0-1 0,-2-5-2 16,-2-6-2-16,2-1 0 0,0-3 3 0,0 0 7 0,-1-2-5 16,1-1 4-16,0-1-11 0,0 0 2 0,0-1 0 15,2-7-1-15,7-25-9 0,-2-1 8 0,0-1-7 16,-1 0 6-16,-1-1-11 0,0-1 4 0,-1 0-1 15,0 2 2-15,1-2 2 0,0 0 0 0,1 1-2 16,1 1 1-16,0 0 2 0,1 3 0 0,-1-1 5 0,0 7-5 16,4-4-6-16,0 4-1 0,0 2 4 0,0 5 0 15,-5 6 4-15,8 6-9 0,3 5-3 0,-2-9 1 16,-4 5 8-16,-2 5-3 0,-4 1 0 0,3 1-1 16,-5 1-6-16,-1 0 10 0,0 17 0 0,9 1 6 15,-4-1-4-15,-4 3-2 0,-3-2 1 0,-2-1-1 16,-3 0 1-16,-3-5 6 0,-1 1-4 0,-5 2 4 0,11-2-9 15,-20 1 8-15,1-1-6 0,-1 0 6 0,3-2-6 16,-3 2-7-16,3-2 4 0,1 2-3 0,-2-2 10 16,6 2-10-16,0-2 4 0,2 2-6 0,2-2 5 15,2-4 4-15,1 2 0 0,2-2 1 0,2-1-3 0,1 1 11 16,-5-2-3-16,0 1 6 0,3-3 1 0,-1 3 9 16,2-3-3-16,2-1 6 0,0 2 3 0,0-3-12 15,0 1 2-15,0-2-7 0,0 0-17 0,8 2 7 16,8-1-1-16,1 1 5 0,2-2-7 0,-3 2 10 15,1-1-12-15,0-1 10 0,-2 0-16 0,1 0-20 16,-3 7-5-16,4 2-9 0,0-3-45 0,-2-3 3 16,9 3-4-16,-8-5 1 0,5 1-23 0,1 0-102 0,-1-2-2 15</inkml:trace>
  <inkml:trace contextRef="#ctx0" brushRef="#br0" timeOffset="183575.93">23716 10783 367 0,'0'0'30'0,"-2"-2"38"16,1 0 0-16,-1 1-15 0,0-1 3 0,0-2-10 16,0 0 0-16,0 1 0 0,2 1-3 0,0-2 1 15,0 0-11-15,0 2-20 0,-2-1 4 0,1-1-11 16,1 0 9-16,0 2 4 0,0 1-3 0,0 1 2 16,0 0 3-16,0 0-8 0,0 1 11 0,0 3-10 0,0 13 8 15,0 9-8-15,-2 4-8 0,-2-1 4 0,-2 5-3 16,1-5 5-16,-1 3 0 0,-1-2 0 0,-1-6-2 15,1-2 13-15,1-1-3 0,1-3 5 0,1-1-4 16,0 0-3-16,3-8 9 0,1-2-8 0,0 1-2 0,0-5 3 16,0-1-5-16,0 0 5 0,1 2-2 0,1 0-6 15,2-1-3-15,-2-3-1 0,22 6-12 0,0-6 14 16,2-2-6-16,0-4 8 0,-4-1-11 0,2 0 3 16,-1-3 0-16,1-1 1 0,-2 2 2 0,-5 1-2 15,0 3-3-15,-3-1-2 0,1 1-24 0,-2-1-43 16,0 1-7-16,0 1-14 0,0 0-49 0,0 0-233 15</inkml:trace>
  <inkml:trace contextRef="#ctx0" brushRef="#br0" timeOffset="184342.6">22688 9851 313 0,'0'0'19'16,"-2"0"5"-16,0 0 8 0,-2-2-15 0,-9-1 6 15,-2 1-8-15,4 0 2 0,4 0-4 0,1 2 2 16,4 0-8-16,0 0-2 0,-1-2 1 0,-1 0-2 15,0 0-1-15,2 1 21 0,1-1-3 0,-1 0 8 0,0 0-2 16,0 0 6-16,0 0-3 0,2 0 5 0,0 1 4 16,0-1-12-16,0 0 2 0,2 0-7 0,0-2-9 0,0 2 5 15,1 1-4-15,1-1 4 0,7-4-5 0,12-1 0 16,-1 1-3-16,9 1 0 0,3 1-7 0,3 2 7 16,6 0-3-16,1-2 2 0,1 3-8 0,-1-3 2 15,3 0 7-15,1 0-5 0,4-1 2 0,2-1-2 16,5-1 0-16,8-1 1 0,7-1 3 0,16 2-3 15,1-4 2-15,1-1-2 0,-1-2 2 0,-7 1-3 16,-4 1-5-16,-4 5 3 0,-4 5-3 0,3 2-1 16,-3 2 5-16,0 2-4 0,-5-2 6 0,-2-1-4 0,-4 1-2 15,-7 0 1-15,-2 0 9 0,-7-2-8 0,-2 0 7 16,-4 0-9-16,-4 0-1 0,-5-2 3 0,-1 0 1 16,-3-1 4-16,-2-1 3 0,-3 2 10 0,-3 0-4 15,-6 0 8-15,2 0 0 0,-4 1-8 0,-3 1 0 0,1-2-3 16,-5 0 2-16,1 0-15 0,0 0-5 0,-1 0-11 15,-1 0-62-15,0 1-85 0,0 1-84 0</inkml:trace>
  <inkml:trace contextRef="#ctx0" brushRef="#br0" timeOffset="184857.66">23779 12296 454 0,'0'-1'33'16,"0"-1"-5"-16,0 0 27 0,0 0-1 0,0-2-4 15,0 2-22-15,0-5-13 0,0 1 10 0,0 1-9 16,0 1 17-16,0 0 6 0,0 3-3 0,0-3 5 15,0 0-9-15,0 2-5 0,0 0 0 0,0 1-1 16,0-1 8-16,0 2-12 0,0 0 3 0,0 2-6 16,0 1-5-16,-2 8-3 0,1 14 2 0,-3 4-2 0,2 3-5 15,0 1 4-15,2 1-7 0,-2-1 7 0,2 2-7 16,0 6 7-16,0 0-2 0,0 4 3 0,0-5 0 16,0-2 1-16,0-3-5 0,0-2 4 0,0 4 0 0,2-5-4 15,-2-6 2-15,2 0-4 0,0-7 4 0,0 1-5 16,-2 0 11-16,0-5-11 0,0 0 3 0,2-2-2 15,-1 0-16-15,1-2 6 0,0-1-53 0,0 1-28 16,0-2-1-16,0 0-13 0,0-1-36 0</inkml:trace>
  <inkml:trace contextRef="#ctx0" brushRef="#br0" timeOffset="185142.62">23350 13241 606 0,'0'0'31'0,"0"-1"53"15,-1-1-39-15,-1 0-4 0,0 0-3 0,0 0-3 16,2 0-23-16,0 0 1 0,0 1-3 0,2-1 3 16,2 0-7-16,9-2 24 0,18-5 5 0,4 0 6 15,6-1 7-15,-2 1-4 0,6-2-7 0,-10 3 2 16,2 1-27-16,-3 1-9 0,-8 5 0 0,-6-1-1 15,-3 2 1-15,-1 0 1 0,-3 0-9 0,2 0 2 0,-4 0-32 16,-3 0-19-16,-4 0 0 0,-1 0-7 0,-1 0-13 16,2 2 1-16,0-1-1 0,-3 1-3 0,1 0-41 15</inkml:trace>
  <inkml:trace contextRef="#ctx0" brushRef="#br0" timeOffset="185298.21">23482 13390 229 0,'-2'0'54'0,"1"0"-10"0,-1 0 48 16,-2 0 18-16,0 2-15 0,1 0 10 0,-1 0-21 15,0-1-5-15,2 1-6 0,0 0-22 0,1 0-13 16,-1 0 2-16,2 0-5 0,2 0 5 0,1-1-16 16,12 3 1-16,20-2-6 0,-1-2-6 0,3-4-5 0,2-1 0 15,-6-1-2-15,-1 1-9 0,0 1-72 0,-3-2 3 16,1 1-28-16,1 1-34 0,-1-2-80 0</inkml:trace>
  <inkml:trace contextRef="#ctx0" brushRef="#br0" timeOffset="186094.8">25363 9235 450 0,'0'-2'34'0,"0"-2"-4"16,0-14 21-16,2-10 0 0,2 5-6 0,-1 5-6 16,1 1-10-16,-2 4 5 0,0 2-5 0,0 2 12 0,-2 3 3 15,0 1-3-15,0 3 1 0,2-2-11 0,-1 0-11 16,1 1 2-16,-2 1-5 0,0 0 2 0,0 0-5 15,0 2 1-15,0 0-3 0,0 2-8 0,2 0 1 16,-2 1-4-16,4 16 2 0,0 11-9 0,-1 3 11 16,1 4-2-16,0 6 6 0,1 3-9 0,-1 6-1 15,2 0 4-15,-1 2-1 0,1-6 0 0,-3 1 2 16,1-1-6-16,0-9 5 0,0-2 2 0,-3-7 1 16,3-2-4-16,-2 0 1 0,2-2-3 0,-1-4 11 0,-1-2-1 15,2-3 3-15,0-2-4 0,-2-4 12 0,-1-2 3 16,-1-5 2-16,0 0 11 0,2-1 11 0,0 1-5 15,0-2 6-15,0 0-10 0,0 0-9 0,1-2-2 16,1-2-4-16,0-2-16 0,1-11 7 0,8-14-5 16,0 1 5-16,-1-6 0 0,1 1-6 0,-2-2 1 0,-2-6-4 15,2-2-6-15,-2-2 5 0,1 3-3 0,-1 6 4 16,-3-1-8-16,-3 13 7 0,5 0 0 0,6 2 2 16,-6 9-12-16,-3 0-11 0,-3 5-11 0,0 5 0 15,0-1-51-15,0 0-13 0,-2 2-21 0,0 0 3 16,0 2-76-16,0 2-66 0</inkml:trace>
  <inkml:trace contextRef="#ctx0" brushRef="#br0" timeOffset="186373.63">26050 9782 154 0,'0'0'51'0,"0"0"90"0,-2 0-79 0,0 0 10 15,1 2-1-15,-3 0 3 0,-2 0-9 0,-14 9 1 16,-2 0-5-16,-3 2 1 0,11-3-21 0,-1-1-6 15,5-2-4-15,5-3 1 0,-4 9-2 0,7-2-11 16,-2 0-3-16,-5 0-4 0,3-1-7 0,2-3 17 16,3 0 8-16,-1-1 4 0,2-2 37 0,0-2-12 15,0-1 10-15,2 3-12 0,1 0-2 0,1-2-10 0,20 5-2 16,-3-7-2-16,3-2-10 0,-2-1-4 0,-3-3-6 16,-1-1 4-16,-5-1-4 0,-5 3-6 0,-5-3 4 15,10-10-6-15,-2-3-5 0,-5 3-1 0,-4-3-2 16,-2 3 1-16,-4 1-6 0,-3 0-28 0,-3 2-10 15,-3 1-9-15,-18 1-51 0,-3 5-30 0,-6-1-2 0,-7 5-17 16,-3-22-87-16</inkml:trace>
  <inkml:trace contextRef="#ctx0" brushRef="#br0" timeOffset="186917.29">24646 9649 108 0,'0'0'33'16,"0"-2"37"-16,0 0-14 0,0 0-15 0,0 0 2 0,0 0-6 16,2 1 2-16,0-1 3 0,0 0-3 0,-2 0 4 15,2 0-3-15,-2 0 2 0,0 0 0 0,0-1 1 16,0 1 6-16,0 0-1 0,0-2-4 0,0 1 1 15,0 1-12-15,0 0 3 0,0 0 5 0,0 0-4 16,0 2-1-16,-2 0-3 0,0 2-9 0,0 0 6 16,0 2-3-16,1-1-7 0,-9 16 5 0,1-1-8 15,2-1-12-15,1-2 10 0,0 2-9 0,3-4 10 0,-1 2-15 16,2-2 10-16,2-4-4 0,0 2 4 0,0-4-16 16,0 1 15-16,0-3-4 0,0-3 10 0,0 0 1 15,4 0 2-15,13 9 1 0,1-3-1 0,3-5-3 0,-3-3 3 16,4 0 0-16,1-3 1 0,-3-5-3 0,-3 1-6 15,0-3 3-15,-8 5-2 0,0 3 10 0,-3-15-6 16,-3-5-5-16,-1 3 2 0,13-1 3 0,-6 0-4 16,-5 1 8-16,-4-1-9 0,-2-1 1 0,-1 6-3 15,-3 0-3-15,2 8 2 0,2 1-7 0,-18 1-4 16,0-10-4-16,-3 6-4 0,3 5-44 0,-1 4-73 16,3 6-24-16,1 3-41 0,4 2-358 0</inkml:trace>
  <inkml:trace contextRef="#ctx0" brushRef="#br0" timeOffset="190247.35">20953 10566 80 0,'0'0'18'0,"0"-2"12"0,0 0 20 16,0 0 13-16,0 0-4 0,0-1-11 0,0-1-15 16,0 2 3-16,0-5-5 0,-1-3-1 0,1 5 7 0,0 1 0 15,0 2 5-15,0 1 2 0,0-1 7 0,0-2-8 16,-2 0 6-16,0 1-13 0,0-1-5 0,2 2-1 15,0 0-1-15,0 0-4 0,0 0 2 0,0 1-4 16,2 1 3-16,0 0-5 0,0 0 4 0,-1 1-5 16,1 1 4-16,2 2-9 0,0 2 6 0,-1 14 3 0,5 2-2 15,-3 2-7-15,1 2 0 0,-2 0-4 0,-1 6 3 16,-1-1-4-16,0-1-3 0,2 4 3 0,0-1-4 16,1 0 0-16,1 3 0 0,-1-5 1 0,1-3 0 15,-1-2-6-15,3-4 8 0,-3 1-9 0,1-1 9 16,-2-3 1-16,-2-5-10 0,5-4 8 0,-1-3-8 15,-5-3 10-15,1 0-4 0,0-1 3 0,0 1-3 0,0-2 6 16,-2 0-3-16,0 0-2 0,0-2 1 0,-2 0 3 16,0-2-1-16,0-2-1 0,-9-20-1 0,-2-4-4 15,4 0 12-15,1-3 1 0,5-1 1 0,-1 2-13 0,2 1 5 16,2-1-2-16,2 0 4 0,2-1 0 0,1 3-4 16,5 0-1-16,1 4 0 0,2 0-6 0,-11 3 4 15,18 1-4-15,-3-1 6 0,5 6-3 0,2 1 2 16,-5 4-8-16,3 3 4 0,-7 1-6 0,-4 3-6 15,6 1 7-15,-8-6-11 0,8-1-20 0,-3 3-25 16,-4 5-8-16,3-1-7 0,-4 2-52 0,-3 0-52 16,1 2-12-16,-3-1-19 0,-1 3-123 0</inkml:trace>
  <inkml:trace contextRef="#ctx0" brushRef="#br0" timeOffset="190553.76">21340 10887 108 0,'0'0'43'0,"0"0"-5"0,0 2 42 0,-2 0-1 0,0 0-1 16,2 0-4-16,-11 20-22 0,0-2 10 0,-1 4-15 15,3 2-2-15,2 0-3 0,1-1-2 0,4-5 2 16,0-1 2-16,2-3-3 0,0 1 6 0,2-2-4 16,2-2 11-16,2-4-1 0,-3-3-6 0,16-3 3 15,3-1-12-15,4 15-3 0,2-6-4 0,-2-4 2 16,2-3-4-16,-4-4-6 0,-4-4-1 0,1-1-2 0,-1-3-1 15,-1 1-3-15,-2 0 8 0,-4-1-4 0,-4 3 19 16,-4 1-9-16,-1-9-1 0,9-6-3 0,-2-3-7 16,-3-2-3-16,-5 2 3 0,-3-1-4 0,-3 1-7 0,-3 4-11 15,-1 3 3-15,-3 0-7 0,-1 0-10 0,2 4-62 16,-11 2-20-16,-1 3-27 0,-1 2-201 0</inkml:trace>
  <inkml:trace contextRef="#ctx0" brushRef="#br0" timeOffset="196274.43">27116 10484 47 0,'0'0'22'0,"0"-2"-3"0,0 1 7 16,0-1 9-16,0-2-10 0,2-5 16 0,0-6 13 15,-1-4-11-15,1 1 9 0,0-1-25 0,0 1 11 16,-2 5-5-16,2-2 7 0,-2 4-7 0,0-1 0 16,0 3 4-16,0 0-3 0,0 0 1 0,0 1-12 15,0 1 5-15,0-1-6 0,0 1 5 0,0 5-10 16,0-2 0-16,0 1-1 0,0-1 10 0,0 0-8 16,0 0 3-16,0 1-5 0,0-1 7 0,0 0-3 0,0 1 0 15,0-1-1-15,0 2-2 0,0 0-8 0,0 0 4 16,0 0-6-16,0 1-2 0,0-1 7 0,2 0 1 15,0 2 2-15,-1 0-3 0,-1 2 2 0,2 0-5 16,-2 3 7-16,6 19-5 0,-1 8-5 0,1 3 3 0,-2-3-3 16,1-1-1-16,-1-1-1 0,2-2-2 0,-3 2 3 15,1-3 5-15,-2 3-4 0,0 0-2 0,-2-4-2 16,2 2 1-16,-2-1 5 0,0 1 5 0,0 0-2 16,0 0-4-16,0-4 3 0,0-2-4 0,0 1 4 15,0-1-1-15,0-3-3 0,0-1 4 0,0-5-4 16,0 0 6-16,0-4-9 0,0-1 3 0,0-3-4 0,0-1 6 15,0-2 11-15,0 2-2 0,0-1 4 0,0-1-2 16,0 0-1-16,0-2 3 0,0 0 0 0,0-2 1 0,0-1-14 16,0-7 4-16,1-14-6 0,1 0 13 0,0 0-7 15,2-2-4-15,0 0 0 0,1 0-2 0,3 2-3 16,1-2 2-16,2-2-4 0,-2 2 6 0,2 0-7 16,2 0 4-16,0 2-5 0,4-2 0 0,2-2 8 15,-1-4-5-15,1 3 6 0,-15-3-5 0,22 4-1 16,-4 2 4-16,4 6-2 0,0 1 5 0,0 1-4 15,4 5-2-15,-8-2-1 0,-2 4-14 0,-3 7 12 16,-2 0-2-16,0-7 5 0,-2 4-9 0,-2 3-14 16,-2 0-4-16,0 2-4 0,1 2-20 0,-3 0-21 0,-1 0-7 15,1 0-7-15,-1 0-52 0,1 4-38 0,-1 0-4 16,-1 0-23-16,-1 12-146 0</inkml:trace>
  <inkml:trace contextRef="#ctx0" brushRef="#br0" timeOffset="196644.81">27771 10622 540 0,'0'0'45'15,"0"0"-2"-15,0 0 16 0,0 0-2 0,-2 0-11 16,1 0-20-16,-1 0-9 0,0 0 0 0,0 1-3 0,-2 1 8 16,1 2-9-16,1-4 5 0,-6 19-6 0,-1-3 0 15,2 1 1-15,1 0-2 0,0-2 2 0,5-1-5 16,-1-2 15-16,-8 1-4 0,7-6 8 0,-1 2 2 0,2 1 9 15,2-5 3-15,0 1 1 0,0-4 7 0,0-1-5 16,4 3-4-16,3 2-1 0,16 5-17 0,-1-6 1 16,2-3-8-16,0-2 3 0,0 0-10 0,-1-2-6 15,-5-1 15-15,-1-1-12 0,-4 0 12 0,-4 1-1 16,0-1-2-16,-1 0 3 0,-4 2 1 0,-3 2 0 16,3-5 0-16,5-10 0 0,-3 0-5 0,-4-2-5 15,-2-1 0-15,-6 1-1 0,-1 0 4 0,-4 2-10 16,0 1 1-16,-10 1-3 0,-1 3-7 0,5 1-1 15,-1 5-2-15,3 1 1 0,-2-1-4 0,4-5-26 16,0 1-2-16,0 3-8 0,2 1-13 0,2 2-38 0,1 2-10 16,3 0-13-16,3 0-57 0,-2 2 17 0,0 0-51 15</inkml:trace>
  <inkml:trace contextRef="#ctx0" brushRef="#br0" timeOffset="197018.52">28434 10066 964 0,'0'-1'9'0,"0"-1"0"16,-2 0 14-16,0-2-8 0,1-1 6 0,-1-3-8 0,0 3-7 15,0-1 2-15,2 4-3 0,0 0 9 0,-2-1-1 16,0-1 8-16,0 0-7 0,1 2 10 0,-1 0-5 15,0 1 3-15,0-1-3 0,0 0 4 0,0 2-3 16,0 0 3-16,1 2-2 0,-1 1 0 0,-4 10-9 16,-5 17-7-16,4 0 1 0,1 3-5 0,2 8 7 15,1 2-3-15,-1 3 3 0,-2 1-8 0,3-3 1 16,-1-5-2-16,0 2 2 0,0-6 8 0,1-3-11 16,-1 1 6-16,0-3-10 0,1 0 4 0,-1-6 2 0,0 2 0 15,0-4 1-15,1 0 1 0,1-1 0 0,-2-3 3 16,2-3-1-16,0 0 4 0,1-4-10 0,-1 2 0 15,2-5-3-15,-2-3-5 0,0 1-23 0,2-2-2 16,0-3-8-16,0 1-12 0,-2 2-13 0,0 0-2 16,0-2-7-16,2-1-41 0,0-1 6 0,0 0-11 0,2-1 10 15,0-1-5-15</inkml:trace>
  <inkml:trace contextRef="#ctx0" brushRef="#br0" timeOffset="197307.63">28690 9972 449 0,'0'0'59'16,"0"0"-7"-16,0-2 43 0,0 0 1 0,0 0-10 0,-1 0-30 16,-1 0-5-16,0 1-13 0,0-1 6 0,0 0-27 15,0 0 3-15,0 0-1 0,1 0-1 0,1 2-10 0,0 0 10 16,0 0-2-16,0 0 5 0,0 2-9 0,0 0 5 16,0 2 1-16,0 9 3 0,-2 11-6 0,2 2 1 15,0 7-6-15,-2-3 5 0,2 9-6 0,-2 2-3 16,0-4 3-16,0 8-2 0,0-5-1 0,-1 5 3 15,-1 0-6-15,0-5 6 0,1-2 2 0,-1-3-11 16,0-5 9-16,0-3-9 0,-1 3 7 0,1-4 1 16,0 2-6-16,1-4 4 0,1 2-2 0,-2-4-2 15,2-1 1-15,0-3-1 0,1 1 7 0,-1-2-13 16,0-4 8-16,2 0-11 0,0-4 6 0,0 0-27 0,0 0-2 16,0-3-9-16,0 0-20 0,0-3-29 0,0 1-8 15,0-2-7-15,0 0-33 0,0 0-45 0</inkml:trace>
  <inkml:trace contextRef="#ctx0" brushRef="#br0" timeOffset="197998.95">29205 9974 601 0,'0'0'67'0,"0"-2"3"16,-2 0-11-16,0 0-14 0,0 0-18 0,0 0-19 15,0 0 1-15,1 2-5 0,-1 0 5 0,0 0-4 0,0 2 2 16,0 0-3-16,-2 4 4 0,-9 23 9 0,0 9 0 16,2 2 6-16,0 7-5 0,2-1 4 0,0 6 0 15,1 2 6-15,1-4-4 0,-1 4 0 0,-1-11-11 16,0-6-6-16,-1-4 2 0,1-1 3 0,0-2 4 16,0-3-1-16,3-2 0 0,0-5-6 0,1 0 2 15,1-3 5-15,0-2-2 0,3-2 1 0,-1-4-3 16,0 1-3-16,2-7 2 0,0 1-3 0,0-2 3 15,0 2 6-15,0-1-2 0,0-1 19 0,0 0-25 0,0 0 6 16,0-2-12-16,0-2 10 0,0 0-13 0,0-2 5 16,2-10-5-16,1-9 4 0,1-1-8 0,2-2 2 15,-1-2-5-15,-1-1 0 0,2-7 3 0,-1-3 2 16,3-1 0-16,1-5 2 0,2 0 0 0,-2 3-3 16,2-5 2-16,-1 3 1 0,-1 3 0 0,2 6 0 0,-2 3-1 15,1 6-4-15,1 4 11 0,-2 1-3 0,-1 6 5 16,1 1-14-16,-4 6 4 0,5-1 1 0,10 3 1 15,1 1 4-15,-1 1-4 0,2-11 4 0,1 4-2 16,-1 5 10-16,0 5-12 0,-1 1 0 0,-7 1-4 16,1 5 3-16,-4 1 2 0,-3-3 5 0,-3 22-1 15,-3 0-4-15,15 0 7 0,-6 4-6 0,-5 0 6 0,-6-1-6 16,-4 1-3-16,-4 2 0 0,-3-3-2 0,-3-1 6 16,-3 0 3-16,15-6-3 0,-22-3 2 0,0 1-2 15,0-5-3-15,-1 2 0 0,-4-2 0 0,6 0 12 0,-1-6-6 16,-2 2 4-16,11-2-6 0,-7-1 0 0,7 1 0 15,4-2-2-15,0 1 1 0,2-3-4 0,5 3 1 16,0-3 1-16,1 1 2 0,1-2 13 0,0-1-7 16,0 1 9-16,0 0-9 0,0-1 11 0,2 1-11 15,2 0 0-15,0 0-3 0,2-1 4 0,14 7-5 16,6-1 3-16,1-4-5 0,2 1-1 0,-2-2-2 16,1-2 4-16,-2-1-2 0,0 1 3 0,-2 0-4 15,2 2-2-15,-1 0 0 0,-1-3 1 0,-2 3-15 0,-3-2 5 16,-4 0-12-16,2 2-24 0,-4-3-19 0,0 3-6 15,0-2-3-15,-3 0-23 0,-5-2-80 0,5 2 0 16,-5-2-37-16,-1 0-94 0</inkml:trace>
  <inkml:trace contextRef="#ctx0" brushRef="#br0" timeOffset="198435.9">29762 10460 798 0,'0'-2'77'0,"0"0"-74"0,0-1 76 0,0-8-33 0,3-2-35 16,-1 7 0-16,0 0 0 0,0 1-1 0,-2 3-9 15,0 0 7-15,0 0-6 0,7-3 5 0,-3 3 0 0,0 0 13 16,0 0 2-16,-3 2 2 0,1 0-2 0,2-2 6 16,0 0 0-16,-1 2 0 0,1 0-13 0,-2 0 7 15,0 2-10-15,0 0 9 0,0 2-12 0,-1 3 6 16,5 14-2-16,-2 1 2 0,-2 0-13 0,-2 1 9 15,-2-1-4-15,-4 4 3 0,-3 2-14 0,-2 1 5 16,-4 3 0-16,0-2 4 0,-2 1 10 0,2-1-15 16,1 0 9-16,4-1-10 0,-1 1 6 0,2-6 6 15,0 2-4-15,1-4 4 0,4-1-3 0,1-1 4 0,1-3 0 16,2-4 2-16,0-2 6 0,0-2-9 0,0 1 9 16,2-3-7-16,-2-3 11 0,2 0-9 0,1-1-1 15,7 1-2-15,16 3 1 0,1-3-11 0,3-4 7 16,2-4-8-16,-1-3 7 0,3-4 2 0,-6 0-5 15,5-2 5-15,0-2-5 0,1 2 3 0,1 0-2 0,0 0 1 16,-3 2-3-16,-1 0-1 0,-5 1 0 0,0 3-1 16,-5 1 0-16,-1 3-2 0,-1-1 6 0,-6 2-5 15,0 0 3-15,-9 2-7 0,1 0-5 0,-1 0-2 16,0-2-32-16,-1 0-28 0,-1 1-17 0,0-1-5 16,0 2-72-16,-2 0-148 0</inkml:trace>
  <inkml:trace contextRef="#ctx0" brushRef="#br0" timeOffset="199118.99">26104 10596 724 0,'0'0'24'0,"0"0"3"0,-2 0 6 15,0 0-17-15,0 0 6 0,1 0-15 0,-1 0-6 0,0 0 6 16,0 0-7-16,0 0 5 0,0 0 6 0,0 0 9 15,1 0-1-15,1 0 28 0,0 0 8 0,0 0-6 16,1 0 7-16,1 0-3 0,0 0-11 0,0 0 6 16,18 1-7-16,1-1-8 0,1 0 1 0,2 0-8 0,0 0 5 15,2 0-25-15,0 0 1 0,0-1-4 0,0 1 4 16,-3 0-3-16,-1 0-2 0,-2 0-1 0,-1 0 0 16,-4 0 1-16,-2 0-5 0,-6 0 5 0,2 0-5 15,-1 0 2-15,-4 0-20 0,-1 0 1 0,1 0-6 16,0 0-5-16,-1 0-24 0,1 0-12 0,-2 0-5 15,0 0-57-15,0 0-26 0,-2 0-2 0,0 0-9 16,0 0-27-16</inkml:trace>
  <inkml:trace contextRef="#ctx0" brushRef="#br0" timeOffset="199367.41">26020 10746 159 0,'0'0'64'0,"0"0"-6"0,-1 0 25 15,-1 0 1-15,0 2-16 0,0 0-14 0,0 0-6 16,0-1 2-16,0 1-3 0,1 0 0 0,-1 0 4 16,2 0-3-16,0 0 3 0,2 1 5 0,-1 1-20 15,1 0 13-15,2-2-15 0,11 5 16 0,7 2-15 0,0-1 4 16,3-3-6-16,1-1 9 0,-2-2-7 0,0-2-7 16,2 0 1-16,0 0-5 0,-2 0-18 0,0 0 8 15,-4 0-12-15,1 0 2 0,-6 0 0 0,-2 0 2 16,-2 0-1-16,-2 0-5 0,-1 0 0 0,-5 0-9 15,3 0 4-15,-1 0-26 0,-1 0-29 0,2 0-18 0,-4 0-8 16,1-2-101-16</inkml:trace>
  <inkml:trace contextRef="#ctx0" brushRef="#br0" timeOffset="203255.97">25062 10869 171 0,'0'-2'28'0,"0"0"-4"15,-2 0 13-15,2-2 10 0,-3-7-13 0,-1 0-8 16,2 4-3-16,0 1-7 0,2 4 4 0,0-2-12 15,0 1 11-15,-2-1 5 0,1 0 2 0,-1 2 12 0,0 1-1 16,2-1 1-16,0 0-2 0,0 2-9 16,0 2 1-16,0 0-10 0,-2 11 7 0,-7 26-8 0,-1 1-2 15,1 12-3-15,0 4 1 0,2 2-1 0,-1 5-7 16,-1-4 3-16,1-1-4 0,3-4 8 0,-3-8-12 16,-1-1 10-16,0-3-10 0,0-1 14 0,-1-2 5 15,3 0-1-15,1-4 4 0,3-1 8 0,-1-1-15 16,2-1 6-16,-2-1-9 0,2-1 7 0,1-6-2 15,-1-3-2-15,0-3 0 0,0-3-1 0,2-4 2 16,0-5 6-16,0-1-2 0,0-1 18 0,0 0-10 0,0-2 2 16,0-1-6-16,-2-1 6 0,0-1-18 0,0-12 1 15,-3-25-6-15,1 1 2 0,2 0-3 0,0-4 1 16,2 2-2-16,0-1 0 0,0-1-3 0,2 0 3 0,0 0-2 16,0 0-1-16,2-3 0 0,-1 1-1 0,1-5 1 15,0-1-3-15,1-1 1 0,1-2-3 0,1 4 3 16,1 0-2-16,-1 9 4 0,3 2-1 0,1 3 2 15,-2 6 1-15,0 4 1 0,-1 6-5 0,1 3 2 16,0 2-11-16,2 3 10 0,12 1 3 0,-1 5 3 16,0 1 8-16,-1-12-14 0,6 4 8 0,-2 5-9 15,-3 6 1-15,0 4 5 0,-3 1-2 0,-4 5 3 0,-1-1-4 16,-6 24 4-16,-4 1-7 0,-3 7 6 0,24 1-1 16,-14 1-1-16,-8 2 3 0,-3-3-4 0,-1-1-3 0,-9 2 3 15,1-4 1-15,-4-4 0 0,-4-1-4 0,2-8 11 16,12-2-12-16,-16-4 11 0,-5-1-5 0,0-3-4 15,2 1 8-15,-3-4-7 0,3 0 6 0,2-4 6 16,3 3-6-16,6-5 4 0,0 2-13 0,3-3 6 16,6 1-4-16,1-1 5 0,-5 1-1 0,1 3-1 15,1-3 2-15,0 2-1 0,2 2 8 0,2-1-10 16,2 3 7-16,2-2-8 0,1 0 5 0,5 2-5 16,-1-2 2-16,-4 2-3 0,14 2 3 0,0-2 1 15,-3 2 0-15,1-4 0 0,0 0-5 0,3 0 3 16,-3 4-2-16,-2-2 3 0,-2 0-6 0,-4-2-6 0,2 2-5 15,-2-2 0-15,-1 1-24 0,1-3-28 0,0-2-11 16,1 1-10-16,-1-3-93 0,-2 3-49 0,5-5-5 0</inkml:trace>
  <inkml:trace contextRef="#ctx0" brushRef="#br0" timeOffset="204446">25519 11780 557 0,'0'-2'63'0,"0"1"-2"15,-2-1-10-15,0-2-9 0,1 0-21 0,1 2-10 16,0-1-5-16,0-3 7 0,0 2-9 0,0 3-5 0,0-1 1 16,0 0-2-16,-2-2 3 0,2 0 8 0,0 1 2 15,0 1 9-15,0 0-4 0,0 0 12 0,0 0 10 16,0 0-10-16,0 2 12 0,0 0-2 0,0 2-11 15,-2 0 0-15,0 2-5 0,-4 18-2 0,-1 8-14 16,0-1 12-16,-1 5-12 0,3-3 9 0,1 1-8 16,0 0-3-16,2-8 0 0,2 2-4 0,0-6 9 15,0-3-4-15,0 0 6 0,2-3 1 0,2 1 4 0,0-4 1 16,-1-1 1-16,1-3-5 0,0-1 3 0,3-3 1 16,8 1 1-16,2 7-5 0,1 0 6 0,3-1-7 15,3-5 7-15,2-1-11 0,-4-4 0 0,2 0 0 16,0-4-1-16,-5-1-5 0,-1-1 5 0,-1-1 0 15,-4-1 1-15,-2 1 2 0,-9-2-3 0,0-10 0 0,13-5-2 16,-4 0-4-16,-5-2 2 0,-6 0 1 0,-2-6 2 16,-6 2 1-16,-5-3-2 0,-2 1 0 0,-1 1-1 15,-1 3 0-15,2 8 4 0,11 1-7 0,-16 6 7 16,3 2-2-16,2 2-8 0,2 1 8 0,4 5-9 16,0 1 7-16,2 0-5 0,1-2-2 0,2 2-1 15,2 2-4-15,-1-3 0 0,-1-1 2 0,2 2-1 16,0 0 7-16,0 0 1 0,2 0-3 0,0 1 2 0,2-1 3 15,0 0-5-15,7 0 4 0,23-4-5 0,-1 3 0 16,3-3 6-16,-1 2-5 0,-3 1 6 0,2-1-5 0,-6 2 1 16,0 0 0-16,-6 0-1 0,-1 1-4 0,-3 1 10 15,-3 0-3-15,0 0 6 0,-3 0-11 0,-5 0 3 16,-1 0-6-16,-2 0 6 0,1 1-6 0,1 3 2 16,0 0 6-16,0 3-2 0,1 10 10 0,-1 0-7 15,-4 1-1-15,0 1-2 0,-4 3-1 0,-1 2 0 16,-3 0 1-16,1 0 0 0,-1-1 0 0,3-5 4 15,-3 3-4-15,3-1 3 0,-1 1 0 0,2-3-6 16,3 1 8-16,-1-4-9 0,0-2 9 0,2-4 1 16,0 2-4-16,0-5 3 0,0 1-5 0,0-1 5 0,0-5 1 15,2 3 0-15,0 0-5 0,1 0 5 0,1-3-4 16,11 7 4-16,0-3 3 0,0-3-6 0,-1-2 5 16,3-2-5-16,-2-3 11 0,0-3-14 0,2-3 4 15,-3 4-5-15,1-19 5 0,-5 0-4 0,-1 0 4 0,-2-4-4 16,1 4 4-16,-3-2-4 0,1 4 0 0,-2 4-1 15,-3 1 1-15,1 8 5 0,4 4-7 0,-4 3 6 16,1-2 0-16,-3 5-9 0,0-1 6 0,2-2-7 16,0 2 3-16,0 0 1 0,0 0-2 0,0 2 2 15,-2 2-2-15,0 0 0 0,0 6 6 0,0 12-2 0,0 6 9 16,0-2-8-16,2-5-2 0,1 3-2 0,-1-7-4 16,2-2 11-16,1 3-4 0,-1-8 5 0,2 1-6 15,-4-5 0-15,16-2 2 0,4 13-1 0,3-4-1 0,1-6 1 16,1-3 0-16,1-4 0 0,-2-3-5 0,-2-3 7 15,4-1-3-15,-7 0 3 0,-3-1-2 0,-1-1 0 16,0 2-1-16,-1-13 0 0,7-4 0 0,-9 2 3 16,-4-6 4-16,-5-4-2 0,-3 3-6 0,2-1 4 15,-2 1-4-15,16-1 5 0,-7 4-2 0,-3 1-3 16,-4 2 2-16,-3 3-4 0,-1 4 2 0,0 3 7 16,-1 2-3-16,-1 3 5 0,0 3-4 0,0 1-5 15,2 3 2-15,-2-1-3 0,0 0 6 0,0 2-3 16,1 1-2-16,-3-1-1 0,0 2 3 0,0 0 0 0,-3 3 7 15,5 7-6-15,0 19 2 0,0 3-3 0,1 0 0 16,-20 3 0-16,8-2 0 0,6 4 1 0,5 1 1 16,2 1 2-16,4-2 3 0,3 0-9 0,-1-6-1 15,1-3-2-15,-1-7 6 0,-1-1-20 0,1-3 7 0,-1-4-16 16,1 2-17-16,-4-10-14 0,0-1-7 0,-1 0 3 16,1-1 15-16,0 1-22 0,0-2 4 0,0 0-13 15,0-2-14-15,0-2 39 0,-1 0 0 0,-1-7 16 16,-1-15 20-16,-7-2 13 0,-3 1 10 0,0 3 2 15,0 0 40-15,3 5 8 0,-1-1-8 0,3 5 8 16,3 1-5-16,-1 1-14 0,2 4 8 0,0-1-11 16,2 1-7-16,0 2-9 0,0-1-2 0,4-1-2 0,2-1-6 15,10-1-2-15,3 0 4 0,5-3-3 0,2 3 6 16,7-2-12-16,-1-2 2 0,5 2-4 0,-7 0 0 16,-4 0-74-16,-2-1-13 0,-4 5-30 0,-1-2-132 0</inkml:trace>
  <inkml:trace contextRef="#ctx0" brushRef="#br0" timeOffset="205782.89">8083 11112 248 0,'0'0'33'0,"0"0"-3"16,0-2 30-16,-2 0-4 0,2-2 0 0,-6-16-13 16,1-2-3-16,1-2-5 0,2-2 2 0,0 0-12 15,2 0-1-15,0 0 5 0,0 1-4 0,0 1 1 0,2 0 6 16,0-2-12-16,0 2 10 0,1 2-7 0,1-1-5 16,2 1 4-16,-3 5-6 0,3 3 1 0,-2 1-5 15,1 1 4-15,-1 5-4 0,-2 1 5 0,-2 5 8 16,0-1-3-16,2-2 6 0,0 0 1 0,-1 2-1 15,3 1-7-15,-2 1 3 0,0 1-6 0,0 3-10 16,3 31 2-16,-3 12-6 0,-6 9 4 0,-5 5-10 16,-4 9 9-16,-2 7-9 0,0 1 5 0,4-4 3 0,0-6-7 15,-2-10 4-15,2-6-7 0,0-6 5 0,2-3 4 16,-1-2 0-16,5-6 10 0,-1 1-13 0,1-5 7 16,-1-3-8-16,0 0 17 0,3-8-12 0,-1 3 4 15,2-3-7-15,0-1 2 0,0-3 6 0,1-1-5 0,-1-7 4 16,2-3-8-16,0-1 11 0,-2 0-2 0,0-1 5 15,0-1-4-15,0 0-6 0,0-2-2 0,1 0 0 16,-1-2 2-16,-2-5-9 0,-11-27 4 0,6-1-5 16,3-2 9-16,6-2-1 0,0 0-2 0,4-2 0 15,2-2-2-15,-1 1-5 0,4-3 6 0,3-3-3 16,1-2 7-16,1-4-1 0,3 4-2 0,0-2 0 16,0 5-7-16,1 6 6 0,3 1-5 0,-18 4 6 15,29 5-2-15,-1 3 0 0,3 6 1 0,1 3-1 0,-3 0 0 16,7 6 4-16,-2 2 4 0,-2 4-1 0,-3 3-1 15,-4-14-8-15,-4 8 0 0,0 7-3 0,-2 3 6 0,-5 3 3 16,-1 5 0-16,-4-1 2 0,-3 8 8 0,-2 13-12 16,-1 3 7-16,-2 1-7 0,16 1 2 0,-9 5 5 15,-7-1-7-15,-4 0 5 0,-6 4-8 0,-3-6 7 16,-4-2-6-16,-2-5 6 0,0-4 0 0,13-3-3 16,-22-1 7-16,6-1-8 0,-3-3-5 0,1-4 11 15,1-3-8-15,1-2 11 0,-1-1-4 0,8-1-7 16,0-1 9-16,0-2-9 0,3 0 8 0,-5 7 3 15,4-3-5-15,7-6 4 0,0 0-6 0,-1 2-1 0,-1-1-3 16,0 3 0-16,1 0-1 0,1 0-5 0,0-1 6 16,2-1-6-16,-4 9 10 0,4-1 0 0,0 3-1 15,2 0 0-15,0 0 0 0,3 0-5 0,1 0 2 0,3 1-2 16,2 1 5-16,-1-2-2 0,-7 2 1 16,10 0-1-16,4 0 7 0,0-2-6 0,0-2 7 0,1 2-8 15,-1-2-1-15,1 2 2 0,1 2-5 0,-2-4 6 16,3 4 5-16,-1-4-9 0,1 2 2 0,0 0-5 15,1-2 3-15,-3 0 0 0,1-1 0 0,0-1-3 16,1 0-15-16,-1 1-13 0,3-3-7 0,0 0-1 16,-1-3-24-16,-1-2-19 0,2 13-13 0,4-2-5 0,-3-6-73 15,1-1-132-15</inkml:trace>
  <inkml:trace contextRef="#ctx0" brushRef="#br0" timeOffset="206857.76">9106 11704 608 0,'0'0'45'0,"-2"0"-3"0,0 0 17 16,0 0 4-16,0 0-14 0,-1 0-6 0,-1 0-24 16,-9 2 0-16,2 2-6 0,1 1 8 0,-4 1-3 15,1 22-2-15,-2 1 1 0,4 5-2 0,-4-3-5 0,0 3 6 16,4-3-6-16,-2-1 17 0,7-2-8 0,1 0 2 15,-10-6-3-15,5-3 2 0,5-3 0 0,3-3 2 16,2 0-3-16,0-2 5 0,2-1 3 0,0-5 5 0,0 1-4 16,-1-2-8-16,3-3 4 0,15 12-11 0,-3-3 10 15,7-3-2-15,-1-3-8 0,-2-4 6 0,3-4-7 16,-5-1 1-16,5-3-4 0,-3-1 0 0,0-2-2 16,-5 1 1-16,-4 1 1 0,0-2-1 0,-7-11 1 15,0 3-5-15,11-1 4 0,-4-4-7 0,-6 1 7 16,-3-5-9-16,-2 4 3 0,-3 2 2 0,-3 2 0 15,-5-3-2-15,0 5-1 0,0 1-3 0,-2 2 1 0,-10 2-4 16,-4 4 0-16,2 2 6 0,9-5-3 0,-1 3 2 16,4 4-3-16,0 1-3 0,-4 0 0 0,6 4 0 15,4 0 3-15,5 0-1 0,-2 0 1 0,0 2-5 16,1 0 5-16,1 2-2 0,0-1 3 0,2 1-1 0,0 0 3 16,0-1-4-16,0-1 4 0,4 2 0 0,9 5 0 15,16 6 3-15,3-8-3 0,-2-3 1 0,-1-4-1 16,-1 0 0-16,-2-2-1 0,-4-1 1 0,-3-1 5 15,-4 0-7-15,-2 1 6 0,0-1-3 0,-4 2-5 16,-1 2 10-16,-3 0-10 0,1 0 8 0,-4 0-2 16,-1 0-3-16,3 2 1 0,0 0 0 0,0 0 1 15,-3 1 0-15,5 12 1 0,1 11 2 0,-5 2-2 0,-2-4 4 16,-2 4-4-16,-1-2-6 0,-3 0 9 0,-1 4-5 16,1-6 7-16,1 0-6 0,-3 2-1 0,3-8 3 15,-1 5-3-15,2-7 4 0,1-1-4 0,1 0 0 0,0-4 0 16,0-1 0-16,2-3 6 0,0 2-3 0,0-3 3 15,0-1-7-15,0-3 10 0,0 2-7 0,2 0 10 16,0-1-8-16,1 1-4 0,1-2 7 0,7 2-6 16,6-2 12-16,-2-2-13 0,3-2 3 0,3-4-6 15,-3-3 10-15,5-4-5 0,-5 11 3 0,-1-20-3 16,2-4-5-16,-6-2 11 0,1 2-6 0,-2-4 8 16,-1 0-16-16,-2 3 6 0,0-3-4 0,-3 4 5 15,-2 4-3-15,-1-1 6 0,-1 7-3 0,2 3 4 16,-2 3-2-16,1 5-8 0,-3 3 4 0,0 0-5 0,4-2 7 15,-2 1-5-15,0 1 1 0,0 0-3 0,0 2 1 0,-2 2 6 16,0 1 0-16,0 20 2 0,-2 14 3 0,0 0-6 16,-2 0 0-16,2-5-2 0,0-4-1 0,2-4 0 15,0 0 4-15,0-4-2 0,0-1 6 0,2-6-3 16,0-2-2-16,0-2 0 0,0-1 3 0,0-3 0 16,0-1-2-16,5 2 2 0,8 3-3 0,3-2 1 15,3-3-1-15,3-2 0 0,-2-4 2 0,6-5-3 16,-7-3 3-16,1-5-3 0,4 8 2 0,-6-19 4 15,8-4-5-15,-9-3 4 0,-1-2-10 0,-5-1 2 0,-5-1 3 16,1 0 0-16,-5-4 0 0,-1 0 2 0,-1-1-6 16,0 3 5-16,0 3 4 0,18 1-8 0,-7 2 7 15,-7 1-7-15,-2 2 12 0,-3 4-10 0,-1 2 2 16,0 6-5-16,0 1 10 0,0 4-5 0,-1 4 0 16,1 1-2-16,0 5-1 0,0 1 4 0,0 0 1 0,-2-2 1 15,0 0 1-15,0 3-10 0,0-1 6 0,0 2-7 16,0 0 6-16,1 2 7 0,-1-1-7 0,0 5 7 15,-6 22-7-15,1 5 2 0,1 1 0 0,3 5 2 16,3 2-3-16,0 1-4 0,0 1 3 0,0-2-4 16,0 1 2-16,3-1 3 0,1 2-3 0,0-4 3 15,0-4 7-15,-1-5-7 0,3 0 6 0,1-4-6 16,1-2 6-16,1-2-3 0,0-3-2 0,-1-4 1 0,1-1-5 16,-2-2 8-16,-5-3-4 0,13 0 7 0,0-3-11 15,0-3 3-15,0 1 0 0,0-2 2 0,-1 9-2 0,1-2-2 16,-2-3-7-16,0-4 3 0,2 0-11 0,-4-2-26 15,0-2 4-15,-1 0-15 0,-3 0-25 0,-1-2-47 16,-3 1-16-16,5-7-16 0,-1-6-113 0</inkml:trace>
  <inkml:trace contextRef="#ctx0" brushRef="#br0" timeOffset="207056.03">9820 11825 1132 0,'0'0'23'0,"0"0"4"0,0 0-8 0,0 0-8 16,0 0-6-16,0 0-9 0,2 0 10 0,0 0-6 0,0 0 9 15,0 0-9-15,18 0 4 0,1 0-4 0,1 0 2 16,-2 0-5-16,1 0 3 0,-1-2 8 0,1 0-6 16,1-2-7-16,-3 1-68 0,1-1-10 0,-1 0-22 15,-3 0-62-15,-1 1-9 0</inkml:trace>
  <inkml:trace contextRef="#ctx0" brushRef="#br0" timeOffset="207416.3">10717 11273 766 0,'0'0'35'0,"-2"0"53"0,1-2-39 0,-1 1-7 16,0-1-2-16,0 2-4 0,0 0-19 0,0 0 3 0,0 0-5 16,2 0 4-16,0 0-6 0,2 0 18 0,0 0-1 15,0 0 7-15,2 0-4 0,5 0-10 0,8-2 1 16,1-2-4-16,3-1-7 0,-1-1-1 0,1 0-3 0,1 3 2 15,-4-1-5-15,3 0-4 0,-1 2-2 0,1 2 0 16,-3 0-8-16,-1 0-5 0,0 0-1 0,-1 0-3 16,3 0-17-16,-6 0-20 0,4 2-5 0,-3-2-2 15,1 0-7-15,-4 0-50 0,-5 0 3 0,-4 0-25 16,2 0-42-16</inkml:trace>
  <inkml:trace contextRef="#ctx0" brushRef="#br0" timeOffset="207589.73">10589 11496 918 0,'0'0'72'0,"0"0"-64"16,0 0 79-16,-2 0-33 0,0 0-19 0,1 0-3 15,1 0-3-15,0 0 1 0,0 0-12 0,1 0 5 16,1 0-3-16,2 0 3 0,13 0-4 0,7 0-4 16,4 0 0-16,-2 0-1 0,3 0 2 0,1-2 2 15,2 0-8-15,-1-1 4 0,1-1-15 0,1-2 3 16,3 1-1-16,3 1-1 0,1 0-38 0,1 3-61 15,0-1-22-15,7 0-17 0,-3 0-129 0</inkml:trace>
  <inkml:trace contextRef="#ctx0" brushRef="#br0" timeOffset="208716.36">12442 10759 386 0,'0'-2'32'0,"0"0"-7"0,-2 0 11 0,0-1 17 0,1-5-19 16,-5-8 13-16,2 3-17 0,1 0 1 0,-3-2-6 16,2 2 8-16,1 2 2 0,-3-2-5 0,2 3 1 15,1 1-19-15,1 2 8 0,2 3-3 0,0 2 4 16,-2-4-2-16,2 5 7 0,-2-3-2 0,0 0 2 16,0 2 2-16,0 0 3 0,2 1 1 0,0 1-2 15,0 1-12-15,0 1-2 0,0 11-5 0,0 23 3 0,0 1-8 16,0 7 3-16,2 3-3 0,0 5 1 0,0 2-2 15,0 3 0-15,0 6 1 0,0-9-3 0,-1 2-3 16,1-10 9-16,0-5-4 0,0-2 6 0,0-4-3 16,0-3 2-16,0-6-1 0,-1-4 1 0,1-3 8 0,-2-1-5 15,0-5 5-15,0-2-8 0,0-1 0 0,0-5 5 16,0-1-2-16,0-2 4 0,0 2 5 0,0-1-4 16,0-1 3-16,0 0-4 0,-2 0 3 0,1-2-8 15,-1 0-2-15,-2-2-2 0,2 2-1 0,-9-17-6 16,2-12 5-16,-1-1-5 0,3-5 13 0,1-3-7 15,5-4 1-15,-24-7-4 0,11-2 4 0,6-5-7 16,8 2 4-16,0 6-5 0,6 1 2 0,1 5 2 0,2 4-4 16,3 3 3-16,-1 0 2 0,2 5-1 0,3 0 2 15,-1 6-3-15,-7 2 1 0,21 0 0 0,3 3 3 16,1-1-2-16,5 3 2 0,1 0-6 0,1 4 0 16,3 4-2-16,-8 3-3 0,-1 3 5 0,-4 1-1 0,-6-15 2 15,4 6-8-15,-2 5-20 0,-8 5-4 0,-3 1-8 16,-2 0-31-16,-4 0-26 0,2 3-2 0,-3 1-12 15,-3 0-49-15,-1-2-37 0,0 12-82 0</inkml:trace>
  <inkml:trace contextRef="#ctx0" brushRef="#br0" timeOffset="209099.99">12893 11078 722 0,'0'0'48'15,"0"0"-50"-15,-1 0 56 0,-1 0-27 0,0 0-14 0,-2 2 4 16,0 0-13-16,1 2 10 0,-8 14-13 0,-4 12 13 16,4-2-3-16,1 0 5 0,1-2-8 0,2 0 3 15,1-2 3-15,2-6 0 0,2 3 4 0,1-4 18 16,1-4-5-16,0 1 9 0,0-2 1 0,1-1 15 16,1 0-4-16,2-4 5 0,0-1-7 0,-4-4-6 0,5 0 1 15,10 9-5-15,7 0-3 0,-1-6-14 0,9-3 6 16,-3-2-9-16,-1-2-7 0,0-3 0 15,-2-3-8-15,-5-1 5 0,0 0-3 0,-6 1 4 0,0-1-3 16,-6 5 1-16,-3-12-10 0,9-3 8 0,-4 1-2 16,-2-5 4-16,-3-1-3 0,-4-2 3 0,-4 4-7 15,-3-2 4-15,-2 3-10 0,-2 3 3 0,1-3 1 0,-16 5 0 16,0-1-8-16,-3 8 1 0,3-1 1 0,-2-8 1 16,6 9-6-16,1 1-4 0,1 4-9 0,12 4 4 15,-5 0-21-15,2 0-1 0,6 0-3 0,-3 2-2 16,6-2-19-16,-1 2-35 0,1 0-3 0,0 2-14 15,0-1-36-15</inkml:trace>
  <inkml:trace contextRef="#ctx0" brushRef="#br0" timeOffset="209457.08">13515 10544 750 0,'0'-2'30'0,"-1"0"45"0,-1-2-33 0,0 0-2 16,0 1-1-16,0-3-1 0,2 4-7 0,0 1-17 15,0-1 6-15,-2-2-9 0,0 0 1 0,1 1 9 16,-1 1-2-16,0 0 5 0,0 0 3 0,0 2-2 0,0 0-1 16,0 0 1-16,1 2 4 0,-1 0-8 0,0 1 7 15,-2 10-7-15,0 8 9 0,1 1-20 0,1 4 7 16,-2 2-11-16,0 5 1 0,1 3 4 0,-3 4-9 15,-1 5 7-15,-1 3-9 0,3 12 0 0,-1-6 0 16,-3 9 0-16,0-4 2 0,-1-7-1 0,1 6 1 0,2-12-2 16,1-1-1-16,2-8 6 0,2-2-3 0,1-7 6 15,-1-2-9-15,2 0-1 0,-2-4 3 0,0-3-1 16,0-1 1-16,2-1 1 0,0-4-7 0,0 0 4 16,0-6-17-16,0-1-17 0,0 0-10 0,0-5-4 15,0 3-50-15,0 0-7 0,0 0-12 0,0-3 2 16,0 1-47-16</inkml:trace>
  <inkml:trace contextRef="#ctx0" brushRef="#br0" timeOffset="209770.3">13818 10412 969 0,'0'0'22'0,"0"0"2"0,0-2 16 15,0 0-20-15,0 0 7 0,0 2-38 0,0 0 12 16,0 2 2-16,-2 0 4 0,0 2 7 0,0 3-8 0,-1 19 4 16,-1 2-5-16,0 2 17 0,1-1-4 0,-1-1 1 15,0 4-3-15,-1-1-6 0,-3 5 9 0,1 1 2 16,-1 2 2-16,1 3 3 0,-2 5-12 0,1 1 4 16,1 6-6-16,-1 2 2 0,1-1-6 0,1 3 3 0,1-10-2 15,1 0 9-15,0-9-11 0,2-5 1 0,2-3-4 16,-1-6 2-16,1-3-6 0,0 0 0 0,0-3-2 15,0-1 5-15,0-3 2 0,0-2-2 0,0-4 0 16,0-1-21-16,0-4-23 0,0-1-13 0,0-1-3 16,0 2-41-16,0 0-6 0,0-1-7 0,1-1-3 15,1 0-28-15,0-2-130 0</inkml:trace>
  <inkml:trace contextRef="#ctx0" brushRef="#br0" timeOffset="210439.88">14154 10610 753 0,'0'0'38'0,"0"0"-4"0,0-1 8 15,0-1-4-15,0 0-10 0,0 0-16 0,0 0-4 16,0 2 6-16,0 0-5 0,0 0 11 0,0 2-6 16,0 0-5-16,0 3 3 0,-2 21 8 0,0 4 7 15,-1 2 1-15,-3 5-1 0,1 2 2 0,-3 5-8 16,-1 5 4-16,0 3-7 0,-3 5-4 0,3-3 0 0,0 2 0 15,0-4 0-15,1-8 0 0,1-5-3 0,-1-2-5 16,5-7 2-16,-1-2-2 0,2-6-3 0,0-3 2 16,2-4-5-16,0-2-7 0,0-2 12 0,0-4 0 15,0-3 4-15,0-2-16 0,0 0-4 0,0 1-2 0,0 1 0 16,0-2-11-16,0 0-14 0,0-2-3 0,0 0-2 16,0-2-9-16,0-2 7 0,0-12-3 0,-2-14 4 15,0-4-10-15,1-5 7 0,-1-1 5 0,2-3 1 16,-2-7 18-16,0 3 15 0,0-1-3 0,2 0 8 15,-2 3 5-15,0 3-1 0,2 3 4 0,0 3-3 16,0 3 6-16,0 3 15 0,2 0-6 0,0 4 9 0,2 2-1 16,0 4-1-16,1 3 0 0,1 0-1 0,1 3-9 15,1 1 15-15,1 0-3 0,-4 3 5 16,12 1-8-16,4 2 5 0,-1 1 0 0,4-1 2 0,0 3-6 16,4 0 9-16,-4-13-8 0,-3 8 8 0,6 0-19 0,-2 5 8 15,4 4-1-15,1 2 3 0,-4 2-13 0,-2 1 6 16,-2 3-7-16,-7-3 6 0,-2 3-13 0,-3-3 4 15,-5-1 1-15,-1 9 1 0,7 2-2 0,-2 3 4 16,-3 1-4-16,-6 0 5 0,-4 3-6 0,-3-2-3 16,-8 4-1-16,6 1 0 0,-25-3 5 0,1 4-4 15,-4-4 2-15,-2 2-2 0,5 2 8 0,-1 0-3 16,1 0-2-16,5-2 0 0,1 1 2 0,6-5-4 16,-1 2 2-16,7-3-3 0,1-1 2 0,6-3-4 0,1-2 6 15,4 0-5-15,1 2 10 0,-5-6-5 0,3 1-2 16,3-7 0-16,-2 7-5 0,2-5 10 0,2 3 0 15,0 1 2-15,0-2-6 0,4 4 0 0,2 1 0 16,-5-5 0-16,18 0-6 0,7-1 7 0,0 0-7 16,2 1 6-16,0-1-13 0,1-1 13 0,-1-1-6 0,2 0 7 15,0 1-11-15,-1-1 4 0,1 14-1 0,-2-6-1 16,0-5-28-16,-2-3-23 0,0-2-3 0,-4-1-8 16,-2-1-37-16,-5 0-24 0,-2 0-25 0,-2 0-8 15,-1 0-178-15</inkml:trace>
  <inkml:trace contextRef="#ctx0" brushRef="#br0" timeOffset="210865.19">14761 11006 607 0,'0'-2'31'0,"0"0"42"0,0 0-12 0,0 1-7 15,0-3-9-15,0 0 0 0,0 2-29 0,0 0-3 16,0 1 8-16,0-1-7 0,0 0 13 0,0 2-4 15,2 0 2-15,0 0-1 0,0 2 9 0,0 0-10 16,-2 1 0-16,3 23-3 0,1 2 7 0,-2 6-4 16,-2-3 0-16,-4 4-3 0,-1 4-3 0,-5-2-4 15,-1 2 3-15,-2-3-3 0,-2-1 8 0,2-3-2 16,0-1-2-16,0-5 0 0,2 0 2 0,2-4-3 0,0-1 4 16,1-1-4-16,1-1 1 0,1-2-9 0,3-3 1 15,-1-1-2-15,2-1 4 0,0-3-8 0,2-2 3 16,0-3-4-16,0 0 6 0,0-2 2 0,0-1 2 0,2 3-1 15,0 0 3-15,0-2-8 0,1 0 7 0,14 3-7 16,5-1 3-16,1-4 1 0,1-2-4 0,2-4 4 16,2-1-6-16,0 0-2 0,3-3 0 0,6-1 1 15,-2 2 4-15,4-2 9 0,-1 1 3 0,-1 1 2 16,0 2 5-16,0-1-3 0,-4 3-3 0,-1-1 1 16,-2 1 1-16,-1-1-11 0,1 2 6 0,-9 1-9 15,-3-1-1-15,-5 2 1 0,-4 0-3 0,3 0 4 16,-5 2-1-16,-3 0-8 0,-1 0 0 0,1 0-5 0,0 0-23 15,0 0-77-15,-3 0-11 0,1 0-40 0,0 2-211 16</inkml:trace>
  <inkml:trace contextRef="#ctx0" brushRef="#br0" timeOffset="-206815.59">12270 11994 62 0,'0'0'28'16,"0"0"-4"-16,-2 0 19 0,0 0 2 0,0-2-4 16,-2 0 5-16,1 2-6 0,1 0-2 0,-4 0-2 15,-1-2-8-15,3 2 12 0,-5-2 1 0,3 0 1 16,4 2-1-16,-5-1 16 0,5 1-3 0,-2-2 6 0,1 2-9 15,-1-2-1-15,0 0-8 0,0 0 2 0,1 0-28 16,1 0 4-16,0 1-5 0,0-1 5 0,0 0-11 16,0 0-7-16,2 0 4 0,0 0-6 0,0 0-1 15,0 1 5-15,2-1-2 0,0 0 6 0,0 0 7 16,0 0-7-16,2 0 5 0,-1 0-7 0,10-5 0 0,6-2-4 16,-4 1 1-16,0 3-1 0,1-1 8 0,3 1-11 15,-1-1 1-15,6 0-2 0,-3 1 10 0,1-1-9 16,0 3 6-16,4-1-6 0,2 0 18 0,2 2-5 15,5 0 1-15,6 2-4 0,0 0-3 0,9 0 2 16,2 0-3-16,-2 0 2 0,8-1-5 0,1 1-8 16,1 0 7-16,1 0-6 0,-2 1 10 0,-5 1-3 15,4 2-4-15,1 0 2 0,1-2 0 0,6 3 2 0,3 1-4 16,2-1 2-16,1 1-2 0,-5-4 3 0,2 0-1 16,-4-1 2-16,-2 1-5 0,-4 2 1 0,-1-2 2 15,5 2 0-15,2-1 1 0,0-1 0 0,5 0 4 0,-3-2-4 16,-4-2-3-16,2 0 9 0,-11 2-10 0,2-2 9 15,-4 2-16-15,-4 0 8 0,0 0 4 0,-1 0 1 16,-3 0 8-16,-3 0-10 0,-2 0-2 0,0 0 0 16,-2 2 4-16,-1 0-6 0,-1 0 8 0,-5 2-8 15,-4-1 8-15,-4 1-3 0,-5 0-2 0,-4-2 0 16,-2 0-3-16,-2-1 3 0,0 1-6 0,-5-2 6 16,0 0-1-16,-2 0-35 0,1 2 5 0,1 0-20 15,-2 2-27-15,0-1-47 0,-2 1-29 0</inkml:trace>
  <inkml:trace contextRef="#ctx0" brushRef="#br0" timeOffset="-206286.91">12244 12328 644 0,'0'-2'21'0,"0"0"36"15,0 0-38-15,0 1-2 0,0-1 0 0,1 0-1 16,1 0-15-16,0 0-1 0,0 0 0 0,0 0 2 16,2 1 6-16,-1-1-8 0,-1 2 0 0,6-4-2 15,1-2 2-15,-2 3 11 0,1-1-5 0,-3 2 6 0,1 0-14 16,-1 0 7-16,1 1-1 0,-1-1 5 0,3-2 0 16,-3 2 0-16,3-2 3 0,-1 3-1 0,3-1 12 0,1-2-6 15,2 2-2-15,2 0 0 0,1 0 1 0,5 1 19 16,3 1-3-16,6-2 6 0,3 2-7 0,6 0-7 15,6 0 0-15,10 0-3 0,3 0-10 0,7-2 4 16,4 0-3-16,-4 0 3 0,5 0-4 0,-1 0-4 16,3-1 2-16,4-1-3 0,10-2-6 0,7 3 8 15,5-1-7-15,4 0 8 0,-4-1-9 0,-7-3 0 16,-1 3 1-16,-3-3-1 0,2 3 0 0,0-1 5 16,4 1-1-16,0 3 1 0,-4-2-11 0,-4 2 6 0,-10 0-2 15,-7 0 4-15,-1 2 2 0,-2 0-14 0,4 4 1 16,1 0-19-16,3 1-119 0</inkml:trace>
  <inkml:trace contextRef="#ctx0" brushRef="#br0" timeOffset="-202344.76">4243 13050 277 0,'0'-2'0'0,"0"1"9"0,0-1 90 0,0 0-34 15,0-2 5-15,0 0-44 0,0 1-3 0,2-1 13 16,0-2-7-16,1-3 5 0,-1 2-27 0,0 3-5 16,0 0 4-16,2 1-3 0,-1-1 1 0,1 0 1 0,0 2 0 15,-1 0 3-15,1 1 6 0,0-1 7 0,0 0-2 16,-1 0 6-16,-1 2 4 0,0 0-13 0,0 2 4 15,0 0-7-15,-2 5 3 0,-6 28 3 0,-9 6-6 0,-7 9 4 16,-4 12-5-16,24 6-4 0,-31 12-1 0,1 9-1 16,-1 2-5-16,1 4 5 0,-1-6 6 0,-1-11-2 15,3-6 9-15,1-8 5 0,4-7-8 0,2-5 9 16,4-7 2-16,1-8 14 0,6-7-1 0,4-4 3 16,-1-6-15-16,9-9-10 0,-3-2 5 0,2-7-6 15,-2 2 13-15,2 0-17 0,1-1 3 0,-1-1-8 16,0 0-2-16,2-2 0 0,0-2-3 0,2-1 1 0,9-23-10 15,4-10-1-15,0 1 3 0,-1 0-2 0,1-1 1 16,0 1-9-16,2-2 3 0,0 0-4 0,-1-2 3 16,3-11-5-16,-1 1-4 0,1-8 2 0,-1-2-3 15,-1-1 17-15,0-7-4 0,1 4 7 0,1 0-2 0,-2 5 0 16,3 5 3-16,1 1-3 0,-1 3-2 0,0 8 6 16,1 1-4-16,-3 4 4 0,1 3 1 0,-2 5-2 15,-2 6 2-15,-1 1-1 0,-6 10 1 0,-1 2 4 16,-1 2 0-16,-6 5 1 0,4-2-2 0,-1 0 0 15,1 2 1-15,0 1 0 0,-1-1 8 0,1 2-6 16,0 0-1-16,0 0-1 0,-1 2-2 0,3 1-4 0,1 7 4 16,6 10-3-16,-5-1 10 0,5 1 3 15,-2 2 0-15,0 2 0 0,4 4-7 0,-6 2 11 0,2 3-8 16,0 6 9-16,-1 2-8 0,5 6 0 0,-2 3-2 16,0 9 0-16,1 2-4 0,-2 4-3 0,-1 2 5 15,-2-7-5-15,0-5 7 0,1-5 2 0,-1-7-1 16,0-6 0-16,0 0 0 0,3-5 0 0,-3-2-1 0,2-1 0 15,0-1-5-15,0-4 3 0,-3 1 0 0,1-5 1 16,-2 0 0-16,-1-5-4 0,-1 0-1 0,-3-4 0 16,2 0-2-16,-2-3-22 0,2-4 5 0,-1-1-10 15,1 1 13-15,-2 0-90 0,0-2 7 0,0-1-37 16,-2 1-24-16,0 0-67 0,-2 0 6 0</inkml:trace>
  <inkml:trace contextRef="#ctx0" brushRef="#br0" timeOffset="-202101.67">3961 13990 792 0,'-2'0'228'0,"0"-2"-260"16,-2 0 253-16,1 0-129 0,-1 0-68 0,0 0-18 15,0 1 2-15,3-1-7 0,-1 0 3 0,2 0-1 16,0 0-4-16,2 0 2 0,3 0-5 0,32-12-1 15,6 2 5-15,5 1-2 0,0 2 9 0,10 0-11 0,0 3-4 16,-8 2-5-16,4 1-22 0,-10 1-10 0,-5 2-22 16,2 0 4-16,-9 0-72 0,-5 2-51 0,1 1-46 15</inkml:trace>
  <inkml:trace contextRef="#ctx0" brushRef="#br0" timeOffset="-201559.05">4973 14083 409 0,'0'-2'58'0,"-2"0"93"0,0 0-112 16,0 0-8-16,-2-2-7 0,2 1 4 0,1-1-9 16,1 2-7-16,-4-5 4 0,0 1-5 0,0-1-2 15,3 1-2-15,1 2 3 0,-2-1-1 0,2 1 16 0,0-1 13 16,0 1-5-16,0 0 9 0,0 0-2 0,0 3 0 15,0-1 1-15,0 0-3 0,0 0-19 0,0-2 8 16,2 1-3-16,-1-1 7 0,1 2 3 0,0 0-20 16,0 0 5-16,0 0-9 0,0 2 2 0,0 0-4 15,-1 2-2-15,1 0-1 0,2 4-1 0,11 18-5 16,2 6-1-16,-3 1-1 0,-1 3 1 0,2 1 5 16,0 2-2-16,-2 0 5 0,-2 2 0 0,0 0-6 0,-3-2 6 15,1 2-6-15,-1-4 0 0,-1-1 8 0,-1-3-3 16,-3-3 4-16,1 0-9 0,0-4 9 0,1 0-5 15,1-3 7-15,1-1-1 0,-3-5 14 0,0-2-3 16,-1 0 6-16,1-2-7 0,0-3-5 0,0-1 4 16,-3-3-4-16,1 1-3 0,6-3-6 0,5 0-3 0,-4 6 0 15,-3-5-1-15,-3-1 8 0,1 0-4 0,0 0 4 16,-1 0-8-16,1 0 5 0,0-2-6 0,-2 0 5 16,1 0-3-16,1 0 0 0,0-2 3 0,1-2-3 15,5-13-3-15,-5-7 4 0,6 2-4 0,-5-6 6 16,1-7-6-16,4-2 0 0,-1-4 1 0,-3-4-1 15,2 1 0-15,1-3 2 0,-1 1-2 0,4 1 3 16,0 4 4-16,-2 2-3 0,0 4 0 0,-1 2-1 0,-1 5-4 16,-2 4 3-16,-1 3 1 0,-1 5 0 0,1 1-1 15,0 4-7-15,-3 1 5 0,-1 3-5 0,2 1 5 0,-2 1-17 16,0 3-11-16,-2 0-9 0,3-2-117 0,1 1-157 16,0 1-30-16</inkml:trace>
  <inkml:trace contextRef="#ctx0" brushRef="#br0" timeOffset="-201172.98">6107 13466 753 0,'-2'0'55'16,"0"0"-3"-16,0-2 0 0,-1 0 7 0,1 2-23 16,-9-3 9-16,3 1-20 0,5 2 2 0,-1 0-8 15,2 0-5-15,-2-2 0 0,1 2 0 0,1 0 1 0,0 0 6 16,0 0 11-16,2 0-3 0,0 2 7 0,2 0 3 15,0 0-9-15,0-2 1 0,22 3-5 0,-2 1-14 16,2-2-5-16,2 0-2 0,-2 0 0 0,2-1-5 16,-2 3-5-16,-1 0 5 0,-1 0-5 0,0-1 5 0,-5 1-9 15,-2 0-5-15,-2 1-2 0,-4-1-13 0,0 0-32 16,-3-2-4-16,-2-1-11 0,-1 1-31 0,1 0-21 16,0 0-4-16,0 2-8 0,-3-1-39 0,1 1-2 15</inkml:trace>
  <inkml:trace contextRef="#ctx0" brushRef="#br0" timeOffset="-200983.16">5966 13904 761 0,'-2'0'96'16,"0"0"185"-16,0-2-254 0,0 2-15 0,2 0-5 15,0 0 1-15,2 0-4 0,0 0 5 0,4 0-9 0,23 0 7 16,1 0-8-16,4 0 0 0,-3 0 2 0,1-1 0 15,3-3 5-15,0 0-6 0,4-1-1 0,0 1-6 16,2 0-19-16,0 0-102 0,2 3-25 0,-1-1-43 16,1 2-234-16</inkml:trace>
  <inkml:trace contextRef="#ctx0" brushRef="#br0" timeOffset="-200566.41">7368 13587 201 0,'-2'-2'32'0,"-2"-2"59"16,-9 1-75-16,-4-5-15 0,1-3 2 0,1 2-3 16,2 3 20-16,-2-1 14 0,2 1 12 0,0 1-1 15,2 1 27-15,2 2 15 0,-1-2-16 0,3 2 15 16,0 1-13-16,3 1-4 0,0 0-1 0,2 0-6 15,0 0-17-15,-1-2-13 0,-1 0 11 0,0 2-11 16,2 0 15-16,1 0-2 0,-1 0-9 0,2 0 4 0,0 0-19 16,2 0-2-16,1 0-2 0,21 0-1 0,6 0-8 15,7 0 2-15,6 0-6 0,1-2 2 0,1 2-19 16,-2 0-9-16,-6 0-5 0,0 2-11 0,-2 0-109 0,-1 3-145 16,-1 1-38-16</inkml:trace>
  <inkml:trace contextRef="#ctx0" brushRef="#br0" timeOffset="-199796.67">8571 13215 477 0,'-2'-1'32'0,"0"-1"48"15,2 0-33-15,-9-13-1 0,0 2 1 0,5 0-3 16,-9-2-7-16,0 4-7 0,0-2 1 0,0 4-1 16,-2-1 16-16,0 1-20 0,-3 4 4 0,-3-1-10 15,-1 2-2-15,0-11-5 0,-2 4 5 0,-6 2-4 0,2 4 6 16,0 3-13-16,0 2 3 0,2 3-5 0,-2 3 12 15,-1 3-7-15,-3 2 0 0,2 2-3 0,3 2-7 0,-1 2 6 16,5-2-2-16,1-8 3 0,2 17-4 16,3-1 3-16,0 3-4 0,2-4 4 0,4 0 1 0,4 0-9 15,1-1 8-15,4-3-7 0,-9-3 16 0,4-2 13 16,3 0-10-16,2-2 10 0,2 1-10 0,2-3-9 16,0-5 10-16,-2-3-10 0,19 12-6 0,8-1 8 15,5-7-7-15,0-3 8 0,10-4-16 0,1-5 10 16,-4-3-6-16,4-1 7 0,-8 0-8 0,-2-4 4 15,-1 0 3-15,1-1-1 0,-8 3-5 0,-3-2 1 16,-5 4 2-16,-3 5 0 0,-1-12-2 0,-3 3 2 0,-1 0 0 16,-5 2 3-16,-1 2-3 0,7 0 7 0,-5 1-2 15,-1 3 5-15,0-1 16 0,-2 3-15 0,-2-1 3 16,0 4-8-16,0-1 3 0,0-1-4 0,0 0-3 16,0 2 0-16,-2 1-5 0,0-1-2 0,0 0 2 0,0 0-2 15,0 2-1-15,0 0 2 0,1 2-3 0,-1 0 3 16,2 1-1-16,-2 18-3 0,2 3 4 0,0 6-3 15,4 1 9-15,-1 8-6 0,5 4-1 0,1 5-4 16,0 2 1-16,-1-1 6 0,-1 5 3 0,-1-1 0 16,-3 1-5-16,1 2 4 0,-2-8-4 0,-2 0 5 15,0-1-4-15,0 1 0 0,-4-1 0 0,-3-1 0 16,-1-1 4-16,1-5 0 0,-2-2 2 0,1-5-3 16,-1-3-3-16,2-6 11 0,-3 2-3 0,1-6 5 0,-2 1-9 15,0-5 13-15,0-6-1 0,-6-3 7 0,-9 10 8 16,4-6-9-16,3-6 4 0,-5-5-5 0,3 0 14 15,1-5-7-15,1-4 0 0,-1-4-3 0,3 3-7 0,1-17-6 16,-1 1-2-16,8-4-2 0,1 2-4 0,4-2 1 16,3 2-3-16,-18 1 2 0,8-1-3 0,5 0-1 15,4 4 8-15,2 0-8 0,2 1-1 0,4 3 1 16,5-2-2-16,2 3 3 0,-7 0-4 0,12 5 1 16,-1-1 0-16,-2 4 1 0,1-1-7 0,5 5-12 15,-4-4-3-15,5 2-2 0,-2-3-15 0,3 5-84 16,1 0 3-16,-2 3-37 0,0-11-48 0,1 6-83 15</inkml:trace>
  <inkml:trace contextRef="#ctx0" brushRef="#br0" timeOffset="-199072.84">8645 14008 319 0,'0'0'81'15,"0"-2"4"-15,-2 1-24 0,0-1-10 0,1 0-26 0,-1-2 11 16,-2 0-2-16,0 1 4 0,1-1-4 0,-1 0-1 16,4 2-12-16,-4-3 3 0,2 1-4 0,-1-1 21 0,1 1 2 15,0-2 6-15,2 4-5 0,0-1-9 0,0-1-9 16,0 0 0-16,0 1-1 0,0-1 1 0,0 2 4 15,0 0-7-15,0 0 6 0,2 2-10 0,0 0-5 16,-1 2 0-16,1 0-2 0,0 2 1 0,6 11-3 16,3 7-3-16,-4 0 0 0,-1 0 0 0,-1 1-8 15,-1-1 4-15,0-2-4 0,-1-1 15 0,1-4-3 16,0 0 8-16,-2-6-6 0,0 2 9 0,-1-2-11 16,1 1 2-16,0-1-4 0,0-3 1 0,0-1 8 15,-2-3-5-15,2 2 7 0,0-1 0 0,-1 1 2 0,1 0-2 16,0-2 0-16,-2 0-6 0,0-1-11 0,0 1 3 15,0-2-5-15,2 0 8 0,-2-2-8 0,2 1 3 16,0-3-5-16,-2 0-1 0,5-13-2 0,3-1 5 16,-1-3-1-16,1 1 0 0,3-2 2 0,-2 1-7 0,4-1 5 15,2 0 0-15,0 1-4 0,-10 1 4 0,19 3-3 16,-5 0 6-16,1 3-3 0,3 1 1 0,-10 3-1 16,5 3-4-16,-7 3 4 0,1-5-3 0,1 1 4 15,-4 5-10-15,6 1 10 0,-10 2-1 0,-1 0 3 16,0 0-4-16,-2 0 8 0,-1 4-6 0,11 12 7 0,-5 1-11 15,-3 2 8-15,-2-3-2 0,-2-3 4 0,0 0-8 16,0-5 10-16,-2 1-1 0,2-3 4 0,0-3-12 16,0-1 11-16,0 0-9 0,-2 2 9 0,0-1-12 15,2 1 4-15,0-2 2 0,0 0 1 0,0-2 1 0,0 0-11 16,2-2 6-16,0 0-6 0,0 2 6 0,12-13-3 16,1-7-2-16,-2 1 1 0,-2 2 5 0,2 3-1 15,-3 1-5-15,-1 3 3 0,-3 1-3 0,-1 5-3 16,-3 2 6-16,0 2-4 0,1-1 4 0,-1 1 0 15,2-2-1-15,0 0-1 0,-2 2 1 0,-1 0 1 16,1 0 4-16,0 0-2 0,2 0-2 0,0 2 0 16,1 1-1-16,1-1 1 0,1 13 4 0,-1-2-6 15,-1 2 4-15,-1-2-4 0,2 0 5 0,-1 0-9 0,3 0-7 16,-1 0-4-16,0 0-31 0,1 0-164 0,-1-2-15 16</inkml:trace>
  <inkml:trace contextRef="#ctx0" brushRef="#br0" timeOffset="-198049.88">10129 13082 162 0,'0'-2'47'0,"0"0"78"15,0-2-72-15,-2 1-8 0,-2-10 3 0,2 0-4 16,-1-2 6-16,1 0-6 0,0 0-8 0,0 0 1 15,-2-1-13-15,2 1 2 0,1 0 5 0,-1 0-4 0,0 4 12 16,2 3 1-16,0 1 1 0,0 0 0 0,0 1 3 16,0 0-14-16,0 1 3 0,0 3-6 0,0 0 10 15,-2-2-20-15,0 3 8 0,0-1-14 0,-1 2 3 0,-1 0-10 16,-9 7 2-16,-2 8-3 0,-2 20 1 0,1 1 6 16,-5 3-6-16,-1-4 6 0,1 4 2 0,7-2-7 15,1 4 6-15,3 0-7 0,8-1 4 0,-9 1 0 16,-13 4 2-16,9-2-1 0,6-1 5 0,7 5 3 15,2-6 2-15,6 3 1 0,1-1 2 0,2-4 3 16,1-4-6-16,1-1 4 0,0-5-8 0,2-1 3 16,2 0-4-16,-4-10 2 0,2 3-9 0,-2-4-3 15,-3-1 1-15,8-1-4 0,5-4 3 0,-5 0-5 16,3-1 0-16,-4-3-4 0,2-1-12 0,-4-3-15 0,0-1-10 16,0 8-6-16,-4-5-72 0,0-1-46 0,-1-2-10 15,-3 0-12-15,1-2-38 0</inkml:trace>
  <inkml:trace contextRef="#ctx0" brushRef="#br0" timeOffset="-197655.23">10309 13191 307 0,'0'0'172'0,"0"-2"14"16,0 1-44-16,-2-1-44 0,0 0-43 0,0 0-45 15,0 0-3-15,1 0-2 0,-1 2 0 0,2 0 6 16,0 2-6-16,0 0 3 0,0 2-5 0,-2 20 2 0,0 7 2 16,2 3 1-16,0 3 0 0,0 2 4 0,0 4 10 15,0-2 5-15,0 1-1 0,0-3 8 0,0 0-8 16,0-3-2-16,2-5-1 0,-2-1-2 0,0-6-8 16,0-4 1-16,0-1-3 0,0-2-3 0,0-4 2 15,0-2 1-15,0-6 1 0,0-1 4 0,0 0-1 16,0-1 1-16,0 1 0 0,0-2 3 0,0 0-11 15,0 0 1-15,0-2-3 0,0-2 1 0,0 0-2 16,0-9 5-16,-2-19-5 0,2 0-2 0,0-5 12 0,0-6-11 16,2 1 11-16,2-11-18 0,3 5 6 0,0 1 1 15,3 1 4-15,1 7 2 0,-2 0 11 0,0 5-1 16,1 6 4-16,1 2-9 0,0 5-2 0,0 3-4 16,-2 3 1-16,-3 0-12 0,11 3 7 0,5 3-7 0,-5 3 6 15,-4 2-12-15,7-13-7 0,-5 8 1 0,-4 3-7 16,0 2-30-16,2 2-87 0,-5 0-4 0,3 4-30 15,-2 2-28-15,-7-6-88 0,5 20 56 0</inkml:trace>
  <inkml:trace contextRef="#ctx0" brushRef="#br0" timeOffset="-197287.07">10758 13555 422 0,'0'0'30'0,"-2"0"0"16,0 0 31-16,1 2-14 0,-1 0 8 0,-2 2-26 0,-5 9-8 15,-6 13 1-15,-4 0-3 0,3 5 6 0,-7-5 7 16,1 4 3-16,7-2 1 0,-3-4 8 0,5-2-4 16,3-1 2-16,-1-5-2 0,6-1 0 0,3-2 1 15,-8 0-6-15,5-2 5 0,1-1 2 0,2-1-12 16,2-4 7-16,0 1-10 0,0-2-7 0,0-2-4 16,15 9 1-16,9 2-1 0,2-6 4 0,0-3-2 15,-3-4-1-15,3-2 1 0,-2-2 9 0,-2-1-1 16,2-5 5-16,-3 1-6 0,-1-2-12 0,-5 2-2 0,-2-1-6 15,-6 9 4-15,1-16-5 0,-5-2 4 0,-1-3 6 16,13 2-2-16,-4-5-1 0,-5-4-1 0,-6-3-4 16,-2 3 3-16,-5-1-6 0,-5 2 0 0,-2 2 1 0,12 0 0 15,-24 6-2-15,2 3-2 0,-6 6-4 0,6 5 2 16,-2 2-9-16,0 3-10 0,5-14-5 0,-3 4-1 16,2 5-21-16,5 4-35 0,4 2 0 0,8 0-15 15,3 0-20-15,-2 2-27 0,2 0-12 0,0 2-9 16,0-1-72-16</inkml:trace>
  <inkml:trace contextRef="#ctx0" brushRef="#br0" timeOffset="-196968.33">11131 13152 630 0,'0'-2'209'0,"0"1"-231"15,0-3 226-15,-2-7-111 0,-1-2-74 0,-1 3 10 16,2 3-11-16,2 5 8 0,0 0-21 0,-2-1-2 16,0-1 0-16,1 0-1 0,-1 2 0 0,2 0 5 15,0 1 4-15,0-1-1 0,0 2 7 0,0 0 5 0,0 2-1 16,0 1 3-16,0 10-4 0,0 13-6 0,0 4 5 16,0 3-6-16,0 3 1 0,-4 5-9 0,0 5-3 15,1 4 0-15,-5 2 4 0,3 2-4 0,-3 2-2 16,3-2 0-16,-1-4 0 0,0-2 0 0,3-7 5 15,-1-6-4-15,2 0 3 0,0-3 0 0,0-4-3 0,2-4 2 16,0-2-3-16,2-1-7 0,0-3 1 0,0-3-6 16,2 0-14-16,-2-4-34 0,-1-4-4 0,-1-3-10 15,0-2-20-15,2 2-7 0,0-1-6 0,2-1-3 16,0 0-45-16,7-2-18 0,9-2-7 0</inkml:trace>
  <inkml:trace contextRef="#ctx0" brushRef="#br0" timeOffset="-196651.32">11514 13215 444 0,'0'-1'72'0,"0"-1"-8"0,0 0 26 15,-2 0 6-15,0-2-23 0,0 1-16 0,0-1-19 16,1 0-2-16,-1 2-7 0,0 0-23 0,2 1-1 16,0-1-5-16,0 0 2 0,0 0 1 0,0 2-3 15,0 0 5-15,0 0-4 0,0 2 6 0,0 0 5 16,0 1 2-16,0 12 4 0,2 11 33 0,1 4-14 15,1 3 7-15,0 5-12 0,-2 4-5 0,-2 7-6 16,0 3-6-16,0 1 2 0,0 3-3 0,-2-6 1 0,-2-1-3 16,0-7 1-16,-1-3-10 0,1-2-2 0,-1-1 6 15,1-5-4-15,0-1 4 0,-1-2-4 0,1-2-3 16,0-4 0-16,0 0-6 0,3-5 1 0,-1 0-4 16,0-6 0-16,2-2-30 0,0-3-56 0,0-4 7 15,0-1-22-15,0 3 7 0,0 0-45 0,0-2-5 0,0 0-21 16,2-2-80-16</inkml:trace>
  <inkml:trace contextRef="#ctx0" brushRef="#br0" timeOffset="-196064.84">11764 13186 845 0,'0'0'42'0,"0"0"2"16,0-2-4-16,0 0-11 0,0 0-10 0,0 2-19 15,0 0 8-15,0 0-6 0,0 2 8 0,0 0-10 0,0 7 8 16,-1 19 1-16,1 7 2 0,0 2 6 0,0 2 1 16,0 10-3-16,1-1 1 0,-1 6-4 0,2-4 6 15,0-2 4-15,0-3-1 0,0-4 4 0,-2-4-13 16,0-4 5-16,0-3-7 0,0-2 6 0,0-2-4 16,0-6-1-16,0-1 1 0,0-3-7 0,0-3-2 15,0-3-3-15,0-3 0 0,0-1 0 0,0-4 0 16,-2 1 1-16,0 1-1 0,0-2 6 0,0 0-10 0,1 0 5 15,-1-2-8-15,0 0 2 0,0-2 1 0,0-2-3 16,-5-15 4-16,-1-8 2 0,3-7-3 0,3-1 0 16,0-6-3-16,2-4-7 0,0-5 8 0,2 0 3 15,2 0 2-15,-1-2 7 0,3 6-4 0,1 1 0 16,-1 4-2-16,1 6-7 0,1 3 13 0,-1 3-6 0,1 3 8 16,-1 5-17-16,0 6 15 0,3 1-8 0,-7 2 9 15,18 3-4-15,-3 4 5 0,-1-1 4 0,7 4-3 16,-5-11 2-16,-2 4 0 0,9 3 1 0,-15 6-2 15,4 0-8-15,-2 4 4 0,-4 0 0 0,2 3 2 16,0 2 1-16,-3 16 2 0,-1 1-3 0,-5 0 1 16,16 1-14-16,-6 1 7 0,-7 2-1 0,-5 0 5 0,-2-1-4 15,-5 3-2-15,-2-2-3 0,-6 1 0 16,0-5 3-16,11-3 1 0,-24-3 2 0,4-5 0 0,4 0 1 16,1-4-3-16,8 2 0 0,-4-6 0 0,2 1 5 0,6-1 0 15,-3-1 0-15,5-1 0 0,-3-1-1 0,5 2-1 16,-3-1-3-16,2 3 2 0,3 1 8 0,-9 2 1 15,5-2 4-15,-1 4-4 0,2-2 0 0,3 0 6 16,1 2-3-16,0-1 4 0,0-1-7 0,1-2-6 16,3 0 1-16,0-1-2 0,0-1 8 0,-1-3-3 15,16 1-1-15,-2-1-1 0,7 0-9 0,4 14 2 16,-2-6-3-16,5-5 2 0,1-5-3 0,3-2-15 16,-2 0-2-16,-3 0-7 0,-4-2-36 0,-4 0-105 0,-1 0-14 15,-6 0-44-15,0 2-155 0</inkml:trace>
  <inkml:trace contextRef="#ctx0" brushRef="#br0" timeOffset="-195640">12360 13615 953 0,'0'0'56'16,"0"-2"3"-16,-1 0-12 0,-1 0-5 0,0 0-18 15,0-1-4-15,0 1-13 0,0 0 1 0,0 0-4 0,1 0 4 16,1 0-5-16,0 0 3 0,0 2-3 0,0 0 2 0,0 0 14 16,0 2 1-16,0 0 6 0,0 2 13 0,0 0-9 15,0 18-2-15,0-2-1 0,0 3 2 0,0-1-16 16,0-2 1-16,-2 2-6 0,-2 3 5 0,0-5-5 16,-1 4-2-16,-1-2-1 0,1-3 2 0,-3 0-6 15,3-5 7-15,-3 1-7 0,3-2 7 0,-1-2 7 16,2-1-4-16,1-3 3 0,1-1-4 0,0-3 0 15,0 3 4-15,2-4-4 0,0 2 2 0,0-3-8 16,0 1 0-16,0 2-2 0,0 0 9 0,2-1-2 16,0 1 0-16,2-2-2 0,-1 0-2 0,5 2 2 15,5-1 0-15,3 1 0 0,1-2-2 0,2 0 1 0,-1-2-4 16,3 0 3-16,-3 0-2 0,1-2-9 0,-3 2 10 16,-3-2-10-16,2 0 11 0,2-2-9 0,-2 1-3 15,3-1-3-15,1-2-12 0,-2 1-14 0,1-1-7 16,-1 1-6-16,-4-1-57 0,-2 1-28 0,-5 3-2 15,-1-2-8-15,-1 2-18 0,2-3-12 0,3-7-3 0</inkml:trace>
  <inkml:trace contextRef="#ctx0" brushRef="#br0" timeOffset="-195266.7">12611 12922 854 0,'0'0'48'0,"0"-2"-2"0,-2 0 17 16,0-1-5-16,-1-5-10 0,-7-7-17 0,5 6-6 16,1 2-4-16,0 1 0 0,3 2-13 0,1 3 2 15,0-1 2-15,-2-2 0 0,0-3 15 0,2 3 8 16,0 0-1-16,0 0 2 0,2 3-4 0,0-1 3 15,1 0 0-15,5 0-2 0,16-4-14 0,4 6 2 0,-4 4-10 16,9 9 8-16,3 6-13 0,-1-12-6 0,0 23 2 16,-5 3-2-16,0 3 1 0,1-1 1 0,-3 6 5 15,-4 3-5-15,-5 4-2 0,1 4 2 0,-3 4-4 16,-1 4 4-16,-1 3 3 0,2 0-5 0,-6 2 5 16,-2-6-5-16,3-1 10 0,-5-6 17 0,-1-4-2 0,-1-3 8 15,-1-5 3-15,-2-2-20 0,18-3 6 0,-7-2-12 16,-5 1 3-16,-3-3-6 0,-3 3 0 0,-2-3-2 15,0-3-6-15,-2 0-6 0,-2-6-2 0,-1 1-3 16,-3-3-31-16,-1-1-167 0,-4 1-26 0</inkml:trace>
  <inkml:trace contextRef="#ctx0" brushRef="#br0" timeOffset="-194471.81">5851 13461 180 0,'0'0'20'0,"-2"0"40"0,0-2-36 0,0 0 18 16,0 0-1-16,1 0 6 0,-3 0-3 0,0 0 1 16,2 2 1-16,-7-5-1 0,3 1-8 0,1 0 3 15,-3-1 4-15,5 3 1 0,-3-2 20 0,2 2-22 0,-1-3 8 16,3 1-15-16,-2-1-8 0,2 1 10 0,1 0-6 16,-1 0 8-16,0 1-9 0,0-1-15 0,0 0 3 15,0 1-6-15,0 1 5 0,1 0 9 0,-1 0-6 16,0 0 6-16,2 2-6 0,0 0-5 0,0 2-3 0,2 0-2 15,0 2-15-15,-2-3 13 0,7 11-4 0,0-1 8 16,14-6-4-16,1-1 0 0,-7 7 4 0,13 2-3 16,-4-7-2-16,6-6-1 0,1-4 1 0,-5-3 0 15,4-5-5-15,-2 1 2 0,-2 0-4 0,0 0 4 16,-4 2-2-16,-5 1 2 0,1 1-1 0,-3 1-1 16,0 1-7-16,-2 1 7 0,-2 0-6 0,2 1 7 0,-2-1-1 15,-3 2-4-15,1 0 5 0,-3 0-5 0,-1 0 5 16,1 1-3-16,-3 1 1 0,-1 0-2 0,2-2 5 15,0 0-5-15,-2 2 1 0,3-4-1 0,1-9-1 0,1-2 2 16,2-1-7-16,1-1 4 0,1-2-14 0,2 4-26 16,2-1-33-16,0 5-8 0,-1 1-200 0</inkml:trace>
  <inkml:trace contextRef="#ctx0" brushRef="#br0" timeOffset="-193789.16">5745 13557 124 0,'0'0'15'0,"-2"0"0"0,0-2 3 0,0 0-1 16,1 1-3-16,-1-1-4 0,0 0 1 0,0-2-8 15,0 0 6-15,0 1 3 0,0-1 3 0,-3-5 19 16,1 1-9-16,-1-3 40 0,1 0 9 0,-2-2-3 16,3 2 5-16,1 2-11 0,0-3-1 0,2 3-5 0,0 2 1 15,0-3-12-15,2 1-5 0,0 2-2 0,1-3-1 16,1 5-21-16,-4 3-6 0,7-4-1 0,8-3 0 16,6 0-9-16,-6 7 10 0,9 2-8 0,-4 2 9 15,-5 3-4-15,2 5 12 0,-4-3 5 0,5 6-2 16,1-9-9-16,-1 9-5 0,-3 0-1 0,-2-4 0 0,4 0-3 15,-2-5 16-15,3 2-2 0,-3 5 7 0,0-4 8 16,4-1-1-16,-3-4-2 0,5-2 1 0,-3-2-3 16,3-6-12-16,-3-1 3 0,5-6-7 0,-1 0-9 0,-4 2 0 15,3 0-3-15,-4 2 2 0,-3 2-3 0,-1 2-2 16,2-3 2-16,-4 3-2 0,1-1 3 0,-3 3-5 16,0-1 0-16,0 1-4 0,-1-1-15 0,1-1-25 15,-1 1-53-15,-1 1 3 0,0 3-240 0</inkml:trace>
  <inkml:trace contextRef="#ctx0" brushRef="#br0" timeOffset="-192224.33">13874 13761 76 0,'0'0'43'0,"0"0"-39"16,0-2 50-16,0 1-19 0,0-1 12 0,-2 0-5 0,0 0-3 15,0 0-2-15,0 0-5 0,0-1 10 16,1-1 4-16,-1 0 1 0,2 2 4 0,-2-3-4 0,-2-3-5 16,-1-1 0-16,3 3-11 0,-2 1-11 0,-2-4 5 15,3 1-7-15,-3-1-1 0,1 0-2 0,1 1 0 16,2 3-1-16,0-3-2 0,0 1-3 0,-1-6-9 16,1-2 6-16,2 2-10 0,0-4 9 0,3 1 1 0,5-5 1 15,1 3-10-15,2-3 2 0,2 3 1 0,-9 3 0 16,15 0 2-16,-5 4 11 0,1 3-8 0,0 3 10 15,-2 1 4-15,-2-5-9 0,-1 3 5 0,1 1-7 16,-2 3-8-16,0 2 14 0,1 0-1 0,1 2 9 16,-2 1 7-16,0 3-1 0,-1-1 3 0,-1 7-1 15,-1 6 4-15,1-5-2 0,1 0 3 0,1 2-2 16,0-8 6-16,0 1-12 0,-1-1 6 0,7 4-7 0,0-1 8 16,1-3 0-16,3-1-2 0,-1-4 2 0,5-2-5 15,4-8-10-15,1-3 0 0,-4-2-4 0,-3 0 0 16,-3 0-15-16,-3 9 3 0,2-14-6 0,-4 3 6 0,-2 2 1 15,-2-2-5-15,1 6 2 0,-5-2-8 0,-1 1-3 16,2 3 2-16,-5 3-4 0,1 0-17 0,-2 3-108 16,4-3 1-16,-2 0-42 0,-2 2-40 0,0 0 9 15,-2 2-41-15</inkml:trace>
  <inkml:trace contextRef="#ctx0" brushRef="#br0" timeOffset="-191927.74">13976 13962 531 0,'0'0'95'0,"-2"0"-99"0,0 0 96 0,0 0-44 16,0 0-33-16,1 0 5 0,-1 0 4 0,0 0-3 15,0 0-3-15,0 0-9 0,0 0 7 0,0 0-7 16,1 0 5-16,-1 0 2 0,0 0-2 0,2 0 4 15,0-2 9-15,0 0 16 0,2 0-9 0,0 0 11 0,1 1-6 16,1 1 5-16,15-6 5 0,1 0-3 0,4 1 2 16,-2 1 2-16,6 0-10 0,0 1 4 0,0 1-27 15,0 0-5-15,-4 2-2 0,-2 0-2 0,-1 0-3 0,-3 0-5 16,1 0 4-16,-8 0-4 0,2 0-5 16,0 0-24-16,0 0-14 0,5 2-15 0,-5-2-170 0</inkml:trace>
  <inkml:trace contextRef="#ctx0" brushRef="#br0" timeOffset="-191457.18">15593 13531 225 0,'0'-2'15'0,"0"0"32"0,2 1-39 0,0-3-2 15,0 0 1-15,3-7-3 0,6-6-3 0,-1 4 0 16,1-2 8-16,0 1-5 0,-2 1 6 0,-1 1 9 16,1-1 0-16,-2 2 11 0,1 0 36 0,-1 0-7 15,-1 0-6-15,-3 3-2 0,3-3-23 0,-4 4-5 16,0-1 3-16,0 1-4 0,-2 1 4 0,0 3-2 15,0-3-2-15,0 2 2 0,0 1 0 0,0 1-13 16,0 0 1-16,0 0-6 0,-2-2 5 0,0 1-13 0,0-1 6 16,0 2-9-16,0 0 8 0,0 0-10 0,1 1-3 15,-1-1-8-15,0 2-35 0,0 0-110 0,0 0-13 16</inkml:trace>
  <inkml:trace contextRef="#ctx0" brushRef="#br0" timeOffset="-191180.3">15535 13392 65 0,'-1'0'43'0,"-1"2"7"0,0 0 49 0,-2-1-4 16,-9 1-10-16,-5 2-3 0,-3 0-15 0,1-1 8 15,-2 1-41-15,1 2 14 0,-5-1-7 0,-4 3 11 0,4-3 7 16,-3 3 6-16,5-3 6 0,-2 3-4 0,0-3-1 16,5-1-5-16,1 0-2 0,12-4-1 0,-1 2-19 0,2-1-10 15,3-1-5-15,-4 0 0 0,5 0 0 0,-1 0-9 16,0 0 2-16,2 0-5 0,1 0 2 0,-1 0-9 15,2 0 3-15,2 0-5 0,-1 0 0 0,9-1 7 16,23-9-2-16,-1 1 2 0,1-2-10 0,4 0 12 16,2 0-8-16,0 1 9 0,2 1-10 0,-6 2-1 15,1 1 0-15,-1 2 0 0,-4 2 4 0,-3 1-11 16,-5 1 6-16,-1 0-8 0,-2 0 2 0,-3 0-16 16,2 0-9-16,-8 0-8 0,-4 0-91 0,1 0-106 15,-5 0-27-15</inkml:trace>
  <inkml:trace contextRef="#ctx0" brushRef="#br0" timeOffset="-190475.03">16391 13230 573 0,'0'-2'34'0,"0"-1"48"0,0-7-64 15,0-4-6-15,0-3 1 0,0 0-1 0,0 0 2 0,0 1 0 16,0-1-8-16,0 0 6 0,0 1 1 0,0-1 29 16,-1 0-4-16,-3-1 11 0,0 5-10 0,-1-2 3 15,-3 0-2-15,1 4 2 0,-1 2-12 0,1 1 6 16,-12 4-6-16,-1-10 5 0,-2 2-19 0,-1 7-10 15,-1 5 4-15,0 2-6 0,0 3 0 0,2 5-2 16,-3 3 2-16,-1 3-3 0,2-10-5 0,2 16 7 16,-2 2-2-16,0 0 4 0,3 0-2 0,3 2-5 15,-1 0 2-15,10 0-3 0,0 2 6 0,3-4-3 16,-9 1 4-16,8-3-2 0,3-2 13 0,4-1-4 0,4-2-3 16,1-3 0-16,3-1-5 0,-1-1 0 0,8-3-1 15,13-4-1-15,-2 12-5 0,6-6 6 0,-3-7 1 16,3-4 3-16,-1-2 1 0,-1-3-6 0,2-3 2 15,-5-3-2-15,-1 0-5 0,-3 0 9 0,-3 0-5 0,-1-2 8 16,-3 1-12-16,-3 7 10 0,-1-12-6 0,-5 2 8 16,0 0-7-16,-3 2 7 0,0 2 0 0,5 0 3 15,-5 4 9-15,1-3-5 0,-3 5 6 0,0-1-7 16,-2 3-1-16,0-1 4 0,0 2-4 0,0-2 5 16,0 1-9-16,0 1-9 0,0 0-1 0,0 0-1 15,-2 2 10-15,0 0-11 0,1 2 4 0,-1 0-5 0,-2 7 9 16,-3 21 1-16,1 3-4 0,2 2 2 15,2 4-3-15,2 0-3 0,0 4 2 0,4 4-3 0,2-1 2 16,1 2 6-16,2-3-5 0,1-4 4 0,-1 1-5 0,-2-5 4 16,-1-5 0-16,0-2 1 0,-3-4-10 0,1-2 5 15,-2 0 2-15,-2-5 2 0,0-1 0 0,0-3 4 16,-4 2-2-16,0-4 4 0,-3 2 3 0,1-6-4 16,1 0 4-16,-1-1-2 0,-10-3 15 0,-3 1-6 15,0-4-1-15,1-1 1 0,-1 12 3 0,1-3-11 16,-1-5 5-16,2-3-6 0,3-2 4 0,2 0-12 15,3 0 2-15,2-2-5 0,1 0-8 0,1 1-11 16,3 1-6-16,0 0 0 0,0 0-16 0,-2-4-36 16,1 0-5-16,-1 0-16 0,2 1-59 0,0 1-44 0,0 0-5 15</inkml:trace>
  <inkml:trace contextRef="#ctx0" brushRef="#br0" timeOffset="-189830.04">16768 13745 705 0,'0'-2'43'0,"-2"0"78"16,1 0-80-16,-1 0 5 0,0 0-8 0,0 0 3 0,0 1-33 16,2 1-3-16,-2 0-2 0,0 0 1 0,1 1 7 15,-1 1-11-15,0 2 11 0,-2 7-11 0,-3 8 11 16,-1-1 13-16,3 1-1 0,-1-1 6 0,-1 1 2 15,1 0-2-15,3 1-2 0,-3-1 2 0,2 1-2 0,2-1-3 16,1 1-5-16,-1-1 2 0,2 1-8 0,0-3-4 16,0-1 1-16,0-1-1 0,0 0 0 0,0-2-1 15,0-2-2-15,0-3-1 0,0-1 2 0,0-1-4 16,0-3 1-16,0 1-2 0,0-2 9 0,0 2-4 16,0-1 1-16,0 1-2 0,0-2 5 0,0 0-3 15,0 0 8-15,0 0-7 0,2-2-7 0,-1 0 2 16,1-2-1-16,0 0 1 0,0-2-4 0,0-1 3 15,5-12-3-15,1-2 3 0,-3 3-4 0,3-3 1 0,-1 0-1 16,0 1 1-16,3-1 0 0,-1 1 0 0,0-1 1 16,2 1-1-16,1-3 0 0,1 3-3 0,-8-1 0 15,12 4 0-15,3 0 4 0,-5 0 0 0,0 2-1 16,-2 2-1-16,-2 8 1 0,0-7-1 0,-1 5 2 0,-1 1-4 16,-4 2 3-16,1 2 1 0,0 0-3 0,-3 0 2 15,3 2-6-15,-4-2 10 0,0 15-3 0,11 3 5 16,-4 3-8-16,-4-4 4 0,1 1 1 0,-4-3 1 15,0 0 1-15,0-4 5 0,-2 0-5 0,0-3 3 16,0-3-8-16,0 1 0 0,0-3 5 0,0-1-1 16,0 0-1-16,1 2 1 0,1 0-1 0,0-3 2 15,0 1-2-15,2 0 0 0,-2-2-3 0,11 0 3 0,1-4-2 16,3-3 0-16,0-2 1 0,1-2-1 0,3-2-5 16,-4 1 4-16,3-1-3 0,-3 2 4 0,-1 2 3 0,-3 2-6 15,-7 5 1-15,1-2-3 0,-3 2 4 0,0 0 1 16,-2 2 2-16,0 0-1 0,3 0 6 0,-1 0-8 15,-2 0 3-15,1 2-4 0,1 0 2 0,0 0 1 16,-2-2 1-16,5 5 0 0,-7-3-3 0,6 9 8 16,3 1-11-16,-3-3 10 0,1 0-10 0,-1 0-6 15,1 1 6-15,-1-3-7 0,-1 1 1 0,-3-3-27 16,9-1-4-16,0 1-15 0,-1-3-92 0,-3 4-3 16,-3-4-40-16,7 5 20 0,-7-3-100 0</inkml:trace>
  <inkml:trace contextRef="#ctx0" brushRef="#br0" timeOffset="-189470.88">17647 13126 497 0,'0'-2'40'0,"0"-1"56"16,-2-10-58-16,-2-8-2 0,0 3-3 0,-1 1 3 15,1 0-4-15,2 4 0 0,-2-3 6 0,1 3-3 16,1 0 12-16,0 3-2 0,2 5-1 0,0-3 2 0,0 3 3 16,0 1-21-16,0 2 0 0,0-1-8 0,0-1-12 0,0 0 3 15,0 0 0-15,0 3 4 0,2-1 27 0,0 0 2 16,0 2 3-16,-1 0-4 0,1 2-15 0,0 1-3 16,4 20-5-16,-1 6 1 0,1 5-21 0,-1 1 5 15,1 2-2-15,-2 4 4 0,-1 2-7 0,1 1-2 16,0 3 3-16,1-3-1 0,1 1 11 0,-2 1-12 15,-1-1 1-15,1-2-4 0,-2-6 3 0,0-2 5 16,0-5-1-16,-2-4 1 0,0-2-14 0,0-7 2 16,0-3-7-16,0-4 4 0,0-1-11 0,0-5-38 15,0-1-4-15,0 1-14 0,0 0-42 0,0-1-73 16,0-1-15-16,0 0-24 0,0 0-84 0</inkml:trace>
  <inkml:trace contextRef="#ctx0" brushRef="#br0" timeOffset="-189058.03">17528 13045 899 0,'0'0'24'15,"0"0"1"-15,0-2-5 0,2 0 0 0,-1 0-9 16,1-2 4-16,4 1 4 0,16-12-5 0,4 0 5 16,-2 2 5-16,0 0 22 0,4-2 0 0,2 0 6 0,2 2-5 15,1 0-14-15,-1 2 0 0,-1 0-6 0,1 2-19 16,-4 1-2-16,-4 5 1 0,-2 1-1 0,-3 2-2 15,-6 0-8-15,-4 0-1 0,-4 2-2 0,-1-1 3 0,0 3 1 16,0 2 3-16,1 12-1 0,-5 6-1 0,-4-3 2 16,-5 1-1-16,-4 0 2 0,8-1 0 0,-21-1 6 15,1 1-4-15,3-3 4 0,-2 4-5 0,2-1 0 16,1-1 0-16,-1 3 1 0,3-1 1 0,5-2 4 16,-1 1-2-16,5-5 2 0,-1-1-4 0,4 0-2 15,3 0 6-15,0-2-4 0,-7 2 10 0,6-6 8 16,1 0-1-16,2 1 3 0,0-1-8 0,2 0 0 15,0 1-6-15,2-1 4 0,0-4-1 0,0 1 5 16,18 0 0-16,3-1 1 0,1 1-7 0,0-1-5 0,2 5 4 16,-2-3-5-16,0 2 0 0,-3 1-6 0,-1 1-1 15,-3-2-1-15,-2 2-2 0,-1-2-9 0,1-1-8 16,-2-1-1-16,-2-1-31 0,1-1-124 0,0 3 16 16,-2-1-57-16,6 1-14 0</inkml:trace>
  <inkml:trace contextRef="#ctx0" brushRef="#br0" timeOffset="-187875.44">18525 13347 745 0,'0'0'54'0,"-2"-2"101"0,0 1-132 0,0-1-7 16,0 0-3-16,1 0-1 0,-1 2-13 0,-2 0 4 15,0 2 1-15,-1 2 3 0,-6 7 2 0,-2 18-5 16,0 7 1-16,-2-3 0 0,2 1 7 0,2-1-2 16,-1-1 4-16,3-3 0 0,4-1 23 0,1-2-4 15,2-4 3-15,-13-1-4 0,6-3 3 0,3 1-9 16,4-4 1-16,2-2-4 0,0-2-7 0,2-4 0 16,2 3 0-16,0-3 0 0,-2-3 0 0,7 3-5 15,9-3 1-15,5 11-1 0,-1-4 13 0,2-4-16 0,0-1 4 16,-1-4-8-16,-1-2 7 0,-4-2 2 0,1 0 0 15,-2-2 0-15,-2 1-4 0,-4-3-6 0,-2 0 6 16,-2 1-4-16,-1-6 6 0,-2-12-8 0,-3 3 0 16,16-4-3-16,-6-4-2 0,-5-2 1 0,-4-1 0 0,-4 3 2 15,-4 2 4-15,-3 0 0 0,-2 0-4 0,0 6 3 16,-4-3-4-16,11 3 7 0,-18 7-2 0,2 0 4 16,-5 4-7-16,7 1-1 0,-1 3 2 0,3-7-2 15,-1 3-1-15,4 4 0 0,2 1 0 0,1 2 1 16,3 2-8-16,0 0 6 0,1 0-2 0,0 2 3 15,5-2-4-15,1 2 2 0,-12 14-3 0,9-4 3 16,1 4 0-16,2-5-2 0,2 4-2 0,1 0 0 0,3-6-3 16,3 3 5-16,6-7-1 0,11-3 2 0,4 0 0 15,-4 15 1-15,0-6 2 0,4-4-2 0,-3-3 4 16,3-4-7-16,0 0 2 0,-4 0-3 0,5-4 13 0,5-1-6 16,1-3-1-16,2-1-2 0,-8 0 5 0,-7 1-2 15,2-1 5-15,-9 3-6 0,4 1 2 0,-8 1-4 16,-4 0 2-16,2 1-1 0,-7 3 6 0,-2 0-1 15,1-2 7-15,1 0-4 0,0 0 4 0,-2 0-2 16,-1 0-8-16,1 0 5 0,0 2 1 0,-2 0-7 16,0 0 4-16,0 2-4 0,-2 0 4 0,0 2 0 15,-3 7-2-15,-6 11 0 0,0 1-4 0,-1-1 4 16,3 2 0-16,0-2 2 0,1 1-1 0,1-5-7 0,1 1 5 16,3-3-5-16,1-3 11 0,0 0-6 0,2 0 2 15,0-2-3-15,2 2 11 0,0-5-11 0,0-3 7 16,-1 1-7-16,-1-4 3 0,2 2-3 0,2-1-1 15,11 8-1-15,3 1 2 0,5-5 5 0,-1-3-3 0,2-4 2 16,-3-2-7-16,-5-2 2 0,3-3 3 0,-1-3-1 16,-1 1 3-16,-4 0-1 0,-2 0-4 0,-3-8 1 15,-1-2-2-15,-1 5 4 0,-3 2 0 0,1 3 1 16,4 0-3-16,-8 7 0 0,3-2 1 0,1 1 0 16,-2-1-2-16,0 2 1 0,0 0 1 0,-1 0 1 15,1 2-6-15,0 0 5 0,0 2-3 0,0 2 4 0,-2 0 1 16,5 14-6-16,1-1 3 0,-2-4-5 0,1 3 8 15,-1-6-7-15,2 1 0 0,-1-2-6 0,-1-3-3 16,9-3 6-16,5 1-3 0,3-2 5 0,3 15-1 16,4-6-7-16,0-4 3 0,3-5-5 0,3-2 5 0,-1-4-2 15,-3-3 6-15,3-4-4 0,-9 0 12 0,4-2-2 16,2-2-6-16,-12 2 1 0,3 4-7 0,-4-19 3 16,-10-2 6-16,0-3-4 0,5 1 6 0,-7-5-2 15,3-2 0-15,16-6 1 0,-11 1 2 0,-8 1-1 16,-3 0 1-16,-2 3 0 0,-2-3 7 0,-1 4-5 15,-1 0 1-15,2 5-2 0,-2 3-3 0,1 1 15 16,-1 8-7-16,0 0 9 0,0 3-11 0,1 6 2 0,-1-2 3 16,2 6-1-16,-2 0 4 0,3 1-2 0,1 6-1 15,-2-1 0-15,0-1 0 0,-2 2-10 0,2 2 6 16,-11-4-6-16,0 4 11 0,0 2-5 0,4 2-3 16,0 2 2-16,1-5 5 0,3 22-9 0,-5-3 6 15,7 1-8-15,-12 1 4 0,4 0 5 0,3 0-3 0,6 4 5 16,2 0 1-16,0 4-9 0,4 2 5 0,4 1-6 15,1 2 6-15,2 6 0 0,2 0-5 0,2 5 3 16,0-1-4-16,0-4 6 0,1-2 3 0,-1 2 0 16,0-2-11-16,0-4 4 0,2-2 0 0,-1-7 3 15,-14-2 3-15,20 1-5 0,3-7-2 0,-3-1 1 16,0-2-5-16,0-4 3 0,-7-2-2 0,0-3 3 16,2-3 0-16,-4 1-10 0,0-2-2 0,-2 7-5 0,-2-3-12 15,0-2 3-15,1-3-8 0,-5-1 3 0,1 0-34 16,-4 0-48-16,0 0 5 0,1-1-21 0,1-3-8 0,-2-2 11 15,3-7-10-15,-1-5 11 0,-2-1-9 0,-2 2-65 16</inkml:trace>
  <inkml:trace contextRef="#ctx0" brushRef="#br0" timeOffset="-187660.94">19375 13301 1122 0,'0'0'40'16,"-2"-2"77"-16,0 0-90 0,1 0-21 0,1 0 0 16,0 1-6-16,0-1 5 0,1 2-6 0,1 0 7 15,0 0-6-15,28-4 2 0,7 2 11 0,4-2-5 16,9 1 6-16,0-3-7 0,6-1 6 0,1-1-11 0,3 1 9 16,-3-1-10-16,-3 1-1 0,-4 1 3 0,-9 3-4 15,-2-1-20-15,-5 2-57 0,-3 0-56 0,-5 2-12 16,-2 0-296-16</inkml:trace>
  <inkml:trace contextRef="#ctx0" brushRef="#br0" timeOffset="-175600.1">17700 14467 256 0,'0'0'114'0,"0"-2"-46"0,-1 0 40 0,-1 0 0 0,0 0-80 15,0 1-8-15,0-1-14 0,-2 0 7 0,1 0-8 16,-7 0 7-16,-3 0 3 0,4 0 4 0,-2 1 1 15,5 1 25-15,3 0 5 0,-3 0 3 0,1-2-1 16,3 2 4-16,-2-2-7 0,-2 0 3 0,3 0-4 0,-1 0-4 16,0-1-14-16,1-1-4 0,-1 0-3 0,2 0-17 15,0 1 2-15,0-1-3 0,0 0 4 0,1 1 4 16,-1-1-13-16,0 2 5 0,0 0-6 0,0 0 8 16,0 0-7-16,0 1-2 0,2-1-3 0,0 0 5 0,0 0 0 15,2 2 3-15,2 0-2 0,5 0 5 0,17 0 3 16,2 2-2-16,4-2 2 0,3 0 2 0,4 2-11 15,6 0 7-15,8-1-8 0,9 1 4 0,10 0 8 16,6-4-7-16,7-5 6 0,5-1-7 0,1-6-1 16,0-1 2-16,3 0-2 0,5-4 2 0,14 5-2 15,6-1 5-15,7-4-4 0,-5 4 10 0,-10 0-11 16,-5 2 4-16,-6 2-6 0,0 4-1 0,-5-1 5 0,-6 3-4 16,-7 3 5-16,-11 0-6 0,-10 2-3 0,-7 0 7 15,-12 4-3-15,-3-2 5 0,-9 1-6 0,-2 1 2 16,-8-2-3-16,-3 2 2 0,-6-2 7 0,-3-1-10 15,-5-1 9-15,-1 0-5 0,0 0 20 0,2 2-1 0,-1 0 5 16,1 0-15-16,-2 0-4 0,0-2-4 0,0 0 0 16,-2 0-21-16,0 0-23 0,-2 0-13 0,0 0-9 15,-9 0-107-15,-15 0-231 0</inkml:trace>
  <inkml:trace contextRef="#ctx0" brushRef="#br0" timeOffset="-175174.88">17418 14705 772 0,'0'0'44'0,"-2"0"59"0,0-2-53 0,1 0 1 0,-1 0-6 15,2 0 4-15,0 0-7 0,0 2-24 0,0 0 8 16,0 0-12-16,0 0 6 0,0 0-5 0,0 0-6 16,2 0 2-16,-1 0-9 0,3 0 6 0,18 0 5 0,6 2-2 15,6 2-3-15,3 0 1 0,0-1 1 0,8 1 1 16,3-2-1-16,4-2 0 0,7 2-5 0,12-2 6 15,5-2 6-15,11 0-5 0,10-4 4 0,3-1-4 16,4-2-2-16,0-2 6 0,2-1-8 0,7 1 6 16,2-2-15-16,8 2 4 0,-3 0-3 0,-8 0 5 15,-1 0 3-15,-7 1-4 0,6-1 11 0,3 0-8 16,2 4 19-16,-2-3-11 0,-5 3 2 0,-8 1-4 16,-5 1 5-16,-4-1 1 0,6-3-2 0,-5 0 1 0,-2 1-8 15,-9 1-3-15,-12 1-3 0,-12 4-1 0,-8 1-11 16,-10 1-38-16,-8 0-107 0</inkml:trace>
  <inkml:trace contextRef="#ctx0" brushRef="#br0" timeOffset="-170070.39">16425 12283 1 0,'0'0'0'0,"0"0"3"16,-2 0 7-16,0 0 4 0,0-1 11 0,0-1 3 15,-1 0 1-15,-1 0-17 0,2 2 3 0,-7-4-7 0,-2 1 7 16,1-1-15-16,1 0 4 0,2 2-4 0,-3 0 27 16,3 1-11-16,0-1-1 0,-1 0-5 0,3 0 3 0,-1 0 0 15,0 0 11-15,1 0-7 0,-1 2 16 16,1 0-18-16,1 0 7 0,-2 0-9 0,3 0 2 0,-1 0 4 15,0 0-12-15,1 0 9 0,-1 0-14 0,0 0 5 16,0 0 2-16,1 0-2 0,-5 0 2 0,3 0-7 16,-3 2 7-16,1 2-8 0,-1 0-1 0,1 1 4 15,0 1-3-15,-1-2 5 0,1 7-6 0,1-2 5 16,-1 2-5-16,-3-2 7 0,3 3-3 0,-4-1-4 16,3 2 0-16,1 2-1 0,-2-1 8 0,-2 1-7 0,1 0 3 15,-1 0-3-15,0 2 5 0,2 3 5 0,-2 0-3 16,0 3 2-16,-1-1-11 0,1 4 8 0,4 2-2 15,3 2 4-15,-5 3-14 0,3 2 11 0,-1-3-7 16,-2 3 9-16,3 0-3 0,0 1-7 0,1-1 8 0,-3-2-8 16,-1-3 5-16,4 2 2 0,-3-4-6 0,3-1 3 15,-1-1-4-15,-3 0 2 0,1 0 0 0,-1-3 0 16,0-1-3-16,-1 0 4 0,3 0 5 0,0-1-2 16,-3 1-2-16,1-1 1 0,-4-1-2 0,4 0 2 15,-1 1 6-15,5 1-3 0,1 4-2 0,0 2 1 16,-1 2 12-16,3 3-4 0,-20 4 4 0,9 2-5 15,7 2 5-15,2 0-8 0,4 4 0 0,0-5-4 0,0 3-3 16,0 2 1-16,6-8 0 0,0-2 0 0,1-2-5 16,2-1 3-16,1 0 4 0,-3-3-1 0,2 3-1 15,1-1 10-15,-1-1 0 0,2 4 5 0,2-1-4 0,-2-1 6 16,0-1-5-16,2 3 7 0,0-1 0 0,4 6-15 16,0 0 11-16,1 5-12 0,-1-6 5 0,0 4 1 15,-2-1-11-15,1-4 9 0,-1 0-13 0,2-1 6 16,-2-5 1-16,0 1 2 0,-2-4-5 0,-1-2 1 15,1 0-1-15,0-2 2 0,2-2 9 0,-13-1-9 16,19-3 10-16,-1 1-8 0,0-3 12 0,3 1-9 16,1-4-1-16,0-4-1 0,2 1 7 0,2-1-5 15,2-3 6-15,1-3-6 0,3 1 5 0,1-2 1 0,2 20-3 16,0-9 4-16,-2-6 6 0,3-3-9 0,-3-4 3 16,-2-2-5-16,3-3 9 0,-5-1-12 0,-7 1 9 15,4-5-9-15,-4 1 6 0,0-2 3 0,2-4-8 16,0-2 8-16,2 12-6 0,0-19 3 0,0 0-5 0,2-2 2 15,-1-2-9-15,1-2 6 0,2 0 4 0,3-5-1 16,0 3-9-16,2-3 6 0,0-6-6 0,-3 2 6 16,-3-5-6-16,1 5 3 0,-6-2-3 0,-2 2 4 15,2 2 5-15,-6-2-6 0,3 5 1 0,-5-3-4 16,1 2-7-16,-6 0 5 0,-4-2 4 0,0-2-1 16,3 0 3-16,-5-2-2 0,2 0 1 0,-7-6 1 15,24-3 6-15,-13-7-4 0,-7-8-3 0,-6-6 1 0,-4 1-3 16,-3-6-1-16,-5-1 2 0,-1 5-2 0,-1-2 4 15,-3 7-1-15,0 4-4 0,-5-2 2 0,20-4-1 16,-33-9 1-16,-2-2 6 0,-8-1-4 0,-1-1 0 0,-10 8 6 16,-2 3-5-16,5 13 6 0,1 6-6 0,0 8-4 15,1 9-5-15,1 7-1 0,-4 6-21 0,-1 5-165 16,-5 6-84-16</inkml:trace>
  <inkml:trace contextRef="#ctx0" brushRef="#br0" timeOffset="-162377.14">27030 5696 8 0,'0'0'0'0,"0"0"6"0,0-2 62 16,0 0-11-16,0 0 1 0,0 0-23 0,0 0-5 0,0 1-11 16,0-1 11-16,0 0-9 0,0 0 6 0,0 0 17 15,2 0-2-15,0-1 8 0,-2-1 5 0,2-9-10 16,2-2-6-16,-1 0-1 0,1-2-14 0,0 1 1 15,0-1-1-15,-1 2-1 0,1-3-13 0,0-3-3 16,-1-1 2-16,-1 1-1 0,-2 1 7 0,0 0 8 0,-2 3-3 16,-1-2 4-16,-3 3-10 0,-1-3 5 0,-3 1-7 15,1 3 7-15,-2-2-3 0,7 10 5 0,-16-1-1 16,-1 1-1-16,-3 5-9 0,0-4 5 0,0-10-2 16,-6 4 2-16,3 5-9 0,-3 5 2 0,-2 4-2 15,3 5 1-15,-3 6-8 0,6 2 3 0,-2-9-2 0,4 24 3 16,-2-3-9-16,2 1 8 0,2 2-2 0,5-2 5 15,2-6-5-15,6-2 7 0,1-3-6 0,5-2 8 16,-10 4-5-16,7-8 4 0,0 4-1 0,5-4-1 16,1-2-6-16,0 2 8 0,3 0-3 0,3-1 4 15,-2 1-7-15,22-4 0 0,-4 1 0 0,0-3 0 16,0 1 6-16,4-3-5 0,2-1 5 0,-4 15-5 16,2-6-1-16,0-3 2 0,0-5-1 0,4-3 3 0,-2 0 7 15,-2-2-16-15,4-3 5 0,-4-3-7 0,0-1 13 16,-2 0-4-16,0-2-4 0,-2 0 0 0,0-1-6 0,-3 3 6 15,-2-2-1-15,-4 2 2 0,-2 1 1 0,-4 5-3 16,-3-10 5-16,-2 5-4 0,0-1 2 0,0 5 5 16,-1 0-8-16,-1 3 5 0,4-3-9 0,-2 0 6 15,0 0 1-15,0 3 2 0,0-1-4 0,-2 0 0 16,0 2 0-16,0 0 2 0,0 2-2 0,0 0-2 16,0 1 2-16,0 10-3 0,-2 8 4 0,0 3 0 15,0 2-1-15,2 0 0 0,0 4-9 0,2-1 9 16,2 5-1-16,-1-1 5 0,1 1 1 0,2-1-6 0,-1 2 1 15,3 2-3-15,-3 1 1 0,1 1 1 0,-1-2 1 16,1 4 0-16,-2-3-4 0,-1-2 3 0,1 1 1 16,-4-6 2-16,0-1 3 0,0-4 0 0,-4-4-8 15,1-7 5-15,-5 4 0 0,3-8 5 0,3-4-1 16,-22 1 1-16,-4-6-4 0,0 3 11 0,-6-3-2 0,1 19 4 16,-2-10-1-16,-2-6 4 0,0-5 3 0,1-3-1 15,1-3 2-15,2-3-16 0,-1-1 3 0,1 1-6 16,5 0 5-16,4 0-6 0,1-1-2 0,5 3-1 15,3-1-1-15,4 3-10 0,2 1 2 0,5 2-5 16,-2 0-7-16,4 2-55 0,-1-1-5 0,-1-1-20 0,2 0-44 16,0 0-56-16,2 2-15 0</inkml:trace>
  <inkml:trace contextRef="#ctx0" brushRef="#br0" timeOffset="-161618.72">27367 6320 577 0,'-2'-2'16'0,"0"0"-4"0,0-7 34 16,2-6-4-16,0 0 6 0,0 4-24 0,0 9-9 16,0-4-2-16,0 3-1 0,0-1 3 0,0 0-21 0,0 0 0 15,0 3-9-15,0-1-6 0,0 0 19 0,-2 2 2 16,0 0 6-16,0 2 8 0,-1 1 2 0,-5 12-9 15,-5 15 6-15,4-2-4 0,0-2 1 0,-2 0 9 16,-1-6-8-16,5 1-5 0,0-1 10 0,-8 2-8 0,4-3 9 16,1 0-8-16,3-1-2 0,1-1 2 0,3-2-2 15,1 0 10-15,0-4-17 0,2 2 6 0,0-4-8 16,0-2 14-16,2 1-3 0,-2-4 4 0,0-3-3 16,0 1-1-16,2 2 18 0,-1 0 0 0,1-1 7 15,0-1 6-15,0 0-13 0,0 0-8 0,0 0 1 16,0-2-20-16,-1 0 5 0,1-2-5 0,0 0 4 0,0-2-11 15,0-3 9-15,2-8-2 0,-1-3 4 0,3-1-7 16,-1-1 1-16,3-1 3 0,-3-1 0 0,3 0 9 16,-1-3-13-16,3-1 0 0,3-3-4 0,-2-1 7 15,2-3-2-15,2-3 2 0,-2 10-1 0,1-2 1 0,-1 4-7 16,0 4 8-16,2-2-5 0,-4 5 11 0,-5 8-10 16,1-1-1-16,-3 8-5 0,4-3-3 0,1-1 8 15,-4 4-6-15,-3 2 8 0,4 0 2 0,-4 0-3 16,5 4 7-16,2 7-5 0,-3 19 4 0,0 0 1 15,1-1-7-15,-1-3 3 0,-1 2-7 0,4-4 10 16,-3-1-1-16,-1-5 4 0,3-1-11 0,-3 0 5 16,1-4-1-16,1 0 4 0,-3-4 5 0,2-2-6 15,1 3 0-15,-3-7-2 0,1 3 0 0,1-4 6 0,-4 0-3 16,2 0 5-16,-3-2 8 0,1 0-16 0,0 0 12 16,0 0-13-16,2 1 8 0,-1-1-4 0,1 0-5 15,-2 0 1-15,2-1-6 0,1-3 3 0,1-18 2 16,-1-8 1-16,3 2 7 0,-1-2-7 0,3-7 2 0,-1 4-4 15,0 1 7-15,-1 4-4 0,-1 8 0 0,0 5-3 16,-1 0 2-16,-2 6 2 0,-2 3-1 0,-1 1 0 16,3 3-2-16,0 0-3 0,0 0 3 0,1 2-4 15,-1 0-2-15,0 0 12 0,-3 0-1 0,3 21 6 16,0 5-8-16,-2 0 6 0,1 0-7 0,1 1 7 16,0-1-2-16,0-3 0 0,1-3 4 0,1 1-5 15,1-5-4-15,1 5 3 0,-3-6-5 0,3-1 4 0,-1 1-7 16,-1-5 2-16,1 1 5 0,-1-2-2 0,-1 0 8 15,1-3-13-15,1 1 1 0,-3-1-8 0,0-2-15 16,-1-1-79-16,1-1-13 0,0 2-28 0,-1 0-105 0</inkml:trace>
  <inkml:trace contextRef="#ctx0" brushRef="#br0" timeOffset="-161276.2">28338 5633 246 0,'0'0'43'0,"0"0"55"16,-2-2-34-16,0 0-15 0,0 0-2 0,0 2-5 15,0 0-29-15,0 0 4 0,2 0-8 0,0 0 8 16,0 0 4-16,0 0 33 0,0 0-9 0,2-2 16 16,0 0 7-16,6 0-18 0,18-7 10 0,3-2-16 0,3 0-10 15,3-2-18-15,2 0 1 0,-1 2-6 0,1 1-2 16,-4 3-10-16,-1 1 1 0,-1 3-4 0,-1 1 9 16,-2 0-9-16,2 0 4 0,-4 2-6 0,0 0-4 15,-6 0 2-15,-2 0-10 0,-6 0 6 0,-7 0-31 0,4 2-69 16,-5-2 6-16,2 2-29 0,-3 0-18 15</inkml:trace>
  <inkml:trace contextRef="#ctx0" brushRef="#br0" timeOffset="-161106.96">28386 5805 354 0,'-2'0'233'0,"0"0"-278"0,0-2 264 16,0 1-135-16,1-1-40 0,-1 0-24 0,0 2 7 15,2 0-12-15,0 0 10 0,0 0 0 0,2 0 2 16,1 0-2-16,12-2-15 0,15-2 8 0,3-1-14 0,6-1 12 16,4-1-15-16,-2 1 3 0,2 1-4 15,1-1 0-15,-1 0-50 0,3 3-135 0,1 1 1 0</inkml:trace>
  <inkml:trace contextRef="#ctx0" brushRef="#br0" timeOffset="-160171.17">30142 4283 44 0,'0'0'14'15,"0"0"-5"-15,0-2-8 0,0 0 8 0,0 0-12 16,0-2 11-16,0 1-13 0,0-1 8 0,0-3-9 16,0-5 7-16,0 3 12 0,0 0 0 0,0 0 8 15,0-3 19-15,0 1 11 0,0 0-3 0,0 2 6 0,0 0-10 16,0-1 2-16,0 1-3 0,0 2 1 0,0-1-16 15,0 1 9-15,0 1-3 0,2-1 7 0,0 1 9 16,0 1-18-16,0-1 6 0,-2 2-10 0,2-1 3 0,-2 3-11 16,0-2-4-16,0 2-2 0,0 1-6 0,0-1 1 15,1-2 3-15,-1 0-2 0,0 1 3 0,0-1-4 16,0 2 1-16,0 0-3 0,0 0 1 0,0 0-6 16,0 1 4-16,0-1-6 0,0 0-5 0,-1 2 7 15,-1 0-2-15,0 2 4 0,0 0 1 0,0-1-1 16,0 3-8-16,0 0 4 0,-5 14-8 0,0 1 6 15,1 3 8-15,2-1-4 0,1 1-3 0,1 2 5 16,2 2-9-16,0 2 9 0,0 0-1 0,2 1-5 16,1 3 4-16,1-2-5 0,2 3 3 0,-3 1 0 0,1-3 0 15,2 3 0-15,-1-7 6 0,-1 5-9 0,1-2 3 16,-1-4-5-16,0 0 5 0,-2-2 3 0,0-7-2 16,-1 1 2-16,1 1-3 0,-2-6-3 0,0 0 5 0,0-2-3 15,0-2 12-15,-2 0-9 0,1-1 3 0,1-4-4 16,-2 1 11-16,0-1 0 0,-2 1 4 0,-7-1-2 15,-6 0 4-15,-3 1-11 0,-4-3 0 0,2 2-5 16,-4 0-8-16,3-1 11 0,-1-1 2 0,2 0 5 16,-2 15 0-16,1-6 6 0,3-6-8 0,-6 1 8 15,4-4-6-15,-1 0 5 0,1-2 1 0,7 0 3 16,0 0 10-16,6 0-16 0,-2 0 10 0,7 0-13 16,2 0 10-16,-1 0-10 0,-1 0-3 0,0 0-2 0,2 0 0 15,1 0-9-15,-1 0 4 0,0 0-4 0,2 0 11 16,2 0 3-16,1 0-2 0,20-2 0 0,18-2-10 15,1-1 5-15,3-1-3 0,1-1 4 0,1 1 0 0,-1-1-6 16,4-1 5-16,2 3-5 0,-4-1 3 0,-1 2 2 16,1 1-4-16,-7 1 5 0,4 2-8 0,-8 0 2 15,-6 0 1-15,-5 0 1 0,-3 0 3 0,-5-2-8 16,1 2-2-16,1-2-2 0,-5 2 0 0,-4 0 5 16,-3 0 2-16,-5 0 0 0,1 0 2 0,0 0-10 15,-1-2-4-15,1 0-4 0,0 1-28 0,0-1-54 16,-3 0-6-16,1 0-19 0,0-2-50 0,-2-1-75 15</inkml:trace>
  <inkml:trace contextRef="#ctx0" brushRef="#br0" timeOffset="-159887.27">29838 3960 577 0,'0'0'35'0,"0"-2"-6"16,0 0 17-16,0 0 4 0,0 0-13 0,2 0-22 15,0 1 2-15,1-1-9 0,12-4 8 0,11-1-8 16,2 1 32-16,5 1 1 0,3-1 9 0,3 0 11 0,3-1 0 16,5-2-5-16,5-1 1 0,3 3-22 0,1-2-23 15,0 3 4-15,-8 4-9 0,-7 0 0 0,-6 2-11 16,-3 2-1-16,-6 2-4 0,0 0 6 0,-4 1-26 15,-3 3-12-15,-4-3-11 0,-4 1-106 0,-6-2-87 16</inkml:trace>
  <inkml:trace contextRef="#ctx0" brushRef="#br0" timeOffset="-159437.18">30887 4624 82 0,'0'0'35'0,"0"-1"3"0,0-1 29 0,0 0 2 16,-2 0-26-16,0-2 15 0,2 2-3 0,-4-7 8 0,-1-4 12 15,1 6-17-15,0-3 10 0,-1-1-13 0,-1 0 0 16,-1-4-3-16,1 4-2 0,-1 0 1 0,3 5-6 0,0 1-18 16,1-3 1-16,-7 7-6 0,1-3-2 0,0-4-19 15,0 3 4-15,-1 1-8 0,-1 0 1 0,0 4 5 16,-4 0-3-16,0 4 4 0,-1 4-5 0,1 3-5 16,0 0 6-16,0 11-5 0,0 6 1 0,-1 2 4 15,4-2-6-15,-1 3 6 0,2-5 2 0,0-5 1 16,0 1 1-16,4-4-2 0,3 3-3 0,-9-3 1 15,2 1 5-15,5-4-1 0,2 0 3 0,4-1 0 16,0-1-4-16,2-1 3 0,4-1-4 0,-1-2 10 16,10-2-4-16,8-1 6 0,3 0-9 0,0-3 1 0,-2 14 1 15,4-4-1-15,-8-6-6 0,0-3-17 0,-1 0-6 16,-2-2-4-16,1-2-23 0,-1 0-37 0,0 0-2 16,-4-2-17-16,0 0-48 0,-4-2-11 0,0 1-14 15</inkml:trace>
  <inkml:trace contextRef="#ctx0" brushRef="#br0" timeOffset="-158799.95">31333 4517 456 0,'0'-2'56'16,"-2"0"-9"-16,0 0 28 0,0 0 3 0,0-1-18 0,-2 1-43 15,-5-4-9-15,-4 1-2 0,0 1-3 0,0 2-4 16,-4 2-2-16,1 0 3 0,1 4-1 0,0 1 5 0,-2 3 5 15,1 1-8-15,1 0 6 0,-4 4-6 0,6-3 15 16,2-5 5-16,0 12 2 0,0 0-1 0,0 1-10 16,1 3 1-16,1-3-3 0,2-3 3 0,1 4-7 15,0-3-2-15,3 3 0 0,-3-2 7 0,-3-4-2 16,1 0 2-16,1 0-3 0,1 0-2 0,3-2 1 16,1 2-2-16,2 1 2 0,0-1 3 0,2 0-5 15,1 0 4-15,1-1-4 0,4 1 7 0,-5-4 9 16,18 0 4-16,3 0 2 0,6-1 18 0,-3-4-11 15,3-1 0-15,-2-1-4 0,-2 15-2 0,4-6-6 0,5-4 4 16,0-5-5-16,2-2 1 0,-7-2-9 0,2-1 3 16,-6-3-3-16,-4 1 3 0,-5-1 1 0,-1-1 3 15,-5-1 0-15,1 1 11 0,-7-3-7 0,1-8 1 16,-4-3-3-16,14-3-4 0,-5-4-4 0,-5 1-5 0,-6-5 2 16,-4-1-5-16,-3-3-4 0,-4 3-1 0,0 1-1 15,-2 3-2-15,0 3-10 0,-4-2 0 0,13 6-7 16,-20 3-22-16,-4 6-13 0,0 7 0 0,0 5-5 15,-3-3-7-15,-1-15-27 0,8 10-7 0,-4 3-6 16,1 6-21-16,4 2 9 0,-1 2 10 0,9 2 1 16,6-3 48-16,3 1 21 0,5-4 9 0,-5 7 4 0,2 1 30 15,1 3-5-15,1-2-2 0,2-1 0 0,2 5 4 16,3-2 1-16,4 4-2 0,-5-2 0 0,17 2 4 16,-8-6 1-16,-8-2 9 0,8 1-3 0,-5-3 26 15,5 3-12-15,0-1 8 0,-8 4-10 0,3-3-3 0,-5 1 3 16,3 0-9-16,3 1 7 0,-1 3 0 0,-3-2-11 15,-1 0 12-15,7 4-11 0,-4-4 14 0,1 2-1 16,-1 0 0-16,1 0 0 0,-3-2-10 0,1 0 3 16,-1 2 3-16,1-2 0 0,-1 2 6 0,1-4-2 15,1 4 1-15,1-1 2 0,-1-1 17 0,1-2-16 16,7-2-1-16,1 1-7 0,-1-1-13 0,0-1-4 16,-2 1 2-16,-4-3-4 0,2 2-5 0,-5-1-5 0,1-1-3 15,-1-2 0-15,1 1-5 0,-1-1-31 0,0 2-41 16,-3-2-4-16,-1 2-201 0</inkml:trace>
  <inkml:trace contextRef="#ctx0" brushRef="#br0" timeOffset="-158254.31">29723 5501 97 0,'0'0'35'0,"-2"0"39"0,0 0 22 0,0-2 0 16,0 0 9-16,-1 0-8 0,-1 0-5 0,0 0-29 15,0 1-7-15,1-1-6 0,-1-2-12 0,2 0-14 16,-2 1 0-16,3-1-7 0,-1 0-11 0,0 2 0 16,0 0-1-16,2 1 0 0,0-1 1 0,0 0 7 15,2 0 5-15,0 0-2 0,0 0-2 0,1 0 4 0,3 2-9 16,9-1 8-16,3-1-13 0,5 0 3 0,1 0-1 16,0 2 1-16,4-2-7 0,5 2 4 0,1-2-5 15,5 1 3-15,0-1-4 0,1 0 6 0,7-2 0 16,5 2 2-16,2 0-9 0,12-1 5 0,11-1-2 0,4 0 2 15,8-3-7-15,-1-1 9 0,-3-3-1 0,0 2 4 16,-1 2-9-16,3 1 9 0,4 0-7 0,6 1 8 16,-1-1-4-16,-5 3 3 0,-2-1 1 0,-12 0-1 15,-3-1 1-15,-13 1 6 0,-5 0 2 0,-6 2-2 16,-4 2-14-16,-7 0 7 0,-7 0-4 0,-6 0 9 16,-4 0-5-16,-7 2 18 0,0 0-1 0,-2 0 7 0,-9-2 0 15,-1 0-10-15,1 0-1 0,0 0-2 0,0 0-2 16,-1 0-2-16,-1 0-5 0,0 0 3 0,0 0-12 15,0 0-38-15,0 0 1 0,-2 0-25 0,0 2-98 16,-2 0-259-16</inkml:trace>
  <inkml:trace contextRef="#ctx0" brushRef="#br0" timeOffset="-156974.42">30183 5900 217 0,'0'-2'86'0,"0"0"-74"0,0-1 101 0,-2-5-40 16,-1-9 0-16,1 6-5 0,0 0-12 0,2 2 3 15,0 1-30-15,0 3-11 0,0 1 1 0,0 0-6 16,0 3 0-16,0-1 2 0,0 0 2 0,0-2 0 16,0 2 10-16,0-1 7 0,0 1 2 0,0 0 0 15,0 0 9-15,0 0-16 0,0-2-6 0,0 1-4 0,0-1-16 16,0 2-3-16,0 0 1 0,0 0-2 0,0 1 0 16,0 1 5-16,0 0-3 0,2 1 5 0,0 1-2 15,-1 0-7-15,1 2 5 0,4 9-5 0,1 4 6 16,1 1 1-16,-1 1-5 0,1 1 3 0,-1 4-2 0,0 0 5 15,-1 2-1-15,1 4 1 0,1 0-5 0,-1 3-1 16,4 4 0-16,-1-1-2 0,-3-3 3 0,2 0 9 16,-1-3-3-16,1 2 3 0,2-1-9 0,0-3 0 15,-1-2 1-15,-1-4 2 0,0-1 6 0,-1-6-4 16,1 0 1-16,0-2-4 0,-7-2-3 0,7 2 3 16,-1-4 4-16,1 0 0 0,-3-1-3 0,1-3 9 15,1 3-3-15,-3-5 6 0,1 1 3 0,-4-2 0 0,5 0 0 16,-5-2 2-16,2 4 14 0,-1-1 18 0,-1 1-7 15,0-2 6-15,0 0-34 0,0 0-6 0,0-1-1 16,-1-1 1-16,1 0 0 0,0 0-2 0,0-1-3 16,0-1 0-16,0-2-5 0,1-3 2 0,10-18 5 15,-1 1-3-15,1-4 1 0,0-7 7 0,0 0-6 0,3-12 7 16,-1 1-8-16,0-2 0 0,0-6-2 0,0 4 1 16,-2 0-3-16,0 3 7 0,-2 8-1 0,0 4 2 15,-2 3-4-15,-1 6-2 0,1 0 2 0,-4 8-2 16,1 1 2-16,-2 6-6 0,-2 2-4 0,-1 3 0 15,1 1-3-15,-2 3 0 0,2-2-3 0,0 0-1 16,0 2-14-16,0 1-15 0,-2-1 5 0,0 2-12 16,0 0-40-16,0 2-39 0,-2-1-17 0,-2 11-3 0,-3 15-41 15,-1 3-81-15</inkml:trace>
  <inkml:trace contextRef="#ctx0" brushRef="#br0" timeOffset="-156600.53">30978 6511 775 0,'0'0'24'0,"0"0"-2"0,0-2 14 0,0 0-4 15,0 0-3-15,0 0-19 0,0 1-5 0,0-1-3 16,0 0 0-16,0 0-5 0,0 0-1 0,0 2 2 15,0 0 0-15,0 0 8 0,0 0 7 0,0 0 1 0,0 0 1 16,0 2-3-16,0 0 8 0,0 0-11 0,0 1 10 16,0 3-10-16,0 14-3 0,0 1 6 0,0 3-4 15,2 0 8-15,0 2-11 0,-1 2 2 0,3 2-5 16,-2 1 3-16,2-1-3 0,1 3 7 0,-1-1-4 16,2-1 9-16,-1-3-8 0,1-2 1 0,-1-2-2 15,1-3 3-15,-1-3 0 0,-1-6-4 0,0-1 2 0,1 0 1 16,-1-4-4-16,-2-1 4 0,0-2-4 0,0-1 3 15,0 1-4-15,-1-2 4 0,1 0-3 0,0 0-3 16,0-1-20-16,-2-1-7 0,0-1-6 0,2-1-38 16,-2-4-58-16,4-22 3 0,-3-1-24 0,-1 1-34 0</inkml:trace>
  <inkml:trace contextRef="#ctx0" brushRef="#br0" timeOffset="-156419.17">30839 6453 560 0,'0'-2'75'0,"0"1"-9"0,-2-1 70 16,0-2-9-16,0 0-47 0,2 1-34 0,0 1-9 15,0-4-6-15,0 2-27 0,0 1 5 0,0-1 3 16,2 0 0-16,0 1 7 0,1-1 12 0,12-4-1 16,13-3 6-16,7 2 7 0,8 3-8 0,9 3-6 15,8-1-2-15,1-2-28 0,9 1 4 0,-3 1-3 0,0 2 2 16,0 4-24-16,-10 2-131 0,-3 1-102 0</inkml:trace>
  <inkml:trace contextRef="#ctx0" brushRef="#br0" timeOffset="-153427.05">30996 3501 6 0,'0'-2'0'0,"0"0"15"16,0 1 4-16,-1-3 16 0,1 0 10 0,-6-7-3 15,0 0 6-15,-1-2-10 0,1 4-2 0,1-3 0 16,-1 3-6-16,1 0-8 0,-1 1 6 0,1 1-7 16,1 0 6-16,-4 3-10 0,1-2-4 0,-2 3 1 15,-1-1 0-15,1 0-10 0,0 2 5 0,-2-1-8 0,0 1 5 16,-2-2 2-16,0 2-7 0,1 0 6 0,-1 0 0 15,4 1-9-15,-2-9 9 0,0 3-8 0,-2-1 11 16,4 5-7-16,-6-3 0 0,2 2-3 0,-2 1-9 0,0-1 16 16,4 2-6-16,-6 0 9 0,2 0-15 0,-3 1 10 15,-1 1-2-15,-5 0 6 0,-4 0-8 0,4 1 0 16,-4 1 1-16,6 2-1 0,-4 0 2 0,-4-1-1 16,6 1 0-16,-4 2 1 0,2-3 11 0,4 1-10 15,-4 2 3-15,2-1-5 0,0 1-4 0,1-1 7 16,-1 1-3-16,-4 1 5 0,4 1-8 0,-2-1 6 15,2 1 1-15,-2-1 3 0,0 2-6 0,-2 1-1 16,1-1 1-16,1 0 0 0,-4 1 0 0,-4 1-1 16,1 2-4-16,-2 2 2 0,-2-1 8 0,1 3-5 0,-5 2 4 15,1-1-5-15,2-1-2 0,-1 1-3 0,6-1 1 16,1-15-2-16,3 24 6 0,1 0-2 0,4 6-2 16,1-3 0-16,1 3 7 0,0 1-12 0,3-3 10 15,-1 3-11-15,1-5 7 0,1 2 7 0,-1-4-6 0,-1 0 6 16,-1 2-11-16,5-4 4 0,-1 2 2 0,2-4 1 15,4 2 5-15,2 1-7 0,-1 1 3 0,7-2-3 16,-1 0 8-16,2-2-2 0,-15 4 6 0,6 0-3 16,4-2 7-16,-1 4-6 0,5 2-4 0,-1 1 1 15,2 6-11-15,2 2 9 0,2 4-4 0,5 2 8 16,1-1-7-16,-3-1-2 0,5 0 4 0,1-1-3 16,-2-8 6-16,2-1-2 0,-1-3 1 0,1 0 0 0,0-1 3 15,0-1-6-15,2 2-4 0,0-4 0 0,2 2 3 16,-2-2-6-16,2-2 4 0,-8 0-5 0,19-2 8 15,2 2 2-15,5 1 0 0,4 1 2 0,6 0 8 0,5 1-15 16,-1 1 8-16,3 0-9 0,2 2 7 0,-2-4-1 16,8 0 0-16,-6-4 0 0,-4-1-4 0,0-3 7 15,1-3-8-15,3 0 8 0,-2 0-5 0,2-2 7 16,3 3-3-16,3-1 4 0,-1-4 0 0,7 0-7 16,-5-3 3-16,-3-3-5 0,-2 3-5 0,-1-4 8 15,-2-1-5-15,-3 21 8 0,0-12 4 0,-2-7-12 16,5-5 10-16,2-2-10 0,1-3 17 0,9-3 2 0,2 1 6 15,-1-2-1-15,6-3 17 0,-5-1-12 0,-4-1 0 16,1-1-5-16,-10-4-11 0,-2-1 0 0,-2-4 2 16,2 22-2-16,-2-26 1 0,1 0-4 0,-3-2-4 15,4-1 1-15,-3-3-3 0,-3-1 4 0,1 0-1 16,-8 3 1-16,6-1-7 0,-10-2 8 0,0 1 0 0,-3 1 2 16,-6 1 1-16,-1 2-9 0,-5-1 4 0,-3 1-4 15,0-3 15-15,-6-6-4 0,0-2-4 0,-3-5 0 16,-2-10-5-16,24-5-5 0,-15-3 6 0,-10-4-5 15,-3 5 6-15,-3 5-5 0,-7 0 3 0,1 8-2 16,-2 2 2-16,-2 3 6 0,-2 1-8 0,0 5 8 16,-5-2-12-16,-4-3 4 0,-1-3 3 0,18-7 0 15,-25-7 5-15,-7 0-5 0,-3-2-2 0,-6 3 0 0,-4 8-4 16,-2 6-6-16,-2 7-6 0,2 5-2 0,-2 7-35 16,-1 4-47-16,-10 7-11 0,-7 6-14 0,-12 5-73 0,-16-31-38 15</inkml:trace>
  <inkml:trace contextRef="#ctx0" brushRef="#br0" timeOffset="-139273.39">26395 6843 53 0,'0'-2'0'0,"0"0"9"16,0 1 94-16,0-1-21 0,-1 0 5 0,1-2-38 15,-2 0-7-15,0 1-19 0,0-1 0 0,0 0-5 0,0 1-5 16,0-1-1-16,1 0 4 0,-1 0-4 0,0 1-5 15,-2 1 10-15,0-2-6 0,-1 0 6 0,-6-1-14 16,1-1 16-16,-1 1-3 0,4 3 10 0,-1-2 10 16,3 2-20-16,1 2 2 0,2 0-10 0,0 0-14 0,-1-2 0 15,-1 1 5-15,2-1-1 0,0 0 10 0,2 2-1 16,0 0-8-16,2 0 3 0,11 0-7 0,28-2 3 16,4 2 4-16,10 0-2 0,3 2 14 0,5 0 13 15,4 0 2-15,-6-1 3 0,12 1 7 0,-3 0-23 16,4 0 5-16,2 0-10 0,-3 2 5 0,-1-1-12 15,4 3 2-15,-3-1-6 0,-4 1-4 0,-4-2 5 16,-10 1 0-16,-6-1 3 0,-7 2 2 0,-7-3 5 0,-7 1-8 16,-2 0 5-16,-5 1-8 0,-6-1 3 0,-2 0 5 15,-4-2-2-15,0-1-4 0,-5-1 4 0,1 2-5 16,-3-2 5-16,0 0-4 0,2 2 3 0,0 0 5 16,-1 0-3-16,1 0 4 0,-2 0-13 0,0-1-1 0,0 1-5 15,-1 0 0-15,1-2-6 0,-2 0 0 0,0 0-2 16,0 0-5-16,0-2-21 0,-2 0-18 0,1 1-6 15,-3-1-89-15</inkml:trace>
  <inkml:trace contextRef="#ctx0" brushRef="#br0" timeOffset="-138792.99">26984 6953 45 0,'-2'0'67'0,"0"0"-10"0,-14-2 2 15,-22-6 9-15,1 5-32 0,-2 1-14 0,-3 2-7 16,1 0 1-16,-4 2-4 0,1 0 2 0,-5-1-1 16,1-1 3-16,2 2-1 0,3 0 19 0,6 0-4 15,3 0 5-15,3 0-5 0,3 1 3 0,4-1 2 16,2 0-1-16,5 0-1 0,2 0-19 0,8 0-9 16,1-2-5-16,4 0 2 0,-1 2-3 0,-1-1-1 15,2 3 6-15,0 0-2 0,2-2 13 0,0 13-18 16,0-10 7-16,8 8-9 0,1-2 16 0,26-1-9 0,8 3-1 15,7 0-1-15,9 0 1 0,4-2 1 0,8 0-6 16,-2-6 4-16,1 3 3 0,6 3-10 0,1-5 15 16,6 1-13-16,1 4 13 0,7-2-2 0,7 3 2 15,0-1 0-15,1-2 14 0,-6-2-20 0,-10 5 5 0,-5-3-7 16,-7 2 9-16,-12-2 1 0,-3-1-5 0,-10 1 4 16,-1-5 1-16,-10-1 5 0,-7-1 0 0,-8 13 2 15,-5-7 20-15,-5-5 12 0,1 1 12 0,-9-4-6 16,-1 0 0-16,1 0-18 0,2 0-6 0,0 0-1 15,-2 0-16-15,-1 0-1 0,1 0 3 0,0 0-3 16,0-2-6-16,0 0 0 0,0 0-6 0,0 1 4 0,-2-1 1 16,0 0-2-16,1 2 1 0,-1 0-4 0,0 0-6 15,0 0 7-15,0-2-2 0,0 2 4 0,0-2-4 16,0 0 0-16,0 2-2 0,0 0 0 0,0 0-6 16,0 0 0-16,0 0 3 0,0 0-3 0,0 0-5 0,0 0-8 15,-1 0 2-15,-1 2-2 0,0 0 7 0,0 0-10 16,0 0-8-16,0 0-15 0,0-1-167 0</inkml:trace>
  <inkml:trace contextRef="#ctx0" brushRef="#br0" timeOffset="-137406.91">20638 13314 122 0,'0'0'0'15,"0"0"7"-15,0 0 73 0,0 0-14 0,0 0 4 16,0 0-33-16,0 0-9 0,0 0 3 0,0-2-7 0,0 2 10 15,0-2-3-15,0 0-4 0,0 2 11 0,2-2-9 16,-1 1 2-16,1-1-9 0,0 0-6 0,0 0 2 16,0 2 1-16,0 0 6 0,0 0-1 0,-1 0 0 15,1 0-3-15,0 0-3 0,0 0 7 0,0 0-5 16,0 0 4-16,0 0-11 0,-1 0 2 0,1 0-4 16,0 0 3-16,0 0 2 0,0 2-6 0,0 0 4 0,0 0-4 15,-1-1-4-15,1 3 6 0,-2 0-6 0,2 9 5 16,0 0 3-16,0-2-3 0,0 6 3 0,0-6-2 15,-1 0-1-15,-1 0 0 0,0-3 0 0,2 3 7 0,-2-6-2 16,0 3 0-16,2 3 0 0,-2-7 2 0,2 5-3 16,0 0 3-16,0-5-3 0,0 0 4 0,-1-1 5 15,1 1 0-15,2 0 1 0,0-1-2 0,5 1 5 16,10 2-5-16,8-6 4 0,5-6-15 0,3-7 1 16,8-7 0-16,11 14 1 0,3-31 4 0,14-2-16 15,3 0 1-15,2-4-6 0,10-1-2 0,-3-3-2 16,5-1-3-16,6-6-1 0,1-3-18 0,18-14-45 15,10-5-5-15,9-11-24 0,3-8-100 0</inkml:trace>
</inkml:ink>
</file>

<file path=ppt/ink/ink137.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37:52.688"/>
    </inkml:context>
    <inkml:brush xml:id="br0">
      <inkml:brushProperty name="width" value="0.05292" units="cm"/>
      <inkml:brushProperty name="height" value="0.05292" units="cm"/>
      <inkml:brushProperty name="color" value="#FF0000"/>
    </inkml:brush>
  </inkml:definitions>
  <inkml:trace contextRef="#ctx0" brushRef="#br0">30022 1544 14 0,'0'0'18'0,"0"-2"16"0,-2 0 16 0,0 1 9 0,0-1 4 16,0-2-15-16,2 2-22 0,-2-5 8 0,-1-4-15 15,1 1 9-15,0 3-11 0,0-4-2 0,2 7-5 16,0-2-12-16,-2-1 6 0,2 3-1 0,0-3 4 16,0 5 3-16,0-2-7 0,0 1 10 0,0-1-8 15,0 2 17-15,0 0-6 0,0 0-2 0,0 0-1 16,0 1-8-16,0-1 2 0,0 0-2 0,0 2 1 0,0 0 0 16,0 0 4-16,0 0-2 0,0 2 2 0,0 0-5 15,0-1 2-15,0 3-5 0,0-2 4 0,2 9-1 16,0 0-5-16,2 4 5 0,-1-2-6 0,1 0-5 0,0-2 9 15,0 2-7-15,1 0 8 0,1 0-3 0,-1 0 1 16,1 2 8-16,-1 0-7 0,3 4-2 0,-3-1 5 16,1 4-5-16,0 1 6 0,-1 3 2 0,1 0-8 15,-3 3 3-15,1 3-4 0,-2 1-2 0,0 1 3 16,0-1 1-16,-2 2 0 0,0-1 0 0,0-3 6 16,0 1-5-16,0-6 4 0,-2-4-7 0,0 1 7 15,0-7-2-15,-2 3 5 0,1-4-10 0,-1-2 9 16,0 0-7-16,2-6 9 0,-1 1-5 0,-1-3-4 0,0 1 6 15,4-4-6-15,-9 1 4 0,-2-1 3 16,-2 7 0-16,0-3 2 0,-2 0-1 0,2-3-3 0,-2-1-3 16,-3-2 2-16,3 0 0 0,0 0-6 0,0-2 3 15,2-1-4-15,-4-3 7 0,-3-1-9 0,-1-1 5 0,1 1-5 16,5 1 10-16,4 2-4 0,0 1-3 0,5 1 1 16,1 0-4-16,1 0 4 0,0 0-1 0,1 0 3 15,-1-1 0-15,2-1-10 0,0 2 9 0,0-2-7 16,0 3 12-16,2-3-2 0,0 0-5 0,2 2 1 15,0 0-1-15,2 1 0 0,9-7 0 0,5-1 0 16,7 0 3-16,4 1-1 0,-1 4 0 0,2 3-1 16,1-3-7-16,-1 0 9 0,2-3-3 0,3-1 4 15,2-1-4-15,2 0 5 0,-2 1 1 0,0 1-1 0,-1 1 0 16,-5 3-6-16,-1 1 2 0,-4 0-3 0,0 2 1 16,-4 0 1-16,2 0-5 0,0 0 3 0,-7 2-21 0,-2 0-22 15,0-1-1-15,-10-1-8 0,3 0-18 0,3 2-70 16</inkml:trace>
  <inkml:trace contextRef="#ctx0" brushRef="#br0" timeOffset="328.6">29617 1553 223 0,'0'0'147'0,"0"-1"-207"0,2-1 180 0,0 0-102 15,1 0 8-15,5-4-17 0,8-5 4 0,10-2-8 16,4 4 0-16,7 0 5 0,2 1-1 0,2 1 3 15,4-1-2-15,-3 1 3 0,5-2-1 0,-1-1 2 0,-1 1-9 16,-3 2 2-16,-4 1-2 0,-7 2 4 0,-3 3-8 16,-4 1-1-16,-3 0-6 0,-1 1 1 0,0 3-16 15,-5 0-25-15,2 1 0 0,0 3-14 0,-6-3-55 0</inkml:trace>
  <inkml:trace contextRef="#ctx0" brushRef="#br0" timeOffset="890.66">30920 1891 28 0,'0'0'13'0,"0"0"-1"16,0 0 1-16,0-2 2 0,0 1-4 0,0-1 10 15,0 0 1-15,0 0-2 0,0 0 1 0,0 0-1 0,0 0 7 16,0 1 1-16,0-1 2 0,0 0 1 0,-2 0-1 16,1 0 5-16,-1 0-4 0,0 0-4 0,0 1-7 15,-2-1-4-15,1 0 1 0,-5 2-5 0,-5 0 2 16,-2 0-1-16,0 0 0 0,-1 2-5 0,-3 3 7 16,-3 3-1-16,1 1 4 0,-1 2-4 0,-2 4 5 15,0-11-5-15,-2 18 3 0,-2 4-14 0,0-4 11 16,0 8-3-16,2-4 5 0,8 0-13 0,-1 0 5 15,8-2-2-15,6 0 3 0,-10-3-5 0,0 1-3 0,6-2-1 16,1-3 0-16,4 0 6 0,3 1 5 0,1-5 0 16,1 0 1-16,3 0-3 0,2-2 9 0,-4 1-10 15,22-3 8-15,7 0-9 0,-1 0 4 0,3-1 1 16,-1-1-2-16,0-1-6 0,-3-2 0 0,3-1-4 0,-1 1 2 16,-1 15-2-16,0-6 5 0,-4-6-3 0,2-1 3 15,-2-3-4-15,-4-1-10 0,4 0 2 0,-6-2-8 16,4 0-10-16,-1 0-23 0,-3 0 2 0,1 0-11 15,-3 0-25-15,-3 0-110 0</inkml:trace>
  <inkml:trace contextRef="#ctx0" brushRef="#br0" timeOffset="1344.69">31346 1992 404 0,'0'-2'16'0,"0"0"-3"0,0-2 22 0,-2-1-25 16,0-1-3-16,2 4-4 0,-8-3 2 0,-6-5 3 15,-5 3 3-15,0 3-1 0,1 2 2 0,-6 2-2 16,1 4 2-16,1 2-1 0,0 1 14 0,3 0-3 16,1 5-3-16,3-1-1 0,2-6-5 0,2 14 2 0,1-4-5 15,-1 3 3-15,2 1-9 0,2-1 8 0,-1 3 0 16,1-1-1-16,1-3-19 0,1 3 10 0,1 3-4 15,0-3 6-15,2 1-6 0,-13-1 1 0,6-3 2 0,4-1 1 16,1-1 4-16,2 2-1 0,2-2-3 16,2 0 1-16,2-2-1 0,1 0 0 0,3-2 4 0,-1 0-3 15,19-2 0-15,7 0 9 0,3-3-7 0,1 0 7 16,4-3-11-16,-6-1 3 0,0 0-5 0,1 18 1 16,-1-7-2-16,4-5 7 0,-4-4 2 0,-3-4 0 15,-1 0-11-15,-5-2 10 0,-2-2-5 0,-3 0 8 16,-1-1 0-16,-5 1-6 0,-2-2 7 0,-2 1-5 15,0-3 9-15,-3 7-4 0,-3-18 1 0,-1 2 0 0,-2-5-1 16,13 0-8-16,-4-2-1 0,-4-2-1 16,-3-2 4-16,-4-2-4 0,-6-1 4 0,-5-1-5 0,-2 6-11 15,-5-2 1-15,12 4-10 0,-20 2 6 0,-2 3-5 0,0 8-13 16,-3 2 1-16,-3 7-10 0,3 0-31 0,-1-17-135 16</inkml:trace>
  <inkml:trace contextRef="#ctx0" brushRef="#br0" timeOffset="1639.56">31277 2259 306 0,'0'0'73'0,"0"0"-91"16,0-2 87-16,0 0-45 0,2 0-4 0,0 1-19 0,-2-1-1 16,1 0-4-16,1 0 5 0,-2 2 3 0,0 0-1 15,0 0 1-15,0 0 3 0,0 0-7 0,0 0 8 16,0 0-8-16,0 2 20 0,0 0-1 0,0 0-3 15,0 1 2-15,0 5-7 0,0 5-3 0,0 3 1 0,2-1-1 16,0 2-6-16,0 0 0 0,2-1 6 0,1 3-3 16,3-1 6-16,1-1 10 0,2 0-8 0,4 0 10 15,14-3-4-15,-1 1 9 0,6-2-1 0,-3 0 3 16,1-2-8-16,3 1-11 0,-1-3 0 0,1 0-2 16,-2 0-4-16,1-1 5 0,-3-1-4 0,5 1 4 15,-5 1-5-15,1 0-22 0,-3 1-5 0,-1 1-13 0,-11 0-76 16</inkml:trace>
  <inkml:trace contextRef="#ctx0" brushRef="#br0" timeOffset="2663.06">30404 3299 54 0,'0'-2'-1'0,"0"0"0"0,0 0 23 15,2-2-1-15,0-7 10 0,3-5-14 0,-1 3-14 0,2-4 4 16,-3 2-6-16,1 4 2 0,0 0 4 0,-2 0-10 16,0 1 7-16,-1-5-13 0,1 4 9 0,-2 0 3 15,2 0 4-15,0 2 17 0,-2 1-1 0,0-3 9 16,0 2-6-16,0 1 14 0,0 1-14 0,0 3 5 0,0-1-7 16,0 1 1-16,0 2-15 0,0-2 0 0,0 1-4 15,0-1 0-15,0 2 3 0,0 0-1 0,0 0 3 16,0 2 3-16,0 0-3 0,0 2-1 0,0 0 0 15,0 0-1-15,0 2 4 0,0-1 0 0,0 9 1 16,0 1-6-16,0 1-1 0,0-1 0 0,0 2-1 16,2 2-5-16,0-2 10 0,1 2-7 0,1-1 7 0,2 3-11 15,-1-1 11-15,-1 3 0 0,2 1 4 0,1 4-13 16,-1 0 5-16,3 2-1 0,-2-2 3 0,1 2 7 0,-1 0-11 16,1-2 5-16,-3 2-7 0,-1-2 2 0,0-4 2 15,1 4-7-15,1-8 7 0,1 3 5 0,-1-5-12 16,-1-1 6-16,1 0-8 0,-1-2 11 0,-1-4-2 15,0 1 2-15,0-1-3 0,-3-3 0 0,1-3-13 16,0 1-5-16,-2-2-4 0,2 2-19 0,0-1-23 16,0 1 4-16,0-2-21 0,-1 0-90 0</inkml:trace>
  <inkml:trace contextRef="#ctx0" brushRef="#br0" timeOffset="2965.91">30231 3698 318 0,'-1'-2'30'0,"-1"0"45"16,0-2-38-16,-4-3-10 0,1 0-8 0,1 3 0 15,-3-2-19-15,3 4 12 0,0 1-5 0,0-1 6 16,1 0-13-16,-1 0 10 0,2 0 5 0,0 0-1 16,0 0 0-16,1 1 5 0,1-1-4 0,0 0 5 15,1 0-4-15,1 0 0 0,0 2-6 0,24-5 3 16,2-1-11-16,2 2 9 0,9 1-4 0,2 1 3 0,-2-2-10 15,5 2 0-15,-1 2 5 0,-6 0-3 0,4 0 2 16,-2 0 5-16,-8 0-9 0,1 0 7 0,-6 0-6 16,-4-2 3-16,0-1 5 0,-3 1-6 0,0-2-7 0,-5 0-25 15,1 1 2-15,-4-1-8 0,1 0 3 0,-3 0-18 16,-2 1 3-16,-1-1-11 0,-1 0-43 0,-1-1-50 16</inkml:trace>
  <inkml:trace contextRef="#ctx0" brushRef="#br0" timeOffset="3240.68">30016 3178 500 0,'0'-2'16'0,"-2"0"13"16,0-1 12-16,1-5-2 0,-3-3-7 0,2 2 3 16,0-2-17-16,2 1-13 0,0 3 9 0,4-2-10 15,5-4 15-15,8-2-13 0,18-6-1 0,6 3-4 16,5-1 1-16,6-1 14 0,10-4-5 0,4 1 6 16,7 1-6-16,3 2-7 0,-7 3-1 0,-8 2-2 0,-7 6-2 15,-12-15-19-15,-6 13 2 0,-5 7-12 0,-5 4-24 16,-5 4-33-16,-3 3-16 0</inkml:trace>
  <inkml:trace contextRef="#ctx0" brushRef="#br0" timeOffset="3742.44">30872 3572 536 0,'0'-2'10'15,"0"0"-2"-15,2-2 0 0,2-7 1 0,-1 2-6 0,-1 1 1 16,-2 7-4-16,2-3 6 0,0 0-6 16,0 0-7-16,0 1 12 0,1 1-12 0,1 0 12 0,0 0-10 15,-2 0 6-15,-1 0 1 0,1 1 1 0,0 1 4 16,0 0-1-16,0 1 9 0,0 1-7 0,0 0 5 16,-1 2 1-16,3 9-2 0,2 11 2 0,-4 0-4 0,-1 0-6 15,1 4-2-15,0 0-1 0,-2-2-6 0,2-2 3 16,0-2-2-16,0-3 4 0,1-2 1 0,1 1 6 15,0-5-1-15,0-4 1 0,-3-1 1 0,5 3-2 16,-2-4 5-16,3 3-5 0,-1-5 6 0,12-1-7 16,1 2 2-16,1 8-2 0,6-1-1 0,0-3 2 15,4-5-1-15,-2-1 2 0,-2-2-2 0,2 0 0 16,-6-2-3-16,10 0 2 0,-1 0 3 0,-1 0-2 16,0-2 2-16,-10 0-4 0,4-2-6 0,-4 1-12 0,-3-3 0 15,2 0-3-15,-6 1-3 0,-4 1-6 0,2 0 1 16,-5 3-4-16,-1-1-12 0,-3 2-100 0</inkml:trace>
  <inkml:trace contextRef="#ctx0" brushRef="#br0" timeOffset="4024.68">30891 3794 602 0,'0'-1'11'15,"0"-1"-3"-15,0-2 17 0,0-3 1 0,0-5-2 0,0 1-18 16,0 8-10-16,1-1 2 0,1 0-1 0,0 0 15 16,2 1-10-16,0-1-1 0,10-5-1 0,11-4 18 15,1 2-12-15,1-1 10 0,9-2-11 0,5-1 17 0,3-2 0 16,4 0 0-16,1 1-2 0,-7 1-15 0,1 0 2 16,-4 4-2-16,-7 3 4 0,-3 3-5 0,-10 1-17 15,-6 2-6-15,2 0-4 0,-6 0-15 0,-2 1 3 16,1 1-8-16,-4 0 4 0,-1 0-20 0,-1 0-48 15,2-2-3-15</inkml:trace>
  <inkml:trace contextRef="#ctx0" brushRef="#br0" timeOffset="4177.58">30924 3536 513 0,'0'-1'29'0,"0"-1"-6"0,0-4 27 0,2-16 1 0,0 5-5 16,3-1-20-16,1 5-12 0,1 1-6 0,3 3-1 15,17 2-12-15,9 1 7 0,5 1-1 0,5 3 1 16,-5 0-21-16,0 0-23 0,-8-18-6 0,-3 10-6 16,0 5-31-16</inkml:trace>
  <inkml:trace contextRef="#ctx0" brushRef="#br0" timeOffset="4648.77">31767 3490 640 0,'0'-2'4'0,"0"0"-1"0,0 0 32 16,0-1-14-16,0-3 15 0,0-1-27 0,0 1 4 15,0 1-2-15,0 3 0 0,0 0-12 0,0 0-1 16,-2-2 1-16,0 1 0 0,0-1 9 0,1 2 1 16,-1 0 4-16,-2 0-1 0,0 0 10 0,1 1-14 15,-1-1 5-15,0 2-7 0,0 0 8 0,1 0-7 16,-1 0-1-16,0 2 0 0,1-1 1 0,-1 1-8 15,0 2 7-15,-5 9-6 0,0 2 4 0,-3 2-6 0,3 1 1 16,0 3-3-16,1 1 1 0,1 2 5 0,1-2-3 16,3 4 5-16,1-4 2 0,0 4-7 0,2-1 4 15,0 1-4-15,2 1 0 0,0-1 9 0,1 0-9 16,1-5 9-16,2 1-11 0,1 0 4 0,-1-5 4 16,3 2-1-16,0-4-5 0,-1-4 3 0,1 2 4 0,13-2 1 15,4-2-2-15,0-3 4 0,4-4-10 0,3-1 9 16,6 22-1-16,-3-12 0 0,5-6 1 0,-8-3-2 15,-2-2-6-15,8-3 12 0,-5-3-5 0,1-1 5 16,-5-1-15-16,-6 1 10 0,-2-4 0 0,-5 1 5 16,-4 5-1-16,-4-21-3 0,1-2 2 0,-7-6-2 15,-1-3-4-15,20 0 1 0,-10 0 0 0,-9-4 0 0,-5 6-1 16,-3 0 0-16,-4-1-5 0,-4 7 2 0,-4 3-1 16,11 3 0-16,-22 5 2 0,2 3-2 0,-3 2-9 0,-3 6 2 15,1 5-7-15,-3-19 4 0,3 10-19 0,-7 6-6 16,1 5-2-16,2 5-3 0,0 4-21 0,5 4-25 15,2 4-10-15,2-9-9 0,2 23-79 0</inkml:trace>
  <inkml:trace contextRef="#ctx0" brushRef="#br0" timeOffset="4927.81">31986 3830 225 0,'0'-2'52'16,"0"0"87"-16,0-2-102 0,0 1-9 0,0-1-14 0,0 0 4 15,0 0-28-15,0 1 13 0,0 1-2 0,0 0 6 16,0 2-4-16,2 0 8 0,0 2-3 0,0 0 5 16,-1 1-7-16,1 1 4 0,11 15 7 0,-2-3-1 15,-7-1 25-15,15 2-3 0,3 0-1 0,2-2-1 16,0-1-9-16,0 3-5 0,2-2-4 0,-3 2-2 15,3-1-19-15,-6 1 10 0,2 0-7 0,-1-4 10 0,-1 0-10 16,-1 0-5-16,-1-2-12 0,1 2-3 0,-2 0-78 16</inkml:trace>
  <inkml:trace contextRef="#ctx0" brushRef="#br0" timeOffset="5835.9">31431 4775 233 0,'0'-2'17'0,"0"0"-3"0,0-2 49 0,2-14-10 16,1-8 13-16,1 5-40 0,0 1-6 0,-2 3-4 16,0 4 1-16,-1 2-7 0,-1 0 8 0,0 2-4 15,0 1 6-15,0 1 2 0,0 1-6 0,0 3 1 16,0 1-5-16,0-2-10 0,0 0 5 0,0 2-1 16,-1 1 2-16,-1-1-2 0,0 2 0 0,0 0-6 0,0 2 5 15,0-1-5-15,-1 3 8 0,-7 11-2 0,-1 7 2 16,2 1-8-16,0 1-6 0,-1-2 3 0,3 2-4 15,-1-3 6-15,3 1 1 0,-1 0 4 0,3 0-1 16,-1 1 2-16,2-1-8 0,2 2 0 0,4 0-2 16,1 0 10-16,3 2-2 0,1 0-1 0,2 0 0 0,-2-2 7 15,1 1-7-15,-1-3 6 0,-2-2-8 0,3 1-4 16,-1 3 6-16,-2-4-6 0,1 1 8 0,-3-3 9 16,1 1-9-16,0-2 3 0,-1 1-6 0,-1-1 2 0,0-2-23 15,-3 0 12-15,1-2-18 0,0-2 7 0,-2 0-1 16,0 0-2-16,0-4 2 0,0 1-7 0,0-6 12 15,-2 1 0-15,-1 1 6 0,-3 0 10 0,-13 7 4 16,5-5-4-16,-12-1 5 0,11-3 5 0,-8 0 2 16,1-2 1-16,7 0 0 0,-7 0-2 0,2 0 13 15,1 0-4-15,-1 0 5 0,7 0-14 0,-4 0 8 16,6 0-2-16,-2 0 4 0,-2-2-6 0,8 2 3 16,-1 0 2-16,6 0-1 0,-1 0-3 0,1 0 5 0,0 0-10 15,-2-2 7-15,0 0-19 0,3 0 14 0,-1 1-3 16,0-1 6-16,2 0-15 0,2 0 6 0,1 0-2 15,23-9 4-15,15 0-7 0,0 0-1 0,9 0 1 16,-2-1 0-16,-1 1-3 0,-3 2 5 0,-3 2-5 16,-7 1 4-16,-1 2-15 0,-5 2 5 0,-6 2-5 0,2 0 4 15,-5 0-17-15,-2 0 1 0,-1 0-11 0,-4 0 7 16,-3 0-13-16,-2 0 2 0,-1 0 5 0,-1 0-5 16,-3 0-12-16,0 0-56 0,0 0-17 0</inkml:trace>
  <inkml:trace contextRef="#ctx0" brushRef="#br0" timeOffset="6068.85">30995 4860 498 0,'0'-2'18'0,"0"0"-4"0,0 1 7 16,1-1 1-16,1-2-7 0,0 0-21 0,2 1 1 15,9-7 3-15,15-5 0 0,11 3 3 0,0 2 2 16,0 3-2-16,11-2 2 0,-2 1-3 0,8-1 21 16,3-4 0-16,-3-2 10 0,3 2 9 0,-5 2-26 15,-2 2 4-15,-5 1-12 0,-5 4-8 0,-5 3-9 0,1 1-16 16,-9 0 3-16,7 5-54 0</inkml:trace>
  <inkml:trace contextRef="#ctx0" brushRef="#br0" timeOffset="7007.88">31886 5293 250 0,'0'0'36'0,"0"0"-3"15,0-2 3-15,0 0 7 0,0 0-19 0,0 2-20 16,0 0 5-16,0 0-11 0,0 2 9 0,0 0-4 16,-2 2 16-16,-2 7-4 0,-3 17 5 0,-1 0-20 0,1 5 13 15,1-3-5-15,-1 1 8 0,1-1-10 0,1-2 4 16,1-2 0-16,0-4 1 0,1-3-3 0,1-3-1 16,0 3-1-16,0-4 0 0,2-2 6 0,0 0-11 15,0-2 8-15,0-2-8 0,0 0 18 0,0-3-19 16,0 0-1-16,0-1-8 0,0-1-15 0,0 0-11 15,0-1-11-15,0-1-2 0,0 0-44 0</inkml:trace>
  <inkml:trace contextRef="#ctx0" brushRef="#br0" timeOffset="7511.39">31756 5397 444 0,'0'-2'2'0,"0"-2"15"0,5-24-7 0,3 6 9 16,-3 5-23-16,3 3 1 0,-4 6-1 0,5 6 1 15,19-1 1-15,0 1-6 0,3-6 5 0,-1 5-4 16,3-3 12-16,1 2-2 0,-5 2-2 0,-5-1 0 0,-3-10 4 16,-3 7-8-16,-5 4 10 0,-3 2-9 0,-7 0 20 15,1 4 8-15,7 15-2 0,-5 5 5 0,-8 5 10 16,-7 3-7-16,-8 5 4 0,-5 0-7 0,12-7-4 0,-34-6-5 15,5 0 2-15,-2-7-4 0,4 3-6 0,7-5 1 16,2-2-4-16,4-5 3 0,2-3-3 0,5 1-4 16,4-4-1-16,6 1-2 0,1-1-7 0,4 0-2 15,2 0-2-15,-3 2 1 0,-1-1 10 0,2 1-5 16,0 0 2-16,2-2-5 0,2-1 6 0,0 1-2 16,4 0 8-16,23 6-8 0,1-5 1 0,3-1 6 15,1 0-7-15,-3 0 8 0,3 0-6 0,-12 0-4 16,2-1 3-16,-2 3-3 0,-5 2 7 0,-4-1-1 15,-7-1 1-15,-3 0 0 0,1 3 8 0,2 10 0 0,-4 0 5 16,-4 1-2-16,-4-1 18 0,-1-2-5 0,5-2 3 16,-30-2-4-16,-1-2-11 0,0-1 1 0,-5-1-2 15,9-1 1-15,1-3-10 0,2 1-1 0,4-2-3 0,3 11 2 16,0-4 5-16,8-3-8 0,2-3 1 0,3-1-5 16,5-2-13-16,-1 0-43 0,-2 0-3 0,0 0-14 15,2 0-4-15,1 0 4 0,1 0-15 0,0 0-1 16,1-2-102-16</inkml:trace>
  <inkml:trace contextRef="#ctx0" brushRef="#br0" timeOffset="7949.93">32461 5384 453 0,'0'-2'12'0,"0"0"-4"0,0 0 13 15,0-16 5-15,-1 1-6 0,-1 2-4 0,0 2-9 16,0 6 4-16,2 3-7 0,-2 0-4 0,0 1 6 16,-1-1 0-16,-1 0 5 0,-5-1 13 0,-4-1-4 15,-4 0 1-15,2 5-2 0,-2 1-6 0,2 1 10 16,-1 5-9-16,-3 5 8 0,2-5-15 0,-1 20-1 16,-4 2 3-16,1-1-3 0,1-1-4 0,-1 4-2 0,6-4 0 15,-1 0 0-15,1-2 1 0,-4-3-1 0,6 1 2 16,2-4-2-16,4 3 2 0,-8-1 4 0,6-3-6 15,1 2 5-15,3-1 2 0,3-3-7 0,0 4 10 0,2-3-9 16,2 1 12-16,1 0-4 0,3-1-3 0,1-1 1 16,3-2-9-16,-3-2 15 0,15 1-9 0,-3-5 12 15,7-1-3-15,-2-3-5 0,6 16 6 0,1-6-6 16,-1-8 7-16,2-3-1 0,-3-2-3 0,3-3 2 16,1-5-1-16,-3 1 2 0,0-4 3 0,0-1-4 15,-3-1-5-15,-2 0-1 0,-1-1 3 0,-2-1-1 16,-7 13 10-16,3-19-14 0,-1 1 4 0,-6-4-6 0,0-4 12 15,-5-2-10-15,14-5 4 0,-7-4-5 0,-9-2 5 16,-4-3-1-16,-6 1-5 0,-3 0 3 0,-2 2 0 16,-2 6-7-16,-2 4 3 0,2 5-5 0,2 9 3 0,7 6-23 15,-16 1 3-15,1 7-12 0,-5 1-14 0,2-13-11 16,0 8-6-16,-2 7-3 0,-1 3-29 0,3 7-157 16</inkml:trace>
  <inkml:trace contextRef="#ctx0" brushRef="#br0" timeOffset="8215.59">32365 5668 147 0,'0'0'99'0,"0"0"-79"0,0 0 105 16,-2-2-40-16,0 0-41 0,0 0-19 0,0 0-6 16,1 2-2-16,-1 0-15 0,0 0 6 0,0 0 2 15,0 0 0-15,2 0 3 0,0 2-4 0,0 0 2 0,0 0-1 16,0 0 15-16,2 2-1 0,0-1 7 0,0 1-5 15,3 3 8-15,8 5 6 0,10-1-8 0,-1 0 6 16,4 0-15-16,2 2 19 0,3-2-7 0,6-2 10 16,6 1-15-16,2-1-11 0,-1-2 4 0,-1 1-9 15,-8-3-7-15,8-1 10 0,-6 4-7 0,-2-3 8 16,1 3-15-16,-10-1-24 0,-4 0-16 0,-5 1-7 16,-3 3-84-16</inkml:trace>
  <inkml:trace contextRef="#ctx0" brushRef="#br0" timeOffset="9487.89">29667 6596 145 0,'0'-2'20'16,"0"1"39"-16,0-1-39 0,0-2 11 0,0-2-1 16,-2-5 4-16,2 0 3 0,0 0-14 0,0 2 7 15,0-1-9-15,0 1 9 0,0 4-12 0,0-3 2 0,0 4-5 16,0 1-1-16,0 1 1 0,0-2-3 0,0 0 2 15,0 1-10-15,0 1 1 0,0 0-2 0,2 0 3 16,0 0 1-16,0 2-3 0,-2 0 1 0,0 0-3 16,0 2-9-16,0 0 10 0,0 2-3 0,0 9 8 15,0 5-4-15,0 3-4 0,0-1-1 0,0-1-1 16,0 1 0-16,2 1 0 0,-1-1 5 0,5 2-2 0,0 2 11 16,-1 2-6-16,3 2-6 0,-1 4 2 0,4 1 0 15,2 4 2-15,-2-1 3 0,0 1-1 0,-5-8 6 16,3 7-12-16,-1-3 9 0,-3-3-9 0,5 3 16 0,-5-7-12 15,1-2 2-15,-1-3-4 0,1-3 8 0,-2-3-7 16,-3-2 5-16,1-3-6 0,0 1 6 0,0-6 4 16,0 1-4-16,-2-4 4 0,0 0-9 0,2 1 9 15,0 1-3-15,-1 0 6 0,1-1 4 0,0 1 6 16,0-2-1-16,0 0 2 0,0 0 7 0,0 0-9 16,-1-1 2-16,1-1-6 0,0 0-7 0,2 0 0 15,0 0-3-15,-3 0 3 0,9-5-6 0,-3-1 3 16,1-3-6-16,-1-17 5 0,2 0-9 0,2-2 10 0,-1-3-2 15,-1 3 2-15,2-6-11 0,-2-1 7 0,3-6 1 16,1-3 3-16,0-5-10 0,0 5 2 0,0-1-1 16,0 2 4-16,0 1 6 0,-2 3-5 0,0 2-2 15,0 3 1-15,-2 1-8 0,-3 7 8 0,1 2-2 16,-1 5 6-16,-1 4-8 0,1 6-4 0,-4 3-2 0,0 3-1 16,-1 1 0-16,-1 0-35 0,4-2-4 0,0 1-14 15,0 1-38-15,-3 0-119 0</inkml:trace>
  <inkml:trace contextRef="#ctx0" brushRef="#br0" timeOffset="9958.19">30172 6864 280 0,'0'-2'10'15,"0"0"0"-15,0-2 37 0,0 2-3 0,0-7 11 16,0 3-15-16,0 5-18 0,0-3-9 0,0 0 1 16,0 2-14-16,0 0-5 0,0 2 4 0,-2 2-2 15,0 0 17-15,-3 11-5 0,-6 21 6 0,-1-1-7 16,3 4 9-16,0 0-6 0,3-3 4 0,1-3-5 0,-1 5-6 15,2-9 6-15,3-1-3 0,-1 2 4 0,0-5-11 16,2 1-2-16,0 0 0 0,0-4 2 0,2 1 12 16,0-1-10-16,-1-3 5 0,1-2-6 0,2-4 7 15,0 0-23-15,-1-2 3 0,1-1-11 0,-2-3-2 0,0-1-36 16,0 0-23-16</inkml:trace>
  <inkml:trace contextRef="#ctx0" brushRef="#br0" timeOffset="10463.98">30114 6962 510 0,'0'-4'11'0,"0"-12"-1"0,2-7 12 0,0 5-15 0,0 5 0 15,2 2-4-15,-1 1 1 0,1 5 0 0,11-5-2 0,9 3 1 16,4-2-4-16,7 1 4 0,1 1 3 0,8 3 2 15,-7 0 7-15,-1 3-15 0,-3-18 5 0,-9 12-6 16,-2 3 4-16,-1 4 4 0,-8 2-2 0,-4 1 4 16,-1 1 8-16,-5 22-6 0,16 4 2 0,-8 3-3 15,-9-5 4-15,-4 2 9 0,-5-2-7 0,-6-2 6 16,-2 0-14-16,5-2 5 0,-19-4 5 0,-1-3-1 16,-3-4 5-16,1-2-17 0,2-2 5 0,2 1-7 0,4-3 9 15,4-3-5-15,1 0-3 0,3-1 0 0,1-1-9 16,2 2 7-16,3 3-2 0,3-1 6 0,0-2-2 0,5-4-7 15,0 0 4-15,-2 1-5 0,0 1-5 0,1 0 3 16,1 0-3-16,0 0 6 0,0 0 8 0,2 0-7 16,0-1 2-16,2 1-6 0,0-2 4 0,5 0 2 15,19 0-4-15,0 0 4 0,6 0-6 0,-1 0 6 16,3 0-2-16,-4 0 2 0,1 0-3 0,-3 2 2 16,-4 2 0-16,2 1-1 0,-5 1-4 0,-3 1 3 15,-3-1 1-15,-6 0 1 0,-3-3 5 0,-4-3-2 16,0 11 8-16,7 1-5 0,-2 1 6 0,-3-4-3 15,-4 2-3-15,0-2 2 0,-4 1 11 0,-1-1-1 0,-1-2 7 16,-11-1-5-16,-14-1 9 0,-3-1-14 0,-1 0-3 16,2 0-2-16,-4-3 0 0,3 1-6 0,3 17 5 15,3-8-5-15,5-4 4 0,3-3-2 0,3-2-10 16,2 0 3-16,4-2-23 0,6 0-24 0,1 0 4 16,2 0-16-16,-2 0-34 0,1 0-82 0,1 0 0 0</inkml:trace>
  <inkml:trace contextRef="#ctx0" brushRef="#br0" timeOffset="10847">30787 6930 532 0,'0'-1'10'0,"0"-1"0"0,0 0 20 16,-2-13-8-16,2 8 8 0,0 3-21 0,0-2-6 15,-2 3 2-15,0 1-3 0,0 0-2 0,0 0-1 16,0 2-3-16,1 2 1 0,-1 0 1 0,0 5 2 16,-6 23 2-16,3-2-1 0,1 0 10 0,0-2-5 15,3 0 3-15,-1 0-3 0,-2 0 10 0,2-6-9 16,0 4 4-16,0-5-5 0,2-3 14 0,0 1-12 16,0-4 4-16,0 0-7 0,0 0 4 0,0-4-2 0,2 1 6 15,0-5-2-15,0 1 22 0,2-1-7 0,-4-3 3 16,15 0-5-16,5 13-4 0,0-6 6 0,5-1-3 15,4-5 4-15,5-1-14 0,3-2-2 0,4-3 0 16,1-1 0-16,3-2-3 0,-4 3-5 0,-4-3 2 16,-9 2-2-16,-4 2-6 0,-4 1 3 0,1-1-10 0,-6 0 7 15,-4 0-18-15,0 2-11 0,-7 0 2 0,1 0-6 16,-1-2-8-16,0 0-17 0,-2 0-25 0,-1 1 1 16,-1-1-93-16</inkml:trace>
  <inkml:trace contextRef="#ctx0" brushRef="#br0" timeOffset="11024.01">30740 7252 352 0,'0'0'58'0,"0"0"-6"15,0 0 8-15,0-2 9 0,0 0-27 0,0 2-17 16,0 0-11-16,0 0 0 0,0 0-2 0,2-2 10 0,0 0 8 16,2 2-4-16,20-9 4 0,5-2-5 0,-1 2-12 15,4-1 0-15,-2 3-5 0,-3-1-8 0,-2 3 9 16,-1 1-4-16,-6 0 5 0,1 1-16 0,-4 1-9 15,-4 0-3-15,-2 2-2 0,-5 0-24 0,-2 0-15 16,0 0-15-16,1 0-4 0,1 0-92 0</inkml:trace>
  <inkml:trace contextRef="#ctx0" brushRef="#br0" timeOffset="11178.99">30746 6964 262 0,'0'-2'66'15,"0"0"74"-15,-8-20-60 0,1 0-19 0,1 5-8 16,3 0 2-16,1 2-6 0,2 2-11 0,0 0-3 15,3 0-3-15,5 0-23 0,-6 2 0 0,26-2 1 0,1-2 0 16,7 0 4-16,1 4-10 0,2 0 3 0,-2 2-7 16,-2 3-4-16,-3 3-24 0,-1-16-11 0,1 6-2 15,1 6-29-15,-3 5-35 0,-2 2-56 0</inkml:trace>
  <inkml:trace contextRef="#ctx0" brushRef="#br0" timeOffset="11594.07">31639 6838 449 0,'0'-2'54'0,"0"0"-53"16,-2 0 65-16,0 0-29 0,0-2-16 0,0 1-10 15,1-1 0-15,-3 2-3 0,-2-2 1 0,-9-5-6 16,-1 2 8-16,-3-1-3 0,-1 3 24 0,-1 1-9 16,-3 0 0-16,0 4-1 0,0 0 5 0,-2 4-5 15,0 2-2-15,4 3 0 0,-4 4 3 0,5 0-14 16,5-8 4-16,-1 21-8 0,6 2 1 0,0 0-6 15,5 0 1-15,2-4-2 0,-12 2 2 0,6-5 1 16,3 3 6-16,5-4-4 0,0-1 8 0,2-3 4 0,2-3-4 16,2-3 5-16,3-1 2 0,12 2-4 0,12-2 7 15,5-1-6-15,-3-3 2 0,0-3-3 0,3 19-9 16,-1-10 6-16,2-4-1 0,2-5-7 0,2-2 12 16,2-2-12-16,-1-3 12 0,3-3-8 0,-1-1 0 0,-3 0-2 15,6-2 8-15,-10-1-8 0,-4-1-1 0,-3-1-1 16,-11 2 7-16,-3 1-1 0,3 4 2 0,-12-15-2 15,2-4 5-15,-5-8-9 0,-2 3 3 0,18-7-5 16,-8 1 0-16,-11 0-3 0,-4 0 1 0,-7 4-1 16,-1 1 1-16,-4 4-2 0,10 2 0 0,-21 6-2 15,-7 3-9-15,-1 4-9 0,3 4-4 0,-5 5 0 16,3 2-13-16,1-16-24 0,-1 7-7 0,1 9-10 0,-1 4-53 16</inkml:trace>
  <inkml:trace contextRef="#ctx0" brushRef="#br0" timeOffset="11813.24">31696 6847 229 0,'0'0'42'0,"0"0"-5"0,2 0 35 15,0 2 4-15,0 0-5 0,0-1 5 0,0 5-31 16,7 16 9-16,2 6-17 0,-2 2-6 0,-3-4 2 16,0 2-7-16,-1-4 8 0,3 6 3 0,-3-6-1 15,3-2-1-15,-3-5-1 0,3-2-8 0,-1-4-9 0,2 4 0 16,-5-2-4-16,13-6-3 0,-1 0 2 0,1-3 1 15,4 2-1-15,-7-3 0 0,3 3-25 0,2-2-3 16,-3-1-10-16,3 1-31 0,5 2-25 0,-4-3-15 16,-1 3-9-16,1-2-122 0</inkml:trace>
  <inkml:trace contextRef="#ctx0" brushRef="#br0" timeOffset="25761.3">29422 10172 107 0,'0'-2'0'0,"0"-9"8"0,0-9 76 15,0 3-26-15,0 2 7 0,0 2-45 0,0-2-2 0,0 2-6 16,2 2-5-16,0 0 5 0,0 0-3 0,-1 0 13 16,3 0-3-16,0 0 7 0,-2 3 7 0,-1 3-9 15,3-3 3-15,0 1-4 0,-2 1 10 0,0 1-4 16,-1 1-1-16,1 0-1 0,-2 2 0 0,0 0-11 15,2-1 0-15,2-1-6 0,0 0 1 0,-1 2-4 16,1 1 5-16,0-1-5 0,-1 2 6 0,1 2-2 16,0-1-5-16,0 7 2 0,9 25-8 0,-4 6 0 0,-4 6 9 15,-3 3-6-15,0 6-3 0,0 2 7 0,2-1-7 16,-2-4 5-16,3-7-10 0,1-5 7 0,-1-7 0 16,3-6 4-16,-1-2-6 0,2-2 1 0,1-3 5 0,-3-3-1 15,1-3 7-15,-7-2-12 0,14 1 3 16,0-5-3-16,-2-1 6 0,-4-1 7 0,-3-3-3 0,5 7 5 15,2-1-2-15,2-1 8 0,4-1-6 0,-10-4 7 16,2-2 0-16,-2 0-4 0,1-2 7 0,1-2-5 16,-2-2 2-16,-2 1-9 0,-1-8-2 0,0-11-1 15,-1-4 5-15,3-7 0 0,-5-6 1 0,3-2-1 16,-1-1-4-16,5-8-1 0,1 1-2 0,0-2 1 16,2 2-8-16,-4 7 7 0,2 5-7 0,-1 9 6 0,-1 6-10 15,2 7 1-15,-5 4 0 0,-3 8-2 0,-1 3-19 16,0 2-45-16,2-4-7 0,0 2-18 0,-3 2-87 0</inkml:trace>
  <inkml:trace contextRef="#ctx0" brushRef="#br0" timeOffset="26104.28">30460 10512 529 0,'-2'-2'12'16,"-2"0"20"-16,-3-1-15 0,-15-8 9 0,3 3-10 15,0 3 7-15,1 1-22 0,-1 2 8 0,1 2 5 0,-3 0-2 16,3 4 7-16,-5 1 8 0,1 3-10 0,-2-1 9 16,2 2 2-16,-1 3-13 0,3-1 16 0,1 2-14 15,-1 1 12-15,3-10-8 0,1 17-4 0,-1-3 1 16,6 4 2-16,3-1-4 0,-1 1 6 0,4-1-6 15,1 1 0-15,-11-2 9 0,6-1-10 0,3-1 12 16,4-1-2-16,2-2-3 0,4 2 5 0,2-4-6 16,1 0 4-16,-1-4-14 0,18-2 5 0,5-3-9 0,3-2 1 15,-1 17-21-15,3-6-4 0,1-8-8 0,-1-3-29 16,6-2-40-16,1-4-2 0,-2-3-16 0,2-2-48 0</inkml:trace>
  <inkml:trace contextRef="#ctx0" brushRef="#br0" timeOffset="26369.89">30601 10614 493 0,'-2'0'29'0,"0"0"-2"0,0-2 1 0,1 0-1 15,-3 1-10-15,0 1-11 0,0 0-4 0,1 0 5 16,-1 1-6-16,0 1 5 0,1 0 6 0,-1 0-2 15,2 13 5-15,-2 5-6 0,-11 3 12 0,6-1-8 16,5-2 10-16,4 1 4 0,2-3 6 0,4 1 6 0,1-4-3 16,4 0 9-16,1-4 10 0,12-2-1 0,0-3 3 15,4-5-11-15,1 1-14 0,3 17-5 0,-1-8-3 16,-1-5-13-16,0-6-8 0,-2 0 1 0,3-4-5 16,-3-2-31-16,0-1-19 0,-2-1-10 0,-2 1-5 15,-2 0-57-15,-3-1-103 0</inkml:trace>
  <inkml:trace contextRef="#ctx0" brushRef="#br0" timeOffset="26588.73">30438 10709 863 0,'0'-2'34'16,"0"0"-19"-16,0 0 29 0,0 0-9 0,0 1-35 0,0-1 10 15,0 0-1-15,0 0 4 0,1 0-5 0,3 0 2 16,11-1-1-16,18-3 2 0,5 0 5 0,1 1 7 16,3-3-8-16,-1 1 6 0,4-2-14 0,-3-1 1 0,-1 1 7 15,0 0-6-15,-4 1-5 0,-5 3-49 0,1-3 3 16,-9 5-20-16,-3 1-19 0,-6 0-32 0,-6 0-21 16</inkml:trace>
  <inkml:trace contextRef="#ctx0" brushRef="#br0" timeOffset="27224.28">30685 10520 522 0,'0'-2'194'0,"0"0"-226"0,0-2 216 0,0-3-110 16,3-6-47-16,5-2-18 0,-6-2 2 0,25 2-6 16,9-7-1-16,4 2-16 0,5-1-4 0,3 1-9 0,10 1-38 15,7 1-22-15,0-7-2 0,2 1-4 0,-6 0 20 16,-5-2 30-16,-2 6 3 0,-6-1 10 0,-6 3 28 0,-6 1 2 15,-5 4 10-15,-3 2-8 0,-4 3 4 0,-3 3 3 16,-3 3 1-16,-7-7 3 0,1 1 11 0,-7 6 4 16,1 1-2-16,-4 1 5 0,-1 0 10 0,3 0-8 15,0 1 6-15,-2 1-8 0,0 8 1 0,-2 19-5 16,-6 7-9-16,-5-5 4 0,-8 10-12 0,1-4 1 16,16 0 4-16,-24 2-5 0,-4-3-4 0,0-9 9 15,1-1-6-15,3-3 6 0,-4-1-6 0,4 0 5 16,8 0-3-16,-1-1 3 0,8 1-10 0,2-3 8 15,1-1-1-15,3 1 3 0,-8-1 0 0,3 1 9 16,7-4-2-16,3 0 5 0,1-2-1 0,3-4 0 0,4 0 1 16,10-5-2-16,10 0-12 0,5 16 1 0,-1-9 3 15,3-5-1-15,2-6 1 0,0-4 6 0,1-3-11 16,1-6 10-16,0-2-10 0,-6 0-6 0,-1 0 4 0,-1-2-4 16,-1 1 1-16,-6 1-5 0,-2 13 5 0,-9-18-4 15,0-5 10-15,-3-1-10 0,-7-3-2 0,16-3-2 16,-6-5 3-16,-9-6-5 0,-4 3-1 0,-8-3-2 15,-5 0-3-15,-4 4-2 0,-3-2 2 0,0 6-3 16,16 5-1-16,-20 6-10 0,1 2-2 0,-1 9-2 16,2-2-3-16,2 6 13 0,-3 1 3 0,5 1 2 0,1 5 5 15,4-7 0-15,-2-1 1 0,6 7-1 0,0-1 4 16,3 2-7-16,2 2 5 0,2 0-6 0,-1 0 6 16,-1 0 0-16,2 2-1 0,0 0 4 0,0 2 12 0,1 3-11 15,-5 15 3-15,4 10-4 0,2 3 4 0,2 6 7 16,4 5-1-16,-1 1 2 0,3-1-4 0,-1 1-3 15,0-5 3-15,3-4-2 0,-1-5 11 0,2-1-4 16,2-5 0-16,0-1-3 0,2-2 4 0,0-1-4 16,-8-1 7-16,17-3-5 0,2-3 9 0,2-3-17 15,2-2 1-15,-2-5-7 0,0 0-16 0,3-5-17 16,-5 16-17-16,0-6-2 0,-2-5-74 0,-3-4-57 16,1-2-96-16</inkml:trace>
  <inkml:trace contextRef="#ctx0" brushRef="#br0" timeOffset="27800.6">29645 11398 217 0,'0'0'18'16,"-2"-2"28"-16,0 0-16 0,0 0-2 0,0 0 0 16,0 0-2-16,1 1 6 0,-1-1-6 0,0 0 7 15,2 0-8-15,0 0-1 0,0 0 3 0,0 0 0 0,0 1 2 16,0-1 0-16,0 0-2 0,0 0-1 0,0 0 0 15,2 0 4-15,0 0-1 0,1 1 2 0,5-1-2 16,20-4-5-16,5 2 3 0,0 3-2 0,8-1 4 16,0 2 5-16,2-2 9 0,5-2-5 0,0-1 6 15,6-3-5-15,6-3 0 0,6-2 3 0,11 2-5 16,8 2-14-16,6-1 12 0,2 1-10 0,-10-2 10 16,-5-2-20-16,-9 5-2 0,-8-1-2 0,-1 4 1 0,-5 3-6 15,-6 2-3-15,-5 0-1 0,-5 0 0 0,-5 0 4 16,-12 0 6-16,-7 0-1 0,-8 0 1 0,-1 0-6 15,-4 0-4-15,1 0-2 0,1 0-3 0,-2 0-18 0,0-2-36 16,-2 0-9-16,-2 0-15 0,-2 0-88 0</inkml:trace>
  <inkml:trace contextRef="#ctx0" brushRef="#br0" timeOffset="28453.75">29942 7584 490 0,'-2'0'46'0,"0"0"-8"0,-2-2 12 0,-16-5 5 0,0 1-18 16,1 1-16-16,2 1-7 0,6 2 3 0,6 2-7 15,1 0-18-15,0 0 8 0,0 0-3 0,3 0 5 16,-1 0 5-16,0 0 9 0,2 0-2 0,0 2 6 16,2-2 18-16,1 0 6 0,12 2 2 0,21 0 0 15,1-2-1-15,4-2-4 0,5-2-4 0,8-2 0 0,3 1-9 16,10-1-10-16,9 1 8 0,8 1-9 15,5-2 7-15,2 3-8 0,-6-1-3 0,-5 0-1 0,-6-1-7 16,-1 1 3-16,-1-2-5 0,8-1 5 0,0 0 4 16,-4-1-9-16,-3 3 5 0,-16-1-8 0,-5 2 6 0,-6-1-13 15,-7 1-8-15,-7 0-7 0,-6 2-67 0,-9 1-87 16,-2-1-54-16</inkml:trace>
  <inkml:trace contextRef="#ctx0" brushRef="#br0" timeOffset="28896.89">31589 6255 609 0,'0'-2'33'0,"0"0"68"0,0-2-78 0,0 2-10 16,0 0 9-16,0 1-7 0,2-1 29 0,1 0-12 16,12-2 9-16,17 0-9 0,5 1 15 0,11-3-10 15,6 1-7-15,5-3 1 0,6-1-5 0,6-4-11 16,-4 0 2-16,1-2-8 0,-4-4-9 0,-7 1 0 15,-3 3 0-15,-2 0-5 0,-4 2-40 0,-1 2-89 0,-3 0-8 16,-1 0-32-16,-2 0-89 0</inkml:trace>
  <inkml:trace contextRef="#ctx0" brushRef="#br0" timeOffset="29494.02">30924 4116 403 0,'-2'-2'34'0,"0"0"41"0,0 0-9 16,-1 0-30-16,1 2 7 0,-7-5-15 0,3 1 1 15,0 0-13-15,3 2-3 0,1 2-1 0,0 0 9 16,-2-1-8-16,1-1 11 0,1 0-9 0,0 0 16 0,2 0 3 16,0 0-7-16,2 0 4 0,1 1-3 0,33-14-6 15,8 4 8-15,10 5-8 0,7 2-2 0,8 2-6 16,0 1-5-16,7 1 1 0,-6 0 1 0,-3 0-11 16,0 0 4-16,-7 0-6 0,3 0 9 0,0-2-7 15,2 0-1-15,5 0-4 0,1-2 2 0,3 2-27 16,-5-1-3-16,-12-1-13 0,-5 2-47 0,-11-2-165 15</inkml:trace>
  <inkml:trace contextRef="#ctx0" brushRef="#br0" timeOffset="29932.96">29871 2653 334 0,'0'0'22'0,"0"0"-2"0,0-2 12 16,2 0-5-16,0 0-1 0,0 0-12 0,2 0-1 16,3 2 6-16,12-3-5 0,1 1 15 0,4 0 2 15,4 2 5-15,5 0-1 0,3 0 18 0,10 0-2 0,8-2-1 16,16 0-3-16,8 0-23 0,15 0-3 0,6 1-2 15,-5-1-1-15,5 0-12 0,-8 0 2 0,0 2-9 16,15 0 3-16,7 0-25 0,11-2-30 0,4 2-14 16,-1-2-21-16,-1 2-193 0</inkml:trace>
  <inkml:trace contextRef="#ctx0" brushRef="#br0" timeOffset="43672.79">32190 1674 7 0,'0'0'1'0,"-2"-2"4"0,2 0 19 0,-1 0 11 0,-1 1-4 15,0-3 3-15,0 0-20 0,2 0-10 16,-4-5 9-16,1 0-8 0,-1 0-2 0,2 1 9 0,-2-1-6 15,1-2 9-15,-1 2-1 0,2-1-13 0,0 1 9 16,0 0-8-16,0-2 18 0,1 3-6 0,-5-5 0 16,0 2-1-16,3 2 6 0,-3-2-7 0,1 1 3 15,1-6-4-15,-9-1 5 0,0-2-2 0,-4-3-5 0,8 2 2 16,-8-3-4-16,2 3-4 0,0 1 6 0,1 3-5 16,-1-3 1-16,-4-1 7 0,3-3-7 0,-1 5 7 15,-4-3-12-15,5 3 7 0,-3 1 0 0,1-3 1 16,-1 1-1-16,2 0 3 0,-1-1 0 0,-1 3 2 15,2 1 6-15,1 1-2 0,-3-2 2 0,4 0-4 16,-1 1-5-16,-3 1 6 0,-1 0-2 0,-3 2 4 0,5-2-3 16,-3 2-3-16,3 2-1 0,-1 0-1 0,-3 0-6 15,-2 0 0-15,0 1 2 0,-2 1-1 0,1 0 8 16,-1-1-9-16,0 3 5 0,-1-2-6 0,-7-2 5 0,3 1 4 16,-8 1-4-16,7 2 4 0,-1-1-3 0,1 3-6 15,6 1 3-15,0-4-4 0,-2 3 11 0,0 1-10 16,-3-1 2-16,1-1-4 0,0 0-7 0,3 5 8 15,-1-1-1-15,-4-17 3 0,2 8-10 0,-3 4 9 16,-2 1-2-16,-8 4 5 0,0 2-4 0,-5 0-1 16,-2 0-2-16,-2 0 0 0,-6 4 2 0,5-2 1 15,-3 1 1-15,6 1-1 0,5-2-7 0,1 2 6 16,-3-1-4-16,4 3 4 0,1 0-8 0,-1 1 6 16,0 2-3-16,-5 1 5 0,0 1 5 0,-12 0-3 0,3 0 2 15,-4-2-2-15,-1 1 1 0,8-1-5 0,1 0 2 16,8-1-4-16,8 1 0 0,3 0 8 0,5 0-4 0,5 1 6 15,0 1-12-15,5-2 8 0,-1 2-6 0,1 2 5 16,0-11-7-16,3 20 6 0,-1-1-2 0,2 5 2 16,0 0-13-16,2 2 6 0,-3 7 1 0,3 4 1 15,-2 0 3-15,0 4-1 0,6 1 2 0,-3-3 0 16,3 5 5-16,0-3-1 0,1-4-3 0,1-4 1 16,0-3-4-16,5 0-2 0,-2-3 0 0,-15 1 0 15,6 3 6-15,4 3-2 0,5 3 1 0,3 1-3 16,1 3-5-16,0 4 8 0,3 5-4 0,5 3 5 0,1 3-1 15,-2-6-5-15,5 0 2 0,-1-8-4 0,0-3 5 16,2-2 0-16,2-2 2 0,0-5-2 0,1-1 1 16,1-1-1-16,2-2 0 0,-16-2-1 0,21 4-9 0,1-1 12 15,1 3-7-15,1 0 9 0,3 1-2 0,-2 2 3 16,4-1-3-16,-1 1 1 0,2 0-4 0,5-3 3 16,1 3 3-16,0-1-1 0,5-3 2 0,1-1 26 15,-3-10-6-15,3 1 11 0,-2-6-1 0,-1-3-16 16,3 1 5-16,1-1-10 0,3-5-2 0,3 0-4 15,3-3 2-15,8 0-3 0,8-2 4 0,3 29-10 16,6-18 0-16,2-11-2 0,-8-2 7 0,-3 0 0 16,-4-2 2-16,-10 0-2 0,-5 2-3 0,0-3-6 0,0 1 2 15,4 0-3-15,3 2 15 0,2 0-6 0,3 0 4 16,-3-6-6-16,-4-1-1 0,-1-4 0 0,-8-6 4 16,-5 0-3-16,0-1-1 0,-6 14 6 0,0-22-6 0,-2-9 7 15,1 2 2-15,-5-1-10 0,3 1 5 0,-3 1-6 16,3 1 4-16,-3-1 11 0,1 0-12 0,1 1 11 15,-3-1-12-15,-2 1-2 0,-2 1 10 0,-10 0-8 16,-1-1 11-16,2 1-9 0,-6-7 5 0,0-6-5 16,4 0 6-16,-6-10 1 0,1-7-5 0,-1-3 4 15,-5-2-5-15,-3 0-4 0,27 4 6 0,-17 5-5 16,-9 2 2-16,-2 8 7 0,-3-1-7 0,-5 3 8 16,-3 1 1-16,-4-1-6 0,-2-3 7 0,-5-8-7 15,-2-5 3-15,-6-7-2 0,21-3-4 0,-28 7 3 0,-2 1 3 16,0 8-8-16,2 8 1 0,-4 5-3 0,-4 2-2 15,5 8 2-15,-7 3-1 0,-5 6 0 0,2 5-15 0,-8 2-37 16,-5 8-1-16,-3 3-15 0,-7-26-35 0,-1 21-58 16,-2 13-9-16</inkml:trace>
  <inkml:trace contextRef="#ctx0" brushRef="#br0" timeOffset="44972.11">31802 3009 3 0,'-2'0'11'0,"1"-2"-3"0,-3 0 11 0,-7-5 3 16,-13 3-3-16,-2-9 7 0,-2 4 1 0,-2-2-5 15,-2 3 1-15,1 1-20 0,-3-2 6 0,-1-1-1 16,0 3 2-16,-8-6 5 0,2 6-4 0,-3-1 2 0,1 1-3 15,0 5 2-15,-5 0-3 0,7-20-3 0,-5 9 1 16,3 7-6-16,4 4 5 0,0 2 2 0,6 2-1 16,-3 4-3-16,5 1-4 0,-3 2-1 0,1 3 0 15,1 1 5-15,1 0-6 0,-1-1 5 0,-3 3-7 16,-2 0 4-16,-2 2 4 0,-7 1-6 0,1 1 5 16,6 0-4-16,-7-1-3 0,7 1 8 0,5-3-4 15,-1 1 2-15,9-4-1 0,0 2-5 0,4 0 3 0,5-11-5 16,-2 14 10-16,8 3-5 0,0-1 4 0,4 2-3 15,3 1 0-15,0 3 3 0,-14 1-2 0,6 3-4 16,5 4 7-16,3 1-5 0,4 2 4 0,2 4-5 0,6 7 1 16,1 2 4-16,2 6-3 0,2 5 0 0,0-1-3 15,4 1 2-15,-1-9-2 0,3-2 11 0,0-9-10 16,1-2 6-16,-11-2-7 0,17 0 4 0,6 2 0 16,-4 0-3-16,5 0 2 0,4-2 0 0,10 0 0 15,-5 0 5-15,-1-1-1 0,6 1 13 0,-5-2-6 16,7 2-6-16,3-1 2 0,5-1-1 0,8-7-6 15,8-2 7-15,10 0-7 0,3-6 6 0,3-1 3 16,-10-6-1-16,-6 16 1 0,-3-16-5 0,-1-13-3 0,4-5 4 16,5-8-3-16,5-6 2 0,6-1-1 0,-2-6-3 15,-10-4 4-15,-9 28 0 0,-12-42 2 0,-6 1-4 16,-3-5 3-16,-5 1 2 0,-3 1-3 0,-2-4 5 16,-1 0-6-16,-3 1-6 0,-1 1 10 0,1 0-5 0,-7-8 8 15,2-9 1-15,-9-17 0 0,-3-9 17 0,-10-3-6 16,25 3 51-16,-23 9-16 0,-16 6 3 0,-5 13-9 15,-5 2-7-15,-4 7 3 0,-3 0-8 0,22-6 5 16,-29 1-26-16,-5-2-14 0,-2-1 0 0,-2 10-4 16,-3 2-6-16,-3 10-34 0,-5 8 3 0,-11 10-14 15,-9 7-12-15,-10 9 5 0,-2-27 0 0,3 25 1 0,3 14-20 16,7 13-7-16,2-12-11 0,3 54 5 0,-1 14-6 16</inkml:trace>
  <inkml:trace contextRef="#ctx0" brushRef="#br0" timeOffset="45546.87">31589 4346 55 0,'-2'0'10'15,"-2"0"-1"-15,-24 0-6 0,-13 0 5 0,-3 4-8 16,-4 1 7-16,-1 6-11 0,-4 4 2 0,-3 4-5 0,2 3 9 15,2 2 4-15,2-22-3 0,7 33 2 0,2 2-13 16,10 4 5-16,1 0 3 0,4-4 1 0,6-1 8 16,1-1-10-16,2 4-2 0,2 2-3 0,1 1 4 15,2 3 0-15,3 3 4 0,2 6-2 0,3 4 10 0,2 8-10 16,0 5-2-16,-29 5-2 0,21 4 6 0,10-4-5 16,6-7 5-16,5-10-4 0,2-7 11 0,2-4-4 15,4 3-3-15,5 1 0 0,-21 0-4 0,36 1 12 16,8 1-1-16,9 6 5 0,7 7-3 0,11-1-2 15,4-1 1-15,-2-5-4 0,-2-12-7 0,-1-9 9 16,-3-6-5-16,5-8 8 0,4-1-8 0,18-4-6 16,7-3 5-16,2-8-4 0,0-5 8 0,-15-2 1 15,-4 26-2-15,-5-25 0 0,1-10-1 0,14-8 1 16,5-7-10-16,5-8 3 0,-4 24-24 0,-22-47-10 0,-10-11 11 16,-19-8-9-16,-6-2 33 0,-10 1 5 0,-7-1 5 15,-6 5 1-15,-7 3 19 0,-6-5 12 0,-7-1 9 16,31-12-2-16,-25-11 4 0,-15-7-11 0,-7 2 0 0,-7 13 0 15,-6 12 30-15,0 22-18 0,9 6-2 0,-37 14-12 16,-11 7-46-16,-18 9-76 0,-19 6-14 0,-15-26-22 16,-8 29-57-16</inkml:trace>
  <inkml:trace contextRef="#ctx0" brushRef="#br0" timeOffset="45856.79">29554 6509 141 0,'-23'0'17'0,"-23"2"43"0,7 2-64 0,6 1 8 0,3 4-6 16,-2 8 6-16,3-11-4 0,-1 33 0 0,0 3 1 15,1 10-1-15,3 8 1 0,1 7-2 0,5 5 1 16,1 6-3-16,8-4 0 0,6-5-6 0,-23-8-1 16,20-5-6-16,10-6-31 0</inkml:trace>
  <inkml:trace contextRef="#ctx0" brushRef="#br0" timeOffset="46043.69">33278 7486 54 0,'2'-4'20'0,"6"-9"-5"0,3-45 28 16,4-5-4-16,-14-15 3 0,29-7-12 0,-30-17-4 15,-20-8 1-15,-14 10-4 0,19 3-21 0,-42 14 4 16,-12 10-5-16,-14 10 3 0,-16 0-32 0</inkml:trace>
  <inkml:trace contextRef="#ctx0" brushRef="#br0" timeOffset="53269.58">1788 2562 256 0,'0'0'-42'16,"0"0"35"-16,0 0-1 0,0 0 4 0,0 0 31 15,0 0-10-15,-2 0-11 0,1 0-2 0,-1 0 1 16,-2 0 2-16,0 0-4 0,1 0-2 0,-7 1-1 16,-1 1 5-16,0 0-5 0,0 2 6 0,2 0-6 15,1-3 1-15,1 1 5 0,3 0-1 0,0 0 2 0,1 0-1 16,-1 0 1-16,0 0 4 0,0-1-2 0,3 1 1 16,-1 0 3-16,0 0-3 0,0 0 4 0,2 0 0 15,0 0-4-15,0-1 0 0,2 1-1 0,0-2-4 0,0 0 2 16,18 2-6-16,0 0 5 0,3-2-1 0,-1 0-5 15,0 0 1-15,10 0-1 0,-4 0 8 0,5 0-11 16,2 0 9-16,-3 0-9 0,5 0 12 0,6 0-9 16,1 0 3-16,5 0-4 0,-1 0 0 0,-2 0 5 15,-5 0-3-15,2 0 5 0,-2 0-11 0,-2 0 3 16,3 0 0-16,1 0 2 0,4 0 8 0,3 2-13 16,4 0 5-16,1 0-6 0,3-1 10 0,3 3 4 15,2-2-6-15,0 2 4 0,-1-2-7 0,-3-2 10 0,-5 0-5 16,-2 0 6-16,4 0-2 0,1 0-6 0,3 0 13 15,8-2-12-15,1 2 6 0,9 0-3 0,-2 0-2 16,-2-2 2-16,-1 2 0 0,-10 0-6 0,0-2-1 16,-2 2 0-16,-1 0 4 0,5 0-2 0,0 2 1 0,1 2-2 15,3-1-8-15,4 1 10 0,-5 0-2 0,1 1 4 16,-6-1-2-16,-5 0-3 0,-3-1 2 0,-3 1-2 16,6 0 4-16,-1 0-2 0,7-1-5 0,6 1 2 15,-1 0 0-15,11-2 2 0,0-1 2 0,-6 1-1 16,2-2-5-16,-11 2 4 0,-2-2-2 0,2 2 2 15,0 0 2-15,7-2 1 0,6 2-3 0,2 0 0 0,2-1 1 16,-4 1 3-16,-8 0-4 0,1 0 1 0,-4 0-3 16,-2 0 2-16,4 1 4 0,-1-1-2 0,7 0 0 15,6 2-7-15,3-2 7 0,-1 1-7 0,-5-1 8 16,-3 0-2-16,-7 0-1 0,1 2 2 0,-2-2 0 0,7 1-3 16,2-1 0-16,8 2 0 0,7 0-1 0,2-1 2 15,-2-1-1-15,-10 0 2 0,-1-2 1 0,-6 2 3 16,4 0-3-16,6 0 2 0,5-1-9 0,6-1 9 15,-1 0-6-15,-3 0 6 0,-3 0-7 0,-7 0 0 16,-5 0 8-16,4 0-4 0,6 0 4 0,-1-1-2 16,8-1-8-16,0 0 5 0,-6-2 1 0,0 2-4 15,-7 0 8-15,0 1-8 0,-6 1 2 0,10 0 1 16,1 0-2-16,1 0 2 0,8 0 4 0,-8 0-6 0,-1 0 4 16,-7 0-2-16,-5 0 6 0,6 0-5 0,3 0-1 15,4 0 0-15,6 1-3 0,3 1 4 0,0 2-1 16,-6 2 1-16,-7-5-9 0,-6 1 12 0,2 0-6 15,5 0 6-15,4 0-11 0,6 3 5 0,0-1 0 0,-6-2 2 16,-3 2 4-16,-6-2 0 0,-7 1 0 0,1 1-1 16,-2 0-9-16,7-1 5 0,2-1 1 0,5 4 2 15,-2-4 3-15,-6 0-2 0,-7-1-7 0,-8 1 4 16,0 0-5-16,-2 0 12 0,-1 2-5 0,0-2 6 16,-3-1-8-16,8 3-3 0,-1 0 8 0,-3 0-6 15,6-1 4-15,-11-1 3 0,3 0-7 0,-6-2 4 0,-9 0-4 16,-1 2-1-16,-4 0 0 0,-1 1-2 0,-3 1-11 15,-1 2-116-15</inkml:trace>
  <inkml:trace contextRef="#ctx0" brushRef="#br0" timeOffset="59375.74">860 3624 5 0,'0'0'0'15,"0"0"-1"-15,0 1 5 0,0 1 0 0,0 0 0 0,0 0 1 16,0 2 6-16,0 1-9 0,0 6 8 0,0 1-12 15,0 2 12-15,0 1 1 0,2 0 4 0,0 4-1 16,-1-3-11-16,1-1 4 0,0 6-7 0,0-1 10 16,0-1 5-16,2 1-6 0,-3-5 5 0,3 4-5 0,0-1-8 15,0 1 9-15,1 1-10 0,1-3 0 0,1 5 4 16,-1 0-7-16,-1 4 8 0,1 0-6 0,-1 2 4 16,-1 0 0-16,0 4 2 0,1 1-9 0,-1 2 5 15,2 2-4-15,-1 2 4 0,3 6-2 0,-3 5-1 16,1 4 2-16,1 7-1 0,-1-5 12 0,-1 0-10 15,-1-2 6-15,0-8-8 0,0 0-1 0,-1-3 4 16,-1-4-2-16,2 0 1 0,0 0-2 0,-3 4-4 0,3 1 5 16,0 3-4-16,0 3 7 0,-3 2 1 0,1 9-4 15,0 2 2-15,0-3-9 0,0-1 11 0,0-3-1 16,-2-4 4-16,0 2-16 0,2-8 9 0,-2-3-1 16,0 1 5-16,0 3 1 0,0 1-6 0,0 0-4 15,0 6 0-15,0 4 8 0,0 9-1 0,1 3 2 0,-1 6-4 16,0-3-5-16,0-8 4 0,0 0 3 0,0-10 0 15,-1 1-1-15,-1 0-1 0,-2 1 1 0,0 3 2 16,-1 3 8-16,1 7-3 0,0 3-3 0,2-1 1 16,1 6-2-16,-3-11 11 0,2-4 0 0,0-5 3 15,2-8 0-15,0-2 1 0,0 0 0 0,0 2 1 16,-2 2-6-16,0 6-1 0,1 7-6 0,1 4 6 0,-2 5 1 16,-2 2-8-16,-2-2 8 0,1-3-8 0,-3-6 6 15,1-6-5-15,1-1 0 0,1-1-1 0,-1 1 0 16,3 3 1-16,1 4-2 0,0 0 1 0,2 10-9 0,0-1 9 15,0 2-2-15,0 0 4 0,2-7-9 0,0-4 1 16,-1-4-3-16,1-3 4 0,0-1 8 0,0 8-11 16,0 4 7-16,-2 5-8 0,2 6 2 0,-2 5 3 15,2 1-2-15,-2-3 4 0,0-7 0 0,0-9-6 16,0-4 2-16,0 1-2 0,1 1 3 0,-1 9 7 16,0 2-3-16,2 9 4 0,-2 1 1 0,2-8-5 15,-2 0 3-15,0-10-4 0,0-3 5 0,2-5 0 16,0-3 0-16,2-1 1 0,1 2 13 0,-1 7-7 0,1 0 2 15,-1 3-6-15,2 5 5 0,1-6 1 0,-1-1 3 16,1-1-3-16,-1-7-5 0,-3-4-6 0,3-6 1 16,0-7 0-16,-1 0 13 0,3 0-5 0,-1-1-5 15,0-1 1-15,3 2-11 0,-3-4 5 0,2 2 6 0,3-1-4 16,-1 1-7-16,0-4 12 0,-2 0-10 0,0-3 12 16,1-3-9-16,1 1-2 0,-2-6 0 0,2 2-2 15,2-2-7-15,0-3-13 0,-2-5-6 0,-1-1-10 16,1 2-84-16</inkml:trace>
  <inkml:trace contextRef="#ctx0" brushRef="#br0" timeOffset="60002.37">604 12018 129 0,'-2'-2'36'15,"0"0"30"-15,0-2 7 0,0 1-35 0,0-1 0 0,1 0-12 16,-1 1-10-16,0-1-3 0,0 2-7 0,0 0 3 16,0 0-8-16,0 0 16 0,2 1 4 0,0-1 0 15,0 0-11-15,0 2 4 0,2 0 0 0,0 0 4 16,0 0 13-16,2 0-9 0,-2 0 1 0,12 2-3 16,3 0 4-16,-6-1-12 0,4 3 2 0,-6-2-7 0,4 4-3 15,2 1-3-15,-7-3-1 0,8-2 0 0,-4 16 1 16,-1 4 6-16,2 1-3 0,-2 1 3 0,0 4-7 15,0-2 2-15,0 3-2 0,0 1 2 0,-1 2-2 0,1-3 3 16,-4 5-1-16,4-1 1 0,1 1 7 0,-1-3-11 16,2 1 3-16,-2-3-5 0,0-1 10 0,2-2-2 15,2 0 10-15,-2-2-7 0,0 1 18 0,-2-3-6 16,4-4 3-16,-4-6-4 0,2-3-1 0,0-4 5 16,-4 1-1-16,4-4 4 0,-2 2 6 0,0-1 10 15,1 5-4-15,-9-6 8 0,3-1 6 0,-1 1-19 16,1-2 3-16,13-2-10 0,-12 1-4 0,4-9-15 15,-5-8 5-15,-1-18-8 0,6 5 3 0,-3-3 4 0,5-1-6 16,-2-2 5-16,2 0-9 0,2-4 5 0,-2 0-2 16,-4 0 2-16,0-1 1 0,1-7-1 0,5-6-1 15,-8-8-1-15,8-8 2 0,5-7 5 0,-5 0 6 16,15 4-3-16,-10 5 3 0,-1 8-15 0,-2 7 3 0,-6 6-5 16,2 3 6-16,-2 8-4 0,2 0-1 0,-4 3 0 15,-1 3-7-15,3 3-10 0,-6-2-11 0,3-1-13 16,-1 1-170-16</inkml:trace>
  <inkml:trace contextRef="#ctx0" brushRef="#br0" timeOffset="-49442.05">12364 10703 47 0,'0'0'9'0,"0"0"6"16,0 0-4-16,0 0-6 0,0 0-5 0,0 0 3 16,0 0 0-16,0 0 2 0,0 0 0 0,0 0 0 15,0 0-6-15,0 0-5 0,0 0 5 0,0 0-5 16,0 0 8-16,0 0-3 0,0 0 3 0,0 0-2 0,-2 0 5 16,0 2-5-16,1 0 1 0,-1 0-1 0,0 0 1 15,0 0 2-15,0-1-5 0,0 1 4 0,-1 0 5 16,-1 0 2-16,0 0 5 0,0 2-3 0,3-4 4 0,-7 5 7 15,1 1-1-15,-1-1 2 0,-3 3-11 0,2-3 3 16,-4 5-5-16,2-3 6 0,2-1 5 0,-1-1-8 16,5-1 4-16,-1 0-5 0,1-1 6 0,3-3-4 15,-6 4 8-15,5-2-5 0,-3 2 22 0,0-1-4 16,3-1 4-16,-3 0-3 0,1 0 18 0,1 0-13 16,0 0-3-16,2-2-5 0,-1 1-5 0,-1 1-7 15,0 0 11-15,0 0-11 0,1 0 6 0,-1 0-8 16,2-2 6-16,-3 2-4 0,3-2 13 0,-2 1-3 15,0 1-7-15,2 0 5 0,1 0-9 0,-1 0 5 16,0 0 2-16,0 0-2 0,0-1-9 0,0 1-2 0,0 0 0 16,2 0 0-16,0 0-2 0,0 0 1 0,2 0 2 15,0-1-1-15,2 1 0 0,9 2-4 0,15 3 1 16,-2-3-1-16,5 0 4 0,3-2-4 0,-1-2-5 16,4 0 2-16,4 0 3 0,4-2-2 0,3 2-1 0,8-2-1 15,5 0 0-15,2 2-4 0,4 0 10 0,3 0-8 16,1 0 3-16,5 0 3 0,0 2-8 0,-2 0 5 15,-3 0-10-15,1 1 6 0,5-1 2 0,8 4 2 16,-3-1-3-16,7 1 2 0,-6-4-1 0,-3 0 2 16,4-2-1-16,-4 0 1 0,3 0-1 0,4 0 2 15,3 0-2-15,0 0-3 0,1-2 0 0,-1 0-1 0,-9-2 3 16,3 2-2-16,-6 1 4 0,-4-1-4 0,0 0-4 16,-1 2 4-16,1 2-4 0,-7 0 4 0,-6 1-4 0,-5 1 3 15,-12 0-2-15,-1-1 3 0,-4 1 1 0,-5 2-3 16,-5-3 8-16,-6 1-8 0,-5 0-2 0,-5-2 2 15,-4 0 1-15,-5-2 4 0,-2 0-2 0,2 1 8 16,-1 1-3-16,1-2 5 0,-2 0-2 0,0 0-6 16,-2 0-6-16,0 0 3 0,-2 0-2 0,0 0 0 15,-13 0-1-15,-18 0 0 0,-4 0-3 0,-8 0 4 16,-1 0 2-16,-3 0 0 0,-1 2-6 0,-7 0 1 16,-3-2-2-16,-1-2 1 0,0 0-6 0,1 0 9 0,-3 1-2 15,2-1 3-15,-6 0-8 0,-5 0 5 0,-3 0 1 16,-6 0 1-16,-3 0-2 0,-1 1 5 0,-1-3-4 15,7 2 5-15,1 2-5 0,1 0 0 0,-6 0-1 16,-3 0 1-16,-3 0-1 0,-2 0 2 0,6 0 0 16,-2 2 0-16,3 0-3 0,8 0 2 0,0 1 4 0,-2 5 0 15,0-5 1-15,0 3-2 0,-2-2-6 0,8-2 4 16,-1-1-4-16,6-1 3 0,4 0 4 0,8 0-2 16,3 0 6-16,9 2-7 0,0 2 0 0,4-2-2 15,6 0 7-15,5 0 0 0,0-2-4 0,8 0 2 16,1 0-6-16,6 0 8 0,8 0-4 0,1 0 5 15,0 0-15-15,0 0 6 0,3 0 1 0,-1 0 2 16,0 0 1-16,2 0 6 0,2 1-5 0,1 1 4 0,16 2-9 16,16 2 1-16,4-3 2 0,4-1 0 0,1-2 6 15,8 0-7-15,4 2 0 0,9 0-3 0,6-2 0 0,7 2 5 16,3 0 0-16,7-1 2 0,-1-1 0 0,0 0-4 16,6 2-1-16,2 0-1 0,5 0 2 0,8 2 5 15,1-2 2-15,4-1 0 0,-1 1-6 0,-1-2 2 16,6 4 3-16,0-4 1 0,4 2-2 0,5 0-2 15,-11 0-2-15,0 1 2 0,-9-1 1 0,-2 4-8 16,6-1 5-16,-16 5-4 0,3-1 8 0,-12-2-1 16,-12-1-3-16,-3 1 2 0,-10 1-2 0,-8 1 3 15,-8-2-1-15,-8-1 1 0,-5 0-4 0,-9-1 8 0,-3 1-7 16,-10-3 10-16,-5-1-6 0,-2-2 0 0,2 2 7 16,-3 0-7-16,1 0-4 0,-2 0 2 0,-2 0-5 15,-25 9 4-15,-24 0-1 0,-4-2-1 0,-8-3 1 16,-8-4 0-16,-5-2 0 0,-6-2 4 0,1-2-6 15,-5-3 4-15,1-1-6 0,-1-3 6 0,3 0 4 0,-3 2 0 16,-1-1 1-16,-6 1-2 0,-11-4-1 0,0-2 0 16,0-3-4-16,2 1 1 0,4 4-2 0,-2 0 2 15,-1 2-4-15,-5 0 6 0,1-1 0 0,1 3 2 16,3-2-6-16,5 0 4 0,7 2-5 0,0 1 4 16,1 1-9-16,3-1 12 0,1 1-4 0,8-1 6 15,2 1-12-15,9 0 7 0,7-1 1 0,8 3 1 0,8-1-10 16,6 2 7-16,5 1-2 0,7 1 4 0,3 0-2 15,10 2-1-15,2 0-1 0,5 0-2 0,0 0-14 16,1 0 13-16,1 0-5 0,0 0 8 0,2 0-7 0,2 0 8 16,1 2 1-16,33 3 4 0,14 3 3 0,6-1-6 15,10-3-1-15,14 0-1 0,2-1 0 0,11 1-2 16,2-2 2-16,-1 0-1 0,6 0 8 0,3-1-5 16,2 1-2-16,11 2 0 0,4-2 0 0,3-2 8 15,-3 0 2-15,-3 4 1 0,6-3-5 0,3 3 1 16,0 0-3-16,1 1 2 0,-7 3-2 0,-8-1 0 15,1 4-5-15,-2 1 1 0,-1-1-5 0,-4 2 6 16,-2 0 2-16,-9-2 1 0,-4 2-4 0,-13-2-1 0,-6 2 1 16,-5 0 0-16,0 4 2 0,-6-1-23 0,-2 3-16 15,-9-2-12-15,-5-2-128 0,0 3-265 0</inkml:trace>
  <inkml:trace contextRef="#ctx0" brushRef="#br0" timeOffset="-46099.7">15504 10414 228 0,'0'-2'5'0,"0"0"31"0,0 0 26 0,0-2 11 0,0 1 15 16,0 1-20-16,0-2-21 0,-2-3-3 0,2 3-7 16,0 0-25-16,0-1 0 0,0 3-3 0,0-2 1 15,-2-3-7-15,2 1 18 0,0 2-6 0,0-1 9 16,0 3 2-16,0-5-3 0,0-1 10 0,0 3-10 16,0 1 2-16,0 0 1 0,4-3-8 0,-4 5 6 15,2-4-10-15,0 3-7 0,-1-1 3 0,3 2-3 16,0 0 12-16,0 0-8 0,-1 2 0 0,1 0-5 15,0 2-1-15,-1 0 1 0,1 4-2 0,11 18 0 0,-2 2-5 16,-6-6 6-16,1 1-3 0,-3-5 4 0,-1-1-7 16,0-2 11-16,-2-4 0 0,0-1 5 0,-1-4 0 15,1-1 25-15,-2-1 0 0,2 2 7 0,2 0-4 0,0-1 0 16,-1 1-3-16,5 0 2 0,3 1-11 0,2-1-5 16,5 0-1-16,3-4 0 0,5-2 4 0,9-6-4 15,-3-3 1-15,10-9-2 0,9-6-6 0,4 15-9 16,8-28-3-16,1-8 0 0,2-5 0 0,7-2-5 15,10-5 1-15,19-2-4 0,8-2-11 0,14-1-8 16,4-1-23-16,6 1-10 0,5-5-221 0</inkml:trace>
  <inkml:trace contextRef="#ctx0" brushRef="#br0" timeOffset="-37026.85">15885 10135 6 0,'0'0'0'0,"1"0"4"0,1-2 0 15,0 0 8-15,0 1-2 0,0-1-1 0,0 0 0 16,0 0-2-16,-1 0 3 0,1 0 0 0,0-1 10 16,-2 1 31-16,2-9 0 0,-2 1 9 0,0 1-8 0,0-2-16 15,0 0-8-15,0 0 0 0,0-1-8 0,0 3-10 16,-2-2 7-16,0 2-9 0,-1-1 7 0,-1-1-8 15,0 4-1-15,-1-2-4 0,-1 1-6 0,2 1 7 16,-7-3 0-16,-6 3 4 0,6-2-4 0,-5-1 7 16,-1 1-3-16,2 0 5 0,-5 0-1 0,3-1-7 15,-4 1 11-15,-1 0-9 0,4 0 12 0,-5-1-13 16,3 1 1-16,-2 0-3 0,1-1 11 0,1 1-9 16,-1 0-4-16,-3 0-1 0,-2 1-3 0,-2-1 10 0,-1 0-4 15,-3-1 6-15,-1 1-2 0,-1 2-2 0,-5-5 9 16,-3-2-6-16,-3-1 7 0,-5 0-6 0,0-2-4 15,0 4 2-15,1 2-5 0,1-4 3 0,3 4 4 0,1 0-2 16,-1-6 3-16,3 8-10 0,-1-4 4 0,0 0-3 16,2 5 18-16,-3-1-18 0,-1 2 1 0,-9-1-5 15,1-3 2-15,-3 0 6 0,-4 2 0 0,3-1 3 16,-3 5-6-16,1-4 3 0,3 3-1 0,4-3 2 16,0 1-4-16,4 3 1 0,-4 1-3 0,-2-22 3 15,-3 11-3-15,1 6 2 0,-3 3 6 0,3 1-4 16,0-1 5-16,-7 2 10 0,6-1-9 0,1 1 9 15,2 0-12-15,6 3-4 0,1 1-2 0,1 0-1 0,1 0 0 16,3 1-1-16,-3 1 4 0,-1 2-3 0,-5 2 0 16,3 1 6-16,0 0-8 0,2 3 6 0,1 1-7 15,0 0 4-15,1 2 3 0,3 2 0 0,0-2 1 0,6 0-13 16,-2 2 6-16,3 1-8 0,3 3 10 0,1-12 1 16,0 18-1-16,2-1 2 0,-1-2 0 0,3 0-7 15,0-1 8-15,0-3-7 0,2 1 12 0,0-1-13 16,-1 1 5-16,1 0-5 0,2-1 14 0,-2 3-12 15,5 1 3-15,-1 2-6 0,5-2 6 0,2 4 0 16,2 0-6-16,2 2 4 0,-1 2-2 0,1-1 1 16,-2 1 0-16,7 2-1 0,2 1-4 0,-18 2-5 15,11 4 3-15,7-5-3 0,2 5 13 0,5 0 0 0,5 2 0 16,4 0 0-16,3-2-1 0,4 0-3 0,-3-8 4 16,-10 1-1-16,19-4 8 0,1 1-8 0,0-1-3 15,2 2-2-15,0-2 2 0,-3 3 10 0,5-1-1 16,-1 0 3-16,1 1-11 0,3-1-2 0,2 1 6 0,6 1-1 15,5 1 5-15,-1 3-7 0,5-1 2 0,2 0-1 16,-2-1 2-16,7 1 0 0,-5-3-4 0,2-5 4 16,-4 5 9-16,-4-8-10 0,2 4 0 0,-2-6-2 15,2-1 7-15,6-1-4 0,4-1 4 0,6-3-6 16,5-1-6-16,5-4 5 0,2-1 1 0,0-3 2 16,-4-3 7-16,-3-1 0 0,-1 27-6 0,-1-17 4 0,4-7-5 15,5-4 0-15,5-2 2 0,2-2-2 0,3-4 0 16,-3 1 0-16,-9-3 3 0,-5 3-2 0,-2-3-8 0,-8-1 6 15,2 0-2-15,4-3 4 0,-8 1 2 0,6-2-2 16,-2 0-1-16,-3-2 1 0,3-1 4 0,-7-3-1 16,-6-3 1-16,-8-2-2 0,1 16-2 0,-6-29 6 15,-1 2-1-15,-1 0 3 0,-4-4-3 0,-1 2-2 16,2-1 2-16,-3-1-1 0,-1 0 1 0,-4 4 4 16,2-2 3-16,-2-2 1 0,-1 2 2 0,3 0 1 15,-6 0-6-15,1-1 5 0,-1-1 0 0,-9-1-2 16,-3-3 6-16,-7-7-5 0,3 5 12 0,20-1-1 15,-11-1-3-15,-9 5 3 0,-8-7 8 0,-5 5-5 0,-8 1 1 16,-1 6-5-16,-5 0-9 0,12 5-6 0,-24 1-2 16,-8 3-1-16,-1 2-5 0,-1 4-1 0,-3 3-2 15,0 1-1-15,-4 5-7 0,-2 0-8 0,-2 5 0 16,-1 3-5-16,3-1-18 0,5 2-31 0,7 2-49 16,16-14-6-16,5 6-266 0</inkml:trace>
  <inkml:trace contextRef="#ctx0" brushRef="#br0" timeOffset="-35143.82">24960 5900 25 0,'0'0'9'15,"0"0"0"-15,0 0 11 0,0 0-1 0,0 0 2 0,0 0 2 16,0 0-8-16,0-2 1 0,0 0-4 0,0 2-5 15,0-2 5-15,0 2-1 0,0 0 1 0,0 0-2 16,0 0-10-16,0 0 5 0,-2 0-6 0,1 0 1 0,-1 0 8 16,0 0-4-16,-2 0 6 0,0 0 0 0,3 0-8 15,-9 0 6-15,3 0-5 0,-2 0 2 0,-3 0 4 16,3 0-9-16,-2 0 6 0,0 0-3 0,-2 0-3 16,-2 2 7-16,0-2-6 0,-2 2 3 0,1 0 2 15,-5 0 2-15,-1 0-1 0,-2 0 3 0,-6-1-9 16,0 1 2-16,-5 2-2 0,-2 0 5 0,-2-1 1 15,-4 1-4-15,-3-2 3 0,3 0-1 0,-9-2-3 0,8 0-1 16,1 0 0-16,-3 0 4 0,5 0-3 0,-4 0 6 16,2-4-6-16,1-1 4 0,3-1-4 0,-4 0 2 15,0 1-2-15,-1-3 8 0,-3-1-10 0,1 0 6 16,-8 0-6-16,4-1 9 0,-6 1-4 0,-3 0 0 16,5 1 1-16,-7-1 9 0,5 0-4 0,2 1 2 15,0 1-3-15,2 1-5 0,0 1 1 0,0-1-1 0,0 1 2 16,-1-1 4-16,-5 0-5 0,-1 1 2 0,-6-1-3 15,1 1 12-15,1-1-13 0,2 1 5 0,5 1-7 16,-1 0 4-16,3 0-6 0,0 1 8 0,-3-1-7 16,1 2 12-16,-2 0-10 0,-3 0-3 0,2 2 0 15,-6-1 0-15,-8-1 5 0,6 0-3 0,2 0 2 16,4 0-13-16,9 2 9 0,-4-2-2 0,4 2 4 0,2 0 6 16,0 0-8-16,-2 0 3 0,-2 2-3 0,-3 0 0 15,1 2-3-15,0-2 3 0,2-1-2 0,1 3 9 16,-3 2-4-16,4-3-3 0,0 3 0 0,0 0-6 0,6-1 2 15,-6 3 7-15,3-1-3 0,-3 0 6 0,-2 1-2 16,1 1-4-16,-11 0 1 0,-1 1-12 0,-1-1 14 16,-3-2-6-16,6 3 9 0,3-1-14 0,1-2 10 15,1 3-2-15,1-1 5 0,1 2-4 0,-5 0-1 16,-4 0 2-16,0 1-2 0,-6-1-7 0,5 2 9 16,1 0-2-16,-2-2 3 0,2 2-9 0,2-4 11 15,1 2-8-15,7 2 9 0,-1-2-11 0,2 1 6 0,-3-1 2 16,-3 0 2-16,-1-2 0 0,-4 2-11 0,4 0 1 15,-1 0-3-15,3 4 15 0,5-2-7 0,2 0 5 16,4 0-6-16,-2 0 3 0,5 4-1 0,-1 0-2 16,-1 1 0-16,3 3 0 0,-5-3-1 0,-1 1 1 15,0-2-1-15,2-3 3 0,0 1-1 0,5 0 0 0,-2 2 0 16,4 1 0-16,-1 1-4 0,1-2 6 0,4-2-5 16,0-1 1-16,1 1 1 0,5 0-2 0,1 0 3 15,2 0 0-15,0 2-3 0,2-3 1 0,0 1-2 16,0 2 2-16,8-15-4 0,-6 16 0 0,7 5 0 15,0-1 7-15,2 2-5 0,6 4 0 0,4 2-4 16,-1 1-6-16,-14 3 11 0,8-1 2 0,7 10 2 0,5-1-2 16,7-1 6-16,6 2-1 0,2-8 4 0,7 4-3 15,-10-2 8-15,25-3-2 0,5-4 4 0,3-3 2 16,3 1-5-16,8 0-3 0,5-2-1 0,8 2-5 16,7-2-3-16,6 0 4 0,3 2-3 0,1 1 2 0,-1 1-3 15,0 2 4-15,3-1-2 0,8 5-2 0,10 1 4 16,11 0-3-16,4 0 4 0,-2-4 1 0,-2-1 1 15,5 1-5-15,6 1 3 0,13-3-12 0,6-5 11 16,-2-3-4-16,5-5 7 0,1 5-5 0,6-7 6 16,3 1 8-16,-2-6-3 0,-2-3-1 0,5-1 4 15,8 0 0-15,-2-1 3 0,1 35-7 0,-1-30 3 16,-2-11-8-16,4 0 9 0,-2 0 3 0,-9-6-11 16,0-1-2-16,3 0-2 0,-1-1 5 0,-6-1-10 0,-7-2 8 15,-3-2-7-15,3 2 18 0,-2-6-11 0,-2-2 8 16,-11-1-11-16,-4-1-2 0,2 3 8 0,-2-1-10 15,-5-3 8-15,-5-4-5 0,-6-2 2 0,-10-2 7 16,-2 1-5-16,-5-3 0 0,-2-1 5 0,-2 1-7 0,-8-1 7 16,-7 1-1-16,-7 30 0 0,-6-33 1 0,-9 0-3 15,-6-4-1-15,-5 2 6 0,-4-2-3 0,-2-4 4 16,-3-5 0-16,-3-8-8 0,-5-5 6 0,-6-6-7 16,-3 0 6-16,-8 2 2 0,-1 2-3 0,20 5 3 15,-17 3-6-15,-11 3-8 0,-8 2-1 0,-6 3-2 16,-7 1 3-16,16 1-2 0,-34-1 3 0,-4-3-4 15,-9-3-4-15,-6 2 6 0,-5 0-1 0,-15-2 2 0,-3 2-4 16,-9 4 7-16,-6-1-8 0,-2 6 8 0,-3 4-6 16,-3 4 1-16,-7 5-3 0,-8 6 0 0,-15 1-9 0,-7 5 7 15,-2 3 2-15,-5 5 0 0,-5 4-7 0,-14-36-15 16,-7 34-7-16,-8 13-2 0,-8 10-17 0,-8 9-153 16,-6 6-43-16</inkml:trace>
  <inkml:trace contextRef="#ctx0" brushRef="#br0" timeOffset="-33568.49">7943 12014 21 0,'0'0'0'0,"-2"-2"6"0,1 0 63 0,-1 1-8 16,0-1 8-16,0 0-25 0,0-2-1 0,0 0-12 16,-1 1-7-16,-1-1 3 0,2 0-6 0,-4-3-6 15,3-1 5-15,1 5-5 0,-2-3 10 0,4 4 2 0,-4 0 1 16,1 1-1-16,-5-3 3 0,3 2-13 0,-3 0 10 15,1-3-9-15,-1-1 15 0,1 2-14 0,1 1 2 16,-3-3-4-16,0 2 8 0,2 1-3 0,-3 1 1 16,3 0-2-16,-2 0 0 0,-1 2 0 0,3 0-1 15,-1 0 3-15,1 0 8 0,3 0-15 0,1 0 8 16,-3 0-11-16,2 0 5 0,2 0-3 0,-1 0 2 0,1 0-2 16,0 0-4-16,-2 0-12 0,1 0 2 0,-1 0-3 15,0 0 1-15,2 0 1 0,0 0-3 0,1 0 3 16,-1 0 6-16,0 2-6 0,0 0 0 0,0 0-3 15,2-1 8-15,0 1-5 0,0 0 4 0,0 0-5 16,0 0 2-16,2 0-2 0,0 1 4 0,0 1-3 16,1 0 4-16,7 3 6 0,8 6-3 0,3-2 3 15,1 1-8-15,4-3 12 0,2 0-9 0,3-1 10 0,6-1-11 16,2 0 5-16,6 1 4 0,1-3-2 0,6 1-8 16,2 1 10-16,-2-3-8 0,10 0 9 0,-5 0-18 0,-1-3 14 15,3-1-7-15,1 0 11 0,-1 0-2 0,8-1-4 16,-2 1 1-16,7 0-5 0,4 0-4 0,1 1 2 15,-1 1-2-15,-8-2 3 0,-5-2 5 0,-5 1-3 16,0-3 1-16,-6 2-4 0,0 2-5 0,0 0 9 16,1 0-1-16,-2 2 4 0,-3 0-9 0,2 0-1 15,-5 1 1-15,1 1 0 0,-1 0 6 0,-3 1-1 16,1-1-4-16,-4 0 3 0,-2-1-3 0,-2-1 7 16,-1 0 1-16,-6 0 1 0,-1 0-8 0,-2 2 9 15,1-1-6-15,-4 1 7 0,0 0 1 0,-1-2-1 0,-3 1-1 16,1 1-1-16,-4-2-2 0,-1 0 5 0,-2 0 4 15,-1-1-2-15,-2 1 1 0,-3 0-5 0,1 0 0 16,-3-2-2-16,-1 0-5 0,-1 0-4 0,2 2 4 16,0 0-4-16,-1 0-5 0,1-1-57 0,-2 3-98 0</inkml:trace>
  <inkml:trace contextRef="#ctx0" brushRef="#br0" timeOffset="-32163.92">16105 12096 34 0,'0'0'9'16,"0"0"17"-16,0 0-14 0,-1 0 7 0,-1-2 1 15,0 0 0-15,0 0-13 0,0 0 10 0,0 1-3 16,1-1 7-16,-1 0 2 0,0 0 10 0,0 0-5 15,0 0 6-15,0 0-5 0,0 1 6 0,1-1-6 0,-1 0 5 16,0 0-12-16,0 0-10 0,0 0 0 0,0 0-3 16,0 1 2-16,1-1-11 0,-1 0 13 0,0 0-13 15,0 0 4-15,0 0 4 0,0 0-7 0,0 1 9 16,1 1 3-16,-3 0 5 0,0 0-4 0,0 0 3 16,-1 0-13-16,-4-2 17 0,-1 2-2 0,1 0 6 15,2 0 2-15,-3 0-1 0,3 0-2 0,-1 0 2 0,-1 0-2 16,0 0-10-16,0 0 3 0,-3 0-8 0,7 0 2 15,-6 2-1-15,0-1 2 0,-1 1-1 0,1 0-3 0,-4 0 3 16,6 0 1-16,2 0 1 0,-3 0-4 0,9-2 5 16,-3 1-8-16,0 1 8 0,0 0-10 0,3 0 1 15,-1 0-1-15,0 0 1 0,0 0 2 0,0-1-3 16,0 1 3-16,0 0-3 0,2 0 4 0,0 0-3 16,0 0 9-16,2 0-6 0,0-1 8 0,2 1-4 15,3 2-3-15,10 5 1 0,3 1 6 0,8 1-6 16,-4-6 0-16,8 1-1 0,0-1 4 0,-1-1-2 15,4 0 6-15,1 0-4 0,1-1 7 0,4-1-8 16,3-2-3-16,3 0 0 0,3 0 7 0,7 2-7 0,3-2 3 16,3 0-4-16,2 0 4 0,7 0 0 0,3 0 0 15,-3-2-1-15,4 0-7 0,-2 0 6 0,-1 1-4 16,5 1 4-16,7 0-5 0,2-2 0 0,4 2 4 16,6 0-3-16,-4-2 2 0,3 0-1 0,1 0-1 0,-1-2 0 15,7 3-5-15,8-3 4 0,-2 2-2 0,-1-4 4 16,2 1-4-16,-10-1-4 0,6 1-1 0,3 1 0 15,-1-2 5-15,3 3 1 0,-1 1 0 0,-8-4 0 16,-3 1 3-16,-5 3-1 0,-3 0-3 0,2 2 0 16,-2 2-8-16,-4 0 7 0,-3 1 4 0,-8 1 1 15,-4-2-3-15,-7 0 1 0,-2 2-5 0,-9-1 4 16,0 5-4-16,2 3-7 0,-6-2 2 0,6 4-4 0,-1 2-14 16,1 2-125-16,-2-1-53 0</inkml:trace>
  <inkml:trace contextRef="#ctx0" brushRef="#br0" timeOffset="-8402.12">25411 15479 5 0,'0'0'1'0,"0"0"7"0,0 0 12 15,0 0 11-15,0 0 10 0,0 0 3 0,0 0 0 16,0 0-4-16,0 0 1 0,0 0-13 0,0 0 3 16,0 0-8-16,-1 0 4 0,-1 2-20 0,0 0-3 15,0-1 0-15,0 1 0 0,0 0 7 0,0 0-12 16,1 0 6-16,-1 0-9 0,0 0 0 0,0-1 4 0,0 1-3 15,0 0 5-15,0 0 1 0,2 0-3 0,0 0 4 16,0 0-4-16,0-1 0 0,0 1-4 0,0 0 3 16,0 0-3-16,2 2 11 0,0-2-5 0,0-1 2 15,0 1-4-15,0 0-4 0,0 0 4 0,-1 0 0 0,3 0 1 16,0 0-3-16,0-1 7 0,-1 1-5 0,1 0 7 16,5 2-13-16,-1 0 7 0,3-1-1 0,2 3 4 15,0-2-10-15,2-1 14 0,3 1-13 0,1 0 12 16,1-1-13-16,4-1 6 0,2 0 1 0,2 0 2 15,4 0-3-15,7 0 5 0,0-2-4 0,3 0 3 16,-1 0-5-16,0 0 2 0,0 2 2 0,5-2-1 16,1 0-2-16,-4 1-7 0,-1-1 7 0,-3 2-4 15,2-2 12-15,0 0-9 0,4 2-3 0,-1 0 0 0,4-2 10 16,6 2-7-16,4 0 9 0,9 0-8 0,-1-1 11 16,-1 1-7-16,2 0-6 0,-5-2 1 0,-5 0-6 15,6 0 13-15,-2 0-6 0,1 0 7 0,1 0-11 16,6 0 4-16,3-2 4 0,2 2-3 0,6-2-3 0,-4 1 8 15,-5-3-9-15,1 0 8 0,-9 2-9 0,0-1 1 16,-3-1 3-16,3 0-1 0,2 0 8 0,4-1-7 16,1 1 5-16,-1-1-7 0,7-1-2 0,-4 0 5 15,-5-1-6-15,-2-2 7 0,-7 1-2 0,1-1 6 16,-1 2 0-16,3-1 1 0,-1-1-7 0,5 0 4 16,-2-1-2-16,3-1 2 0,-2 0-6 0,-5-2 7 15,2 0-3-15,-9 0 5 0,0-4-2 0,-5 2 6 0,-5-1-1 16,-1-1 2-16,0-3 1 0,2-3 12 0,1 21 1 15,-1-22 3-15,3 0-6 0,-1 0-11 0,-2 0 4 16,-2 0-5-16,-6 0 2 0,-2 1-1 0,-3 1-5 16,-4 0 2-16,-2 1-14 0,-5 1 15 0,-1-1-11 0,1 3 12 15,-4-3-12-15,-4 3 2 0,-2-1 9 0,-1 1-6 16,3-1 4-16,-6-1 5 0,1-1-7 0,-4 1 8 16,13 0-8-16,-6-1 17 0,-2 3-1 0,-3-1 5 15,-2-1 0-15,0-1-4 0,-2 1-5 0,0-1 1 16,-2 1-6-16,-2-2-4 0,-1-3 4 0,-5-1-5 15,1 0 5-15,-2-1-8 0,-2-3 3 0,0 0-3 0,-2 0 6 16,2 4-9-16,-2 4-1 0,10-4-1 0,-27-2 0 16,4 2 2-16,-2-1 2 0,1 2-2 0,-3 3-5 15,-1-4 4-15,1 6-1 0,1-1 5 0,1 1 1 16,0 1-11-16,0 1 6 0,1-1-6 0,-1 2 8 0,0-1 3 16,1 1-6-16,-1 2 3 0,-2 0-2 0,-3 1-8 15,-4 1 9-15,-5 0-8 0,-3 1 14 0,-1 1-5 16,-4-2-2-16,2 2 1 0,-4 0-6 0,-6 0 6 15,5 2-3-15,-1-1 3 0,0-3-5 0,3 2-3 16,-3 0 2-16,-2 2-1 0,1 1 3 0,-6-1 6 16,-4 0-6-16,2-4 6 0,-6 0-3 0,1 0-4 15,3 0 9-15,-4 0-7 0,3-2 8 0,4 2-9 16,1 0-2-16,-4-2-1 0,1 4 6 0,-5 2-1 0,-5-4 0 16,-4 3-1-16,0-1 2 0,0-5 0 0,4 4 3 15,4 1-3-15,-1-2 5 0,5 4-8 0,-5 0 5 16,-1-2-6-16,-4 1 1 0,-4-1 6 0,1 2-4 15,-1 0 4-15,4 3-9 0,4 0 4 0,1 1-4 16,3 3 5-16,-3-28 6 0,-3 17-9 0,-4 11 7 0,-3 2-7 16,-1 2 8-16,4 4-7 0,1-1 0 0,8 1-2 15,2 5 10-15,4 2-4 0,-3 0 1 0,-5 2-2 16,-1 0-5-16,-4 0 3 0,2 0-2 0,2 1 2 16,-1 3-2-16,7 1 3 0,1 3 0 0,2-1 0 15,5 2 0-15,-1 0-2 0,0 0 3 0,-6 2-2 16,0-2 1-16,-3 2 1 0,5 0-3 0,2 0 1 0,1 0-5 15,5 0 8-15,3 0-5 0,9-18 4 0,3 25-3 16,3 2-2-16,3 1 4 0,1-3-3 0,5 4 4 16,1 2-1-16,8 4-4 0,4-2-1 0,4 0-7 0,10 3 3 15,-5-1 4-15,-14-2-3 0,9 1-4 0,11-6 12 16,6 1-5-16,3 2 7 0,4-8-6 0,8 5 3 16,-17-1-3-16,31 2 2 0,1 2-6 0,3 2 6 15,4-2 1-15,1 4 1 0,7 1 1 0,5-1-1 16,1 7-2-16,12-4 1 0,6-1 2 0,5 1-1 15,5-3 0-15,-5-4-1 0,0 0 4 0,0-2-3 16,7-7 1-16,14 0-2 0,5-4 1 0,7-4 2 16,-1-2-2-16,-1-1 2 0,-5 0-2 0,4-5 4 0,3 1 0 15,12-2 0-15,3 0-11 0,2-3 7 0,-1-1 0 16,-5-2 2-16,4 1 9 0,8-1-6 0,2 1 1 16,-3-5-3-16,-3 1-3 0,-5-2 8 0,3 0-6 15,7-1 5-15,3 1-7 0,-5 37 0 0,-3-28 5 16,-3-11-4-16,1 0 0 0,2-1 0 0,1-3 0 0,-8-2 0 15,-4-1 6-15,-8-2-6 0,-1-1 4 0,7-1-4 16,0 0 0-16,-2-2 9 0,-4-2-6 0,-12-1 6 16,-3-3-13-16,-3-1 8 0,2-1-6 0,3-1 7 15,-5-2-3-15,-8-4 1 0,-10 26 3 0,-14-46-3 16,-3 5-4-16,-10-5 11 0,-4-4-3 0,-3 2 5 16,-7-2-9-16,-7-6 2 0,-2 8 0 0,-5-4 3 0,-3 2 11 15,-4 2 0-15,-6 2 5 0,19-2-5 0,-13-2 4 16,-11 0-11-16,-6-10 0 0,-7-1-2 0,-6-7 6 15,-5-5-12-15,-4 3 6 0,0 3-7 0,21 2 5 0,-36 8-4 16,-6 1-7-16,-8 5 3 0,-5 6-1 0,-14 1-1 16,-10 3 1-16,-10 2-3 0,-12 0-9 0,-7 4 6 15,-10 4-4-15,-18 5 4 0,-13 9-15 0,-19 10 6 16,-12-34-3-16,-22 43 4 0,-17 17-5 0,-19 20-64 16,-30 8-82-16</inkml:trace>
</inkml:ink>
</file>

<file path=ppt/ink/ink138.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45:14.840"/>
    </inkml:context>
    <inkml:brush xml:id="br0">
      <inkml:brushProperty name="width" value="0.05292" units="cm"/>
      <inkml:brushProperty name="height" value="0.05292" units="cm"/>
      <inkml:brushProperty name="color" value="#FF0000"/>
    </inkml:brush>
    <inkml:context xml:id="ctx1">
      <inkml:inkSource xml:id="inkSrc100">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1" timeString="2023-06-20T05:47:18.946"/>
    </inkml:context>
  </inkml:definitions>
  <inkml:trace contextRef="#ctx0" brushRef="#br0">23978 6342 256 0,'0'0'-46'0,"0"0"35"0,0 0-4 15,0 0 9-15,0-2 42 0,0 0-3 0,-2 0-8 16,0 0 2-16,0 1-4 0,1-1 3 0,-1 0-11 16,0 0-1-16,2 0-3 0,0 0-2 0,0-1 7 15,0-1-5-15,0 0 4 0,0 0-13 0,0 3 6 0,0-1 3 16,0 0 0-16,0 0 4 0,0 0-15 0,0 0-3 16,0 0-3-16,0 1 2 0,0-1 13 0,0 0-9 15,0 0 10-15,0 2-17 0,2 0 9 0,0 0 8 16,-1 0-1-16,3 0 6 0,-2 0-2 0,17 6 1 0,1-1 0 15,0 1 8-15,3-3-12 0,1 1 0 0,6 2-3 16,-1-1 0-16,5-1 23 0,-1 0 1 0,-5-2 6 16,2-2-3-16,5 0-17 0,-2 0-3 0,1 0-1 15,-1 0 4-15,-5 0-17 0,-2 1 11 0,-2 1-11 16,-3 0 9-16,1 0-2 0,-4 0-8 0,-1-2 4 16,-2 0-2-16,-2 0 2 0,0 0 5 0,-2 0-4 15,0 0-4-15,-3 0 4 0,-1 0-3 0,1 0 4 0,-5 0-3 16,1 0-3-16,0 0-1 0,-1 0-1 0,3 0-4 15,0 0-10-15,-1 0-8 0,4-2-16 0,1 0-190 0</inkml:trace>
  <inkml:trace contextRef="#ctx0" brushRef="#br0" timeOffset="342.05">24557 6086 290 0,'0'0'38'0,"0"0"-1"0,0-2 5 0,0 0-2 15,0 0-13-15,-2 2-20 0,2 0-7 0,0 0-7 16,0 0 2-16,0 0 3 0,0 0-8 0,0 0 13 0,0 0-10 16,0 2 6-16,0 0 3 0,0 0-2 0,0-1 2 15,2 3-8-15,-2 0 6 0,4 3-1 0,2 4 5 16,-3-3-4-16,5 5 0 0,-3-4 3 0,-3 4 0 15,11 2 11-15,2-2 2 0,2 0 2 0,-2 2 0 16,3-2 2-16,-1 4 5 0,0-3-6 0,-1-2 5 16,3 1-9-16,-2-2-3 0,1-2-2 0,-5 2 0 0,0-3-3 15,0-1 3-15,-5 2 3 0,3-1-1 0,-6-1 5 16,-1-5 14-16,-2 2-2 0,-2-2 6 0,2 1-13 16,0 1-1-16,-1 3-5 0,-1 3 3 0,-1 1-11 15,-7 0-6-15,-12 0 2 0,-16 2-4 0,-1 2-4 0,2 0-3 16,0-4-9-16,1 0 0 0,1-2-76 0</inkml:trace>
  <inkml:trace contextRef="#ctx0" brushRef="#br0" timeOffset="1180.2">24075 5291 23 0,'0'-2'20'0,"0"0"-2"0,1-5 26 16,7-15-5-16,-3 3 4 0,3 0-18 0,-3 3-5 15,-1 1 3-15,0 2-2 0,-2 2 5 0,0 1 2 16,-1-1 2-16,-1 4 0 0,2-2 2 0,-2 1 10 16,0 1-9-16,0-1 10 0,0 3-11 0,0-1-4 15,0 1 3-15,0 1-4 0,0 0-7 0,0 2-7 0,0 0-8 16,0-1 3-16,0-1-13 0,0 2 1 0,0 0 0 16,0 0 1-16,0 1 7 0,0 1-3 0,0 0-2 15,0 1 0-15,0 1 2 0,0 2-4 0,-2 16 6 16,1 6-6-16,-3 6 6 0,2 1-5 0,0 1 6 0,2 1-5 15,0 4 6-15,0-2-4 0,2 0-3 0,2-3 2 16,-1-4 0-16,-1-5 1 0,2 0 1 0,0-1 0 16,-2-6-8-16,-1 1 11 0,1-2-5 0,0-3 8 15,-2-1-7-15,0-1-1 0,0-1 1 0,0-4-2 16,-2 2-1-16,0-3 12 0,1 0-6 0,-3-1 8 16,2-1-14-16,-7 1 3 0,-8-1-2 0,0 0 3 15,1-2 5-15,-3 0-1 0,2-1 2 0,1 11-4 0,-1-3-8 16,2-2 11-16,2-3-4 0,-2 0 9 0,2-2-7 15,2-1 5-15,2-1-2 0,1 0 2 0,1 0 3 0,1 0-9 16,3 0 6-16,-1 0-6 0,0 0-3 0,0 0 5 16,3 0-6-16,-1 0 7 0,0 0 6 0,2-1-1 15,2-1 5-15,0 0-4 0,1 0-1 0,16-5-8 16,9-3 1-16,0 3-2 0,1 1 5 0,1 1-10 16,0 1 2-16,3 2-3 0,2 0 12 0,3 0-9 15,1 2 6-15,-6 0-8 0,-3 0 0 0,-6 0 6 16,-4 0-7-16,6 0 6 0,-5 0-5 0,-3 2 0 15,1 0 8-15,-12-2-5 0,2 0 0 0,1 0 6 0,-3 0-10 16,1 0 9-16,-7 0-12 0,3 0 6 0,0 0-5 16,0 0 5-16,-3 0-11 0,1 0-14 0,0-2 0 15,0 0-11-15,-2 1-43 0,-2-1-50 0,0-2-23 16</inkml:trace>
  <inkml:trace contextRef="#ctx0" brushRef="#br0" timeOffset="1382.97">23679 5087 481 0,'0'-2'5'0,"0"0"35"0,2-5-8 0,4-12 16 16,-1 6-37-16,-1 6 2 0,1-1-5 0,21 3 4 0,2-3-6 16,2 4-6-16,3-1 0 0,1-1-1 0,3 1 13 15,0 1-8-15,-2 2 4 0,1 0-8 0,-5-16 1 0,-1 7-4 16,-4 5 7-16,-2 2-7 0,-2 4 0 0,1 0-5 15,-5 2-3-15,-1 2 1 0,-4 0-6 0,-4-1-111 16</inkml:trace>
  <inkml:trace contextRef="#ctx0" brushRef="#br0" timeOffset="2088.86">24429 5395 478 0,'0'0'14'0,"0"-2"-3"0,2 0-3 0,0 0 7 15,0-1-11-15,0-1-3 0,-1 0 1 0,1 2-3 0,0 1 1 16,2-1 2-16,0 0-4 0,-1 0 6 0,1 0-7 16,-2 0-5-16,0 0 13 0,0 2-10 0,-1 0 11 15,1 0-7-15,0 2 13 0,0 0 5 0,0 2 3 16,2 3 9-16,3 12-1 0,-1 1 1 0,-3 3-2 15,-1-3-17-15,0 4 2 0,-2 0-8 0,0-3 6 0,0-3-6 16,0-1 4-16,2 1 1 0,0-5 0 16,0 4-10-16,-1-4 8 0,3 2-9 0,0-4 9 0,0 0-4 15,-1-1-3-15,1-3 2 0,0 0-2 0,-1 1-6 16,-1-4 5-16,0-1 7 0,2 1-3 0,-2-2-1 0,3 2 4 16,-1-3-9-16,-2-1 7 0,0 0-1 0,1 4-5 15,1-2 2-15,0 0-3 0,0 0 4 0,-3-2-15 16,1 0-3-16,0 0-6 0,0 0-17 0,0-2 15 15,0 0 5-15,-2 0 5 0,0-2 19 0,0 1-10 16,0-5 6-16,0-5-7 0,-2 0 14 0,0 2-4 16,0-2-3-16,-2 0 1 0,1 0 2 0,-1 0 7 15,-2-4-1-15,3 6 3 0,1 0-5 0,0-4-1 16,0 4-1-16,2-2 1 0,0 0-3 0,0 4-2 0,2-4 3 16,2 2-4-16,3-2-7 0,1 2 7 0,-5-2 0 15,18 5 5-15,-3 1 7 0,1 3 13 0,-2 0-12 16,-1-7 11-16,-3 4-17 0,-3 3 1 0,-1 2 0 15,-2 2 0-15,-1 0-8 0,-4 0-5 0,1 4 4 0,3 5-5 16,5 14 13-16,-7-3 3 0,-4 0-5 0,-2 1 3 16,-2-5-3-16,1-1-6 0,-3-2 7 0,2-3-6 15,1-1 8-15,-3 0-11 0,4-3 4 0,0-1-4 16,0-1 4-16,2-2-2 0,0 0 1 0,0 0-1 16,0-1 8-16,0 1-1 0,0 0-5 0,0 2 2 15,0 0-1-15,2-1-6 0,0 1 7 0,0-2-5 0,2 0 12 16,-1 0-13-16,5 1 7 0,3 5-8 0,0-1 7 15,-3-3 3-15,-3 0-2 0,-3-4 3 0,0 11-1 16,5 0-6-16,-1 0 3 0,-2 0-1 0,-3-2 19 0,-1 1-7 16,0-1 3-16,-1-2-5 0,-3 1 0 0,-2-1 6 15,-3-1-6-15,-15-2 6 0,0 1-12 0,1-3 0 16,-1 0 1-16,2 0-2 0,2 0-5 0,-3 12-3 16,7-4-1-16,1-5 1 0,-4 1 6 0,10-4-4 15,-2 0 0-15,3-2-4 0,5 0-10 0,1 0-10 16,-2 0-25-16,0 0-4 0,2 0-163 0</inkml:trace>
  <inkml:trace contextRef="#ctx0" brushRef="#br0" timeOffset="2708.69">25224 5404 482 0,'0'-2'2'0,"0"1"31"0,0-1-6 0,-2-11 14 16,0 5-22-16,2 6-17 0,-2-1-1 0,0-1-4 15,-1 0 6-15,-3 2-5 0,-11-3 2 0,-1 5-4 0,-3 2 0 16,1 1 6-16,3 5 1 0,1 1 2 0,-7 4 10 16,3 0-7-16,-1 0 8 0,3-9-7 0,5 13 6 15,2 3-6-15,0-2-4 0,1 1 1 0,3 0-8 16,1-1 2-16,1 3 1 0,3-3 1 0,0-1 1 0,0 0-2 15,-9-1-4-15,2 1 1 0,5-2-1 0,4-2 9 16,0 0 2-16,2-4 2 0,2 0 7 0,-1-1 22 16,7 1-8-16,14-3 10 0,2-3-23 0,2-1-4 15,-2 15-1-15,5-4-3 0,-1-6-3 0,0-3 5 16,1-4 3-16,-5-2 0 0,-2-1 10 0,0-3-6 16,-3 0-4-16,-3 1 0 0,-5-1-11 0,-1 1 5 15,-1-3-3-15,-4 3 2 0,-3-3-5 0,-2-8-1 16,11-3 4-16,-4 0-3 0,-2 1 3 0,-3-3-4 0,-4 1-2 15,-2 0-2-15,-3-3-9 0,-1 7-5 0,-3-5 0 16,-2 4-3-16,3 3-19 0,-20-1-10 0,8 7-7 16,1-1 2-16,-5 2-10 0,2 1 16 0,-4 1 3 15,2 3 5-15,9 0 17 0,2 0 19 0,-2 0 0 0,4-7 7 16,5 5 0-16,-3-1-9 0,5 3 3 0,1 0-6 16,-1 0-6-16,2 0 10 0,0 0-4 0,0 2 8 15,1 0 0-15,1 0 0 0,0 2 4 0,1 0-2 16,1 0 5-16,0 2 21 0,2-1-5 0,5 5 12 15,8 5 1-15,-4 3-10 0,-2-3 5 0,2 8-6 16,-2-5 0-16,4 1-6 0,-2 2-6 0,-2-6 3 16,4 3 0-16,-2-3-4 0,2 4 2 0,0-2-5 15,0 0-3-15,-1-2 2 0,3 0-2 0,0-2 2 0,0 0-2 16,1 0-6-16,1 0 2 0,1 1-3 0,-1-1 5 16,-3-2-11-16,1 0 7 0,0 2-8 0,-2-3 9 0,1 1-333 15</inkml:trace>
  <inkml:trace contextRef="#ctx0" brushRef="#br0" timeOffset="4045.84">27658 4842 115 0,'0'0'14'0,"0"0"1"0,0-2 3 15,0 0 3-15,0 0-3 0,0-2 8 0,0-1-9 16,0-6 3-16,0-2-4 0,2 0 15 0,0 3-1 0,0-3-1 16,-1 4 0-16,-1 4 2 0,0-3-4 0,0 4 1 15,0 1-2-15,0-1 9 0,0 2-12 0,0-2 3 16,0 1-8-16,0 1-12 0,0 0-3 0,0 0 1 15,-1 2-1-15,-1 2 7 0,0 0-5 0,0 2 1 0,-4 3-1 16,-5 10 1-16,2-2-5 0,2-1 6 16,1-1-6-16,-1 2 0 0,1-2 3 0,2 0-1 0,1 2 4 15,1-2 6-15,0-2 2 0,2 0 1 0,0 0 0 16,0 1 11-16,0 1-13 0,0 0 5 0,0-2-9 16,0 4 3-16,2-2-13 0,0 0 0 0,-1 0-3 0,1-2 3 15,0 0 1-15,0 2 4 0,0-2-1 16,0 0 3-16,0 2-3 0,-1-4-2 0,1 1-1 0,0 1-3 15,-2-2 1-15,0 0 2 0,0 1 0 0,0-3 8 0,0 1-12 16,0-5-3-16,0-1-4 0,-4 2 1 16,3-4-16-16,-9 5 7 0,3-1-10 0,-2-2 12 0,-1 0 3 15,-1-2 2-15,-2 0-1 0,4-2-3 0,2 0 12 16,-3-2-3-16,1-1 6 0,-2-3-5 0,0 1 5 16,-2-2-5-16,3 1 5 0,-1-1 8 0,4 3-8 15,-6 5 3-15,4-9-5 0,-1 3 1 0,-1-2 5 16,7 3 3-16,-1-1 1 0,-1-1-7 0,3 3 10 15,-1-1-9-15,0 0 9 0,0 1-19 0,3 1 13 16,-1 0-7-16,0 1 9 0,2 1-2 0,0 0-3 0,0 0 4 16,0 0-5-16,0-1-2 0,2-1-1 0,0 0 2 15,-1 2-1-15,3 0-2 0,4-1 6 0,5-3-4 16,-2 2 5-16,0 3 3 0,0-1-7 0,2 2 6 16,2 0-6-16,-2 0 1 0,0 2 2 0,-2 1 1 15,2 1 2-15,0 2-2 0,0-1 0 0,-2 3-4 0,0-1 3 16,-2 0-3-16,3-5-4 0,-3 11 6 0,0-2-4 15,0 1 6-15,-3 1-4 0,3-2-3 0,-1 2 0 16,-1-2 3-16,1-4 8 0,-3 4-6 0,1-3 7 16,1-3-9-16,-1 3 0 0,1-4 2 0,-1-1 0 15,1 5 1-15,-1-6-3 0,1 1 2 0,-1 1-1 16,-1 0 16-16,3-1-10 0,-1 1 4 0,-1-2-8 0,1 0-1 16,-1-2 9-16,-1 0 1 0,3 0 4 0,-3 0 11 15,1 0-9-15,1-4 3 0,-1 0-5 0,-1 3-7 16,-1-20-4-16,0 3 1 0,1-1-2 0,-1 0 4 0,0 3-1 15,-2-3-3-15,0 4 2 0,-1 0-13 0,9 2 3 16,-3 2 0-16,-3 2 3 0,-2 2 1 0,0 1-6 16,-2 0-7-16,0 3 2 0,0-1-20 0,0 2-111 15,0 0-42-15</inkml:trace>
  <inkml:trace contextRef="#ctx0" brushRef="#br0" timeOffset="4607.92">28139 4767 440 0,'0'-1'25'0,"0"-3"16"16,-2-4 6-16,0-1-24 0,0 5-6 0,1 1-6 0,-1-1-21 15,0 0-1-15,2 1 0 0,0 1-1 0,0 0 0 16,0 0 9-16,0 0-1 0,0 0 4 0,0 2-11 16,0 0 16-16,0 0-6 0,0 2 9 0,0 0-8 0,0 2-4 15,0-1 2-15,0 10-1 0,0 4 6 0,2 2-1 16,0-1 5-16,1 3-4 0,-1-1-1 0,0 0-3 15,-2 1-2-15,0 1 2 0,0 0 4 0,0 1-3 16,0 1 0-16,0-2 0 0,0 0 0 0,0-1 6 16,-2-3-6-16,0 1 6 0,2-2-4 0,0-4 2 15,-2 0 4-15,1 0-3 0,-1-4-1 0,0-2-3 16,0 1 1-16,-2-1 1 0,2-3 17 0,-1 2-11 16,3-5 2-16,0 1-7 0,-11 8-4 0,-1-3 9 15,-1 0 0-15,-1-1 2 0,2-2-5 0,-2-1 4 0,2-1 0 16,1-2 2-16,2 0 0 0,0 0 0 0,-1 0 3 15,7 0 0-15,-3-2 7 0,2 2-5 0,1-1-1 16,-1-1 2-16,0 0 17 0,2 0-15 0,1 0 5 0,1 0-9 16,0 0-3-16,1 1-1 0,1-1-7 0,13-8 4 15,13-3-3-15,2 2-6 0,5 0 8 0,-7 4-7 16,7-3 15-16,4 3-15 0,-4 0 6 0,1 1-7 16,-1 0-3-16,-9 3 9 0,2-1-9 0,-6 0 9 15,0 2-6-15,-5 1-6 0,-2-1 6 0,-2 0-5 16,-4 2-3-16,-3 0-51 0,-3 0-28 0,1-2-10 15,0 0-116-15</inkml:trace>
  <inkml:trace contextRef="#ctx0" brushRef="#br0" timeOffset="4808.47">27851 4738 854 0,'2'-2'38'0,"0"-7"26"0,5-10 11 0,-3 12-61 15,-2-3 5-15,28 5-21 0,5-1 1 0,6 1 4 16,1 1-5-16,1 2 4 0,-11-17 5 0,1 8-14 16,-7 8 10-16,-6 1-12 0,6 2 4 0,-5 0-8 0,1 0-7 15,-3 2-1-15,-1 3-42 0,-1 1-118 0,-4-1-8 16</inkml:trace>
  <inkml:trace contextRef="#ctx0" brushRef="#br0" timeOffset="5104.18">28609 4942 394 0,'0'0'58'16,"0"-2"12"-16,-2 0 0 0,0 0-35 0,0 0 5 16,0-1-28-16,0 1-12 0,1 0-1 0,-1 0-3 0,0 0 8 15,-2 0-9-15,0 1 6 0,3 1-8 0,-9-2 2 16,-3 0 9-16,2 2-5 0,-2 0 6 0,-2 0-3 15,2 2 3-15,-5 3-1 0,1 1 1 0,2-1-3 0,-5 5 8 16,1 1 5-16,1 2-1 0,-3 2 0 0,4-12-2 16,3 16-6-16,-1 1 2 0,2 1-12 0,3-1-4 15,5 1 0-15,-8-3 0 0,2 3 2 0,3-5 4 16,3 3 0-16,3-2 2 0,2-2 9 0,4-2 14 16,1 0-3-16,3 0 6 0,-3-8-8 0,17 4-6 15,4-3 1-15,-1-4-4 0,-1 2-5 0,0 12-8 16,2-6 1-16,-2-5-4 0,-4-1 9 0,-1-2-28 15,0 0-33-15,-1-2-14 0,-1-2-244 0</inkml:trace>
  <inkml:trace contextRef="#ctx0" brushRef="#br0" timeOffset="5588.52">28720 4972 256 0,'0'0'57'16,"-2"-2"10"-16,0 0 43 0,1 0-41 0,-1 0 21 15,0 0-61-15,0 0-16 0,0 1-2 0,0-1-2 16,0 0-2-16,1 0-5 0,-1 0-3 0,0 0 0 16,0 0-3-16,0 1 7 0,0 1 3 0,-1 0 0 0,-1 0 5 15,0 0-3-15,-1 1 2 0,-5 3-1 0,3 0-4 16,-2 3 5-16,3-1-11 0,0 11 8 0,1-1-7 16,3 3 2-16,-2-2 0 0,-11 3-1 0,6-3-2 0,2 1 1 15,3-3 2-15,2 2 0 0,2 1 9 0,0-3 22 16,2 0-1-16,2-4 5 0,-1-1-14 0,1-5 6 15,0 1 0-15,5-3 5 0,10 10 4 0,-1-3-23 16,6-3 4-16,-1-3-9 0,-1-2 0 0,0-2-10 16,-5 0-1-16,-4 0-2 0,2-2 4 0,-2-2-1 15,-4 0 1-15,-2 1-1 0,-1-1-4 0,-4-2-50 16,0-5-4-16,9-5-16 0,-6-1-8 0,-3 0 19 16,-4-1 6-16,-3-1 2 0,-3 2 25 0,-1 1 19 15,0 1 2-15,5 2 4 0,-11-2 5 0,1 4-4 0,1 0 6 16,1 3-4-16,-1 1 4 0,4 5 2 0,0-2-4 15,1-1 4-15,1-1 0 0,3 4-1 0,-1-2-3 16,1 3 2-16,0-1 4 0,1 2-2 0,-1 0 4 16,2 0-6-16,-2 0 3 0,2 0 54 0,-1 2-10 0,-1-1 23 15,0 3-14-15,2 0-6 0,-3 11 1 0,3 0-4 16,2 1-3-16,2 1-5 0,3 2-5 0,5-1 0 16,3 3-17-16,-8-1-14 0,23 4 7 0,-6 0-9 15,4 0-2-15,-7 4 2 0,0 2-10 0,-1 2 7 16,-3-1-16-16,3 1-189 0,-5 1-48 0</inkml:trace>
  <inkml:trace contextRef="#ctx0" brushRef="#br0" timeOffset="6583.9">27363 7012 72 0,'0'-2'23'16,"0"0"6"-16,0 1 16 0,0-3 4 0,0 2-8 15,0-13-1-15,0-2-2 0,0 4-3 0,0 0-18 0,0 2 5 16,0 0-6-16,0 2 4 0,0 0-7 0,0 1 15 15,0 3 0-15,0-1 3 0,0 4-2 0,0-2-14 16,0 1 5-16,0-1-6 0,0 0 4 0,0 1-22 16,0 1 4-16,0 0-9 0,0 0 2 0,0 0 14 15,0 2-7-15,0 0 10 0,0 0-7 0,0 2-3 16,0 2 3-16,0 9-3 0,0 11 3 0,-2 7-5 16,2-5 3-16,-2 4-2 0,2-4 4 0,0 2-5 15,0 0 0-15,0-4-2 0,4 4 14 0,-2-8-8 0,1 1-2 16,3 1-2-16,0-3-1 0,-1 1 4 0,1 0 1 15,1 1 0-15,-1-3-2 0,-1 1-3 0,-1 1 6 16,-2-3-4-16,0 2 7 0,0-3 0 0,-1 3 0 16,-1-1-1-16,0-3 0 0,0-2-2 0,0 0-1 0,0-3 1 15,0-1 5-15,0-2-8 0,0-1 2 0,0-2-3 16,0-1 13-16,0 1-15 0,0 0 3 0,0-2-8 16,0-1 10-16,0 1-29 0,-1 2-7 0,-1 0-27 15,0-1-201-15</inkml:trace>
  <inkml:trace contextRef="#ctx0" brushRef="#br0" timeOffset="6893.99">27134 7380 269 0,'0'0'40'0,"0"0"-2"0,0 0 13 16,0-2-1-16,0 0-10 0,0 0-16 0,-1 0-11 16,1 0 0-16,0 2-4 0,0 0-8 0,0 0-1 15,0 0-1-15,0 0-1 0,1 0 0 0,1 0 2 16,0 0 0-16,0 0 0 0,2 0 4 0,-1 0-4 15,-1 0 6-15,9 4-6 0,-1 0 0 0,1 3 10 16,-2 1-10-16,-1 1 11 0,1 10-8 0,-4-1-3 16,1 1 6-16,0 1-6 0,-1 1 2 0,3 1 3 15,1 0-1-15,-4 0 4 0,-1-1 8 0,7-1-4 16,2-1 8-16,0-1-2 0,-2-1 46 0,-3-6-5 0,-3 2 3 16,1-5-7-16,7-5-10 0,-2-1 3 0,0 0 1 15,2 7 1-15,0-1-2 0,2-3-17 0,2-1-2 16,-2-4-5-16,3 0-15 0,-5-2-5 0,-2-1 2 15,1-3-4-15,-7 2 2 0,3-1-4 0,1-6-3 0,-5-4-2 16,1-2-15-16,-1 2-120 0,-2 0-5 0,0-1-54 16,-1 1-172-16</inkml:trace>
  <inkml:trace contextRef="#ctx0" brushRef="#br0" timeOffset="7305.78">27847 7150 445 0,'0'-2'12'0,"0"0"29"15,0-6-4-15,0-12 16 0,0 5-43 0,0 2-4 16,0 6 3-16,0 3-2 0,0 0 1 0,0 2-14 16,2-3 6-16,0 1-6 0,0 0 6 0,0 3-2 15,0-1-7-15,0 0 4 0,-1 2 8 0,1 0 0 16,0 2 7-16,0 0-5 0,0 1 5 0,2 10-9 15,1 11 6-15,-3 2-7 0,-2 0 8 0,0 2-2 16,0-4-6-16,-2 1 3 0,0-1-4 0,-1-2 1 16,1 2 2-16,0-2 1 0,0 3 3 0,0-5-5 15,0 2 4-15,0-1-5 0,2-3 4 0,0-1-8 0,0 0 8 16,0-4-7-16,0 1 11 0,0-2-9 0,0-1 2 16,0-4-3-16,2 2 10 0,0-3 0 0,0 0 2 15,-2-3 0-15,0 1 10 0,2 0 9 0,0-1-6 0,0 1 7 16,-1 0-1-16,1 0-3 0,0-1-1 0,0 1-2 15,2-2-11-15,-1 0 5 0,1 0 6 0,0-1-1 16,-2-1 10-16,7 2-1 0,0 0-12 0,1-2 6 16,4 0-24-16,-2 0-1 0,-5 0 0 0,2 0 0 15,-3 0 7-15,-1 0-9 0,5-2 3 0,-3 0-5 16,1 1 2-16,-5 1-28 0,1-2-13 0,0 0-9 0,-1 0-65 16,-1-2-44-16,0 1-17 0</inkml:trace>
  <inkml:trace contextRef="#ctx0" brushRef="#br0" timeOffset="7496.28">27610 7241 680 0,'0'-2'26'0,"0"-2"27"0,0 2-20 0,0-5-25 15,0 5-2-15,0-2-6 0,2 0-5 0,9 3 7 16,15-3-2-16,3 0 4 0,3-14-4 0,0 5-1 0,-5 5-5 15,1 3 1-15,-2 3-12 0,-3 2 7 0,-5 0-12 16,3 2-4-16,-1-1-135 0</inkml:trace>
  <inkml:trace contextRef="#ctx0" brushRef="#br0" timeOffset="7808.97">28221 7421 516 0,'0'0'12'0,"0"0"26"0,0 0-11 0,0 0 18 16,0 0-51-16,-2 0 6 0,0 0 3 0,0 0-2 0,0 1-11 15,0 1 10-15,-1 2-4 0,1-2 5 0,-11 16-4 16,2-1 5-16,1 4 1 0,-3-3 3 0,0-1 0 16,4 1 1-16,4 1-1 0,-3-2 2 0,-3-1 6 0,4-1 9 15,-1 0-2-15,3-2 6 0,-1 2 11 0,4-4-4 16,0 0 7-16,2 0-8 0,0-3-5 0,0-3-4 15,2 1-1-15,0-2 1 0,13-1 8 0,11 3-8 16,0-4-1-16,0 15-3 0,3-6-16 0,3-2 5 16,0-5-6-16,-5-2 6 0,3-2-3 0,-6-2-2 15,-1-2-3-15,-1 0 1 0,-5 1-1 0,-3-1-4 16,3 0 3-16,-4 2-5 0,-4 0-1 0,-1 1-26 16,-3-1-17-16,-1 0-8 0,0 0-91 0,-4 0-142 15</inkml:trace>
  <inkml:trace contextRef="#ctx0" brushRef="#br0" timeOffset="8557.35">28096 7601 495 0,'0'0'92'0,"0"-2"-51"0,0 0 83 0,0 0-25 16,0 0-77-16,0 0-14 0,0 1-4 0,2-1-2 15,0 0-1-15,0 2-1 0,20-4 6 0,8 0-6 16,-2 1 3-16,-2 1-8 0,3-2 2 0,-10 2-4 0,-1-1 7 15,-1 1 2-15,-4 0-2 0,-2 0 0 0,-3 0-13 16,-5 2-76-16,-1 0 4 0,2-2-33 0,0-1-41 16,-1-1 59-16,1-4 0 0,2-5 28 0,-1-1 63 0,-3-3 9 15,-2 2 3-15,-2 0 0 0,-1 0 0 0,-1 4 4 16,-2 0 4-16,3 2 1 0,-3-2 14 0,0 1-12 16,3 3-2-16,-1 1-3 0,2 1-5 0,0-1 4 15,0 2 2-15,1-1 1 0,1 3 10 0,0-4-8 16,0 3 4-16,0-1-5 0,1-1 6 0,1-1 48 15,21 0-7-15,1-1 19 0,2 0-19 0,-2 1-25 16,0-1 0-16,-2 3-7 0,-1 0-9 0,-3-9-14 16,1 2 5-16,-1 4-8 0,-1 1 5 0,-4 4-2 0,0 0 1 15,-4 2 1-15,1 0 2 0,-7 0-6 0,3 0-6 16,-2 2 3-16,-1 0 10 0,1 0 1 0,-2 0 8 16,0 0-7-16,0 1-2 0,-2-1 0 0,0 9-7 15,-2 0 5-15,-4 4-2 0,1-2-5 0,-3 0 8 0,-1 2-8 16,0 0 7-16,-1 0 1 0,1-2-8 0,-2 2 4 15,2-2-7-15,1 0 0 0,1 0 4 0,1-2-2 16,1 0 2-16,-1 0 13 0,2 0-3 0,1 2 9 16,1-2 8-16,2-1 1 0,0-3-2 0,2 4 0 15,0-3-5-15,-1-3-5 0,5 4 6 0,0-5-6 16,12 0 5-16,4 11 3 0,-1-6-3 0,-1-2 2 16,3-3-5-16,-5-2-7 0,3-2-3 0,-5-2-2 0,-1 0-4 15,-2-1 2-15,-2-1 3 0,-1 0-2 0,-1-1 4 16,-4 3-9-16,-1-19 2 0,0 3-3 0,0-3-2 15,10-1 2-15,-4 2 2 0,-3-1 0 0,-5-1 6 0,-2 1-10 16,-2 1 0-16,-3 0-3 0,-3 1 3 0,-1 1 1 16,-2-1-1-16,1 4 2 0,-1 0 3 0,8 2-5 15,-12 4-1-15,0 0-3 0,0-1-4 0,0 9 2 16,2-1 1-16,0-8 1 0,0 3 13 0,2 3-13 16,0 2 5-16,3 2-10 0,3 0 5 0,-1 2 1 15,4-2-2-15,-1 4 1 0,-5 5 0 0,-3 12 2 16,6-1-2-16,3 1 2 0,2-1 6 0,5 0 17 15,6 3 0-15,2-1 3 0,-7 0-12 0,20 2 8 0,2-1 0 16,5 1 2-16,1 0-2 0,3 0-4 0,2 0-1 16,-2 0 0-16,-4 0-6 0,-3-3-4 0,-2 1 1 15,-6 0-1-15,6-1 0 0,-8 1 0 0,-3-1-3 16,-2-3 1-16,-6-1-4 0,2-6-8 0,-5 0-12 16,-4 2-5-16,2-2-107 0,3 0-147 0</inkml:trace>
  <inkml:trace contextRef="#ctx0" brushRef="#br0" timeOffset="24515.41">8177 2153 21 0,'0'0'0'0,"0"0"12"0,0 0 2 0,0-2 16 0,0 0 6 16,0 1 2-16,0-1 6 0,-2 0-6 0,1 0 10 15,-1-2-7-15,2 1 13 0,-2-1-4 0,0-2-2 0,0-1-1 16,0-2-12-16,0-3 3 0,2 7-5 0,-1-6 5 16,1 1-14-16,-2 1 13 0,0 0-3 0,0 0 8 15,0-1 5-15,0 3 7 0,0-2-2 0,1 1 3 16,-1 3 1-16,2-1-21 0,0 0 4 0,0 5-10 15,0-3 3-15,0 0-10 0,0 0 3 0,0 1-6 16,0 1 4-16,-2-2 5 0,0 0-3 0,0 1 4 16,0-1-11-16,0 0 4 0,1 1 2 0,-1-1-1 0,0 0-5 15,0 2-3-15,0 0-3 0,0 1 1 0,0-1-3 16,1 0-7-16,-1 0 1 0,0 0-2 0,0 0 2 16,0 0 1-16,0 1 0 0,0-1-1 0,1 2-3 0,1 0 4 15,0 0-3-15,0 0 2 0,0 2-10 0,0-1 8 16,0 1-2-16,0 2 4 0,0 0-6 0,0 1 2 15,0 5-2-15,1 4 2 0,1 1 0 0,2 2 0 16,2 2 1-16,-3-5 0 0,1 3-2 0,-2-8 4 16,2 8-3-16,-1-2 6 0,1 0-6 0,2 3 2 15,-3-3-4-15,3 4 3 0,-1-1-1 0,1 3-1 16,-2-1 5-16,-1-1-4 0,1 1 7 0,-2 1-8 16,0-3 1-16,0 1-3 0,0 1 3 0,-1-1 4 0,1 1-3 15,0 1 4-15,0-1-9 0,0 0 2 0,0-1 2 16,1 0-1-16,1-1 1 0,-2-1 0 0,0 1 0 15,2-1 1-15,-1 2 5 0,-1-3-6 0,2 3 2 16,-2 0-3-16,0-1 3 0,1 3-4 0,1-3 3 0,0 3-3 16,-1-3 3-16,1-1-1 0,0 1 2 0,0-1-2 15,-1 0 0-15,-1-2 6 0,0-2-5 0,0 2 5 16,0-2-5-16,0-2-2 0,-1 0 2 0,1 2-1 16,0-4 4-16,0 0 0 0,0 1-4 0,0-3 3 15,-2-3 6-15,0-2 12 0,3 7 0 0,-3-5 1 16,2 1-10-16,-2-3 2 0,2 2 0 0,0-1 1 15,0 1 2-15,0 0-8 0,0 0 3 0,-1-3-3 0,1 1 7 16,0 0-4-16,0 0 3 0,0 0-4 0,0 0-4 16,0-2 2-16,-1 0-2 0,1 0 3 0,0 0-2 15,0 0-4-15,0 0 0 0,0-2-2 0,0 0-1 0,-1 0 1 16,1-2-1-16,0 1 3 0,6-12 3 0,-1-4-8 16,-1 3 3-16,-1-7-3 0,1 1 8 0,-3-2-7 15,1-2 2-15,-2-4-3 0,0-1 1 0,0-3 3 16,1-1-5-16,3-2 2 0,0-2-3 0,-1-2 6 15,3 0 1-15,-1 2 1 0,0 0-7 0,1 0 2 16,-3 2-1-16,1-2 2 0,1 2-2 0,-1-4 1 16,0 2-1-16,-1 4 2 0,-1 1 7 0,0 3-7 15,-1 1 1-15,1 4-2 0,0 4-1 0,-1 3 1 16,1 3-1-16,-2 3 1 0,0 0 8 0,0 1-9 0,-1 5 2 16,-1 1-4-16,0 3 3 0,0-1 0 0,0 2 0 15,2-2 0-15,0 1 0 0,0-1-5 0,0 0 1 16,0 2-3-16,0 1-1 0,-1-1-1 0,1 0 1 0,0 2-1 15,0 0-3-15,0 0-32 0,0 0-22 0,0 2-5 16,-1 0-89-16,1 1-97 0,4 16-18 0</inkml:trace>
  <inkml:trace contextRef="#ctx0" brushRef="#br0" timeOffset="24934.03">8649 2729 392 0,'0'-2'23'0,"0"0"45"0,0 0-10 0,0-2 48 15,0-1-6-15,-2-6 15 0,2 3-31 0,0 1-17 16,-2-1 1-16,2 5-8 0,0-1-10 0,0 0-9 15,-2 1 0-15,0-1-4 0,1 0-9 0,1 2-17 16,0 0 2-16,0 1-6 0,0-1 6 0,0 0-8 0,0 2 1 16,0 0-2-16,0 0 8 0,0 2-6 0,0 0 3 15,0-1-4-15,0 3 3 0,0 18 11 0,0 3-5 16,0-1 6-16,-2 5-13 0,0 1 7 0,-2 2-1 0,0 1 4 16,1 2 1-16,-1-1 5 0,-2-1-6 15,1 1 5-15,1-7-3 0,-1 3-4 0,1-4 5 0,0-4-5 16,0 3 3-16,1-5-6 0,-1-1-3 0,2-3 0 15,0 1 0-15,0-2-9 0,1-2 10 0,-1-2-10 16,2-2 3-16,0-1 0 0,0-3-6 0,0-1 3 16,0 0-13-16,0-2-19 0,0 1-2 0,0 1-10 15,2 0-50-15,-1-2-41 0,1-1-22 0,0 1-9 16,0-2-115-16</inkml:trace>
  <inkml:trace contextRef="#ctx0" brushRef="#br0" timeOffset="25573.59">8610 2753 467 0,'0'0'78'0,"0"-2"-44"16,-2 0 78-16,0 0-23 0,0 0-25 0,0 1 10 16,1-1-2-16,-1 0 5 0,0 0-1 0,0 0-29 15,0-2 3-15,0 1-12 0,2-1-1 0,0 2-8 0,0-2 3 16,2 1-5-16,0-1 6 0,-2 2-3 0,13-5 2 15,9-3-2-15,1 3 1 0,4 0 0 0,1 1-2 16,0 0 0-16,0 3-3 0,-4 1-16 0,-2-13 8 16,3 4-11-16,-7 7 1 0,1 2 0 0,-3 2-6 15,-14 0 5-15,6 2 2 0,-3 0-7 0,-1 2 0 0,5 7-2 16,2 9 2-16,-1 4 1 0,-7 1 5 0,-3-1-5 16,-1-4 2-16,-5 6 3 0,-1-4-1 0,-3 3 1 15,-1 1-7-15,0-8 4 0,-4 3-4 0,10-3 5 16,-14-3 0-16,-1 3 0 0,1-1 2 0,2-2-3 15,1 2-5-15,3-6 3 0,0-2 0 0,3-3 1 16,-1-3-4-16,4 5 4 0,1-1-7 0,-1 1 6 16,3 1 0-16,0-7 1 0,1 2 0 0,1-4-2 0,0 1-8 15,0 3 7-15,2-2 0 0,0 0 4 0,-4 2-8 16,1-1 8-16,1 1-6 0,0-2 7 0,0 2-7 0,0-3-2 16,0 1 3-16,2 0-3 0,0 0 6 0,0 0 0 15,2 0-2-15,0 0 0 0,2-1-4 0,9 3 4 16,9 0-1-16,-2-2 4 0,5 1-2 0,2 1 0 15,-2-2-1-15,1 0 0 0,-2 0 2 0,0 1-4 16,-6 1 1-16,5 0-2 0,-3 0 2 0,-3-1-3 16,1 1 6-16,-1 2-4 0,-2-1 4 0,0 1 0 15,-4-1-5-15,-7-3 2 0,3 2 0 0,-1 0 2 16,-4-4 1-16,-1 13 2 0,9-2 1 0,-5 0-6 16,1 2 4-16,-4-2-4 0,-2 2 10 0,0 0-1 0,-2 2-1 15,-4 0 0-15,-1 0-2 0,-2-2 13 0,-8 1 0 16,-9-1 6-16,-2-1 9 0,0-5 6 0,0 2-4 15,-1-3 3-15,-5-1-14 0,3 1 4 0,-3-2-3 16,4 14 4-16,3-7-5 0,1-3-1 0,-2-3-7 0,4-3 3 16,-1-2-15-16,5 0 0 0,0 0 1 0,3 0-1 15,0 0-7-15,2 0 1 0,2 0 1 0,0 0 0 16,4 0 3-16,2 0-15 0,3 0-2 0,2 0-7 16,-2 0-18-16,1 0-32 0,1-2-17 0,0 1-6 15,0-1-62-15,2 0-92 0,2 0-38 0</inkml:trace>
  <inkml:trace contextRef="#ctx0" brushRef="#br0" timeOffset="26104.02">9371 2625 642 0,'-2'0'55'0,"0"-2"132"16,-1 0-182-16,-3 0 28 0,-7-2 5 0,0 1 8 15,4 1 26-15,3 0-16 0,-1 0-4 0,1 2-5 16,3 0-27-16,-1-2 0 0,0 0-4 0,0 2 3 0,3 0 3 16,-1 0 11-16,0 0 4 0,0 0 0 0,0 0 0 15,2 0-3-15,0 0 1 0,0 0-1 0,2 0-2 16,0 0 1-16,2 0 1 0,3 0 0 0,15-3 1 0,4-1 2 15,4-2-4-15,2 1 4 0,-1-3-3 16,1 1 1-16,3 0-6 0,0-1 3 0,2 1-18 0,-7 1-2 16,-2 1 0-16,-9 3-1 0,-8 0 3 0,0 0-2 15,-2 2 0-15,-3 0-2 0,1 0 1 0,-3 0-5 16,0 0 1-16,-1 0-4 0,1 0 1 0,0 0-3 16,-2 0 2-16,-1 0-3 0,1 0-11 0,0 0 5 15,0 0-2-15,0 0 1 0,0 0-10 0,0 0-46 16,-1 2-15-16,1 0-13 0,0-2-75 0,0 2-60 15,0-2-22-15,0 1-33 0,0 1-261 0</inkml:trace>
  <inkml:trace contextRef="#ctx0" brushRef="#br0" timeOffset="26464.72">9412 2727 359 0,'0'0'42'0,"-2"0"56"0,0 0 6 16,0 0-13-16,-1 0 13 0,-1 0-15 0,-2 0 8 16,-5 0-11-16,0 2-8 0,2 0 0 0,0 1-12 0,1 1-20 15,1 0 6-15,1-1-13 0,1 1-11 0,3-4 2 16,0 0 0-16,-2 6 2 0,-3 5-1 0,3-4 0 15,2 1-7-15,2-3 5 0,0-3-12 0,2 2-1 16,0 1 0-16,31 16-1 0,1-8-7 0,7-8 10 16,1-5-6-16,7-5 8 0,1-3-10 0,0-1 8 15,-2 0-4-15,-9 0 4 0,4-1-9 0,-10 3-6 16,-5 1-2-16,-2 1 0 0,-6 3-2 0,-3 0 2 16,-6 0 2-16,-3 2-1 0,-1 0-6 0,-3 0-1 0,0 0-4 15,-1 0 3-15,1 0 3 0,-2 0-20 0,0 2-23 16,0 0-6-16,-1 0-136 0,1 0-291 0</inkml:trace>
  <inkml:trace contextRef="#ctx0" brushRef="#br0" timeOffset="29297.85">24446 6650 4 0,'0'0'0'0,"0"0"25"0,0 0 3 16,0 0 14-16,0-2 1 0,0 0-14 0,0 1 1 16,0-1-1-16,0 0 3 0,0 0-3 0,0 0-2 0,0 0-1 15,0 0 3-15,0 1-2 0,0-1 5 0,0 0 2 16,0 0-8-16,0 0 5 0,0 0-6 0,0 0-2 15,0 1 3-15,0-1-5 0,-2 0 4 0,0 0 8 16,0 0 0-16,-1 0 3 0,-1 2 1 0,-4-2-5 16,-6 1 2-16,-1-1-4 0,-2 0 2 0,2 0 1 15,0 2-3-15,4 0 1 0,-2 0-17 0,0 0-5 16,0 0 3-16,-2 0-3 0,4 0-5 0,2 0 10 16,0 0-8-16,5 0 9 0,-5 2-8 0,3 0-4 0,-1 1 6 15,-6 3-5-15,7-2 5 0,-3 1-3 0,1 1-3 16,3-2 0-16,-3 7-7 0,5 0 10 0,-3 0 0 15,-3 0 4-15,1 0-10 0,3-1 0 0,1-1 0 16,0 0 3-16,3 0-2 0,1-1 7 0,0-1-7 0,0 2 8 16,0-5-9-16,1 2 11 0,1-3-5 0,0 1 6 15,4-2-1-15,5 0-10 0,2 7 10 0,5 2-10 16,-6-5 7-16,4-1-4 0,5-1 1 0,-8-4 1 16,3 0 8-16,-6 0-5 0,-1 0-3 0,4-2 1 15,-7 0 0-15,3-1-7 0,-2-1 9 0,-5 4-8 16,4-9 2-16,-4-6 10 0,1 0-13 0,8 0 12 15,-1 0-12-15,-5 2 6 0,-1 0 3 0,-2 0 0 0,-2 0 1 16,0 2-3-16,0 0 5 0,0 2-3 0,-2 0 13 16,-2-1-8-16,0 3-1 0,3 1-2 0,-3 1 4 15,2 1-10-15,-13 0 6 0,0 1-8 0,-1 1 7 16,-3-11-3-16,2 3 4 0,1 3-4 0,-3 1-3 0,1 3 1 16,3 1-4-16,2 2 5 0,3 0 0 0,1 0-9 15,-2 2 4-15,2 1-5 0,1 1 4 0,1 0 0 16,1 0 0-16,3-3 0 0,-5 9 0 0,1 3 3 15,1-2-3-15,2 2 2 0,3 0-2 0,-1-2-2 16,2 2 3-16,2 2-3 0,-1-2 1 0,3-2 5 16,2 0-1-16,1 0 4 0,2 0-3 0,1 0-2 15,8-1 1-15,1-3-2 0,1 1 5 0,3-1 0 16,1 0 0-16,-6-1-1 0,1 1-3 0,-4-5 5 0,-4 0-5 16,-2 6 5-16,0-3-5 0,-1-1 3 0,-1-2-3 15,-1 0 3-15,-2-2-5 0,-1 0 6 0,1 0-1 16,0-2 1-16,-1 0-5 0,1 0 0 0,-2-2 3 0,0 1-2 15,3-12 1-15,-1 0-1 0,-2 2 1 0,-2-2-2 16,0 0 0-16,0 4 0 0,-4-2-1 0,0 2 1 16,-1 0 6-16,-1 2-3 0,1-1 0 0,1 5-3 15,-9-3-4-15,-5 3-2 0,-1 1 5 0,0 0-3 16,-1 2 7-16,-4-14-3 0,0 5-1 0,-2 3 0 16,0 4 9-16,5 3-14 0,1 1 7 0,1 0-8 15,3 1 16-15,-1 3-11 0,2 0 5 0,0 1-6 16,4-1 9-16,2 0-7 0,1 0-3 0,5-3 0 0,-3 3 0 15,4 11-3-15,-7-2 6 0,1 0-5 0,3 0 8 16,-1 2 1-16,4-2-5 0,2 0 1 0,0 2-6 0,2-4 6 16,2 0 6-16,3 4-2 0,3-2 3 0,1-2 0 15,15 0-8-15,0-4 5 0,2-1 1 0,0 0-5 16,-6-3 6-16,2 1-6 0,2-2 0 0,-4 2 9 16,6-3-8-16,-9 12 7 0,-6-5-4 0,-2-4-2 15,-2-3 9-15,-3-1-7 0,3 0 8 0,-3 0-6 16,-3-1-1-16,-1 1 1 0,2-2 2 0,7-13-6 15,-2-2 1-15,-3 0-3 0,-2-1-3 0,-3 3 7 16,-1-4-4-16,-1 3 6 0,-1 3-6 0,-4-4 0 0,1 6 0 16,-3-2-1-16,4 4 1 0,-16-1 0 0,-4 1 0 15,0 4-1-15,0-1-4 0,-1 4 5 0,-1-15 1 16,6 8 2-16,-2 2-11 0,5 5 9 0,0 2-8 16,1 0 8-16,3 2-5 0,0 0 2 0,3 1 0 15,5-1 1-15,-1 0-3 0,2 2 3 0,1-1 2 0,1 1-1 16,-4 7-1-16,3-1 0 0,3-3 1 0,0 2 0 15,1-3 4-15,3-1-1 0,11 3 3 0,17-6-1 16,-1 1 7-16,-1-1-10 0,0 17-1 0,-1-8-1 16,-5-6 8-16,2 1-6 0,-5-4-2 0,-6 0-5 15,-2-2-36-15,-6 0-69 0,1 0-15 0,-5 0-28 0,3 2-150 16</inkml:trace>
  <inkml:trace contextRef="#ctx0" brushRef="#br0" timeOffset="30939.93">10753 2370 115 0,'0'0'11'0,"0"0"10"15,0-2 45-15,1 1 13 0,1-1 15 0,0-2 0 16,0 0-19-16,0 1 7 0,0-1-6 0,0 0 1 0,-2 2-7 16,0-1 2-16,0-1-3 0,0 2 4 0,0-2-11 15,1 1 1-15,-1-1-5 0,0 0-10 0,0 2-11 16,0 0-7-16,0 1 0 0,0 1-19 0,0 0 6 16,-1 1-3-16,-1 1 4 0,-2 2-4 0,0 2-4 15,-14 8 2-15,-1 3-3 0,-1-4 10 0,-3 2-4 16,3 4-1-16,-4-5-1 0,2 3-11 0,-1-4 7 15,3 2-1-15,5-2 3 0,2 0-2 0,-6-2-4 0,6 2-1 16,4-2-1-16,-6-1-1 0,13-1 5 0,-5-2-4 16,3 3 4-16,-1-3-3 0,-1 0 0 0,1 3-3 15,3-5 2-15,0 3 2 0,2-3-1 0,0 1 6 16,2-1-4-16,0-1 10 0,20 11-8 0,9-2 3 0,3-4-5 16,1-3 7-16,4-4-7 0,2-2 4 0,2-2-5 15,1-4 3-15,3-1 3 0,5-2-2 0,2-3 3 16,1 1 2-16,7 2-3 0,1 2 0 0,-4-1-1 15,-9 3-8-15,-3 1-2 0,-12 2 0 0,-7 0 0 16,3 2 7-16,-8 0-4 0,-3 0 0 0,-3 0-2 16,-6 0 1-16,0 0 3 0,0 0-3 0,-5 0 2 15,3 0-9-15,-5 0-9 0,-1 0-4 0,1 0-2 0,0 0-28 16,0 0-15-16,-1 0-16 0,1 0-7 0,-2 0-112 16,0 0-130-16</inkml:trace>
  <inkml:trace contextRef="#ctx0" brushRef="#br0" timeOffset="31251.21">10942 2292 1340 0,'-2'-3'35'0,"0"-1"-1"0,0 0-27 0,1 2-1 0,-1 1 0 16,0-1 0-16,0 2-5 0,0 0 1 0,0 2 5 16,0 1-2-16,2 5 5 0,-1 14-5 0,1 4 0 0,0-2 0 15,0 2-2-15,0 4 6 0,0 1-6 0,0 3 5 16,0 5-3-16,0 2-5 0,0 3 7 0,0 6-5 16,0 2 6-16,-2 4-8 0,0 0 0 0,2-2-2 15,-2-3 6-15,2-2-9 0,0-3-7 0,0-11-1 16,0-3-17-16,0-6-30 0,2-6-4 0,2 1-14 15,1-3-44-15,1-5-249 0</inkml:trace>
  <inkml:trace contextRef="#ctx0" brushRef="#br0" timeOffset="31758.55">11722 2435 324 0,'0'0'9'0,"0"-2"77"0,0 1 27 15,0-3-77-15,0 0-9 0,0 0 16 0,0 3 4 16,0-3 6-16,-2-5 21 0,0 1-14 0,2 4 2 16,-2-3-6-16,2 5-7 0,0-2-12 0,0 3-6 15,-2-3 0-15,0 0-19 0,1 0-7 0,-1 1 0 0,0 1-3 16,2 0 9-16,0 0 6 0,0 2 5 0,0 0-3 15,0 0-4-15,0 2 3 0,0 0-4 0,0 0 6 16,0 1-1-16,0 3-3 0,0 7 0 0,4 4-2 16,-1 1-6-16,5 5-1 0,-1-1 2 0,2 4-1 15,1 0-1-15,1 2-2 0,-2 1 1 0,-1 3-1 16,1 1-2-16,-2 1 5 0,1 3-7 0,-1-2 7 16,-1 4-9-16,-1-3 1 0,1-1 5 0,-1-4-1 0,1-7 4 15,0 1-5-15,-3-7-1 0,3 1 1 0,-1-1-2 16,-1-7-1-16,2 4 2 0,-1-2-1 0,-1-3 6 15,2-1-2-15,-3-4 4 0,1-1-3 0,0 0 3 0,-1 0 0 16,-1-1-1-16,2-1 2 0,0 0 8 0,-2 0 4 16,1 0-2-16,1 0 1 0,0-2-12 0,-1 0 4 15,1-2-5-15,2-2 6 0,1-9 4 0,4-11-7 16,2-2 6-16,2-4-6 0,0-9-2 0,2-3 3 16,-2-1-3-16,3-4 5 0,4 5 7 0,3-3-7 15,-1 2 0-15,-4 4-3 0,1 2 1 0,-5 2-5 16,-3 3 3-16,-3 3-5 0,1 1 4 0,-2 6-6 15,-2-1 3-15,-1-1-4 0,0 0 0 0,-3 0 0 0,3-2-1 16,3 2-1-16,-1-2-14 0,1-4-69 0,2 4-5 16,-2-7-28-16,6-3-84 0</inkml:trace>
  <inkml:trace contextRef="#ctx0" brushRef="#br0" timeOffset="37789.17">26941 11764 256 0,'0'0'90'0,"0"0"-37"0,0-2 35 16,0 0 2-16,0 0-64 0,0 0-7 0,0 0-9 15,0 0 2-15,0 1-2 0,0-1 0 0,0 0-1 16,0 0-1-16,0 0 2 0,0 0 10 0,0 0 3 15,0 1 5-15,0-1-2 0,0 2 3 0,0 0 7 0,0 0-10 16,0 0 10-16,0 0 3 0,0 0-6 0,0 2 3 16,-2-1-7-16,1 3-5 0,-3 15-4 0,0 9 5 15,0 5-5-15,1 2-4 0,-1 4 1 0,0 0-8 16,2 6 6-16,1-1-6 0,-1 3 3 0,0-1 1 0,2-5-2 16,0-2-7-16,0-4 4 0,0 2-5 0,0 1 4 15,4-1-2-15,-1-4-1 0,1 1 3 0,2-5-5 16,-1 1-1-16,1 0 1 0,-1-3-1 0,-1-2 1 15,0 2 1-15,-1 1 4 0,-1-2 0 0,-2-5 2 16,0-1-3-16,0-3-9 0,0-4 3 0,0 0-6 16,0-4 6-16,-2 2-70 0,-1 0-14 0,-1 1-23 0,0 1-93 15</inkml:trace>
  <inkml:trace contextRef="#ctx0" brushRef="#br0" timeOffset="38161.08">26368 12855 652 0,'-2'-2'94'0,"0"1"16"0,0-1-31 16,-4-2-45-16,-8-3-9 0,1 1-20 0,3 2 0 0,5 2 1 15,1 2-2-15,0 0-11 0,1-1 7 0,-1-1 0 16,0 0 2-16,2 2-7 0,0 0 2 0,1 0-1 15,-1 0 3-15,0 0 11 0,2 0 5 0,0 0 7 16,2 0-3-16,1 0 20 0,14 2 5 0,18 1-7 0,10 1 4 16,11-2-20-16,7-2 5 0,0-4-3 0,8-1 2 15,-8-1-16-15,5 1 0 0,1-1 2 0,-4 2-1 16,0 1 0-16,-4 1-8 0,1 2-2 0,-5 0 1 16,1 3 3-16,-6 1-3 0,-4 4 3 0,-7-1-3 15,-6-1 8-15,-5-1-6 0,-8-1 2 0,-3 0-4 16,-8-3-5-16,-2 1 11 0,-1 0-7 0,-5-2 10 15,1 0-8-15,-2 0 5 0,2 2-5 0,-1 0 3 0,1 0-10 16,-2 0-19-16,0-1-11 0,0-1-10 0,-2 0-90 16,0 0-71-16,-2 0-8 0,0 0-25 0,-2 0-70 15</inkml:trace>
  <inkml:trace contextRef="#ctx0" brushRef="#br0" timeOffset="38503.99">26867 13158 957 0,'-2'0'89'0,"0"0"-73"0,1 0 85 16,-1 0-36-16,0 0-82 0,0 0 13 0,2 0-10 16,0 0 13-16,0 0-3 0,2 0 0 0,0 0 9 15,1 0-5-15,1 0 2 0,17 2-8 0,-1-2-2 0,2 0-1 16,0 0 3-16,-1 0-6 0,-3 0-6 0,1-2 1 15,-2 2-11-15,-6 0-7 0,-2 0-8 0,-3 0-3 16,-3 0-53-16,-1 0 54 0,2 0-6 0,0 2 26 16,-1 0 17-16,-1-1 18 0,0 1-8 0,0 0 12 15,0 2-16-15,-2 0 9 0,0-1-2 0,0-1 6 16,0 4 5-16,0-3-1 0,0-1 0 0,0 2-1 16,0 0 3-16,0-1 4 0,0 1 2 0,0 0-2 0,0-2-7 15,0 0 1-15,2 1-3 0,0 1 2 0,1 0-10 16,5-1 1-16,10 5-2 0,6-3 1 0,1-5-9 15,4 0-48-15,5-5-152 0</inkml:trace>
  <inkml:trace contextRef="#ctx0" brushRef="#br0" timeOffset="43142.76">10812 3462 68 0,'0'0'0'0,"0"-2"10"16,0 0 110-16,0 1-25 0,0-1 8 0,0 0-44 15,0 0-17-15,0-2-15 0,0 1-2 0,0-1-1 16,0 0-9-16,0 0-2 0,0 1 0 0,-2-1-2 15,0 0-4-15,0 2 8 0,1 1 4 0,-5-1 3 16,-13-6 19-16,-3 3 2 0,0 1-5 0,0 2 3 0,-8 2-13 16,2 0 5-16,-2 2 5 0,4-2-2 0,4 2-3 15,-2 0 1-15,-4 1-4 0,6-1 3 0,-1 2-14 16,7-2 1-16,3 0-2 0,0 0 4 0,2-1 11 0,1-1-8 16,3 0 2-16,5 0-3 0,-2 0 0 0,1 0-7 15,-1 0 3-15,2 0-5 0,0 0-3 0,2 0 0 16,0 0-5-16,2 0 2 0,2 0-7 0,31 0 0 15,4 0 3-15,4-1-2 0,1-3 9 0,6-2-3 16,4 1-1-16,-2-1-1 0,2-1 6 0,0-1-4 16,0 1 6-16,3-2-5 0,5 1 7 0,6 3-6 15,3-3 5-15,-1 3-5 0,5-3 3 0,-7 3 3 16,-4-1-7-16,-5 0 4 0,-9 3-19 0,-5-1 10 16,-3 2-3-16,-3 0 7 0,-7 0-3 0,-6 2-6 15,-6 0 0-15,-3 0-1 0,-2 0 0 0,-4 0-4 0,-2 0 9 16,-1 0-5-16,-3 0 8 0,-1 0-11 0,0 0-9 15,-1 0 1-15,1 0-13 0,0 0-16 0,-2 0-2 16,0 0-9-16,-1 2-45 0,1 0-148 0,0 0-30 0</inkml:trace>
  <inkml:trace contextRef="#ctx0" brushRef="#br0" timeOffset="43461.89">10621 3713 572 0,'0'-2'23'0,"-2"0"1"0,0 0 15 16,-2 0-13-16,-18-11 5 0,9 8-14 0,-2-3-1 15,2 5 1-15,-2-1-2 0,2 4-13 0,0 0 9 16,4 0 0-16,3 0 3 0,3 0 3 0,-1 0 14 15,0 0 1-15,2 0 7 0,1 0 15 0,-1 0-12 16,2 0-1-16,0 0-5 0,2 0-4 0,1 0-6 16,23-6-5-16,23-3-1 0,-1 2-15 0,9-1 8 0,3 3 0 15,1-1 1-15,8 0-12 0,7 3 7 0,4-1-9 16,18 0 7-16,8 1-7 0,9-5 0 0,-2 4 8 16,-5-1-6-16,-4-1 7 0,2 3-13 0,-2-1-3 0,5 2-3 15,5-2-12-15,-10 4-23 0,0 0-17 0,-10 2-3 16,-6 4-65-16,1-1-214 0</inkml:trace>
  <inkml:trace contextRef="#ctx0" brushRef="#br0" timeOffset="57215.23">24931 7094 34 0,'0'0'0'0,"0"0"3"0,0 0 28 0,0 0 2 16,0 0 6-16,0 0-10 0,0-2 3 0,0 0-18 16,0 0 12-16,0 0-6 0,0 1 38 0,0-1-39 15,0 0 0-15,0 0-14 0,0 0 0 0,1 0 4 0,1 0 9 16,0 1-6-16,0-1 1 0,0 0 6 15,0 0-5-15,1 0 6 0,1 0-9 0,13-1 1 0,3-1 2 16,2 2 1-16,1 0 8 0,-1 0-5 0,0-1-4 16,4-3 2-16,6 0 3 0,1 1 4 0,-1-1-2 15,-2 1 0-15,-6-1-15 0,-2 1 1 0,-3 1 2 0,-6 2-1 16,3-2-2-16,-5 2-3 0,1 1-5 0,-3-1 2 16,0 0-4-16,-3 2 4 0,-3 0 0 0,3-2-1 15,-4 2-8-15,0 0 6 0,0 0-8 0,-1 0 6 16,3-2-17-16,0 0-97 0,0 0-31 0</inkml:trace>
  <inkml:trace contextRef="#ctx0" brushRef="#br0" timeOffset="57636.65">25196 6856 79 0,'0'0'21'0,"0"0"41"0,0-2-32 0,0 0-3 0,0 1 3 15,0-1-5-15,0 0-18 0,0 0 12 0,-2 0 2 16,0 0 5-16,2 0 9 0,0 1 5 0,0-1 1 15,0 0 3-15,0 0 4 0,0 0-14 0,0 0-1 16,0 0-5-16,0 1-12 0,0-1-6 0,0 0-10 0,0 0 4 16,0 0-11-16,0 0 11 0,2 0-4 0,0 1 4 15,0 1-9-15,0 0 5 0,0 0 1 0,-1 0 2 16,1 1 2-16,0 1-5 0,0 0 3 0,0 2-5 16,2 3-2-16,3 10 2 0,0 0 4 0,1-1-1 0,1 5 9 15,2 1-11-15,0 0 1 0,-1 3-5 16,1 1 2-16,-2 0 3 0,-1-2 0 0,-1 0 3 0,-1-2 3 15,-1 2-7-15,-1-1 1 0,0-1-2 0,-3-2 1 16,3 3 0-16,-2-3-8 0,2 0-5 0,-1 1-99 16</inkml:trace>
  <inkml:trace contextRef="#ctx0" brushRef="#br0" timeOffset="58459.77">26332 8446 57 0,'0'0'31'15,"0"0"0"-15,0 0 16 0,-2-2-16 0,1 0 4 16,-1 0-21-16,0 0 6 0,0 0 11 0,0 0-4 0,0 1 11 16,0-1 11-16,1 0-6 0,-1 0 10 0,0 0 4 15,0 0-10-15,0 0 1 0,0 1-4 0,0-1-9 16,1 0-17-16,-1 0 1 0,0 0-6 0,0 0-6 0,0 0-13 16,0 1 5-16,2-1-6 0,0 2 17 0,0-2-12 15,0 0 7-15,2 2-7 0,0-2 10 0,2 0-11 16,12-1 0-16,7-1-2 0,1 0 16 0,4-1 23 15,7 1 1-15,2 0 6 0,11 0 2 0,-1 1-12 16,-4-1-1-16,5 0-5 0,-7 1-10 0,1-1-11 16,-3 2 9-16,-5 0-10 0,-6 2 9 0,-4 0-11 15,0 0-1-15,-7 0 0 0,-1 0 8 0,-5 0-6 16,-1 0-2-16,-5 0-2 0,1 0-2 0,-4 0 7 0,1 0 0 16,1 0 0-16,0 0-12 0,0 0-22 0,-3 0-38 15,1 0-22-15,0 0-398 0</inkml:trace>
  <inkml:trace contextRef="#ctx0" brushRef="#br0" timeOffset="59656.8">24986 8102 33 0,'0'0'30'0,"0"0"-3"0,0 0 27 15,0-2 2-15,0 0-3 0,0 0 1 0,-2 1 7 16,2-1-4-16,-1 0 2 0,1 0-18 0,-2 0-6 16,0 0 1-16,2 0-2 0,-2 1-1 0,0-1-11 15,0 0 3-15,0-2-5 0,1 0-4 0,-1 3-6 16,0-3-2-16,0 2 1 0,0 0 6 0,2 0 2 16,-2 0-4-16,0 1 2 0,1-3-3 0,-1 2 2 15,0 0-2-15,0 0 1 0,0 0-2 0,0 1 1 0,0-1-3 16,1 0 1-16,-1 0-9 0,0 0-2 0,0 2 8 15,-2 0-6-15,2 0 2 0,-1 0-2 0,-1 2-1 16,0 0 0-16,1 0-3 0,-1 0 1 0,2 1 2 0,-2 1 0 16,2 0 8-16,-3 5-8 0,-1 0-2 0,3-1-1 15,-1 1-1-15,0-2 5 0,0 3-3 0,3-3 2 16,1 1-11-16,0 1 12 0,0-2 5 0,0 4 2 16,0-1 5-16,1-1 1 0,3 0-4 0,0 1 2 15,1-1-7-15,1-2-3 0,1 3 0 0,-1-3-1 16,-2-1 1-16,9 1-1 0,-2 0 4 0,4-1-4 15,-4 0 9-15,-4-3-11 0,3 1 3 0,-3 2-4 0,2-5 7 16,-1 1 2-16,-1 2-5 0,4 5 4 0,2-1-1 16,0-3 1-16,4 3-2 0,-6-5 0 0,2-1-3 15,0-2 5-15,4 0-1 0,-4 0 0 0,2 0-4 16,-2-2 2-16,-4 1 3 0,4-3-2 0,-2 0-4 0,-4 0 5 16,1 1-2-16,-1-1 3 0,-3 2-10 0,2-2 10 15,1-3-2-15,-5-4 7 0,2 2-4 0,5-3 10 16,-2 1-6-16,-1 0 5 0,-1-2-7 0,-1 2 2 15,-2 0-2-15,0 0 2 0,-2 0-4 0,0-2 1 16,0 1-3-16,-2-1 1 0,0 2-7 0,0 0 1 16,-1 0 2-16,-1 0 0 0,0 0 0 0,-1-2-2 15,-1 2 0-15,0-1 2 0,-1 1 5 0,3 4-6 16,-11-2 1-16,-3 1-2 0,-1 1 2 0,3 3 2 0,-3-1-3 16,4 1 2-16,-2 0-5 0,-5 2 2 0,4-11-4 15,-1 4 4-15,0 3-6 0,6 5 7 0,2 1-2 16,-3 0 1-16,-1 0-7 0,4 0 11 0,-4 0-1 15,4 1 3-15,3 1-9 0,-1 0 2 0,1 0 0 0,3 0 1 16,1-2 4-16,2 0-10 0,-1 2 6 0,-1 0-6 16,0-1 10-16,0 1-7 0,3 0 0 0,-1 2-3 15,0 0 7-15,0-1-1 0,0 3 0 0,0 3 0 16,2-2 1-16,0 3 1 0,0-3 1 0,2 2-3 16,2 1-8-16,0-3 5 0,1 4 4 0,1-1 0 15,-1-3 2-15,1 2-3 0,-1-1-3 0,1-1 2 0,0 1 9 16,-3-3-8-16,1 3 0 0,0-5-3 0,5 3 6 15,-3-1 0-15,-1-1-1 0,3 0-1 0,-3 0-8 16,1-1 3-16,-3 3 2 0,3-2-1 0,-4-1-3 16,2-1-5-16,-1 2-8 0,-1-4 2 0,2 2-30 0,3 3-95 15,2 1-2-15,6 1-46 0,2-1-134 0</inkml:trace>
  <inkml:trace contextRef="#ctx0" brushRef="#br0" timeOffset="59967.76">25447 8076 472 0,'0'0'14'0,"0"0"3"0,0 0-3 0,0 0-2 0,0 0-5 16,0 0-7-16,0 0-1 0,-2 0-5 0,0 0 4 15,0 0-6-15,0 2 8 0,0 0-1 0,1 0 4 16,-1-1 18-16,0 1 14 0,0 0 3 0,0 0 4 16,0 0 21-16,0 0-7 0,2 0 1 0,0-1-6 15,-1 1-23-15,1 0-18 0,-2 0 2 0,2 0-6 16,0 0 1-16,0 0-11 0,0-1 2 0,0 1-4 0,0 0 6 16,0 0-1-16,0 0 0 0,0 0-1 0,0 0-6 15,0-1-1-15,0 1-13 0,0 0-1 0,0-2-101 16</inkml:trace>
  <inkml:trace contextRef="#ctx0" brushRef="#br0" timeOffset="60621.93">25560 7896 285 0,'0'0'29'0,"0"0"3"0,-2-2 5 0,0 0-9 15,0 0-2-15,1 1-12 0,-1-1-5 0,0 0-1 0,-2 0 1 16,0 0 6-16,3 0 32 0,-3 0-3 0,2 1 11 16,-2-1 1-16,2 0-11 0,1 0 0 0,-1 0-5 15,0 0-11-15,0 0-14 0,0 1 2 0,0-1-6 16,0 0 0-16,1 0 0 0,-1 0 1 0,2 0 1 15,0 0 5-15,0 1-4 0,2-1-5 0,-1 0 1 16,3 2-8-16,0 0 5 0,13 0-2 0,1 0 1 16,1 2-13-16,1 0 5 0,1-1 2 0,1 1 2 15,-2 0 6-15,2 0-3 0,4 2-4 0,-3-1 2 0,-1 1-1 16,0 0-5-16,-9-4 5 0,0 2-5 0,-3-2 8 16,-3 0-3-16,2 0-2 0,-1 0 0 0,1 2 0 0,-3-2-4 15,-5 0 8-15,1 0-6 0,2 1 2 0,0 1 1 16,-1 0-2-16,1 0 4 0,-2 0 6 0,0 0-6 15,0 0 1-15,0-1-3 0,-1 3 8 0,1 0-9 16,0 0 4-16,0-1-4 0,0 1 6 0,0 0-3 16,0-1 1-16,-1 1-2 0,-1-2 0 0,0 4 6 15,0 1-5-15,0-1 4 0,0 1-4 0,0 4-1 16,0 0 3-16,2 2-3 0,-2-2 0 0,0 0 2 0,0 1 0 16,0-1 0-16,0 2 0 0,0 0-4 0,0 0 2 15,0 2-2-15,0-2-3 0,0 0 7 0,0 1-3 16,0-1 7-16,0 0-2 0,-2 4-7 0,2-2 1 15,-1 0-3-15,1 2 4 0,0-4 6 0,-2 0 1 16,0 0-1-16,0-2-3 0,0 0 0 0,0 2 0 0,0-4 0 16,1 2 2-16,1-1 5 0,0-1-7 0,0-2 6 15,0-1-11-15,0 1 11 0,0-1-6 0,0-2 7 16,0-1-14-16,0-1 10 0,0 2-1 0,0-2 4 16,0 1-11-16,0 1 6 0,0 0-2 0,0-2 5 15,1 0 0-15,1-1-12 0,-2 1 4 0,0 0-6 16,2-2 5-16,0 0-42 0,0 0-29 0,0-2-13 0,0 0-182 15</inkml:trace>
  <inkml:trace contextRef="#ctx0" brushRef="#br0" timeOffset="61025.5">25777 8165 133 0,'0'0'62'0,"0"0"-54"0,-2-2 69 15,0 0-28-15,1 1-10 0,-1-1-31 0,0 0 5 16,0 0-13-16,0 0 10 0,0 0-13 0,0 0 5 16,1 1-6-16,-1 1 11 0,0 0-2 0,0 0 1 15,0 0-1-15,0 0 17 0,0 0 23 0,1 0-1 0,-1 0 8 16,0 0-5-16,0-2-10 0,0 2 7 0,0 0-9 15,0-2 1-15,1 2-17 0,-1 0-2 0,0 0-5 16,0 0-6-16,0 0-9 0,2 0 5 0,0 0-5 16,0 0 13-16,0 0 5 0,2 0-2 0,0 0 2 15,3 0-2-15,23 0 10 0,-4 0-2 0,4 0 6 16,4 0 5-16,3 0-9 0,0 0-4 0,6 0-3 16,-5 0-11-16,-3-2 3 0,-1 0 0 0,-8 0 0 15,-2 0 3-15,-2 1-3 0,-1-1 0 0,-4 2-1 16,-2 0-11-16,-2 0 5 0,-4 0 3 0,-1 0 2 0,0 0 8 15,-3 0-14-15,1 0 0 0,-2 0-7 0,0 0-5 16,0 0-8-16,-1 0-13 0,3 0-22 0,-2 0-274 16</inkml:trace>
  <inkml:trace contextRef="#ctx0" brushRef="#br0" timeOffset="62667.1">14223 2368 65 0,'0'0'6'0,"0"-1"9"0,0-1 24 15,0 0 8-15,0-2 6 0,2 0-3 0,-2-1-30 16,1-4 7-16,1 1-10 0,0 3 3 0,0-1-14 16,0 0 4-16,0 1-7 0,-2 3 2 0,3 0 6 15,10-7-11-15,-1 3 8 0,-5 3-13 0,4-1 12 16,4 2-5-16,-4 2 7 0,4 2-7 0,-8 0 13 0,3 1 5 15,-3 1 0-15,1 2 6 0,5 14-8 0,-12-1-1 16,5 1-1-16,-4 1-4 0,2 3 3 0,-1 0-4 16,1 2 2-16,3 2-7 0,-1 3 0 0,3 3-1 15,2 3 1-15,-3 0-10 0,1 6 6 0,4-2-4 16,-2 5 6-16,0 0 1 0,4-5-5 0,-4 2 3 0,2-12-3 16,-1 1 7-16,-1-6-5 0,0-6 6 0,0-1-6 15,0-6 5-15,-3 0-3 0,-1 2 1 0,-1-6 0 16,-1 2-4-16,-3-3 9 0,4-5-8 0,-5 1 10 15,1 2-5-15,0-4-7 0,0 1 11 0,-2-1-8 16,4 2 19-16,-1 0-2 0,1-1-3 0,-2-1 2 16,0 0-5-16,0 0 0 0,0 0-3 0,-1-2 3 15,1 0-4-15,0-2-8 0,0-2 9 0,5-26-8 0,1-9 9 16,-1-5-8-16,-1-6-5 0,-1 2 1 0,3-4 3 16,-3-2 0-16,5 5 7 0,-1 3-7 0,0 0 3 0,-1 7-6 15,1 1 1-15,0 3-2 0,-1 5 2 0,-1 4 8 16,1 2-1-16,-3 6 5 0,1-1-1 0,-3 4-4 15,1 2-5-15,-2 6 3 0,0 1-2 0,-2 3-4 16,0 1-1-16,0-2-6 0,2 0-6 0,0 1 10 16,-1 1-4-16,1 0 4 0,-2 0-13 0,0 2-10 15,0 0 0-15,0 2-2 0,0 0 2 0,0 3 2 16,-2 18-2-16,1 3-5 0,-1 0-50 0</inkml:trace>
  <inkml:trace contextRef="#ctx0" brushRef="#br0" timeOffset="63431.92">15053 3104 297 0,'0'-2'29'15,"0"0"7"-15,0 0 26 0,0-2-31 0,0 1 19 16,-2-1-38-16,0 0-12 0,0 1-1 0,0 1-5 15,0 0-7-15,-1 2 11 0,-1 0 1 0,2 0 2 0,-9 7 3 16,0 1-1-16,-4 14-1 0,4-2 0 0,2 1-9 16,3-1 15-16,4 3-9 0,0-5 11 0,-13 3-5 15,6-3-9-15,2 3 11 0,3-3-11 0,2 3 9 16,2-3 0-16,0-1-5 0,2-2 3 0,2-2-9 0,-1 0 12 16,1-4-6-16,-2-2 7 0,2 1-12 0,-2-4 4 15,-2-3 4-15,3 3 0 0,1 0 0 0,0-2 5 16,-1 0-8-16,-1-1 8 0,2-1-8 0,0 0 0 15,-1-1-4-15,1-3 0 0,0-4-3 0,5-12 13 16,-1 0-2-16,-3 1 5 0,-1 0-10 0,-2 1 1 16,-2 1-2-16,0-1 2 0,-2-1 2 0,-2 2-5 15,0-3 3-15,-1 1-3 0,-1 1 6 0,3 1 1 0,-3-5 3 16,2 3-1-16,1-3 3 0,-1-2 4 0,4 7-5 16,0-2 6-16,4 5 2 0,1-3-16 0,4 2 7 15,-1 0-10-15,18 0 8 0,9 8-7 0,-5-2 3 16,1 3-4-16,3 4 6 0,-4-16-3 0,-3 8-2 15,-4 8 0-15,-3 2 2 0,-1 6-7 0,-1 3 7 0,-5-5-7 16,-2 20 7-16,-5 4 1 0,-2-2 0 0,11-4 1 16,-4 1 8-16,-6-5-7 0,-5 1 10 0,-2-3-7 15,-3 1 23-15,-3-4-9 0,5-2 0 0,-27 0-2 16,-2-1-8-16,1-3 3 0,-3 1-4 0,5-3 4 16,1 1-4-16,-2-3 7 0,6 1-5 0,4-2 6 0,-1 13-8 15,12-10-1-15,0-1-1 0,1 0 0 0,6-4 1 16,-1 2 1-16,-1 0-3 0,2-1 1 0,0 1-5 15,0 0-7-15,2-2 5 0,0 0-5 0,2 0 12 16,19 2-9-16,12-2 7 0,2 0-8 0,-3 0 4 16,1 0 4-16,-1 2-5 0,1 0 3 0,-7 0-3 0,-2 1-8 15,-3 1 5-15,-6 0-4 0,-2-1 11 0,-4 1-4 16,0 0-1-16,-3-2-2 0,-2 0 0 0,-3-2 11 16,3 3 7-16,0 1 1 0,-2 0 10 0,0-1 4 15,-2 1-4-15,0 0 4 0,-2 0-13 0,-8 3 0 16,-29 15 0-16,-5-7 1 0,-3-4-4 0,-1-1-7 15,2-5 3-15,1-1-4 0,2 0 0 0,8-3-3 16,5 1-4-16,4 0 1 0,8 0 7 0,3 0-13 0,0 0 6 16,11-2-10-16,-1 0 12 0,3 0-19 0,-2 0 3 15,1 0-10-15,1 0 6 0,0 0-3 0,2 0 4 16,2 0-6-16,1 0-2 0,36-4-7 0,0-2-18 16,4 1 0-16,7-4-90 0,0-1-99 0</inkml:trace>
  <inkml:trace contextRef="#ctx0" brushRef="#br0" timeOffset="63790.28">15736 3074 323 0,'0'-2'47'0,"-2"0"49"0,0-1-41 16,0-1-15-16,-3-7-14 0,3 7 4 0,-2-2-30 15,2 3 8-15,1-1-10 0,-1 0 6 0,0 2-10 0,0 1-4 16,0-1 10-16,0 0-8 0,0 0 4 0,1 2 10 15,-1 0-9-15,0 0 9 0,0 2-11 0,0 0 6 16,0 1 2-16,-7 12 1 0,0 4 1 0,1-1-4 16,1 1 1-16,-1 0-2 0,3-1 11 0,-1 1-8 15,1-1 5-15,1 1-6 0,0-1 1 0,2-1-1 16,1-2-6-16,1 0 3 0,0 0-1 0,1-2 12 16,1 0-2-16,2-4 6 0,2 2 4 0,-1-3 9 15,4-1-2-15,10-3 2 0,3-1-9 0,4 14 4 16,-2-6 1-16,2-3-1 0,2-5-15 0,0-1 0 15,0-2-6-15,0-2 2 0,-4-1-4 0,6-3-2 0,-6 1 5 16,2-3-2-16,2 1 0 0,-8 1-5 0,-1 1-4 16,-4-1 0-16,-4 2-3 0,-2 1 4 0,0-3-4 15,-5 4 4-15,-2 2-6 0,-2-2-9 0,5-5-18 0,1-1-1 16,-2 1-87-16,-3 0-53 0</inkml:trace>
  <inkml:trace contextRef="#ctx0" brushRef="#br0" timeOffset="64074.34">15651 3243 183 0,'0'0'53'0,"-2"-2"43"0,0 0-16 16,0 0-36-16,0 1-14 0,0-1-3 0,0 0-30 0,1 2 5 16,-1 0 2-16,0 0 1 0,0 0-3 0,2 0 14 15,0 0-6-15,2 0 7 0,0 0-13 0,27-6 8 16,3 3-1-16,7-3 5 0,2-1 17 0,2 1-8 15,-3 0-4-15,5-1-2 0,-8 1-8 0,0 1-9 16,-5 1 6-16,-6 2-9 0,-4 0-7 0,-3 1 1 16,-1-1 4-16,-3 0-3 0,2 0 2 0,-2 0-6 15,-4 0 2-15,0 0-1 0,-2 2 1 0,-3 0 0 16,-3 0-4-16,-1 0 2 0,2 0-8 0,0-1-121 16,-2-1 1-16</inkml:trace>
  <inkml:trace contextRef="#ctx0" brushRef="#br0" timeOffset="64246.6">15545 3065 298 0,'0'0'74'0,"-2"-2"-11"0,0 0 24 0,0 0 2 0,0 0-25 15,0 0-40-15,1 1-28 0,-1-3 5 0,2 2-11 16,0 0 16-16,2 0-8 0,1 0 3 0,23-7-4 16,11-2 3-16,6 2 6 0,2 1-5 0,-1 3 3 15,3 3-12-15,-8 2-6 0,-2 0 3 0,0 4-3 16,-4-1 7-16,1 3-6 0,-1-2-2 0,-7-1-2 0,2 3-8 15</inkml:trace>
  <inkml:trace contextRef="#ctx0" brushRef="#br0" timeOffset="64513.9">16592 2775 262 0,'0'-2'28'0,"0"0"3"16,2 1 22-16,0-1 0 0,0-2-33 0,-1 0-4 0,1 1-8 0,9-5 5 15,14-7 7-15,6 0-6 0,6 1 4 0,-3 2-6 16,1 3-5-16,-7 2-3 0,-4 1 4 0,-4 2-4 15,-3 3-6-15,0-1 3 0,-4 0-1 0,-2 0 2 16,0 0-6-16,0 0-7 0,0 2-5 0,-1 0 1 16,-1 0-9-16,-5 0 10 0,-1 0-82 0</inkml:trace>
  <inkml:trace contextRef="#ctx0" brushRef="#br0" timeOffset="64684.78">16594 3007 354 0,'0'0'56'0,"0"0"1"15,-2 0 15-15,2 0-12 0,-2 0-9 0,2 0-35 0,0 0-18 16,0 0 0-16,0 0-4 0,0 0 13 0,2 0 3 16,0 0-2-16,0 0 1 0,1 0-8 0,14 2-1 15,2 0 0-15,5 0-2 0,6-2-2 0,1 0-14 16,1 0 4-16,3-2-6 0,-2-4 2 0,3 1-8 16,1-3-13-16,0-1-10 0,0-2-149 0</inkml:trace>
  <inkml:trace contextRef="#ctx0" brushRef="#br0" timeOffset="65213.23">17643 2517 523 0,'-2'-2'35'16,"0"0"-3"-16,0 0 15 0,-1 1-4 0,-18-11-8 15,4 5-37-15,-3 0 6 0,1 3-9 0,1 2 8 16,-6 2-11-16,3 2 8 0,-1 2 0 0,2 1 2 15,3 1-3-15,0 1-4 0,0 2 4 0,4 1-4 16,0-5-1-16,8 14 6 0,-1-1-4 0,3 1 6 16,1 3 4-16,-2 1 4 0,-14 4-3 0,6 1 1 0,5 2-4 15,5 2 6-15,2-3-4 0,0 3 2 0,2-4-15 16,4-2 12-16,3 0 2 0,6 0 3 0,-8-4-7 16,15-4 11-16,4 3-7 0,-5-8 7 0,3-2-13 0,6-4 5 15,3-1 3-15,-1 13 1 0,-3-6 6 0,1-4-5 16,-4-5 0-16,-4-3 0 0,-1-1-4 0,-5 0 4 15,3-1-2-15,-2-5 3 0,-1-1 1 0,-3-1-1 16,0 1-2-16,-3-17 1 0,-3-6 3 0,-1-5-1 16,-1-1-1-16,-3-4-2 0,0 1-10 0,18 3 5 15,-8-1 1-15,-9 2 2 0,-3 0-4 0,-2 5 3 16,-3 0-7-16,-4 4 3 0,-3 2-5 0,1 4 1 16,9 3 7-16,-18 2-4 0,-6 2 4 0,-4 4-2 0,1-1 3 15,-3 5-1-15,-1 1 4 0,-5 2-3 0,7-16-8 16,-3 5 3-16,5 7-7 0,3 6 6 0,-6 0 2 15,4 4 0-15,4 1-9 0,4 3 6 0,3-1-3 16,4 3 3-16,-2-5-3 0,8 19 1 0,1 0-2 16,3 1 2-16,-14-1 4 0,6 0-2 0,5 0 1 0,4 2-1 15,2-2 0-15,4 0-6 0,2 2-1 0,1-3-3 16,2-1-5-16,2-2 4 0,2 1-5 0,-11-5 4 16,22 1-6-16,1-2-26 0,-1-2-18 0,2 0-11 15,-4 4-126-15</inkml:trace>
  <inkml:trace contextRef="#ctx0" brushRef="#br0" timeOffset="65430.15">18001 2718 812 0,'0'-2'10'0,"0"0"-1"0,0 0 6 15,2 0-10-15,0 0 3 0,-2 0-16 0,2 1-2 16,0-1 10-16,-1 2-5 0,1 0 13 0,0 0-10 15,0 0 1-15,0 2-4 0,0-1 11 0,0 1 2 16,-1 0-2-16,1 0 0 0,0 0-12 0,0 0 7 16,0 0-2-16,0-1 1 0,0 1-23 0,-1 0 8 0,1 0-7 15,0 0 5-15,0 0-23 0,2 0-18 0,-1-1-104 16</inkml:trace>
  <inkml:trace contextRef="#ctx0" brushRef="#br0" timeOffset="65840.17">18257 2342 798 0,'0'-1'20'0,"-1"-1"-2"0,-1-2 8 0,2 2-5 0,-4-5-4 16,0-1-17-16,2 5-4 0,1-1-3 0,-1 0 1 0,0 2-1 15,0 0-1-15,2 1 7 0,0-1-4 0,2 0 12 16,0 0-2-16,1 0-3 0,16-3 1 0,9-1 2 15,2 2-5-15,1 1 5 0,1 1-5 0,1 2 10 0,1 0-7 16,-1 2 1-16,-3 0-4 0,-2 1 0 0,-2 3-2 16,-2 1 3-16,0 1-1 0,0-1 2 0,-2 2-1 15,0 1-7-15,-5-3 4 0,2 0-6 0,-4 1 7 16,-2-1 1-16,0 1 1 0,-4-3 1 0,-4-1 7 16,-1-2-2-16,-2 7 2 0,7 2-3 0,-1 0 2 15,-3 1-2-15,-1 1 0 0,-2 0 0 0,-2 1-1 16,0 3 9-16,-2 2-7 0,-2-1 7 0,-1 5-4 15,-1-1-10-15,1 2 7 0,-3 0 2 0,1-2-9 0,-1 6 12 16,3-2-11-16,-1 0 7 0,1 2-1 0,1-6-1 16,0 4 2-16,0-3 5 0,3-5-2 0,1 3-5 15,0-6 2-15,0-1-4 0,0-2 2 0,0-3 1 16,1 4-2-16,-1-8-2 0,2 5-3 0,0-5 0 0,-2-3-2 16,2 4-8-16,-2-5 3 0,2 3 6 0,0 0-3 15,0-2 3-15,-1 0-5 0,1-1-12 0,-2-1 2 16,0 0-68-16,0-1-60 0,0-1-50 0</inkml:trace>
  <inkml:trace contextRef="#ctx0" brushRef="#br0" timeOffset="66068.42">18447 2623 316 0,'0'0'52'0,"0"0"-2"15,-2 0 13-15,0-2-5 0,0 0-12 0,0 0-8 0,1 0-19 16,1 2 0-16,0-1-7 0,0 1 2 0,0-2 16 15,1 0 0-15,1 0 5 0,2 0-9 0,11-2-6 16,15-1 3-16,3-1-3 0,2 3 13 0,2-1-16 16,6-2 5-16,7 1-9 0,6-1 1 0,5 1-1 15,0 1-8-15,3 2 5 0,-5 0-12 0,0 0-17 16,-1 2-1-16,-8 0-6 0,-2 2-2 0,-5 2-18 16,0 1 5-16</inkml:trace>
  <inkml:trace contextRef="#ctx0" brushRef="#br0" timeOffset="69709.86">4917 4392 178 0,'0'0'19'0,"0"0"5"16,0-2 36-16,0 1 14 0,0-1 8 0,0-2 0 0,0-2 19 16,-2-5-11-16,0 0 11 0,0-4-42 0,0 2-6 15,1 0-6-15,-1 2 2 0,0 0-3 0,0 2-10 16,0-2 7-16,0 1-10 0,0 1-2 0,1 2 3 15,-1-1-4-15,0 1 4 0,0-1-1 0,0 3 2 16,0-1 0-16,2 2 0 0,0 1-6 0,0 1-12 16,0 0 1-16,-2-2-5 0,1 1-4 0,-1-1-4 15,0 2-1-15,0 0 0 0,2 0-4 0,0 0-3 16,0 2 5-16,0 0-4 0,0 2 1 0,0 0 1 0,0 2-2 16,0 9 2-16,2 9 6 0,0 2-4 0,1 0-2 15,1 4 0-15,0 0 0 0,0 2 1 0,-1 5 2 16,-1-1-2-16,0 1-9 0,2 2 10 0,-1-4-6 15,1 5 8-15,2-1-5 0,-3-4 1 0,-1 2 1 0,2-7 1 16,-2-4-2-16,2 4-2 0,-1-4 2 0,1 1-2 16,0 0 2-16,-2-2 3 0,-1 1-2 0,1-2 4 15,2 2 2-15,-2-1-9 0,0-1 2 0,1 2-4 16,1-2 6-16,0 1-2 0,1-3 2 0,1-1-1 16,-2-3 1-16,1 3 4 0,1-4-4 0,-1 1 5 15,1-6 5-15,0 1-6 0,1-2 0 0,-5-5-3 16,3 5 0-16,5-7 5 0,-5 0-1 0,6 2 1 0,-3 1-3 15,-1 1-2-15,4 1 7 0,-9-7-6 16,4 2 6-16,-4-2-11 0,1 2 2 0,5-2-2 0,-4 0 9 16,-1 0-10-16,1 0 5 0,0-2-7 0,-1-2 7 0,-1 1 0 15,11-16-3-15,-2-1 2 0,1-5-2 0,-3-1 0 16,0-1-1-16,2-3 1 0,0-2 0 0,2 1-1 16,4-5 5-16,0-1-4 0,0-4 1 0,-1-5 1 15,1-6-2-15,1-7 2 0,3-4 0 0,-4 1-3 16,1-3-5-16,-3 8 3 0,-2 7-1 0,-2 7 5 15,0 8 1-15,-1 5 1 0,-3 6-2 0,-1 5-4 16,-3 4 3-16,-1 4-3 0,0 2 2 0,0 1 2 0,-2 5 2 16,0-3 0-16,0 2-3 0,0 3-1 0,0-1-1 15,0-2 2-15,0 0 2 0,0 2-10 0,0 1-3 16,0-1-2-16,0 2-5 0,-2 0-12 0,0 0-1 16,0 2-8-16,0 1-40 0,-1 7-94 0,-3 12-23 15</inkml:trace>
  <inkml:trace contextRef="#ctx0" brushRef="#br0" timeOffset="70164.49">5576 5001 185 0,'0'0'122'0,"0"0"-137"16,0-2 143-16,0 1-67 0,0-1 13 15,0 0 10-15,0 0 8 0,0 0-2 0,0 0 5 0,0 0-19 16,0 1-3-16,-2-1-6 0,0 0-17 0,2 0-13 16,-2 0-1-16,2 0-4 0,-1 0-14 0,1 1-12 15,-2-1 2-15,0 0-4 0,2 2 1 0,-2 0 2 16,0 0 2-16,0 2 0 0,0 0-4 0,1 1 4 16,-1 8-4-16,-4 12 6 0,1 3-2 0,-1 3 4 15,0 3-4-15,1 5 3 0,-1 2-6 0,1 2 3 16,-3 4-5-16,3 1 5 0,-1 0 1 0,1-1-4 15,-1-2 3-15,2-6-5 0,2-6-7 0,2-5 6 0,0 0 0 16,0-5 4-16,0-3 1 0,0 1-3 0,2-4 0 16,0-2 0-16,2 0 10 0,-2-6 3 0,1 2 1 15,-1-3 0-15,0-2-2 0,0-1-1 0,5-1-2 16,6 0-1-16,0 0-7 0,2 9 7 0,0-2-1 0,0-3 3 16,4 0-6-16,-3-5-1 0,5 1 2 0,-1-2-1 15,-1 0-2-15,1 0-6 0,-1-2 1 0,-3 1-2 16,-1-1 8-16,0 0-8 0,-2 0 3 0,0 0-4 15,-2 0 5-15,-5 2 0 0,-1 0-4 0,-3 0 1 16,4 0-9-16,-2 0-6 0,-3 0-7 0,1 0-1 16,2-2-38-16,0 1-38 0,-1-1-17 0,1 0-10 15,0 0-100-15,-2 0-110 0</inkml:trace>
  <inkml:trace contextRef="#ctx0" brushRef="#br0" timeOffset="70434.69">5502 5551 787 0,'0'0'22'0,"0"0"-3"0,-2 0 17 0,0-2 4 16,0 0-5-16,0 0 13 0,0 0 14 0,1 1 5 15,-1-1 3-15,0 0-2 0,2 0-18 0,0 0-3 16,0 0-5-16,2 0-14 0,0 1-3 0,1-3 1 15,14-7 1-15,7-4 4 0,2 2-10 0,2 0 2 0,-2 2-5 16,2 0-9-16,2 1-3 0,-4 5-5 0,1-1 2 16,1 1-3-16,-5 1 4 0,1 2-1 0,-8 0 1 15,-3 2-5-15,0-2-11 0,2 1 2 0,-2 1-5 16,0 0-19-16,-3 0-16 0,-3 0-8 0,-1 0-1 16,-3 0-16-16,1 0-44 0,0 0-30 0</inkml:trace>
  <inkml:trace contextRef="#ctx0" brushRef="#br0" timeOffset="70709.99">5608 5113 758 0,'-2'0'73'0,"0"0"-62"15,0-2 75-15,0 0-29 0,-2 0-20 0,1 0 31 16,-1 0-1-16,0 1 11 0,2-1 20 0,1 0-27 15,-1 0 5-15,0 0-17 0,0 0-26 0,0 0-5 16,0 1-4-16,2-1 2 0,0 0-8 0,2 0 3 16,0 0-2-16,2 0 0 0,3-1-18 0,14-5 1 0,5 3-1 15,-6 1 2-15,0 2 3 0,1 0-5 0,-8 2 3 16,4 0-3-16,7 0-2 0,-2 0-5 0,-2 0-10 16,3 0 1-16,-8 0-39 0,11 0-35 0,-2 0-19 15,4 0-10-15,1 0-116 0</inkml:trace>
  <inkml:trace contextRef="#ctx0" brushRef="#br0" timeOffset="71082.92">6634 5040 617 0,'-2'0'224'0,"1"0"-302"15,-3 0 266-15,0 0-145 0,-11-2 14 0,-1 1 5 16,1 1 8-16,-4-2-6 0,4 2-5 0,8 0-1 16,-2 0-4-16,5 0 1 0,0 0-16 0,1 0-3 15,1 0-7-15,0 0 3 0,0 0-12 0,2 0-10 16,0-2 8-16,2 0-8 0,0 2-1 0,29-7 9 15,1 1-8-15,1 0 8 0,2 1-3 0,3-1-17 0,-5 1 5 16,0-1-7-16,-3 2 14 0,-4 1-6 0,-4 1 0 16,-1 0-3-16,-4 0 0 0,-1 2-1 0,-3 0 2 15,-3 0-2-15,-3 0-2 0,0 0 0 0,1 0-2 16,-3 0 1-16,3 0-10 0,-3 0-15 0,-3 0-3 0,2 0-5 16,-2 0-24-16,0 0-23 0,0 0-4 0,1 0-10 15,1 0-46-15,0 0-127 0</inkml:trace>
  <inkml:trace contextRef="#ctx0" brushRef="#br0" timeOffset="71348.67">6566 5263 437 0,'-2'0'41'0,"-2"0"53"0,-3 0-4 15,-6 2 3-15,2 2-2 0,1-1-1 0,3-1-24 0,1 0 2 16,3-2-2-16,1 0 2 0,0 0-17 0,-2 2 9 15,0 0-4-15,3 0 6 0,-1 0-5 0,0-1-18 16,2 1 0-16,0 0-5 0,2 0-1 0,0-2-8 16,1 0 3-16,27 0-4 0,7-2 3 0,-4-3-7 15,-1-1 1-15,0-1-4 0,1-1 7 0,4 1-21 16,-2-1 6-16,-1 3-10 0,-8-1 10 0,-8 2-7 16,1 1 8-16,-4-1-8 0,2 0 7 0,-4 2-8 15,0 1-3-15,-4 1-4 0,-2 0-32 0,3 0-53 0,-3 0-23 16,0 0-31-16,5 0-303 0</inkml:trace>
  <inkml:trace contextRef="#ctx0" brushRef="#br0" timeOffset="86636.2">7871 4444 177 0,'0'0'13'15,"0"0"7"-15,0-2 21 0,0 1 9 0,0-1 8 0,0 0-4 16,0 0 0-16,0 0 3 0,0 0-4 0,-2 0-11 16,0 1-8-16,0-1-10 0,0 0 4 0,1 0-11 15,-1 0 17-15,-2 0 4 0,0 0 1 0,1 1 1 0,-1-1 7 16,0 0-7-16,2 2 7 0,-1 0-7 0,1 0-11 15,-2 0 5-15,2 0-6 0,-1 0 6 0,-1 0-4 16,0 0-2-16,0 0-1 0,3-2 0 0,-1 2-10 16,0-2 2-16,0 0-5 0,0 0 3 0,0 1-10 15,2-1 2-15,0 0-4 0,0 0 10 0,2 0-7 16,0-2 3-16,0 1-5 0,0 3 6 0,18-6-9 16,0 1 4-16,1 1-5 0,-1 0 10 0,3 2 0 0,1-14 2 15,0 4-4-15,-6 7-10 0,-1 1 11 0,-8 4-9 16,8 0 10-16,-6 0-17 0,-1 2 13 0,-1 2 4 15,-5-2 3-15,-1 1-2 0,3 5-3 0,3 7-2 16,-3 1 0-16,-3 1 1 0,-3 3 2 0,0-5-1 16,-1 0 3-16,-3 0 5 0,-2-2-8 0,-5 4 6 0,6-1-6 15,-14 1 6-15,0 0-5 0,-1-2-6 0,1-2 2 16,-1 0-2-16,0 2 4 0,-1-1 0 0,1 3 1 16,1-2-12-16,2 0 4 0,3-4-2 0,-3 0 2 15,4 0 1-15,0-1 0 0,2 3 2 0,2-4-3 16,-1 4-3-16,5-6 1 0,-1 1-4 0,2-3 4 15,-1 1 0-15,3-2-5 0,0 1 5 0,2-3-3 0,-4 4 5 16,4-5-4-16,-3 5-2 0,3-4-1 0,0 0-1 16,0 0-3-16,0-1 3 0,0 3-2 0,2 0 9 15,-1 0-9-15,3-1 6 0,4 1-7 0,12 5 10 16,4 0-7-16,2-3 5 0,2 0-5 0,-4-3 8 0,-2 1-1 16,4 0-4-16,0-1 3 0,-2 3 0 0,1 0 2 15,-11-3-2-15,-2 1 1 0,1 2-7 0,-2-1 7 16,-4-1 8-16,-3 0-1 0,-4-3 8 0,5 11-2 15,-1-1-3-15,-2 2 1 0,-4 0-10 0,-5 3 7 16,-3-1-3-16,-6 2 6 0,-12-2 2 0,-2 0 4 16,2-2 9-16,-1-2-3 0,3 0 31 0,3-2-15 15,1-1 5-15,2-1-11 0,-3-1-8 0,5-4-12 16,-1 1-2-16,3-1-2 0,3 0-8 0,1 0 5 0,3 0-4 16,0 1 4-16,3-1-7 0,1 0-5 0,1 0 1 15,2-2-4-15,0 0 2 0,-1 4-7 0,-1-1-1 16,2 1-2-16,0 0-7 0,0 0-8 0,0-1 1 0,2-1-7 15,0 0-43-15,0 0-63 0,2 0-24 0,0 0-20 16,2-2-180-16</inkml:trace>
  <inkml:trace contextRef="#ctx0" brushRef="#br0" timeOffset="86842.62">8411 4931 1480 0,'0'0'39'0,"-2"0"64"0,1 0-64 0,-1 0 6 15,-2 0 5-15,0 0 2 0,1 0 24 0,-1 0-39 16,-4 0 3-16,7 0-17 0,-5 0-22 0,2 0-1 16,1 0-2-16,-1 0-1 0,2 2-8 0,0-1 4 15,0 1-13-15,0 0 5 0,2 0-55 0,0 0-59 16,0 0-12-16,2 0-21 0,0 1-113 0</inkml:trace>
  <inkml:trace contextRef="#ctx0" brushRef="#br0" timeOffset="87440.11">8647 4543 805 0,'0'0'13'0,"-2"0"15"16,0-2-5-16,0 0 13 0,2 0 1 0,0-2 4 15,0 1 4-15,0-1-15 0,2-7-6 0,2 2-2 16,5-4-18-16,4 3 12 0,15-3 1 0,0 2 5 16,4 6 14-16,-3-1 6 0,3 4-6 0,1-18 3 0,-5 9-29 15,-2 3-1-15,-2 6 0 0,-5 2 1 0,-2 0 15 16,-1 2 7-16,-6 0-5 0,-3 2 2 0,2 1-23 15,-3 1 11-15,1 14-3 0,6-1 6 0,-3-1 0 0,-5 1-4 16,-3 0-1-16,-2 5-1 0,-2-2 0 0,-2 2 3 16,-3-2-1-16,-4-5 1 0,-2 2-11 0,2-3 0 15,-10-1 2-15,1 2-1 0,-1 0-2 0,3-4-4 16,-4 0 1-16,5-4-1 0,-4-3-1 0,5 1 5 16,3-1-5-16,2-1 4 0,5-1-3 0,2-2-3 15,2-2 2-15,1 0-4 0,1 2-3 0,0-1-8 0,0 1 1 16,-2 2-4-16,0 0 4 0,2-1 3 0,0 1 1 15,2-2 2-15,0 0 1 0,1 0 2 0,20 5 0 16,-1-3 3-16,4-1 3 0,0-1-5 0,2 0 4 16,-2 0-3-16,0 0 7 0,0 0 0 0,-4 0-7 15,-3 1 4-15,1 1-1 0,-1 2 0 0,-1-1 4 0,-3 1-3 16,-4-1-3-16,-2 1 4 0,-1-1 0 0,-5-1 5 16,1 9 6-16,7 2 1 0,-3 0-1 0,-3 2 2 15,-1 1-3-15,-4 3 6 0,-4-1-1 0,-3 2 2 16,-4-1-16-16,5 1 17 0,-24-2 0 0,3-3 8 15,-9 0 18-15,7-4-22 0,-8-2-2 0,-2-2-8 16,5 4-9-16,-3-5-4 0,5 1 7 0,5 0-7 16,-1-7 1-16,5 4 0 0,3 7-2 0,9-8 2 0,2-1-6 15,3-2-14-15,4-2-11 0,0 0-1 0,-1 2-40 16,-1 0-37-16,2-1-8 0,0-1-16 0,0 0-80 16</inkml:trace>
  <inkml:trace contextRef="#ctx0" brushRef="#br0" timeOffset="87984">9431 4416 885 0,'-2'0'98'0,"0"0"-104"0,0 0 114 15,0 0-51-15,0 0 5 0,0 0 28 0,1 0-14 0,-1 0 16 16,0 0-37-16,0 0-39 0,0 0 9 0,0 0-19 16,0 0 6-16,1 0 5 0,-1 0-5 0,2 0 5 15,0 2-3-15,0 0 13 0,0 0-6 0,2 0 6 16,-1 0-9-16,1 1 4 0,-2-1-2 0,8 13 2 16,-1 2-4-16,2 5-2 0,-1 0-3 0,-1-1 0 15,-1 3-8-15,1 6-1 0,-1-4 2 0,-1 3-2 16,-1 3 3-16,2-4-6 0,-3 2 6 0,3 1-5 0,0-3 5 15,-3-2-7-15,3 2 0 0,-2-4-2 0,1 2 7 16,1-2-5-16,-1-2 2 0,1 2-2 0,1-1 2 16,1-1-3-16,-1 0 1 0,-1-1-1 0,-1-3 4 0,1 1-3 15,-1-4 3-15,-1 0-3 0,0-2 3 0,-2-4 3 16,0-2-4-16,-1-1 4 0,-1-2 0 0,0-3 0 16,2 3 2-16,0 0-2 0,0 0-6 0,0-3 13 15,0 1-4-15,0 0 7 0,-1 0-16 0,1-2 0 16,0 0-1-16,0-2 1 0,0-2 2 0,11-23-2 15,4-5-4-15,3-1 1 0,-3-1-6 0,12-1 6 16,3 0-2-16,3-6 4 0,0-2-11 0,-1-7 6 16,-3-6-1-16,-1-5 3 0,2-2 2 0,-1 2-3 0,-1 1 5 15,0 4-5-15,-4 6 6 0,-4 6 3 0,-2 7-2 16,-5 9 2-16,0 2-2 0,-6 7 4 0,-1 6-3 16,-4 4 4-16,-3 3 1 0,1 3 2 0,0-1-1 15,-2 2 1-15,0 0-6 0,4-2-44 0,-2 1-26 0,0-1-20 16,-1 2-197-16</inkml:trace>
  <inkml:trace contextRef="#ctx0" brushRef="#br0" timeOffset="93327.52">12154 4832 256 0,'0'0'-36'0,"0"0"31"0,-1-2 20 0,-1 1 8 0,0-1 41 16,0 0-4-16,0 0 9 0,0 0 3 0,0-2 6 16,1 1 2-16,-1-1-26 0,-2 0-10 0,2 1-4 15,0-1-22-15,0 0 8 0,1 1 1 0,-1-1 2 16,0 2 9-16,0 0-11 0,0-2 10 0,0 3-10 15,0-1 13-15,-1 0-4 0,1 0-8 0,-2 0 1 0,0 0-22 16,3 0 5-16,-1 1-7 0,0-1 6 0,0 2-8 16,0 0 3-16,0 0 6 0,0 0-5 0,1 2 5 15,-1-1 6-15,2 3-4 0,0 0 4 0,0 13-15 0,0 1 15 16,2 1-10-16,3 3 11 0,1-2-14 0,-1 1 5 16,3 1 7-16,-1-2-4 0,1 3 1 0,1 1 1 15,0 0-5-15,2 4 4 0,-1-2-6 0,-3 0 0 16,0 2-4-16,-1 1 1 0,0-1-5 0,-3 2 6 15,1 2 3-15,-2-5 1 0,0-1-1 0,0 2-2 16,-2-9-1-16,0-2 1 0,0-1 5 0,0-1 0 16,0 0 4-16,-2 0-3 0,0-4 2 0,0 4-8 15,0-6 5-15,0 4-5 0,0-4 4 0,2-1-5 16,-1-1-1-16,-1 1 0 0,0-3 0 0,2-1 3 0,-2 1-3 16,0-1 3-16,-5 2 2 0,-6-1-10 0,-2 1 7 15,2-2-7-15,-4-1 9 0,-1-1-8 0,-1 2 3 16,6 5-3-16,-6 2 2 0,5-3-1 0,-1-3-1 15,-2 1 3-15,4-4 2 0,-2 0 2 0,2-2-2 0,0 0 3 16,4 0 8-16,0 0 0 0,3 0 1 0,0 0 1 16,1 0 9-16,1 0-13 0,0 0 4 0,1 0-8 15,-1 0-5-15,2 0-1 0,0-2-9 0,0 2 4 16,1-2-14-16,1 0 12 0,0 0 0 0,0 0 2 16,1 0-2-16,3 1 0 0,15-7 0 0,9-3 0 15,1 2 0-15,-1-2 2 0,0-1 0 0,5-1 0 0,3 0-2 16,-1 2 1-16,2 0 1 0,-7 2 0 0,0 1 4 15,-6 1-2-15,0 2-4 0,-2 1 2 0,-2 0 0 16,-5 4-2-16,0 0 3 0,-4 0-1 0,-1 0 2 0,-1 0 0 16,-2 0 0-16,-1 0 1 0,-2 0-3 0,-1 0 3 15,-1 0-1-15,2 2 0 0,0 0-17 0,-1 0-43 16,-1 0-3-16,0-1-16 0,0 1-56 0,0 0-59 16,0 2-42-16,-2-1-6 0,0 1-153 0</inkml:trace>
  <inkml:trace contextRef="#ctx0" brushRef="#br0" timeOffset="93603.9">11755 4842 520 0,'-2'0'247'0,"0"0"-346"0,1-2 308 0,-1 0-174 15,0 0 8-15,0 0-14 0,0 0 0 0,0 0-1 16,0 1 18-16,1-1 6 0,1 0 0 0,0 0 0 16,0 0-3-16,1-2-5 0,3 1 2 0,20-10-2 15,10 0 1-15,7 2-18 0,3 1 1 0,-1 3-7 16,3 0-7-16,1-1-13 0,-1 4 9 0,-5 3-10 0,-4 1 4 16,-7 1 4-16,-2 3-12 0,0 2 5 0,-4 1-50 15,0 2-57-15,-2 1-11 0,0 1-19 0,-1 2-85 0</inkml:trace>
  <inkml:trace contextRef="#ctx0" brushRef="#br0" timeOffset="94011.66">12732 5180 494 0,'0'0'113'0,"-2"0"31"0,0 0-56 16,0-2-66-16,0 0-2 0,-1 0 10 0,-1 0 11 0,0 0 1 15,1 0 2-15,-1 2-20 0,2 0-18 0,0 0 0 16,0 0-4-16,0 2-3 0,1 2 9 0,-9 24-8 16,5 9 10-16,1 2 1 0,4 2-4 0,0 2 10 15,0-3-9-15,0 1 10 0,0 2 4 0,0-2-6 0,0-4 6 16,-2-6-7-16,0 1 14 0,0-4 2 0,2-4 4 16,0 2 2-16,0-6-8 0,0 3 2 0,-1-5-3 15,1-1-3-15,0-4 0 0,0 0-4 0,0-4 1 16,0-1-12-16,0-3 7 0,0 1-3 0,0-4 4 15,0 1-5-15,0-1 8 0,0 0-3 0,1 2 5 16,3 0 4-16,0-1-15 0,-2-3 7 0,9 8-10 16,2-3 7-16,4 1-3 0,-3-4-2 0,5 0 0 0,1-2-5 15,1 0-1-15,3 0 3 0,0-2-3 0,-2 0 8 16,3 0-9-16,-5 0 4 0,-5 0-6 0,3 0 0 0,-3 1 3 16,2-1-3-16,-2 0 3 0,-4 0-5 0,0 2 3 15,-2 0 0-15,-1 0 0 0,-1 0 1 0,1 0-7 16,-5 0 3-16,1 0-4 0,2 0 0 0,-3 0-26 15,1 0-1-15,-2 0-10 0,2 0-30 0,-3 0-19 16,3 0-6-16,-2 0-5 0,0 0-33 0,2-2-40 16,-1 0 1-16,1 0-11 0,-2 1 25 0</inkml:trace>
  <inkml:trace contextRef="#ctx0" brushRef="#br0" timeOffset="94306.69">12650 5568 695 0,'-2'0'115'0,"0"-2"-141"0,1 0 135 0,-3 0-68 15,0 0 10-15,0-2 36 0,1 1 1 0,3 1 11 16,-4-4 1-16,2 3-38 0,0-1-4 0,-3-5-12 16,3 3-23-16,2 0 0 0,0-1 0 0,2 3 0 15,1 2-9-15,31-16 11 0,1 5-4 0,-1 4 5 16,-3 3-3-16,4 0-13 0,-5 3 4 0,4-1-7 0,-8 2 0 15,-2 0-5-15,-4 2 0 0,-3 0-1 0,-2 0 5 16,-2 2-6-16,0 0 0 0,-2 2-3 0,0-1-29 0,-4-1-34 16,-1 0-4-16,-2 0-9 0,-1 0-19 0,-1-2-46 15,0 0-6-15,2 4-18 0,-1-1-59 0</inkml:trace>
  <inkml:trace contextRef="#ctx0" brushRef="#br0" timeOffset="94481.76">12710 5328 864 0,'-2'-2'70'0,"0"0"91"0,0-1-79 0,0-1-17 16,0 0 4-16,0 1-4 0,2 1 18 0,0-8-20 0,0 1-10 15,4-2-4-15,2 2-31 0,7-6 2 0,15 0-4 16,3 2 2-16,6 0-10 0,0 6-4 0,-3-3-3 16,-1 5-1-16,-5 1-16 0,0 2-35 0,0-16-14 15,-2 6-10-15,0 7-63 0,-2 3-31 0,0 2 0 0,0 2-12 16,-2 3 2-16</inkml:trace>
  <inkml:trace contextRef="#ctx0" brushRef="#br0" timeOffset="94944.71">13473 5298 483 0,'0'0'108'0,"0"0"-103"0,0 0 127 0,0-1-52 16,0-1 29-16,0 0 12 0,0 0-3 0,0 0 0 0,-2 0-25 16,0 0-30-16,0-1 2 0,2 1-15 0,-4-4-24 15,-1-1 2-15,1 1-4 0,2 6 4 0,-7-2-9 16,2-3-4-16,3 3 3 0,-2-2-3 0,4 4-5 0,1 0-8 15,-1 0 3-15,0 0-3 0,-2-2 8 0,0 2-11 16,1 0 3-16,-1 2-5 0,0 2 3 0,-3 7 10 16,-6 15-10-16,2 2 10 0,0 0-6 0,1 2 0 15,1 5 4-15,0 0-4 0,-1 4-1 0,1-4-3 16,2-3 0-16,-1 1 0 0,1-5 5 0,1 2-5 16,1-2 6-16,-1 0-6 0,2-1 3 0,4-1-3 15,0-1 0-15,0-3-1 0,2 0 4 0,0-5-1 16,2 0-2-16,1-1 0 0,1-3 0 0,1 0 1 15,3-2-1-15,1-1 2 0,9-5 10 0,3-3-5 0,6 17 4 16,1-8-6-16,3-6-3 0,-1-5 6 0,-4-1-1 16,0-5 2-16,-1-3-6 0,5-4 8 0,-2-2-4 15,1-2 5-15,-1 0-10 0,-2 1 8 0,-2 14-4 0,-6-19 6 16,-1 1-9-16,-4 1 3 0,-4-1 3 0,-2 0 0 16,-1 1 3-16,-3-3-4 0,-3-2-1 0,15-2 1 15,-6-4 6-15,-6 4-13 0,-3-6 8 0,-4 6-8 16,-3 0 7-16,-6-5 4 0,-2 5-8 0,-4-2 7 15,11 6-9-15,-27 1 2 0,0 3-3 0,-1 7 1 16,-1 1-18-16,1 8 2 0,3-16-4 0,-6 7 3 16,3 5-11-16,5 6-12 0,3 4-1 0,3 1-5 15,5 3-17-15,5-1-16 0,0-3-7 0,5 22-3 0,3 2-25 16,-14 0-32-16,10-4-4 0,5-8-15 0,4 1-62 16</inkml:trace>
  <inkml:trace contextRef="#ctx0" brushRef="#br0" timeOffset="95225.2">13668 5534 400 0,'0'0'60'0,"0"0"-7"0,-2 0 63 16,0-2-4-16,-2 0 2 0,-3-1-9 0,-6-3 3 15,3 2-1-15,-1-1-2 0,2 1-26 0,0-1-27 16,-2-1-5-16,9 6-8 0,-4-2-24 0,2 0-10 16,1 0 6-16,-1 2-5 0,2 0 18 0,0 0-8 0,0 2 0 15,2 2-2-15,2 13-3 0,6 9 7 0,1-2-1 16,2-2 2-16,4 2 3 0,-9-3 5 0,18-1 0 15,-2 1 2-15,-2-1 7 0,1-3 0 0,1 1 0 16,-3-1-1-16,1 0 0 0,-1-2-7 0,-3-1-3 16,1 1-1-16,0-2-7 0,-2-2-3 0,0 1-2 0,-4-3 0 15,-2-2-3-15,0 1-4 0,-3-1 4 0,1-1-5 16,-3-1-4-16,0-1 8 0,-1-2-6 0,1 2 6 16,-2-3-9-16,0 1 1 0,0-2-3 0,-2 2 1 15,2-2-25-15,1 4-45 0,1 0-6 0,0-3-18 16,-1 1-75-16,1 0-214 0</inkml:trace>
  <inkml:trace contextRef="#ctx0" brushRef="#br0" timeOffset="95618.42">14226 4918 755 0,'0'0'41'15,"-1"0"69"-15,-1 0-89 0,0-2 18 0,0 0-1 0,0 2 11 16,0 0 23-16,0 0-10 0,2 0 3 0,0 0-6 15,0 0-3-15,2 0-20 0,0 0 4 0,2 0-10 16,22 0 1-16,4 0-1 0,3 0-4 0,4 0 2 16,-2 0-10-16,3 0 0 0,-3 0-2 0,-2-2 0 15,-3 0-10-15,2 0-1 0,-5 2 0 0,-1 0-1 16,-1 0 5-16,-3-1-9 0,-4-1 5 0,-3 2-5 16,-2 0 4-16,-3 0 1 0,-5 0-8 0,-3 0 1 0,0 0-38 15,2 0-30-15,-1 0 3 0,-1 0-13 0,0 0-23 16,0 0-48-16,-2 0-31 0,-2 2-11 0,0-1-166 15</inkml:trace>
  <inkml:trace contextRef="#ctx0" brushRef="#br0" timeOffset="95777.32">14371 5103 376 0,'-2'0'136'0,"1"0"-136"16,-1 0 148-16,0 0-64 0,0 2-3 0,0 0 22 15,0 0 3-15,-1 0 4 0,-1 0-12 0,2 0-28 16,0-1 0-16,0 1-11 0,0 0-12 0,1 0-4 15,1 2-3-15,0-1 0 0,1 1-11 0,1 0-6 0,6 0 1 16,18 9-1-16,2-4 1 0,3-4-6 0,1-3-6 16,1-2 1-16,1 0-9 0,-7-2-17 0,1-1-11 15,2-1-12-15,2-2-110 0,1 1-388 0</inkml:trace>
  <inkml:trace contextRef="#ctx0" brushRef="#br0" timeOffset="98215.51">15587 4227 112 0,'0'0'0'0,"0"-2"7"0,0 0 84 0,0 0-4 0,-1-1 13 15,-1-1-28-15,2 2-7 0,-2-5-24 0,-2-3 5 16,0 1-4-16,3 2-2 0,-1-1 4 0,0 1-8 16,0 0 9-16,0-1 2 0,-2-1 1 0,3 0 4 15,-1-1-4-15,-2-1 1 0,0 0-7 0,2 2 1 16,1-2-4-16,-1-2 1 0,0 5-10 0,0-3 0 0,2 4-3 15,0 1 9-15,0 2-11 0,0 1 6 0,-2-1-9 16,2 0-2-16,0 0-9 0,0 1-4 0,0 1 1 16,0 0 5-16,0 0-9 0,0 0 4 0,0 0-5 15,0 2 3-15,0 0-4 0,0 2 1 0,0 0-2 16,0 2 8-16,2 9-10 0,4 5 3 0,1 3-4 16,0-1 3-16,1 3 4 0,1 1-2 0,0 0 1 0,3 2-3 15,-1 2-5-15,0 1 4 0,2 3-2 0,-2-2 8 16,0 1-6-16,0 1-1 0,0-3-1 0,2 7 4 15,-1-7 0-15,-3-1 0 0,0 0 0 0,-1-2-3 0,-3-2 5 16,1 0-4-16,-1 1 3 0,-1-5-7 0,0-1 4 16,-1-6 3-16,-1-2 1 0,0-4 4 0,0 1-1 15,2 3-2-15,-2-6 2 0,-1-1-3 0,1 0 5 16,-2-2 2-16,4 1 0 0,-2 1 0 0,2-2 9 16,-3 0-8-16,1 0 9 0,2-2-9 0,0-2 6 15,-1 0 0-15,-1-2 0 0,15-24-18 0,-2-1 9 16,-4-5-9-16,0-1 10 0,-2-2-10 0,-1-4 3 15,-1-2 3-15,1 2-1 0,-1-3-3 0,-1 1-1 0,1 0 0 16,1 1 0-16,-1 1 7 0,2 4-8 0,2 0 7 16,1 3-7-16,-1 3 11 0,-2 1-5 0,0 4-6 15,-1 4 2-15,-3 5-3 0,-1 4 6 0,0 2-3 16,-2 5 3-16,-1-1-4 0,-1 5-6 0,0 0 7 0,0 0-9 16,2-2-4-16,0 1 4 0,0 1 1 0,0 0 3 15,0 0 0-15,0 2-21 0,-1 0-14 0,1 2-8 16,-2 2-123-16,2 9-83 0,4 13-47 0</inkml:trace>
  <inkml:trace contextRef="#ctx0" brushRef="#br0" timeOffset="98659.75">16269 4346 635 0,'0'0'7'0,"0"0"18"0,-2-2-13 0,0 0 38 16,0 0 2-16,0 0 12 0,1 1 9 0,-1-1-31 15,0 0-7-15,0 2-8 0,0 0-31 0,0 0 4 16,0 0 6-16,1 2 1 0,-1 0 14 0,0-1-1 16,2 1 1-16,-8 19 0 0,3 1 3 0,-1 2 1 15,1 0 0-15,-1 0 0 0,1 2 4 0,1 0-3 0,-2-1 0 16,3-1 0-16,-1-2-1 0,2-2-9 0,0 5 6 15,0-5-7-15,2 0 1 0,0-1 1 0,0-2-3 16,0-2 3-16,0-2-5 0,2 0-1 0,2 0 2 0,0-4-2 16,-1 0 6-16,1-1-3 0,0-1 6 0,-1-1-4 15,3 1 8-15,7-1-4 0,0-1 3 0,4-1-2 16,1-1 5-16,3-1-3 0,-1 13-8 0,1-6 5 16,1-1-3-16,4-3 5 0,0-3-2 0,0-2 1 15,2 0-12-15,-6 0-4 0,-2-2 3 0,1 1-3 16,-4-1-4-16,-1 0 2 0,-3 0 2 0,-3 0 0 15,-3 0 3-15,-1 0-8 0,-3 2-5 0,-1 0-1 0,2-1-17 16,-2 1-29-16,3-2-15 0,-1 0-7 0,-2 2-70 16,2-2-35-16,-3 2-5 0,7-6-14 0,3 1-50 15</inkml:trace>
  <inkml:trace contextRef="#ctx0" brushRef="#br0" timeOffset="98909.77">16326 4663 231 0,'-1'0'41'0,"-1"0"57"0,-2 0-43 0,-3-1 47 16,-6-1-15-16,1 0 23 0,3 0-26 0,4 0-5 0,-1 0-8 15,4 2-1-15,-2-2-34 0,1 1-17 0,-1-1 4 16,2 0-6-16,0 2 18 0,2 0-1 0,0 0 3 16,2-2-2-16,0 0 12 0,0 2-16 0,26-5 11 15,1 1-12-15,3 0 10 0,5-1-3 0,2-1-10 16,2-1 5-16,2 1-22 0,-6-1 4 0,-2 3-5 0,-5-2 4 15,-2 1-14-15,0-1 1 0,-2 2 3 0,-8 3 0 16,-1-1-8-16,-1 0-11 0,-6 0-2 0,5 0-3 16,-4 0-19-16,-8 2-34 0,5-2-30 0,-6 2-5 15,1-1-141-15</inkml:trace>
  <inkml:trace contextRef="#ctx0" brushRef="#br0" timeOffset="99130.27">16330 4298 780 0,'-2'0'30'0,"0"-2"-6"16,1 0 25-16,-1 0-1 0,0 0-4 0,0 0 60 16,0 0-13-16,0-1 23 0,0-1-41 0,1 0-35 15,-1 1 1-15,2 1-13 0,0-2-7 0,0 0 10 16,2 1-1-16,1-1 4 0,23-11-4 0,6 2-7 16,5 0 3-16,2 6-5 0,2 1-10 0,2 0-4 15,-3 5-2-15,3-1 1 0,-8 2 3 0,-3 0-15 16,-2 2 1-16,-8-1-8 0,4 3-10 0,-4 0-27 15,-3 1-33-15,-3 1-2 0,-4-2-160 0,-3-1-158 16</inkml:trace>
  <inkml:trace contextRef="#ctx0" brushRef="#br0" timeOffset="99535.87">15465 5137 726 0,'-2'0'32'0,"0"0"-1"16,-1 0 11-16,-5 0-2 0,-10-4-2 0,5 2 41 16,-2 0 17-16,2 1 1 0,3-1-1 0,3 0-35 0,0 0-23 15,3 2-5-15,0-2-7 0,0 0-32 0,3 2 7 16,-1 0-4-16,0 0 7 0,2 0 13 0,0 0 4 15,2 0-4-15,0 0 2 0,31-2-4 0,4 1 9 16,8 1 4-16,7 0-1 0,3-2-4 0,10 0-8 16,2-2 1-16,6 0-3 0,6 1-5 0,-1-1 2 15,6-2 0-15,-2 3-1 0,-4-5-2 0,3 1 1 16,1 1-5-16,7 1 4 0,-3-1-8 0,1 1 3 16,-4-1 1-16,-10 4 0 0,-3 0 4 0,-12 0-5 0,-2 1 4 15,-8 1-4-15,-2 0 3 0,-5 0-4 0,-2 0 1 16,-4 0-1-16,-5 0 5 0,-2 0-6 0,-11 0 3 15,1 0-3-15,-5 0 10 0,-3 0 0 0,-1 0 2 16,-4 0-2-16,1 0 5 0,-4 0-9 0,2 0 3 0,-1 0-6 16,1 0-4-16,0 0-41 0,-1-2-28 15,-1 0-27-15,2 0-321 0</inkml:trace>
  <inkml:trace contextRef="#ctx0" brushRef="#br0" timeOffset="100995.69">16141 5523 292 0,'0'0'0'0,"0"-2"1"0,0 0 18 0,0 0 2 15,0 1 4-15,0-1-4 0,0 0 1 0,0-2 14 16,0 0 1-16,-2-10 7 0,0 2 13 0,0 1-11 15,-2-4-4-15,3 6 0 0,-1-2-2 0,-2-4 1 16,0 0 13-16,1 4-9 0,-3-2 13 0,2 4 2 16,1 2-6-16,-1-1 4 0,0-1-16 0,2 5-11 15,1 0-7-15,-1 1-1 0,0 1-30 0,0 0-3 0,0 2 1 16,0 2 1-16,0 2 13 0,-11 27 1 0,0 16-3 16,4 3 1-16,2 3-1 0,1-2 5 0,2-1-2 15,1-2 2-15,-3-2-3 0,1 1 7 0,-1-1 5 16,0-3-2-16,1 2 4 0,1-6 10 0,-1-2-3 15,3-2 8-15,0-5 8 0,0-6-16 0,0-2 4 0,2-7-10 16,0-2-5-16,0-4-4 0,0-3 4 0,0-3-1 16,0 1 24-16,0 0-11 0,0-2 4 0,0-2-9 15,0 0-10-15,0-2-11 0,0-4 2 0,-2-25-3 16,0-3 6-16,1-1 0 0,-1 0-7 0,2 3 2 16,-2-1-1-16,0-1 0 0,2-1 3 0,-2-2-3 0,2 2-5 15,0-2 4-15,4-1 1 0,3-1 0 0,-1 2-6 16,1 2 5-16,1 0-4 0,1 3 6 0,0-1 1 15,2 3-4-15,1 0-2 0,-1 4-2 0,0 4 4 16,0 2 3-16,0 3-1 0,-5 4 1 0,14 6-1 0,-1 3-3 16,1-9 3-16,-1 5-3 0,-3 7 2 0,1 1 1 15,0 3-3-15,-2 5 3 0,-2 1-4 0,-2 6 8 16,-4 11-4-16,-3 5 5 0,-2 3-4 0,16-5 3 16,-7 5 5-16,-7-8-4 0,-2 2-2 0,-4-2 2 15,-3-2 0-15,-3-2 2 0,-1 0 4 0,0-3-4 16,-3-2-4-16,1-2 1 0,8-2-4 0,-9-4 3 15,1 0 4-15,4-1-1 0,-2-3-5 0,3-3 3 0,2 0-5 16,1 0 4-16,-1 1-3 0,0 1 1 0,0 0-3 16,1 0 1-16,1-3-12 0,0 1 9 0,0 0 2 15,0 0 2-15,0 0 3 0,2 0-3 0,0 0 0 16,0 1-1-16,2 1 1 0,0 0 6 0,-2-2-2 16,13 7 2-16,4 0-1 0,-2 0 0 0,1 3 3 15,1-3-2-15,-2 2 0 0,0 0-4 0,0-2-1 0,-2 1 0 16,-2-3 1-16,2 2-2 0,0-1-2 0,0 1-1 15,0-1-9-15,4-3-62 0,-4-1-12 0,7-2-21 16,0 13-73-16,10-2-82 0,4-6-60 0</inkml:trace>
  <inkml:trace contextRef="#ctx0" brushRef="#br0" timeOffset="101346.8">16893 5657 816 0,'-2'-2'138'0,"0"0"-159"15,-2 0 153-15,1 0-76 0,-14-3-34 0,4-3 50 16,4 1-9-16,-8-2 23 0,6 3-11 0,0 0-40 16,1 5 3-16,8 1-17 0,-1-2-17 0,-1 0-14 15,2 2 2-15,-2 0-6 0,3 0 15 0,-1 0 6 16,-4 2-3-16,4 0 4 0,-1 25-2 0,-1 1-2 16,-15 0 3-16,8 2-3 0,4 0 3 0,3 1 16 15,2-1-6-15,0 0 9 0,2-4-6 0,0 0-1 0,2-2 4 16,2 0-4-16,0 0-4 0,1-5 3 0,4 1-5 15,1-5 4-15,-1-2 5 0,-2 4-1 0,14-8-1 16,-3 2-1-16,3-2-13 0,-1 6 3 0,4-4 0 16,-1-3 1-16,1-5 5 0,-2-1-10 0,4-2 4 0,0 0-6 15,-2-2 0-15,0-1-2 0,-3-1-1 0,-4-2-1 16,-3 3-3-16,1-3-7 0,-2 0 0 0,-2 1-2 16,-1-1-6-16,-3 5-18 0,-1-12-4 0,-3 1-11 15,3-1-58-15,3 0-30 0,1-1-12 0,-5 1-4 16,-1 1-51-16,-2 1-113 0</inkml:trace>
  <inkml:trace contextRef="#ctx0" brushRef="#br0" timeOffset="101589.06">16844 5796 574 0,'-1'0'67'0,"-1"0"1"0,-2 0-8 15,-7 0 3-15,-8 0-20 0,1 0 58 0,3 0 6 16,0 0 6-16,6 0-8 0,5 0-28 0,2 0-13 15,0 0-10-15,-1 0 2 0,-1 0-27 0,0 0-11 16,1 0 3-16,1 0-6 0,0 0 3 0,2 0 2 16,0 0 2-16,2 0 0 0,3 0-5 0,23-4 6 15,2-1-6-15,1-1 6 0,1 1-13 0,-2-1 0 16,-1 0-3-16,-1 1 3 0,-2-1-10 0,-2 3 1 0,-1-1 0 16,-3 2 2-16,-3 0-3 0,-1 0-16 0,-1 0-2 15,-2 2-7-15,-2-1-22 0,1-1-55 0,-5 2-28 16,-1 0-11-16,1-2-116 0,-5 2-121 0</inkml:trace>
  <inkml:trace contextRef="#ctx0" brushRef="#br0" timeOffset="101780.29">16651 5621 1028 0,'-1'0'55'16,"-1"-1"0"-16,0-1-10 0,0 0-6 0,0 0-17 15,0 0 14-15,0 0 20 0,1 0-2 0,-1 1 2 0,2-1-19 16,0 0 6-16,2 0-4 0,-1 0 3 0,1 2-18 15,30-11 3-15,-1 2-7 0,5-1 6 0,1 1-10 16,-4 2-5-16,4-4 0 0,-1 3-3 0,-1 1-11 16,-2 1-16-16,1-1-6 0,-3-1-4 0,3 1-42 0,-1-1-76 15,1 1-19-15,5 0-27 0,7 1-142 0</inkml:trace>
  <inkml:trace contextRef="#ctx0" brushRef="#br0" timeOffset="102110.08">17881 4823 952 0,'0'0'35'15,"0"0"-1"-15,0-2 11 0,0 0 11 0,0 0-12 16,0 1 37-16,0-1 6 0,0 0-15 0,0 0 9 16,0 0-28-16,1 0-20 0,1 1 7 0,0-1-12 15,2 0-2-15,13-6-3 0,7-1-6 0,2 0 2 16,3 0-7-16,5-1-7 0,-3 3 2 0,-1 1-4 0,-2 1 4 16,-2 1-4-16,0 2 4 0,-4 0-6 0,-1 0-5 15,1 2-22-15,-9 0-8 0,-4 0-15 0,0 2-128 0,-5-2-101 16,0 2-102-16</inkml:trace>
  <inkml:trace contextRef="#ctx0" brushRef="#br0" timeOffset="102281.54">17894 5116 1036 0,'0'0'18'0,"0"0"44"0,0 0-51 0,1 0 67 0,1 0-1 16,0 0 25-16,2 0 12 0,0 0-45 0,18-5-1 15,4-3-17-15,4 1-17 0,7-4-12 0,0 0-5 16,0 0-2-16,-2-1-11 0,4 1-1 0,-2 0-3 16,0 0-4-16,1 2-43 0,1 1-190 0,0 3-91 0</inkml:trace>
  <inkml:trace contextRef="#ctx0" brushRef="#br0" timeOffset="104026.53">18965 4153 164 0,'0'0'29'0,"0"0"-15"0,-2-2 16 0,0 0-1 16,0 0-17-16,0 0 3 0,1 1 14 0,-1-1 3 15,0-2 2-15,0 0-9 0,0 1 8 0,-5-7-13 16,1 3 12-16,1-2-3 0,-1-1 10 0,-1 1 7 15,-1 0-2-15,1-1 9 0,1 3 7 0,4-4-4 0,-9 3 5 16,2-1-11-16,3 0 0 0,1 1-2 0,1 1 1 16,-3-2-10-16,1 1-1 0,2 1-5 0,1-1 1 15,1 1-20-15,0 0 7 0,2-1-7 0,2 1 7 16,3-1-8-16,21-7 9 0,8 2-1 0,5 2 2 16,0-2-11-16,0 10-9 0,2 1-3 0,-8-19-1 15,-7 14 5-15,-2 5-4 0,-3 4 7 0,-7 2-7 0,1 3 8 16,-4 0 0-16,-1 3 0 0,-3 12 0 0,-5-3 0 15,13 1 10-15,-6 0 3 0,-3-1 2 0,-4 3-1 16,-4-3-8-16,-4 1 1 0,-3-1-3 0,-2-2 5 16,5-1-5-16,-20 3 0 0,4-2-2 0,-6-1-10 0,2-3 8 15,2 0-6-15,-2-2 7 0,4 0-8 0,5 1 0 16,2-3 1-16,4-2-2 0,3 1 0 0,1-3-5 16,3 3-1-16,2-5 0 0,-3 5-7 0,3-4 8 15,0 1-1-15,2-1 3 0,0-2-1 0,2 1 4 16,11 7-7-16,26 8 6 0,-6-8 1 0,3-5-6 15,1 1 7-15,0-3-6 0,-4 1 8 0,-3 2-1 16,-4-1-5-16,-6 3 3 0,-1-1 1 0,-4 1 2 0,-2 1 5 16,-4-2-3-16,-1 8 1 0,-7 0 2 0,11 0 0 15,-1 3 0-15,-4 3-8 0,-5-6 8 0,-2 0-5 16,-2-2 9-16,-3 0 9 0,-3 1-9 0,-1-1 7 16,-4-1-7-16,-11 1 24 0,0-6 5 0,0 0 6 15,-2-1-3-15,0 0 1 0,-2-3-10 0,0 3 5 0,0-4-6 16,0 14-1-16,8-6-16 0,-3-3-4 0,7-3-3 15,1-2-12-15,0 0 4 0,0-1-2 0,8-1 3 16,1 0-6-16,2 0-12 0,1 0-4 0,-1 0-4 16,2 0-32-16,0 0-36 0,0 0-2 0,1 0-13 15,1 0-39-15,1-1-83 0,3-1-136 0</inkml:trace>
  <inkml:trace contextRef="#ctx0" brushRef="#br0" timeOffset="104230.67">19800 4253 1559 0,'-1'0'24'0,"-3"-2"48"0,0 0-52 0,0 2 42 16,-3-2 4-16,-6-1 13 0,4 1 8 0,-1 0-55 16,1 0-2-16,5 2-17 0,-3-2-11 0,3 0-9 15,1 2-4-15,1 0-2 0,0 0 0 0,0 0-4 16,0 0-8-16,0 0-4 0,2 2-66 0,0 0-130 15,2 0-26-15,2 0-57 0,22 3-309 0</inkml:trace>
  <inkml:trace contextRef="#ctx0" brushRef="#br0" timeOffset="104789.02">20086 3858 940 0,'0'0'30'0,"0"0"-2"16,-2-2-2-16,1 0 13 0,-1 0-16 0,0 0 41 15,0 0 0-15,2-1-5 0,0-1 1 0,0 0-30 16,4-7-5-16,3-2 1 0,-1 2-3 0,22-4 2 0,1 2-2 16,5 2-2-16,1 0 1 0,0 5-6 0,-1 1-2 15,-1 3-1-15,-9-13 0 0,-1 4-10 0,-1 5 5 16,-9 6-3-16,2 0 4 0,-4 2 6 0,-2 2 7 15,0 3-1-15,-5-1 2 0,7 12-3 0,-3 6-1 16,-6 2-2-16,-2 2-1 0,-4-2-2 0,-5 2-7 16,-1-6 6-16,-3-1-7 0,2-1 7 0,-17-3-3 15,2-2-5-15,2 0 2 0,0-2-5 0,4-2 8 16,-1-2-5-16,4-1 4 0,3-3-6 0,4 1-4 16,1-1 4-16,2-3-3 0,1 0 9 0,2 0-12 0,2-2 5 15,-1 4-8-15,-1-1 1 0,0 1 0 0,2 0-5 16,1-2 3-16,-1-1 2 0,0 1-1 0,2 0 8 15,0 0-5-15,2 0 3 0,0 0 0 0,3 0-8 16,23 11 5-16,0-4-8 0,3 0 7 0,1-3 4 0,0-1 0 16,-3 1 7-16,-1-1-10 0,2 3-1 0,-8-1-2 15,-1-1 8-15,-3 1 1 0,-3-1 2 0,0 1-2 16,-6-3 2-16,-2 0 2 0,-3-3 0 0,-4 1 1 16,8 8-2-16,-3 1 10 0,-1-2 4 0,-2 0 4 15,-2 2 13-15,-2-1 5 0,-4-1-10 0,3-2 6 16,-21 3-8-16,-10-5-17 0,3 1 7 0,-14-1-12 15,6 3-6-15,-2-3 4 0,-2-1-4 0,8 2 5 0,-2-3 2 16,5 1-9-16,5 0-1 0,1-2-5 0,5 0-13 16,8 1-27-16,2 7-25 0,4-5-8 0,1-1-142 15,2-2-73-15,1 0-10 0</inkml:trace>
  <inkml:trace contextRef="#ctx0" brushRef="#br0" timeOffset="105243.65">19236 5063 582 0,'-2'0'174'0,"0"0"37"0,-7 0-77 0,-17-2-82 0,-2 0-15 16,-2 0 29-16,1 0 64 0,1 2-22 0,4 0 28 15,1 0-69-15,7 0-36 0,5 0 2 0,7 0-15 16,-2 0-12-16,3 0-10 0,-1 0 1 0,0 0-3 16,2 0 6-16,0 0-6 0,1 0 1 0,1 2-2 0,1 0 7 15,3-2 2-15,30 4-1 0,6-3 2 0,3-1-4 16,4-1 0-16,-3-3 3 0,8-4-1 0,4 1-1 15,5-2 3-15,6-1-3 0,9 1 5 0,2 0 11 0,6-2-12 16,-1 0 9-16,-5 1-12 0,-2 1 5 0,-3 0 2 16,1 1-2-16,0-1 2 0,6 0-2 0,0 1-7 15,-8 3 4-15,-1-1-3 0,-4 1 10 0,-10-1-4 16,-5 2-5-16,-9 1 2 0,-10 1-3 0,-3 0 5 16,-4 0-2-16,-6 0 2 0,-3 0-5 0,-6 2 1 15,-1 0 7-15,-3 0-2 0,-3 0 6 0,-2 0 3 16,-1 0-2-16,3 0 4 0,0 0 12 0,0 0-14 15,-1 0 3-15,-1 0-8 0,0 0-8 0,0 0-41 0,0 0-21 16,0 0-24-16,-1 0-240 0</inkml:trace>
  <inkml:trace contextRef="#ctx0" brushRef="#br0" timeOffset="106924.74">18911 5701 160 0,'0'0'91'0,"0"0"-45"0,0 0 22 16,0-2 2-16,0 1-65 0,0-1 2 0,0 0 45 15,0 0-8-15,0 0 19 0,0 0-7 0,-2-1-4 16,0-1 1-16,0 0-1 0,1 0 3 0,-3-3-1 16,0 0-3-16,-1-5 1 0,-1 1-2 0,0 2-5 15,1 0-1-15,3 5-3 0,0-2-4 0,0 1-12 0,2 1 1 16,-2-1-6-16,2 1-6 0,0 2-2 0,0-4 3 16,2-3-2-16,2 2 6 0,3-3-5 0,10 3 0 15,17 5-2-15,-7-3 3 0,5-1-9 0,-4 2 5 0,-2-12-7 16,0 4-2-16,-4 7 4 0,-5 5-3 0,-2 0 4 15,-4 2-3-15,-4 0 3 0,-1-1 2 0,-4-1 1 16,9 17 10-16,-2 2 4 0,-3 1-4 0,-4-1 2 16,-4-1-16-16,-4 3 10 0,-5-1-9 0,7-1 8 15,-27 1-15-15,3-3 9 0,-4 0 2 0,-1 1-1 16,1-3-8-16,-1 2 2 0,1-4-6 0,4-2 4 16,8 0-7-16,5-4 10 0,4-1-3 0,7 0 4 15,1-3-25-15,3-1 9 0,0 0-3 0,0 0 6 0,0 0 5 16,0 1 1-16,1 1 0 0,3 0 1 0,17 7-5 15,12 0 3-15,4-5-2 0,-3-4 2 0,6-2-2 0,-1 0 8 16,-5 0-4-16,1 0 3 0,-7 1-7 0,-4 3 4 16,-2 0 1-16,-3 1 1 0,-4 1 4 0,-6 0 3 15,-1-1 0-15,-3-1 0 0,-3 11-1 0,9 1 11 16,-4-1-1-16,-1 4 3 0,-4-1-2 0,-2-1 9 16,-6 4 0-16,-3-3 3 0,-4 1-2 0,4-1 6 15,-21-1-3-15,-1 0 5 0,-3-4 2 0,3 0-6 16,-3-6 9-16,3 2-9 0,-1-5-1 0,0-2-9 15,6 0-6-15,2 14 1 0,-2-4-3 0,8-7-14 16,-1-1 1-16,10-2-5 0,3-2 0 0,4 0-19 16,1 0-8-16,-3 0-5 0,2 0-40 0,0-2 1 0,0 0-5 15,2 0 0-15,2-2-30 0,6-12-46 0,27-3-15 16,8-3-16-16,-3 0-113 0</inkml:trace>
  <inkml:trace contextRef="#ctx0" brushRef="#br0" timeOffset="107110.17">19548 5852 1103 0,'0'0'79'16,"0"0"1"-16,0 0-26 0,0 0 1 0,0 0-29 0,0 0 59 15,0 0 38-15,0 0-6 0,0 0 8 0,0 0-50 16,0 0-28-16,0 0-6 0,0 0-7 0,0 0-24 16,0 0-3-16,0 0-5 0,0 0 2 0,0 0-12 0,0 0-20 15,0 0-9-15,0 0-6 0,0 0-52 0,2 0-36 16,0 0-8-16,1 0-13 0,16-2-58 0,12-4-241 15</inkml:trace>
  <inkml:trace contextRef="#ctx0" brushRef="#br0" timeOffset="107618.82">19912 5560 501 0,'-2'0'53'0,"0"-2"89"0,0 0-94 0,-1 1 30 0,-1-1-1 15,0 0 14-15,-7-4 7 0,2 1-34 0,1 1-4 16,3 0-12-16,1 1-23 0,0 1-6 0,2 0 4 16,1 0-3-16,1 0 16 0,0-2 3 0,0 1 3 0,1-1-1 15,1 0-8-15,6-1-3 0,20-12 0 0,-4 6 0 16,2 2 1-16,-2 3-10 0,0 0-2 0,2 5-2 16,-4 1-16-16,-3 1 3 0,-4 3-1 0,-2 4 4 15,-2-1 12-15,-6-3-3 0,1 14 4 0,7 1-3 16,-2 1 8-16,-4 3-5 0,-5 1 1 0,-2-4-3 15,-2 1-1-15,-3-3-8 0,-3-1 6 0,1-2-5 0,-4 0 5 16,7-1-3-16,-14-2-8 0,1 1 5 0,2-4-4 16,0 0-4-16,2 0 7 0,0-1-6 0,2-3 5 15,4 1-7-15,1-2-2 0,4-2-1 0,-2 1-2 16,1 1-8-16,-1 0 8 0,2-1-7 0,0 1 7 0,0 0 3 16,2 0-8-16,0-3 6 0,2 1-1 0,0 0-4 15,2 0 4-15,13 4-5 0,7-1 3 0,2-3 7 16,3 0-3-16,-1 0 3 0,2 0-2 0,-2-2 1 15,2 1-2-15,-3 1 1 0,5 0 4 0,-4 2-2 16,-4 0 4-16,-4-1-4 0,-1 1 3 0,-6 0-3 16,-2-1 0-16,-7-1 0 0,0 2 11 0,-1 0-4 15,1 3 3-15,2 6-3 0,-3 2 7 0,-3 2-2 16,-3-1 7-16,-5 1-3 0,-3 2 13 0,0-3 3 0,-15 1-2 16,-4-4 4-16,0 0 10 0,3-2-13 0,-3 2 3 15,0-3-7-15,2-3-7 0,2 0-9 0,0-1-1 16,6 3-3-16,-2-1-3 0,3-7-5 0,4 1-2 15,2 8-4-15,2-3-16 0,5-5-48 0,3 0-20 0,-1 0-19 16,0-1-152-16,2-1-251 0</inkml:trace>
  <inkml:trace contextRef="#ctx0" brushRef="#br0" timeOffset="108285.51">21080 4593 875 0,'0'0'33'0,"-2"0"-3"0,0 0 27 16,0 0 13-16,0 0-7 0,0 0 40 0,1-2-33 16,-1 2-6-16,0-2-8 0,0 0-19 0,2 2-1 15,0-2 1-15,2 1-2 0,0-1-6 0,1 0-13 0,23-6 3 16,0 1-6-16,6-2 0 0,1-1-4 0,-7 5-3 15,8-3 0-15,-3 5-3 0,-3-1-3 0,-6 0 2 0,-3 2-2 16,-4 1 13-16,-4 1-23 0,0 0-5 0,0 0-11 16,-3 0-48-16,-3 0-48 0,1 1-40 0,-2 1-11 15,-1 2-201-15</inkml:trace>
  <inkml:trace contextRef="#ctx0" brushRef="#br0" timeOffset="108458.57">21184 4881 742 0,'0'0'224'16,"-2"0"-286"-16,0 0 257 0,0 0-137 0,0 0-33 16,2 0 67-16,0 0-10 0,0 0 25 0,0 0-34 0,0 0-39 15,2-2 0-15,0 0-13 0,2 0-2 0,14-5-15 16,4-3 4-16,8 1-7 0,0 0 13 0,3-1-41 16,1 1-20-16,-5 2-13 0,1-1-114 0,-2 3-121 15</inkml:trace>
  <inkml:trace contextRef="#ctx0" brushRef="#br0" timeOffset="109019.97">21924 3755 809 0,'-1'0'25'0,"-1"0"0"0,0-1 28 16,0-1 6-16,-2 0 1 0,-3 0 36 0,-4-2-16 16,-2-1-6-16,3 1-4 0,3 2-27 0,3 2-13 15,1 0-3-15,-1-2-4 0,0 2-17 0,0 0 5 16,3 0 0-16,-1 0 2 0,0 2 3 0,0 0-2 15,0 2-4-15,0 3 1 0,-1 15 2 0,3 6-8 0,0 2 7 16,3 0-8-16,5 3 3 0,-1 1 2 0,4 3-2 16,-1 0 2-16,-1 2-7 0,2 4 8 0,-2 3-5 15,-1 4 7-15,-1 2-7 0,-1 0 7 0,-1 4 2 0,1-2 0 16,-4-1 2-16,1 1 6 0,-1-5-2 0,0-3 2 16,0-5 0-16,0-4-6 0,-2-4 4 0,0-5-3 15,0 0 5-15,0-4-15 0,0-1 4 0,0-3-7 16,-2-3 1-16,0-3 1 0,2-1-1 0,0-3 2 15,0-1 5-15,0-5-15 0,0-1 0 0,0 1-8 16,0-2-12-16,0 2-36 0,0-1-4 0,0 1-20 16,0-2-113-16,0 0-167 0</inkml:trace>
  <inkml:trace contextRef="#ctx0" brushRef="#br0" timeOffset="109652.08">22099 4520 766 0,'-2'-1'54'0,"0"-1"10"0,0 0-19 16,1-2-22-16,-1 0-4 0,0 1 25 0,0-1 24 15,0 0-7-15,0 1 6 0,0 1-49 0,1 0-14 16,-1 0 1-16,2 0-3 0,0 0 13 0,0 2-3 16,0 0 5-16,0 0-4 0,2 2 3 0,-1 2 10 0,5 16-8 15,1 6 8-15,-1-2-11 0,0 2 6 0,-3 0 4 16,-1 0 0-16,0 0 8 0,-2-7-11 0,0 1 4 15,0-3-8-15,0-4-2 0,-2 2 0 0,0-4-4 16,0-5 4-16,1 3 0 0,1-5 0 0,-2 1-4 0,2 1 2 16,0-4-3-16,-2 1 1 0,0 1 1 0,0-2-2 15,0 0 0-15,0 0-5 0,1 0 3 0,-1-1-4 16,0-1-2-16,0 0 0 0,2 0 1 0,-2-1-1 16,0-1-3-16,2 0 2 0,-3-20-1 0,3 1 1 15,0-3-2-15,0-2 2 0,1-2-2 0,1 6 0 16,2-2-5-16,0 1 6 0,1 1-3 0,1 4 3 0,1 1-6 15,-1 4 5-15,-1 4-1 0,1 1 1 0,-2 6-3 16,9 0 4-16,-4 1 0 0,2-9 3 0,-2 5 2 16,1 1-5-16,3 2 4 0,-6 2-4 0,2 2 5 15,1 2 0-15,-5-1-3 0,3 3 1 0,-5 5 4 0,1 8-4 16,0 1 2-16,-2 1-3 0,7-8 4 0,2 7-1 16,-5-7 5-16,-3-2-4 0,1 0-4 0,-4-7-1 15,2 3 1-15,0 1 0 0,-2-6 1 0,0 1 3 16,2 1-3-16,0 0 3 0,-1 0 2 0,1-3-1 15,0 1 1-15,0 0-1 0,0 0-1 0,0-2-2 16,0 0-2-16,1-2 1 0,1-2-4 0,-4 3 0 16,2-20 5-16,5 4-2 0,1 1 4 0,1-5-10 0,0 1 4 15,1-2-5-15,-3-1 5 0,2 5-2 16,1 5 1-16,-1 3-2 0,-2 1 5 0,1 2-2 0,-3 3-3 16,1 0 1-16,-1 2-6 0,1 1 11 0,-2-1-2 15,1-2 4-15,1 0-6 0,-1 2 1 0,-1 2 1 0,2 0 2 16,-3 0-4-16,1 0 1 0,0 0 3 0,-2 0 0 15,3 8 4-15,8 12-9 0,-4 1 1 0,-1 3-2 16,-3-2 2-16,-1 0-14 0,0 3-4 0,-2-7-3 16,0 6-16-16,-1-7-34 0,1 2-7 0,0-3-11 15,0-1-53-15,0-2-78 0,2-2-23 0</inkml:trace>
  <inkml:trace contextRef="#ctx0" brushRef="#br0" timeOffset="110220.42">22894 4314 421 0,'0'-2'87'0,"0"-1"146"0,0-10-158 0,0-2 7 16,0 2 2-16,0 2 5 0,0 0 9 0,0 3-16 15,0 3-9-15,0 1-1 0,0 0-20 0,0 2-31 16,-2-1 6-16,0-1-14 0,0 2 4 0,2 0-5 16,0 2 4-16,0 2-6 0,0 0-2 0,0 2 1 15,-4 25-1-15,3 5 3 0,-1 1 7 0,0 0-2 16,-2 1-3-16,-1 3 1 0,1-2 0 0,0 0-4 15,0 2 6-15,-1-6-6 0,-1-1-2 0,1-4-2 0,-1 0 3 16,1-2-3-16,1-4-3 0,2-2 7 0,0-5-6 16,0-6 7-16,0 1-7 0,2-3 7 0,0-3-3 15,0-2 4-15,0 0 0 0,0 1 3 0,0 1-2 16,0 0 2-16,-1-2-5 0,-1-1-6 0,0-1-2 0,0 0-2 16,0-1-4-16,0-3 5 0,-1-15-1 0,-3-16 2 15,2 3 0-15,1-3-1 0,1-2-1 0,2 2-1 16,0-4-7-16,0 2 9 0,0-1-1 0,0 3 4 15,2 0-4-15,1 1 0 0,1 5-3 0,2 3 1 16,1 2-5-16,0 3 3 0,1 4 1 0,-1 4 1 16,1 0 3-16,-3 4 2 0,1 2-1 0,-1-1 0 0,7 5-6 15,-5-1 5-15,8 2-1 0,-4 0 2 0,2-7-2 16,2 1-1-16,-2 3 3 0,-2 3-1 0,6 0 6 16,-6 2 0-16,4 2-1 0,-4 2 1 0,0 1-5 0,-2 1 7 15,2-1-4-15,-1 18 5 0,-1 1-6 0,-3 2 2 16,-1 4 0-16,-1 1 1 0,0 1 6 0,-1 1-4 15,1-1 2-15,-2 1-3 0,0 1-8 0,16-5 5 16,-5 5-4-16,-5-5 5 0,-3 3-6 0,-1-2 2 16,0-4 1-16,-3-2 0 0,1-2 2 0,0-5-2 15,0 1 0-15,-2-5-1 0,2 2 4 0,-2-5-6 16,0-1 2-16,0-2-2 0,0 1 7 0,0-5-18 16,0 3 2-16,0-4-10 0,0 0-11 0,2 1-36 15,-2 1-14-15,0 0-10 0,0-2-81 0,0-1-189 0</inkml:trace>
  <inkml:trace contextRef="#ctx0" brushRef="#br0" timeOffset="110424.51">22881 4595 692 0,'-2'-2'69'0,"0"0"136"15,0 0-167-15,0 0 46 0,0-1-3 0,1-1 18 16,-1 0 8-16,0 0-37 0,0 1 0 0,0-1-14 15,0 2-27-15,0 0-16 0,2 0 2 0,2 1-6 0,0-1 5 16,2 0-4-16,14-6-2 0,10-1 1 0,0 2-3 16,6-1 0-16,-5 3-3 0,3 1 0 0,-2-2-17 15,-1 3-81-15,-3 1-14 0,-4 2-31 0,-1 0-136 16</inkml:trace>
  <inkml:trace contextRef="#ctx0" brushRef="#br0" timeOffset="110854.36">21761 5261 640 0,'0'0'98'15,"-2"0"19"-15,0 0-25 0,1 0-43 0,-3 0-2 16,2 0 30-16,-7-2 27 0,1 2-4 0,3 0 6 16,-1 0-46-16,2 0-22 0,1 0-1 0,-1 0-8 0,2 0-13 15,0 0 6-15,0 0-5 0,2 0 5 0,2 0-5 16,0 0 1-16,9 0 2 0,28 2-1 0,6 0 5 15,7-2-10-15,5 0 5 0,5-2-5 0,-1-1 5 16,4 1 2-16,-2-4-5 0,0-1 3 0,2-1-8 0,0 1-3 16,4 1 1-16,-1 1-2 0,3-1 0 0,-2 2-1 15,-10 1-2-15,-1 1 1 0,-8 2-9 0,-7-2 11 16,-1 2-7-16,-8 0 9 0,-6-2-15 0,-4 2 9 16,-6 0 0-16,-5 0 3 0,-3 0-4 0,-5 0-2 15,-3 0 3-15,0 0-3 0,2 0-8 0,-1 0-34 16,1 0-2-16,-2 0-10 0,0 0-16 0,-2 0-69 15,0 0-9-15,-2 2-30 0,-2 0-111 0</inkml:trace>
  <inkml:trace contextRef="#ctx0" brushRef="#br0" timeOffset="111145.53">21743 5594 948 0,'-2'0'168'0,"0"0"-204"0,-4 0 186 0,-9-2-97 15,4 2-32-15,4 0 68 0,1 0-18 0,4 0 29 16,1 0-42-16,-3 0-31 0,0 0-4 0,2 0-8 16,2 0-10-16,0 0 11 0,2 0 3 0,20 0 1 15,27-2 7-15,10-4-8 0,12-3 3 0,7 0-6 0,0-2 2 16,-4-2-8-16,-2-2 2 0,-1-4-4 0,1 2 2 16,1 3-3-16,1 2 0 0,8 3-2 0,-4-2-6 15,-2 2 0-15,-8 0 2 0,-8 1 0 0,-1 3 1 0,-10 1 3 16,-5 0-5-16,-7 2 4 0,-3-1-3 0,-5-1 0 15,-1 0 4-15,-2 0-1 0,-5 3 8 0,-3-1-21 16,-3 0-4-16,-2 0-13 0,-6 0-59 0,1 0-131 16,-3 0-163-16</inkml:trace>
  <inkml:trace contextRef="#ctx0" brushRef="#br0" timeOffset="114934.97">5661 6929 408 0,'0'-2'69'15,"-1"0"-24"-15,-1-2 46 0,-4-11 16 0,-1-3-28 16,1 1 7-16,1 0 11 0,1 2-6 0,0 1 5 16,0 2-31-16,3 5-12 0,-1-2-10 0,2 3 1 0,0 2-24 15,0 1 8-15,0 1-3 0,-2-2 4 0,2 0-4 16,0 1-16-16,0 1 12 0,0 0-12 0,0 2 21 16,0 0-11-16,0 2 0 0,0 2-5 0,4 25-6 0,-1 8 2 15,-1 6-1-15,2 4 1 0,0-3-6 0,-3 3 0 16,1-1 0-16,0 0-1 0,2-1 2 0,0-2 2 15,-1-2 0-15,1-8 1 0,0 0-1 0,-1-1-7 16,-1-4 2-16,0 0-2 0,0-1 5 0,0-1 7 16,0-1 0-16,0 1 1 0,-2-4 1 0,0 0-6 15,0-1 4-15,0-1-5 0,-2 0 9 0,-2-1-5 16,0-2 5-16,1-2-5 0,-1-2 7 0,0-2-2 0,0-2-1 16,1-3 1-16,-5 5-4 0,6-8 2 0,-1 3-3 15,-3 1 4-15,-3 1 4 0,-2-1-5 0,0 1-4 16,-4-1-1-16,2-1-9 0,2-3 5 0,-2 3 2 15,1-2-1-15,1-2 3 0,2-2 4 0,0 0 2 16,1 0 0-16,1 0 5 0,1 0 0 0,1 0-6 0,3 0 2 16,0 0-11-16,-2-2-8 0,1 0 7 0,1 0-7 15,0 0 5-15,0 0 4 0,2 0-3 0,0 1 4 16,2-3-4-16,2 0 3 0,16 0-3 0,10-5 3 16,3 0-4-16,4-2 1 0,8 3 2 0,1 1 0 15,4-2 1-15,-1 1-9 0,-3 1 3 0,2-1-4 16,-1 3 13-16,-5 3-10 0,-1 0 3 0,-11-17-5 15,-2 8 8-15,-4 6-2 0,-4 1-1 0,-1 2-1 0,-2 2-2 16,-1 0 4-16,-3 0 0 0,-1 2 3 0,-5-2-6 16,-1 0 1-16,-3 0-1 0,1 0 0 0,0 0-4 0,-2 0-16 15,1 2 3-15,1 0-8 0,0-2-17 0,-1 0-56 16,-1 0-10-16,0 0-19 0,0-2-65 0,0 0-41 16,0-2-45-16,-2-11-5 0,0-3-203 0</inkml:trace>
  <inkml:trace contextRef="#ctx0" brushRef="#br0" timeOffset="115188.4">5303 6977 943 0,'-2'-2'37'16,"0"-2"48"-16,-1-3-45 0,-3-6 2 0,2 2-3 0,3 0 5 15,1 3 7-15,0 1 8 0,0-3-3 0,0 5 3 16,3-4-11-16,5-1-1 0,12 1 5 0,12 0-2 15,3-1 16-15,6-1-25 0,5 2 5 0,4 0-11 16,10-1-4-16,1 1-16 0,-2 4 0 0,3 1-5 16,-5 2-2-16,-5-24-4 0,-2 13-1 0,-3 9-1 15,-8 4-6-15,-4 0-33 0,-2 4-3 0,-7 0-14 16,2 1-47-16,-2 1-155 0,2 1-129 0</inkml:trace>
  <inkml:trace contextRef="#ctx0" brushRef="#br0" timeOffset="115562.95">6755 7705 681 0,'0'0'35'0,"-2"0"0"0,0-2 3 0,0 0 3 15,1 0-8-15,-1 0 38 0,0 0 4 0,0 1 1 16,-2-1-2-16,1-2-5 0,1 4-22 0,-8-2 4 16,5-2-10-16,-6 1 10 0,1 1-10 0,3-4 9 15,-8-3-10-15,-2 2-1 0,-3 1-6 0,-2 6-7 16,1 2 2-16,3 3-7 0,-6 8-7 0,-2-11 0 0,-2 24-4 16,4 6 6-16,3-2-1 0,5 3 5 0,1 0-5 15,2-3 2-15,3 2-4 0,3-3 1 0,3-4-2 16,2 1 0-16,-14-1 4 0,6-2 1 0,7-5 0 15,1 1 7-15,2-2-12 0,4-1 4 0,1-3-6 16,4 2 1-16,-1-6-3 0,3 3-4 0,15-3 2 0,4-4 7 16,1 3-10-16,3-6 3 0,-3 16-6 0,3-5-10 15,1-7-14-15,4-4-6 0,0-2-2 0,0-4-23 16,-2-3-45-16,0-1-51 0,-5-1-4 0,3-4-212 16</inkml:trace>
  <inkml:trace contextRef="#ctx0" brushRef="#br0" timeOffset="116202.98">7253 7512 876 0,'-2'0'63'0,"-2"0"117"0,-7-2-137 0,-10 0 30 0,3 0-10 16,-4 0 19-16,1 2-4 0,3 0-14 0,-3 2-1 15,5 2-8-15,-1-1-33 0,4 3-13 0,0 1-2 16,2 1-1-16,-2-3 9 0,3 16 1 0,-1-1 3 15,4 4-4-15,-1-3-1 0,3 5 0 0,1 0 0 16,2-4 0-16,-16 6 1 0,7-2-1 0,3 0-5 0,3 2 3 16,3-2-6-16,2 2-1 0,0 0 5 0,2 3-4 15,1-7 8-15,1 2-8 0,2 0 0 0,-1-5-3 16,3 3 1-16,-1-4 9 0,2-1-7 0,1-3 5 16,-1 1-12-16,-2-4 7 0,1-2 2 0,-1-1 2 15,12-1 9-15,-1-2-4 0,5-3 2 0,-1 11-2 16,2-4 8-16,2-4-14 0,2-5 9 0,1-4-11 0,3-3 10 15,1-4-6-15,3-6 1 0,-10 0-2 0,-2 13-5 16,0-26 0-16,-9 0 4 0,2-1-3 0,-4-3 8 16,-8 4-3-16,1 0-1 0,10 2 1 0,-4-3 1 15,-7-5-5-15,-7 1-4 0,-7-2 1 0,-4 5-11 0,-4 2-5 16,10 2-5-16,-25 2 0 0,-9-2-14 0,4 7-12 16,-4 3-4-16,6 3-3 0,5 3-16 0,1 3 10 15,5 1 1-15,1-9 2 0,7 6 1 0,3 4 6 16,2 1 4-16,3 2 1 0,3 2 7 0,1 0 18 15,0 0-6-15,0 0 10 0,1 0 5 0,1 0 4 16,0 2 3-16,0 0-2 0,2 0 2 0,0-1 4 16,0 1 3-16,0 0 2 0,0 0 9 0,2 0-2 15,0 2 3-15,-2-3-1 0,9 18 6 0,-1 0 0 16,1 5-7-16,0 2 5 0,-1 2 5 0,-3 7 27 0,1 0-6 16,-3 2 8-16,-1-1-26 0,2-5 5 0,0 1-3 15,-1 1 2-15,3 0-10 0,-2-3 5 0,1 2-2 16,3-6 1-16,-1-2-4 0,2-2 0 0,3 0 1 0,1 1 0 15,1-1-1-15,-10-2 3 0,16-1-6 0,1-2 4 16,1-2-6-16,4-2-10 0,-5 0 5 0,-3-2-7 16,6 0 4-16,-3-6-6 0,1 1 5 0,-3-2-6 15,-1-2 2-15,1-1-21 0,-1 12-4 0,-3-5-10 16,2-3-48-16,-4-3-30 0,0-2-12 0,2-2-8 16,0-1-84-16,1-5-283 0</inkml:trace>
  <inkml:trace contextRef="#ctx0" brushRef="#br0" timeOffset="117590.3">7821 7203 342 0,'0'0'50'0,"0"0"51"0,-2 0-1 0,0 0-3 0,0 0-3 16,0 0 2-16,1 0-5 0,-1-1-7 0,-2-1-1 15,0 2-3-15,1 0-18 0,-1 0-8 0,0 0-1 16,0 0-1-16,1 0-11 0,-1 0-25 0,0 0 3 0,2 0-10 16,1 0-1-16,-1 0 0 0,0 0-4 0,2 0 4 15,0 0 9-15,2 0-6 0,0 0 8 0,1 0-7 16,23 0 6-16,4 0-2 0,5 0-3 0,2 0 2 15,4-2-1-15,2 0-2 0,0 2 0 0,-3-4-2 16,-2 1-4-16,-3-1 2 0,-5 0-3 0,3 0 1 16,-3 3-4-16,-2-3 4 0,-4 0 2 0,-4 2 0 0,-5 0-7 15,-2 1 3-15,-4-1-3 0,-1 2 4 0,-3 0 4 16,1 0-11-16,-2 0-7 0,-3 0-4 0,3 0-35 16,0 0-24-16,0 0 2 0,-1 0-12 0,-1 0-27 15,0 0-123-15,0 2-42 0</inkml:trace>
  <inkml:trace contextRef="#ctx0" brushRef="#br0" timeOffset="117856.69">7856 7380 565 0,'-2'0'172'0,"0"0"326"0,-1 0-422 0,-3 0-19 0,-1 0-4 15,3 0 1-15,0 0 12 0,1 0-25 0,-1 0-1 16,2 0-8-16,0 0-12 0,0 2-7 0,2-1 4 0,2 1-5 16,2 0 2-16,14 2 4 0,19 0-5 0,8-4 5 15,1 0-1-15,6-2-7 0,4-4 1 0,-4 1-3 16,2-3 0-16,-6 1 0 0,-7 1 2 0,-6 1-3 16,-3-1-3-16,-6 2-4 0,-4 1-4 0,-3 1-2 15,-2 2-23-15,-4 0-64 0,0 0-7 0,0 0-23 16,-2 0-71-16</inkml:trace>
  <inkml:trace contextRef="#ctx1" brushRef="#br0">23743 16603 0</inkml:trace>
  <inkml:trace contextRef="#ctx0" brushRef="#br0" timeOffset="125027">9483 6567 147 0,'0'0'0'0,"0"0"8"0,0 0 79 0,0-2-14 15,-2 0 7-15,0 0-32 0,2 0 2 0,0 0-32 16,0 0-2-16,0-1-6 0,0-1-5 0,0 0-5 0,0 1 5 16,0-3-5-16,2-3-2 0,-2 3 7 0,2 1-3 15,-1-1 7-15,1-1-8 0,0-1 12 0,0 1 0 16,0-3 3-16,0 3-9 0,0 0 19 0,-1-3-6 15,1 1 11-15,0 2-5 0,0-5 21 0,-2 3-6 0,0-4 11 16,0-2-5-16,0 2 0 0,0-2 4 0,0 4-3 16,-2-4-4-16,-2-1 5 0,1-1-9 0,-1 2 7 15,0 2-12-15,2 2 3 0,1 4-2 0,-1-3 0 16,0 5-14-16,0-1 8 0,2 4 4 0,0 0-1 16,0 1 2-16,-2-3-26 0,0 0 1 0,0 0-10 15,1 3-5-15,-1-1 8 0,0 0-5 0,2 0 6 0,0 0-6 16,0 2 5-16,0 0 1 0,0 0 1 0,0 2-1 15,0 0 4-15,0 2 0 0,0 9 2 0,0 7-2 16,0 4 5-16,2 4-8 0,0 4 5 0,1-1-9 16,1 3 13-16,0 1-3 0,-2 2 4 0,-1 0-9 0,-1 4 13 15,0 2-3-15,0 1 5 0,2 1-6 0,0-3 6 16,-2 5 2-16,0-6 2 0,0 1 6 0,0 3-6 16,0-2-3-16,0-6 1 0,0-2 3 0,0-3-4 15,0-1-1-15,0-1-3 0,0-4-10 0,0-4-1 16,0-1 2-16,0-5-2 0,0-1-1 0,0-2-5 15,0-2-1-15,0-1 0 0,0-3-6 0,0-3-4 16,0 0-2-16,0-3-7 0,0 3-64 0,0 0-30 16,0-2-22-16,0 0 0 0,0-2-77 0,0 0-183 0</inkml:trace>
  <inkml:trace contextRef="#ctx0" brushRef="#br0" timeOffset="125633.48">9351 6125 1019 0,'0'0'19'0,"0"0"-5"16,-2 0-3-16,0 0 17 0,0-2-15 0,0 0 50 0,2 0-4 15,0 0-5-15,0-2-2 0,0 1-25 16,0 1-2-16,8-9 5 0,-3 3-4 0,21-5 15 0,6 2-7 15,-1 0-2-15,7 0-3 0,6 2-14 0,-1-1 0 16,-4 5-2-16,0 1 0 0,-8 2-9 0,3-18 5 16,-3 11-4-16,-1 7 3 0,-10 2-8 0,-1 3 15 15,-6 3-6-15,-4 0 8 0,4 5-10 0,-5 11 7 16,-3 4-2-16,14 2 2 0,-10-6-10 0,-1 6 4 16,-8-6-1-16,0 0 3 0,-6 3 0 0,-1-3 2 15,-3 4-6-15,-1-6 3 0,-2-1-1 0,8-2-5 16,-18-6 4-16,3 0-5 0,-1-2 0 0,5-1 1 0,-1 1 2 15,-1-2-2-15,-1-1-1 0,0 1 2 0,1-1-3 16,7-1 3-16,-2-3-9 0,3 6 4 0,5-5-3 16,-3 1 4-16,7-4 1 0,-3 2-7 0,0 0 4 15,2 0-7-15,0 0-3 0,1-1 12 0,-1 1-7 0,2 0 9 16,2 0-6-16,1 0 1 0,14 3-1 0,11-1 2 16,5-4 5-16,4-2-4 0,0-1 5 0,4-3-5 15,-2 0 2-15,-3 3-1 0,-1 1-3 0,-7 0 2 16,-2 2 3-16,-4 0 2 0,0 2-4 0,-3 2 2 15,-2 1-2-15,-6 1 4 0,0-1 3 0,-4 1 0 16,-1-1 5-16,-2 14-1 0,7-4 4 0,-2 0-3 0,-2 1 3 16,-3 1 16-16,-4 0-5 0,0-2 8 0,-2 1-8 15,-3 1 3-15,-3-2 6 0,-1-2-2 0,-2-2 12 16,-11 2 6-16,-3-2-8 0,-1-3 7 0,-1-1-14 16,1-1-16-16,-4-1 2 0,0-3-7 0,0 2-4 0,1 14-10 15,6-6 1-15,5-7-2 0,1-1 0 0,-1-1-6 16,3-1-3-16,-4 0-5 0,3 0-26 0,1 0-90 15,2 0-8-15,3 0-34 0,5-1-88 0,-1 1-217 16</inkml:trace>
  <inkml:trace contextRef="#ctx0" brushRef="#br0" timeOffset="126042.51">8770 7467 1221 0,'-2'0'47'15,"0"0"-5"-15,0 0 9 0,-2 0 16 0,1 0-19 16,-7-2 50-16,5 2-32 0,-1 0 2 0,2 0-14 0,1-2-24 15,-1 2-23-15,0-2 4 0,2 2-10 0,1 0 0 16,-1 0 9-16,0 0-9 0,2 0 10 0,2 0-8 16,0 0 0-16,12 4 2 0,22 4-2 0,5-1 6 0,1-1-10 15,7 1 1-15,6-1-4 0,5-1 10 0,3-1-6 16,2-2 4-16,0-2-5 0,5 0 5 0,12-4 4 16,7-3-4-16,11-5 3 0,4-1-2 0,2-3-4 15,-7 1 5-15,-1-4-6 0,-1 1 9 0,1-3-4 16,8-1 0-16,2 2-3 0,-6-1-3 0,-6 3 3 15,-9-1 0-15,-10 2 1 0,-3 1-3 0,-5 1 6 16,-6 4-4-16,-6 3 4 0,-7 3 0 0,-3 1-5 16,-1 2 6-16,-16 2-7 0,0 0-4 0,-6 2 9 0,-6 2-10 15,3-1 10-15,-5 1-11 0,1 0-15 0,-4 0-10 16,4-1-12-16,-6-1-118 0,2 0-221 0</inkml:trace>
  <inkml:trace contextRef="#ctx0" brushRef="#br0" timeOffset="126850.1">9104 8360 133 0,'-2'0'8'0,"0"0"32"0,0 0-13 0,-1-2 43 15,1 2-2-15,-15-5 10 0,4-1-20 0,-4-3 4 0,4 1 4 16,0-1-1-16,0 4-7 0,0-16-1 0,2 1-2 16,0-4 3-16,2 1 8 0,3-1-8 0,-5 4-6 15,4-1 1-15,-3 3-10 0,3-1 0 0,5 4 2 16,-4 0-2-16,5 4-4 0,-1 4-6 0,0 3-1 0,2 2-3 16,0 0-1-16,-4-1 4 0,0-1-1 0,3 0 1 15,-1 2-1-15,0 1-10 0,0-1 1 0,0 2-5 16,0 2-2-16,-1 11 4 0,-7 27 2 0,3 9 1 15,-1 3 8-15,3 7 4 0,-1 4 1 0,1 0 0 16,1 4-6-16,-2 2 0 0,1-2-4 0,-1-2 1 16,-1-2-12-16,-2-4-3 0,1-5-2 0,1 0 1 0,1-8-8 15,1-1-2-15,-1-6 1 0,2-2-1 0,2-3 1 16,1-3-4-16,1-3-2 0,1-6-1 0,1-1 0 16,0-5-57-16,0-4-13 0,-2-7-17 0,0-1-58 15,2 0 8-15,0-1-23 0,1-1-3 0,1-2-196 0</inkml:trace>
  <inkml:trace contextRef="#ctx0" brushRef="#br0" timeOffset="127378.61">8653 8202 703 0,'0'0'45'0,"0"0"3"0,-2-2 3 0,0 1-9 16,0-1-6-16,0 0 3 0,0 0 9 0,0 0 4 15,1-2 1-15,1 1-5 0,0-1-8 0,0-5-1 16,1-4-1-16,5 2 3 0,3-4 1 0,-5-2-4 0,26 2 4 16,-1 2 0-16,1 0-16 0,9 0 9 0,-7 4-11 15,1 0 2-15,-3 5-13 0,-8-11-1 0,6 4-2 16,-2 5 6-16,0 6 9 0,-4 2-1 0,-3 4 1 16,-4 1-9-16,-4-3 5 0,0 24-5 0,-7-2 3 15,-1 3-9-15,16-1 6 0,-10 0-2 0,-3 0 3 16,-6 0-3-16,-2-4 5 0,-4 0-2 0,-1-2 1 15,-2-1-6-15,-1-3-7 0,-1 3 3 0,0-6-3 0,2-2 4 16,7 0-5-16,-11-2-2 0,2-4 1 0,2 1-3 16,3-3-8-16,2 1 0 0,1-1-4 0,1-1-1 15,2-2 6-15,0 2 1 0,0-2 1 0,0 1 1 16,0 3 4-16,2-1-3 0,5 3 3 0,15-1-1 0,6 3 1 16,0-3-3-16,-8 2 3 0,4 2 0 0,-5 2-1 15,1 2 3-15,-5 0-2 0,2 2 2 0,-6-2 0 16,-2 0 5-16,-1-2-4 0,-4 1 5 0,-3-3 5 15,9 1-3-15,-5-3 5 0,-1 0 8 0,-4-1 3 16,0 1 4-16,-2 6 0 0,0-10 8 0,-5 6 8 16,-6-1-3-16,-15-5 4 0,2 3 1 0,-9-5-4 15,0 1-1-15,-3 18-2 0,3-9-12 0,4-7-7 0,-3-2-1 16,4-2-3-16,-1-2-15 0,3-2 1 0,6 0-4 16,5 0 3-16,0 0-7 0,8 2-1 0,2 0-5 15,5 0 2-15,-2 0-12 0,0 0-26 0,2 0 9 16,1 0-14-16,-1 0 8 0,2-2-51 0,2 0-2 0,1 1-19 15,31-14-30-15,10-2-33 0,3-2-5 0,1-1-13 16,4-4-55-16</inkml:trace>
  <inkml:trace contextRef="#ctx0" brushRef="#br0" timeOffset="127605.5">9666 8319 784 0,'0'0'51'0,"0"0"-3"16,0 0 61-16,0 0-3 0,0 0 7 0,-1 0 8 15,-1 0-19-15,0 0-5 0,0 0-6 0,0 0-20 16,0 0-20-16,0 0-1 0,1 0-9 0,-1 0-17 0,0 2 5 16,2 0 2-16,0 0-1 0,2 0-3 0,0 0 2 15,1-1-9-15,10 3 6 0,10 0-13 0,8 0 13 16,-3-3-5-16,5-1 5 0,-3-1-16 0,0-1-3 16,-2 0-1-16,-2 0 0 0,-2 0-2 0,-4 0-3 15,-3 0 0-15,0 1-2 0,-1-1-9 0,1 0 1 16,0 0-7-16,-2 0-1 0,-1 0-55 0,1 0-102 15,0-1-12-15,4-3-40 0,-4 1-157 0</inkml:trace>
  <inkml:trace contextRef="#ctx0" brushRef="#br0" timeOffset="127903.71">9976 8145 1375 0,'-1'0'31'0,"-1"0"-38"0,0 0 37 0,0 0-19 16,-13-6 3-16,6 2 41 0,0 1-10 0,3 1 20 15,4 2-16-15,-3-2-24 0,1 0 1 0,0 0-10 16,0 0-13-16,1 1 0 0,1-1 1 0,0 0 1 0,0 2 7 16,0 0 19-16,0 0-10 0,2 2 13 0,0 0-13 0,0 5 1 15,6 19-2-15,0 6-1 0,1 1-10 0,-1 2 3 16,-1 4 0-16,-1 0 1 0,0 0-9 0,-1 2 1 15,-1-2-3-15,2-2 3 0,-2-3 2 0,1-6-6 16,1-1-1-16,0-1-3 0,1-3-7 0,1-3-11 16,0-1-9-16,-1-5-7 0,1-2-77 0,-1-3-34 15,1-2-14-15,7 3-12 0,7-1-123 0</inkml:trace>
  <inkml:trace contextRef="#ctx0" brushRef="#br0" timeOffset="128203.66">10701 7981 877 0,'0'-1'56'0,"0"-1"-56"0,0 0 64 15,0-2-28-15,0-1 10 0,0-5 54 0,0 5-12 0,0 1 24 16,0 0-21-16,0 1-28 0,0-1 5 0,0 2-13 16,0 0 0-16,0-2-5 0,0 1-1 0,0 1-4 15,0 0-10-15,0 0 3 0,0 2-3 0,0 2 3 16,0 0-14-16,0 15 17 0,0 18-4 0,1 4 8 15,3 0-8-15,0 2-7 0,0-4 1 0,1 5-3 16,-1 1-1-16,1 2-11 0,1-3 1 0,-2 1-3 0,-1-2 0 16,-1 0-8-16,2-4 2 0,0 0-4 0,-1-3 3 15,1-5-8-15,-2-3 1 0,2-3-3 0,-1-1 3 16,1-6-15-16,0 3-23 0,0-6-6 0,-3-2-142 16,1-3-146-16,0-5-92 0</inkml:trace>
  <inkml:trace contextRef="#ctx0" brushRef="#br0" timeOffset="129138.65">12043 7239 426 0,'0'0'48'15,"0"0"9"-15,-2 0-18 0,0-2-22 0,0 0-3 16,1 0 24-16,-1 0 26 0,0-1 5 0,0-1 0 15,-2-7-8-15,1-2-5 0,-5-8-4 0,4 8 1 16,-1-3-11-16,-1-3 1 0,1-1-2 0,-1-3 2 0,2 1-10 16,1-2 9-16,-1 0-2 0,0-2 5 0,-1 3 2 15,-1-1 3-15,1 8-2 0,3 4 1 0,-2 1-10 16,4 9 6-16,-2-3-4 0,2 1 4 0,0 2-14 0,0-1-4 16,0 1-4-16,-2-2-1 0,0 0-16 0,1 2 2 15,1 1 0-15,0-1 0 0,0 2-7 0,0 0 7 16,0 2-5-16,0 3 5 0,3 25-12 0,3 5 4 15,-1 0 1-15,1 3 3 0,0 1 0 0,-3-2-2 16,1-2-2-16,2 4 2 0,-1-6 4 0,-3 1-4 16,0-1-2-16,0-1-1 0,-2-1 3 0,0-1 2 15,-2-2 2-15,-2-2-3 0,-1-2-1 0,-3 0 6 16,-1-3-3-16,0-3 3 0,-1-3-3 0,1-2 14 0,7-2 2 16,-11-2 3-16,-2-1 0 0,4-3 1 0,0-1 1 15,2 0 0-15,-1 0 1 0,3 1-6 0,-2 1-2 16,1-3 0-16,5-1-7 0,-1 0-8 0,0 0 4 15,0 0-5-15,1 0 0 0,1 0-4 0,0-1-2 0,0-1-2 16,0 0-8-16,2 0 15 0,0 0-4 0,0 0 8 16,2 0-6-16,2 0 3 0,7 0 0 0,15-1 1 15,-2-1-8-15,2 0 5 0,0 0-1 0,-5 2 4 16,1 0-3-16,2 0-2 0,-4 0 1 0,3-2-1 16,-5 2 7-16,-1 0-9 0,0-2 3 0,3 0-6 15,1 1 1-15,-5-1 7 0,3-2-4 0,-2 2 3 0,-6 0-15 16,0-1-4-16,0-1-6 0,0-2 0 0,0 1-28 15,-1-1-51-15,-1-1 7 0,-4 1-23 0,-1-9-17 16,0 0-56-16,7-1-20 0,-2-1-22 0,-1 0-169 0</inkml:trace>
  <inkml:trace contextRef="#ctx0" brushRef="#br0" timeOffset="129358.72">11638 6819 1314 0,'0'0'41'0,"-2"-2"-3"0,1 0 6 16,-1 0 17-16,0 1-18 0,0-1 65 0,0 0-41 16,0-2-3-16,0 0-16 0,1 1-42 0,-1-1-2 0,2 0 6 15,0 2-4-15,5-7 5 0,3 2-4 0,19 1-3 16,3 4 2-16,2-1-2 0,1-18-5 0,4 8-1 16,-3 8-3-16,5 5-8 0,3 0-3 0,-1 3-11 15,6 7-1-15,-8-1-73 0,3 2-103 0,3 4-23 0,-6-2-40 16,6 4-219-16</inkml:trace>
  <inkml:trace contextRef="#ctx0" brushRef="#br0" timeOffset="129684.33">12648 7155 781 0,'0'0'324'0,"-2"-2"-446"0,1 0 381 0,-1 1-212 0,-2-1-4 15,-2-2 56-15,-7-2-9 0,2 1 19 0,2 1-40 0,2 0-28 16,-1 1-4-16,3 1-10 0,-1 0-21 0,2 2-9 15,2 0 4-15,-1 0-6 0,-1 2 4 0,0 2 1 16,-3 9-1-16,-4 18 1 0,5 1 3 0,2 1 2 16,3 2 1-16,-1 1 0 0,2-1 2 0,0 4-1 15,0-2-1-15,0-2 1 0,0-1 5 0,0 1 7 16,0-3 4-16,0-3 0 0,0 3-2 0,0-12 1 16,0 4-9-16,0-5 6 0,0 0-10 0,2-3 4 15,1 1-1-15,-1-6-1 0,2-2-12 0,1 3 1 16,-5-11 2-16,12 3 2 0,8 11 8 0,8-2-6 0,-2-7-1 15,9-3-1-15,-1-3 2 0,-7-3-3 0,7-3 1 16,-3-1-3-16,3-3-2 0,-3 3-1 0,-1-1 4 16,-8 1-2-16,1 0 3 0,-5 1-2 0,1 0-6 15,-4 1 3-15,-4 1-12 0,0-1-21 0,-4 1-21 0,1 0-5 16,-1-1-120-16,1 3-97 0,-5-11-60 0</inkml:trace>
  <inkml:trace contextRef="#ctx0" brushRef="#br0" timeOffset="129919.27">12676 7460 1265 0,'0'0'29'0,"0"0"-4"0,-2 0 10 16,0 0 20-16,1 0-13 0,-1 0 61 0,0 0-42 15,0 0-1-15,2 0-18 0,0 0-33 0,0 0 6 16,0 0 4-16,2 0 1 0,2 0 11 0,7 0-9 15,18-2 1-15,-6 0-4 0,3-2-3 0,0 0-5 16,-4 1-2-16,6-1-2 0,-6 2-6 0,0 0-2 16,-1 0-1-16,-6 1 0 0,-1 1 6 0,-2 0-20 15,-1 0 0-15,0 0-16 0,-6 0-72 0,1 0-99 16,-4 0-24-16,0 0-35 0,3 0-209 0</inkml:trace>
  <inkml:trace contextRef="#ctx0" brushRef="#br0" timeOffset="130104.59">12522 7242 1423 0,'0'0'16'0,"0"0"3"0,0-1-9 0,0-1-3 0,0 0-3 15,2 0 28-15,0 0 11 0,0 0-5 0,7-3 2 16,21-10-33-16,9-2-4 0,0 2 0 0,3 2-2 16,3 0-3-16,-1 0-12 0,-1 2 2 0,0 0-7 15,1 0-11-15,-5 2-67 0,0 1-29 0,-2 1-16 0,-3-1-133 16</inkml:trace>
  <inkml:trace contextRef="#ctx0" brushRef="#br0" timeOffset="130745.89">13441 7099 684 0,'0'0'45'0,"0"0"-3"0,0 0 89 16,0 0-8-16,0 0 21 0,0-1-6 0,0-1-30 16,0 0-2-16,-2 0-12 0,0 0-19 0,1-2-9 15,-1 1-4-15,-2 1-2 0,0-2-19 0,-1 0-11 16,-5-1 1-16,-1-1-4 0,2 3-14 0,0 1-9 15,-1 2-2-15,3 0 0 0,-2 2 5 0,-1 1-3 16,-3 5 1-16,2-5-2 0,0 23 6 0,2 2-9 16,0 6 4-16,1-1-5 0,1 1 1 0,1 1 1 0,1 0-1 15,1 0 1-15,0 1 5 0,2-1-9 0,0 0 6 16,-18-1-7-16,7 1 5 0,7-2 1 0,5-3-1 16,1-2 1-16,1-2-3 0,3-4 1 0,4-1-2 15,-1-5 2-15,4 3 3 0,-3-8-7 0,3 0 2 0,11-3-4 16,11-7 7-16,1 20-4 0,7-6 3 0,1-10-4 15,-10-5-1-15,3-3 5 0,-3-7-4 0,-4 1 5 16,5-6-1-16,-1 0-2 0,-8 0 4 0,2 14-2 16,-8-20 8-16,-3 3-6 0,0-3 5 0,-6 1-5 15,-3-1 10-15,-2 3-7 0,-3-3 0 0,11 5-2 16,-1-5 7-16,-4 1-10 0,-3 1 7 0,-4-1-8 0,-4-3 6 16,-3 3-2-16,-4-2-2 0,-2-1 0 0,7 1-4 15,-24-2-14-15,1 2-1 0,-7 0-6 0,7-1-35 0,-5 5-18 16,-3-3-2-16,4 6-5 0,1 4-11 15,6 2 9-15,2 7-5 0,5-2 8 0,3 1 0 0,5-5-10 16,3 5 3-16,3 1-6 0,1 2-5 0,0 0 15 16,0 0 11-16,1 2 5 0,-1-1 50 0,0 1 22 15,2 0-5-15,1 0 13 0,-1 0 19 0,0 0 36 16,0 1 8-16,2-1 8 0,0 0 24 0,0 0-15 16,2 0 3-16,0 0-8 0,0 1 1 0,-1 1-15 15,1 0 6-15,2 0-8 0,-2-4 6 0,7 11-13 16,-1 0 3-16,-1 6-6 0,0 1-2 0,1 1-5 15,-6 3-3-15,7 2-1 0,0 0-4 0,-1 2 2 0,5 0-4 16,-2 0 3-16,4 2-8 0,0-2-12 0,9-2 4 16,-4 2-7-16,1-4-2 0,4 1-7 0,-4-1 4 15,5-2-4-15,0 1 0 0,2-3 1 0,-2-5-5 16,0 0 3-16,-2-1-8 0,-6-1-1 0,5 2 1 0,-5-4-1 16,1 2-2-16,-2-5 4 0,-3-1-3 0,-1-3 3 15,-1 7-5-15,-1-1-6 0,-2-3 2 0,0-1-6 16,2 0-15-16,-3-4-126 0,-1 0-16 0,1-2-55 15,-1-2-232-15</inkml:trace>
  <inkml:trace contextRef="#ctx0" brushRef="#br0" timeOffset="134198.42">28208 944 79 0,'-2'-1'0'0,"0"-1"195"0,-2 0 27 0,-7 0 43 16,2-13 13-16,1 4-165 0,3 0-8 0,-3 3-33 15,1 1-4-15,1 1-11 0,5 3-34 0,-3-1 3 16,4 2-1-16,-2 2-1 0,0 0-20 0,-2-4-3 16,1 1-1-16,1 1 2 0,0 0 10 0,0 0 3 0,0 2 4 15,0 2-3-15,1 0 5 0,-1 2-4 0,0 16-4 16,0 8 0-16,2 3 1 0,0 3 8 0,0 5 4 15,2 2-2-15,0 5-3 0,0 4 2 0,1-2 3 16,-3 3 0-16,0-7-3 0,0 3-3 0,-2-7-9 16,1-1 5-16,-3 0-4 0,0-1-9 0,4-5 6 0,0-3-7 15,0-4 9-15,0 0-12 0,0-2 6 0,0 0-7 16,0-2 2-16,0 0 5 0,0-3-7 0,0 0 4 16,0-5-12-16,0-2-6 0,0-1-14 0,0-6-3 15,0 1-105-15,0-2-109 0,0-1-59 0</inkml:trace>
  <inkml:trace contextRef="#ctx0" brushRef="#br0" timeOffset="134776.79">27977 818 555 0,'0'0'43'0,"0"-2"-35"16,0 0 47-16,0 1-17 0,0-1 5 0,0 0 35 16,0-2-11-16,2 0 14 0,0 1-42 0,7-3 3 15,16-5-1-15,10 0 5 0,0 2 21 0,0-3-7 0,4 5 5 16,-3-2-6-16,3 1 5 0,-6 3-33 0,0 1 8 16,-7-13-18-16,-1 6-10 0,-5 7-9 0,-3 3 0 15,-4 1 0-15,-2 1 4 0,-4 3-6 0,-1 0 3 16,-4 1-3-16,13 16 5 0,-6 1 6 0,-4 0-7 15,-3 1 6-15,-4 1-3 0,-1-2 9 0,-7 2 1 16,-1-1 3-16,0-3 5 0,-4 0-7 0,10-1 3 0,-21-4-4 16,-4-2 3-16,8 0-15 0,-2-6 4 0,7 4-7 15,6 1 6-15,-2-9-6 0,7 5 0 0,1-5-1 16,1 1-1-16,2-2-6 0,-2 0 4 0,1 1-4 16,-1 1 8-16,2 0-5 0,0 0 3 0,0-1-5 0,0-1 8 15,2 0-1-15,0 0-1 0,2 0 0 0,2 0-1 16,15 3 1-16,8 1-1 0,-1-4 1 0,4-1 4 15,-2-1-3-15,2 2 2 0,-1 0-3 0,-1 4-1 0,-5-1-2 16,-1 3 4-16,-5-1-2 0,-4 1 0 0,-2 1 1 16,-4 0-2-16,-1 10 1 0,-3 1 10 0,12 1-6 15,-5-3 0-15,-5-3-2 0,-1 4 8 0,-4-3-9 16,-2-1 8-16,-2 0-7 0,-1-4 16 0,-3 0-10 16,1 0 15-16,-17 1-10 0,1 1 32 0,-6-6 1 15,-1-1-3-15,-2-5 2 0,-1 20-9 0,-2-8 1 16,1-6-4-16,-1-3 4 0,-2-2-10 0,9-2-10 15,-4 0-1-15,7-2-5 0,0 0-10 0,1 0-5 16,6 0 2-16,1 1-3 0,8 1-2 0,3 0-8 0,1 0-12 16,1 0 1-16,2 0-42 0,-2 0-70 0,2 0 0 15,1 0-31-15,1 0-59 0,0 1-179 0</inkml:trace>
  <inkml:trace contextRef="#ctx0" brushRef="#br0" timeOffset="135053.07">28921 1043 957 0,'-2'0'71'0,"0"-2"124"0,0 0-138 0,0 0 58 15,0 0-13-15,0 0 25 0,1 1-29 0,1-1-43 16,0 0-3-16,0 0-14 0,1 0-12 0,3 0 8 15,13-3-5-15,18-6 4 0,-3 5-11 0,1 1-15 16,2 1 0-16,-3 2-6 0,-2 2 5 0,-4 0-11 16,-2 0 1-16,-4 0-7 0,-1 2-11 0,-2 0-51 15,-6 0-2-15,0 1-23 0,-6-1-63 0,1 2-80 16,-4-4-51-16</inkml:trace>
  <inkml:trace contextRef="#ctx0" brushRef="#br0" timeOffset="135215.76">28984 1292 897 0,'-2'0'52'0,"0"0"-3"0,0 0 6 0,0 0 29 16,0 0-25-16,1 0 99 0,-1 0-43 0,0 0 4 0,0 0-21 15,2 0-26-15,0 1 1 0,0 1-7 0,2 0 4 16,0-2-17-16,1 0-30 0,9 2 0 0,10 0-10 16,0-2-5-16,6 0-6 0,-2 0-3 0,2 0-2 15,-4 0-8-15,-2-2-47 0,1 0-14 0,-1 0-19 16,2 2-105-16,-2 0-116 0,2 0-64 0</inkml:trace>
  <inkml:trace contextRef="#ctx0" brushRef="#br0" timeOffset="135534.53">29791 800 959 0,'-1'-2'42'0,"-3"0"62"0,2 2-51 0,-5-4 35 16,-3-1-3-16,5 1 14 0,1 2-16 0,-2-2-27 16,1 2-12-16,1 1-2 0,0-1-20 0,1 0-1 15,-1 0 1-15,0 2 0 0,1 0 2 0,-1 0 5 0,2 2 1 16,0 0 0-16,0 1-2 0,-1 7-9 0,-5 10 4 16,3 4-6-16,3 2 3 0,2 4 3 0,0 2-4 15,0 3 2-15,0 0-11 0,0 4-3 0,2 2 4 16,-2-2-3-16,1 2 6 0,-1 0-4 0,0-8-3 15,0 2 0-15,0 2-7 0,2-3-1 0,0-1 0 0,0-3 1 16,0-4 0-16,0-2 0 0,0-3 0 0,-1-3-1 16,1-3-8-16,2 0-35 0,2-2-32 0,1 0-6 15,-1-4-143-15,-1-1-145 0</inkml:trace>
  <inkml:trace contextRef="#ctx0" brushRef="#br0" timeOffset="135969.84">30222 1013 1044 0,'0'0'50'0,"-2"-2"-6"0,0 0 35 15,-1 1 12-15,-3-3-11 0,-7-5 30 0,-2-1-35 16,2 3 0-16,2 1-16 0,0 1-30 0,5 3-13 16,-1-2-1-16,3 4-5 0,1 0-5 0,1 0 2 15,0 0-6-15,0 0 5 0,-2 2-4 0,2 2 2 16,1 22 1-16,-1 1 0 0,0 5-1 0,0 1 1 15,-20 5 1-15,11-5-2 0,3 0-4 0,5-1 5 16,1-2-5-16,2-1 4 0,2 3-4 0,1-6 0 0,3-4 0 16,1-1 0-16,1-5 7 0,1-1-5 0,-5 0 8 15,18 0-7-15,4-4 10 0,4-2-1 0,-1-3-1 16,5-4 0-16,-3 16 0 0,5-5 6 0,-1-7-2 16,-5-4 3-16,-3-2-7 0,-1-4 5 0,-3-1 0 0,-5-3 1 15,-1 1-5-15,-4-1 3 0,-4 3-2 0,1-3 3 16,-9-14 1-16,16-4 8 0,-4-2-1 0,-5-2 2 15,-7-3-7-15,-2 0 5 0,-11-10-2 0,-4 2 4 16,-5 0 0-16,-1 0-6 0,18 6 2 0,-25 2-4 16,-1 1-6-16,2 4-5 0,0 4-5 0,2 6 3 15,-2 3-6-15,6 4-3 0,2 1-2 0,1 7 0 0,4 1-10 16,0-9-11-16,0 3 0 0,2 6-4 0,0 2 2 16,2 4-20-16,2 2-10 0,2 7-12 0,1 14-105 15,2 5-53-15,-14 1-35 0,8 3-9 0,9-3-181 16</inkml:trace>
  <inkml:trace contextRef="#ctx0" brushRef="#br0" timeOffset="136400.29">31058 995 705 0,'0'0'172'0,"-2"-2"37"0,0 0-60 0,-2 0-70 16,-3-4-14-16,-12 1 48 0,6-6-2 0,-3 1-8 15,3 3-1-15,-2 1-42 0,2 3-16 0,0 1-4 16,5-4-3-16,-1 1-13 0,2 1-9 0,-3 0-4 16,3 2-1-16,-1 2-6 0,1 0-3 0,-2 4 5 0,-1 2-5 15,1 5-1-15,-2 20 2 0,2 3-4 0,-1 3 2 16,1 6-4-16,4-1 2 0,-1 3 2 0,2-4-1 16,1 0-1-16,-20-2-2 0,12-2 2 0,7-2-2 15,4-3 1-15,4-5-5 0,2-2 2 0,1-3-1 16,4-2 4-16,0-3-3 0,-5-2 4 0,18 0-4 15,2-4 6-15,2 0 2 0,2-4 0 0,-1-3 4 16,7-2 11-16,-5 17 4 0,6-5-2 0,2-8 2 16,-3-6-6-16,-3-2 4 0,1-3 7 0,-3-3-3 0,3-3-3 15,-1-2 0-15,-3-2-8 0,-10 2 7 0,2 6-3 16,-3-16 9-16,-2-4 4 0,-6-7 1 0,-2 1 23 0,-5-6-14 16,-1 2 6-16,20-1-9 0,-12 1 10 0,-7-2-1 15,-4 2-2-15,-6 2 0 0,-5-2-10 0,-2 5-10 16,-6 1-2-16,8 1-3 0,-22 2-10 0,-2 4-1 15,3 0-5-15,-5 5 1 0,-2 3-10 0,0 4 1 16,-4 3-1-16,2 4-1 0,2 1-10 0,4-17-7 16,3 10 0-16,6 6-4 0,2 5-26 0,6 0-98 15,3 2-14-15,4 1-35 0,3 1-120 0</inkml:trace>
  <inkml:trace contextRef="#ctx0" brushRef="#br0" timeOffset="137951.99">14602 7588 807 0,'-2'0'0'0,"0"0"105"0,0-2 19 0,0 0 5 0,-2 0 17 15,3 0-77-15,-1 0 0 0,0 1 9 0,0 1 0 16,0 0-8-16,0 0-13 0,0 0-17 0,2-2 5 16,0 2-11-16,2-2-10 0,0 0-7 0,6 0-6 15,21-5 2-15,3 1-13 0,-1 2 6 0,1 1-3 0,-2 1 2 16,-2 0-7-16,-1 2-3 0,-1 0-3 0,0 0 0 16,0 0-17-16,-3 0-70 0,-5 0-2 0,-1 0-29 15,-2 0-64-15,-6 2-102 0,-2 0-46 0</inkml:trace>
  <inkml:trace contextRef="#ctx0" brushRef="#br0" timeOffset="138126.26">14672 7827 886 0,'-2'0'68'0,"0"0"-6"15,1 0-7-15,-1 0-1 0,0 0-27 0,0 0-6 16,0 0 63-16,0 0-6 0,0 0 22 0,1 0-23 16,1 0-26-16,0 0-1 0,0 2-9 0,1-2-3 0,1 0-21 15,2 0 5-15,15 0-11 0,7 0-7 0,0 0-7 16,0-2-3-16,1-1-3 0,1-3-15 0,2 2-75 15,3-1-11-15,1-1-31 0,7-1-120 0</inkml:trace>
  <inkml:trace contextRef="#ctx0" brushRef="#br0" timeOffset="138408.04">15779 7066 1131 0,'0'-2'20'0,"0"0"-2"0,-2 0 3 0,0-1 9 0,0-1-5 16,-2 0 61-16,3 2-1 0,-9-3 7 0,1-1-10 15,2 3-15-15,3 1-25 0,-2-2-1 0,3 0-9 16,-1 2-10-16,0 1-9 0,0-1 1 0,1 2-3 16,1 2 10-16,0 1 2 0,-7 16 4 0,-1 22-4 15,5-4-3-15,1 2-9 0,2-2-2 0,2-2 0 0,0 1 3 16,0-3-6-16,2-3 0 0,0-1-3 0,0-3-3 15,0 0 2-15,1 0 1 0,1-5-2 0,2-1-6 16,-1-5-22-16,1 2-4 0,-1-6-13 0,3 0-79 16,-6-4-74-16,22 10-29 0,6-4-21 0,-3-7-192 0</inkml:trace>
  <inkml:trace contextRef="#ctx0" brushRef="#br0" timeOffset="138753.79">16321 7049 1038 0,'0'0'24'0,"0"0"-2"0,-2-2 6 16,0 1 7-16,0-1-8 0,0 0 36 0,-1 0 0 0,1 2-3 16,-9-2-2-16,-2 2-23 0,0 2-18 0,0 2 4 15,0 3-9-15,0 1 5 0,2 21-7 0,3 3 2 16,1 3-4-16,3-5 3 0,2-2-11 0,-16 0 3 16,6-4-3-16,5 2 12 0,3-2-5 0,2-2 0 15,2 0-4-15,2-1-2 0,2-1 19 0,2-3 4 0,1 0 4 16,-1-4 8-16,1-2-17 0,-5 0 4 0,15-4-5 15,-1-3 14-15,3-2-3 0,1 13-1 0,4-4-1 16,-1-6-7-16,-1-3-5 0,0-4 1 0,-5-1-2 16,3-5-2-16,1-3-5 0,-3-2 3 0,-1 4-1 15,-6-13 9-15,-5-3-14 0,-4-1 6 0,0 0-8 16,16-1 15-16,-7-1-3 0,-7 2-5 0,-4 0 1 16,-6 4-11-16,-5-1 6 0,0 7-4 0,-2-1 5 0,-15 2-9 15,2 9-10-15,-2-3 2 0,2-6-6 0,4 8-7 16,2 3-9-16,3 4-7 0,2 2-7 0,6 2-69 15,5-2-72-15,0 1-26 0,1 3-26 0,-1 5-201 0</inkml:trace>
  <inkml:trace contextRef="#ctx0" brushRef="#br0" timeOffset="139055.85">17106 7042 1135 0,'-2'0'73'0,"1"0"-94"15,-3 0 87-15,-5 2-46 0,-10 5 3 0,-1 8 56 0,-3-2-17 16,3 19 27-16,1-5-42 0,3-1-12 0,3 2-4 16,3-7-2-16,7 1-10 0,-12-2-6 0,5 3 5 15,7-3-6-15,3-1 4 0,3-1 0 0,5-1-2 16,3-2 2-16,6-4 8 0,18-4-1 0,-2-3 0 16,5 18-2-16,6-9 0 0,1-7-8 0,9-6 7 0,-1-8-7 15,-4-3 21-15,-3-2-2 0,-7 0 3 0,2-3-2 16,-4-1-1-16,-9 2-6 0,-6 2-4 0,-11 11 1 15,-1-18 13-15,-9-1-2 0,14-1 8 0,-4-6-9 16,-7 0-11-16,-6 1-11 0,-7-1 1 0,-8 2-4 16,1 3-7-16,-25 3-9 0,-8 1-2 0,-1 6-2 15,-5 2-5-15,1 6-25 0,2-21 4 0,4 15-12 0,1 7-10 16,6 6-34-16,2 5-12 0,4 4-9 0,2 6-66 16,3-13-107-16,0 31-60 0</inkml:trace>
  <inkml:trace contextRef="#ctx0" brushRef="#br0" timeOffset="139467.68">15508 7957 1152 0,'-2'0'26'0,"0"0"-1"0,0 0 10 0,-2 0 15 0,1 0-8 16,-1 0 62-16,-2 0-27 0,-1 0 2 0,3 0-15 15,0 0-45-15,3 0 4 0,-1 0-12 0,0 0 12 16,2 2 0-16,2 0 2 0,5 0-1 0,34 9 0 16,7-4-10-16,12-1 7 0,7-2 1 0,12-3 1 15,7-1-6-15,3 0 4 0,0-1-4 0,0-3 4 16,4 0-3-16,4-3-10 0,7-1 4 0,-2-1-4 15,5 2 10-15,-6 1-9 0,-9 1-1 0,-1-3-1 16,-11 3 1-16,-2-1-7 0,0 2 6 0,0 2-7 0,-9-1 6 16,-8 1 1-16,-11 0-3 0,-9 2 2 0,-9 0-6 15,-8 0 1-15,-2 0 2 0,-13 0 0 0,-1 0 6 16,-6 0-10-16,0 0 6 0,1 2-5 0,-1 0 7 0,0 0-50 16,-2-1-13-16,0 1-17 0,-4 2-77 0,-22-2-69 15,-15 18-34-15</inkml:trace>
  <inkml:trace contextRef="#ctx0" brushRef="#br0" timeOffset="139780.18">15751 8325 1348 0,'0'0'27'0,"-2"-2"52"16,0 0-71-16,0 0 23 0,0 0 5 0,1 2 7 15,-1 0 23-15,0 0-24 0,2 0-5 0,0 0-4 16,0 0-6-16,0 0-4 0,0 2 2 0,0 2-4 16,0 2 2-16,4 20 2 0,-1 3 0 0,-1 3 1 0,0 3 2 15,-2 2-4-15,0 4-1 0,0-4-3 0,2 2-9 16,-2 0-7-16,0-2 1 0,0 0-4 0,0-1 5 15,0-3-8-15,0-5 2 0,0-4-4 0,2 2-4 16,1-2-32-16,3-1-31 0,1-5-3 0,1-1-131 16,3-2-112-16,4-4-53 0</inkml:trace>
  <inkml:trace contextRef="#ctx0" brushRef="#br0" timeOffset="140137.63">16315 8559 1074 0,'-2'0'60'0,"1"0"6"0,-1-2-10 16,0 2-7-16,-13-4-15 0,0 1 15 0,2 1 14 0,-2 2-8 16,2 0 6-16,0 2-39 0,2 1-12 0,4 3-4 15,-1 3-1-15,6 13-5 0,1 1 7 0,-1-1-7 16,-13 2 3-16,6-2-10 0,3 6 5 0,4-6 7 0,2-1-2 16,4-3 11-16,1-3 1 0,5 2-4 0,-1-4 5 15,4 0 7-15,9-7-4 0,4-3 7 0,2 1-6 16,0 15 9-16,4-6 4 0,-1-6-7 0,1-5 6 15,1-2 0-15,6-2-7 0,-4-4 4 0,-3-1-7 16,-4-2-15-16,-4 1 5 0,-5 1-1 0,-3-1 3 16,1-1 3-16,-10 4-6 0,1-3 5 0,-4-16-4 15,1 4 3-15,10-1-3 0,-4-3 0 0,-5 0-1 16,-6-4-2-16,-6-2 2 0,-7-1-1 0,2 5 2 0,-4 2 5 16,0 1-13-16,-16 3 7 0,-10 5-9 0,2 4 4 15,7 4-8-15,-3 3-2 0,2-17-1 0,5 10-6 0,4 6-7 16,3 5-4-16,6 0 0 0,0 3-21 0,4 1-35 15,4 0-23-15,3 1-7 0,-13 20-110 0,6-1-115 16,8 2-54-16</inkml:trace>
  <inkml:trace contextRef="#ctx0" brushRef="#br0" timeOffset="140417.47">17127 8386 1265 0,'-2'0'113'0,"0"-2"12"0,-2 0-36 0,1 1-12 16,-12-9-30-16,2 3 73 0,3 1-11 0,-1-1-2 15,4 3-7-15,-1-1-34 0,3 1-18 0,1 2 1 0,2 2-8 16,-1-4-15-16,-1 1-20 0,0 1 2 0,2 0-7 16,0 0 5-16,1 0-2 0,-1 2 5 0,2 2-4 15,0 0-2-15,0 5 7 0,7 23-7 0,2 2 7 16,3-1-10-16,1 6 4 0,-2-3-4 0,0 3 3 15,-2-4-3-15,-1 1-1 0,-1 1 2 0,-1-2-1 16,-3 1 8-16,-1-5-9 0,0-1 0 0,0 0-6 16,-2-6-8-16,0 3-75 0,0-5-34 0,0-3-28 0,0 1-234 15</inkml:trace>
  <inkml:trace contextRef="#ctx0" brushRef="#br0" timeOffset="141166.2">18101 7651 557 0,'0'0'182'0,"-1"0"35"0,-1-2-75 16,-4 0-86-16,-5-2-16 0,4 3 11 0,-1-1 49 15,4 0 2-15,1 0 10 0,-1 0-16 0,0 0-30 16,1 0-4-16,-1 1-8 0,2-1-17 0,0 0-6 16,0 0 8-16,2 2-7 0,2 0 8 0,0 0-2 15,11 2-5-15,13 3 3 0,4 5-2 0,1 1-16 16,-7 0 7-16,12 8-10 0,-8-5-2 0,-1 3-6 15,1-15-3-15,-4 17 0 0,-1-1-4 0,1 3 2 0,-4-8 0 16,-1 3 2-16,1-1-8 0,-1-6 3 0,1 6 0 16,1-4 1-16,-5 1-7 0,-1-3-15 0,0-4-5 15,-4 1-8-15,2 1-68 0,-3-3-62 0,-1 0-14 16,-2 1-15-16,1-1-84 0,-3-2-152 0</inkml:trace>
  <inkml:trace contextRef="#ctx0" brushRef="#br0" timeOffset="141401.48">18452 7458 998 0,'0'0'29'0,"-1"0"2"15,-1-2 10-15,0 0 5 0,0 0-4 0,0 0 47 16,0 0-11-16,-1 1-6 0,1-1-4 0,-2 0-28 16,0 0-8-16,1 0 0 0,-3 2-4 0,-5 0-5 15,-2 4-3-15,-2 3 1 0,-4-3-2 0,-3 28 4 0,-6 3 8 16,2 2-2-16,-7 4 2 0,3-2-10 0,-7 0-10 15,-2 2 0-15,2-6-3 0,3 0 2 0,5-7-10 16,5 4 1-16,3-8-6 0,5-4-7 0,6 4 3 16,1-5-6-16,5 0 3 0,2-1-19 0,-7-5-69 15,2 4-20-15,5-4-27 0,2-2-159 0</inkml:trace>
  <inkml:trace contextRef="#ctx0" brushRef="#br0" timeOffset="141739.85">19099 7085 798 0,'0'-2'46'0,"0"-2"72"15,-2-7-85-15,0-6 47 0,0 8-8 0,0 0 24 16,2 3 9-16,0 4-31 0,0 0 6 0,0 0-15 15,-2-1-9-15,0-1-22 0,1 0 1 0,-1 2-4 0,0 1 16 16,0-1-7-16,0 2-1 0,0 2-2 0,0-1 5 16,-3 16-5-16,-4 18 3 0,1 4-6 0,4 2-2 15,3 2-6-15,-3-2 1 0,4 2-4 0,0-3-11 0,2 1-4 16,3-2 3-16,5 2-3 0,-3-2 1 0,0-2-3 16,3 2-5-16,-3 0 2 0,1-2-8 0,1-5 5 15,-2-4-10-15,3 1 7 0,1-3-19 0,0 0-62 16,0 0-8-16,-4-9-27 0,3 0-88 0,-5-8-143 15,-1-3-77-15</inkml:trace>
  <inkml:trace contextRef="#ctx0" brushRef="#br0" timeOffset="142331.67">19477 7361 939 0,'-2'0'97'0,"1"-2"15"0,-1 0-33 0,0 1-37 0,-2-1-13 15,0 0 21-15,1 0 33 0,-3-2 1 0,1 1 5 16,1 1-33-16,0 0-37 0,2 2 5 0,-1-2-13 16,-1 2 10-16,0 0-7 0,0 2-4 0,3 2 1 15,-11 16-6-15,3 10 5 0,2-1 0 0,3 3 1 16,0 0-5-16,4-5 0 0,0 1 8 0,0-4-4 16,0-1 7-16,0 1 2 0,2-6-7 0,-2-1 6 0,0 0-3 15,0-8 2-15,0-1-2 0,0-3 2 0,0-1 0 16,0 0-8-16,0-3 5 0,0 3-6 0,0 0 2 15,0-2-5-15,0 0-5 0,0-1 1 0,0-1-1 0,0 0-4 16,0-1 2-16,0-1-3 0,0-2 5 0,-2-13-6 16,2-5 5-16,0-2-6 0,2-2 5 0,2 0-1 15,1-2 1-15,1 2-1 0,1 0-5 0,3 0 7 16,-3 4-8-16,2 1 9 0,1 3 0 0,-3 5-8 16,-1 3 8-16,1 1-8 0,-5 5 14 0,11 1-6 15,-2-7 5-15,2 3-5 0,2 1 6 0,-4 5-5 16,0 1-1-16,-1 1 1 0,-1 3 7 0,4 4-6 15,-8-5 3-15,1 10-4 0,0 8 4 0,-3-3-2 16,3 1 0-16,-2-2 0 0,-1-3 2 0,7-1 0 0,-1 0 1 16,-5-5-1-16,-1-1-3 0,-1-1 1 0,0-2-1 15,0-1-1-15,0 1-1 0,0 0 6 0,-1-2-4 16,3-1 5-16,0 1-2 0,0-2-5 0,5-2 2 16,6-5-2-16,0-2 9 0,-2 5-9 0,1-16 9 0,3 1-9 15,0-1 11-15,1 1-9 0,-3 2 3 0,2 2-3 16,2 1 13-16,-1 4-7 0,1 1 6 0,-3 2-6 15,-1 5 12-15,-2-8-11 0,-2 3 1 0,0 2-5 16,1 3-2-16,-3 2 10 0,0 0-5 0,-1 0 6 16,-5 0-13-16,1 2 1 0,-2 1 7 0,0 16-5 15,11-1-3-15,-4 1 3 0,-2 1-7 0,-1-3 4 0,-2 2-8 16,-1-3-10-16,-1 1-5 0,0-2-4 0,0 0-51 16,0-2-96-16,0-2-6 0,0-6-37 0,-1 3-109 15</inkml:trace>
  <inkml:trace contextRef="#ctx0" brushRef="#br0" timeOffset="142862.88">20456 7163 941 0,'0'-2'97'0,"0"-2"14"0,0-33-21 16,0 0-18-16,0 3-16 0,0 5 67 0,0 6-15 16,0 5 1-16,0 5-10 0,0 2-34 0,0 3-28 15,0 3-3-15,0 1-8 0,0 0-23 0,0 0-3 0,0 3-2 16,2-1 2-16,0 2 0 0,-1 2 14 0,1 1-7 15,9 31 9-15,-1 3-7 0,-1-2 6 0,-2 4-2 16,1 0 3-16,-1-2-1 0,-1-1-5 0,-1-3 7 16,-1-3-7-16,-2-1-1 0,0-1 0 0,-2-2-6 0,0-4 6 15,0 1-1-15,0-3-5 0,0-3 3 0,0-4-3 16,-2-2 9-16,0-2-5 0,2-3 0 0,0-4-1 16,0 0 6-16,-2 1-8 0,0 1 9 0,1-2-11 15,-1 0 3-15,0 0-5 0,0-2 0 0,0 0-2 16,0-2 5-16,0-2-5 0,-3-15 2 0,-1-10-3 15,3-3 4-15,3 1-1 0,0-6 1 0,1 1-2 16,5-3-4-16,1 0 5 0,5 2-2 0,-1 0 2 0,0 0-4 16,0-2 4-16,0 2-4 0,2 1 4 0,-2 5 0 15,0 7-1-15,2 1 4 0,-2 7-3 0,-3-1 6 16,12 4-1-16,-1 2-2 0,-1 3 2 0,1 3-6 0,1 3 3 16,1-13 5-16,-1 6-1 0,1 5 1 0,1 4 0 15,-2 4-6-15,-1 3 5 0,0 4-2 0,-5-7-3 16,3 26 3-16,-6 0-2 0,2 3 4 0,-3 2-3 15,1-1-2-15,-4 3 0 0,2-6-1 0,-1 5 3 16,-4-5 3-16,3 3-2 0,-1-3 2 0,-3-3-8 16,3 2 0-16,-4-2-2 0,14-2 7 0,-3 0 2 15,-5-4-1-15,-3 0 0 0,-1-1-4 0,0-1 2 16,0-1-1-16,-1-3 1 0,1-1-3 0,-2-2-2 16,0-2-2-16,0-3 0 0,-2-5-8 0,0-1-23 0,0 0-20 15,1 2-6-15,1 0-92 0,0-3-32 0,0 1-8 16,0 0-14-16,0-2-70 0</inkml:trace>
  <inkml:trace contextRef="#ctx0" brushRef="#br0" timeOffset="143079.41">20768 7159 942 0,'-2'-2'43'0,"0"0"64"16,-2 0-47-16,-1 0 40 0,-5 1-5 0,5-1 17 15,-4 0-4-15,5 2-33 0,2 0-9 0,-2 0-7 0,1-2-25 16,-1 2 13-16,2 0-4 0,0 0 6 0,0 0-3 0,2 0-14 16,0 0 3-16,2 0-8 0,2 0-6 15,7 0-6-15,15 0-1 0,2-2-4 0,2 0-11 0,1 0 1 16,1 1 2-16,-1-1-2 0,1 0-8 0,-1 0-20 16,1 0-44-16,0 2 6 0,-1 0-168 0,-1 0-310 15</inkml:trace>
  <inkml:trace contextRef="#ctx0" brushRef="#br0" timeOffset="144059.99">14494 9885 16 0,'0'0'27'15,"0"0"14"-15,-2 0 47 0,0 0 16 0,0 0 4 16,0 0-9-16,1 0-12 0,-3 0 5 0,0 0-2 16,-5 0-5-16,-6-2 16 0,8 2-14 0,-5 0 15 15,1 0-13-15,4 0-4 0,-4 0 2 0,0 0-4 16,3 0-9-16,1 0-3 0,3 0-9 0,0 0 2 0,2 0-39 15,1 0 7-15,-1 0-4 0,2 0 7 0,0 0 2 16,2 2-12-16,1-1 4 0,16 3-7 0,22 2 2 16,-4-3-10-16,-2-1-4 0,-3-2-2 0,3-2-3 15,-2 1-7-15,3-3 5 0,1 0-6 0,-6 2 6 0,-1 0-13 16,0 1-10-16,-4-1-7 0,-2 2-85 0,2 0-74 16,-2 0-31-16,-2 0-20 0,1 0-184 0</inkml:trace>
  <inkml:trace contextRef="#ctx0" brushRef="#br0" timeOffset="144261.85">14555 9968 836 0,'-2'0'161'16,"-1"0"342"-16,-1 0-478 0,0 0-27 0,2 0 12 15,0 0-7-15,1 2 82 0,-1 0-14 0,0 0 1 0,2-1-9 16,0 1-22-16,2 0-13 0,1 0 2 0,14 0-7 15,13 0-6-15,3-2-7 0,-1 0-2 0,1 0-1 16,3-2-6-16,-3 0-1 0,2 2-5 0,2 0 0 16,0-2-20-16,4 2-166 0,4 0-29 0</inkml:trace>
  <inkml:trace contextRef="#ctx0" brushRef="#br0" timeOffset="175634.93">15799 9786 482 0,'0'-2'21'15,"-2"0"12"-15,0 1 32 0,1-3 0 0,-3-4-3 0,-2-6-19 16,1 1-17-16,-1 0 0 0,2 1-4 0,1 3-11 15,1 2 10-15,-2-1 0 0,2 3 4 0,0-1-2 0,1 1-6 16,1 3 6-16,0 0-6 0,0 0 3 0,-2 0 4 16,0 0-3-16,-2 0 2 0,0 1-6 0,1-1 4 15,1 2-7-15,0 0 6 0,-2 0-7 0,-5 0 9 16,0 2-2-16,-4 5 0 0,2 0-20 0,1 23 4 16,1 2-5-16,-2 1 5 0,3 4-2 0,-1 0-1 15,4 1 0-15,3-1-1 0,0-4-1 0,-17-1 1 16,8-3 4-16,6-1-2 0,5-2-2 0,1-5 7 15,5 1-3-15,0-5 5 0,1-1-5 0,2-1 3 16,-5-9-5-16,5-3 4 0,14 1-5 0,1 11 8 0,0-4 0 16,6-3 1-16,-6-8-5 0,2 0 4 0,0-6-3 15,-2-3 2-15,4-6-8 0,-2 0 7 0,2 13-2 16,-8-22 6-16,0 0-2 0,-1 0-9 0,-8 0 3 16,2-1-5-16,-4-1 5 0,-1-1-2 0,1-1 3 0,-5-2-3 15,0 2 10-15,14-3-5 0,-5-1 0 0,-5 2-2 16,-3-3-1-16,-3-4 0 0,-2 2-5 0,-4-6 2 15,-1 0-7-15,-1 7 10 0,-1 1 0 0,-1 9 2 16,-1 2-4-16,-2 1 3 0,0 6 1 0,1 6 1 16,-12 3 3-16,2-7-7 0,-3 6 6 0,-3 7-6 15,-3 7 12-15,-3 8-4 0,-1-13-1 0,3 35-1 16,0-3-11-16,6 5 3 0,0-4 0 0,5-2 1 0,5-1-1 16,1-6 0-16,5 0 1 0,1 2-1 0,3-2-2 15,2-2 9-15,0 2-9 0,-14-2 8 0,4 0-13 16,7-1-10-16,1 1 4 0,4-2-9 0,0-2-17 0,4 3-41 15,1-3-30-15,3-1-4 0,1-1-112 0,-7-7-36 16</inkml:trace>
  <inkml:trace contextRef="#ctx0" brushRef="#br0" timeOffset="175884.96">16546 9810 1284 0,'-2'-2'52'0,"0"1"-69"0,0-1 61 16,-2 0-35-16,1 0-9 0,-7-2 0 0,1 2-1 15,0 2 1-15,-1 0 0 0,3 2-8 0,0 0-5 0,-3 4-1 16,3-3-16-16,-1 3 8 0,1-4-6 0,3 5 5 16,2-1-22-16,1-4-10 0,1 0-6 0,-4 1-6 15,2 1-58-15,0 0-20 0,2-2-12 0</inkml:trace>
  <inkml:trace contextRef="#ctx0" brushRef="#br0" timeOffset="176444.85">17253 9704 714 0,'0'-1'42'0,"0"-1"85"0,0 0-100 0,0 0-3 16,0-2-4-16,0 1 0 0,0-1-16 0,0 0-2 15,0-3 1-15,0-1-1 0,0 3-2 0,2-3 3 16,2-5 0-16,-1 0 0 0,5-3 6 0,-3-3-7 16,-1 0 5-16,0 1-5 0,-2-3 15 0,-1 5 0 15,-1-1 4-15,0-2-1 0,0 1 16 0,0-1-11 16,-3 1 3-16,1 5-6 0,-2 0-10 0,-3-2-4 0,1 4 1 16,-1 0-1-16,1 3 3 0,-1 3-2 0,-10-1-7 15,-2 4 5-15,1-2-4 0,1-7-3 0,0 2 9 16,-1 2-8-16,-1 3 11 0,3 2-10 0,-3 2-1 15,4 0-1-15,-2 4 1 0,3-1 4 0,1 3-1 16,0 3 1-16,-2-3-5 0,2 18 2 0,2 4-2 0,-2 0 2 16,1 1-5-16,1 3 3 0,2 3 0 0,2 1 2 15,-5-1 5-15,7-4-6 0,-4-3 5 0,1-2-6 16,4-2 2-16,1-1-1 0,-10-5-3 0,2 3 1 16,5-5-3-16,2 1 7 0,2-4-3 0,2-2 2 15,2-1-5-15,0-5 10 0,0 1-1 0,2-3 4 0,5 5 5 16,10 1-10-16,3-3 5 0,0-6-8 0,4-2 7 15,0-6-7-15,0-3-2 0,2-4-1 0,0-3 1 16,-2 14 1-16,0-20-1 0,-4 0 0 0,2 2-2 0,-1-3-1 16,-5 1 5-16,3-4-3 0,-7 2 8 0,-1 4-9 15,0 2 4-15,-5 5-3 0,-1 4 14 0,-3 5-5 16,-2 1 2-16,0 5-3 0,1-4 2 0,1 0-3 16,-2 2 3-16,0 0-4 0,0 1-5 0,0 1 8 15,-2 1-7-15,0 3 10 0,0 22 1 0,0 4-11 16,0-2 10-16,-2 3-11 0,-2-3 8 0,0 2-4 15,1 1-2-15,-1-1 1 0,2 2 0 0,0-3 2 16,0 3-5-16,2-2 2 0,0-3-1 0,0 1-1 16,0 0 6-16,2 0-5 0,-2-2 6 0,0-4-7 0,0-1-3 15,2-3-2-15,-2-3-20 0,0-2-8 0,2-2-10 16,0 0 1-16,-2-5-43 0,2 0-73 0,-1-3-6 16,1 1-23-16,2-2-25 0</inkml:trace>
  <inkml:trace contextRef="#ctx0" brushRef="#br0" timeOffset="176975.23">18098 9474 716 0,'2'-2'9'0,"-1"-5"20"0,9-17-20 15,-5 5 8-15,1 1-11 0,-2 1 8 0,1 0-14 16,1 0 6-16,-3 1 2 0,1-1-1 0,-2 2 4 0,-2-2 6 15,0 3 7-15,0 1 0 0,-2-2 24 0,-2 2-15 16,-1 2 9-16,-1 1-11 0,-1 1 8 0,-4 2-4 16,-8 1 0-16,1 2-2 0,-8 3-11 0,-2-1-3 15,0-17-6-15,-4 8 5 0,3 7 3 0,-3 4-1 16,1 2 0-16,-1 4-1 0,0 3 1 0,5 2-2 16,-1 2-4-16,4 0-1 0,-1 4-16 0,5-8 3 15,1 19 0-15,3 3 0 0,3-3 1 0,5 2 1 0,3-4 1 16,3 0-2-16,-15 0-1 0,10-7 1 15,3-1 2-15,4-3 0 0,2-4-5 0,2-2 8 0,1 1-6 16,-1-5 8-16,13-1-4 0,7 11 3 0,2-4 0 16,2-5 0-16,1-6-8 0,1-2 6 0,3-4-5 15,3-5 5-15,-3-2-8 0,4-4-2 0,0-1 5 16,-1-1-3-16,-5 17 0 0,6-20 1 0,-11-2-4 0,2 2 4 16,0 1 4-16,-11 1-2 0,1 5 0 0,-3 4-3 15,-7 3-5-15,-1 1 6 0,-3 1 5 0,-2 4-1 16,-2 1 8-16,3-3-9 0,-1 0-5 0,0 2 2 15,0 0-4-15,-2 2 11 0,0 2-5 0,-2 2 5 16,-7 28-5-16,-4 5-1 0,-2 7 4 0,0 1-5 16,4-4 10-16,0 1-6 0,-2-1 6 0,3-2-7 0,1-5 0 15,4-5 2-15,-1-1-1 0,2-2 1 0,1 2-4 16,1-2 1-16,2-2 1 0,-2 0 2 0,2-1 3 0,0-3-3 16,0-1-4-16,0-3 0 0,2-1-8 0,-2-4-22 15,2 0-8-15,-1-1-9 0,1-3-59 0,-2-3-148 16,0-2-16-16</inkml:trace>
  <inkml:trace contextRef="#ctx0" brushRef="#br0" timeOffset="177613.57">18597 9459 964 0,'0'-2'18'0,"-2"1"-1"0,1-1-1 0,-1 0-1 16,-2 0-7-16,0 2-7 0,1 0 3 0,-1 0-2 0,0 0 3 16,0 2 5-16,1 11-12 0,1 13 8 0,-2 2-7 15,0 1 17-15,1-1 5 0,-1 0-2 0,2-4 4 16,0 0 9-16,0-1 1 0,-1-3-3 0,-10-1 1 16,3-3-3-16,5-3-4 0,1-1 3 0,0-1-4 15,3-4 5-15,-1 1-19 0,2-3 8 0,0-1-12 16,0-2-2-16,0 1 10 0,0 1-1 0,0 0 4 0,0-2 1 15,-2 0-13-15,0-1 1 0,0-1-5 0,0 0-2 16,0-1 3-16,1-1-1 0,-1-2 4 0,-2-13 3 16,2-7-7-16,2-2 0 0,0-4-3 0,2-5 0 0,0 0-3 15,3-8 8-15,1 2-4 0,1 4 6 0,1-2-3 16,1 8-1-16,0-3 0 0,-1 8 2 0,-3 9-5 16,3-1-1-16,-3 7-2 0,-1 5 3 0,-4 4-2 15,11-7 8-15,4 2-4 0,-2 3 0 0,2 4 5 16,-2 4-6-16,-2 3 7 0,-2 6-4 0,1 19-1 15,1 3-2-15,-2-2 1 0,0 3 9 0,2 3-9 16,-5-8 3-16,1 1-6 0,1-8 4 0,-4-7 5 16,-1-1-5-16,1-3 5 0,0-2-10 0,-2-3 7 15,1-3 2-15,-1-1 3 0,-2-2-1 0,2-2 6 0,0 0 0 16,0 0 1-16,1 4-12 0,1-2 4 0,0-2-7 16,0 0 5-16,-1-2-9 0,3-2 4 0,-2-24 2 15,3-11 0-15,4 2 0 0,0-2 1 0,4-4-1 0,4 4 0 16,-1-2 6-16,1 4-6 0,1 4-1 0,-5 1-3 15,6 10 0-15,-1 2 5 0,0 5 4 0,3 6-1 16,-3 1 0-16,-1 6 3 0,-1-11-6 0,-7 8 7 16,4 1 1-16,0 4-11 0,-2 4 7 0,2 3-7 15,-6 2 12-15,1 28-1 0,-5 2-6 0,-1 4 4 16,-2 0-12-16,1 0 11 0,-1-1-5 0,4-3 7 16,16-2-7-16,-9-1-2 0,-5-7 2 0,-5-4-3 0,1-1-3 15,-2-6-5-15,0 1-2 0,0-4-2 0,-1-2-19 16,3 0-50-16,-2-4-17 0,0-3-17 0,0-1-101 15,1-1-88-15</inkml:trace>
  <inkml:trace contextRef="#ctx0" brushRef="#br0" timeOffset="178156.96">19728 9108 733 0,'0'-1'192'0,"-2"-1"-250"15,0-2 222-15,-3-5-122 0,-3-2-26 0,5 3 6 0,1 4-8 16,2 3 6-16,-4-3-18 0,0 0-6 0,2 2 5 16,1 0-5-16,-1 1 6 0,0 1 11 0,-2 0-3 15,0 1 5-15,1 1-7 0,-1 4 11 0,-11 18 1 16,0 4 5-16,2 3 4 0,2 7-7 0,2-1-5 0,1 2 0 16,-1 3-4-16,0-1-5 0,0 2 5 0,-1-2-6 15,3-6 3-15,-1 0-1 0,3-9 0 0,-1 0 0 16,1-5 1-16,1-5 1 0,0-1-3 0,1-5 3 15,-1 1-5-15,4-8 9 0,0 1-1 0,-2 0 4 16,0 0 5-16,0-3-9 0,0 1 0 0,1-2-4 16,-1 0-10-16,2-2 6 0,0-9 1 0,2-28 0 0,1-3-8 15,5-3 2-15,1-7-1 0,0 2 3 0,2 2-7 16,2-4 5-16,0 5-4 0,2 3 4 0,0 1-7 16,-2 6 5-16,2 2-5 0,-2 5 5 0,-2 2 1 0,0 6-5 15,-1 3 5-15,-3 4-7 0,-1 4 6 0,-3 4-3 16,1 1-1-16,-4 4 0 0,7-3 2 0,5-3-7 15,4 3 8-15,3 1-7 0,-1 4 12 0,1 4 2 16,-4 3-3-16,0 4 2 0,1 6-5 0,5 13 6 16,-1 1 3-16,-1 5 2 0,1-1 4 0,-1 2-1 15,3 2-7-15,-3 0 4 0,-1 4-10 0,-1-1 5 16,1 1-1-16,-1-2 1 0,0-2-3 0,0 0 3 16,-3-4 2-16,-2-3-2 0,-1-4 0 0,-4-10 3 0,-1 1-4 15,-3-4 3-15,-1-2 3 0,6-4-9 0,-5-4 9 16,-1-1-10-16,0 0 6 0,0 0-13 0,0-3-3 15,0 1-5-15,-2 0-13 0,0-2-32 0,-2 0-6 16,0-2-12-16,0 0-53 0,-2-1-73 0,-5-10-5 16,-9-11-32-16,-3 5-115 0</inkml:trace>
  <inkml:trace contextRef="#ctx0" brushRef="#br0" timeOffset="178328.69">19520 9368 322 0,'-2'0'56'0,"0"0"78"16,0 0-53-16,-1-2-13 0,-1 2-4 0,0 0-3 15,1 0-29-15,1-1-14 0,0-1 1 0,0 0-2 16,2 2 28-16,0-2 0 0,2 0-1 0,0 2-2 0,31-7-2 16,8 1 5-16,4 2 12 0,3 1-7 0,-2-1 5 15,6 0-20-15,-2-1 1 0,2-1-6 0,-2 1-13 16,-3 1-3-16,-1 0-16 0,-1 4 6 0,-4 0-30 0,-8 2-13 16,-1 2-3-16,-8 1-6 0,2 3-19 0,-6-1-238 15</inkml:trace>
  <inkml:trace contextRef="#ctx0" brushRef="#br0" timeOffset="179671.56">7008 10739 160 0,'0'-2'56'0,"0"0"-14"0,-2 0 55 0,0-2-9 16,2 2-14-16,-6-11-17 0,3 2 0 0,-3-2-5 15,2 4 8-15,1-2-4 0,-1 2-1 0,2 1-2 0,0 3-5 16,2 1-15-16,-2-2 4 0,2 4-10 0,-2-1-10 16,1-1-8-16,-1 0 3 0,0 2-5 0,2 1 5 15,0-1-11-15,0 2 3 0,0 2-4 0,0-1 9 0,0 1 0 16,0 28 4-16,0 5-3 0,0 2 2 0,0 4-6 16,2 4-4-16,0 3 2 0,-1 0-4 0,1 4 4 15,0-1-2-15,0-1 2 0,0 2-9 0,0-8 7 16,0 3-1-16,1-8 6 0,-1-2-4 0,0-4 3 15,0-3-2-15,0-2 0 0,0-2-4 0,-2-2 4 16,0 2-2-16,0-4 2 0,0 0-4 0,0-1 8 16,0-3-6-16,0 1 7 0,0-4-3 0,0 0-2 15,-2-2 5-15,0-2-4 0,-2 0 3 0,0-2-5 16,-1 2 3-16,1-3-1 0,-1 1 7 0,3-3-11 0,-11-1 7 16,-2 1-7-16,2-2 11 0,-2-3-11 0,0 11 0 15,2-5-2-15,-7 2 2 0,3-3 11 0,0-2-4 16,-1-3 6-16,5-1 11 0,0 0 2 0,0 0 5 15,3 0-5-15,-1-1-7 0,2-1-4 0,0-2 2 0,7 4-3 16,-2-2 1-16,0 0-1 0,1 0-4 0,1-1 2 16,0-1-10-16,2 0 2 0,0-5-5 0,2 0 2 15,3-2-2-15,5-1 1 0,21 1 7 0,1 0-3 16,1 2-2-16,-1 0 4 0,3-3-2 0,2 5 4 16,0 0-3-16,4 3-2 0,-4 2-2 0,2-20 1 0,-3 11-5 15,-1 5 2-15,2 4-3 0,-5 2 3 0,1 4 4 16,-7 0-6-16,0 1 7 0,-4 1-6 0,-7-3 12 15,0 1-11-15,-8-2-2 0,1 0-4 0,1 2-11 16,-5-3-14-16,1 1 11 0,-1 0-11 0,0 0 7 0,0 0-47 16,-3 0-17-16,1-2-9 0,0 0-59 0,-2 0-46 15,0-2 11-15,-2 0-30 0,0-2-63 0</inkml:trace>
  <inkml:trace contextRef="#ctx0" brushRef="#br0" timeOffset="179873.3">6618 10861 830 0,'-2'-2'47'0,"-9"-5"63"0,-15 3-24 0,13-11-36 0,0 4 7 15,9 0-17-15,2 0-8 0,-5 2-25 0,1-3 7 16,4 3-11-16,2 0 9 0,4-2 0 0,3 0-1 16,16-1 2-16,17 1 9 0,3 2-7 0,4 0 3 15,-1 1-6-15,-3 5-10 0,-4-1-1 0,0-18-10 0,-4 12 6 16,0 7-20-16,-1 3-18 0,-1 5 3 0,-1 4-13 15,-3 4-30-15,1 4-178 0</inkml:trace>
  <inkml:trace contextRef="#ctx0" brushRef="#br0" timeOffset="180200.75">7546 11710 441 0,'-2'-2'30'0,"0"-4"40"0,-3-16-51 0,1 2 6 16,0 3-9-16,2 4 9 0,2 2-11 0,0 1 6 0,0 5 5 15,0 1 0-15,0 0 5 0,0 1 18 0,0-1-14 16,0 2 17-16,0 0-1 0,0 0-8 0,0 2 6 15,0 2-10-15,0 0-14 0,2 9 8 0,2 19-7 16,-2 3 6-16,0 5-15 0,1 2-9 0,1-1-1 16,2 0-3-16,-1-2 1 0,-1 1 2 0,2 2 0 0,-3-4 0 15,1-5-5-15,0-1-3 0,-1-6-10 0,-1-3 2 16,0-3-19-16,0-5-42 0,0-4 1 0,0-1-26 16,-2-4-92-16</inkml:trace>
  <inkml:trace contextRef="#ctx0" brushRef="#br0" timeOffset="180664.51">7520 11647 454 0,'-2'-2'159'0,"0"0"37"0,-1 0-61 16,1-2-81-16,-8-7-9 0,3 0-12 0,3 4-18 16,1-3 3-16,3 3-8 0,0-1-9 0,3 1 17 15,-1 0-5-15,32-1 12 0,-3 3 17 0,1 1-21 16,-4 0 7-16,-2-13-13 0,-2 8-4 0,-2 5-6 15,-2 4-3-15,-1 4 1 0,-4 2 0 0,-6-1 6 16,-3-1-3-16,-4 20 2 0,16 4-5 0,-9-2 5 16,-5 4 3-16,-4-2-2 0,-7 3 0 0,-6 4-6 15,-2-7 4-15,9-2-4 0,-20 2 2 0,-5-8 3 16,3 3-1-16,0-5 2 0,0-5-7 0,6-2 4 16,1 1-7-16,7-5 6 0,4-5-3 0,5 2-11 0,3-4 9 15,-2 3-11-15,2 1 4 0,0 0-1 0,1-2-3 16,1-1 3-16,1 1 4 0,3 0-4 0,15 4 8 15,3-3-7-15,8 1 1 0,-6 0 10 0,0 0-11 0,6 1 11 16,-2 3-1-16,1 3 4 0,1 2 7 0,0 0-5 16,-1 2-1-16,-3-2 2 0,-2 0-3 0,-5-2 4 15,-4-2-3-15,-4-7 0 0,-5 13 3 0,-5-4-1 16,9 2 20-16,-5-2-1 0,-1 0 5 0,-4 2-4 16,-2 0-2-16,-5 0-5 0,-6 2-4 0,-24-2 2 15,-2 0-2-15,0 2-4 0,-2-4-1 0,-4 2-3 0,3-2-9 16,-7-2 5-16,1 1-2 0,3-3 0 0,-1-1-10 15,11-1 2-15,3-1-3 0,4 15 3 0,8-10-9 16,-1-2-25-16,8-3-3 0,8-4-9 0,3 0-27 0,-2 0-58 16,2 0 0-16,1 0-25 0,1-2-46 0</inkml:trace>
  <inkml:trace contextRef="#ctx0" brushRef="#br0" timeOffset="181258.05">8415 11639 703 0,'-2'-2'321'0,"-2"0"-443"0,-12-3 383 16,-16-6-216-16,4 1-25 0,2 5-6 0,0 3-1 16,8 2-2-16,-6 0-9 0,-1 2 5 0,7 2-2 0,-4 3 2 15,5 0-1-15,-4 3-8 0,-5 5 5 0,4-1-5 16,2-8 16-16,1 20-4 0,6 0-2 0,0 2 1 15,4 3-1-15,1 1-2 0,3-4 0 0,-16 7-2 16,8-3 2-16,6-3-1 0,3 3 4 0,4-6-5 16,4 4-8-16,2-6 11 0,3 4-6 0,2-4 8 15,0-4-14-15,-9-3 5 0,26 0-1 0,-2-3 4 0,-4-1 4 16,4-3 5-16,-5-3-4 0,6-1 4 16,9-3-4-16,-3 18 20 0,1-10-4 0,-3-5 9 15,1-6-2-15,-3-2-6 0,1-4 4 0,-6-3-8 0,0-2-9 16,-3 0-2-16,-1-4-7 0,-5 7 6 0,0-20 3 0,-4-3-10 15,-4-3 3-15,-1-5-5 0,-4 2 7 0,20-2 0 16,-9 0 3-16,-7 4-3 0,-6-2-11 0,-4-2 3 16,-3 4-2-16,-3 3 2 0,-3 1-9 0,0 3 8 15,-2 4-8-15,1 1 8 0,6 3-11 0,-16 3 2 16,-4 0-1-16,-1 4 3 0,-1 2 7 0,2 2-1 16,2 3-1-16,7 3 0 0,-3 1-2 0,7-9 0 15,4 3 2-15,0 3-2 0,5 3 0 0,1 0-1 16,1 2-4-16,0 0 2 0,1 0 6 0,-1 2 0 0,2 0 3 15,0 0-3-15,0 1 5 0,2 5-3 0,0 10 3 16,4 5-3-16,2-3-5 0,5 4 12 0,4 2-8 16,1-2 11-16,-8 8 2 0,12-4 4 0,4 7 5 15,-1 0-5-15,3-1-1 0,-2-1 6 0,-2-1 1 0,0-1 2 16,1-1-1-16,-1 0-9 0,0-4-4 0,-1-2-1 16,-1-2-9-16,-1-2 2 0,-3 1 4 0,1-3 0 15,-4-3 5-15,-2-4-6 0,-2 1-2 0,-3-3 0 16,3-2-5-16,-3-1-16 0,-1-4 2 0,3 0-8 15,-3-1-5-15,-1 1-35 0,2 2-30 0,-3-2-9 16,5 2-157-16</inkml:trace>
  <inkml:trace contextRef="#ctx0" brushRef="#br0" timeOffset="181670.69">8994 11323 401 0,'-3'0'99'0,"-12"-3"199"15,-11-3-240-15,3 2-27 0,1 1 11 0,4 1-16 16,5 2-2-16,3 0-11 0,1 0-2 0,5 0 0 16,1 0-3-16,-1 0 7 0,2 2 2 0,0 0 2 0,2-1 10 15,0 1 5-15,2 0-8 0,2 0 7 16,16 0-10-16,12 0 3 0,5-2 1 0,-2-2 1 0,10-4 7 15,1 1-8-15,-3-1-1 0,-1-3-6 0,-1 0-20 16,-5 1 3-16,1 1-5 0,-8 1 2 0,1 2-11 16,-8 3 5-16,-1-1-4 0,-4 0 3 0,-3 0-3 0,-6 2-15 15,-3 0 5-15,-1 0-10 0,0 0 0 0,-2 0-108 16,0 0-15-16,-2 0-36 0,-2 2-91 0</inkml:trace>
  <inkml:trace contextRef="#ctx0" brushRef="#br0" timeOffset="181859.88">8803 11468 405 0,'0'0'66'0,"-2"0"85"0,0 0-56 0,0 0-33 16,1 2 0-16,-1 0-11 0,0 0-6 0,0 0 0 0,0 0 6 15,0-1-2-15,2 1 12 0,0 0-22 0,2 2 2 16,2-2-9-16,27 13 3 0,7-4-6 0,6-4-1 16,6-3-2-16,2-4-19 0,2 0-7 0,0-4-5 15,-2-3-2-15,0-1-29 0,-2 1-36 0,2-1 4 0,2 1-30 16,-2 0-159-16</inkml:trace>
  <inkml:trace contextRef="#ctx0" brushRef="#br0" timeOffset="184072.5">10842 10681 200 0,'0'-2'86'0,"0"0"-77"0,-2 0 101 0,2 1-42 16,-6-16-6-16,1 0-8 0,-1-3-6 0,1 1 1 15,-1-1-20-15,0 1 8 0,3 2 2 0,-3-1 0 16,2 3-2-16,1 2 3 0,-3-2-7 0,2 4 7 15,1 4-1-15,-3-1-6 0,2 3-4 0,-7-5 0 16,-7-1-3-16,-3 4-4 0,-5 3 12 0,2 4-10 0,2 4 0 16,-4 7-5-16,5 0-13 0,-1-7 6 0,0 22-13 15,5 2 1-15,-3-1 4 0,-4 3-3 0,7 0 5 16,6 3-3-16,1-3-3 0,9 2 0 0,-5-3-4 0,0 1 5 16,-10-4 4-16,5 0-1 0,5 0-7 0,6 0 14 15,0-4-5-15,2-1 10 0,3-1-2 0,3-1 4 16,3-1 5-16,-9-3-2 0,20 0 4 0,0-4-14 15,4-3-1-15,2-5-3 0,2 1 1 0,2 15-1 16,-3-10 2-16,-1-5-1 0,-4-6 2 0,2-6-8 16,0-3-1-16,-3-4-1 0,1 10 4 0,-4-23 0 15,-1-2 3-15,-4-1-4 0,-2-1-2 0,-2 0 2 16,-2-1-3-16,0 0 2 0,-3-3-1 0,-1 1 6 0,-3 2 0 16,17 1 0-16,-6 0-7 0,-8 3 4 0,-3 1 0 15,-4-4 3-15,-3 3-3 0,-3-1 0 0,-1 6-1 16,0 5 0-16,0 4 2 0,1 6-1 0,-14-2 1 15,0 7-1-15,-1-11 1 0,1 8-3 0,-2 7 0 0,-2 6 0 16,-4 7 8-16,0 5-10 0,1-12 7 0,-1 22-7 16,8-1 3-16,1 3-5 0,3 0 0 0,8-1-1 15,3-1-1-15,3-4 5 0,2 2-3 0,-14 0 3 16,5-1-6-16,5-3 6 0,4 2-3 0,2-4 3 16,2 1-17-16,2-3-19 0,1 1-5 0,3 0-5 15,1-3-31-15,-7-1-128 0,22-4-20 0</inkml:trace>
  <inkml:trace contextRef="#ctx0" brushRef="#br0" timeOffset="184262.66">11332 10779 808 0,'-2'0'245'0,"0"-1"67"0,0-1-125 15,-1 0-149-15,1 2-8 0,-8-4-28 0,3 2-7 16,0 0 1-16,-3 2-3 0,7 0 7 0,-3 0-9 15,-1 0-2-15,5 0-3 0,0 0-10 0,-2 0-14 16,0 2-5-16,1 0-4 0,-1 0-31 0,0 0-94 0,1 0-10 16,1 0-29-16,0-2-22 0</inkml:trace>
  <inkml:trace contextRef="#ctx0" brushRef="#br0" timeOffset="184802.89">11789 10610 450 0,'0'-1'87'0,"0"-3"183"15,0-2-244-15,3-12-7 0,1-1 4 0,2-1-6 16,1-1-13-16,2-5 1 0,1-1-3 0,-3 1 5 0,0 0-7 16,1 0 4-16,-3 1-3 0,-1 1 6 0,-2-2 11 15,-2 4 21-15,-2-2-2 0,-2 5 9 0,1 4 5 16,-3 2-15-16,1 4 5 0,1 4-11 0,0-3-4 15,-11-3-6-15,-3 0-2 0,-5 2 1 0,1 5-2 0,0 4-6 16,-2 2 8-16,0 5-7 0,-4 6 8 0,6 2-12 16,-3-2-8-16,3 15 2 0,4 3-4 0,1 7-2 15,0-3 2-15,2 2-1 0,2-2 9 0,2-9-10 16,4 0 4-16,1-3-7 0,-7-5 3 0,4 2 4 16,5-5 3-16,2 2 0 0,2-4-2 0,0-4 6 15,2 1-3-15,2-3 5 0,0-1-4 0,7-5 1 16,7 1-6-16,3 11 4 0,-1-3-1 0,2-5-5 0,1-1 3 15,-1-4-3-15,0-2 7 0,-1-2-3 0,-3-1 2 16,1-1-3-16,-4 1 4 0,-2-3-2 0,-4 3 1 16,2-3-1-16,-2 6 4 0,-3-11-10 0,1 2 5 15,-3 2-6-15,0-2 12 0,-1 1-2 0,1 3 1 16,0 1-3-16,-2 3-5 0,-2 1 8 0,3-2 0 0,-1 1 4 16,0 1-4-16,0 0-8 0,0 2 1 0,0 0-4 15,-2 2 4-15,0 0 5 0,0 1-5 0,-2 14 3 16,0 7-6-16,-2 2 4 0,1 0-1 0,-1 4 3 15,-2-1 1-15,3 1-7 0,-1 2 9 0,0-3-8 16,0 1 10-16,1 0-8 0,1 0 1 0,0-3-1 16,2 1-1-16,0-5-12 0,0-5-1 0,0-1-5 15,0-4-8-15,0 4-33 0,2-3-8 0,-2-4-13 0,2-3-70 16,0-3-71-16,-1 0-25 0</inkml:trace>
  <inkml:trace contextRef="#ctx0" brushRef="#br0" timeOffset="185315.77">12320 10488 946 0,'0'-2'23'0,"0"0"-1"0,0-1 3 0,-4-14-6 16,-2-9-3-16,1 0-2 0,1 0-12 0,2 2 0 15,0-4-3-15,0 0 6 0,1-4-5 0,-1 1 5 16,-2 3-6-16,0 0 5 0,1 4-1 0,-3 4 9 15,1 3-3-15,-1 4 27 0,2 4-10 0,1 1 3 0,-1 4-6 16,-15-9-1-16,-1 4-1 0,-4 4-8 0,-2 5 3 16,-2 5-16-16,-2 10 9 0,2 0-3 0,-9 31 4 15,7 6-4-15,-1 0-6 0,-3-3 5 0,10 3-5 16,2-6 3-16,7-9-4 0,6-2-2 0,5-9 0 16,2-3 9-16,-11-1 1 0,8-5-4 0,3-4 2 15,2-4-8-15,0-4 17 0,2-1-7 0,-2-2 9 16,13 7-21-16,15 6 1 0,7-6 6 0,-4-7-2 15,1-2 0-15,-2-3-2 0,-1-5 0 0,5-3 2 0,-3-2 5 16,-1 0-4-16,0-4 3 0,-8 2-4 0,2 12 0 16,-5-19 0-16,-4 3-3 0,0 0 3 0,-4-1 7 0,-2 3-5 15,0 6-1-15,-3-4-1 0,-1 8 1 0,-1 5 8 16,-2-2 3-16,0 4-1 0,1-3-4 0,1 1-4 16,0 0 2-16,0 0-2 0,-3 2 9 0,1 2-6 15,0 2 2-15,2 10-2 0,0 11 4 0,-3 4-1 16,-1-5-3-16,0 4 3 0,0 0 0 0,0 0-9 15,0 2 6-15,-1-3-8 0,-1 3 5 0,2-2 1 16,-2 2-3-16,0-1 3 0,0 1 2 0,0 0-3 16,0-2-3-16,1-2 1 0,-1 0 1 0,0-2-9 0,-2 0 0 15,0-4-7-15,1 3-16 0,-1-3-17 0,0-3-10 16,2-4-8-16,1-2-82 0,1-5-76 0,0-5-2 16</inkml:trace>
  <inkml:trace contextRef="#ctx0" brushRef="#br0" timeOffset="185902.59">12581 10612 498 0,'0'-2'114'0,"-1"1"222"16,-1-1-278-16,0 0-25 0,0 0-2 0,0 0-8 0,0 0-19 15,0 0 1-15,1 2-1 0,-1 0 2 0,0 2-4 16,0 0 2-16,-2 2 1 0,-5 11 2 0,-2 7 2 0,2-2 14 15,-1 3-5-15,-1-1 8 0,2-2 3 0,0 1 6 16,1-3-3-16,1 1 2 0,-1-2-11 0,3-2-4 16,-1-2 0-16,2-4-1 0,1 2-4 0,1-4-3 15,0-1-1-15,2-2-1 0,-2-1 1 0,0 1-4 16,0 0 5-16,1 0-6 0,-1-3 3 0,0 1-4 16,2 0 1-16,0-2-1 0,0 0 3 0,0-2 1 15,0 0-8-15,0 1 4 0,2-20-10 0,1 1 5 16,1-1 6-16,2 1-2 0,-1-1-1 0,3-1-1 15,1 0-5-15,0 1 4 0,2 1-13 0,-1 3 11 0,1 1-2 16,-2 1 4-16,-1 4 9 0,-7 1-16 0,12 5 6 16,-5-1-8-16,1 2 12 0,2-3-6 0,-5 3 2 15,7 1-4-15,-8 3 13 0,-1 0-7 0,2 1 0 16,-3 1-3-16,-3 0 4 0,13 17 0 0,-1 1 2 0,-5 1-3 16,-1-1-1-16,-3-1 7 0,1-1 0 0,-2-3 0 15,-2-2-5-15,0-2 2 0,0-2 1 0,0-3-1 16,0 0 2-16,0-3 0 0,0-1-2 0,0 0 2 15,0 2 2-15,0-1 7 0,2-1-5 0,0 0 4 16,-1-2-15-16,1 0 1 0,0-2-3 0,0 0 2 16,-2 1 2-16,2-20-8 0,3-1 7 0,10 1-9 0,-4 1 2 15,2 0 2-15,2 1 2 0,-4 0 1 0,-1 5 7 16,-1 2-12-16,-2 1 6 0,1 6-8 0,1 1 8 16,-1-2-1-16,3-1 0 0,0 1 0 0,-2 5 2 15,-1 1 0-15,-5 0 0 0,1 0 1 0,0 1 1 0,-1 1-3 16,-1 17 1-16,11 1 0 0,-2 3 7 0,-5-3-4 15,-2 0-5-15,-1 1 2 0,-1-3-1 0,0-3-4 16,0 0 7-16,0-2-6 0,0-2-9 0,1 0-15 16,-1-3-15-16,0-3 4 0,-2-1-37 0,0-2-77 15,2 2-18-15,0-1-23 0,0 1-58 0</inkml:trace>
  <inkml:trace contextRef="#ctx0" brushRef="#br0" timeOffset="186388.57">13296 10494 497 0,'0'-2'179'0,"0"0"38"0,0 0-71 0,-2 0-88 0,1 0-16 15,-1 0-32-15,0 1-5 0,0 1 4 0,-2 0-4 16,1 1 3-16,-1 1 3 0,-7 17 0 0,1 5 4 16,-1 2 20-16,2 2-6 0,-2 0-2 0,0-2-1 15,0 1-10-15,3 1 11 0,1 0-7 0,1-4 8 16,2-1 0-16,1-5-10 0,-1-1 2 0,2-2-6 15,0 0-3-15,0-4 8 0,-3-2-4 0,3-2 2 0,-4-3-8 16,5-2 9-16,-1-2-1 0,0 0 1 0,0 0-5 16,-2 2-13-16,1 0 4 0,-1-2-6 0,0 0 5 15,0-2-6-15,1 0 2 0,3 0-5 0,-11-20 0 0,5 0 1 16,2-3-1-16,4 1 0 0,0 0-5 0,0 0 8 16,2 0-5-16,2 0 5 0,1 0-4 0,3 1-6 15,-1-1 8-15,1 2-6 0,1 1 11 0,0 1-6 16,-1 3 1-16,-1 4-3 0,2-1 0 0,-1 2 7 15,-1 1-5-15,8 4 6 0,4 3-4 0,-4-7 5 16,-1 4 6-16,3 1 0 0,-2 6 14 0,0 2-17 16,0 2 4-16,0 3-7 0,-2 2 8 0,0 6-5 15,0 13-3-15,-2 0 0 0,0-2 4 0,-2 2-6 0,-5-1 7 16,1 1-6-16,5 0 1 0,-3-2 1 0,2 0 0 16,-1 0-1-16,-4-2-2 0,-3-1 5 0,3-1-2 15,0-4 6-15,0-1 3 0,-1 0-11 0,5-6-2 16,-1-2-4-16,-1-1-3 0,-6-6-11 0,2 1 1 15,-1 1-8-15,1 0-32 0,-2-2-91 0,0-1-4 0,0-1-34 16,-2 0-67-16</inkml:trace>
  <inkml:trace contextRef="#ctx0" brushRef="#br0" timeOffset="186563.8">13122 10705 569 0,'0'0'85'15,"0"0"-2"-15,-2 0 7 0,0 0 1 0,0 0-30 0,0 0-26 16,0 0-14-16,1 0-7 0,-1 0 3 0,2 0 12 15,0 0-9-15,2 0 8 0,-1 0-8 0,3 0 2 0,13 0 1 16,14-2-9-16,1 0 6 0,3-1-5 0,1-1-20 16,1 0 4-16,-2 1-13 0,-3 1-15 0,1 0-12 15,-3 2-1-15,-8 0-2 0,2 0 8 0,-13 0-44 16,-7 0-58-16</inkml:trace>
  <inkml:trace contextRef="#ctx0" brushRef="#br0" timeOffset="187204.16">10628 11602 677 0,'-2'0'32'0,"0"0"-3"0,-1 0 3 16,-8-2 5-16,-10 0-13 0,1 0 0 0,5 2-8 16,-2 0 7-16,2 0-5 0,-3 0 10 0,3 0 12 15,2 0-8-15,4 0 10 0,-3 0 8 0,-1 0 0 16,2 0 2-16,-2 0-3 0,4 0 1 0,2 0-7 16,1 0-1-16,2 0-4 0,1 0-11 0,-1 0-16 15,0 0 5-15,2 0-10 0,1 0-4 0,-1 0 6 0,0 0-2 16,2 0 4-16,0 0 0 0,2 0 3 0,1 0-7 15,10 0 5-15,10 0-7 0,8 0 2 0,4-1 8 16,10-1-5-16,3-2 0 0,4 0 5 0,0-1-9 16,2-1 8-16,0-1-6 0,7-1 2 0,4 1 2 0,11-1-1 15,6 1-2-15,5 1-8 0,6 1 3 0,-4 1-3 16,-1 2 5-16,-5 0-5 0,-5 2 4 0,0 0-4 16,4 2 12-16,5 2-10 0,6 0 0 0,0-1-2 15,0 1 2-15,-6-2-2 0,-5-2 0 0,-3 0-3 16,3 0 4-16,5 0 6 0,2-2 1 0,8-2-1 15,0-1 2-15,-8-1-2 0,-2-1 6 0,-9-1-4 16,-8-1 15-16,1 0-19 0,-6 3 3 0,0 1-7 0,-2-1 11 16,-11 2-7-16,-5 1 5 0,-14-1-5 0,-7 2-1 15,2-2 3-15,-10 3-1 0,-1 1 2 0,-4 0 8 16,-11 0-6-16,0 0 7 0,1 0-6 0,-1 0 7 0,0-2-18 16,0 2-4-16,-2-2-6 0,0 2-22 0,-2 0-17 15,0 0-15-15,-7-2-8 0,-15 0-125 0,-2 2-334 16</inkml:trace>
  <inkml:trace contextRef="#ctx0" brushRef="#br0" timeOffset="187842.66">11519 12191 446 0,'0'-2'51'0,"0"0"-2"0,0 0 40 0,-1-2-17 16,-1-9 6-16,-2-9-25 0,2 2 1 0,0-1-1 15,0-1-3-15,2 3-17 0,0-1-6 0,2 5 0 16,0 2-2-16,0-2 4 0,0 8-1 0,2-6 5 0,-3 3-3 16,-1 9 6-16,2-3-4 0,0 0-4 0,0 2-1 15,0 0-11-15,0 2 2 0,0 0-6 0,-1 2 3 16,1 15-11-16,-2 28-1 0,0-3 9 0,-3 1-6 15,-3 0 5-15,-1-2-9 0,-3 3 7 0,1 1-5 16,0 1 13-16,-1 1-11 0,1-1 2 0,-2 0-4 16,2-1 6-16,1-1 2 0,1 3-4 0,1-4 5 15,3-1-3-15,-1-1-4 0,0-2-1 0,2-5 0 16,0-3 7-16,1-1-12 0,1-6 6 0,0-4-7 0,0-1 6 16,-2-4 2-16,2-6-8 0,-2 0 3 0,2-3-23 15,-2 0-5-15,2-3 2 0,-2 1-4 0,2 0-18 0,0-1-30 16,0-1-30-16,0 0 1 0,0-2-100 0</inkml:trace>
  <inkml:trace contextRef="#ctx0" brushRef="#br0" timeOffset="188444.74">11352 12066 704 0,'0'-2'59'16,"0"-1"124"-16,-5-14-161 0,1 2-10 0,2 0 1 16,2 4-6-16,0 0-6 0,2-2 4 0,2 2-1 0,1 1 2 15,3-1 0-15,12 2 20 0,2-2 7 0,6-2 7 16,0-2 37-16,0 0-2 0,2 2-6 0,-2 0-2 16,3 8-39-16,-1-1-3 0,-2 4-9 0,-2-15 5 15,-2 10-14-15,-4 5-1 0,-1 2 1 0,-1 4-1 16,-3 3 3-16,-4 1-6 0,0-6 8 0,-3 20-9 15,1-5-3-15,-3 1 6 0,-1 3-7 0,-3-5 8 16,0 5 2-16,9-5-6 0,-2 3 6 0,-5 1-6 0,-4-1 10 16,-2 1-6-16,-1-3 1 0,-5 0-3 0,-1-2 0 15,7-2 8-15,-18-2-4 0,-3 0 4 0,3 2-3 16,-1-6-2-16,3 5-3 0,-1-5 1 0,4-1-5 0,1-1 2 16,1 1 2-16,3-4-1 0,3-1 3 0,1 1-7 15,3 0 1-15,1-2-2 0,0 0 6 0,-2 4-7 16,1 0 4-16,1-1-4 0,0-1 9 0,0 0-14 15,2 0 9-15,0 0-8 0,2 0 6 0,2-2 3 16,7 1-12-16,17 1 10 0,1 0-6 0,-1 2 5 16,2 0 1-16,-1 1-1 0,-1 1-11 0,0 1 9 15,-4 1 3-15,0 1 2 0,-1 0 9 0,-3 0-15 16,4 3 3-16,-7-3-6 0,-2 0 13 0,-10-5-6 0,3 7 2 16,-4 6-2-16,7-2 13 0,-2 1-12 0,-5-1 7 15,-2 0-8-15,-2-2 5 0,-4 0 4 0,-4 0 1 16,-3-4 0-16,-9 2-8 0,-4 0 7 0,-6-3-4 15,2-1 7-15,-3-3 1 0,1-2 32 0,2 0-3 0,-2 16 11 16,-1-7-11-16,1-5-14 0,-2-4-7 0,5-2 0 16,1-2-17-16,3-2 2 0,1-1-5 0,-2-1 3 15,2-1-1-15,3 1-12 0,1-1-6 0,3 1-7 16,4 2-44-16,5 3-77 0,4 1-35 0,-2-2-31 16,1 0-273-16</inkml:trace>
  <inkml:trace contextRef="#ctx0" brushRef="#br0" timeOffset="189162.79">14485 11548 1042 0,'-2'0'23'0,"0"-2"35"15,0 0-21-15,0 1-13 0,0-1 1 0,0 0-7 16,1 0-18-16,-1 2-1 0,0 0-2 0,2 0 3 16,0 0 16-16,2 0-5 0,0 0 3 0,3 0-5 15,21-6 2-15,2 1 10 0,0-1-1 0,2 1 1 16,-1-1-18-16,-1 2 0 0,2 3-7 0,-4-1 4 15,0 2-15-15,-6 0 15 0,1 0-6 0,-6 0 7 0,-2 2-12 16,0-1-12-16,-2 1-7 0,2 0-1 0,-4 0-14 16,-4 0-10-16,-1-2 2 0,-2 0-14 0,2 2-84 15,-1 0-132-15</inkml:trace>
  <inkml:trace contextRef="#ctx0" brushRef="#br0" timeOffset="189326.29">14455 11758 412 0,'-2'0'120'0,"-5"0"205"0,-6 0-250 0,3 0-16 16,5 0-16-16,3 0 5 0,0 0-26 0,-2 0 23 16,2 0 1-16,1 2 6 0,1 0-8 0,1 0-9 15,3-2 0-15,31 3-3 0,8-3-2 0,2-3-3 16,-1-3-4-16,5-3 3 0,-1-1-5 0,0-1-24 0,2 2 1 16,-1 0-13-16,-3 3-12 0,0 2-21 0,1 3 4 15,1-1-10-15,-3 2-11 0,1 0-247 0</inkml:trace>
  <inkml:trace contextRef="#ctx0" brushRef="#br0" timeOffset="190730.38">16393 11104 480 0,'0'-1'38'0,"0"-3"47"0,-2-15-41 0,1-1 2 15,-1 3-13-15,-2 0 8 0,2 4-27 0,0 0 7 16,-1 2 6-16,1 4 1 0,0-1 17 0,0 3 7 16,0 1-5-16,2 2 4 0,0 0-29 0,-2 2 7 15,-9-7-3-15,-2 1 5 0,-2 5-12 0,2 1 5 16,-3 7-5-16,-1-3 6 0,0 33-10 0,0 4-2 0,3 3-5 16,2 5 3-16,-1-5-15 0,8 1 4 0,-1-5-2 15,1-4 5-15,3 1 4 0,-17-7-5 0,8-3-1 16,4 1-1-16,5-2 0 0,2-2-3 0,0-1 12 15,4-3-8-15,1 1 17 0,1-5-2 0,1-1 1 0,1-4 0 16,-3-1 3-16,14-5 2 0,1 1-2 0,2-4 2 16,3 14-8-16,1-6-6 0,1-5 3 0,1-5-4 15,2-4 3-15,-2-3-4 0,-2-4 0 0,0-2 0 16,-4-2 6-16,-5 8-9 0,0-19 2 0,-8-2-2 16,4-2 11-16,-4 2-2 0,-1-3-2 0,-5-5 0 15,1 1-8-15,20-8 0 0,-13 4 3 0,-3-5-3 0,-8-3 0 16,-6 5 5-16,-3-5-7 0,-4 8 7 0,2 4-1 15,-2 5-5-15,-2 4 7 0,2 8-7 0,9 1 11 16,-16 8-5-16,-1 1 0 0,3 5-3 0,-1-10-5 0,-1 3 3 16,-3 7 1-16,3 3 1 0,-2 5 0 0,3 6-2 15,-1 0-5-15,1 27 1 0,1 4-8 0,1-1 10 16,0 0-1-16,4-4 3 0,2 0-5 0,2-3 4 16,3-5-1-16,1-1 2 0,3-6-6 0,0-3 3 15,0-2-2-15,-11 1 2 0,6-3-11 0,1 0-14 16,2 0-6-16,2-4-3 0,2 0-30 0,0 0-54 15,2-1-35-15,2-3-12 0,0-1-161 0</inkml:trace>
  <inkml:trace contextRef="#ctx0" brushRef="#br0" timeOffset="191581.39">16982 11286 764 0,'0'0'99'15,"0"-2"178"-15,-2 1-211 0,0-1-13 0,2 0-5 16,0 0-1-16,0 0-16 0,0 0 14 0,0 2-7 0,0 0 11 15,0 0 4-15,0 0 8 0,0 0-1 0,0 0 1 16,0 0-8-16,0 0-31 0,0 0 10 0,0-2-18 16,-2 1-2-16,0-1-9 0,1 0-2 0,-1 0-1 15,2 0 1-15,0 0-25 0,0 0-3 0,0 1-8 16,0-1-18-16,0 0-9 0,0 0 1 0,2 0-5 16,-1 0 1-16,1 0-91 0,0 1-11 0,2-3-30 0,9-4-57 15</inkml:trace>
  <inkml:trace contextRef="#ctx0" brushRef="#br0" timeOffset="192183.6">17788 10867 563 0,'0'0'94'0,"0"-2"19"0,-2 0-21 15,0 0-42-15,0-2-5 0,0 1 0 0,0-1-5 0,2 2 2 16,0 0-5-16,0 0-7 0,-5 1 2 0,-1-3 1 16,-3 2 1-16,3-2-5 0,-1-1 9 0,-2-1-7 15,1 2 8-15,-1 1-11 0,3 1 2 0,1 0-1 16,1 2 0-16,0 0-5 0,1 0-9 0,-5-2 1 0,3 2-4 16,1 0-3-16,0 0-10 0,2 0 3 0,1 0-4 15,-3 0 5-15,-2 4 2 0,1 0-2 0,-1 9 1 16,4 7-11-16,-1 4 10 0,-14 2-2 0,4 0 6 15,2 2-12-15,3 2 4 0,3-1-2 0,1 3 3 16,4-6 8-16,0 0-7 0,0 0-1 0,0-2-1 16,0 2 1-16,0-4-3 0,2 4 9 0,2-3-7 15,-1-1 1-15,3 0 8 0,-1-5-10 0,1 1 9 0,0-1-7 16,-1-2 0-16,3 0 3 0,-3-2-2 0,3 0 3 16,-1 0-1-16,0-2 6 0,1-2-4 0,-4-1 5 0,9-1 0 15,1-1-1-15,-1-3 1 0,2-1-4 0,-2 0 0 16,4 9-4-16,-2-1 3 0,3-3-1 0,-1-3 0 15,0-2-1-15,1-2-1 0,-1 0-2 0,2-2-3 16,1-2 6-16,-1-2-4 0,3-1 0 0,-5 0 4 16,-1-3-3-16,-4 3 6 0,-1 3 3 0,0-16-6 15,-4-1 0-15,10-3-1 0,-6-2-2 0,-4-2 10 16,1-1-7-16,-6-1 8 0,1-2-5 0,-1 1-6 16,17-1 7-16,-8-1-7 0,-7-2 5 0,-4-1 3 0,-4-3-7 15,-3 6 6-15,-3 3 0 0,-1 2-5 16,-2 2 4-16,-2 0-6 0,0 4 2 0,8 0-2 0,-15 3 2 15,-4 2-2-15,2 3-4 0,-2 4 1 0,3 3 0 16,-1 1 1-16,0 4 3 0,2-12-3 0,1 4-4 16,3 3-1-16,3 5-4 0,0 2 3 0,-2 0 2 0,3 4-1 15,-3 1 5-15,4 3-22 0,2 1 4 0,0 2-11 16,-1 13 4-16,5 2-15 0,0-2-3 0,5 6-12 16,-17 2-85-16,10-6-95 0,3 9-29 0</inkml:trace>
  <inkml:trace contextRef="#ctx0" brushRef="#br0" timeOffset="193119.85">18610 10761 369 0,'0'0'37'0,"0"-2"61"0,0 0-57 0,0 0-8 15,0 0 4-15,0 1-5 0,0-3-1 0,0 0-1 16,0 0 4-16,0 1-1 0,0-1 7 0,-2 0 26 16,1 1-13-16,-1-1 17 0,0 0-11 0,0 0 2 15,0 1-9-15,0-1 4 0,0 0-16 0,1 1-2 16,-1-1 4-16,0 0-5 0,0 0-6 0,0 3-2 15,0-1-8-15,0 0 4 0,1 0-16 0,-1 0-5 16,0 0 3-16,0 0-4 0,0 1 4 0,-2-1-4 0,3 2-1 16,-9 0-2-16,1 0 3 0,0 0-5 0,1 2 3 15,-1 1-3-15,2 1 3 0,-3 2 2 0,3 12-1 16,3 1 1-16,-1 3 2 0,3-2-6 0,0 5 1 16,0-1-3-16,-15 2 0 0,6 0 4 0,2 3 0 0,3-1 2 15,3 2-8-15,1 3 8 0,2-3-1 0,0-2 3 16,2 2-6-16,-1-2-1 0,1-2-3 0,2 1 4 15,-2-4 1-15,0-3 3 0,1-3 4 0,1-1-3 16,2 3-5-16,-1-2 9 0,1-2-7 0,-1-6 8 16,3 2-11-16,-3-4 5 0,3 3 2 0,7-3 1 15,0-1 2-15,-2-3-7 0,1 3 5 0,3-4-6 0,0 0 0 16,1 11 5-16,1-4-5 0,-1-2 5 0,1-1-10 16,-2-4 11-16,-1-2-6 0,-1 0 8 0,2-2-12 15,0-2 9-15,-2-1-5 0,-2-1 7 0,0-1-8 0,1-3 9 16,-2 1 0-16,2 2 2 0,-1-8-8 0,-5-7 1 15,-6-3-3-15,5 1 1 0,-5-4 6 0,2-1-7 16,5 1 8-16,-7-2-8 0,2-1 10 0,14 1-3 16,-7-2 2-16,-7 3-1 0,-4-3 9 0,-2 4-6 15,-2 0 0-15,-1 1-1 0,-1 2 7 0,-1 3-5 16,-2 0-3-16,-3 0-1 0,1-1-7 0,0 5-3 16,-2-1 5-16,11 4-4 0,-13 2 1 0,-1 2 0 0,-3 2 0 15,1 1 3-15,-1 1-3 0,0 3-16 0,-1 1-1 16,5-9-5-16,0 5 2 0,2 1-14 0,0 5 3 15,2 1-7-15,0 0-6 0,2 1-77 0,-2 3 3 16,0 2-35-16,1 1-54 0,3 6-93 0</inkml:trace>
  <inkml:trace contextRef="#ctx0" brushRef="#br0" timeOffset="194175.28">19449 10794 484 0,'0'0'33'0,"0"0"0"0,0-2-13 16,0 1 3-16,2-1-16 0,0 0 18 0,0 0-17 15,0 0 0-15,2 0-7 0,-3 2-7 0,12-9 18 16,2 0-7-16,0-1 11 0,-4 3-1 0,2-2 14 15,-2-1 9-15,1 7 0 0,-1-10 12 0,-2 0 2 16,0-2-11-16,-7 2 8 0,0 0-1 0,7 0 9 0,-3 2 10 16,-1-2-7-16,-1 2-14 0,-2-2-6 0,-2 0-14 15,0 1 6-15,-2-1-16 0,-2-1 13 0,1 2 2 16,1 5 2-16,-4-2-8 0,3 1-1 0,-1 3-7 0,-13-1 4 16,2 4-11-16,-1-9-4 0,-5 0 3 0,-1 4-4 15,0 1-4-15,-1 4 11 0,-1 2-7 0,-2 2 8 16,2 4-11-16,2 3 6 0,-2 4-2 0,-1 2 3 15,3-11-9-15,0 20 0 0,2 2 0 0,1 0 0 16,2 1-6-16,2 1 5 0,4 2-1 0,8-2 2 16,1-2 0-16,-13-2-5 0,6 0 5 0,5-3-4 15,4-1 10-15,0-3-3 0,2-1-2 0,1-3 0 16,1-3-2-16,4 1-2 0,-5-6 3 0,8-1-2 0,6-2 5 16,4 11-6-16,1-4 3 0,0-5-2 0,2-4 5 15,0-4 1-15,0-3-1 0,1-4 2 0,-1-2-1 0,-4 0 1 16,1 11-5-16,-7-15 5 0,3 2-1 0,-6-1-2 15,0 1 4-15,-3-2-4 0,-3 2 10 0,1 2-12 16,0 0 4-16,-1 2-5 0,-3 2 2 0,0 1 10 16,0-1-4-16,3 2 4 0,-3 3-11 0,0 0 8 15,-2 2 0-15,0 0 3 0,0 1 1 0,2-3-8 16,0 0-4-16,0 0 0 0,-1 3-5 0,1-1-2 16,0 0 2-16,0 2 0 0,0 0 10 0,0 2-3 0,0 0-1 15,-2 5-1-15,3 15-4 0,1 2 6 0,-2 2 3 16,0 2 0-16,0 0-5 0,-2 4 0 0,-2 1-5 15,0 2 4-15,0 1 3 0,0 1 2 0,0-2 3 16,0-1-3-16,-1-1-7 0,-1-1-1 0,2-3-8 16,-3 3 4-16,-1-6-26 0,0 0 4 0,1-4-10 0,-1-2 2 15,1 1-61-15,1-6-81 0,0-2-13 0,2-2-24 16,1 0-59-16</inkml:trace>
  <inkml:trace contextRef="#ctx0" brushRef="#br0" timeOffset="194702.54">20190 10822 623 0,'0'-2'154'16,"0"0"-209"-16,0-5 179 0,0-15-101 0,-2 1-16 0,1 3 3 16,-1 1-8-16,0 4 5 0,0 0-12 0,0 0 15 15,0-2 8-15,-1 2 1 0,-1 0 9 0,0 0 29 16,-1 0-10-16,-1 0 18 0,-1 0-8 0,1 4-14 15,0 0-2-15,1 1-5 0,3-1-9 0,-11 0-5 16,2-1-2-16,-2 1-4 0,0 5-13 0,0-5 2 16,0 2-2-16,-4-1 2 0,0 3 4 0,-1 1-4 15,-4 2 3-15,1 2-4 0,-3 2 2 0,2 5 1 0,0 3 4 16,-3 3-3-16,1-8 0 0,2 21-10 0,3 2 3 16,5 2-4-16,2-1-2 0,5 1 9 0,1 0-9 15,-10-2 10-15,5 0-10 0,5-2 5 0,4 0 2 16,2-4 2-16,4 0 5 0,3-3-6 0,3-3 6 15,-1-3-6-15,-4 0-3 0,12-3 5 0,2-8-3 0,-3 9 6 16,3-2-4-16,3-2 4 0,2-5-6 0,1-2 6 16,-1-3-9-16,0-5 1 0,-2-1 2 0,0-4-1 15,1-2 12-15,-9 11-13 0,3-16 2 0,-2-1-5 16,0 3 7-16,-2-1-6 0,0 1 8 0,-2-3-6 16,-2 5 8-16,-1-3-3 0,-3 4-4 0,-1 0 0 15,0 2-1-15,-2 2 0 0,-1 2 0 0,1 3 1 16,0 1 2-16,-2 3 8 0,0 0-4 0,0 0 2 0,4-2-15 15,0 1 4-15,-1 1-7 0,-1 0 8 0,0 0 1 16,0 2-1-16,0 2 3 0,0 0-3 0,-1 3 8 16,7 23-6-16,-4 2 0 0,-3 2-1 0,1 1 0 0,0 6-1 15,-2-2 2-15,0 6-2 0,2-2 5 0,0 0-6 16,0-2 2-16,0-2-3 0,-2-4 10 0,0-5-10 16,0 4 1-16,0-7-8 0,0 0-12 0,0-5-35 15,0-3-17-15,0-1-13 0,0-1-127 0,0-4-125 16</inkml:trace>
  <inkml:trace contextRef="#ctx0" brushRef="#br0" timeOffset="195431.5">20807 10679 665 0,'0'0'23'0,"0"-2"43"15,0 0-30-15,-2 1-17 0,0 1 3 0,0 0-9 16,0 0-5-16,0 0 0 0,1 1 2 0,-1 1-1 0,-2 2 11 16,-3 5 5-16,-6 10 0 0,0 1 2 0,-2 3 6 15,2-1 6-15,0 2 4 0,2-2-1 0,-2 2 3 16,1 1-2-16,1-1-7 0,0 0 3 0,2-2-17 15,0 0-7-15,-1 1 7 0,1-5-8 0,0 3 0 0,5-10 7 16,-2 4-10-16,3-6 7 0,1-3-17 0,0 1 7 16,2-5 2-16,0 2 1 0,0-3 3 0,-2 3 14 15,2 0-12-15,0-2 10 0,0 0-25 0,0-2-1 16,2-2 1-16,0 0-1 0,0-6-4 0,9-21 0 16,-2 1 2-16,2-4 0 0,0 1 1 0,1-1-2 15,-1 2-1-15,0 1 1 0,2-1 9 0,0 2-13 16,-2 4 7-16,0 2-10 0,0 1 6 0,-1 5 7 0,-1 1-6 15,-2 4 5-15,1-1-9 0,-5 3 11 0,10 2-1 16,0 1 6-16,0 2 0 0,-1-5-1 0,-1 2 1 16,0 3-2-16,0 2 1 0,-2 2-4 0,1 0-4 15,-3 2 0-15,0 2-2 0,-1 1 7 0,-2 19-3 0,-1 2 4 16,-1 0-9-16,0-1 7 0,0-1 0 0,15 0 2 16,-6 0-9-16,-2-2 1 0,-1 2 3 0,-5-5 1 15,1 0 7-15,-2-6-6 0,0-2 1 0,0-2-2 16,-2-5 3-16,0 1 5 0,0-3-6 0,1 2 7 15,-1 0 0-15,2-1 1 0,-2-1-2 0,2 0 0 16,0-2-13-16,0 0 6 0,0-2 1 0,0-2 3 16,7-10-4-16,6-12-3 0,1-2-1 0,1 0-1 0,2-2 3 15,-1 0-1-15,-16 1 0 0,20-1-1 0,3 2-9 16,6 4 6-16,-7-2 0 0,2 6 3 0,-4-1 1 16,-3 3 1-16,3 5 2 0,-1 1 0 0,1 3 15 0,-2 5-10 15,-3-1 6-15,0-6-7 0,-6 5 4 0,4 2-3 16,-4 3 0-16,-4 1-1 0,-1 0 1 0,-2 1-3 15,-2 3-5-15,11 20 3 0,-6 2-3 0,-3 0 3 16,-4 2-3-16,-2 0 2 0,-4 0-4 0,1 0 2 16,-1-2-3-16,1 0 2 0,-1-2-11 0,0-2-12 15,3-1 4-15,-1-5-7 0,2-1-12 0,2-2-20 16,0-5-8-16,0 1-4 0,0-5-30 0,2-1-38 0,2 1 0 16,3 0-18-16,17-1-50 0</inkml:trace>
  <inkml:trace contextRef="#ctx0" brushRef="#br0" timeOffset="195980.52">21882 10464 646 0,'0'-2'73'15,"0"0"1"-15,0-2 21 0,0-3-6 0,-2-2-14 16,-2-4-11-16,2 7-9 0,2 2-19 0,-2 1 7 16,1-1-38-16,-1 2 2 0,0 0 0 0,0 0 1 15,0 2 8-15,-2 2 7 0,1 0-4 0,-5 7 5 16,-10 19 6-16,5 0-12 0,2 2 13 0,1-1-15 0,1-1-6 15,2 2 7-15,-1-2-10 0,3 0 10 0,-1 0-8 16,2-1-5-16,3-1 1 0,-1-3-3 0,0-1 7 16,0-2-7-16,2-1 9 0,0-4-8 0,0-2 10 0,0-2-6 15,0-4 2-15,0-1-4 0,0-2-3 0,0-1 16 16,0 1-8-16,0 0 10 0,0-2-1 0,0 0-10 16,0-2 2-16,0 0-5 0,0-2 0 0,0 0-6 15,2-26 1-15,0-2-2 0,0-1 1 0,1-3 2 16,3 1 3-16,-1-2-2 0,1-1-3 0,0-1-1 15,1 2 3-15,0-2-1 0,3 0-1 0,-1-2-5 16,2 0 0-16,-2 0 1 0,2 3 9 0,-1 9-7 16,-3 4 4-16,1 3-4 0,-1 1 2 0,-3 8-1 15,1 0-4-15,-3 7 2 0,2 1 10 0,7-5-9 0,4 1 10 16,-6 5-9-16,6 2 5 0,0 4 7 0,3 7-12 16,-1 2 9-16,0 18-5 0,3 3 0 0,-3 1 9 15,3-5-5-15,3-1 17 0,-1 1-12 0,-2 0 3 0,1 0-7 16,-4-1 2-16,1-1 1 0,1 0-5 0,-4 2 2 15,-1-1-14-15,1-1 7 0,-2 0 3 0,-5-4 2 16,1 0 2-16,-2-1-4 0,-3-3 4 0,0-1-3 16,-2-5 4-16,7-1-6 0,-3-3 0 0,-3-3-1 15,-1-1 0-15,-2-4-7 0,0-1-3 0,2 3-2 16,-2 0-1-16,0-2-20 0,0 0 9 0,0-1-15 16,0-1-22-16,-2 0-34 0,0 0-12 0,0-1-8 0,-1-1-60 15,1 0-7-15,-13-11-28 0,0 0 9 0,-3 0-98 16</inkml:trace>
  <inkml:trace contextRef="#ctx0" brushRef="#br0" timeOffset="196199.75">21763 10659 431 0,'0'0'76'0,"0"0"114"0,-2 0-92 0,0 0-25 16,0 0-10-16,1 0-5 0,-1 0-40 0,2 0 0 15,0 0 7-15,0 0-4 0,0 0 16 0,0 0-1 16,0 0 7-16,2 0-4 0,-1 0 11 0,3 0 9 15,5 0-16-15,16 0 15 0,4 2-7 0,6-2-12 0,-1 0 11 16,7 0-13-16,-2 0-6 0,2 0-14 0,-2 0-4 16,0 0-2-16,0 0-7 0,-2 0-8 0,0 0-3 15,-4-2-2-15,-5 2-14 0,-4 0-4 0,-1 0-2 16,-9 0-3-16,1 0-20 0,-4 0-40 0,-3 0-84 0,-3 0 2 16,1 0-395-16</inkml:trace>
  <inkml:trace contextRef="#ctx0" brushRef="#br0" timeOffset="197340.04">16469 12057 731 0,'-1'-2'22'0,"-11"-2"41"0,-12-5-40 0,0 3 14 15,-2 1-1-15,2 1 4 0,0 4-20 0,2 0 14 16,-1 0-7-16,3 0 10 0,1-2-9 0,3 2 7 16,-1 0-3-16,0 0 3 0,6 0-12 0,0-2 2 15,0 1 0-15,0-1 2 0,1 0 8 0,5 2-18 16,-3-2 5-16,5 2-8 0,-1 0 6 0,0 0-12 16,2-2 1-16,-1 0-6 0,1 0-3 0,0 2 2 15,2 0 3-15,0 0-2 0,2 0-1 0,0 0 5 16,1 0-6-16,10-1 7 0,13-5-5 0,4 0 5 0,3 3-4 15,6-3 3-15,6 2-8 0,7 1 1 0,9-1 1 16,6 0 0-16,7 1-2 0,10-5 7 0,3 1 2 16,2-4 3-16,6-1 7 0,0 1-13 0,9 0 3 15,15-2-6-15,7 0 0 0,6-2 0 0,3 2-3 0,-1 0 1 16,5 0-6-16,11-2 4 0,5 1 1 0,-1-1 0 16,-8 2-1-16,1 0 1 0,9 2 1 0,-4 0 0 15,-1-1-5-15,-8 3 7 0,-6 0-2 0,-1 1 7 16,1 1 1-16,-5 3-6 0,-10 1 6 0,-7-1-4 15,-12 2 14-15,-3 0-1 0,-5 2 1 0,-1 0 0 16,-8 0 7-16,-8 2-1 0,-8 0 2 0,-14 2-1 0,-4-3-3 16,-8 3-9-16,-6 0-7 0,-3 0 3 0,-5-1-3 15,-4 1-3-15,-4 0 6 0,-7-2-7 0,1 1 0 16,-8-1 0-16,-1 0-10 0,-5-2 4 0,2 2-32 16,0 0-20-16,-3 0-5 0,-1-1-12 0,0 1-86 0,-3 0-188 15</inkml:trace>
  <inkml:trace contextRef="#ctx0" brushRef="#br0" timeOffset="197791.67">16354 12285 1218 0,'-2'0'25'0,"1"-2"-1"0,-18-3-6 0,-7-3-4 0,0 3-8 15,6 1-3-15,1 2-3 0,6 2 6 0,6 0-6 16,-3 0-4-16,5 0 0 0,3 0-5 0,0 0 5 16,-2 0 12-16,1 0-8 0,-1 0 4 0,2 0-5 15,0 0 4-15,0 0 7 0,0 0-3 0,2 0 5 16,0 2-6-16,2 0 6 0,0 0 1 0,7 0 1 15,19 3-2-15,8 1-5 0,1-1 3 0,9 1 0 0,4-2 21 16,13-1-8-16,8-1 0 0,5 0-3 0,11-2-4 16,4 0-2-16,2-2-2 0,9-3 0 0,6 1-3 0,15-3 9 15,12-1-1-15,6-5 2 0,2 0-6 0,0 0-3 16,8 2-3-16,10 0 1 0,1-2 0 0,-1 0-3 16,-1 2-3-16,-1-2 0 0,10 2 4 0,-1-1-10 15,-5 3 10-15,2 0-10 0,-9 3 7 0,2 1-3 16,-4-1 2-16,-17 2-1 0,-3 1-1 0,-4-1 5 15,-9 4-7-15,-4 0 5 0,-8 0-6 0,-16 0 7 16,-9 0-4-16,-12 4 4 0,-9-1-10 0,-3 3-4 16,-5 0 2-16,-6-1-3 0,-8 3-14 0,-1-1-61 0,-12 0-74 15,6 1-12-15,-5-1-392 0</inkml:trace>
  <inkml:trace contextRef="#ctx0" brushRef="#br0" timeOffset="203119.36">26986 4949 21 0,'0'0'15'15,"0"0"0"-15,0 0 20 0,0 0 3 0,0 0-5 0,0 0-1 16,0 0 19-16,0 0-16 0,0 0 16 0,0 0-34 15,0 0-9-15,0 0 13 0,0 0-12 0,0 0 7 0,0 0-1 16,0 0-1-16,0 0 1 0,0 0 4 0,0 0-6 16,0 0 5-16,0 0-4 0,0 0 17 0,0 0 2 15,0-2-6-15,0 1 3 0,0-1-18 0,0 0 28 16,0 0-13-16,0 0 18 0,0 0-20 0,0 0-11 16,0 1 6-16,0-1-10 0,0 0-4 0,-2 0 4 15,0 0-6-15,0 0 6 0,0 0-6 0,1 1 3 16,-1-1 2-16,0 0 0 0,0 0 2 0,0 0 14 15,0 0-8-15,0 0 10 0,1 1-17 0,-1-1 18 0,0 0-7 16,0 0 9-16,0 0-9 0,0 2-2 0,0 0 0 16,1 0-3-16,-1 0-15 0,0 0 1 0,0 0 1 15,0 0 0-15,0 0-2 0,0 0 0 0,1 0-1 16,-1 0 1-16,0 0-1 0,0 0 0 0,0 0-4 0,0 0 4 16,0 0 4-16,1 0-2 0,-1 0-1 0,0 2-1 15,2 0 9-15,0 0-9 0,0 0 9 0,0-1-8 16,0 3 6-16,0 0-3 0,0 0 3 0,0-1-3 15,0-1 7-15,0 6 2 0,0-5-4 0,0 3 3 16,0-4 3-16,0 0 11 0,0-1 1 0,2 3 2 16,0 0-5-16,1 0-9 0,1-1 1 0,2-1-4 0,3 2-4 15,2 0 3-15,-2-3-6 0,2 1 5 0,1-2-3 16,-1 0 1-16,0 0-2 0,0 0 0 0,-2-2-4 16,1 1-2-16,-5 1 3 0,1-2-3 0,-1 0 0 0,-3 2 3 15,2-2 0-15,0 0 1 0,-1 0 0 0,1-1 0 16,0-1 2-16,-2 0-1 0,-1 0 1 0,1-1-6 15,2-4 1-15,0-1-1 0,-2 1 0 0,-1 2 3 16,-1-1-2-16,0 4 1 0,0-1 2 0,0 1-8 16,0 0 5-16,0 3-5 0,0-1 6 0,0-2-2 15,-1 0 1-15,-1 1-1 0,0 1 0 0,0 0-6 16,-2 0 4-16,2 2-3 0,-12-4 8 0,-1 4-4 16,0 0 1-16,0 2-1 0,0 2 8 0,2 0-2 15,0 1-5-15,2 1 2 0,2-1-3 0,1 1 3 0,1-1 1 16,1-1-1-16,3 2-7 0,-1 5 5 0,0 0 0 15,2-2 1-15,-7 2-1 0,3-1 2 0,1 1-1 16,1-2 2-16,0-1 0 0,1 1 3 0,1-2-6 16,2 1 6-16,0-3-5 0,0 1 4 0,0-2-4 0,0 1 3 15,0-3 0-15,0 0-7 0,2 2 9 0,1-1-9 16,1-1 7-16,5 4 1 0,1-1-1 0,1-1 1 16,-2-2 1-16,2 0-6 0,-1-2 5 0,-1 0-4 15,2 0 11-15,-4 0-9 0,3-2 2 0,-3 0-4 16,-1 0-1-16,1-2 1 0,-1 1-2 0,1-3 3 15,-1 1 8-15,-1-8-5 0,-1 0 0 0,5 1-2 16,-1-1 2-16,-3 2-9 0,-1 0 4 0,0 0-5 16,-2 2 15-16,-2-2-7 0,0 1-1 0,0 3-2 0,0-1 0 15,-2 3 0-15,0-1 1 0,0 3-1 0,0-1-6 16,0 4 5-16,-11-9 1 0,-2-1 0 0,1 5 4 16,-1 1-7-16,-2 2 4 0,2 2-4 0,-2 0 6 0,3 2-4 15,1 0 0-15,-2 3-2 0,0 3-1 0,4-3 0 16,-2 3 2-16,2-1-1 0,1-1 11 0,1 1-8 15,4-3 0-15,3 9-3 0,0-2-2 0,0 2 5 16,-7-2-1-16,1 0 2 0,1 2 0 0,1 0-1 16,3 0-2-16,3-1 2 0,0-1 4 0,0 0-4 15,1-2 5-15,1-1-4 0,2-1 0 0,-2-1 3 16,0-3-3-16,0 1 3 0,9 0-2 0,2 5 0 0,3 0 4 16,-3-3-1-16,2-2 4 0,-4-3-2 0,2-1-7 15,0 0 5-15,2 0 0 0,-2-1-2 0,2-3 1 16,-2-2-3-16,0-1-1 0,0-1 3 0,0-1 2 15,-2 4 1-15,2-10-7 0,-4 0 1 0,-3 0 0 0,0 0 3 16,-1 0-3-16,-1 0 0 0,0 2-2 0,5 0 2 16,0-1 4-16,-3 2 1 0,-1-1-7 0,-3 4 4 15,0 0 0-15,-2 0-10 0,0 3 11 0,0-1-11 16,-2 1 11-16,0 2-4 0,0 1 1 0,-1-1-1 16,-14-7 3-16,0 1-4 0,-1 3 2 0,-1 1-2 15,1 5 6-15,1 1-6 0,-2 0 2 0,1 0-3 16,-1 1 6-16,4 1-6 0,0 2-1 0,4 0-1 15,-3 3 1-15,1-1 7 0,0 1-4 0,1 1 5 0,5-3-7 16,1-1 2-16,-1 0 0 0,3 5 1 0,-5 2-1 16,0 2-3-16,3-2 2 0,2 2-2 0,1-2 8 15,1 2 0-15,0-2 0 0,0 1 0 0,2 1-4 0,0-4-1 16,2 2 4-16,2-2-3 0,-1 1 9 0,1-1-9 16,0-2 0-16,1 1-2 0,-1-3 5 0,4-1-2 15,3 0 2-15,-2-2-3 0,2-1 0 0,-2 1 4 16,4 8 2-16,0-3 1 0,-2-1-3 0,2-3-2 15,0-1-1-15,-1-2 1 0,1 0 0 0,-2 0-4 16,-2-2 0-16,2-1-1 0,-2-1 10 0,-1 0-7 16,-1 0 4-16,1-1-5 0,-3-3 4 0,-1-5-3 15,2-1 2-15,-5 1-2 0,9 1 5 0,-3 1-3 0,-1 0-2 16,-4 4 0-16,-1-3-4 0,-1 1-2 0,0 2 4 16,0 1-3-16,-1-1 1 0,1 5 6 0,-2-2-4 15,-11 2 5-15,-4-9-3 0,-3 0 0 0,-1 4 2 16,-1 1-2-16,-2 4-8 0,-2 2 6 0,2 0 2 0,-2 2 0 15,3 2 5-15,1 1-7 0,-2 1-1 0,4 1-1 16,-1 1 9-16,4-1-5 0,4-1 3 0,4-1-4 16,-2 3 2-16,5-6 1 0,-1 9-5 0,5 2 3 15,-7 0-4-15,1-2 4 0,1 2 0 0,3-2 1 16,2-2 5-16,2 2-6 0,0-1 4 0,2-1-4 16,2 0 2-16,-2-3 1 0,2-1-3 0,10-3 2 0,5 2-1 15,3 11 4-15,-3-6-4 0,-1-1 4 0,1-5 1 16,1-1-9-16,-1-2 5 0,-2 0-7 0,-4 0 6 15,0-2 6-15,0-1-2 0,-4-1 2 0,0 0-4 0,-1 0-3 16,-3 1 2-16,-1-1-1 0,0-9 5 0,-3 0-6 16,1-2-1-16,8 2-1 0,-3-2 2 0,-1 2 0 15,-5 0 5-15,1 2-4 0,-2 0 0 0,0 2-1 16,0 1-2-16,-2 1 1 0,-1-1 3 0,-1 3-2 16,2 1 2-16,-3 0-1 0,-8-5 5 0,0 2-11 15,2 1 9-15,-2 1-9 0,1 1 7 0,1 2-1 16,4 2-7-16,1 0 6 0,4 0-2 0,-1 0 2 15,-1 0-5-15,0 2 1 0,1 0-21 0,1 0-45 16,0 1-52-16,0 14-20 0,2 9-361 0</inkml:trace>
  <inkml:trace contextRef="#ctx0" brushRef="#br0" timeOffset="205587.54">14111 13071 72 0,'0'0'5'0,"0"0"9"0,0-2 16 16,0 0 11-16,0-2 11 0,0 2 0 0,0-14-9 15,0-1 4-15,0-2-4 0,0 1 12 0,0-1-10 16,0-1-1-16,-1 1-5 0,-1-3-17 0,0 2 14 16,0 1 1-16,0 0 5 0,0 8 9 0,2 4 5 15,-2-1-9-15,2 3 7 0,-1-1-17 0,-1 3-2 16,0-1 3-16,0 0-4 0,0 0-6 0,2 1-7 0,0 1-7 16,0 0 2-16,0 0-9 0,0 0 2 0,0 0 1 15,0 1-1-15,0 1-3 0,0 0-1 0,0 0 5 16,0 1-2-16,0 1 14 0,0 2-15 0,0 0 2 15,2 12-5-15,0 5 8 0,2 1-7 0,-1 2 4 0,1 0-5 16,0-1 3-16,-2 1-1 0,-1 2-1 0,1 0 0 16,2 2-9-16,0 1 8 0,-2 1-4 0,-1 0 6 15,3 3-6-15,-2 2-5 0,2 3 6 0,-1-1-4 16,1 2 12-16,2-2-4 0,-3 2-5 0,3 2 2 16,0 3-3-16,-1-5 2 0,4 4 2 0,1-2 1 15,-3-8 13-15,0 1-15 0,1-5 7 0,-1-5-9 16,3 1 17-16,-3-7-7 0,0 3 6 0,-1-7-9 0,0-1-1 15,-1 0 3-15,1-1-6 0,-1-3 6 0,1 0 0 16,-2-3 2-16,-1-1 4 0,-3-3-3 0,0 0-4 16,0 0 20-16,2-2-5 0,2 2 12 0,0 1 11 0,-1 1-16 15,1-2 5-15,0 0-10 0,-1 0-7 0,1-2-10 16,0 0 1-16,0-2-3 0,-1-2 3 0,8-18-6 16,2-6-2-16,-1-7-1 0,-3-2 5 0,0-4-7 15,-3-2 3-15,-1-1-4 0,3-7 2 0,1 1 5 16,0-4-1-16,1 2 1 0,-1 0-9 0,4 0 7 15,2 0-5-15,0 4 5 0,1 0-4 0,1 1 6 16,0-1-1-16,1-2 3 0,3-2-3 0,-3 2-3 0,1 4 3 16,-2 7-3-16,-3 5 13 0,-1 8-13 0,0 2 10 15,-1 7-9-15,-5 4 11 0,-5 10 2 0,0-1-11 16,-2 2 7-16,0 0-17 0,3-2 5 0,1 1 0 16,0 1-1-16,0 0-9 0,-3 0 4 0,1 2-6 0,0 0 3 15,0 2-32-15,0 0-32 0,0 2-14 0,-2 9-13 16,0 14-108-16,0 3-252 0</inkml:trace>
  <inkml:trace contextRef="#ctx0" brushRef="#br0" timeOffset="206128.49">14848 13819 195 0,'0'0'44'0,"2"-2"-6"0,0 0 44 0,0-2 11 15,0 1-6-15,9-12 10 0,0 0-45 0,0 0 3 16,0 0-15-16,-1 2 11 0,-3 2-1 0,1 0 3 16,-3 2-1-16,1 0 16 0,-1 1-11 0,1-1 8 15,-2 1-8-15,-3 3 12 0,1-1-12 0,0 3-1 16,0-3-6-16,0-1-14 0,-2 1-17 0,0 2-1 0,0 2-4 16,0-1-4-16,0 1-6 0,-4-2 5 0,-5-3-5 15,-10-3 2-15,-1 5 2 0,-1 3-7 0,1 2 7 16,-2 4-3-16,-4 3 0 0,2 4 1 0,-2 4-1 15,0-9-2-15,2 22-7 0,1 1 8 0,5 5-6 16,-1-5 10-16,4 1-7 0,2-4-2 0,2 0-2 16,2-4-3-16,5 1 10 0,0-3-2 0,-9-1 5 0,4-1-5 15,4-1-1-15,5 0 4 0,0-3-2 0,1-1 15 16,3-1 6-16,2-1-2 0,3 0 3 0,4-2-1 16,9-1-10-16,4-1 9 0,2-1-10 0,0-1 14 0,2-3-11 15,1 0-6-15,1 16 1 0,3-5-3 0,2-5-16 16,-3-6 5-16,8-2-11 0,-6-2-5 0,-1-4-27 15,0 1-33-15,-5-3-2 0,3-3-139 0,4-4-176 16</inkml:trace>
  <inkml:trace contextRef="#ctx0" brushRef="#br0" timeOffset="206853.75">15519 13258 88 0,'0'0'14'0,"0"0"0"0,0 0 25 0,0 0-4 16,0-2 5-16,0 0-17 0,0 1-4 0,-2-1 1 0,0 0-2 15,0 0 1-15,0 0 1 0,0 0 3 0,1 0 0 16,-1 1 19-16,0-1 43 0,0 0-13 0,0-2 19 16,0 0-48-16,0 1 2 0,1 1-6 0,-1 0 7 15,0 0-4-15,0 0-8 0,0 0-4 0,0 1 0 16,-1-1-8-16,-1 0 2 0,0 0 1 0,0 0 0 16,1 0-3-16,-1 0-11 0,0 1 3 0,3 1-5 0,-1 0-2 15,0 0 13-15,0 0-2 0,0 0 10 0,2 0 38 16,0 0-21-16,0 0 5 0,2 0-14 0,2 0-8 0,9 0 2 15,11-2 1-15,5-4-1 0,1 1-7 0,5-1-6 16,4-1 0-16,0-1-3 0,-1 1-6 0,1 1-4 16,-8 2 0-16,-1 1-2 0,-2-1-4 0,-8 2 4 15,-1 2-2-15,-6 0 2 0,3 0 6 0,-6 0-4 16,5 0 3-16,-8 0-5 0,-3 0-1 0,-1 0-3 16,1 0 1-16,-2 0-2 0,0 0 6 0,0 0-8 15,0 0-8-15,-1 0-1 0,1 0-14 0,-2 0-3 16,0 0-5-16,0 0-2 0,-2 0-41 0,1 0-37 15,-1 0-14-15,0 0-10 0,-2 0-64 0</inkml:trace>
  <inkml:trace contextRef="#ctx0" brushRef="#br0" timeOffset="207137.24">15463 13520 456 0,'-2'0'55'0,"0"0"110"16,-1 0-136-16,-8 0-15 0,-4 0 4 0,2 0-5 0,0 2 21 15,2 0 25-15,-1 0 5 0,5-1 3 0,3-1-4 16,2 0-24-16,1 0-4 0,-3 2-6 0,0 0-15 16,2 0 22-16,0 0 0 0,1-2 10 0,1 0 10 15,1 0-6-15,1 0-7 0,2 0 3 0,16-2-5 0,6 0-6 16,4-2 4-16,2 1-7 0,-1-1-13 0,1 2-3 15,-1-2-9-15,1 1 4 0,-4 1-9 0,0 2-2 16,-2 0 3-16,-2 0-4 0,4 0-9 0,-1 4-20 16,-6-3-51-16,-1 3-3 0,-1 2-285 0</inkml:trace>
  <inkml:trace contextRef="#ctx0" brushRef="#br0" timeOffset="213244.61">26902 2268 5 0,'0'0'0'0,"0"-2"60"0,-2 1 10 0,1-1 19 16,-1 0 22-16,0-2-47 0,0 0 6 0,2 3-27 16,-4-7-3-16,3 3-7 0,-3-5-15 0,2 3 1 0,0 1-9 15,0-1 6-15,2 3-16 0,0-3 6 0,0-3 5 16,0 1 1-16,0 4 10 0,0 1-7 0,0 2 4 15,0-2-2-15,0 2 15 0,0-1 4 0,0-1 0 16,0 0 1-16,0 1 6 0,0 1-3 0,0 0-6 0,0 0 2 16,0 0-11-16,0 2 8 0,0 0-2 0,0 2 2 15,0 0-11-15,0 0 2 0,-2 1-5 0,1 5 3 16,-1 5-8-16,0-2-4 0,0 0 4 0,0 0-7 16,2-1-9-16,0-1 14 0,0 2-7 0,0-5 10 15,4 5-21-15,-2-6 12 0,1 5-6 0,-1-5 7 16,2 1-6-16,-2-3 0 0,5 1 4 0,6 5-2 15,-2-1 5-15,0-3-8 0,1-1 4 0,1 0-4 16,1-2 9-16,-2-2-5 0,2 0 5 0,-1 0-5 0,0-2 3 16,0-2-7-16,-1 0 9 0,1-1-8 0,-4-1 9 15,-4 2-5-15,1-7-6 0,-4-5 1 0,0-5 0 0,11 3 6 16,-4-1-5-16,-2-1 6 0,-3 3-5 0,-2 2 7 16,-2 0 1-16,0 2 1 0,-2-2 2 0,0 2-3 15,-3-1 6-15,-1 1-5 0,1 3 4 0,-3-1 4 16,6 6 2-16,-11 1 1 0,0 2 3 0,0-7-5 15,0 1-4-15,2 3 2 0,-2 1-2 0,0 2-9 16,2 2 8-16,0 2-8 0,2 0 0 0,-1 3 6 16,1 1-9-16,2 1 7 0,-1 12-11 0,1 0 3 15,-3 3 2-15,3-2-1 0,-2 1 3 0,5-1-3 0,2-1-4 16,0-1 1-16,-12 3-3 0,6-5 1 0,3-1 1 16,1 0 0-16,4-4 0 0,0 2 2 0,2-2 1 15,0-3 0-15,-1-1-5 0,1-1 0 0,2-1 2 16,-2-3 0-16,15 2 3 0,1 9-3 0,1-4 6 0,1-1-4 15,2-5 2-15,1-1 1 0,1-2-4 0,2 0 5 16,-4-4-6-16,0 1 4 0,-1-3-6 0,-5-1 6 16,3-3 0-16,-6 5 0 0,0-3 2 0,-4 1-1 15,-1 1 4-15,-6-3-2 0,-1-7 2 0,12-3-3 16,-7 6-2-16,-2-2 0 0,-4 0 0 0,0 4 0 16,-4 0-2-16,0 4 5 0,4 5-1 0,-13-8 3 15,-9-3-3-15,-2 6 1 0,-2 3-2 0,0 4 1 0,0 4-5 16,5 2 1-16,3 1-1 0,1 2 1 0,4 1 0 15,4-7-8-15,3 16 6 0,4-6-8 0,-7 0 0 16,2 0 6-16,3-2-4 0,2 0 6 0,2-2-7 0,0-3 8 16,2-2-3-16,-2-3 5 0,19 1-5 0,5 0 5 15,2 15 1-15,2-6 3 0,-2-5 6 0,0-5-10 16,0-1 5-16,0 0-5 0,-2-1 8 0,-8-1-2 16,1-2-1-16,-8 0 0 0,-1 1 8 0,-3 1-7 15,-1 0 6-15,0-2-6 0,-4 2-6 0,5-7 7 16,-1 0-7-16,-4 3 7 0,0 3-10 0,0-3-8 15,-2-1-6-15,-1 1-5 0,1 0-54 0,-19-8-67 16,1 4-6-16,1 5-24 0,-1 3-69 0</inkml:trace>
  <inkml:trace contextRef="#ctx0" brushRef="#br0" timeOffset="213661.64">25786 1314 726 0,'0'-2'22'0,"0"0"1"0,0 0 23 16,0 0-6-16,0 1 7 0,0-1 14 0,-1 0-6 15,-1 0-6-15,0 0-3 0,2 0-35 0,0 0-6 16,0 2 5-16,0 2-4 0,0 2 1 0,0 15 12 16,2 16-8-16,0 0 10 0,1 0-3 0,1-1-2 0,0-4-2 15,-1-3-1-15,1-2 0 0,0-1 2 0,0 0-3 16,-1-4 0-16,1 3-15 0,0-3 10 0,-1 2-1 15,1-3 3-15,0 1-4 0,0-3 2 0,-1-2-2 16,1 0-1-16,0-2-23 0,-2-4-21 0,-1 0-4 16,1-3-6-16,-2-4-25 0,2-2-108 0,15 11 6 0</inkml:trace>
  <inkml:trace contextRef="#ctx0" brushRef="#br0" timeOffset="214019.26">26243 1266 305 0,'0'-2'28'0,"0"-6"41"16,-3-12-20-16,1 7 21 0,0 4 5 0,0-1 6 0,0 5 13 16,0-1-37-16,0 2 0 0,1 1-14 0,-1-1-13 15,0 2-19-15,0 0 2 0,-2 2-6 0,1 0 10 0,-1 2-6 16,0 2 9-16,2 26-8 0,-3 5 2 0,-1 2-3 16,2 2-7-16,1 0 4 0,-20-2-6 0,12-3 13 15,4-3-4-15,3-1 6 0,2-4-10 0,2-2 2 16,0-2 3-16,2-1-1 0,2-1 0 0,1-1 22 15,3-1-3-15,-1-3 8 0,1-2-5 0,-1-4-6 16,1 1 0-16,10-5-2 0,3-1-7 0,-1 11 3 16,2-4-3-16,2-6 5 0,-1-3 1 0,-3-2 3 15,6-3-10-15,-2-5 7 0,0-1-15 0,-3-2 3 16,-1-2 6-16,-7 9-4 0,-2-18 0 0,0-1 0 0,-3 1-4 16,-4-2 3-16,10 0-4 0,-4-2 13 0,-8-2 0 15,-4 0 4-15,-8-5 1 0,-4 3-7 0,12 4-5 16,-26 2 0-16,2 7-9 0,0 6-5 0,-2 0 0 0,0 5-2 15,-2 1-11-15,6-12-15 0,2 8-5 0,4 3-4 16,1 4-15-16,6 2-110 0,0 2-9 0,3 2-46 16,6-4-142-16</inkml:trace>
  <inkml:trace contextRef="#ctx0" brushRef="#br0" timeOffset="214515.74">26784 1124 716 0,'-2'-1'20'0,"0"-1"-5"0,0 0 17 15,-2-2 8-15,-3-1-4 0,-8-1 38 0,2-3-9 16,6 1 7-16,3 1-11 0,2 3-17 0,2 2-32 16,0 0-3-16,-4-1-7 0,2-1-3 0,1 0 0 15,-1 2 1-15,2 1 0 0,0 1 4 0,2 0 9 16,-1 1 6-16,1 1-1 0,2 6 4 0,11 21-7 15,-2 5-3-15,-4-3 1 0,2 7 2 0,-1 1-8 16,-1-4 3-16,-2 2-4 0,-1-5 6 0,-1-5 1 0,1 1 3 16,-2-4-2-16,-1-1 0 0,1-3-5 0,0-1 2 15,0-4-3-15,-1-1 3 0,-1-2 0 0,2 1-2 16,0-2 2-16,-1 0-1 0,-1-4-2 0,0 1 9 16,0-3-4-16,0 1 19 0,-2-4 2 0,2 1-3 0,1 1 1 15,1 0-22-15,0-2 14 0,3 1-10 0,1 1 10 16,1 0-13-16,2-2-3 0,-2-2 1 0,2 0-2 15,0-4-3-15,2-2 1 0,0-3 2 0,2 2-1 16,0-17 6-16,0-1-1 0,0-2-5 0,-2-7 3 16,0-3-5-16,-2-4 5 0,2 2-3 0,-2 0 3 15,0 0-3-15,-1 4 2 0,-3-4 4 0,0 5-2 16,-3 3 5-16,-2 5 0 0,2 5 8 0,11 1-4 0,-6 3 13 16,-4 4-16-16,1-2 0 0,-2 6-6 0,-2 0 2 15,-1 2-9-15,-1 1 0 0,0 2-3 0,0 1-1 0,0 1-8 16,0 0 1-16,0-2-2 0,0 0-11 0,0 1-10 15,0 1-7-15,0 0-2 0,0 0-34 0,0 2-134 16,0 0-18-16,0 2-58 0,0 2-252 0</inkml:trace>
  <inkml:trace contextRef="#ctx0" brushRef="#br0" timeOffset="-213999.46">27647 2777 144 0,'0'0'74'0,"0"-2"-53"16,-2 0 79-16,0 0-27 0,0-1-2 0,0-1-11 15,1 0 11-15,1 2-11 0,-4-5 9 0,2 1-15 16,-2-1 0-16,2 3-6 0,1 1-3 0,-1-1 15 0,0 0-7 16,0 0 8-16,0-1-12 0,0 1-7 0,0 0 2 15,1 1-5-15,-1-1-4 0,0 0-15 0,0 1-1 16,2 1-3-16,-2-2 1 0,0 0-12 0,0 1 1 0,1 1-4 16,-1 0 7-16,2 0-12 0,0 0 9 0,0 0-9 15,0 2 14-15,0 0-9 0,0 2 1 0,0 0-3 16,0 2 6-16,2 9-5 0,-1 9 7 0,3 2-6 15,0-2 7-15,0 6-2 0,-1-4 0 0,1 6 0 16,0 2 3-16,-1-6 0 0,1 5-4 0,0-1 3 16,-2 0 2-16,0-3-8 0,-1 3 10 0,-1-6-9 15,0 2 17-15,0-2-16 0,0-3 4 0,0 1-6 0,0 0 13 16,0-3-7-16,0 0-5 0,0-3 1 0,-1 1-2 16,-1-4 0-16,0 2 6 0,2-2-4 0,0 0 5 15,-2-2-12-15,2-2-1 0,0-1-3 0,0-3 6 16,0 1-8-16,0-1 0 0,0-1-7 0,0-2-12 0,0 2 1 15,0-1 0-15,0 1-1 0,0 0-5 0,0-2-22 16,0 0-9-16,0-1-12 0,0 1-98 0</inkml:trace>
  <inkml:trace contextRef="#ctx0" brushRef="#br0" timeOffset="-213498.15">27426 3150 232 0,'0'0'48'16,"0"0"-7"-16,0 0 18 0,0 0 3 0,0 0-13 15,0 0-2-15,0 0 34 0,0 0-5 0,0 0 12 16,0 0-17-16,0 0-12 0,0 0-5 0,0 0 0 15,0 0-4-15,0 0-5 0,0 0 0 0,0 2-4 16,0 0-11-16,0 0-13 0,0 0 5 0,0-1-8 16,0 3 5-16,2 0-2 0,0 5 1 0,3 6-2 0,1 0-8 15,1 2 6-15,1-3-7 0,-1 1 6 0,1-2-13 0,-1 0 11 16,2 0-3-16,1 0 6 0,-1 0-3 16,-2 0-4-16,-1-3 3 0,3 1-4 0,-1-2-4 0,-3-2 4 15,2 3 0-15,-1-3 3 0,-2-1 6 0,-2-3 4 16,-1 1-4-16,1 2 4 0,0-3-8 0,0 1 1 15,-2-2-1-15,2 2 2 0,0-1 2 0,0 1-2 16,-1 0 5-16,1 0-5 0,0-3 3 0,0 1 4 16,0 0-7-16,2 0 4 0,-1 0-14 0,1-2 4 15,5 0-5-15,6-6 5 0,0-1-5 0,5-8 3 0,1 8 2 16,1-16-2-16,0 1-7 0,-1 0 5 0,-3-1-6 16,1 1 6-16,-4 0-4 0,-2 1 2 0,-2-1 3 15,0 0-1-15,-3 0-7 0,-1 3-7 0,-1-1 0 16,-3 5-4-16,3-4-15 0,-2 2-10 0,1 4-17 15,1 0-5-15,1 8-147 0</inkml:trace>
  <inkml:trace contextRef="#ctx0" brushRef="#br0" timeOffset="-210812.48">16932 13045 172 0,'0'-2'0'0,"0"-2"11"0,2-11 107 0,-1-5-40 16,3-1 1-16,2-5-59 0,-1 2-6 0,1-2-7 0,-1 2 12 15,1 0-5-15,-2 7 12 0,-1-7 12 0,1 6-6 16,-2-3 11-16,2-3 7 0,-2 9 7 0,-1-2-4 15,-1 6 5-15,0 4-1 0,2-4-7 0,-2 5 2 16,0 2-6-16,0 1-13 0,0-1 7 0,0 0-1 16,0 1 1-16,0-1-16 0,0 2-2 0,0 0 2 0,0 0-1 15,2 0 11-15,-2 2 5 0,2 2-5 0,0 0 5 16,-2 2-9-16,4 22 2 0,-1 5-8 0,-1 1 5 16,0 5-18-16,0-2 2 0,-2 3 7 0,0 1-3 15,0-4 4-15,0 0-15 0,0 0 0 0,-2 1-4 16,-2-5 0-16,1 1 1 0,-1-1-2 0,0 1 3 15,-1-2-4-15,-1-3 8 0,2-4-8 0,-1 1 8 0,-1-2-8 16,1-1 0-16,-1 3-2 0,2-4-2 0,1-3-11 16,-1 1-18-16,2-6 5 0,-2 2-13 0,2-2-13 15,1-3-32-15,-1 2-28 0,2-7-6 0,0 3-141 16,0-3-5-16</inkml:trace>
  <inkml:trace contextRef="#ctx0" brushRef="#br0" timeOffset="-210267.76">17437 12904 932 0,'-2'0'24'0,"0"-2"48"0,-2 0-54 0,1 0-7 0,-9 0 7 16,-1 0-6-16,0 2 6 0,0 0-14 0,12 0 2 15,-5 0-5-15,1 0 2 0,-1 2 3 0,-1 2 3 16,3-2 1-16,-2 1 16 0,3-1-6 0,-5 6-1 0,4 3-1 15,-1 6 5-15,-1-3-3 0,3 5 4 0,-3 1-5 16,4 1-5-16,-3-1-11 0,-10 3 2 0,4-1-2 16,3 0 14-16,3 2-9 0,1-2 3 0,4 3-4 15,2-1-4-15,1-2 2 0,5 4-2 0,-3-4 2 16,3 1 2-16,1-3 5 0,0-1-5 0,4-1 4 16,0 1-8-16,-9-1 5 0,13 1 1 0,-8-6 0 15,0-2 0-15,10 0-1 0,-1 2 2 0,10-2-2 0,2-3-1 16,-6-3 1-16,2-1-2 0,-5 11 4 0,3-4 7 15,-2-5-9-15,0-6 5 0,2 0-7 0,-3-4 2 0,-1-4 5 16,1-1-1-16,-3-2 1 0,1 9-1 0,-2-18-1 16,-3-3-4-16,-1 3 1 0,-1 0-10 0,-5-3 8 15,0 1-2-15,1 0 5 0,-3-1 5 0,-1-3-9 16,0 2 5-16,14-4-6 0,-6 2 8 0,-7 2-6 16,-3-2 4-16,-2 2-6 0,-2-4-2 0,-2 2 5 15,-3-5-6-15,0 1 7 0,-5 0-3 0,-1-3-6 16,0 1 7-16,-1 5-6 0,-1 1 1 0,13 3 5 15,-20 7-5-15,-3-1 5 0,1 8-5 0,-5-4 3 16,-1 5-4-16,0 6 2 0,0-16-3 0,6 8-1 0,-2 9 0 16,2 1-1-16,4 3-6 0,-1 5 3 0,-3 5 0 15,4 2 2-15,-4-8 5 0,1 17-11 0,9 6-2 16,-3-6-7-16,0 0-20 0,4-3-6 0,0 1-3 16,6-2-3-16,5-1-22 0,-11-1-2 0,5-3-9 0,5-2 4 15,3-3-28-15,2-1-44 0,-1-4-2 0,1 1-13 16,32-2-5-16</inkml:trace>
  <inkml:trace contextRef="#ctx0" brushRef="#br0" timeOffset="-209877.15">18400 13063 497 0,'0'0'14'0,"0"0"36"0,-1 0-34 0,-1 0 17 16,0-2 8-16,0 1-1 0,0 1 4 0,0 0 6 15,0 0-2-15,-1 0 4 0,-1 0-3 0,2 0 10 0,-5 0-11 16,-8-2 9-16,4 2-25 0,0 0 18 0,-1 0-5 15,5 0 9-15,-4 0-16 0,3 0-4 0,3 0-7 16,1 0 2-16,0 0-25 0,1 0 3 0,1 0-2 16,0 0 2-16,0 0 2 0,0 0-1 0,2 0 8 0,0 0-5 15,2 0 13-15,2 0 2 0,14 0-6 0,12 0 4 16,4 0-14-16,-1-2-5 0,0-2-2 0,-1 0 0 16,-2 1-7-16,-4 1 3 0,-4 0 3 0,-2 2 0 15,-3 0 6-15,0 0-10 0,-2 0 1 0,0 0-3 16,-4 0 10-16,-4 0-3 0,-1 0 6 0,-5 0-5 15,3 0 0-15,0 0-8 0,0 0-10 0,-3 0 1 16,1 2-33-16,0 0-100 0,-2 0-75 0</inkml:trace>
  <inkml:trace contextRef="#ctx0" brushRef="#br0" timeOffset="-209094.51">19661 12852 531 0,'0'-2'52'0,"0"0"0"0,0-6-20 0,0-12 1 15,0-6-24-15,0 0 7 0,2 4-6 0,0-6-3 16,2 4 0-16,-1 3-3 0,1 3 7 0,-2 1 6 16,0 6 1-16,-2 2 33 0,0 1 18 0,0 1-1 15,0 5 6-15,0 0-12 0,-2-2-30 0,0 1 1 0,0-1-11 16,-2 2-9-16,1 0 4 0,-1 2-8 0,-9 0 6 16,-2 4-6-16,-3 7-1 0,-5 0 7 0,3 21-6 15,-2-4 3-15,3-1 0 0,-1-1-1 0,-1-3 2 16,1 3-2-16,-1 0 4 0,1-2 0 0,-1-2 2 15,5 0 10-15,3-1-20 0,0-4 8 0,2-1-11 16,3-3 6-16,1-2-8 0,3 2-2 0,0-1-1 16,-5-1 0-16,3-2 6 0,1 0-2 0,1-1 5 0,2 1 0 15,2-3-7-15,0-1 9 0,0 1-8 0,0-3 9 16,0-1 9-16,0 0-1 0,4 2 5 0,15 7-2 16,10 0-1-16,5-5-3 0,5-6 2 0,3-4-2 0,7-3 10 15,3-5-3-15,2 1 3 0,-1-2-11 0,5 0-4 16,-4 0-1-16,-10 2-1 0,-1 0-8 0,-10 2 2 15,-5 1-2-15,-2 3 3 0,-7 1 6 0,-2 0-12 16,-4 2 2-16,-4 1-5 0,-2-1-6 0,-3 2-17 16,-2 0-6-16,2-2-3 0,-1 2-23 0,1 0-93 15,-2-2-17-15,0 2-32 0,-2-2-113 0</inkml:trace>
  <inkml:trace contextRef="#ctx0" brushRef="#br0" timeOffset="-208766.77">19730 12547 1148 0,'0'-2'41'16,"0"0"-4"-16,-2 0-15 0,0 1 8 0,0-1-28 16,0 0-15-16,1 0-2 0,-1 0 3 0,0 2 2 15,0 0 12-15,0 0-2 0,0 2-5 0,0 2 2 16,2 1 0-16,-3 19 11 0,1 1-1 0,0 4 5 0,2 1-1 15,0-4 8-15,0 4 0 0,2-2 1 0,2 3-8 16,1 3 11-16,1-1-3 0,-3-5 6 0,1 0 12 16,0 1-6-16,0-1 6 0,-1 0-9 0,1-2-5 0,0 0-14 15,1-2 1-15,1 2-4 0,-1-2 7 0,1 0-4 16,0 1-6-16,-1-1 3 0,-1-2-5 0,1-2 4 16,-1-3 5-16,0 0-3 0,-2-4-4 0,0-2-11 15,-1-2 0-15,1-1-7 0,0-3-14 0,-2-1-19 16,0-2-7-16,2 2-1 0,0-1-15 0,0 1-58 15,0-2-43-15,-1 0-11 0,1-2-165 0</inkml:trace>
  <inkml:trace contextRef="#ctx0" brushRef="#br0" timeOffset="-208564.55">20213 12983 1117 0,'0'0'127'0,"0"0"14"0,0 0-54 0,0-1-34 0,0-1-33 15,0 2-14-15,0 0-4 0,0 0 4 0,0 0-4 16,0 0 7-16,0 0 0 0,0 0-2 0,0 0 4 16,0 2 7-16,0-1-17 0,0 1 13 0,0-2-14 15,0 0 6-15,0 0-3 0,0 0-3 0,0 0 1 16,0 2-14-16,0-2-55 0,0 0 5 0,0 0-23 16,0 0-28-16,0 0-141 0,1-2-4 0</inkml:trace>
  <inkml:trace contextRef="#ctx0" brushRef="#br0" timeOffset="-208101.35">20411 12627 1146 0,'-2'-2'45'0,"1"0"-6"0,-1 0-19 15,-2 0 16-15,0-1-33 0,-1-1 2 0,1 2 9 16,-2-2-11-16,3 3 11 0,-1-1-20 0,0 0 4 0,2 0 2 15,1 0 0-15,-1 0 13 0,2 0 6 0,0 1 9 16,0-1-2-16,2-2 20 0,1 0-5 0,21-12 2 16,4 1-3-16,-2 2-8 0,8 0-22 0,-10 5-2 15,7-1-4-15,-3 2-2 0,-4 1 7 0,6 0-7 0,-8 5 5 16,2-1-13-16,-3 2 1 0,-3 0 3 0,1 0-1 16,-2 2 12-16,-4-1-16 0,2 5 7 0,-6-2-7 15,4 3 19-15,-4 1-9 0,0-5-2 0,-1 14-2 16,-3 2-3-16,-1-1 5 0,0 3 0 0,-2-3 1 15,0 1-6-15,12 3 5 0,-2 0 0 0,-5 1 3 16,-3-3 5-16,-1 6-11 0,-1 2 5 0,-2 0-5 16,0 3 16-16,-2-3-9 0,-1-2 2 0,-1-2-5 15,0-1-5-15,1-1 3 0,-1-2 3 0,0 1 1 0,0-1 5 16,1-3-2-16,-1 3-2 0,0-3 2 0,1 0-3 16,-3-1-4-16,2-3 4 0,1 2-2 0,-1-2 9 15,0 0-9-15,2-2-3 0,0-1 1 0,1-3 9 0,-1 0-9 16,2-3 4-16,0 0-7 0,0 0-12 0,-2-1-5 15,2 1-8-15,-2 0 3 0,2-2-28 0,0-1-40 16,0 1-17-16,0-2-12 0,0 0-99 0,0-2-12 16,0-1-41-16</inkml:trace>
  <inkml:trace contextRef="#ctx0" brushRef="#br0" timeOffset="-207865.17">20591 12874 1012 0,'-2'-2'90'0,"1"0"-86"0,-3 0 90 0,-4-1-41 16,-5-3-51-16,6 2 18 0,5 4-14 0,-2-2 13 15,1 1-15-15,1-1 7 0,0 0 4 0,0 0-2 16,2 0 8-16,0 0 15 0,2 0 3 0,2 1 3 16,18-7 5-16,8 1-7 0,-1-3-4 0,3 1-2 15,0 0-20-15,3 0-10 0,0-1 7 0,2 3-6 16,-1-2 2-16,-3 3-17 0,-3 0-6 0,-1 3-3 0,-4 1-31 15,-1 2-8-15,-6 0-16 0,3 0 1 0,-3 0-97 16,-1 0-179-16</inkml:trace>
  <inkml:trace contextRef="#ctx0" brushRef="#br0" timeOffset="-207492.86">21269 12556 474 0,'-2'-2'137'0,"0"1"279"0,0-3-395 0,2 2-15 0,-3-4 0 16,-1 1 0-16,4 3 10 0,0 0-4 0,-4-2-7 16,1 1 3-16,-1-1-9 0,2 0 15 0,0 2 0 15,0 1 9-15,0-1 27 0,1 0-7 0,-1 0 6 0,0 0-9 16,2 0-1-16,0 0 9 0,0 1-7 0,0 1 5 15,2 0-19-15,0 0 3 0,1 0-6 0,3 0 5 16,9 3-8-16,7 7-8 0,6 3 2 0,-2 0-4 16,4 1-1-16,-3 1-4 0,-1 0 3 0,-1 0-2 15,-5-9 5-15,0 14-9 0,1 2 4 0,-1-1-5 16,-1 1 8-16,-1-2-6 0,-1-1 0 0,0 0-2 16,-4-5 2-16,2 3 2 0,-2-2 2 0,-2-6 0 15,0 4 6-15,-4-3-11 0,3-3 1 0,-5-1-5 0,3-5-21 16,-5 5-3-16,1-2-5 0,0-1 0 0,0 1-23 15,-1 0 1-15,1 0-25 0,0-3 4 0,-2 1-136 0,-1 0-43 16,1-2-27-16</inkml:trace>
  <inkml:trace contextRef="#ctx0" brushRef="#br0" timeOffset="-207221.3">21605 12404 776 0,'0'-2'34'0,"0"0"53"0,0-1-60 0,0-1-5 0,0-3 1 16,0 1-1-16,0 2-2 0,0 1-9 0,0-1 7 15,0 2-3-15,0-2 37 0,0 1 4 0,0-1-9 16,0 2 4-16,0 0-28 0,0 0 16 0,0 0-2 0,0 2 7 16,0 0-15-16,-2 2 5 0,0 2-7 0,-5 9 8 15,-10 15-2-15,-1 2-6 0,-1 3-1 0,15 2-3 16,-22 0-9-16,-1 6-4 0,-7-2 1 0,1-2-1 15,-3-1 2-15,1-5-4 0,7 1 3 0,0-1-4 16,6-3-12-16,0-5 6 0,1-1-2 0,8-4 4 16,-7 1-8-16,9 1-15 0,0-5-9 0,5 2-4 15,4-6-54-15,1 0-60 0,-1 0-76 0</inkml:trace>
  <inkml:trace contextRef="#ctx0" brushRef="#br0" timeOffset="-206221.53">22116 12378 379 0,'0'0'67'16,"0"-2"3"-16,0 0-16 0,0 1-4 0,0-1-23 15,0-2 28-15,-2 0-13 0,0 1 3 0,2 1-7 0,0-4 10 16,0 1 0-16,0-1 7 0,0 2-5 0,0 1 7 16,0 1-3-16,0-2-6 0,-2 0 2 0,0 1-15 15,0-1-12-15,-1 0 2 0,-5 0-7 0,-5-1 0 16,0 3 9-16,-3 2-10 0,3 2 7 0,-6 5-17 0,0 4-4 15,3 2 2-15,-3 19-4 0,4 0-2 0,6 3 12 16,0-4-8-16,3 6 9 0,1-3-12 0,3-1-2 16,-17-1 5-16,8-2-5 0,5-4 5 0,5 0 1 15,1-6-4-15,3-1 3 0,3-1 6 0,1-3-4 16,3-2 12-16,1-4-10 0,5 2 5 0,3-5 15 16,0-2-10-16,-1-1 11 0,8 12-12 0,2-4 9 15,0-7-5-15,-2-4 6 0,5-4-10 0,1-5-3 16,3-4 4-16,1-4-4 0,-7-1 3 0,-3 9-12 0,0-25 8 15,-5 3-9-15,-3 1 11 0,-3-4-8 0,-2 3-3 16,-4-4 0-16,1 1 1 0,-7 1 0 0,1-1 3 16,17 1-3-16,-10 1 3 0,-8 5-4 0,-3-3 0 15,-3 6 0-15,-3 1 3 0,-1 5-3 0,-1 1 3 16,-1 4-4-16,5 0-6 0,-14 4 6 0,-1 1-3 0,2 7 4 16,-1-12-8-16,1 3 2 0,-5 3-2 0,1 5 3 15,3 2 0-15,-6 2-3 0,5 3 0 0,1 3 0 16,-3 3 4-16,1 2-2 0,1-11 3 0,2 18-1 15,4 3-3-15,10-1 4 0,-3 0-4 0,4 2 5 16,-13 0 3-16,6-1-16 0,4-1-1 0,3-2-10 16,2 4-28-16,3-1-12 0,3-5-6 0,3 3-2 0,2-5-37 15,-7-3-159-15,22-1 0 0</inkml:trace>
  <inkml:trace contextRef="#ctx0" brushRef="#br0" timeOffset="-206015.24">22673 12584 1368 0,'0'-2'102'0,"0"0"212"0,-2 1-299 0,0-1-17 16,0 0-1-16,0 0-4 0,0 0 0 0,1 0 5 16,-1 0-4-16,0 2 6 0,0 0 1 0,0 0 1 0,0 0-4 15,0 0 0-15,-1 0-16 0,-1 0-8 0,0 0 1 16,1 0-6-16,-1 0-16 0,0 0-56 0,0 0-1 15,3 0-25-15,-1 0-70 0,2 0-122 0</inkml:trace>
  <inkml:trace contextRef="#ctx0" brushRef="#br0" timeOffset="-205421.24">23168 12447 1002 0,'0'-2'29'0,"0"0"64"0,0-2-96 16,0 2 8-16,0-7-6 0,0-2 6 0,2 0-8 16,2-2 3-16,2-2 2 0,-1 0 2 0,4-1 3 0,1-3-2 15,-1 0-2-15,0-1 0 0,1 0-2 0,-3 1-1 16,0-1 11-16,-1 1-8 0,-2-1 12 0,-1 1 26 16,-1 0-8-16,-2 5 16 0,0-1 9 0,0 5-22 15,-2-1 7-15,1 2-14 0,1 5-9 0,-2-1-3 16,-2 1-8-16,-2 0 4 0,-10-5-4 0,1 5-3 15,-4 2 5-15,-1 2-4 0,-1 2 1 0,1 4-3 16,-2 5-2-16,-1 4-1 0,-1-8-1 0,0 17 4 16,0 1-5-16,2 1 3 0,1 0-8 0,5-2 2 0,3 2 2 15,3-4-1-15,3 2 4 0,5-2-2 0,-13 1 1 16,6-3-1-16,5-1-2 0,4-4 2 0,2 1-2 16,2-3 1-16,1 0 3 0,-1-5 0 0,0-3 3 15,9-1-2-15,7 11 11 0,3-4-4 0,1-4 2 16,0-3-4-16,0-4-3 0,4-4 5 0,0-3-7 0,-1-4 6 15,1-2-9-15,-4 0 7 0,-3 11-2 0,-1-18 4 16,-3-1-7-16,0 3-2 0,-4-1 5 0,-2 2-4 16,0 1 4-16,-2-1 3 0,-1 4-7 0,1 0 6 15,-7 2-3-15,0 1 0 0,3 3 5 0,-1 1-5 16,-2 3-5-16,0-1 2 0,-2 2 2 0,2-2 2 16,-1 1 3-16,1-1-13 0,0 2 1 0,-2 0-5 0,0 2 4 15,0 0 9-15,0 2-1 0,-2 0 5 0,0 2-6 16,-5 12 5-16,-2 7-2 0,1-1 3 0,3 2-2 15,-1 0 7-15,2 0-10 0,1 1 9 0,-1-3-13 0,2 0 5 16,0 2-2-16,0-2 2 0,1 3-4 0,-1-1 5 16,-2 4 3-16,0-4 1 0,2-4 1 0,-1-1-10 15,1-6 0-15,-2 5-5 0,2-1-21 0,0-2-31 16,1 0 6-16,1-8-14 0,0 1-6 0,0-5-42 16,0 1-17-16,0 0-9 0,0-1-79 0,1 1-25 15</inkml:trace>
  <inkml:trace contextRef="#ctx0" brushRef="#br0" timeOffset="-204787.76">23831 12352 481 0,'0'-2'254'0,"0"0"-317"0,2-1 289 0,4-14-154 16,-1-2-60-16,1 3-1 0,-1-1 0 0,1 2 1 15,0 0 0-15,-1-1 14 0,-1 1-5 0,0 0 9 16,-1 0 1-16,-1 0 0 0,0-2 4 0,-2 4-3 15,0 0 0-15,0-1 3 0,0 1 0 0,-2 0 2 16,-2 1 0-16,1 3-14 0,-3-2 2 0,1 2-6 16,1 1-2-16,2 5-3 0,-5 1 3 0,-8-9-2 0,-2 1-1 15,-2 3-3-15,-1 3 0 0,1 2 0 0,-7 2 3 16,6 2-7-16,-2 6-2 0,-2 1 0 0,0 6-6 16,-1-13 5-16,-1 16-4 0,6 6 4 0,-2-1-3 0,-1-1 0 15,5 0 5-15,3 0-5 0,4-1-5 0,5-3 5 16,4 1-1-16,-11 0 4 0,4-3-4 0,5-1 2 15,3-2 1-15,1 2 0 0,0-4-1 0,1 0 7 16,3-1-8-16,0-1 8 0,0-2-1 0,1-1 2 16,21-2 5-16,-9 7-4 0,9 2-7 0,0-8 7 15,0-3-5-15,11-2 7 0,-9-5-6 0,0-3-2 16,0-1 0-16,-8 0 0 0,0-1 3 0,-3 1-4 16,-2 0 1-16,-2-1-1 0,-2 7 3 0,-2-10 0 0,1-2-1 15,-3 4 1-15,-1 0-7 0,-3-1 8 0,1 3-4 16,5-2 5-16,-3 2-9 0,-2 1 5 0,-3 5-5 15,-1 1 5-15,0 0 2 0,2-2-9 0,0 0 3 16,0 1-6-16,0-1-1 0,0 2 0 0,0 0 3 16,-1 0-1-16,-1 1-1 0,0 1 7 0,0 0-5 0,0 1 6 15,0 1-6-15,0 2 2 0,-3 9 3 0,-1 4-1 16,-2 3 3-16,3 1-6 0,-1 1 0 0,0 2-1 16,1 0 9-16,-1 2-3 0,0 2-3 0,2-2 0 15,-1 2-3-15,1-2 1 0,0 3 2 0,0-1 0 16,0 0 0-16,2 4 5 0,0-6-3 0,0 0 3 15,0 0-5-15,0-4 4 0,0-3-1 0,0-3 2 16,0 1-5-16,0-4 0 0,0 2 5 0,0-2-2 0,2 0 2 16,-2-8 2-16,2 3-5 0,-2-6 4 0,2 1-4 15,0 1 8-15,-1 0 0 0,-1 0 2 0,2-1-10 0,-2-1 9 16,0 0-3-16,0 0 6 0,0 0-5 0,0 0-23 16,0-1-8-16,0 1-9 0,0-2-52 0,0 0-258 15,0 0-67-15</inkml:trace>
  <inkml:trace contextRef="#ctx0" brushRef="#br0" timeOffset="-203788.73">15922 14456 279 0,'-2'0'51'0,"0"0"0"0,-2 0 4 0,2 0-8 0,-11-2-8 16,-1 0 20-16,2 0-6 0,-1 2 6 0,0-2-10 15,2 2 2-15,2 0-4 0,0-2 10 0,3 2-7 16,2 0 12-16,1 0-17 0,-1 0 2 0,0 0-8 16,1 0-11-16,1 0-8 0,0 0-6 0,0 0 4 15,0 0 6-15,2-1 11 0,0 1 2 0,0 0 2 16,2-2 7-16,2 0-2 0,12-4-5 0,10-1 0 0,4-1-18 15,4 1-12-15,-3 1 1 0,3 3-7 0,-7-1-3 16,-2 2 7-16,-1 0-4 0,-4 2 5 0,1 0-4 16,-5 0-4-16,1 0 2 0,1 0-3 0,-1 0-1 15,-2 0 3-15,0 0-6 0,-2 0 3 0,-2 0-13 0,0 0-18 16,-2 0 5-16,1 0-11 0,-1 0-8 0,-2-2-9 16,1 1-7-16,-3-1-6 0,1 0-75 0,-2 2-82 15,-1-2-9-15</inkml:trace>
  <inkml:trace contextRef="#ctx0" brushRef="#br0" timeOffset="-203556.9">15885 14571 324 0,'-2'0'68'0,"0"0"3"0,-2 0-2 0,-7 2-14 16,-2 0-12-16,-4 1-1 0,6-1 3 0,0 0 9 15,4-2-4-15,3 0 15 0,0 2-25 0,0-2-9 16,3 0-3-16,-1 2-7 0,0 0 21 0,0-1-4 0,0 1 8 15,2 0-8-15,0 0-6 0,2 0 3 0,2 0-5 16,-1 0 0-16,20 9-10 0,1-2 5 0,4 2-5 16,-2-3 9-16,0-1-22 0,2 0 6 0,-2 1-10 15,0-3 12-15,0 1-6 0,-2 0-5 0,2-1-1 16,1 3-29-16,1-3-55 0,2 1-15 0,2-3-46 16,1 1-371-16</inkml:trace>
  <inkml:trace contextRef="#ctx0" brushRef="#br0" timeOffset="-202353.18">17775 13997 145 0,'0'0'65'0,"0"0"-31"0,0 0 69 0,-2 0-19 15,0 0-12-15,0-2-11 0,0 0 2 0,0 1-4 16,1-1 13-16,-3 0-7 0,0 0 5 0,0 0-7 16,1 0-7-16,-1 0 3 0,0 1-5 0,1-1 4 15,-1 0-22-15,2 0-1 0,0 0-5 0,0 0 2 16,0 0-23-16,1 1 0 0,-1-1-1 0,0 0 3 15,2 0 10-15,0 0 11 0,2 0 3 0,0 0 2 0,5-3 1 16,17 3-20-16,2-7 1 0,0-2-6 0,0 3-5 16,-2 3-4-16,0-1-2 0,-1 4 1 0,-7-2 0 15,3 3 3-15,-6-1-2 0,4 0 3 0,-2 0-2 0,-4-7-4 16,0 1 0-16,-6 6-1 0,-1 1 1 0,0-1 5 16,-1 0 2-16,1 0 1 0,-2 0 8 0,0 0-7 15,0 0 2-15,0 1-2 0,-1 1 7 0,-1 0-8 16,0 0-1-16,0 0-2 0,-1 0 6 0,-1 0-15 15,0 0 10-15,0 0-11 0,-18 1 14 0,3 1-8 16,-3 2 3-16,1 0-4 0,0-1-1 0,-1 1 7 16,0 2-7-16,-1-1 6 0,1 1-11 0,1-1 5 15,1 1 2-15,-1 1 1 0,2-1 1 0,1 1-3 0,-3 3-3 16,2-1 0-16,-3 2-4 0,3-2 6 0,-1 3 1 16,1-1 1-16,2 0 7 0,4-9-9 0,5 13 0 15,1-1-5-15,-3 1 4 0,5-2-5 0,-3 2 5 16,-3-4-5-16,1 2 6 0,3-2 6 0,1 2-5 15,2-1 3-15,2-3-14 0,0 0 9 0,0-1-6 0,2 3 7 16,0-2-1-16,2 0 0 0,1-1-1 0,1-3-1 16,12 1 1-16,5-1 0 0,-1 1 7 0,2-4-5 15,0 15-3-15,0-4 3 0,2-4-4 0,-2 0 4 16,2 0 4-16,0 1-5 0,0 1-2 0,-1-2-1 16,1 4 3-16,-4-2 7 0,2 0-3 0,-4 0 4 15,-7-3-14-15,2 1 4 0,-4-1 1 0,-1-1 2 0,-1 0 3 16,-7 8 5-16,0 0 1 0,11 4 1 0,-8-8 0 15,-1 2 2-15,-4-4-2 0,0-1 3 0,-4 5-4 16,-3 0 4-16,-4 0-7 0,-21 0 6 0,1-2-6 0,-5 0 3 16,3-4 11-16,-4-3-5 0,1 3 14 0,-1-3-8 15,0 2-8-15,-2-1 2 0,-2 18-10 0,0-9 6 16,-5-4-4-16,5-7 4 0,-3-1-11 0,1-2 0 16,4 0 0-16,0-2-2 0,2-1-2 0,7 1 3 15,0-2 1-15,10 2-1 0,3 0-12 0,8 1-20 16,3 1-2-16,3-2-6 0,-1 0-21 0,0 0 11 15,2 0-7-15,2 0 10 0,0 0-4 0,2-1 8 16,2-1-16-16,31-9 3 0,6 0-108 0,4-6-49 0,-1 1-9 16</inkml:trace>
  <inkml:trace contextRef="#ctx0" brushRef="#br0" timeOffset="-202078.27">17806 14034 966 0,'0'0'115'0,"-2"0"-103"0,1-2 115 0,-1 1-50 16,-2-1-64-16,0 0 28 0,1 0-8 0,-1 0 13 0,0 0-23 16,0 0 8-16,3 1-6 0,-1-1 5 0,0 0-17 15,0 0 40-15,0 0-6 0,2 0 17 0,0-1-10 0,2-1-9 16,2-2-7-16,-1-7 0 0,22 0-20 0,2 2-8 15,1 0 0-15,-2 4-3 0,4 1 0 0,-4 2-9 16,-2 1 3-16,-3 1-5 0,1-13 4 0,-6 6-12 16,7 1-5-16,-3 4-4 0,-5 3-25 0,4 1 0 15,-6 0-5-15,1 0 2 0,-1 1-27 0,-3 1-97 16,3 2 6-16,2 0-45 0,-2-1-84 0</inkml:trace>
  <inkml:trace contextRef="#ctx0" brushRef="#br0" timeOffset="-201808.33">18378 14261 1160 0,'-2'0'89'0,"0"0"198"15,1 0-280-15,-1 0-18 0,0 0 5 0,0 0-8 16,0 0 24-16,0 0-4 0,2 2 6 0,0 0-5 15,0-1 4-15,0 1 2 0,0 0-2 0,2 2 3 16,0 0 3-16,0-1-1 0,0 1-4 0,-2-2 2 0,0 0-8 16,0 0 10-16,0-1-9 0,0 1 5 0,2 0-37 15,-1 0-40-15,1 0 0 0,0-2-15 0,0 0-5 16,0-2-78-16,0 2-28 0,20-15-26 0,2 8-144 0</inkml:trace>
  <inkml:trace contextRef="#ctx0" brushRef="#br0" timeOffset="-201265.42">18820 13928 1049 0,'-2'0'69'0,"0"-1"2"0,-5-1-24 0,-15-6-10 15,7 3-25-15,5 1-3 0,3 2-9 0,3 2 4 16,2 0-5-16,-1-2 8 0,-1 0-13 0,0 1 6 15,2-1-8-15,1 0 8 0,1 0 26 0,0 0-1 0,1-2 14 16,5-1 33-16,31-8-17 0,-2 2 4 0,8 1-11 16,0 3-18-16,-4-2-18 0,2 3-5 0,-8 2-2 15,-5 1-4-15,0-14 0 0,-8 10 0 0,-1 3 0 16,-4 4-2-16,-4 2 4 0,-4 0 2 0,-1-1 0 16,-4-1-6-16,13 21 7 0,-6 1 2 0,-4 0 4 0,-5 3 1 15,-1 2-2-15,-5 1-4 0,-7 0 2 16,-4 2-3-16,12 0-1 0,-27 1 2 0,1-3-2 0,-8 2 4 15,1-4-6-15,-1 0 0 0,6 0-2 0,0-4 10 16,-1-3-13-16,8-3 5 0,-2-5-7 0,6 4 7 16,9-4 3-16,-2 1-1 0,8-5-1 0,3-5-4 0,0 0-6 15,1 1 3-15,-1 1-3 0,2-2 0 0,0 0-2 16,0 0 1-16,0 0-1 0,2-1 10 0,2 1-8 16,0 0 2-16,9 0-6 0,21 3 12 0,1 1-10 15,-3-2 7-15,3 1-8 0,1 1 12 0,1 1-4 16,0 1 2-16,-3-1-1 0,-4 2 6 0,-4 1-4 15,-2 1-5-15,-5-2 2 0,-4 0 1 0,-4-1 1 16,-1 9 3-16,-3-1-3 0,-3-1 8 0,0-2-4 16,7-2 6-16,-1 4-4 0,-3-2 4 0,-3 2-7 0,-2-2 6 15,-2 0-4-15,-3 0 10 0,3 0-8 0,-26-2-2 16,-4 0 1-16,1-1 9 0,1-1-5 0,-1-4 4 16,1-1-5-16,0-2 5 0,0 17-10 0,1-8-1 15,3-6-3-15,5-3 0 0,5-2-15 0,3 0-6 0,3 0-6 16,1-2-28-16,3 2-30 0,3 0-3 0,-1-2-13 15,0 1-38-15,2-3-120 0,2-2 3 0</inkml:trace>
  <inkml:trace contextRef="#ctx0" brushRef="#br0" timeOffset="-200803.38">19535 13865 1227 0,'-2'-2'38'0,"-2"1"86"0,2 1-114 0,-9-8 22 16,4 1-2-16,-2-1 8 0,3 6-7 0,4-1-10 16,0 1-2-16,2 0-2 0,-3-2-9 0,-1 1-1 15,0-1 0-15,2 0 2 0,0 2 3 0,1 0 2 16,-1 1 3-16,0-1-1 0,2 2 4 0,0 0 1 16,0 2-5-16,0-1 3 0,2 3-4 0,3 13-3 15,3 5 2-15,-1 4-4 0,2 0-11 0,1 4 9 16,1 0-6-16,0 1 8 0,0 4-10 0,0-1 3 0,-1 1-1 15,1 2 3-15,-2-1-1 0,2-1-4 0,0 4 0 16,0-4-2-16,1-3 7 0,-1-1-5 0,0-5 6 16,0-2-6-16,-2-1 0 0,-1-5 2 0,-3-5 2 15,-1-5 1-15,0-1-4 0,-2-3 5 0,1 1-2 0,-1-1 4 16,2 0-3-16,0-1 11 0,-1 1-8 0,1-2 9 16,0 0-16-16,-1-2 7 0,1 0 0 0,0-2 1 15,0-2-7-15,1-27 3 0,10-10 0 0,0-2 3 16,2-5 5-16,-3-2-7 0,3 2-1 0,4-4 0 15,-3 3 4-15,1 5 4 0,-1 1 3 0,-5 6-2 16,2 3 0-16,0 7-4 0,-4 1-3 0,0 5 2 16,-5 1 1-16,-1 3-9 0,1 2 6 0,-2 2-7 0,-1-2-3 15,-1 6-7-15,0 0-12 0,0 1 4 0,2 3-30 16,-1-1-32-16,1 1-26 0,-4 3-8 0,2-2-145 16,0 0-146-16</inkml:trace>
  <inkml:trace contextRef="#ctx0" brushRef="#br0" timeOffset="-200304.39">17754 14883 918 0,'-2'0'76'16,"1"0"-9"-16,-1 0 1 0,-2-2 12 0,-2 2-36 15,-3-2-5-15,4 2 4 0,-1 0-7 0,4 0 4 16,0 0-29-16,-1-2-11 0,-1 0 1 0,0 2-2 0,2 0 1 15,0 0 5-15,1 0 2 0,1 0 4 0,0 0 21 16,1 0 17-16,1 0-9 0,8-1 10 0,23-7-21 16,8-1-6-16,7-2 1 0,12 0-4 0,8-1-6 15,6 1 3-15,3 2-3 0,1 0 2 0,-6-1-5 0,6 1 0 16,-2 0 1-16,2 1-1 0,0 1-16 0,7 1 7 16,10 3-3-16,-2 1 5 0,2 0 5 0,-12 0-9 15,-8 0 2-15,-7 0-4 0,-3 1 7 0,2-1-2 16,-2 0 2-16,0 0-2 0,-4 0 5 0,6 0-7 15,-4 0-1-15,-7 1-1 0,-2 1 7 0,-13 0-8 16,-10 0 6-16,-5 0-7 0,-7 0 8 0,-8 0-1 16,-5 0 1-16,-5 0-1 0,3 0 0 0,0 0-10 0,-2 0-7 15,0 0-3-15,-2 0-25 0,-2 1-12 0,-4-1-8 16,-35 8-3-16,2-3-54 0,-3-1-53 0,-5 0-9 16,4-2-17-16,-5 0-62 0</inkml:trace>
  <inkml:trace contextRef="#ctx0" brushRef="#br0" timeOffset="-200008.67">17726 15143 1075 0,'-3'0'44'0,"-14"0"79"15,-9 0-94-15,2 0-6 0,-2 0 3 0,5 2 0 0,5-2 28 16,8 1-22-16,6-1 3 0,-1 2-12 0,-1 0-19 15,2 0 8-15,0 0-7 0,2 0 9 0,2 0 10 0,2-1 10 16,18 9 1-16,23-5 2 0,7-5 7 0,9-9-14 16,10-4 10-16,16-4-11 0,9 2 9 0,10-1-5 15,4-3-4-15,-6 1 2 0,0 1-11 0,0 0-7 16,7 4 0-16,10 0-3 0,1 2 7 0,-7 2-8 16,-7 3-5-16,-19 1 0 0,-3 3-4 0,-10 2-6 15,-2 0 5-15,-5 2-8 0,-1-1-6 0,-6 3-13 16,-3 0-5-16,-9-2-4 0,-9 0-43 0,-4-1-291 15,-7 1-67-15</inkml:trace>
  <inkml:trace contextRef="#ctx0" brushRef="#br0" timeOffset="-167499.32">31294 8408 123 0,'0'0'0'0,"0"-1"8"0,0-1 90 0,0 0-26 15,0-2 1-15,0 0-38 0,-2-1-11 0,-2-4-16 16,0-3 4-16,1 3-5 0,1 2 19 0,-2-3 12 16,2 3 4-16,0 1-1 0,0 1-2 0,1-1 7 15,-1 3-11-15,2-1 7 0,0 2-24 0,0 0-1 16,-2-2-2-16,0 1-2 0,0-1-16 0,2 2 8 15,0 0 1-15,0 0 4 0,0 2 3 0,0 0-6 0,0 2-2 16,2 0 0-16,0 2-3 0,2 11-2 0,1 14 1 16,-1 3-1-16,-2 1 1 0,1 8 6 0,-1 0-1 15,2 6 1-15,-2 1-8 0,0 2 4 0,3-2-5 16,-1-1 4-16,0-5-6 0,-1-3 7 0,1-2 4 0,-2 1 0 16,4-1-7-16,1 0 12 0,2 4-8 0,2 1 10 15,-1 5-2-15,1 5-13 0,-2 2 8 0,0 7-8 16,-1 2 18-16,-3 6-10 0,-1-2 2 0,-2 1-6 15,-2-3-5-15,-4-5 8 0,-3-3-6 0,-3-3 6 16,-1 0 0-16,-2 5-1 0,0 3 5 0,-1 3-5 16,1 1-5-16,1 3-1 0,3-6 5 0,4 2-3 15,1-7 5-15,2-4 11 0,2-4-8 0,0-9 10 0,0 0-5 16,0-6 8-16,-2-4 1 0,0-3 3 0,0-2 2 16,2 0 2-16,0-2-11 0,0-3 6 0,0-3-17 0,0-1 0 15,0-2 4-15,0-2-3 0,0-2 4 0,0-4-11 16,0-1 1-16,0 0-3 0,-1-3 0 0,-1 1 0 15,0 0-2-15,0-1-2 0,0-1-25 0,0 0-29 16,0 0-5-16,-1-2-22 0,-1 0-159 0</inkml:trace>
  <inkml:trace contextRef="#ctx0" brushRef="#br0" timeOffset="-166696.83">31078 8592 90 0,'-2'-2'15'0,"-1"-7"11"15,-9-13-7-15,5 5 16 0,-2-1-14 0,1 3 15 16,-1-2-19-16,0 2 9 0,-1 0 13 0,3 2-3 0,-2-2 38 15,3 2-18-15,1-1 5 0,-1-1-8 0,2 2 22 16,2-2-11-16,1 0 1 0,1 2-7 0,0 0-26 16,1 0-10-16,3-2 2 0,2 2-5 0,1 0-7 0,1 2 3 15,14 2-4-15,8-1 4 0,5 1-7 0,0 0-6 16,6 0 2-16,2-1-2 0,3 1 2 0,10 0 4 16,-1-2-5-16,1-1 6 0,2 1-2 0,-1-2 8 15,1 2-2-15,3 2 4 0,0 1-2 0,6 1-9 16,8 1 0-16,-3 3-3 0,-2-3-3 0,-5 4-2 15,-7-1 1-15,-10 1-1 0,-3-22 10 0,-6 11-7 16,-6 7 2-16,-5 2-3 0,0 2 2 0,-6 1 0 16,-1 1-2-16,-5 0 0 0,-1 0-7 0,-2 0 7 15,-2 0 2-15,-1 1 2 0,-1 1-4 0,-2-2 2 0,-1 0-4 16,0 0 5-16,-1 0 1 0,-1 0-3 0,1 2 4 16,-1-2-5-16,0 0 0 0,0 2 4 0,-1 0-6 15,1 0 4-15,0 0-4 0,-1-1 7 0,-1 1-2 16,0 0 3-16,0 2-5 0,0 0-6 0,-2-3 7 15,4 11-7-15,-1-1 6 0,1 4 6 0,0-2-5 0,-1 1 5 16,1 5-10-16,-2-2 1 0,0 3 2 0,0 1 0 16,0-1-1-16,1 2-2 0,3 2 3 0,-1 1-2 15,1 1 7-15,1 1-2 0,3 5-3 0,-1 1 1 16,0 3-1-16,0 1-5 0,-1 2 7 0,-3 2-5 16,1 3 7-16,0 1 0 0,-3-4-8 0,3-1 4 0,3 1-2 15,0-4-3-15,-1 2 4 0,-1 0-3 0,1 2 9 16,-3 2-4-16,3 5-1 0,-1 6-2 0,-1 6-8 15,1 5 9-15,-3 5 3 0,0 4 1 0,1 6 3 16,-3-2-7-16,-2-5-2 0,-4-5-1 0,-5-3 0 0,-4-2 4 16,0 8 3-16,-4 5-1 0,-1 8-2 0,-1 8-1 15,1 1-2-15,1 0 3 0,4-7 0 0,2-10 1 16,0-4-1-16,3-7 2 0,3 0 7 0,1 0-11 16,2-2 4-16,0-2-5 0,2 6 14 0,0-5-5 15,2-1 1-15,2-5-4 0,-2-4-7 0,1-6 4 16,1-3 0-16,0-6 2 0,-2-6 7 0,0-1-5 15,-2-4 3-15,0 0-5 0,0-4-7 0,0-1 6 16,0-3-5-16,0-1 5 0,0 0-8 0,0-1-1 0,-2-3 7 16,0 2-6-16,-2-2-6 0,0-2-6 0,-1 1-11 15,-1-3 4-15,1-2-17 0,-3-3-190 0,-3-2-8 16</inkml:trace>
  <inkml:trace contextRef="#ctx0" brushRef="#br0" timeOffset="-166452.15">31307 11466 397 0,'-2'0'140'0,"0"0"29"16,0 0-54-16,0 0-77 0,0 0-7 0,0 0-34 0,2 0 14 15,2 0 7-15,2 2 2 0,26 6 12 0,10 3 14 16,7 0 2-16,5-2 8 0,2 1 32 0,5-3-23 16,8-3 1-16,5-1-13 0,6-1-37 0,12-2-16 15,-5 0 0-15,-3 0-5 0,-4-2 7 0,-17 1-25 16,-2-3 1-16,-10-2-15 0,-5 1-44 0,-5-3-281 16</inkml:trace>
  <inkml:trace contextRef="#ctx0" brushRef="#br0" timeOffset="-165826.72">31414 9170 204 0,'0'0'60'0,"-2"-2"65"16,0 0-45-16,1 0-38 0,-1 0-2 0,0 0-10 16,0 1 0-16,0-1-12 0,0 2 6 0,0 0-4 15,1 0 29-15,1 0-2 0,0 0-1 0,1 0 1 16,3 0 1-16,20-2 29 0,17-2-5 0,9 0 9 16,2-1-12-16,8-1-17 0,8 1-2 0,9 1-7 0,4 0-25 15,5 2-9-15,-3 1-9 0,-9 1 1 0,-5 0-2 16,-9 0-2-16,-8 0 9 0,-8 0-8 0,-3 1 2 15,-6 1 0-15,-5 2-1 0,-2-2 1 0,-8 0-3 16,-5 0-8-16,0-1 7 0,-8-1-6 0,1 2 6 0,-3-2-13 16,-3 0-4-16,0 0 0 0,2 2-8 0,0 0-2 15,-3 0-5-15,1 0-2 0,0 0-46 0,-2-1-83 16,0 1-7-16,-2 0-30 0,-1 0-81 0</inkml:trace>
  <inkml:trace contextRef="#ctx0" brushRef="#br0" timeOffset="-165558.58">31490 9870 540 0,'-2'0'23'0,"1"0"52"15,-1 0-73-15,0 0 20 0,0 0-3 0,2 2 10 16,0-1 10-16,2 1-6 0,0 0 7 0,0-2-4 15,29 19 30-15,10-3 24 0,7-5-3 0,8-3 7 16,7-4-20-16,13-4-13 0,6-2-7 0,2-4-3 16,1-1-35-16,-13 1-10 0,-5 1-5 0,-11 1-1 15,-8 2-8-15,-7 0 8 0,-4 0-1 0,-5 1 2 16,-4-1-7-16,-4 2-51 0,-2-2-6 0,-5 0-21 0,-1 0-87 16</inkml:trace>
  <inkml:trace contextRef="#ctx0" brushRef="#br0" timeOffset="-165171.45">31734 9439 350 0,'0'-2'86'0,"0"0"8"0,0-2 8 0,0-9-29 0,1-1-6 16,1 6-31-16,0 1-24 0,2-1-1 0,-4 6-7 15,0 1 0-15,4-3-3 0,-1 0 1 0,-1 4-1 16,9-4 3-16,-1 4 32 0,-3 2-8 0,0 2 15 15,-5 7-12-15,2 21-16 0,16 1 10 0,-8 1-11 16,-5 3 1-16,-5-6 2 0,-2 3-8 0,0-8 6 0,-2-2-11 16,0 0-4-16,-2-7 1 0,1-1 0 0,-1-1 3 15,2-4-4-15,0-1 2 0,0-1-3 0,1-2-6 16,1-3-10-16,0 0-4 0,-2 0-1 0,0-1-7 0,0 1-192 16,0-2-11-16</inkml:trace>
  <inkml:trace contextRef="#ctx0" brushRef="#br0" timeOffset="-164922.55">31700 9560 388 0,'0'-2'87'0,"0"0"-53"15,0-2 80-15,0-3-25 0,0-10-58 0,2 4 3 16,2 0-3-16,1 0 2 0,3 0-11 0,1-2 58 0,19 0-15 16,7 4 26-16,2-2-43 0,-3 6-28 0,-1 1 2 15,-3-12-11-15,-4 6-13 0,-2 7 5 0,-4 5 0 16,3 0 5-16,-7 4 4 0,-3 1-2 0,-3 1-4 0,-7 3 2 15,3 13-6-15,9 1 19 0,-4 3-2 16,-6 1 8-16,-5 1 1 0,-3-5-10 0,-5-1 0 0,-3-5-5 16,-6-3-5-16,-18 3 0 0,2-6-3 0,-4-1 2 15,-2-5-7-15,2-3-1 0,3 18-3 0,8-8 0 16,4-7-11-16,3-3-41 0,4-2-19 0,2-2-18 16,2-2-149-16</inkml:trace>
  <inkml:trace contextRef="#ctx0" brushRef="#br0" timeOffset="-164409.74">31778 8512 340 0,'0'-1'21'0,"0"-3"39"0,-2-18-16 0,0 3-12 0,1 2-2 15,-3 1-7-15,2 3-13 0,0 1 9 0,0 1 3 16,2 2 0-16,0 2 8 0,0 1-6 0,0 4-2 16,0-2-4-16,0 1-17 0,0 1 26 0,0 0-2 0,0 0 12 15,0 2 5-15,0 2-19 0,0 2 9 0,0 22-11 16,0 13 3-16,0 11-15 0,0 0-1 0,-2-4-3 15,2 1 5-15,-1-10-7 0,1-2 5 0,0-7-5 16,0-2 8-16,1-6-2 0,-1-5-1 0,2-4 1 16,0-1 12-16,-2-7-3 0,0 1 0 0,0-2-1 15,2 2 1-15,0-1-9 0,0-1 2 0,0 0-4 16,-1-2-4-16,3 0 1 0,0-2 1 0,5-9 0 0,8-17-1 16,-4-7-5-16,-6 7 1 0,1-5-2 0,-3-1 3 15,-1 3 2-15,0-8-3 0,1 5 2 0,1 3-3 16,-2 3 8-16,-1 6-7 0,1 1 7 0,0 3-6 0,-1 3-5 15,1 2 14-15,0 2-8 0,0 1 44 0,-1 3-3 16,-1 3-3-16,2 1-1 0,5-5-14 0,6 1-7 16,4 1 4-16,1 6-7 0,-5 2-13 0,0 4 5 15,-6-1-7-15,-2 6 5 0,1 15 0 0,-5 2-7 16,1 2 2-16,2 1-4 0,14 3 5 0,-7 1-6 16,-4 0 2-16,-3 3-7 0,-2-1-16 0,-1 0-88 15,1 4-67-15</inkml:trace>
  <inkml:trace contextRef="#ctx0" brushRef="#br0" timeOffset="-164048.58">31604 10631 662 0,'0'0'45'0,"0"-2"-2"0,0 0 10 15,0 0 1-15,0 0-14 0,0-1-4 0,0-1-29 16,1 0 7-16,1 2-12 0,0 1 9 0,0-1-7 15,0 0-4-15,0 0 2 0,0 2 9 0,-1 0 7 16,3 2 2-16,0 2-1 0,1 3-8 0,8 19-2 16,-1 4 3-16,-3-2-3 0,-4 1 6 0,-1 1-4 15,-2-4-4-15,0 0 1 0,0-2-8 0,0-2 3 16,-1-1 1-16,-1-4 0 0,0-1 0 0,0-3-4 0,0 0-4 16,0-5 0-16,0-3-10 0,0-1-15 0,0 0-27 15,0-1-10-15,0 1-214 0</inkml:trace>
  <inkml:trace contextRef="#ctx0" brushRef="#br0" timeOffset="-163802.34">31678 10655 165 0,'0'-2'78'0,"0"0"-3"0,0-1 18 0,2-16-4 0,3-3-18 16,3-2-12-16,1-1-6 0,4-4-4 0,2-1 2 16,0 4-4-16,-12-4 16 0,23 4 0 0,2 6 3 15,2 3-18-15,-6 4-32 0,0 6 4 0,-3 5-10 16,-10-7 3-16,2 1-6 0,4 3-5 0,-8 5 3 0,8 0 5 15,-5 5-5-15,-8-3 9 0,5 13-8 0,-7 15 13 16,0-2-11-16,17 1 2 0,-10-5-5 0,-5 1 1 16,-4-3 5-16,-2-4-1 0,-4 1 3 0,-1-2 4 15,-1-4-1-15,-1-2 4 0,-19-2-4 0,-3 0-3 0,-4-5-11 16,-4 2-1-16,1 16-2 0,-1-9-9 0,6-8-99 16,-2-5-124-16</inkml:trace>
  <inkml:trace contextRef="#ctx0" brushRef="#br0" timeOffset="-162957.66">30781 9498 80 0,'-2'0'16'0,"0"-2"5"0,0 1 21 0,1-1 10 16,-3 0-11-16,0 2 11 0,-7-2-6 0,2 0 3 0,-4 0 4 15,2-1-2-15,-1-1 1 0,1 0 6 0,4 2-2 16,-2 0 1-16,3 2-18 0,2 0 10 0,-1-1-7 15,1 1 9-15,-1-2-7 0,3 2-13 0,-2-2 3 16,0 0-7-16,1 0-6 0,-1 0-13 0,2 0 3 16,0 1-5-16,0-1 14 0,0 0 5 0,2 0 2 0,0 0-1 15,2 0 5-15,0 0-10 0,7-1-3 0,16-7-1 16,2 1 5-16,3 2-4 0,2 1 5 0,1-1-6 16,0 1-10-16,5 2 0 0,-3 1-3 0,8 1 2 15,-4 2-1-15,0 0-4 0,-2 0-1 0,-8 0-1 16,5 0-3-16,-6 0 4 0,-4 0 2 0,0 0 2 15,-9 0 4-15,3 0-7 0,-5 0 3 0,-5 0-3 16,-4 0 0-16,-3 0-5 0,3 0-4 0,0 0-2 0,0 0-29 16,-3 0-56-16,1 0-34 0,0 0-19 0,-2 0-220 15</inkml:trace>
  <inkml:trace contextRef="#ctx0" brushRef="#br0" timeOffset="-162414.25">30707 9378 274 0,'0'0'57'0,"0"-2"-3"0,0 0 4 0,-2 0 8 16,0 0-23-16,0 0 3 0,0-1-15 0,1-1 0 15,-1 0-3-15,0 0 8 0,0 1-9 0,0 1 3 16,0 0-6-16,-1 0-11 0,-14-3 14 0,-2 3-8 15,-9 2 13-15,-1 3 13 0,1 5 0 0,-9 3 1 0,13-2-1 16,-1 2 13-16,7 1-4 0,1-3 7 0,2-2-10 16,6-1-21-16,3-2-6 0,3-1-11 0,-1 1 6 15,2 0-7-15,0-1 14 0,0 1 8 0,1 0-3 16,1 0 0-16,0-1-15 0,1-1-5 0,3 0-1 16,5 2-1-16,19 1-7 0,-2-5 1 0,10 0-4 15,-10-2-3-15,-4-1 6 0,0-3 1 0,-11 2 2 16,6-1-1-16,-4-1 1 0,-4 3-6 0,2-1 4 0,-7 4-3 15,0-2 5-15,0 0 4 0,-3 0-1 0,1 0-5 16,0 2 0-16,-2 0 0 0,0 2-1 0,-2 0-2 16,0 0 2-16,-1 2-3 0,-7 3 4 0,-3 2-1 0,4-3 0 15,-2 0 2-15,7-5-2 0,1 1-2 0,-1 0-1 16,2 0-1-16,0 0 1 0,2 0 1 0,0-2-4 16,2 0 4-16,0 0 0 0,2 0 12 0,10-4-10 15,-1-2 1-15,-7 3-3 0,-2 1 5 0,-1 0 8 16,-3 0 6-16,2-2-1 0,0 1 4 0,2-1-11 15,-2 0-2-15,0 2-2 0,-2 1-12 0,0-1 10 16,-2 2-1-16,-4 0 6 0,-12 5-10 0,-5 3 7 0,7-1-8 16,4-1 8-16,-1 1-14 0,10-5 5 0,-1 2 2 15,0-1 0-15,1 1-1 0,1 0-7 0,0 0-1 16,0-3 1-16,2 3 7 0,0-2-17 0,2 0-13 16,0 0-8-16,0 0-83 0,1-2-82 0,1 0-40 0</inkml:trace>
  <inkml:trace contextRef="#ctx0" brushRef="#br0" timeOffset="-161946.8">29552 9485 396 0,'0'-2'73'0,"-2"1"5"0,-2-9 40 16,-5-14-38-16,3 9 10 0,1 4-62 0,3 6-11 15,0 1 3-15,0 0-7 0,2 2-9 0,-3-1 2 16,-1 1-9-16,2 2 6 0,-7-2-6 0,-1 2 11 0,1 4-1 15,0 3 6-15,1 13 3 0,1 6 12 0,1 2 3 16,1-2 0-16,-1-2-5 0,4 2 6 0,1 2-7 16,-16-2 5-16,6-2-8 0,3-1-9 0,5-7 6 15,1 3-6-15,2-2 6 0,0-4 27 0,4 2-1 0,1-2 11 16,3 0 1-16,-1-4-2 0,11 0-4 0,12-1 1 16,2-5-12-16,9 20 4 0,1-10 1 0,8-6 1 15,6-5 3-15,-4-6-34 0,4-3 0 0,-8-1-11 16,-1-1-3-16,-8 2 3 0,-2-1-4 0,-6 1 1 15,-1-1-2-15,-2-1-2 0,-6 2 3 0,0-1-4 16,-3 1-9-16,-4-1-33 0,-4 3-3 0,-7 3-11 0,-1 0-19 16,1-2 0-16,0 1-3 0,-1-3 0 0,1-1-5 15,-4 1-55-15,0 0-9 0,-2 3-23 0,0-1-79 16</inkml:trace>
  <inkml:trace contextRef="#ctx0" brushRef="#br0" timeOffset="-161681.45">29782 9719 225 0,'0'-2'52'0,"-2"1"65"0,2-3-49 0,-2-7-14 16,1-13-4-16,1-2 0 0,0 1-8 0,0-4 12 15,0 1-6-15,0 4 8 0,0 1-9 0,0 10 0 16,0 0-2-16,-2 4 2 0,0-2-8 0,-2 0-3 0,4 9-2 16,0 0-2-16,-2-2-18 0,0 3-9 0,1-1-1 15,-1 0-1-15,0 2 10 0,0 2-7 0,-4 11 11 16,-7 24-10-16,4 2 5 0,2-4 2 0,1 0-3 15,1-1 3-15,1-1 0 0,2-1-5 0,2-2-2 16,0-1-1-16,0 1-9 0,0-2 4 0,2 3 0 0,2-1 3 16,-1-2 3-16,1 0-6 0,-2-2 0 0,0 0-1 15,1-2 0-15,1-4 0 0,0 1-3 0,0-5-1 16,1 1-26-16,1-4-86 0,-1-2-27 0,1-1-29 16,-1-7-168-16</inkml:trace>
  <inkml:trace contextRef="#ctx0" brushRef="#br0" timeOffset="-161292.47">30027 9810 776 0,'0'-2'18'0,"-2"1"19"0,1-3-18 0,-1 0-10 15,0 0-12-15,0 1 3 0,0 1-18 0,2 0 4 16,0 0 7-16,0 0-3 0,0 0 1 0,0 1 10 15,2-1 5-15,0 2 5 0,0 0 21 0,0 2 11 16,-1-1-2-16,1 3 5 0,6 11-4 0,-1 9-11 16,-1 2-1-16,-1 2-2 0,-1 3 4 0,-2 1-11 0,0 1 4 15,-2 1-5-15,0-4 2 0,2-1-3 0,-2-3-3 16,1-2 1-16,1 1 2 0,0-5 2 0,2-1 3 16,-2-8-2-16,0-2-2 0,-1-3-9 0,-1-3 3 15,2 1-2-15,0 0 23 0,0-1 14 0,2 1 0 0,-1-2 4 16,12 2-11-16,2-4-12 0,1-6 0 0,3-5-3 15,-1 0 10-15,1-24-14 0,1 3 7 0,-2-1-10 16,-3-1-1-16,5 3-3 0,-5-3-3 0,-2 4 2 16,-2 1-6-16,-7-1 2 0,-1 4 0 0,-3 0-1 15,13 2-4-15,-8 4-5 0,-1 1-1 0,-6 0-1 16,0 3 0-16,-2-1-25 0,-2 2-7 0,-1 0-14 16,-3 0-106-16,1 1-226 0</inkml:trace>
  <inkml:trace contextRef="#ctx0" brushRef="#br0" timeOffset="-160000.15">31988 8020 97 0,'0'0'27'0,"-2"-2"46"15,2 1-34-15,0-1 11 0,0 0 5 0,0 0-1 16,-2 0-10-16,0 0 7 0,0 0-8 0,1 1 9 16,-1-1 0-16,0 0-4 0,0 0 5 0,2 2-5 15,0-2 3-15,0 2 0 0,0 0 1 0,-2-2-1 16,0 0-13-16,2 2-2 0,-1-1-5 0,-1 1 4 16,0-2-4-16,0 0-6 0,0 0-3 0,0 0 0 0,0 0-3 15,-1 1 4-15,-1-1 4 0,0-2-2 0,-1 0 4 16,-3-5-3-16,3-2-1 0,1-4 0 0,0-2 4 15,1 2-12-15,1-9 2 0,0 0-6 0,-17-4-4 0,6-3-2 16,4 1 2-16,2 0-1 0,1 1 10 0,0-3-16 16,3 2 4-16,1 2-6 0,0 1 9 0,0-1-6 15,0 5 1-15,0-1-3 0,-1 2 1 0,1 2 4 16,-2 1-1-16,2 2 2 0,0 1-1 0,1 1-1 16,-1 2 0-16,2 0-2 0,-2 0-4 0,0 2 4 15,2 3-1-15,-2-1 4 0,2 3-6 0,0 1-4 16,0-1 2-16,0 4-1 0,0-1 7 0,0 1-4 15,0-2-2-15,-2 0-1 0,2 1-12 0,0 1 11 16,0 0-5-16,0 0 8 0,0 0 1 0,0 0-2 0,0 1 4 16,0-1-5-16,0 0-3 0,0 0 11 0,0 0-8 15,0 0 8-15,0 0-7 0,2 1 1 0,0-1 0 16,0 0-1-16,0 0-5 0,0 0 7 0,-1 2-3 16,-1 0 3-16,0 0-3 0,0 0-4 0,2 0 6 0,0 0-6 15,0 0 1-15,0 0 0 0,-2 0 2 0,0 2 0 16,0 0-2-16,0 0 6 0,0 0-1 0,0-1 2 15,0 1-3-15,0 2 4 0,0 0-7 0,0-1 6 16,0 1 3-16,0 0-9 0,0-2 10 0,2 0-9 16,0-1 15-16,-1 1-7 0,1 0 0 0,0 0-2 15,0-2 6-15,2 0-8 0,-1 0 5 0,12-6-5 0,-11 5-1 16,3-5 0-16,3 2 1 0,-3-14 0 0,1 1 1 16,-1 2 1-16,6-3-1 0,-7 5 3 0,-1-4 5 0,-3 4-4 15,-2 0 0-15,0 2-2 0,0 7-3 0,0 2-5 16,-2-2 4-16,-16-9-5 0,-3 4 6 0,-1 4-3 15,0 5-3-15,5 1 3 0,0 5 4 0,4 0-4 16,2 1 0-16,2-5-2 0,1 13 5 0,3 1-4 16,1-1 3-16,-5-2-3 0,1-2 1 0,3 1 4 15,3-1-4-15,2-4 4 0,0-1-4 0,0-1 4 16,2-1 5-16,-2-2-1 0,16 0 2 0,10 14-4 16,4-3 6-16,-2-5-4 0,0-4 8 0,3-4-12 0,-3-2 3 15,-5-2-4-15,1-2 10 0,-11 3-8 16,5-5 4-16,-7 3-4 0,0-3 7 0,-1 6-6 0,1-12 3 15,-4 1-3-15,1-2 6 0,-5 2-3 0,-3-4-3 16,0 2 1-16,-3 4-1 0,-3 0 2 0,-3 2 0 16,-21 3 1-16,-7 0-1 0,7 5-5 0,-3-18 1 15,3 10-1-15,1 5 8 0,4 2-9 0,7 2 1 0,7 0-5 16,3 0 0-16,6 0 1 0,1 0-4 0,-3 2 4 16,0 0-5-16,2 0-6 0,0 1 5 0,2 1-5 15,0 0-1-15,2 0-3 0,0-4-9 0,30 16 0 16,-1-5-47-16,1-5-103 0,1 0 1 0,-1-3-43 15,-3-1-92-15</inkml:trace>
  <inkml:trace contextRef="#ctx0" brushRef="#br0" timeOffset="-159581.39">32292 6472 548 0,'0'0'11'0,"-1"-2"1"0,-1 0 7 16,-2 0 0-16,0 0-2 0,-14-3-10 0,1 1-11 0,-2 2 4 16,5 2-4-16,2 0 10 0,1 0-10 0,4 2 1 15,-4 2-2-15,1 0 14 0,5-3-9 0,-1 1 0 16,4-2-3-16,-1 4-1 0,-1 2 17 0,-2 5-3 15,5 2 10-15,1 2 7 0,3 1 5 0,7 5-3 0,1-1 2 16,4 4-14-16,-12 0 3 0,20 1 6 0,-1 1-1 16,-2 0 5-16,-1-2 1 0,1 2 0 0,-5 3 1 15,2-1 5-15,-6-4 8 0,0-1-8 0,-2-5 9 16,-1-3-5-16,-4 0 7 0,-1-6-2 0,1-3 1 16,3 3-5-16,-5-5 9 0,0-1 2 0,0 1 1 15,0 0-2-15,-2 0-35 0,0-1 2 0,-2 1-13 16,-4 0-5-16,-25 11 4 0,1-6-5 0,-3-4 4 0,3-3-4 15,0-2 2-15,1 0-1 0,4-2 1 0,-1-1-4 16,10-3-18-16,1 1 5 0,6-1-8 0,5 4 2 0,2-15-26 16,-11-3-1-16,6-4-17 0,5 0-84 0,4 1-88 15,5-3-86-15</inkml:trace>
  <inkml:trace contextRef="#ctx0" brushRef="#br0" timeOffset="-159380.14">32315 6466 792 0,'0'-2'38'0,"0"1"38"0,2-3 1 0,-1-2-30 0,7-7 2 15,1 0-11-15,19 0 6 0,4 2-31 0,-3 4 3 16,-5 3-13-16,-3 2 2 0,-8 0-13 0,-4-1 11 16,-1 1-10-16,-5-2 10 0,1 2 0 0,-2 2-8 0,0 0 4 15,1-2-14-15,-1 2-4 0,0 0 3 0,0 0-3 16,2-2 7-16,-1 2-14 0,1 0-3 0,0 0-12 15,0 2-73-15</inkml:trace>
  <inkml:trace contextRef="#ctx0" brushRef="#br0" timeOffset="-159203.52">32513 6687 870 0,'0'-2'50'0,"0"1"45"0,0-1 7 0,0 0-48 15,0-2-5-15,0 2-16 0,0 0-41 0,0 1 8 16,0-1-7-16,0 0 7 0,0 0-4 0,0 0-1 16,0 0 7-16,0 0-4 0,0 1 8 0,0-1-18 15,0 0-3-15,2 0-7 0,0 0-28 0,0 0-14 16,0 0-18-16,0 1-29 0,1-1-364 0</inkml:trace>
  <inkml:trace contextRef="#ctx0" brushRef="#br0" timeOffset="-158725.64">32647 6557 602 0,'0'-2'26'0,"-2"1"32"16,0-3-21-16,2-2-21 0,-2-3 1 0,2 3-8 15,0 3-11-15,0-3 10 0,0 2-8 0,2 1 9 16,19-3-9-16,8 2 7 0,3 1-1 0,1 1 4 15,-7 0-14-15,2-17 4 0,-7 10-2 0,-8 5 3 16,0 3 3-16,-2 1-7 0,-6 0 5 0,1 0-4 16,0 1 7-16,-3 3 15 0,1 0-10 0,0 5 11 0,-2 8 2 15,-2 0 8-15,-6-1 0 0,-5 3-1 0,7-2-14 16,-20-3-1-16,-6 1-3 0,8-2 2 0,-2-2-5 16,3 1-2-16,1-1 9 0,3-4-7 0,1-1 3 0,6-4-6 15,5-1-4-15,1 1 1 0,0 2 2 0,1 0-6 16,1-1 5-16,0 1-5 0,2-2 3 0,2 0-1 15,1 0-1-15,14 3 1 0,9 1 4 0,-5-2-6 16,-1-3 1-16,0 3-3 0,-1 2-2 0,-4 1 4 16,-4 0-5-16,-9 6 6 0,16 19 0 0,-8 7 3 15,-7 6 2-15,-3-1 0 0,-3-3 7 0,-5-9 1 16,-1-5 4-16,-2-2 0 0,2-7 21 0,-3-1 17 16,11 0-7-16,-22-4 6 0,3-2-34 0,-2-2-1 0,-3-5-7 15,7 9 3-15,-1-2-9 0,4-6 2 0,1-1 1 16,1-2-1-16,3 0-7 0,3-2-9 0,3 0-6 15,2 0-3-15,-1 0-10 0,-1-2-5 0,2 0 1 16,2 0-4-16,0 0-15 0,4-12-46 0,3 1-21 0,1 0-13 16,18 0-117-16</inkml:trace>
  <inkml:trace contextRef="#ctx0" brushRef="#br0" timeOffset="-158381.6">33145 6596 262 0,'0'0'41'0,"0"-2"-7"15,0 1 29-15,0-1 2 0,0 0-8 0,0 0-12 16,0 0-16-16,0 0-1 0,0 0-6 0,0 1 5 16,0-1-8-16,0 0 3 0,0 0-6 0,0 0-14 15,0 0 9-15,-2 2 5 0,0 0 1 0,0 0 2 0,0 2-2 16,0 2-2-16,1 1 2 0,-7 18-10 0,3 3 5 16,-1 0-9-16,0 2 9 0,3-2-6 0,-3 1-2 15,2-1 3-15,1 0-2 0,-1 0 18 0,2 0-18 16,0 0 6-16,2-2-10 0,0-3 8 0,0 1 5 15,2-3-2-15,0-8 2 0,0 4-8 0,0-6 0 16,1 2 6-16,1 0-4 0,-2-5 1 0,0-2 18 16,0-1-12-16,1 1 15 0,5 0-1 0,7-1 1 15,1-3 5-15,3-1-5 0,1-7-4 0,1-5 2 0,-1 0-8 16,-1-18 5-16,-2-5-14 0,-1 5-1 0,-1-3 2 16,0 5-2-16,-4 3 3 0,-4 1-10 0,10 1 0 15,-8 6-3-15,-3-1 0 0,-4 4-2 0,-2 2-2 16,0 4-3-16,-2 2-14 0,2 5-32 0,0 0-7 0,-13-7-22 15,-11-2-148-15</inkml:trace>
  <inkml:trace contextRef="#ctx0" brushRef="#br0" timeOffset="-156961.14">31728 7701 82 0,'0'0'18'0,"0"-2"-3"0,-2 0 15 0,0-1-4 15,0-1-1-15,-3-5-17 0,-1-1 7 0,-1-1-2 16,3 4 2-16,-1-1-8 0,-1 1 3 0,6 5 1 0,-11 0 1 16,2 0 3-16,-3-7-6 0,-1 2 4 0,-3-3-3 15,-1 5 18-15,0 1-12 0,-1 0-1 0,-1 2-3 16,1 2-5-16,-1 0 5 0,-3 2 1 0,-2 2-2 16,-2 0-12-16,0 1 4 0,-4 1-1 0,6-1 4 15,-4 1 0-15,2 0-5 0,2-1 5 0,-4 3-3 16,0-1 11-16,2 0-8 0,0 1 4 0,0-1-3 15,0 1 17-15,-2-1-11 0,4 1 11 0,0 1-10 16,-2 2 9-16,4 0-11 0,-1 2 1 0,-1 2-3 0,2-13 3 16,-2 16-11-16,2 5 4 0,-1-1-5 0,1 0 4 15,0 2 1-15,-2-1-2 0,3-5 0 0,1 1-9 0,-1-4 6 16,-1-2 1-16,5 0 5 0,-1-4 4 0,7 0-6 16,1 0-7-16,3-1 2 0,3-1 2 0,2 3-5 15,-3-3 5-15,-1 2-5 0,3-1-1 0,-1-3 6 16,0 3-4-16,-1 1 5 0,-1 2 2 0,2 0-4 15,1 2 5-15,-1 2-6 0,0 0-7 0,0 4 3 16,1 1 0-16,1 4 2 0,0-2 8 0,0 4-9 16,0 0 7-16,0 0-7 0,1 2 0 0,1 2 1 15,0-2-6-15,1 0 6 0,3 1 2 0,0 3-4 0,1 0 3 16,3 1-2-16,-1-5-1 0,4 0 8 0,1-4-5 16,-1-2 5-16,2 4-9 0,0-2 7 0,2 6 1 15,-1-2 2-15,-1-2-9 0,0-2 9 0,-2 0-5 16,1-2 7-16,-1-1-15 0,0-1 12 0,4 2-4 0,-2-1 5 15,3 3-13-15,-1-4 11 0,-13 3-1 0,17-3 5 16,1 2-12-16,1-1 5 0,1-1-5 0,2 3 7 16,2-3-5-16,-2 0 8 0,0-1-5 0,0 0 4 15,6-1-15-15,2-1 7 0,1 1 3 0,1-1 0 16,-7 0 1-16,1-1-6 0,4-1 1 0,-4 2-1 16,5 0 9-16,1-4-14 0,3-2 4 0,-2 2-7 15,0-2 20-15,0 0-9 0,1 4 3 0,-1-6-7 0,2 1-8 16,-3-1 14-16,-1-4-2 0,2 1 4 0,2 5-1 15,-1-5 0-15,3 1-7 0,2-5 5 0,-1 2-4 16,-1-2 6-16,0 18 2 0,0-7 0 0,-3-7-1 16,4-5 1-16,-6-1 3 0,1 0-3 0,-3 0-2 0,-4-1 14 15,1-3-6-15,-1-2 8 0,-2-1-5 0,2-2-1 16,-2-1 8-16,2-1-4 0,0-2 20 0,-2 0-3 16,2-2 1-16,1-1-1 0,1-3-3 0,2 17-14 15,3-16-3-15,-7-3-1 0,5-1-4 0,-5 3-6 16,0-1 0-16,1 1 0 0,-4-3 6 0,6 2-3 15,-9-3-1-15,3-1-2 0,-1-2-4 0,-6 2 5 16,5-2 4-16,-5-2-1 0,-1 2 2 0,1-3-6 0,-1-1 2 16,0-2-2-16,1-3 6 0,-3-4-6 0,0-2 1 15,-2-2-1-15,0-3 5 0,-4 5 13 0,-1 0-4 16,-1 1 6-16,-3 2-10 0,-2 3 7 0,18 2-3 16,-7-1 5-16,-7 5 2 0,-4-1 1 0,-4 2-7 0,-4 0 3 15,-1-2-8-15,-4 1 8 0,-6-3 3 0,-2 4 0 16,8-1 8-16,-24-1-8 0,-2-2 6 0,-6-3-8 15,-5-4-10-15,-10-2 4 0,-5 0-11 0,-2-3 7 16,-2 3-22-16,-1 2 0 0,-1 6-10 0,-5 8 0 16,-8 11-66-16,-13-20-340 0</inkml:trace>
  <inkml:trace contextRef="#ctx0" brushRef="#br0" timeOffset="-146344.75">20660 14042 6 0,'0'0'8'0,"0"0"8"0,0 0 15 16,0-2 3-16,0 0 6 0,0 0-7 0,0 0 7 15,0 0 0-15,0 1 1 0,0-1-14 0,0 0-4 16,0 0 0-16,0 0-1 0,2 0 3 0,0 0 11 16,-2 1-1-16,0-1 4 0,2 0 2 0,-1 0 11 15,1 0-6-15,0 0 6 0,0 0-6 0,0 1-23 16,0-1 0-16,-2 0-10 0,0 0-11 0,0 0 9 0,0 2-3 15,0 0 3-15,0 0-6 0,0 0 14 0,0 0-5 16,0 2 7-16,0 0-6 0,0 0-4 0,-2 1 0 16,0 7-4-16,-2 6-6 0,1 1 19 0,-1 0-7 15,0-2 10-15,0 1-6 0,3 1-1 0,-1 2 5 0,0-1-5 16,0 1 0-16,0-4 0 0,0 3-1 0,0 1 2 16,2-2 5-16,0-1-9 0,0 1 5 0,0-2-7 15,0 2 5-15,0 1 2 0,0-3 5 0,0 0-5 16,2 0-4-16,0-1 2 0,-2-1-7 0,2 0 7 15,0 0-9-15,0-1 5 0,0 1 0 0,-1-2 2 16,1 0-7-16,-2 0 1 0,0-4-5 0,0-3 4 0,0 0 2 16,0 0 2-16,0-3 0 0,2 3 0 0,2 0-3 15,0 0 3-15,-1-3 2 0,10 5-1 0,4 0 3 16,3-5-3-16,5-2-6 0,2-9 4 0,7-5 1 16,-1-3 0-16,8 16 5 0,7-33-3 0,8-6 19 0,9-6-13 15,9-1 6-15,12-4-10 0,1 0-1 0,2-3-14 16,4-5 3-16,-2 3-6 0,7 1 5 0,8 4-3 15,7-2 1-15,-3-5-2 0,-2-5 4 0,-8 1-7 16,-7-3 3-16,0 6-5 0,-6 6-3 0,0 6 1 16,-7 11-8-16,-4 7 6 0,-5 4-7 0,-10 9-27 15,-7 1-9-15,-13 3-14 0,-10 3-106 0</inkml:trace>
  <inkml:trace contextRef="#ctx0" brushRef="#br0" timeOffset="-143237.59">6449 9088 17 0,'0'0'21'16,"0"-2"16"-16,0 0 27 0,0 0 6 0,0 1-10 0,0-3-23 15,0 0-11-15,0 0-8 0,0 1 5 16,0-3-13-16,2 1-14 0,1-1 7 0,1 0-7 0,-2 3 9 15,13-3 0-15,1 4 0 0,3-11 1 0,-4 4 2 16,-2 3 4-16,2 1 5 0,0 1 1 0,-1 4 12 0,5 0 2 16,-10 2-3-16,0 2 4 0,-1-2 6 0,1 27-11 15,2 5 5-15,-5 3-9 0,3 2-15 0,-5 4 7 16,0-1-5-16,3 5 7 0,0-5-8 0,6-1 6 16,0-6-3-16,-1-7 7 0,4-5 22 0,1-10 12 15,0-4 3-15,3-7 1 0,4 14 8 0,8-6-4 16,7-10-7-16,7-10 1 0,10-14-17 0,15 6-9 15,20-32 2-15,16-14-8 0,12 1-19 0,13 0-11 16,-4-2-5-16,11 4-2 0,12 2-9 0,16-3-34 0,9-12-6 16,6-13-30-16,19-12-221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1:51:53.076"/>
    </inkml:context>
    <inkml:brush xml:id="br0">
      <inkml:brushProperty name="width" value="0.05" units="cm"/>
      <inkml:brushProperty name="height" value="0.05" units="cm"/>
    </inkml:brush>
  </inkml:definitions>
  <inkml:trace contextRef="#ctx0" brushRef="#br0">504 680 616 0 0,'-19'0'3818'0'0,"9"3"-3588"0"0,-1-1 0 0 0,1 1 0 0 0,0 0 0 0 0,0 1 1 0 0,-12 6-1 0 0,-30 10 1145 0 0,51-19-1252 0 0,-18 1 1179 0 0,19-2-1284 0 0,0 0-1 0 0,0 1 0 0 0,-1-1 0 0 0,1 0 1 0 0,0-1-1 0 0,-1 1 0 0 0,1 0 0 0 0,0 0 0 0 0,0 0 1 0 0,-1 0-1 0 0,1 0 0 0 0,0 0 0 0 0,0 0 1 0 0,-1 0-1 0 0,1 0 0 0 0,0 0 0 0 0,0-1 1 0 0,-1 1-1 0 0,1 0 0 0 0,0 0 0 0 0,0 0 1 0 0,-1-1-1 0 0,1 1 0 0 0,0 0 0 0 0,0 0 0 0 0,0 0 1 0 0,0-1-1 0 0,-1 1 0 0 0,1 0 0 0 0,0-1 1 0 0,0 1-1 0 0,0 0 0 0 0,0 0 0 0 0,0-1 1 0 0,0 1-1 0 0,0 0 0 0 0,0 0 0 0 0,0-1 1 0 0,0 1-1 0 0,0 0 0 0 0,0-1 0 0 0,0 1 0 0 0,0 0 1 0 0,0 0-1 0 0,0-1 0 0 0,0 1 0 0 0,0 0 1 0 0,0-1-1 0 0,0 1 0 0 0,0 0 0 0 0,1 0 1 0 0,-1-1-1 0 0,0 1 0 0 0,4-10 26 0 0,-1 0-11 0 0,1 0 1 0 0,0 1-1 0 0,1-1 1 0 0,0 1-1 0 0,1 0 1 0 0,-1 1-1 0 0,12-14 1 0 0,50-48 151 0 0,-34 34-117 0 0,2 1-1 0 0,1 1 1 0 0,47-32 0 0 0,-31 29-49 0 0,-25 17-10 0 0,0 2 0 0 0,47-24 0 0 0,-71 41-2 0 0,1-1 0 0 0,-1 0 0 0 0,0 0-1 0 0,0-1 1 0 0,0 1 0 0 0,3-4 0 0 0,-5 4-6 0 0,1 0 1 0 0,0 1-1 0 0,0-1 0 0 0,0 1 1 0 0,0-1-1 0 0,0 1 0 0 0,0-1 1 0 0,0 1-1 0 0,4-1 0 0 0,7-1-9 0 0,-12 2 24 0 0,0 1 0 0 0,0 0 0 0 0,0 0-1 0 0,0 0 1 0 0,0-1 0 0 0,0 1 0 0 0,0 0 0 0 0,0-1 0 0 0,0 1 0 0 0,0-1 0 0 0,0 1 0 0 0,0-1-1 0 0,0 1 1 0 0,0-1 0 0 0,-1 0 0 0 0,1 1 0 0 0,0-1 0 0 0,0 0 0 0 0,-1 0 0 0 0,1 0 0 0 0,0 0 0 0 0,-1 1-1 0 0,1-3 1 0 0,-2 0 157 0 0,-6 4-69 0 0,-7 2-26 0 0,0 2 1 0 0,1-1-1 0 0,-24 13 0 0 0,-17 6 45 0 0,38-17-95 0 0,1 0-1 0 0,-1 1 1 0 0,1 1 0 0 0,0 1 0 0 0,1 0 0 0 0,-18 15 0 0 0,-72 73 90 0 0,11-10 1 0 0,80-75-81 0 0,-21 26 1 0 0,-6 4 127 0 0,31-28-24 0 0,9-14-139 0 0,0 0 0 0 0,0 0 0 0 0,0 0 0 0 0,1 0 0 0 0,-1 0 0 0 0,0-1 0 0 0,0 1 0 0 0,0 0 0 0 0,0 0 0 0 0,1 0 0 0 0,-1 0 0 0 0,0 0 0 0 0,0 0 0 0 0,0 0 0 0 0,0 0 0 0 0,1 0 0 0 0,-1 0 0 0 0,0 0 0 0 0,0 0 0 0 0,0 0 0 0 0,1 0 0 0 0,-1 0 0 0 0,0 0 0 0 0,0 0 0 0 0,0 0 0 0 0,0 0 0 0 0,1 0 0 0 0,-1 0 0 0 0,0 0-1 0 0,0 1 1 0 0,0-1 0 0 0,0 0 0 0 0,1 0 0 0 0,-1 0 0 0 0,0 0 0 0 0,0 0 0 0 0,0 0 0 0 0,0 1 0 0 0,0-1 0 0 0,0 0 0 0 0,1 0 0 0 0,-1 0 0 0 0,0 0 0 0 0,0 0 0 0 0,0 1 0 0 0,0-1 0 0 0,0 0 0 0 0,0 0 0 0 0,0 0 0 0 0,0 1 0 0 0,0-1 0 0 0,0 0 0 0 0,0 0 0 0 0,0 0 0 0 0,0 0 0 0 0,0 1 0 0 0,0-1 0 0 0,0 0 0 0 0,0 0 0 0 0,0 0 0 0 0,0 1 0 0 0,0-1 0 0 0,0 0 0 0 0,0 0 0 0 0,0 0 0 0 0,11-5-5 0 0,0-1 0 0 0,-1-1 0 0 0,1 0 0 0 0,-1-1 0 0 0,-1 0 1 0 0,1 0-1 0 0,13-17 0 0 0,190-223 67 0 0,-203 238-71 0 0,1-1 1 0 0,-1 1-1 0 0,2 1 1 0 0,22-16-1 0 0,21-16-9 0 0,-52 39 13 0 0,1-1 1 0 0,-1 0-1 0 0,1 1 1 0 0,0 0 0 0 0,6-3-1 0 0,-7 4 0 0 0,0-1 0 0 0,0 1 1 0 0,0-1-1 0 0,0 0 0 0 0,0 0 0 0 0,4-4 0 0 0,6-9-22 0 0,-11 9 34 0 0,-8 6 16 0 0,-13 6 2 0 0,14-5-17 0 0,-1 1-1 0 0,1-1 1 0 0,0 1-1 0 0,-1 0 1 0 0,-5 4-1 0 0,4-1 3 0 0,1 0-1 0 0,-1 1 1 0 0,1-1 0 0 0,1 1-1 0 0,-1 0 1 0 0,1 1-1 0 0,-7 10 1 0 0,-28 56 80 0 0,11-18-55 0 0,-87 142-13 0 0,82-127 121 0 0,34-69-138 0 0,0-1 1 0 0,-1 1-1 0 0,1-1 1 0 0,0 1-1 0 0,0-1 1 0 0,-1 1-1 0 0,1-1 0 0 0,0 1 1 0 0,0-1-1 0 0,0 1 1 0 0,0-1-1 0 0,0 1 0 0 0,-1-1 1 0 0,1 1-1 0 0,0 0 1 0 0,0-1-1 0 0,1 1 1 0 0,-1-1-1 0 0,0 1 0 0 0,0-1 1 0 0,0 1-1 0 0,0 0 1 0 0,11 1 55 0 0,23-12-66 0 0,-25 6 20 0 0,3 0-12 0 0,-1-1-1 0 0,1-1 1 0 0,-1 0-1 0 0,0-1 1 0 0,15-11-1 0 0,48-46 33 0 0,-50 42-17 0 0,-5 4-18 0 0,0 0 0 0 0,-1-2 0 0 0,-1 0 0 0 0,0-1 0 0 0,24-43 0 0 0,-30 41-7 0 0,-8 17 1 0 0,1-1 0 0 0,-1 1 0 0 0,1-1 1 0 0,0 1-1 0 0,7-9 0 0 0,8-3-6 0 0,-14 15 11 0 0,-1 0-1 0 0,-1-1 0 0 0,1 1 1 0 0,0-1-1 0 0,-1 0 0 0 0,0 0 1 0 0,0 0-1 0 0,0 0 0 0 0,0 0 1 0 0,-1-1-1 0 0,0 1 0 0 0,4-10 1 0 0,-6 12-7 0 0,1 0 1 0 0,-1 1-1 0 0,1-1 1 0 0,0 1-1 0 0,-1-1 0 0 0,1 1 1 0 0,0-1-1 0 0,0 1 1 0 0,2-3-1 0 0,4-6 7 0 0,-7 10-1 0 0,0 0 0 0 0,0 0-1 0 0,0-1 1 0 0,0 1 0 0 0,0 0 0 0 0,0 0 0 0 0,0 0-1 0 0,0 0 1 0 0,0 0 0 0 0,0 0 0 0 0,0-1 0 0 0,0 1-1 0 0,0 0 1 0 0,0 0 0 0 0,0 0 0 0 0,0 0 0 0 0,0 0-1 0 0,0 0 1 0 0,0 0 0 0 0,0-1 0 0 0,0 1-1 0 0,0 0 1 0 0,0 0 0 0 0,-1 0 0 0 0,1 0 0 0 0,0 0-1 0 0,0 0 1 0 0,0 0 0 0 0,0 0 0 0 0,0 0 0 0 0,0 0-1 0 0,0-1 1 0 0,0 1 0 0 0,-1 0 0 0 0,1 0 0 0 0,0 0-1 0 0,0 0 1 0 0,0 0 0 0 0,0 0 0 0 0,0 0-1 0 0,0 0 1 0 0,0 0 0 0 0,-1 0 0 0 0,1 0 0 0 0,0 0-1 0 0,0 0 1 0 0,0 0 0 0 0,0 0 0 0 0,0 0 0 0 0,0 0-1 0 0,-1 0 1 0 0,1 0 0 0 0,0 0 0 0 0,0 1 0 0 0,0-1-1 0 0,0 0 1 0 0,-8 0 4 0 0,-1 1 0 0 0,1 0 0 0 0,0 1-1 0 0,0 0 1 0 0,0 0 0 0 0,1 1 0 0 0,-1 0 0 0 0,-13 6-1 0 0,9-3 3 0 0,2-2 5 0 0,-1 1 0 0 0,1 0 0 0 0,0 0 0 0 0,0 1 0 0 0,1 0 0 0 0,0 1 0 0 0,0 0 0 0 0,0 1 0 0 0,1-1 0 0 0,0 2 0 0 0,1-1 0 0 0,-12 18 0 0 0,12-16-1 0 0,-29 37 35 0 0,-12-3 4 0 0,24-11-16 0 0,21-27-25 0 0,-1 0-1 0 0,-1 0 1 0 0,1-1 0 0 0,-1 1 0 0 0,-8 6 0 0 0,7-6 1 0 0,0 0 0 0 0,0 0 0 0 0,1 0 1 0 0,0 0-1 0 0,0 1 0 0 0,0 0 0 0 0,1 0 0 0 0,0 0 0 0 0,1 1 1 0 0,-5 13-1 0 0,0-3 3 0 0,2-6-35 0 0,5-11 34 0 0,0 1 0 0 0,0 0 1 0 0,0 0-1 0 0,0-1 0 0 0,1 1 0 0 0,-1 0 0 0 0,0 0 0 0 0,1 0 1 0 0,-1 4-1 0 0,1-5-8 0 0,1-1 1 0 0,-1 1-1 0 0,0 0 0 0 0,1 0 1 0 0,-1-1-1 0 0,1 1 1 0 0,-1 0-1 0 0,1 0 0 0 0,-1-1 1 0 0,1 1-1 0 0,-1-1 1 0 0,1 1-1 0 0,0 0 0 0 0,-1-1 1 0 0,1 1-1 0 0,0-1 1 0 0,0 0-1 0 0,-1 1 0 0 0,1-1 1 0 0,0 0-1 0 0,0 1 1 0 0,-1-1-1 0 0,1 0 0 0 0,0 0 1 0 0,0 1-1 0 0,0-1 1 0 0,0 0-1 0 0,-1 0 1 0 0,2 0-1 0 0,6 0 3 0 0,0 1-1 0 0,0-1 1 0 0,0-1 0 0 0,0 0-1 0 0,0 0 1 0 0,0 0 0 0 0,0-1-1 0 0,0 0 1 0 0,-1-1 0 0 0,1 0 0 0 0,-1 0-1 0 0,0 0 1 0 0,13-9 0 0 0,-2 1-11 0 0,0-1 1 0 0,-1-1-1 0 0,-1 0 1 0 0,18-20-1 0 0,-22 21-3 0 0,23-23-15 0 0,-2-1 0 0 0,-2-2 0 0 0,40-62 0 0 0,-49 68-48 0 0,-16 25 67 0 0,-1 0 0 0 0,0 0 1 0 0,-1-1-1 0 0,1 1 0 0 0,-1-1 0 0 0,-1 0 1 0 0,5-15-1 0 0,-7 22 6 0 0,-1 1 0 0 0,0-1 0 0 0,0 1 0 0 0,0-1 0 0 0,0 1 0 0 0,0-1 0 0 0,0 1 0 0 0,0 0 0 0 0,-1-1-1 0 0,1 1 1 0 0,0-1 0 0 0,0 1 0 0 0,0-1 0 0 0,0 1 0 0 0,0 0 0 0 0,-1-1 0 0 0,1 1 0 0 0,0-1 0 0 0,0 1 0 0 0,-1 0 0 0 0,1-1 0 0 0,0 1 0 0 0,-1 0 0 0 0,1-1 0 0 0,0 1 0 0 0,-1 0 0 0 0,1 0 0 0 0,-1-1 0 0 0,1 1 0 0 0,0 0 0 0 0,-1 0-1 0 0,1 0 1 0 0,-1 0 0 0 0,1-1 0 0 0,-1 1 0 0 0,1 0 0 0 0,0 0 0 0 0,-1 0 0 0 0,1 0 0 0 0,-2 0 0 0 0,-19 1-15 0 0,18 0 19 0 0,-11 2 3 0 0,1 0-1 0 0,0 1 0 0 0,-24 12 1 0 0,-4 0 12 0 0,35-15-17 0 0,0 1 1 0 0,0 0-1 0 0,0 0 0 0 0,0 1 0 0 0,1 0 1 0 0,-1 0-1 0 0,1 0 0 0 0,0 0 1 0 0,-1 1-1 0 0,2 0 0 0 0,-1 0 0 0 0,0 0 1 0 0,-3 6-1 0 0,-4 4 4 0 0,1 0-1 0 0,1 1 1 0 0,0 1-1 0 0,-7 16 1 0 0,-13 20-25 0 0,10-17 34 0 0,1 2-1 0 0,2 0 0 0 0,2 1 0 0 0,-14 54 1 0 0,14-58 64 0 0,12-29-67 0 0,1 0 0 0 0,0 1 0 0 0,-1-1 1 0 0,1 1-1 0 0,1-1 0 0 0,-1 1 0 0 0,1 0 1 0 0,-1 10-1 0 0,2-14-5 0 0,1-1 11 0 0,3 1-5 0 0,3 2-12 0 0,0-1 0 0 0,1 0-1 0 0,-1 0 1 0 0,1-1 0 0 0,0 0 0 0 0,0 0 0 0 0,0 0-1 0 0,0-1 1 0 0,0-1 0 0 0,0 1 0 0 0,0-1 0 0 0,0-1-1 0 0,0 1 1 0 0,0-1 0 0 0,0-1 0 0 0,0 1 0 0 0,0-2-1 0 0,-1 1 1 0 0,12-5 0 0 0,-7 2-12 0 0,0-1 0 0 0,0 1 0 0 0,0-2 0 0 0,19-14 0 0 0,14-12-45 0 0,-31 24 38 0 0,-1-1 0 0 0,0 0-1 0 0,-1 0 1 0 0,0-1 0 0 0,-1-1 0 0 0,0 0-1 0 0,-1-1 1 0 0,11-16 0 0 0,-7 3-14 0 0,-2-1-1 0 0,0 0 1 0 0,-2-1 0 0 0,12-54 0 0 0,-20 74 35 0 0,1 1 0 0 0,0-1 1 0 0,0 1-1 0 0,5-8 0 0 0,-5 12 0 0 0,-1 0 0 0 0,0 0 1 0 0,-1 0-1 0 0,1-1 0 0 0,-1 1 0 0 0,1 0 1 0 0,-1-1-1 0 0,0 1 0 0 0,0-1 0 0 0,0 1 1 0 0,-1-1-1 0 0,1 1 0 0 0,-1-1 0 0 0,0 0 1 0 0,0 1-1 0 0,0-1 0 0 0,-1 0 0 0 0,1 1 0 0 0,-1-1 1 0 0,-2-6-1 0 0,2 9 3 0 0,0-1-1 0 0,0 1 1 0 0,0-1-1 0 0,0 1 1 0 0,0-1 0 0 0,-1 1-1 0 0,1 0 1 0 0,-1 0-1 0 0,1-1 1 0 0,-1 1 0 0 0,1 0-1 0 0,-1 1 1 0 0,0-1-1 0 0,1 0 1 0 0,-4-1 0 0 0,-26-6 3 0 0,29 8-7 0 0,-6-2 6 0 0,0 1 0 0 0,0 0 0 0 0,0 1 0 0 0,0 0-1 0 0,-1 0 1 0 0,1 1 0 0 0,0 0 0 0 0,0 0 0 0 0,0 1-1 0 0,1 0 1 0 0,-1 0 0 0 0,0 1 0 0 0,-8 4 0 0 0,-28 9 43 0 0,38-15-51 0 0,0 1-1 0 0,0 0 1 0 0,1 0 0 0 0,-1 1-1 0 0,0-1 1 0 0,1 1-1 0 0,0 0 1 0 0,-1 0-1 0 0,-4 6 1 0 0,-8 8 15 0 0,2 1-1 0 0,0 1 1 0 0,2 1-1 0 0,-24 41 1 0 0,-10 2 47 0 0,42-52-50 0 0,1-1-1 0 0,0 1 1 0 0,0 0 0 0 0,1 0 0 0 0,1 0 0 0 0,0 1 0 0 0,-2 15-1 0 0,4-22-1 0 0,0 1 0 0 0,0-1 0 0 0,-1 0 0 0 0,0 1-1 0 0,-3 5 1 0 0,3-6-1 0 0,0-1-1 0 0,0 1 1 0 0,1 0-1 0 0,0-1 1 0 0,0 1-1 0 0,0 0 1 0 0,-1 7-1 0 0,2-12-9 0 0,0 1 0 0 0,0-1 0 0 0,0 0 0 0 0,0 0 0 0 0,0 1-1 0 0,0-1 1 0 0,0 0 0 0 0,0 0 0 0 0,0 0 0 0 0,0 1 0 0 0,1-1 0 0 0,-1 0 0 0 0,0 0-1 0 0,0 0 1 0 0,0 1 0 0 0,0-1 0 0 0,0 0 0 0 0,0 0 0 0 0,0 0 0 0 0,1 1 0 0 0,-1-1 0 0 0,0 0-1 0 0,0 0 1 0 0,0 0 0 0 0,0 0 0 0 0,1 0 0 0 0,-1 1 0 0 0,0-1 0 0 0,0 0 0 0 0,0 0-1 0 0,1 0 1 0 0,-1 0 0 0 0,0 0 0 0 0,0 0 0 0 0,0 0 0 0 0,1 0 0 0 0,-1 0 0 0 0,7 3 12 0 0,1 1-15 0 0,0 0 0 0 0,0 0 0 0 0,0-1 0 0 0,1 0 0 0 0,0-1 0 0 0,-1 0 0 0 0,1 0 0 0 0,0-1 0 0 0,0 0 0 0 0,0-1 0 0 0,0 0 0 0 0,0 0 0 0 0,0-1 0 0 0,0 0 0 0 0,0 0 0 0 0,10-4 0 0 0,-2-1-22 0 0,31-15-1 0 0,5-1-6 0 0,-44 19 25 0 0,0 1-1 0 0,-1-1 0 0 0,1-1 1 0 0,-1 0-1 0 0,0 0 0 0 0,0 0 1 0 0,0-1-1 0 0,0 0 0 0 0,-1-1 1 0 0,0 0-1 0 0,0 0 0 0 0,-1 0 1 0 0,1-1-1 0 0,-1 0 0 0 0,-1 0 1 0 0,8-13-1 0 0,3-9-8 0 0,-2-1-1 0 0,-1 0 1 0 0,-2-1 0 0 0,-1-1-1 0 0,11-57 1 0 0,-4 43 16 0 0,1-1 33 0 0,-17 44-19 0 0,-1 0 0 0 0,1 0 0 0 0,-1 1-1 0 0,0-1 1 0 0,1 0 0 0 0,-1 0-1 0 0,-1 0 1 0 0,1 0 0 0 0,0 0 0 0 0,-1 0-1 0 0,0 1 1 0 0,1-1 0 0 0,-1 0-1 0 0,-2-3 1 0 0,2 4-9 0 0,-1 0-1 0 0,1 0 0 0 0,-1 0 1 0 0,0 0-1 0 0,0 0 0 0 0,0 1 1 0 0,0-1-1 0 0,0 1 1 0 0,0-1-1 0 0,0 1 0 0 0,0 0 1 0 0,-1 0-1 0 0,1 0 0 0 0,-3-1 1 0 0,-35-7 65 0 0,29 8-65 0 0,1 1-1 0 0,-1 0 1 0 0,0 1-1 0 0,1 1 0 0 0,-1-1 1 0 0,1 2-1 0 0,-17 5 1 0 0,-16 3 12 0 0,23-5-24 0 0,0 2 0 0 0,1-1 0 0 0,0 2 0 0 0,0 1 1 0 0,-31 21-1 0 0,21-13 15 0 0,9-4 1 0 0,1 0 0 0 0,1 1 0 0 0,1 0 0 0 0,0 2 0 0 0,1 0 0 0 0,0 1 0 0 0,2 0 0 0 0,0 2 0 0 0,-18 33 0 0 0,-45 62 106 0 0,75-112-114 0 0,0 0 0 0 0,1 1 0 0 0,0-1 0 0 0,0 1 0 0 0,0-1 0 0 0,0 1 0 0 0,1 0 0 0 0,-1 3 0 0 0,1-3 3 0 0,0-1-1 0 0,-1 1 1 0 0,0 0-1 0 0,0-1 1 0 0,0 1-1 0 0,0-1 1 0 0,0 1-1 0 0,-3 4 1 0 0,3-7-6 0 0,0 0 0 0 0,0 0 0 0 0,1 0 0 0 0,-1 0 0 0 0,0 1-1 0 0,0-1 1 0 0,1 0 0 0 0,-1 1 0 0 0,1-1 0 0 0,-1 0 0 0 0,1 1 0 0 0,0-1 0 0 0,-1 1 0 0 0,1-1 0 0 0,0 0 0 0 0,0 1 0 0 0,0-1 0 0 0,0 1-1 0 0,0-1 1 0 0,1 1 0 0 0,-1-1 0 0 0,0 0 0 0 0,0 1 0 0 0,1-1 0 0 0,-1 1 0 0 0,1-1 0 0 0,0 0 0 0 0,-1 1 0 0 0,1-1 0 0 0,0 0 0 0 0,0 0 0 0 0,0 0-1 0 0,-1 0 1 0 0,1 0 0 0 0,0 0 0 0 0,1 0 0 0 0,-1 0 0 0 0,0 0 0 0 0,0 0 0 0 0,0 0 0 0 0,0 0 0 0 0,1-1 0 0 0,-1 1 0 0 0,2 0 0 0 0,4 1-8 0 0,-1 1 0 0 0,1-1 0 0 0,0-1 0 0 0,0 1 1 0 0,0-1-1 0 0,0 0 0 0 0,14-1 0 0 0,-7-1 7 0 0,-1-1 0 0 0,0-1 0 0 0,0 0-1 0 0,0-1 1 0 0,0 0 0 0 0,-1-1 0 0 0,21-11-1 0 0,29-10-16 0 0,-51 22 9 0 0,-1 1 0 0 0,0-2 0 0 0,0 1 0 0 0,0-1 0 0 0,-1-1-1 0 0,0 0 1 0 0,0 0 0 0 0,0 0 0 0 0,-1-2 0 0 0,10-9 0 0 0,-14 13 8 0 0,5-3-1 0 0,0-2 0 0 0,-1 1 1 0 0,0-1-1 0 0,0-1 0 0 0,-1 1 0 0 0,0-1 0 0 0,0-1 0 0 0,-1 1 1 0 0,-1-1-1 0 0,7-17 0 0 0,10-72 33 0 0,-9 35 32 0 0,-12 60-50 0 0,0-1 1 0 0,0 1 0 0 0,0 0-1 0 0,-1-1 1 0 0,0 1-1 0 0,0 0 1 0 0,-1-8 0 0 0,1 12-11 0 0,-1-1 1 0 0,1 0 0 0 0,-1 1-1 0 0,1-1 1 0 0,-1 0 0 0 0,0 1-1 0 0,1-1 1 0 0,-1 1 0 0 0,0-1 0 0 0,0 1-1 0 0,0-1 1 0 0,0 1 0 0 0,0-1-1 0 0,-1 1 1 0 0,1 0 0 0 0,0 0-1 0 0,-1 0 1 0 0,1 0 0 0 0,-1 0-1 0 0,1 0 1 0 0,-1 0 0 0 0,1 0-1 0 0,-1 0 1 0 0,1 1 0 0 0,-1-1 0 0 0,-2 0-1 0 0,-48-17 44 0 0,42 13-43 0 0,0 1 0 0 0,0 0 0 0 0,-1 1 0 0 0,1 0 0 0 0,-1 1 0 0 0,-13-2 0 0 0,1 4 10 0 0,0 1 0 0 0,0 1 0 0 0,0 0-1 0 0,0 2 1 0 0,1 1 0 0 0,-1 1 0 0 0,1 1 0 0 0,0 0 0 0 0,1 2 0 0 0,0 0 0 0 0,-36 23 0 0 0,35-20-3 0 0,16-9-9 0 0,1 0-1 0 0,-1 0 1 0 0,1 0 0 0 0,0 0-1 0 0,0 1 1 0 0,1 0 0 0 0,-6 4 0 0 0,-17 16 7 0 0,23-21-7 0 0,0-1 1 0 0,1 1-1 0 0,-1 0 1 0 0,1 1 0 0 0,-1-1-1 0 0,1 1 1 0 0,0-1 0 0 0,-4 8-1 0 0,-2 6-9 0 0,1 0 0 0 0,1 0 0 0 0,-7 25-1 0 0,12-36 9 0 0,1 0-1 0 0,0 0 0 0 0,0 0 0 0 0,0 1 1 0 0,1-1-1 0 0,0 0 0 0 0,0 0 0 0 0,1 1 1 0 0,0-1-1 0 0,0 0 0 0 0,0 0 0 0 0,1 0 1 0 0,-1 0-1 0 0,5 8 0 0 0,-4-12-4 0 0,0 1-1 0 0,-1-1 0 0 0,2 0 1 0 0,-1 0-1 0 0,0 0 1 0 0,0 0-1 0 0,1 0 1 0 0,-1-1-1 0 0,1 1 0 0 0,-1-1 1 0 0,1 1-1 0 0,0-1 1 0 0,5 2-1 0 0,37 9-6 0 0,-36-10 12 0 0,0-1 0 0 0,-1-1 1 0 0,1 1-1 0 0,-1-2 0 0 0,1 1 1 0 0,0-1-1 0 0,-1 0 0 0 0,1-1 1 0 0,-1 0-1 0 0,0 0 0 0 0,1-1 1 0 0,-1 0-1 0 0,0 0 0 0 0,-1-1 1 0 0,16-9-1 0 0,2 0-7 0 0,-16 8-1 0 0,0 0 1 0 0,-1 0 0 0 0,1 0-1 0 0,10-10 1 0 0,-7 2 10 0 0,0 0 0 0 0,-1 0 0 0 0,-1-2 0 0 0,0 1 0 0 0,-1-1 0 0 0,0-1-1 0 0,-1 1 1 0 0,-1-1 0 0 0,9-29 0 0 0,-13 37 7 0 0,1 0-1 0 0,0 0 1 0 0,6-9-1 0 0,-6 10-1 0 0,0 0 1 0 0,0 0-1 0 0,-1 0 0 0 0,3-8 0 0 0,-5 13-3 0 0,-1-1-1 0 0,1 0 1 0 0,-1 1-1 0 0,1-1 0 0 0,-1 0 1 0 0,0 0-1 0 0,0 1 1 0 0,-1-1-1 0 0,1 0 0 0 0,0 1 1 0 0,-1-1-1 0 0,1 0 0 0 0,-1 1 1 0 0,0-1-1 0 0,-2-4 1 0 0,2 6-3 0 0,1 1 0 0 0,-1-1 1 0 0,1 1-1 0 0,-1-1 1 0 0,1 1-1 0 0,-1 0 1 0 0,1-1-1 0 0,-1 1 0 0 0,0-1 1 0 0,1 1-1 0 0,-1 0 1 0 0,0 0-1 0 0,1-1 1 0 0,-1 1-1 0 0,1 0 0 0 0,-1 0 1 0 0,0 0-1 0 0,0 0 1 0 0,1 0-1 0 0,-2 0 0 0 0,-7-2 2 0 0,2-2 5 0 0,0 1-1 0 0,0 1 0 0 0,0-1 0 0 0,-1 1 0 0 0,1 0 1 0 0,-1 1-1 0 0,1 0 0 0 0,-1 0 0 0 0,1 1 0 0 0,-1-1 1 0 0,0 2-1 0 0,-11 1 0 0 0,10 0-8 0 0,1 1 0 0 0,-1 0-1 0 0,1 1 1 0 0,-1-1 0 0 0,1 2 0 0 0,1-1 0 0 0,-1 1-1 0 0,1 0 1 0 0,-1 1 0 0 0,1 0 0 0 0,1 0-1 0 0,-1 0 1 0 0,1 1 0 0 0,1 0 0 0 0,-1 0 0 0 0,1 1-1 0 0,0-1 1 0 0,-7 17 0 0 0,-13 21 22 0 0,11-20-20 0 0,0 1-1 0 0,2 0 1 0 0,-12 37 0 0 0,6-18-1 0 0,13-33-8 0 0,0-1 0 0 0,-5 21 0 0 0,9-28 7 0 0,0 1-1 0 0,0-1 1 0 0,1 1-1 0 0,-1-1 0 0 0,1 1 1 0 0,0-1-1 0 0,0 1 1 0 0,1 0-1 0 0,-1-1 1 0 0,1 1-1 0 0,0-1 0 0 0,0 0 1 0 0,3 8-1 0 0,0-9 7 0 0,-1-1-1 0 0,1 0 0 0 0,-1 0 1 0 0,1 0-1 0 0,-1 0 1 0 0,1 0-1 0 0,6 1 0 0 0,1 2-9 0 0,-2-2 4 0 0,1 0-1 0 0,-1 0 1 0 0,0 0 0 0 0,0-1-1 0 0,1-1 1 0 0,0 0 0 0 0,-1 0-1 0 0,1-1 1 0 0,-1 0 0 0 0,1 0-1 0 0,0-1 1 0 0,14-3 0 0 0,11-5-19 0 0,67-24 1 0 0,-101 32 16 0 0,56-22-24 0 0,-25 9 22 0 0,35-9 1 0 0,-54 19 1 0 0,-8 3 0 0 0,0 0 0 0 0,-1 0 0 0 0,1-1 0 0 0,0 1 0 0 0,-1-1 0 0 0,1-1 0 0 0,-1 1 0 0 0,1 0 0 0 0,-1-1 0 0 0,0 0 0 0 0,0 0 0 0 0,3-4 0 0 0,9-11-8 0 0,-1-1 0 0 0,16-25 0 0 0,5-7 59 0 0,-31 44-49 0 0,-1 0 0 0 0,0 0 0 0 0,-1 0 0 0 0,1-1 1 0 0,-1 0-1 0 0,-1 0 0 0 0,1 0 0 0 0,-2 0 0 0 0,1 0 0 0 0,0-10 1 0 0,0 8-5 0 0,0-1 0 0 0,0 1 1 0 0,1-1-1 0 0,5-14 1 0 0,-6 22 0 0 0,0-1 0 0 0,-1 0 0 0 0,0 0 0 0 0,0 0 0 0 0,0 0 0 0 0,0 0 0 0 0,-1-1 0 0 0,1 1 0 0 0,-1 0 0 0 0,0 0 0 0 0,-1-7 0 0 0,-1 2-7 0 0,0-1 0 0 0,-1 0 0 0 0,-5-11 0 0 0,-2-9 0 0 0,9 28 12 0 0,0 0-1 0 0,0 1 0 0 0,1-1 1 0 0,-1 1-1 0 0,0-1 0 0 0,-1 1 1 0 0,1 0-1 0 0,0-1 0 0 0,0 1 1 0 0,0 0-1 0 0,-1 0 0 0 0,1 0 1 0 0,-1 0-1 0 0,1 0 0 0 0,-1 0 1 0 0,1 0-1 0 0,-1 0 0 0 0,0 1 1 0 0,1-1-1 0 0,-4 0 0 0 0,-41-7 34 0 0,34 6-34 0 0,-7-1-3 0 0,-36-11-1 0 0,40 9 13 0 0,1 1-1 0 0,-1 0 1 0 0,0 1-1 0 0,0 1 1 0 0,-16-1-1 0 0,9 5-8 0 0,-1 1 0 0 0,1 1 0 0 0,0 1 0 0 0,1 0 0 0 0,-1 2 1 0 0,1 1-1 0 0,0 0 0 0 0,-22 14 0 0 0,3-6 24 0 0,31-13-17 0 0,0 1 0 0 0,1-1-1 0 0,-1 1 1 0 0,1 1 0 0 0,-8 5 0 0 0,-85 70-31 0 0,94-73 19 0 0,0 0 1 0 0,1 0-1 0 0,0 1 0 0 0,1 0 1 0 0,-1 0-1 0 0,2 0 0 0 0,-9 17 1 0 0,-10 18 44 0 0,19-38-47 0 0,1 1 0 0 0,-1 0-1 0 0,1 1 1 0 0,1-1 0 0 0,-4 11 0 0 0,5-14-4 0 0,0 0 0 0 0,1 0 0 0 0,-1-1 0 0 0,1 1 0 0 0,-1 0 0 0 0,1 0-1 0 0,0 0 1 0 0,1 0 0 0 0,-1 0 0 0 0,0 0 0 0 0,1 0 0 0 0,0 0 0 0 0,-1 0 0 0 0,3 4 0 0 0,-1-5 0 0 0,0 1 0 0 0,0-1 0 0 0,0 1 0 0 0,0-1 0 0 0,1 0 1 0 0,-1 0-1 0 0,1 0 0 0 0,0 0 0 0 0,-1 0 0 0 0,1-1 0 0 0,0 1 0 0 0,0-1 0 0 0,0 1 0 0 0,0-1 0 0 0,0 0 0 0 0,6 1 1 0 0,1 0-5 0 0,-1-1 0 0 0,1 1 1 0 0,0-2-1 0 0,14 1 1 0 0,9-6-42 0 0,0 0-1 0 0,41-13 1 0 0,-24 5-20 0 0,-27 7 52 0 0,0-1 1 0 0,-1-1 0 0 0,0-1-1 0 0,27-15 1 0 0,-45 22 19 0 0,6-4-11 0 0,0-1 0 0 0,-1 1 0 0 0,11-11 0 0 0,12-8-13 0 0,-23 18 27 0 0,-1 1 0 0 0,0-1-1 0 0,0 0 1 0 0,-1-1 0 0 0,0 0 0 0 0,0 0-1 0 0,0 0 1 0 0,-1-1 0 0 0,5-10-1 0 0,-2 1 31 0 0,-4 10 6 0 0,-1 0 0 0 0,-1 0-1 0 0,6-18 1 0 0,-8 24-31 0 0,-1-1 1 0 0,1 1 0 0 0,-1-1-1 0 0,0 1 1 0 0,0-1-1 0 0,0 1 1 0 0,0-1 0 0 0,0 0-1 0 0,-1 1 1 0 0,1-1-1 0 0,-1 1 1 0 0,1-1 0 0 0,-1 1-1 0 0,0-1 1 0 0,0 1-1 0 0,0 0 1 0 0,-1-1 0 0 0,-1-2-1 0 0,2 4-4 0 0,-1-1 0 0 0,1 1 0 0 0,-1 0 0 0 0,1 0 0 0 0,0 0-1 0 0,-1 0 1 0 0,0 0 0 0 0,1 0 0 0 0,-1 0 0 0 0,0 1 0 0 0,1-1 0 0 0,-1 0-1 0 0,0 1 1 0 0,0-1 0 0 0,1 1 0 0 0,-1 0 0 0 0,0 0 0 0 0,-3 0 0 0 0,-3-1 9 0 0,-4-1 16 0 0,1-1 0 0 0,-1 0 0 0 0,-13-7 0 0 0,16 7-8 0 0,0-1 0 0 0,0 1 0 0 0,0 1-1 0 0,-1 0 1 0 0,1 0 0 0 0,-15 0 0 0 0,7 2 5 0 0,-1 1 1 0 0,1 0-1 0 0,1 1 0 0 0,-1 1 0 0 0,0 1 0 0 0,1 1 0 0 0,-28 11 1 0 0,15-5-7 0 0,21-8-13 0 0,-1 0 1 0 0,1 1-1 0 0,0 0 1 0 0,0 0-1 0 0,0 1 1 0 0,1 0-1 0 0,-14 11 1 0 0,0 6-2 0 0,1 1 0 0 0,1 1 1 0 0,-21 34-1 0 0,-41 85 14 0 0,40-68-14 0 0,36-66-8 0 0,1 0 0 0 0,0 0 0 0 0,0 1-1 0 0,-3 12 1 0 0,6-18 3 0 0,0-1 0 0 0,1 1 1 0 0,-1-1-1 0 0,1 1 0 0 0,0 0 0 0 0,0 0 1 0 0,0-1-1 0 0,0 1 0 0 0,0 0 0 0 0,1-1 0 0 0,0 1 1 0 0,0 0-1 0 0,0-1 0 0 0,0 1 0 0 0,3 5 1 0 0,-2-7-1 0 0,0 1 0 0 0,0-1 0 0 0,1 1 1 0 0,-1-1-1 0 0,0 0 0 0 0,1 0 0 0 0,0 0 0 0 0,-1 0 1 0 0,1-1-1 0 0,0 1 0 0 0,3 1 0 0 0,36 11 26 0 0,-29-11-32 0 0,1-1-1 0 0,0 0 0 0 0,-1-1 0 0 0,1-1 1 0 0,0 0-1 0 0,0 0 0 0 0,-1-2 1 0 0,1 0-1 0 0,0 0 0 0 0,-1-1 0 0 0,1-1 1 0 0,-1 0-1 0 0,0-1 0 0 0,22-12 1 0 0,1 1-39 0 0,-28 12 20 0 0,1 1 1 0 0,-1-1 0 0 0,0-1-1 0 0,12-7 1 0 0,-10 3 17 0 0,1 1 0 0 0,-1-1 0 0 0,0-1 1 0 0,-1 0-1 0 0,0 0 0 0 0,-1-1 0 0 0,0 0 0 0 0,0-1 0 0 0,-1 1 1 0 0,-1-1-1 0 0,0-1 0 0 0,5-15 0 0 0,7-22-32 0 0,-12 38 30 0 0,-1-1 0 0 0,-1 1-1 0 0,3-17 1 0 0,-6 24 19 0 0,0 0-1 0 0,-1 0 1 0 0,0 0-1 0 0,0 0 1 0 0,0 0-1 0 0,-1-1 0 0 0,0 1 1 0 0,0 1-1 0 0,0-1 1 0 0,0 0-1 0 0,-1 0 0 0 0,-3-6 1 0 0,2 3 12 0 0,2 5-17 0 0,0 0-1 0 0,-1 1 1 0 0,1-1 0 0 0,0 0-1 0 0,-1 1 1 0 0,0-1 0 0 0,1 1-1 0 0,-1-1 1 0 0,0 1 0 0 0,0 0-1 0 0,-1 0 1 0 0,1 0 0 0 0,0 0-1 0 0,-1 0 1 0 0,1 0 0 0 0,-4-1-1 0 0,-89-28 68 0 0,86 27-64 0 0,0 1 0 0 0,0 0 1 0 0,0 1-1 0 0,-1 0 0 0 0,1 1 1 0 0,0 0-1 0 0,-1 0 0 0 0,1 1 1 0 0,-1 0-1 0 0,1 1 0 0 0,-1 0 1 0 0,1 0-1 0 0,0 1 0 0 0,-1 0 1 0 0,-11 5-1 0 0,-3 1-14 0 0,19-7 7 0 0,-1 1-1 0 0,1-1 0 0 0,0 1 1 0 0,0 0-1 0 0,0 1 1 0 0,1-1-1 0 0,-1 1 1 0 0,0 0-1 0 0,1 0 0 0 0,0 1 1 0 0,-8 6-1 0 0,-22 32-3 0 0,-12 13-4 0 0,-4 6 22 0 0,40-49-3 0 0,1 0 0 0 0,0 0 0 0 0,2 1 0 0 0,-1 0-1 0 0,1 1 1 0 0,-6 19 0 0 0,9-26-7 0 0,1 0 0 0 0,1 0 0 0 0,-1 1-1 0 0,1-1 1 0 0,1 0 0 0 0,-1 1 0 0 0,1 0-1 0 0,0-1 1 0 0,1 1 0 0 0,0 0 0 0 0,0-1-1 0 0,1 1 1 0 0,0 0 0 0 0,0-1 0 0 0,4 13-1 0 0,-3-19-3 0 0,0 1 0 0 0,0 0 0 0 0,0-1 0 0 0,0 0 0 0 0,0 1 0 0 0,0-1 0 0 0,0 0 0 0 0,1 0 0 0 0,-1 0-1 0 0,1 0 1 0 0,-1 0 0 0 0,0-1 0 0 0,1 1 0 0 0,-1-1 0 0 0,4 0 0 0 0,0 1-4 0 0,2 1-5 0 0,8 1-7 0 0,0 1-1 0 0,0 0 1 0 0,16 8 0 0 0,-22-9 16 0 0,0 0 1 0 0,0 0-1 0 0,0 0 0 0 0,0-2 1 0 0,1 1-1 0 0,-1-1 1 0 0,1-1-1 0 0,-1 0 0 0 0,1 0 1 0 0,-1-1-1 0 0,14-3 1 0 0,-2-1-5 0 0,-1 0 0 0 0,0-1 1 0 0,-1-2-1 0 0,30-14 0 0 0,-30 12 24 0 0,-15 9-16 0 0,-1 0 0 0 0,0-1 1 0 0,0 0-1 0 0,0 0 0 0 0,-1 0 0 0 0,1-1 0 0 0,0 1 0 0 0,-1-1 0 0 0,0 0 0 0 0,1 0 0 0 0,-1 0 0 0 0,0 0 0 0 0,-1-1 0 0 0,1 1 0 0 0,-1-1 0 0 0,4-5 0 0 0,26-71-8 0 0,1-2 3 0 0,-30 77 8 0 0,6-11 2 0 0,-1-1 0 0 0,-1 0 1 0 0,-1 0-1 0 0,7-27 0 0 0,-12 39-2 0 0,0 0 0 0 0,-1 0 0 0 0,1 1 0 0 0,-1-1 0 0 0,0 0 0 0 0,-1 0 0 0 0,1 0 0 0 0,-1 0 0 0 0,0 0 0 0 0,0 0 0 0 0,-1 0 0 0 0,1 1 0 0 0,-1-1 0 0 0,0 0 0 0 0,0 1 0 0 0,-1 0 0 0 0,1-1 0 0 0,-1 1 0 0 0,0 0 0 0 0,0 0 0 0 0,-6-4 0 0 0,6 5 3 0 0,0 0-1 0 0,0 1 1 0 0,-1-1 0 0 0,1 1-1 0 0,-1 0 1 0 0,1 0-1 0 0,-1 0 1 0 0,0 0 0 0 0,0 1-1 0 0,-6-2 1 0 0,-43-4 60 0 0,40 6-35 0 0,1-1-1 0 0,-20-4 0 0 0,12 0-4 0 0,11 2-12 0 0,0 1 0 0 0,-1 1 0 0 0,0 0 0 0 0,1 0 0 0 0,-1 1 0 0 0,0 0 0 0 0,-18 1 0 0 0,15 2-6 0 0,-1 1 0 0 0,1 1 0 0 0,-1 0 0 0 0,-18 8 0 0 0,-5 3-2 0 0,30-13-7 0 0,0 0-1 0 0,0 1 0 0 0,0 0 1 0 0,0 0-1 0 0,1 1 0 0 0,0 0 1 0 0,-1 0-1 0 0,1 0 0 0 0,0 1 1 0 0,-9 9-1 0 0,-137 166-50 0 0,141-165 53 0 0,0 0-1 0 0,1 0 1 0 0,1 1 0 0 0,1 0 0 0 0,0 1 0 0 0,1 0 0 0 0,1 0 0 0 0,-6 23-1 0 0,7-15-42 0 0,-2-1 0 0 0,-17 41 0 0 0,22-59 26 0 0,0 0-1 0 0,0 1 1 0 0,0-1 0 0 0,1 0-1 0 0,0 1 1 0 0,1-1-1 0 0,-1 0 1 0 0,1 1 0 0 0,0-1-1 0 0,1 1 1 0 0,1 9 0 0 0,-1-13 8 0 0,0 1 0 0 0,0-1 1 0 0,0 1-1 0 0,0-1 1 0 0,0 0-1 0 0,1 0 0 0 0,-1 1 1 0 0,1-1-1 0 0,0 0 1 0 0,0-1-1 0 0,0 1 1 0 0,1 0-1 0 0,-1-1 0 0 0,1 1 1 0 0,-1-1-1 0 0,1 0 1 0 0,0 1-1 0 0,0-1 0 0 0,0-1 1 0 0,0 1-1 0 0,6 2 1 0 0,6 1-5 0 0,1-2 0 0 0,0 0 0 0 0,0-1 1 0 0,16 1-1 0 0,-12-2 15 0 0,34 7 1 0 0,-22 3-2 0 0,-23-8-5 0 0,-1 0 0 0 0,1 0-1 0 0,12 2 1 0 0,-1-3-17 0 0,1-1 1 0 0,-1-1-1 0 0,0-1 0 0 0,0 0 1 0 0,0-2-1 0 0,30-6 0 0 0,-19 1 7 0 0,-1-2 0 0 0,0-1 0 0 0,35-18 0 0 0,-62 28 11 0 0,-1 0 0 0 0,0 0 0 0 0,0 0 0 0 0,0-1 1 0 0,0 1-1 0 0,0-1 0 0 0,0 1 0 0 0,0-1 0 0 0,0 0 1 0 0,0 1-1 0 0,-1-1 0 0 0,1 0 0 0 0,1-3 0 0 0,7-9 13 0 0,14-7-5 0 0,-19 17-8 0 0,0 0 0 0 0,0 0 0 0 0,0-1 0 0 0,-1 0 0 0 0,7-8 0 0 0,-5 2 7 0 0,-1 0 1 0 0,-1-1-1 0 0,1 1 1 0 0,2-15-1 0 0,6-16 18 0 0,-1 14 6 0 0,-6 15-15 0 0,-1 0-1 0 0,0-1 1 0 0,3-18 0 0 0,-3 8-2 0 0,-1 5 0 0 0,0 0 1 0 0,0-23-1 0 0,-4 38-2 0 0,0 0 0 0 0,0-1 0 0 0,0 1 0 0 0,-1-1 0 0 0,0 1 0 0 0,0 0 0 0 0,0-1 0 0 0,0 1 0 0 0,0 0 0 0 0,-1 0 0 0 0,0 0 0 0 0,0 0 0 0 0,0 0 0 0 0,-5-7 0 0 0,4 9-8 0 0,0 0 0 0 0,0 0 1 0 0,0 0-1 0 0,0 0 0 0 0,0 0 1 0 0,0 1-1 0 0,0-1 1 0 0,-1 1-1 0 0,1 0 0 0 0,-1 0 1 0 0,1 0-1 0 0,-1 1 0 0 0,1-1 1 0 0,-1 1-1 0 0,-3 0 0 0 0,-16-4 15 0 0,-8-7 7 0 0,24 8-17 0 0,0 1 0 0 0,0-1 0 0 0,0 1 0 0 0,0 1 0 0 0,0-1 0 0 0,0 1 0 0 0,0 1 0 0 0,0-1 0 0 0,-8 1 0 0 0,-2 3 3 0 0,1 0 1 0 0,0 1-1 0 0,0 1 0 0 0,-18 8 1 0 0,6-3-28 0 0,19-7 16 0 0,1 1 1 0 0,0 0-1 0 0,0 0 1 0 0,0 1-1 0 0,1 0 0 0 0,0 0 1 0 0,-12 12-1 0 0,0 2 12 0 0,-19 26 0 0 0,-2 3-10 0 0,1-9-17 0 0,-28 33-25 0 0,15-14 59 0 0,37-38-7 0 0,12-17-13 0 0,0 1 0 0 0,1-1 0 0 0,-1 0 1 0 0,1 1-1 0 0,-1 0 0 0 0,1 0 0 0 0,0-1 0 0 0,1 1 1 0 0,-1 0-1 0 0,1 1 0 0 0,-2 7 0 0 0,2-9-4 0 0,0 1-1 0 0,0 0 0 0 0,0-1 0 0 0,0 1 0 0 0,-1-1 0 0 0,0 1 0 0 0,0-1 0 0 0,-4 6 0 0 0,5-7-5 0 0,-1 1 0 0 0,0-1 0 0 0,1 0 0 0 0,-1 1 0 0 0,1-1 0 0 0,0 1 0 0 0,0-1 0 0 0,0 1 0 0 0,0-1 0 0 0,0 1 0 0 0,1 0 0 0 0,-1 0 0 0 0,1-1 0 0 0,0 1 0 0 0,0 0 0 0 0,0 0 0 0 0,0 5 0 0 0,0-8 9 0 0,0 1-1 0 0,1-1 0 0 0,-1 1 1 0 0,0-1-1 0 0,0 0 1 0 0,0 1-1 0 0,1-1 1 0 0,-1 1-1 0 0,0-1 1 0 0,0 0-1 0 0,1 1 0 0 0,-1-1 1 0 0,0 0-1 0 0,1 1 1 0 0,-1-1-1 0 0,0 0 1 0 0,1 0-1 0 0,-1 1 0 0 0,1-1 1 0 0,-1 0-1 0 0,0 0 1 0 0,1 0-1 0 0,-1 1 1 0 0,1-1-1 0 0,-1 0 1 0 0,1 0-1 0 0,7 3-4 0 0,5 3 6 0 0,0-1-1 0 0,0 0 1 0 0,0-1 0 0 0,1-1-1 0 0,-1 0 1 0 0,1-1-1 0 0,0 0 1 0 0,-1-1 0 0 0,1-1-1 0 0,14-1 1 0 0,-9-2 1 0 0,0-2 0 0 0,1 0 0 0 0,-2-1 0 0 0,1 0 0 0 0,18-11 1 0 0,32-10-55 0 0,-58 23 46 0 0,-1 1-1 0 0,0-2 1 0 0,0 0 0 0 0,0 0 0 0 0,0 0-1 0 0,-1-2 1 0 0,0 1 0 0 0,0-1-1 0 0,0 0 1 0 0,9-12 0 0 0,85-84-40 0 0,-103 103 46 0 0,11-9-1 0 0,0-1-1 0 0,-1 0 0 0 0,0 0 0 0 0,-1-1 0 0 0,0 0 0 0 0,-1-1 1 0 0,12-21-1 0 0,-10 13 3 0 0,-3 7 16 0 0,0 0 1 0 0,-1 0-1 0 0,-1-1 1 0 0,0 0-1 0 0,-1 0 1 0 0,0-1 0 0 0,3-25-1 0 0,-7 37-6 0 0,0 0-1 0 0,-1 1 1 0 0,1-1-1 0 0,0 1 1 0 0,-1-1 0 0 0,0 1-1 0 0,1-1 1 0 0,-1 1-1 0 0,0-1 1 0 0,0 1 0 0 0,-1 0-1 0 0,1-1 1 0 0,0 1-1 0 0,-1 0 1 0 0,1 0 0 0 0,-1 0-1 0 0,-3-2 1 0 0,2 0-2 0 0,-1 1 1 0 0,-1 0-1 0 0,1 1 1 0 0,0-1-1 0 0,-1 1 0 0 0,1 0 1 0 0,-1 0-1 0 0,-6-2 1 0 0,-3 1-3 0 0,0 0 1 0 0,0 1 0 0 0,0 1 0 0 0,-27 0 0 0 0,30 2 4 0 0,0 0 0 0 0,0 1 0 0 0,0 0 0 0 0,1 1 0 0 0,-1 0 0 0 0,-17 9 0 0 0,5-3 1 0 0,12-4-11 0 0,0 0-1 0 0,0 1 1 0 0,0 0-1 0 0,1 1 1 0 0,0 0-1 0 0,-11 10 1 0 0,-51 55 31 0 0,30-27-7 0 0,31-35-15 0 0,1 0 0 0 0,0 1 0 0 0,1 0 0 0 0,0 0 0 0 0,1 1 0 0 0,0 0 0 0 0,1 1 0 0 0,0 0 0 0 0,1 0 0 0 0,0 0 0 0 0,-6 22 0 0 0,8-17 0 0 0,-14 31 1 0 0,1-4-49 0 0,6-26-14 0 0,9-18 48 0 0,1 1-1 0 0,0-1 1 0 0,0 1 0 0 0,0 0 0 0 0,0-1-1 0 0,0 1 1 0 0,0 0 0 0 0,0-1 0 0 0,0 1 0 0 0,1 0-1 0 0,-1 2 1 0 0,1-3 1 0 0,0 0 0 0 0,0 0 1 0 0,1 0-1 0 0,-1 0 0 0 0,1 0 0 0 0,-1 0 0 0 0,1 0 1 0 0,-1-1-1 0 0,1 1 0 0 0,-1 0 0 0 0,1 0 0 0 0,0 0 1 0 0,0-1-1 0 0,-1 1 0 0 0,1 0 0 0 0,0-1 0 0 0,0 1 0 0 0,0-1 1 0 0,0 1-1 0 0,-1-1 0 0 0,1 1 0 0 0,0-1 0 0 0,0 1 1 0 0,0-1-1 0 0,0 0 0 0 0,0 0 0 0 0,0 1 0 0 0,1-1 1 0 0,9 2-2 0 0,0 0 1 0 0,-1-1 0 0 0,1 0 0 0 0,0-1 0 0 0,-1 0 0 0 0,1 0 0 0 0,0-1 0 0 0,-1-1 0 0 0,1 0 0 0 0,-1 0-1 0 0,1-1 1 0 0,-1 0 0 0 0,19-9 0 0 0,4-3 6 0 0,-24 13-9 0 0,-1-2 0 0 0,0 1 0 0 0,0-2 0 0 0,0 1-1 0 0,-1-1 1 0 0,13-9 0 0 0,5-11-7 0 0,-1-1 0 0 0,-2-1-1 0 0,0-1 1 0 0,22-39 0 0 0,-38 56 3 0 0,0-1 1 0 0,7-23-1 0 0,-10 26 14 0 0,-1 1 0 0 0,2 0 0 0 0,-1 0 0 0 0,1 0 0 0 0,1 0 0 0 0,-1 1 0 0 0,9-11 0 0 0,-9 14 0 0 0,-1 0-1 0 0,0 0 0 0 0,0 0 0 0 0,0 0 1 0 0,0-1-1 0 0,-1 1 0 0 0,1-1 0 0 0,-1 0 0 0 0,-1 1 1 0 0,1-1-1 0 0,-1 0 0 0 0,1 0 0 0 0,-2 0 1 0 0,1 0-1 0 0,0 0 0 0 0,-1 0 0 0 0,0-1 0 0 0,0 1 1 0 0,0 0-1 0 0,-1 0 0 0 0,0 0 0 0 0,0 0 1 0 0,-2-6-1 0 0,1 9 5 0 0,0 0-1 0 0,0-1 1 0 0,0 1 0 0 0,0 1-1 0 0,0-1 1 0 0,0 0 0 0 0,-1 0 0 0 0,1 1-1 0 0,-1-1 1 0 0,-3-1 0 0 0,-28-11 86 0 0,28 12-89 0 0,0 0 1 0 0,1 1 0 0 0,-1-1-1 0 0,0 2 1 0 0,0-1 0 0 0,0 1 0 0 0,0-1-1 0 0,0 2 1 0 0,0-1 0 0 0,0 1 0 0 0,0 0-1 0 0,0 0 1 0 0,0 0 0 0 0,1 1-1 0 0,-1 0 1 0 0,0 0 0 0 0,1 1 0 0 0,-1-1-1 0 0,1 1 1 0 0,0 0 0 0 0,-6 5 0 0 0,5 1-19 0 0,1 0 0 0 0,0 0 1 0 0,1 0-1 0 0,-5 13 0 0 0,8-18 29 0 0,0-3-12 0 0,0 2-1 0 0,0 0 0 0 0,0 0 0 0 0,0 0 0 0 0,0 1 0 0 0,0-1 0 0 0,0 7 0 0 0,1-9-9 0 0,0 0-1 0 0,0 0 0 0 0,1 1 1 0 0,-1-1-1 0 0,0 0 1 0 0,1 0-1 0 0,-1 0 0 0 0,1 1 1 0 0,-1-1-1 0 0,1 0 1 0 0,-1 0-1 0 0,1 0 0 0 0,0 0 1 0 0,0 0-1 0 0,-1 0 1 0 0,1 0-1 0 0,0 0 0 0 0,0 0 1 0 0,0-1-1 0 0,0 1 1 0 0,0 0-1 0 0,0-1 0 0 0,3 2 1 0 0,4 2-56 0 0,0 0 1 0 0,1-1-1 0 0,-1 0 0 0 0,1-1 1 0 0,0 1-1 0 0,0-2 1 0 0,0 1-1 0 0,0-1 0 0 0,0-1 1 0 0,0 0-1 0 0,0 0 0 0 0,16-3 1 0 0,1-1-1028 0 0,-1-2 1 0 0,0-1-1 0 0,34-15 0 0 0,-5 1-1716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1:51:54.286"/>
    </inkml:context>
    <inkml:brush xml:id="br0">
      <inkml:brushProperty name="width" value="0.05" units="cm"/>
      <inkml:brushProperty name="height" value="0.05" units="cm"/>
    </inkml:brush>
  </inkml:definitions>
  <inkml:trace contextRef="#ctx0" brushRef="#br0">596 127 3017 0 0,'-2'-26'1803'0'0,"0"21"-1507"0"0,0-1 0 0 0,0 1 0 0 0,-1 0 0 0 0,0 0 0 0 0,0 0 1 0 0,0 0-1 0 0,0 0 0 0 0,-1 1 0 0 0,0 0 0 0 0,0-1 0 0 0,0 1 0 0 0,0 1 1 0 0,-1-1-1 0 0,1 1 0 0 0,-1 0 0 0 0,0 0 0 0 0,-10-5 0 0 0,9 5-183 0 0,-2 0 1 0 0,1 0-1 0 0,0 1 0 0 0,0 0 0 0 0,-1 0 0 0 0,1 1 0 0 0,-1 0 0 0 0,0 0 1 0 0,1 0-1 0 0,-1 1 0 0 0,0 1 0 0 0,-13 1 0 0 0,8 2-30 0 0,1 1 0 0 0,0 0 1 0 0,1 0-1 0 0,-16 11 0 0 0,8-6-39 0 0,11-6-39 0 0,-1 0 22 0 0,1 0 0 0 0,0 1 0 0 0,0 0 1 0 0,0 0-1 0 0,1 0 0 0 0,-1 1 0 0 0,1 0 0 0 0,1 1 0 0 0,-8 8 0 0 0,-7 25 52 0 0,17-30-49 0 0,-1-1-1 0 0,0 0 1 0 0,0 0 0 0 0,-1 0 0 0 0,0-1 0 0 0,-11 12 0 0 0,2-6 2 0 0,11-11-23 0 0,0 0 1 0 0,0 0 0 0 0,1 0-1 0 0,-1 1 1 0 0,1 0-1 0 0,-1 0 1 0 0,1 0 0 0 0,0 0-1 0 0,1 0 1 0 0,-1 1 0 0 0,1-1-1 0 0,0 1 1 0 0,0-1-1 0 0,0 1 1 0 0,-1 8 0 0 0,1-6 1 0 0,-1 0 1 0 0,1 0 0 0 0,-1-1-1 0 0,0 1 1 0 0,-1-1 0 0 0,-4 7-1 0 0,4-7 0 0 0,0 1-1 0 0,0-1 0 0 0,1 1 0 0 0,0 0 1 0 0,0-1-1 0 0,-2 12 0 0 0,1-4 9 0 0,0-1 0 0 0,-6 17 0 0 0,5-19-9 0 0,1 0 1 0 0,1-1-1 0 0,0 1 1 0 0,-2 20-1 0 0,3-7-13 0 0,2 46-1 0 0,1-60 2 0 0,0 0-1 0 0,1-1 1 0 0,0 1 0 0 0,1 0-1 0 0,0-1 1 0 0,1 1-1 0 0,6 11 1 0 0,3 7-14 0 0,-11-22 18 0 0,0 0-1 0 0,0-1 1 0 0,1 1-1 0 0,0-1 1 0 0,0 0-1 0 0,0 1 1 0 0,1-1-1 0 0,-1-1 1 0 0,1 1-1 0 0,0 0 1 0 0,1-1-1 0 0,-1 0 1 0 0,1 0-1 0 0,9 6 0 0 0,76 23 18 0 0,-38-15 50 0 0,-41-15-51 0 0,-1-1-1 0 0,1 0 0 0 0,-1-1 1 0 0,1 0-1 0 0,-1-1 0 0 0,1 0 0 0 0,0 0 1 0 0,-1-2-1 0 0,1 1 0 0 0,-1-1 0 0 0,1 0 1 0 0,-1-1-1 0 0,0-1 0 0 0,0 1 0 0 0,0-1 1 0 0,16-10-1 0 0,-19 8 41 0 0,-1 0 0 0 0,1 0 1 0 0,-1 0-1 0 0,0-1 0 0 0,-1 0 1 0 0,0 0-1 0 0,0-1 0 0 0,0 1 0 0 0,6-16 1 0 0,12-44 95 0 0,-14 39-147 0 0,-7 19 3 0 0,0 1 0 0 0,0-1 0 0 0,0-13 0 0 0,-2 16-8 0 0,0 0 0 0 0,0 1 0 0 0,1-1 0 0 0,0 0 0 0 0,1 0 0 0 0,-1 1 0 0 0,1-1 0 0 0,0 1 0 0 0,5-10 0 0 0,-5 12-4 0 0,0-1 1 0 0,0 1-1 0 0,0-1 1 0 0,-1 1-1 0 0,0-1 1 0 0,1 0-1 0 0,-1 0 1 0 0,0 1-1 0 0,-1-1 0 0 0,1 0 1 0 0,-1 0-1 0 0,0 0 1 0 0,0-6-1 0 0,0 8 4 0 0,0 0-1 0 0,0 0 0 0 0,-1 1 0 0 0,1-1 1 0 0,-1 0-1 0 0,1 0 0 0 0,-1 1 0 0 0,0-1 1 0 0,0 0-1 0 0,0 1 0 0 0,0-1 0 0 0,0 1 1 0 0,0-1-1 0 0,0 1 0 0 0,0-1 0 0 0,0 1 1 0 0,-1 0-1 0 0,1 0 0 0 0,0-1 1 0 0,-1 1-1 0 0,0 0 0 0 0,1 0 0 0 0,-1 1 1 0 0,1-1-1 0 0,-1 0 0 0 0,0 0 0 0 0,1 1 1 0 0,-1-1-1 0 0,0 1 0 0 0,-2-1 0 0 0,-3 0 6 0 0,0-1 0 0 0,0-1-1 0 0,0 1 1 0 0,-10-5 0 0 0,12 4-6 0 0,0 0 1 0 0,-1 1 0 0 0,1 0-1 0 0,-1 0 1 0 0,0 1-1 0 0,1-1 1 0 0,-1 1 0 0 0,-8 0-1 0 0,-1 1 1 0 0,0 1-1 0 0,1 1 0 0 0,-1 0 0 0 0,1 1 0 0 0,0 1 0 0 0,0 0 1 0 0,-25 12-1 0 0,31-12-7 0 0,-1 1 0 0 0,1 0 0 0 0,-7 6-1 0 0,4-3 34 0 0,6-4-22 0 0,1 0 0 0 0,0 0 0 0 0,0 0 0 0 0,1 1 1 0 0,0-1-1 0 0,-1 1 0 0 0,-3 8 0 0 0,0 0-7 0 0,2-7 1 0 0,1 2 0 0 0,0-1 0 0 0,0 0 0 0 0,1 1 1 0 0,0 0-1 0 0,1 0 0 0 0,-1 0 0 0 0,1 0 0 0 0,1 0 0 0 0,0 0 0 0 0,0 0 0 0 0,0 1 0 0 0,1-1 0 0 0,0 0 0 0 0,1 1 0 0 0,0-1 1 0 0,0 0-1 0 0,4 11 0 0 0,0 5 2 0 0,-4-17-49 0 0,1 0 0 0 0,0 1 0 0 0,0-1 0 0 0,5 10 0 0 0,-6-16 12 0 0,-1 1-105 0 0,1 0 0 0 0,0 0-1 0 0,0 0 1 0 0,0 0 0 0 0,0 0 0 0 0,0-1 0 0 0,0 1-1 0 0,1 0 1 0 0,-1 0 0 0 0,1-1 0 0 0,-1 1 0 0 0,1-1-1 0 0,-1 0 1 0 0,1 1 0 0 0,0-1 0 0 0,0 0-1 0 0,0 0 1 0 0,-1 0 0 0 0,1 0 0 0 0,0 0 0 0 0,0-1-1 0 0,0 1 1 0 0,1 0 0 0 0,-1-1 0 0 0,4 1 0 0 0,20 3-1324 0 0,-14-3-376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1:51:55.137"/>
    </inkml:context>
    <inkml:brush xml:id="br0">
      <inkml:brushProperty name="width" value="0.05" units="cm"/>
      <inkml:brushProperty name="height" value="0.05" units="cm"/>
    </inkml:brush>
  </inkml:definitions>
  <inkml:trace contextRef="#ctx0" brushRef="#br0">1 473 7818 0 0,'0'0'422'0'0,"0"-17"-982"0"0,7 1 899 0 0,0 0-1 0 0,0-1 0 0 0,-2 0 0 0 0,0 0 0 0 0,-1 0 1 0 0,-1 0-1 0 0,0-1 0 0 0,-1 0 0 0 0,-1-23 0 0 0,-2 25 199 0 0,0-6 433 0 0,1 20-730 0 0,1 4-17 0 0,0 11 136 0 0,14 179 254 0 0,35 146-330 0 0,-44-288-226 0 0,-5-35 17 0 0,1 0-1 0 0,3 14 0 0 0,-4-26-56 0 0,-1 0-1 0 0,1 1 0 0 0,0-1 0 0 0,0 0 0 0 0,1 0 0 0 0,-1 0 1 0 0,1 0-1 0 0,-1-1 0 0 0,1 1 0 0 0,0 0 0 0 0,0-1 0 0 0,0 1 0 0 0,0-1 1 0 0,1 0-1 0 0,-1 1 0 0 0,1-1 0 0 0,3 2 0 0 0,-6-4-2 0 0,1 1 0 0 0,0-1 0 0 0,-1 1 0 0 0,1-1 0 0 0,0 1 0 0 0,-1-1 1 0 0,1 0-1 0 0,0 0 0 0 0,0 1 0 0 0,-1-1 0 0 0,1 0 0 0 0,0 0 0 0 0,0 0 0 0 0,-1 0 0 0 0,1 0 0 0 0,0 0 0 0 0,0 0 0 0 0,-1 0 0 0 0,1 0 0 0 0,0 0 0 0 0,0 0 0 0 0,0 0 0 0 0,-1-1 0 0 0,1 1 0 0 0,0 0 1 0 0,-1 0-1 0 0,1-1 0 0 0,0 1 0 0 0,-1-1 0 0 0,1 1 0 0 0,0 0 0 0 0,-1-1 0 0 0,1 0 0 0 0,-1 1 0 0 0,2-2 0 0 0,1-1-8 0 0,-1-1-1 0 0,1 0 1 0 0,-1-1 0 0 0,0 1-1 0 0,2-5 1 0 0,4-8 33 0 0,-2 6-21 0 0,-1 3-13 0 0,0 0 0 0 0,0 0 1 0 0,9-10-1 0 0,-6 8 26 0 0,0 0 1 0 0,-2-1 0 0 0,1 0 0 0 0,-1 0 0 0 0,-1 0 0 0 0,0-1-1 0 0,0 0 1 0 0,4-19 0 0 0,-3 11 80 0 0,16-35-1 0 0,-7 22-50 0 0,-2-2-1 0 0,17-65 1 0 0,-20 60-10 0 0,29-71 1 0 0,-28 87-51 0 0,0 0 0 0 0,-2 0 0 0 0,-1-1 0 0 0,6-29-1 0 0,-9 31 19 0 0,16-42 0 0 0,-10 34 7 0 0,1 6 278 0 0,-11 24-493 0 0,-1 0-1 0 0,1-1 1 0 0,0 1-1 0 0,-1 0 1 0 0,1 0-1 0 0,0 0 0 0 0,0 0 1 0 0,0 1-1 0 0,0-1 1 0 0,0 0-1 0 0,0 0 0 0 0,0 1 1 0 0,0-1-1 0 0,0 0 1 0 0,0 1-1 0 0,1-1 1 0 0,-1 1-1 0 0,2-1 0 0 0</inkml:trace>
</inkml:ink>
</file>

<file path=ppt/ink/ink142.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5:54:52.335"/>
    </inkml:context>
    <inkml:brush xml:id="br0">
      <inkml:brushProperty name="width" value="0.05292" units="cm"/>
      <inkml:brushProperty name="height" value="0.05292" units="cm"/>
      <inkml:brushProperty name="color" value="#FF0000"/>
    </inkml:brush>
  </inkml:definitions>
  <inkml:trace contextRef="#ctx0" brushRef="#br0">24505 6702 10 0,'2'0'0'0,"0"-2"6"0,0 0 65 0,2 1-21 0,-1-1 6 15,1 0-33-15,5-4-7 0,1 1 2 0,1-3-7 16,-6 5 8-16,3-1-3 0,-3 0 8 0,1 0 1 16,-2 3 1-16,-1-1-5 0,-1 2 4 0,2-4 0 0,0 0 2 15,-1 1 5-15,-3 1 15 0,4-4 4 0,0 1 5 16,-2 1 8-16,-1 0-6 0,1-1-2 0,0 1-1 16,-2 0-3-16,0 2-1 0,0 0 1 0,0-1-3 15,0-1-17-15,-2 2-4 0,0 0-5 0,-1 0 2 16,-7 1-9-16,-12 1-5 0,-4 0 5 0,8 3-3 15,-3 5 8-15,4-1-11 0,3 1 0 0,-5 1-3 0,4 0 3 16,-2 2 4-16,10-5-4 0,-4 3 4 0,3-5-13 16,7 5 8-16,-1 4-3 0,-8-2 4 0,5-1-4 15,1-1-2-15,0 0 3 0,4-2-3 0,0 3 8 16,0-5-6-16,0-1-1 0,2 0-1 0,6-1-4 0,18 1 3 16,-6 11 1-16,4-4 0 0,2-3-4 0,-2-5 7 15,2-1-1-15,0-2 2 0,-1 0-8 0,-1-2 0 16,-2-1 0-16,-5-1 0 0,-1-2 2 0,-4 3 1 15,-1-3 3-15,-2 2-2 0,-2 1-4 0,-3 1 6 16,0 0-6-16,-2-6 6 0,5-1-6 0,1-2-1 16,-3 0 4-16,-1 0-2 0,-2 0 10 0,-2 1-3 15,0-1-4-15,0 4 3 0,-2-2 0 0,-2 1 2 16,2 3 4-16,-20-1-1 0,-2 2 8 0,0-12 12 0,-4 3-8 16,-2 5 7-16,0 4-12 0,4 4-9 0,0 0 3 15,2 2-5-15,-2 4-7 0,2-1 6 0,2 3-4 16,3-1 4-16,8-1-8 0,2-1 3 0,3-1 2 15,4 0 1-15,-5 7 1 0,1-2-5 0,3-1 3 0,1-1-3 16,2-1 1-16,0-3 6 0,0 3-8 0,0-4 6 16,5 2-4-16,21 10 2 0,4-3-2 0,-4-7-1 15,2-2-5-15,0-2 8 0,0-2-3 0,-2-2 5 16,-2-1-4-16,-4-1-2 0,1 1 2 0,-6-1-2 16,-2 1 3-16,-4 1-4 0,0-2 7 0,-3 3-6 15,-1-1 1-15,-3 4 10 0,2-4-14 0,0 1 10 16,-1-1-22-16,-1 0-24 0,0 0-6 0,0 1-18 0,-2 1-117 15,0 0-240-15</inkml:trace>
  <inkml:trace contextRef="#ctx0" brushRef="#br0" timeOffset="1357.5">8517 1759 73 0,'0'0'1'0,"0"0"10"0,-2 0 16 0,0 0 9 0,0 0 4 16,1 0-3-16,-3 0-15 0,0 0 4 0,0 0-2 15,-5 0 1-15,2 0 0 0,3 0-11 0,0 0 7 16,2 0-14-16,-1 0 11 0,-1 0-2 0,0 0 5 16,3 0-2-16,-1 0-9 0,0 2 4 0,0 0-7 15,0 0 0-15,0 0 2 0,0 0-1 0,2 0 0 16,0-1-10-16,0-1 6 0,0 2 2 0,0-2 5 0,0 0 16 16,0 0 5-16,0 0 1 0,0 0 2 0,0 0 5 15,0 0 21-15,0 0-2 0,2-2 9 0,-2 1 8 16,0-1-6-16,0 0-3 0,0-2-3 0,0 0-24 0,0-5-2 15,0 4-9-15,0-1 3 0,0 0-23 0,0 5 7 16,0-1-6-16,0-2 4 0,0 0-11 0,-2 2 0 16,1 1 3-16,-1-1-2 0,0 2 3 0,0 0 3 15,0 2-1-15,0 1 1 0,0 8 2 0,-1 19-1 16,1 2-2-16,2 1 1 0,0 2-7 0,0 1 2 16,0 5 3-16,2 3-2 0,0-1-3 0,1 3 3 15,-1-5-6-15,2 4 6 0,1-3 1 0,-1-1-6 16,4-2 6-16,-3-7-6 0,1-1 5 0,-1 3 1 0,1-3-4 15,-1-1 3-15,1 2-4 0,-1-3 0 0,3-1 2 16,-3-2-3-16,3 0 4 0,-3-4 2 0,1-3 0 16,0-2-1-16,-3-2 0 0,1-4 3 0,0 0-2 15,-2-4 1-15,-1-1-7 0,1-2 9 0,0-1-1 0,0 1 3 16,0 0 2-16,2-2-7 0,-1-1 4 0,1 1-4 16,0-2 1-16,-1 0 4 0,1-2-6 0,0-1 5 15,7-12-10-15,2-9 2 0,0-4 3 0,-4 2-1 16,1-2 1-16,-3 0-2 0,0-2-4 0,-1 1 2 15,1-3 3-15,3-3-3 0,-1 0 3 0,2-10-4 16,2-7-6-16,2-4 7 0,0-7-4 0,0 2 5 16,1 2-6-16,3 3 2 0,-2 6 3 0,-4 11 0 15,-4 3 1-15,0 10-4 0,-3 4-3 0,1 4 0 16,-1 6 4-16,-2 1 1 0,-1 4-1 0,-1 3-1 0,0 0-6 16,-2 3-24-16,0-1-10 0,2-2-6 0,0 0-41 0,0 2-15 15,-1 1-3-15,1-1-11 0,0 2-68 0</inkml:trace>
  <inkml:trace contextRef="#ctx0" brushRef="#br0" timeOffset="1702.37">9286 2239 484 0,'0'0'16'0,"0"0"-3"0,0-2 29 0,-2 0 0 16,0-2 8-16,2 2 30 0,0 0 0 0,-2-1 2 0,-2-5-6 15,4 6-14-15,-1-1-30 0,-1 3 8 0,-2-2-15 16,-2 0 5-16,1 2-5 0,-1 0-4 0,1 2 1 16,-3 2-7-16,1 25-4 0,-1 5 8 0,-3-1-6 15,2-1 9-15,0 3-6 0,-2 2 0 0,3 2-2 16,1 2 0-16,-6-2 5 0,2 2-5 0,-2 0 5 15,-6-1 2-15,10 1-15 0,3-2 7 0,4-2-10 0,-1-1 6 16,1-8 1-16,-4-2-2 0,4-4 2 0,-9-7-2 16,4-2-3-16,-1 0 0 0,5-4-2 0,1-2-4 15,0-1 2-15,2-2-2 0,0-1 1 0,0-1-19 16,0 2-49-16,0 0-9 0,0-3-16 0,0 1-57 0,0-2-127 16</inkml:trace>
  <inkml:trace contextRef="#ctx0" brushRef="#br0" timeOffset="2232.83">8985 2411 714 0,'-2'0'16'0,"0"-2"-3"0,0 0 26 0,-1 1 1 16,-1-1 4-16,0 0 10 0,1 0 8 0,-1-2 3 15,2 1-1-15,0-1-11 0,0-5-25 0,2-1 4 16,2-3-10-16,6 0 3 0,6-3-5 0,25 3-6 0,4-2 2 15,-6 0-11-15,-2 0 4 0,-1-3 0 0,-3 8 1 16,-1 5-1-16,-4 3-7 0,0-13 0 0,-5 8-2 16,-1 3-6-16,-3 4 8 0,-2 4 0 0,-1 3 5 15,-6-1 0-15,-3 12 9 0,-3 12 1 0,15-2 2 16,-8 1 8-16,-7-1-7 0,-4 0 5 0,-5 2-5 16,-4-2-4-16,-4-1 5 0,0-1-5 0,13-1 6 15,-22-3 1-15,2 0 5 0,-2-3-3 0,-2-4 3 0,0-1-8 16,0 1-2-16,1-2-2 0,1-2 1 0,0-3-7 15,4-6-5-15,3 1 2 0,8-1-3 0,0 6 4 16,1-3-7-16,3-1 5 0,1-2-6 0,0 0 1 0,2 0-5 16,0-1 1-16,1-1-2 0,1 0 1 0,0 0 4 15,1-1-7-15,3 1 5 0,28-13-8 0,-6 3 5 16,3 1 1-16,1 2 1 0,-4 3 2 0,2 0-2 16,0 2-1-16,-2 2 1 0,0 2-2 0,-2 4 6 15,-2 1-1-15,-1 2 1 0,-5 1 0 0,-3-5-1 16,-2 19 2-16,-3 6-2 0,-3-2 4 0,-3 0-1 15,15-2 3-15,-4 2-3 0,-7 3 3 0,-5-3-7 0,-2-2 6 16,-3-9-5-16,-4-1 11 0,-3 1 9 0,8 0-7 16,-18-4 8-16,-1-2-4 0,0-4 1 0,-1-3-5 15,-1 0 1-15,2 11-9 0,-2-4 2 0,-2-2 2 16,3-3-1-16,-4-1 0 0,-1-3-7 0,0-2 4 16,-4-2-5-16,6 0 1 0,4 1-24 0,0-3-15 0,3 2-2 15,6 0-44-15,-2-2-23 0,6 3-14 0,5-1-17 16,1 0-163-16</inkml:trace>
  <inkml:trace contextRef="#ctx0" brushRef="#br0" timeOffset="2640.3">9917 2463 656 0,'-2'0'14'0,"0"0"-1"0,-1 0 23 0,-3 0 1 15,-7 0 3-15,-2 0 17 0,2 0 17 16,4 0-7-16,3 0 6 0,3 0-31 0,1 0-10 0,0 0 1 16,2 0-3-16,2 0-4 0,0-2 2 0,12-3-6 0,20-6 4 15,-1 1-12-15,4-1 1 0,-1 2-2 0,-1 0 1 16,-2-1-7-16,-1 3-5 0,0 1 1 0,-1 3-3 16,-5 1 2-16,-2 0-2 0,0 2 1 0,-7 0-1 15,2 0 2-15,-4 0-12 0,-8 0 6 0,-1 0-9 16,-1 0-2-16,-1 0-17 0,0 2-2 0,-1 0-4 15,1-1-16-15,-2 1-29 0,0 0-9 0,-2 0-9 0,0 0-64 16,-2 2-10-16</inkml:trace>
  <inkml:trace contextRef="#ctx0" brushRef="#br0" timeOffset="2798.68">9902 2586 375 0,'-2'0'51'0,"0"0"17"15,1 0 42-15,-1 2 6 0,-2-1-33 0,0 1 9 16,1 0-10-16,-1 0 8 0,0 0-16 0,0 0-21 15,3 0 5-15,-1-1-14 0,2 1-14 0,0 0-3 16,2 0-5-16,-1 0 1 0,3 0-7 0,15 0 7 16,7-2 2-16,0 0 1 0,3-6 5 0,1-1-22 15,2-3 4-15,-3 3-10 0,1-1 6 0,-2 1-9 16,0 1-18-16,-2 3-3 0,4-1-106 0</inkml:trace>
  <inkml:trace contextRef="#ctx0" brushRef="#br0" timeOffset="4959.47">10949 2112 87 0,'0'0'0'15,"0"0"36"-15,2-2 12 0,0 1 25 0,0-7 13 16,5-9-23-16,-1 3 2 0,1-7-9 0,-3 6-3 0,0 2 3 16,0-2 2-16,-3 2-5 0,1 0 5 0,0 2-5 15,-2 6 7-15,0 1-3 0,0 0-4 0,0 2 1 16,0-1-15-16,-2-1-13 0,0 0 3 0,1 2-6 15,-3 1 6-15,0 1-8 0,-14 0 3 0,-1 5-5 16,0 6 8-16,-1-1-5 0,0 29 1 0,-1 3-2 0,1-1 2 16,1 2-7-16,-1-2-2 0,3 0-2 0,-3-6-8 15,3-2 4-15,2-3-1 0,2 1 1 0,6 1 0 16,-3-4-7-16,5 0 0 0,-1 1-1 0,-11-3 3 0,6 2-3 16,6-2 4-16,3-3-4 0,2-3-1 0,2-1 6 15,5 1-6-15,1-5 6 0,3 2-5 0,-8-6 5 16,20-4-4-16,3-1 4 0,-2-1-9 0,0-3 4 15,2 15 3-15,-2-6 1 0,0-5 2 0,0-5-4 16,1-1-1-16,-3 0-1 0,0-1-2 0,-5-3 7 16,-2 0-2-16,-4 0 4 0,-4 1-5 0,-3 1 4 15,0 0 0-15,-1 0 0 0,1-2-11 0,0-1 8 16,1-6-1-16,-1 0 7 0,-2-4 3 0,-2 2-3 0,-4 0 0 16,-3-2 0-16,-1 2 16 0,3 2-5 0,-16 0 10 15,-1 3-9-15,0-1 6 0,3 5-9 0,1 2-2 16,-3 0-3-16,3-11-3 0,-1 4 2 0,2 4-2 15,-1 3 0-15,-3 2-7 0,3 3-2 0,-4 5-3 16,3 1 1-16,2 2-2 0,4-3-1 0,2 14 4 0,4 4-3 16,-1-2 7-16,6 0-8 0,-14 0 2 0,5 1-7 15,3-3-9-15,4 4 0 0,4-2-14 0,4-5 5 16,2-3-37-16,-1-6-59 0,-3-7-4 0,19 12-26 16,6-4-76-16</inkml:trace>
  <inkml:trace contextRef="#ctx0" brushRef="#br0" timeOffset="5394.05">11536 2029 762 0,'-2'0'37'0,"0"0"-2"0,1 0 18 16,-5-2 12-16,-16-2-9 0,1 2 52 0,-1 0-8 15,2 2-10-15,-1 0-2 0,8 0-54 0,2 0-8 16,5 0-9-16,3 2 2 0,-1 0-19 0,0 0 0 15,2 0 5-15,1 0-2 0,-1 1 11 0,2 3-7 16,-2 13 4-16,2-3-3 0,5 8 6 0,3 2 5 16,-1 2-6-16,3 6 5 0,-3-5-13 0,2 1 8 0,-1 0-2 15,1-1 3-15,0 3-7 0,1 0-4 0,-1 1 3 16,-2 4-2-16,-1 0 3 0,-2 0 4 0,1 2-6 16,1-1 5-16,-1-3 3 0,1-2-7 0,1 3 9 15,1-7-10-15,-1 3 5 0,1-10-3 0,-3-3-3 16,3 3 1-16,-1-5 1 0,0-1-5 0,1-1 5 0,-4-9-5 15,-4-4 3-15,1 1 5 0,9 5 0 0,-1-1 1 16,2 1-4-16,-2-5 6 0,3 1-4 0,-1-2 6 16,0-2 0-16,0-4 3 0,0-1-4 0,-2-3 4 15,6-12-7-15,-2-12-3 0,2-5 3 0,2-6-3 16,1 1 0-16,3-3-3 0,3 1-4 0,0-1 1 16,-4-1 1-16,8 3 0 0,-4-2 5 0,2 1-5 0,2-1-4 15,-5-1 4-15,-3-1 2 0,-3 5 2 0,-2 1-1 16,-10 0 1-16,4 6-1 0,1 3 1 0,-3 2 0 15,10 4 0-15,-6 2-3 0,-4 6 1 0,-3 1-6 0,-2 8 6 16,2-1-3-16,-2 3 3 0,-1 0-11 0,1 1-24 16,0 0-39-16,-2 5-9 0,0-1-268 0</inkml:trace>
  <inkml:trace contextRef="#ctx0" brushRef="#br0" timeOffset="6938.58">25322 6880 256 0,'0'0'-66'16,"0"0"37"-16,0 0-10 0,0 0 1 0,0 0 51 15,0 0-2-15,0 0-13 0,0 0 3 0,-2 0-3 16,1 0 11-16,1 2-14 0,-2 0 6 0,0 0-9 16,0 0 8-16,0 1-23 0,2 3 1 0</inkml:trace>
  <inkml:trace contextRef="#ctx0" brushRef="#br0" timeOffset="7187.09">25267 7008 8 0,'0'0'8'0,"0"0"0"0,-2 2 22 15,0 0 11-15,0 0-7 0,0 0 9 0,0 0 6 16,0 0 16-16,1-1 2 0,-1 1 3 0,0 0 16 0,0 0-12 16,0 0 11-16,0 0-15 0,0 0-9 0,1-1 7 15,-1-1-3-15,0 0 7 0,0 0 7 0,0 0-12 16,0 0-1-16,0 0-4 0,1 0-2 0,-1 0-16 16,0 0-3-16,0 0-5 0,0 0-13 0,2 0 13 15,0 0-2-15,0 0 5 0,2 0-7 0,0 0-9 16,0 0-3-16,20-3-1 0,4-5 2 0,-4 3-14 15,4-1 4-15,-2 1-8 0,1-1 6 0,1-1-9 16,-6 3 3-16,-1 0-5 0,-3 0 3 0,-1 3-2 0,2-1 0 16,-4 2-2-16,0 0-9 0,-2 0-17 0,0 0-31 15,-3 0 3-15,-3 0-126 0,-1 0-87 0,-2 0-40 16</inkml:trace>
  <inkml:trace contextRef="#ctx0" brushRef="#br0" timeOffset="7379.68">25385 6871 544 0,'0'0'130'15,"-1"-2"26"-15,-1 0-22 0,0 0-74 0,0 1 4 16,0-1-37-16,0 0 26 0,0 0-2 0,1 0 10 0,-1 0-1 16,0 0-42-16,0 1 7 0,0-1-18 0,0 2 5 15,0 0-7-15,2 2 3 0,0-1-3 0,0 3-3 0,2 31 6 16,2 1-9-16,3 5 8 0,3 1-3 0,-1 1-9 15,0-4 4-15,1 4-8 0,-1-8 1 0,2 0-28 16,0 4-1-16,0-5-25 0,0 1-147 0</inkml:trace>
  <inkml:trace contextRef="#ctx0" brushRef="#br0" timeOffset="7697.82">26134 8282 1002 0,'0'0'24'16,"0"0"-1"-16,0 0 18 0,0 0 1 0,0 0 3 15,0-2 42-15,0 0-11 0,0 1 4 0,2-1-11 16,-1 0-20-16,1 0-7 0,2-2-5 0,11-5 1 16,7-4-21-16,4 0-15 0,2 2 9 0,2 2-11 0,1 1 5 15,1 3-3-15,1-1-3 0,-1 2 1 0,-3 1 0 16,1 1-22-16,-4 2-7 0,-2 0-8 0,-3 0-32 0,-12 0-175 16,-2 0-17-16</inkml:trace>
  <inkml:trace contextRef="#ctx0" brushRef="#br0" timeOffset="8287.34">25179 7740 972 0,'-3'-2'18'0,"-1"0"-2"0,-20-11 16 0,5 2-2 16,6 4-16-16,-4-3 3 0,3 3 6 0,-1 1-2 15,0 1 18-15,0 1-1 0,2 0-8 0,2 3 4 0,3 1-26 16,-3 1-5-16,0 1 1 0,2 2-1 0,-2 3 4 15,2 3 3-15,1 19-5 0,-1-3 3 0,1 6-4 16,1-2 1-16,0-1 8 0,1 3-7 0,2-2 2 16,1-1-2-16,1 3-3 0,-2-2 3 0,0-3 4 0,-12-1-8 15,4-1 3-15,7-3-5 0,3-2-1 0,2 1 3 16,0-5 5-16,2-1 0 0,2 2 2 0,-1-6-5 16,3 2-4-16,-2-5 1 0,-3-3 1 0,20-1 0 15,1 11 8-15,2-4-3 0,4-4 19 0,0-5-16 16,0-4 1-16,1-5-5 0,-1-4 7 0,0-4-3 15,-2 0 2-15,-7 11-4 0,1-20-7 0,-1 0 8 16,-6-4-3-16,2-2 5 0,-4-1-5 0,-6-4 4 0,1 5-1 16,14-5 4-16,-10 7 10 0,-5-2 8 0,-3-3-1 15,-2 9 2-15,-4-4-2 0,-1 5-1 0,-3 3-5 16,1 3 1-16,-1 4-9 0,3 6 1 0,-4 3 5 16,-12-1-4-16,3-8-5 0,-5 1-8 0,3 9-4 15,1 3 0-15,-1 2-8 0,1 3 2 0,8 1 1 0,-2 3 0 16,2-2-2-16,5 18 0 0,-8-1-1 0,-1-2 1 15,5-2-10-15,3 1-8 0,3-1-14 0,2-1 1 16,1 3-58-16,1-5-30 0,3-2-13 0,3 1-11 16,1-3-108-16</inkml:trace>
  <inkml:trace contextRef="#ctx0" brushRef="#br0" timeOffset="8473.89">25478 7959 657 0,'0'0'407'16,"0"0"-556"-16,-2-2 480 0,1 0-269 0,-1 1-40 0,0-1 27 16,0 0-5-16,-2 2 11 0,1 0-18 0,-1 0-2 15,0 0-8-15,0 0 3 0,1 0-24 0,-1 0-2 16,0 0-3-16,2 0 2 0,1 0 1 0,-1 2-8 16,0 0 3-16,0-1-7 0,0 1-5 0,2 0-39 15,0 2-6-15,0 0-16 0,2-1-72 0,0 1-125 16,0-2-60-16</inkml:trace>
  <inkml:trace contextRef="#ctx0" brushRef="#br0" timeOffset="8799.64">25571 7786 479 0,'-2'-1'376'0,"0"-1"-500"0,1 0 440 0,-3 0-243 15,0 0-55-15,0 0 5 0,3 2 9 0,-1 0 0 16,0 0 29-16,-2-3-26 0,0-1-10 0,1 0-5 15,1 0-19-15,0 1 8 0,2 1 3 0,0-2-1 16,2 0-5-16,3 1 7 0,25-12 1 0,4 4 2 16,-5 5-4-16,-3 2 1 0,0 3-7 0,-5 1 5 0,-1 0-11 15,0 1 16-15,-5 3-1 0,-4 0 5 0,2 1 7 16,-5-1 11-16,-1 2-2 0,-1 5 3 0,-4 7-16 16,0 7-9-16,-1 1 4 0,18 3-4 0,-8 3 10 0,-5-2-8 15,-6 3 3-15,0-3-4 0,-4-4-6 0,-2 1 9 16,-1-1-10-16,0-1 10 0,-1-1-7 0,1-4-5 15,-1 2 3-15,1-1-5 0,-1-3-3 0,1 1-1 16,-2 0 3-16,1-5-1 0,3 3 1 0,-1-4-5 16,1 0-2-16,1-2-1 0,0-1-9 0,2-3-9 15,0-1-4-15,2-3-6 0,0-1-69 0,-1 2-31 16,-1 0-22-16,0-1-2 0,0-1-103 0,0 0-79 16</inkml:trace>
  <inkml:trace contextRef="#ctx0" brushRef="#br0" timeOffset="8969.52">25562 8139 963 0,'0'0'35'0,"0"-2"60"16,-2 0-69-16,0 1 35 0,0-1 1 0,2 0 13 15,0 0 0-15,0 0-26 0,0 0-6 0,0 0-4 16,0 1-7-16,2-1-6 0,0 0 2 0,0 2-5 16,24-13-13-16,7 0 2 0,1 4-5 0,5-1 4 15,3 3-8-15,1 1-7 0,-2 1-2 0,3 1-3 16,-3 2-27-16,2 0-68 0,0 0-95 0</inkml:trace>
  <inkml:trace contextRef="#ctx0" brushRef="#br0" timeOffset="10314.07">13881 2350 60 0,'0'0'25'0,"0"-2"0"0,0 0 41 16,0-2 18-16,-2-9 6 0,0-7 5 0,-1-4-5 15,-1-8 3-15,0-5-1 0,1-2 4 0,1 2-14 16,0 0-1-16,0 0-5 0,2-2-13 0,0 2-8 15,0 1-9-15,0 5 1 0,0 5-22 0,0 2-10 16,0 5 5-16,0 4-7 0,0 0 4 0,0 6-5 16,0 0 6-16,0 5-4 0,0 0 10 0,0 3-14 15,0-3-3-15,0 0-2 0,0 2-2 0,0 0 1 0,0 2 3 16,0 0-2-16,-2 2-1 0,-2 15-2 0,-3 24-1 16,1 7 2-16,1 4 7 0,1 4-8 0,2 1 0 15,0-1-3-15,2-2 2 0,0-4 1 0,0-2 2 16,0-7-1-16,0 0 4 0,2-6-7 0,2 1 4 0,0-3-4 15,-1 0 9-15,1-1-5 0,0-2 0 0,1-1-2 16,1-1-3-16,-2-2 9 0,1 2-8 0,-1-6 8 16,0-1-12-16,-1-3 9 0,1-3 4 0,-2-5 2 15,0-3 3-15,0-3 0 0,0-1 14 0,-1 1-6 16,3-2 26-16,0 0-14 0,1-2-13 0,8-2 5 16,2-7-14-16,0-6-7 0,2-22 6 0,1-2-7 15,-3 0 3-15,4 0-1 0,-1-2-2 0,1 0 0 0,1 2-4 16,1-2 4-16,-1-2-4 0,-1-1 4 0,-1-4-4 15,-1 1 5-15,-2-5 3 0,0 6 0 0,-4 5 2 16,-2 6-2-16,-3 3 2 0,10 6-1 0,-4 6-1 0,-5 5-6 16,-1 2-2-16,-5 5 0 0,1 3 0 0,-2 3-8 15,2-2-2-15,0 1-3 0,0-1-8 0,0 2-2 16,-2 0-15-16,0 0-2 0,0 2-98 0,0 2-95 16,0 0-27-16,0 15-30 0,-4 20-179 0</inkml:trace>
  <inkml:trace contextRef="#ctx0" brushRef="#br0" timeOffset="10656.52">14537 2398 640 0,'0'0'11'16,"0"0"0"-16,0 0 14 0,-2 0 9 0,0 0-2 16,0 0 29-16,0 2-7 0,0 0-5 0,-1 2 1 15,-5 5-15-15,-1 17 4 0,-6 4-4 0,-2 5 3 16,2 0-14-16,1 4 10 0,1 2-2 0,1 2 5 15,-1-1 4-15,10-1-4 0,-3 4 2 0,4-8-2 16,-16-5 0-16,5-5 0 0,5-3-3 0,5-3 2 16,-1 3-9-16,2-7-1 0,2-2 2 0,0-4-2 15,0-4 3-15,2 1-1 0,2-3-5 0,1 3 3 0,10-3-6 16,9-3-10-16,-3 0 6 0,-1 11-8 0,-1-4 6 16,1-3-5-16,2-3-3 0,1-3 0 0,1 0-1 0,-4 0-5 15,-1-3 2-15,1-3-3 0,-3 1-1 0,-2-3-5 16,1 1-1-16,-3-1-2 0,0 1-15 0,0-2-16 15,-1 1-5-15,-3 6-10 0,-2-9-86 0,-3 2-62 16,-2 0-22-16,2 3-11 0,3-3-94 0</inkml:trace>
  <inkml:trace contextRef="#ctx0" brushRef="#br0" timeOffset="10875.64">14563 2682 286 0,'-2'0'111'0,"0"0"2"0,-2 0 7 0,0 0-15 15,-12-3-22-15,3 1 10 0,5 2-10 16,-1-2 2-16,5 2-7 0,1 0-21 0,-1 0-26 0,2 0 0 16,0 0-10-16,0 0-4 0,2 0 19 0,0 0-4 0,0 0 10 15,2 0-5-15,2 0-10 0,1 0-5 0,20 0-1 16,-1 0-11-16,2 0 3 0,2 0-1 0,-2-2-1 16,3 0-11-16,-3 0 7 0,0-1-7 0,-2-1 3 15,-3 2-16-15,-3 0 11 0,-1 0-7 0,-2 0 6 16,0 1-24-16,-4-1-38 0,2 0-31 0,-8 2-8 15,-3 0-150-15,2-2-79 0</inkml:trace>
  <inkml:trace contextRef="#ctx0" brushRef="#br0" timeOffset="11061.04">14507 2552 701 0,'-2'0'57'0,"0"-2"88"0,0 1-90 0,0-1 43 15,1 0-14-15,-3 0 24 0,0 0-14 0,2 0-23 16,0-1-1-16,1-1-11 0,-1 0-25 0,2 0-4 15,0 1-3-15,2-1 0 0,-1 0-5 0,20-5-5 16,7 2-2-16,0-1 0 0,-1-1-9 0,1 5-8 16,0-1-1-16,-2 1-5 0,2 2 1 0,-2-15-22 15,-2 6 3-15,0 2-20 0,2 1-102 0,-2 5-131 16,2 1-77-16</inkml:trace>
  <inkml:trace contextRef="#ctx0" brushRef="#br0" timeOffset="11293.94">15406 2279 951 0,'0'0'35'0,"0"0"63"15,0 0-82-15,0 0 24 0,0 0 8 0,0 0 7 16,0 0 30-16,0 0-32 0,1 0-5 0,3 0-9 0,2-1-22 15,20-7-12-15,-2 3 0 0,4-3-4 0,-2 3-2 16,-2-1-5-16,4 2-8 0,-6 2 2 0,-2 1-22 0,-1-1-120 16,-6 2-7-16,-8 0-62 0,1 0-237 0</inkml:trace>
  <inkml:trace contextRef="#ctx0" brushRef="#br0" timeOffset="11447.85">15487 2452 624 0,'0'0'60'0,"0"0"3"0,0 0-4 16,-2 0-4-16,0 2-13 0,1 0 28 0,-1 0 15 15,0-1 3-15,0 1 1 0,0 2-10 0,2 0-21 16,0-1-2-16,0 1-6 0,0 0-7 0,2 0 0 0,0-1-5 16,0 1 2-16,1-2-15 0,10 5-6 0,8 1-3 15,5-3-2-15,-2-3-13 0,6-2 3 0,5 0-4 16,0-2 0-16,10-3-21 0,-6-1-31 0,-2 1-46 16,4-1-21-16,-10 2-384 0</inkml:trace>
  <inkml:trace contextRef="#ctx0" brushRef="#br0" timeOffset="12968.46">16670 2181 16 0,'0'-2'0'0,"0"-2"48"0,-4-12 413 16,2 5-190-16,2 3 14 0,0 3-236 0,0-1 3 0,-1 0 1 16,1 5-11-16,-2-3 4 0,0 0-33 0,-2 2-4 15,-3 0-3-15,-12 2-1 0,6 2-1 0,2 4-2 16,-8 5-2-16,12 17 0 0,5 3 1 0,0-3-3 15,-13-2 6-15,6 0-5 0,5 0 6 0,4-5-6 16,2 1 3-16,2-4-2 0,3 3 15 0,3-3-10 16,1 1 6-16,2 1-6 0,0-1 9 0,-9 1 4 15,12 1-1-15,7-3 3 0,-5 3 0 0,4 1 4 16,-5-3-2-16,-6-1 3 0,-1 1 10 0,-5-4-4 0,1 3 6 16,-3-3-5-16,7-4 9 0,-3 0 10 0,-5-7 2 15,0 2 4-15,-2-3 9 0,0-1-15 0,0 6-3 16,0-6-5-16,0-1-15 0,-2 3-10 0,-11 5-2 0,-13 3-1 15,-4-5-5-15,-5-1-8 0,2-5 5 0,1 1-6 16,0 0 0-16,5-2 0 0,1 0 1 0,0 0 0 16,5-2 0-16,3 0-5 0,3 1-3 0,2-1 1 15,3 0 0-15,5 2-21 0,-1-2 0 0,4 2-9 16,1 0-21-16,-3-2-35 0,0 0-10 0,2-1-12 16,2-1-55-16,0-9-44 0,2 0-22 0,4-2-19 15,3-2-185-15</inkml:trace>
  <inkml:trace contextRef="#ctx0" brushRef="#br0" timeOffset="13158.35">16650 2253 867 0,'0'0'310'0,"0"-1"-432"15,0-1 366-15,0 0-208 0,0-2-28 0,0 0 49 16,0 3 0-16,0-11 16 0,1-1-2 0,5-3-32 15,3 1-4-15,-1 2-8 0,16-4-12 0,4 6-10 0,-1-4 3 16,-4 6-5-16,1 1 5 0,-2 1-6 0,-3 3-6 16,-1 1-1-16,1 1-17 0,-2-9-25 0,-1 1-15 15,-1 5-11-15,2 1-109 0,-4 2-163 0</inkml:trace>
  <inkml:trace contextRef="#ctx0" brushRef="#br0" timeOffset="13416.69">17112 2497 914 0,'0'0'217'0,"0"0"-299"0,0 0 259 0,0 0-146 0,0 0-17 15,0 0 84-15,0 0-12 0,0 0 34 0,0 0-19 0,0 0-43 16,0 0-7-16,0 0-12 0,0 0-22 0,0 0-12 15,2 0 3-15,0 0-6 0,-1 0 0 0,1 0-4 16,2 0-7-16,0 0 0 0,5 0-28 0,6-2-22 16,2 0-15-16,1-2-12 0,3 0-133 0,1 3-211 15</inkml:trace>
  <inkml:trace contextRef="#ctx0" brushRef="#br0" timeOffset="13941.48">17700 2127 896 0,'0'0'28'0,"0"0"-1"0,-1-2 29 0,-1 0 12 0,0 1-2 16,-2-1 40-16,0 0-41 0,1 0-1 0,-1 0-15 16,2 0-28-16,0 0-5 0,0 1 3 0,2-1-3 15,0 0 2-15,0 0 4 0,2-2-7 0,2 1 7 16,9-5-10-16,9-3 10 0,2 4-5 0,1 1 6 15,-3 2-2-15,0 2-11 0,0 2 4 0,-3 2-7 0,-4 2-5 16,-2 2-1-16,-4-1 5 0,-5-1-3 0,-2 16 8 16,13 1 1-16,-6-1-6 0,-4 1 4 0,-3-3-3 15,-4 3 8-15,-3-3-3 0,-4 3 3 0,-4-3-11 16,3-1-4-16,-14-1 5 0,2-3-4 0,0 0 12 0,5-1-8 16,0-3-2-16,4-2 0 0,2 1-3 0,5-3 0 15,3-1-1-15,1 0 1 0,0-2 0 0,2-1-5 16,0 1-2-16,-2 2-2 0,2-2 1 0,-2 2 3 15,2-3 3-15,0 1-1 0,0 2-1 0,0-2 5 16,0 0-1-16,6 1 2 0,12 3-1 0,1 1-4 16,3 3 3-16,-1-1-3 0,-3 4 6 0,1 0-3 15,1 0 4-15,-1 2-4 0,3-2 1 0,-5 0 5 16,0 2-4-16,-3-2 5 0,-4 2 0 0,-1-1 7 0,-7-2 0 16,7-1 3-16,-2 0 9 0,-3-2 16 0,0 2 2 15,-4-1 3-15,0-1-13 0,-4 2-13 0,-3-2-8 16,-14 2 1-16,-14-1-13 0,-2 1 0 0,-2-2 6 0,2-1-4 15,0-3 0-15,1 16 3 0,5-8-7 0,-1-4 3 16,3-4-4-16,6-3-9 0,-1-2 7 0,6 0-10 16,3 0-9-16,2-2-15 0,7 2-13 0,2-1-3 15,1-1-74-15,1 0-79 0,0-2 2 0,2 2-35 16,6-14-84-16</inkml:trace>
  <inkml:trace contextRef="#ctx0" brushRef="#br0" timeOffset="14391.73">18573 1938 826 0,'-2'-2'93'0,"0"0"185"0,1-2-237 0,-3-1 43 16,0-3-3-16,0 3 18 0,1-1 4 0,1 2-40 15,0 1 2-15,-2-1-16 0,1 0-14 0,1 1-20 16,0 1-2-16,0 0-5 0,0 0-4 0,0 0 6 15,0 0-5-15,2 2 5 0,0 0-6 0,0 0 9 16,0 2-2-16,2 2 5 0,2 9 1 0,3 13-7 0,1 0 4 16,-1 4-6-16,1 5 5 0,-3 0-4 0,1 2-1 15,-2 4-2-15,-1-4-3 0,-1 4-3 0,-2-4 4 16,0-3-2-16,0 1 6 0,0-4-8 0,0 1 5 16,2-2-5-16,0 1 2 0,0-1 2 0,0 0-6 0,1-1 4 15,1-1-2-15,0-4-1 0,-1 2 3 0,1-1-2 16,0-3 8-16,0-2-5 0,1-3-3 0,-1-2 0 15,1 0 4-15,1-2-2 0,-2-4 6 0,-4-7-5 16,0 0 1-16,1 1 7 0,1 1-1 0,2-2 6 16,0 0 23-16,-1 0-15 0,3-2 1 0,7-6-7 15,4 2-10-15,-1-31 0 0,5-2 1 0,-3-4-2 16,3 0-7-16,9-1 0 0,3-3 3 0,0 0-1 0,6-1 7 16,-5-8-7-16,3-2 0 0,0-5-2 0,-5-4 0 15,-1 6 2-15,-7-2-1 0,1 7 2 0,-1 7-3 0,-4 8 3 16,1 4-5-16,-5 5 2 0,-1 2-9 0,0 2-11 15,-2 4 2-15,0 0-8 0,0 5-24 0,-2-1-129 16,0 3-43-16,-2 4-61 0,8 3-443 0</inkml:trace>
  <inkml:trace contextRef="#ctx0" brushRef="#br0" timeOffset="15995.36">8589 4272 256 0,'0'0'35'0,"0"0"-11"0,0 0 19 0,0 0 2 0,0-2-23 16,0 0-4-16,0 0-2 0,0 0-3 0,0-2 3 15,0 3-12-15,0-12 16 0,0 0 4 0,0-2 6 16,2 0 30-16,-2 2-4 0,2-2 10 0,0 4-7 16,0-2 16-16,0 0-12 0,0 0 2 0,-1 0-7 15,1 2-2-15,0 2-6 0,0-3 4 0,-2 3-4 0,0 2-1 16,2-1-8-16,-2 5-6 0,2-1 0 0,0 0-23 15,-1 0-5-15,1 3 3 0,0-1-3 0,0 0 6 16,0 2 4-16,0 2-4 0,0 0 4 0,-1 11-3 0,3 18 0 16,-4 3-6-16,0 3 3 0,-4 2-6 0,1 1-2 15,-1 1 6-15,0 4-5 0,1-2 10 0,-1 5-4 16,-2 4 2-16,3-4-4 0,-1 2-2 0,0-3 9 16,0-6-5-16,3-4 8 0,-1-2 1 0,0-7 1 15,2-2 0-15,0-4-1 0,0-5-5 0,0-1 5 16,0-3-3-16,0-3 3 0,0 1-12 0,0-6 2 15,0 1-1-15,0-2 1 0,0-2-1 0,0-1-1 16,0 1 3-16,-2 2-3 0,0 0 1 0,-2-1-1 16,-1 1-4-16,-8 4 2 0,0-3-6 0,-2 3 3 0,0-3 0 15,-2 1 2-15,1-1 0 0,1-1-3 0,0 0 6 16,0-1-4-16,2 1 12 0,4-2-6 0,3-2 0 16,3 0-1-16,1 0 0 0,-2 2-6 0,0 0 2 15,1 0-4-15,1-1-4 0,0-1 5 0,0 0-1 0,2 0 4 16,2 0-5-16,0 0 2 0,5 0-1 15,21-3 4-15,2-1 2 0,-1-2 0 0,3-1-2 0,1 0 0 16,1-3-5-16,-1 3 4 0,1-1 3 0,3 1 0 16,0 0 0-16,-4 3-6 0,1 0 0 0,-4 2-1 15,-3 0 6-15,-4 2-5 0,-5 0 0 0,-1 0-2 16,-4 0-2-16,4 0 5 0,-4 0-3 0,-8 0 4 16,3 0-5-16,-5 0-10 0,3 0 3 0,-4 0-5 15,2 0 0-15,-1 0-39 0,-1 0-28 0,0 0-7 0,0 0-114 16,-2 0-77-16,0 0-5 0,0 0-27 0,0 0-34 15</inkml:trace>
  <inkml:trace contextRef="#ctx0" brushRef="#br0" timeOffset="16194.36">8311 4220 1239 0,'-2'0'39'0,"0"0"-3"0,0-2 4 0,-1 0 10 15,1 0-17-15,0 0 24 0,0 0 8 0,0 0-13 16,0 1 9-16,1-1-34 0,1-2-10 0,1 0-1 16,-1 2-4-16,30-9-11 0,5 2-1 0,6-2-1 15,-2 2-2-15,0-1-5 0,0 7-15 0,0 1 0 16,0-20-11-16,0 9-48 0,0 9-191 0,0 4-91 0</inkml:trace>
  <inkml:trace contextRef="#ctx0" brushRef="#br0" timeOffset="16518.88">9206 4589 770 0,'0'0'105'0,"0"0"23"16,-2 0-39-16,0 0-46 0,0 0-9 0,0 0 7 16,1 0 6-16,-1 2 5 0,-2 2 1 0,-3 5 3 15,-10 17-14-15,2 2-10 0,2 0 3 0,0 3-12 0,2 3-2 16,2-5 2-16,-1-1-4 0,3 2-5 0,0-2 1 15,-1-2 5-15,3 0-1 0,-1-2 10 0,2 0-6 16,1-2-7-16,-1-1 3 0,2-1-9 0,0-1 5 16,2 1-2-16,0-5 1 0,4 0-5 0,0-2 8 15,1 0-3-15,1-2 4 0,-1-2-5 0,1 1-6 16,12-5 6-16,1 3-5 0,5-5 6 0,-4 12-3 16,5-4 0-16,1-3 0 0,0-5-2 0,1-1 0 0,1-4-1 15,4-1 1-15,-1-3-8 0,-3 1 1 0,2-3-8 16,-4 1 4-16,-2-1-21 0,-2 1-16 0,-1-1-1 15,-4 1-9-15,-3 0-38 0,-1-1-137 0,0 3-41 16,2-3-46-16,2 1-272 0</inkml:trace>
  <inkml:trace contextRef="#ctx0" brushRef="#br0" timeOffset="16899.86">9269 4942 731 0,'0'0'285'0,"0"-2"-383"0,-2 0 336 16,0 0-185-16,0 0-9 0,1 1 33 0,1-3-1 16,0 0 9-16,0 0-5 0,0-3-27 0,1-2 4 15,3-1-14-15,2-1-17 0,3 0-6 0,2 2-6 0,13 1 3 16,2 1-8-16,2-2 0 0,0-1-2 0,-2 3 1 15,-2-2-13-15,0 3 3 0,-3 3-4 16,-3 1 1-16,1-11-24 0,-4 5-79 0,-2 5-40 0,-6 1-32 16,-5 2-320-16</inkml:trace>
  <inkml:trace contextRef="#ctx0" brushRef="#br0" timeOffset="17627">9263 4652 1232 0,'0'-2'20'0,"-1"1"36"0,1-1-54 0,0 0 6 16,0 0-4-16,0-2 5 0,0 1-3 0,1-1 0 16,5-4 2-16,13-5-1 0,14-1-6 0,8-5 3 15,3-1-4-15,10 3 3 0,2-4-6 0,9 8 4 16,-2-3-4-16,0 1 4 0,-3-2-5 0,-10-1 7 16,0 5-1-16,-9 0 4 0,-6 5-6 0,-5 1 1 15,-8 3-1-15,-5 2 0 0,-4-7-9 0,-6 5 18 16,1 0-1-16,-5 3 10 0,-1 1 22 0,2-2 15 15,0 2 2-15,-3 0 1 0,1 0 0 0,-2 0-12 0,0 2 3 16,-2 1-7-16,1 1-8 0,-14 20 1 0,11 0-4 16,-15 4 5-16,-1 0-1 0,0 4-16 0,-1 1 1 15,-3-1-7-15,4 3 2 0,-1-5-13 0,1 1 5 0,5-3-7 16,-2-2 1-16,13 0 4 0,1-2 0 0,-12-2 1 16,6-1-4-16,3-3 3 0,6-1-3 0,2 0 4 15,2-4-2-15,-1-4-2 0,3 0-1 0,-1-3 1 16,16-1 7-16,1-3 0 0,4 15 1 0,0-6 0 15,0-5 0-15,-2-4 5 0,4-2-2 0,0-4 2 16,2-4-5-16,-2-1-3 0,-1-4 3 0,-4 2-4 16,-1-2 2-16,-5 2-8 0,-1 3 2 0,-4-12-2 15,-3 0 7-15,9-8-7 0,-6-2 3 0,-7-3-5 0,-3-6-5 16,-6 2 0-16,-3-1-9 0,-6 3 5 0,-6 0-14 16,1 5 0-16,8-1 3 0,-16 8-4 0,-1 3-11 15,1 5-25-15,0 4 2 0,0 3-8 0,0 3 4 0,3 3 16 16,-1-15 2-16,6 8 5 0,5 5 14 0,1 2 17 15,5 2-1-15,1 0 6 0,1 0 0 0,1 0 6 16,0 0-3-16,3 0 5 0,-1 0 2 0,0 0-3 16,0 0 4-16,2 0-3 0,0 0 12 0,0 2-8 15,0 0 9-15,2 0-8 0,0 0 15 0,1 0-2 16,1 0 0-16,11 16 2 0,-2 1 5 0,2 7 5 16,-2-4-4-16,2 4 2 0,0 0-7 0,-1 4 5 15,1 5 0-15,-2-5 2 0,0 7-7 0,0-9 0 16,0-2-1-16,2 2 0 0,-2-6 5 0,2-2-4 0,0 2 1 15,2-3-4-15,1 0-6 0,1-1 4 0,3-3-4 16,-2-2 3-16,5 0-5 0,-3-2 1 0,-5 0-3 16,3 0 1-16,0-1-1 0,-1-1-2 0,3-3 1 15,-5-1-2-15,-6-1-6 0,2 0 1 0,-4-3 1 0,-1 1-2 16,-3 2 2-16,-3-4 2 0,4 4-4 0,-3-1 3 16,1-1-3-16,0 0-2 0,0 0 3 0,-3 0-3 15,1 0-3-15,0 0-6 0,0-1-5 0,0-1-2 16,0 0-29-16,0 0-55 0,-1 0-52 0,1 0-23 15,0 0-381-15</inkml:trace>
  <inkml:trace contextRef="#ctx0" brushRef="#br0" timeOffset="18952.71">11029 4307 305 0,'-2'-2'0'0,"0"0"140"0,1 0 41 0,-1 0 36 15,-2 1 18-15,0-1-113 0,1 0-24 0,-1 0-8 16,0 0-1-16,1 0-2 0,-1 0-20 0,2 1-25 15,0-3-2-15,0 0-6 0,2 0-4 0,0 3-12 16,2-9 4-16,4 1-6 0,5-2 6 0,24 0-11 0,0 0-1 16,2 1-3-16,2 3-3 0,-3 3-1 0,-3 0 0 15,-1-14-2-15,-3 7-4 0,5 2-6 0,-10 5 5 16,2 4-6-16,-6 0-8 0,1 2-11 0,-3 0-30 16,-1 1 8-16,-2 1-88 0,-6 0-36 0,1-1-10 15,-9-3-17-15,1 0-93 0,9 15 32 0</inkml:trace>
  <inkml:trace contextRef="#ctx0" brushRef="#br0" timeOffset="19113.93">11152 4415 579 0,'-2'0'131'16,"0"0"-10"-16,-5 0-4 0,-19 3 7 0,5 1-53 15,6 0-7-15,2-1 16 0,4 1-3 0,2-2 6 0,3 0-11 16,0 0 4-16,0 0-1 0,3-1-1 0,-1 1-25 16,2 0-13-16,0 0-4 0,2 0-3 0,9 3-14 15,31 7-5-15,1-9 1 0,0-5-3 0,5-1-8 16,0-5-36-16,-1 1-12 0,1-1-24 0,-3 1-205 0</inkml:trace>
  <inkml:trace contextRef="#ctx0" brushRef="#br0" timeOffset="19763.09">12554 3625 231 0,'0'-1'87'15,"0"-1"-3"-15,0 0 28 0,-6-24 3 0,2 5-18 16,-1 3 32-16,-1 3-9 0,2 6-8 0,1 1-4 0,1 5-50 16,-2 1-33-16,-11-9 3 0,2 3-10 0,-2 5 12 15,1 3-14-15,-1 0 5 0,2 3-8 0,2 3 2 16,1-1 6-16,1 20-3 0,0 4 4 0,3 3-10 16,4 1 3-16,-18 1-2 0,11-7 4 0,5 1 7 0,4-4-3 15,2 6 1-15,3-4-1 0,3 0 9 0,3 2 7 16,0-4-5-16,2-2 4 0,0-1-11 0,-11-3-7 15,16 1 8-15,-1 0-8 0,0-1 13 0,-6-1-16 16,-2 0 9-16,-1-3-10 0,-3 3 6 0,-3-2-3 16,7-2-5-16,-1 0 3 0,-4 0 0 0,-3-2-3 15,-1 0-1-15,-1-1-2 0,-5 1-9 0,-1-2 9 16,-21 0-3-16,-2 0 4 0,-2 1-7 0,1-3 2 16,-4-1-4-16,3-3 2 0,-1 1-5 0,3 15 4 0,-2-6 4 15,-1-4 0-15,1-5-1 0,6-2-14 0,4-2-1 16,7-2-8-16,4 0-28 0,7 0-31 0,1 0-21 15,-1-2-3-15,-2-12-74 0,5-7-84 0,4 1-17 16</inkml:trace>
  <inkml:trace contextRef="#ctx0" brushRef="#br0" timeOffset="19964.18">12431 3644 851 0,'0'-2'223'15,"0"0"34"-15,-2 0-96 0,0 1-87 0,0-3-37 0,1 2-1 16,-1-2 62-16,2 1-6 0,0-1 17 0,0-2-46 16,2-7-29-16,1-2-4 0,5 1-7 0,-1 4-13 15,8-1-7-15,9 2-2 0,2 2-1 0,2 1-10 0,-2-1-14 16,2 3-7-16,0 0-5 0,0 2-51 0,-1-16-101 16,-1 7-21-16,-1 3-39 0,1 6-183 0</inkml:trace>
  <inkml:trace contextRef="#ctx0" brushRef="#br0" timeOffset="20166.38">12875 3971 1440 0,'-2'0'20'0,"0"0"1"0,0 0 0 0,0 0 8 15,1 0-5-15,-1 2 68 0,0 0 11 0,0-1-7 16,0 1 1-16,0 0-48 0,0 0-24 0,1 0 2 0,-1 0-11 15,2 0-13-15,0-1 0 0,0 1-1 0,0 0 0 16,2 0-6-16,-1 0-14 0,1 0-12 0,2 0-1 16,7 3-35-16,6 1-108 0,0-1 2 0,-1-1-48 15,5 0-87-15</inkml:trace>
  <inkml:trace contextRef="#ctx0" brushRef="#br0" timeOffset="20672.24">13209 3618 687 0,'-2'-2'157'0,"0"0"-169"16,0 0 164-16,1 1-79 0,-3-1-53 0,0 0 46 16,2 0-1-16,0 0 15 0,1 0-16 0,-1-1-19 15,2-1-3-15,2 0-4 0,-1 0-12 0,11-1 0 16,21-3 4-16,6 3-1 0,-2-1 16 0,2 1-3 15,2 1-2-15,2 2-2 0,-2-20-11 0,-4 11-8 0,-4 5-4 16,-5 6 0-16,-6 2-7 0,0 4 3 0,-7-1-5 16,-4 3 3-16,-5-1-12 0,9 15 15 0,-6 1-2 15,-3 3 6-15,-6 0-11 0,-4 1 4 0,-7 1-5 16,-6 2 3-16,13-4-12 0,-29-2 9 0,-4 0-2 0,-2-3 4 16,0-1-10-16,4 1 12 0,1-7-6 0,5 3 8 15,4-4-8-15,3 0-4 0,2-2 2 0,5-3-3 16,0-3 4-16,8 1 0 0,1-2 0 0,4-4-1 15,-2 5 1-15,4-3-8 0,-1 2 2 0,-1-1-4 16,2 1 13-16,0 0-8 0,2-2 6 0,1 0-6 16,14 5 2-16,16 2 4 0,-1-5-3 0,5 0 3 0,4-2-5 15,-4-1 5-15,2 1-2 0,-2 2 2 0,-2 2-2 16,-1-1 0-16,-4 1 0 0,1 3 0 0,-9-2 4 16,1 3-3-16,-3-1 1 0,-7-2-2 0,-2 1-2 15,-1-1 6-15,-5-3 2 0,4 9 0 0,-1 0-4 0,-3 2 13 16,-3-2-6-16,-2 2 8 0,-3 0-15 0,-7-1 5 15,-6 3-2-15,-20-2 3 0,-5 2 2 0,-5-4 0 16,0 0-1-16,-3-2 0 0,7-4 0 0,-3-1-9 16,4-3 2-16,6-1-3 0,2 0 0 0,5 17-20 15,4-8-4-15,3-6-6 0,3-1-23 0,6-4-114 16,-1 0-10-16,6 0-49 0,1 0-152 0</inkml:trace>
  <inkml:trace contextRef="#ctx0" brushRef="#br0" timeOffset="21062.84">12154 4849 739 0,'-1'0'116'15,"-3"0"-6"-15,-15-6-23 0,-5 1 6 0,6 1-50 0,1 0 20 16,2 3 18-16,4-1-2 0,5 2 5 0,-1 0-7 16,3 0-26-16,0 0-2 0,3-2-11 0,-1 0-18 15,2 0-1-15,2 0 0 0,12-1-1 0,27-5-6 0,11 1 4 16,0 1-3-16,0-1 3 0,8-2-2 0,3-3-1 16,9 3-2-16,8 2-1 0,9-1-5 0,2 1 0 15,0-1 6-15,-4 3-5 0,-12-1-1 0,-1-1 9 16,-4 1-7-16,-3 1 8 0,0 1-6 0,-2-2 0 15,-2 3-5-15,-1-1 3 0,-7 0-5 0,-10 2-1 16,-6 2 5-16,-8-1-4 0,-7-1 1 0,-3 2 6 16,-3 0-2-16,-10 0 3 0,-1 0-9 0,-3 0-3 15,-2 0-2-15,2 0 0 0,-1 0 0 0,-1 0-20 0,0 0-1 16,-2 0-8-16,-2 0-25 0,-2 0-72 0,-9 3-9 16,-14 7-27-16,2-3-79 0,-6 4-157 0</inkml:trace>
  <inkml:trace contextRef="#ctx0" brushRef="#br0" timeOffset="21638.7">12355 5152 300 0,'-2'0'169'0,"0"-2"-2"15,-2 0-25-15,3 2-15 0,-11-6-57 0,3 3-33 16,2 1 37-16,-1-2-7 0,6 4 17 0,-5-4-6 0,3 3-45 16,1-1 6-16,1 0-20 0,0 0 0 0,2 0-7 15,0-2 4-15,2 1-5 0,0-1 3 0,-1 0 13 16,27-3-3-16,4-1 7 0,-2 5-11 0,-1 1-9 16,1-17 0-16,-2 8-2 0,-4 7 4 0,0 4-5 15,0 2 2-15,-9 2-2 0,4 3 2 0,-8-1-3 16,-2 1 3-16,-1 5-2 0,-5 8 2 0,10 0 1 15,-3 1-8-15,-9-1 6 0,-1 1-6 0,-5 1 2 16,-6 0 2-16,0-3 0 0,5 1-1 0,-16-1-2 0,-1-6 3 16,1-2-2-16,2 0-4 0,5-3-1 0,2 5-4 15,4-8 3-15,3 3 1 0,4-5-1 0,-2 3 2 16,1-1-1-16,1-1 5 0,2-2-9 0,0 2 7 16,0-2-6-16,0-1 10 0,4 9-7 0,-1-5 0 0,8 8-2 15,14 2 3-15,-1-2 2 0,4 2-2 0,1 0 4 16,-1-4 17-16,-2 7-7 0,-9-3 10 0,-4 0-8 15,-6 0 5-15,-1-4 7 0,-2 2-5 0,1-2 6 16,4 0-2-16,-3 1 7 0,-2-1-1 0,-4-2 3 16,-4 2 1-16,-3 0 6 0,-3-1 1 0,-21-1 0 15,-3-2-8-15,1-1-7 0,-2-1-3 0,3 1 0 0,0-4-8 16,6 0-7-16,-1 0 0 0,4 12-3 0,1-2-3 16,5-7-2-16,4-1 0 0,0-2-2 0,2 0-3 0,2-1-4 15,5-1-3-15,2 0 1 0,-1 0-14 0,-1 0-31 16,2 0 6-16,0 0-15 0,0 0-4 0,2 0-82 15,0 0-9-15,2 0-32 0,2-1-107 0</inkml:trace>
  <inkml:trace contextRef="#ctx0" brushRef="#br0" timeOffset="21823.84">13005 5510 1568 0,'0'0'45'15,"0"-2"92"-15,0 0-116 0,0 0 56 0,0 1-4 16,0-1 22-16,0 0-6 0,-2 0-45 0,0 0-4 16,0 0-15-16,0 0-19 0,0 1-6 0,1-1-1 0,-1 0-4 15,2 2-25-15,0 0-24 0,0 0-23 0,0 0-2 16,0 0-89-16,2 0-83 0,-1 0-39 0</inkml:trace>
  <inkml:trace contextRef="#ctx0" brushRef="#br0" timeOffset="22248.22">13309 5202 628 0,'0'0'280'0,"-2"-2"-341"0,1 0 313 0,-1 0-164 0,-2 0-73 0,2 1 30 16,0-1-2-16,0 0 11 0,1 0 1 0,-1 0-11 15,2 0-5-15,2-1 0 0,-1-1-7 0,5 0-4 16,22-14 2-16,3 5-3 0,3 1-1 0,-1 5 0 15,1 3-3-15,-8 4 0 0,-2 0-15 0,-6 2 8 16,-5 2-3-16,2 1 7 0,-7-1 6 0,-1 2-8 16,-1 3 8-16,7 10-8 0,-4-1 6 0,-5 1-10 15,-4 1-2-15,-2 1 0 0,-6-1 0 0,-3 2-9 16,-2-1 2-16,11-5-4 0,-18 1 1 0,-2-4 0 0,7 2 0 16,2-2 0-16,2 2-3 0,3-4-5 0,3-2 4 15,3 1-3-15,-6-1 5 0,3 0-12 0,3-2 5 16,0 1-6-16,2-1 10 0,0-3-2 0,6 5-1 15,10 1 1-15,9-3 5 0,4 6-1 0,-5-2 1 16,4 0-1-16,2 6 4 0,-4-4-3 0,0 2 3 0,0 2-3 16,-2-3 5-16,-2-1 6 0,-1 0-1 0,-8 0 2 15,0-1-5-15,-4-1 24 0,-3-2-3 0,-3 0 11 16,5 1 19-16,-3-1-17 0,-1-2 5 0,-2 3-10 16,-2-3-1-16,0 4-11 0,-4-2 3 0,0 3-6 15,-27-3-7-15,-6 2-6 0,1-2 1 0,-3-1-3 16,-1 1 0-16,-9-5-6 0,-1-1-5 0,2-1 1 0,0 0-20 15,9 19-38-15,3-10-25 0,3-6-15 0,3-5-177 16,12 0-198-16</inkml:trace>
  <inkml:trace contextRef="#ctx0" brushRef="#br0" timeOffset="22630.42">14290 4550 1205 0,'0'0'71'15,"-2"-2"0"-15,0 0-11 0,-2 1 0 0,2 1-23 0,-3-2 33 16,1 2 0-16,0 0-2 0,1-2-4 0,-1 0-38 16,2 0-12-16,0 2 1 0,2 0-4 0,2 0 1 0,0 0-8 15,28-4-2-15,-1 1-2 0,-3-1-16 0,10 0-9 16,-3 1-6-16,-5 1-1 0,0 0-44 0,-8 0-160 15,1 2-59-15</inkml:trace>
  <inkml:trace contextRef="#ctx0" brushRef="#br0" timeOffset="22765.52">14485 4825 1328 0,'-2'0'44'0,"0"0"96"0,0 0-134 0,0 0 50 0,0 0-3 16,0 0 21-16,2 0 5 0,0 0-30 0,0 0-2 15,2 0-11-15,2 0-13 0,9 0-15 0,19-6-1 16,1-1-6-16,4-4-10 0,2-2-41 0,4-2-3 16,0-2-25-16,-1 1-140 0,-1-1-314 0</inkml:trace>
  <inkml:trace contextRef="#ctx0" brushRef="#br0" timeOffset="23060.56">15554 3924 1274 0,'-2'-1'51'0,"0"-1"-1"0,0-2-8 16,-9-20 18-16,4 5-26 0,-1 3 62 0,5 6-5 15,1 3-9-15,-2-2-1 0,4 5-44 0,0 0-19 16,-2 0-3-16,0 3-4 0,2-1-4 0,0 0 1 15,0 2 1-15,2 2-1 0,6 18 3 0,8 23-6 16,1 3 3-16,-2 4-4 0,0 1 2 0,-4 4-2 16,-2 3-1-16,-1 1-1 0,-3 4-2 0,-1-3 1 15,-2-3 1-15,-2 1 1 0,0-10-4 0,0-3-7 16,0 1-4-16,0-9-3 0,0 2-38 0,-2-5-29 0,2-8-56 16,0 0-1-16,0-2-279 0</inkml:trace>
  <inkml:trace contextRef="#ctx0" brushRef="#br0" timeOffset="23233.81">16000 4416 1114 0,'0'-1'152'0,"-2"-1"332"16,0 0-454-16,0 0 36 0,0 0 4 0,0 0 12 16,1 0 25-16,-1 1-35 0,0-1-12 0,0 0-7 15,0 2-45-15,0 0-4 0,0 0-4 0,2 0 0 0,0 0-34 16,0 0-27-16,2 0-22 0,0 0-6 0,2 0-118 15,3 0-123-15,17 0-98 0</inkml:trace>
  <inkml:trace contextRef="#ctx0" brushRef="#br0" timeOffset="23643.24">16575 3833 805 0,'0'-1'182'0,"-2"-3"-207"15,-5-11 206-15,-4-4-100 0,0 5-11 0,3 4 18 16,-8-1 2-16,1 6 1 0,4-5-20 0,-1 3-41 0,3 1-1 16,0 3-12-16,0 1-8 0,3 2-5 0,0 2 0 15,3-1-1-15,-3 9 2 0,2 19 1 0,1 3-4 16,-3 5 3-16,2 4 2 0,1-2-1 0,-3-4 5 16,2 2-6-16,-1 1-5 0,1-1 6 0,0 4-5 0,1 1 6 15,-1 3 0-15,-20-1-4 0,11 1 0 0,5-1-2 16,7-1 4-16,1-2 4 0,3-4 0 0,3-2 1 15,1-5-2-15,3-4 4 0,1-2 3 0,2-1-2 16,0-5 2-16,-4-1-5 0,19-10-2 0,2-1 1 16,5 14-1-16,2-9 2 0,-2-7 1 0,1-4 1 15,-3-7-8-15,0-4 4 0,-1-2-4 0,-10-2 4 16,4 7-8-16,-9-20 10 0,-2-1-4 0,-4 5 7 0,-6-8 3 16,-3 6 25-16,15 0 4 0,-6-6 4 0,-9 6 3 15,-2 4-11-15,-6 0-1 0,-1 7-4 0,5 0-9 16,-28 4-19-16,-3 4 2 0,2 3-8 0,-1-15-2 0,-5 6-2 15,-2 8-6-15,0 5 1 0,4 2-21 0,5 3-32 16,4 3-18-16,9-1-9 0,2 0-88 0,6 1-73 16,7-3-24-16,0 16-35 0,-13 3-259 0</inkml:trace>
  <inkml:trace contextRef="#ctx0" brushRef="#br0" timeOffset="24270.09">17051 4147 510 0,'0'-2'180'0,"0"1"2"0,-2-3-45 0,-2-5-11 15,-2-4-62-15,3 3 36 0,1 3 2 0,0-1-5 0,0 5-6 16,0-1-61-16,0 2-15 0,1 0 2 0,-1 2-4 16,0 0 14-16,0 2-6 0,0 2-3 0,-2 14-1 15,1 12-15-15,1 2 12 0,2-3-1 0,0 1 6 16,0-2 1-16,2 2 2 0,1-3-6 0,1-1 3 15,0 0-8-15,0-5-4 0,-1-4 4 0,1 1-5 16,0-5-2-16,-1 0 4 0,1 0-5 0,-2-7 5 0,-2-3-2 16,2 1 5-16,0 0 4 0,0-2-3 0,-1 0-8 15,-1-1 6-15,0-1-9 0,0 0 7 0,0-1-13 16,0-3 7-16,-1-11-2 0,-3-9 4 0,0 0-5 0,0-4-1 16,1 0 2-16,1 0-1 0,0-2-5 0,2 3 6 15,0 1-3-15,2 1 5 0,2 3 0 0,-1 4 0 16,1 3 1-16,2 2-1 0,-1 2-5 0,1 1 4 15,-1 3-1-15,-3 3 3 0,6-1-3 0,3-3 0 16,0 5 0-16,2 1 0 0,0 2 2 0,0 2 0 16,-4 1 1-16,2 5 0 0,-7 1 7 0,3 13-10 15,1 2 4-15,-1-1-5 0,4-1 5 0,-3-2 1 16,-3-1-4-16,5-2 1 0,-5-1-6 0,5-5 4 16,-3 1 2-16,-5-9 2 0,0 1 0 0,0-4 3 0,1 2-4 15,1 0 2-15,2 1-7 0,-1-1 2 0,-1-2-1 16,3 0 1-16,-1-2 4 0,1 1-9 0,8-24 7 15,-9 1-8-15,3-2 7 0,2 0 0 0,-2 2-1 16,3 2 0-16,-1 2 0 0,-6 3 3 0,1 0-6 0,-3 6 5 16,5 4 1-16,1 1-1 0,0-1 5 0,3-1-4 15,-3 3-3-15,6-1 6 0,-4 4-5 0,-2 2 7 16,0 0-2-16,3 4 3 0,-3 0 3 0,4 5-3 16,-2-5-5-16,-4 14 7 0,3-1-5 0,-1 3 5 15,4-1-11-15,0-1 1 0,0 3-1 0,-2-3 0 16,2-1-4-16,-2-4-19 0,0 0-3 0,2-4-6 0,0 1-21 15,-1-5-91-15,1 1-20 0,-2-3-35 0,2 5-158 16</inkml:trace>
  <inkml:trace contextRef="#ctx0" brushRef="#br0" timeOffset="24733.73">18064 3852 1166 0,'0'-2'52'0,"0"0"-1"0,0 0 33 15,-2-1 5-15,1 1-7 0,-1 0 22 0,0 0-28 16,0 0-7-16,0 0-9 0,0 1-40 0,-1 1-6 16,1 1-1-16,0 3-2 0,-7 17-7 0,1 5 7 0,3 3-5 15,1 1 6-15,2-2-8 0,0 3 8 0,2-1-2 16,0-2 3-16,0 0-8 0,0 0 0 0,0 0-1 16,0-2 0-16,0-1-6 0,0-2 4 0,0-1 0 15,0-5 2-15,0-2 0 0,0-6-5 0,0-2 0 0,0-3-2 16,0 0 3-16,-2-1 6 0,0 1-4 0,1-2 5 15,-1 0-6-15,0-2-4 0,0-2-2 0,0-2-2 16,-1-11 6-16,-5-16-1 0,4-1 2 0,3-1-2 16,1-4 0-16,1-2 4 0,3-4-1 0,2 2 2 15,1-3 2-15,2-3-5 0,2 6 7 0,1 1-7 16,-3-3 10-16,-2 8-2 0,1 1-1 0,-1 6 1 0,1 6 0 16,-3 11 6-16,4-4-1 0,-5 9 2 0,0 1-1 15,0 1-7-15,7-3 4 0,2 1-7 0,2 2 2 16,3 4 2-16,-1 6-1 0,1 5 1 0,1-7-1 15,3 26 1-15,1 1-4 0,-1-1 4 0,-2 5-12 0,-1-5 8 16,-2 0 0-16,1 1 5 0,-1-3 8 0,0 0-6 16,-1 2 1-16,-1-3-3 0,-2 3-8 0,-2-2 3 15,0 2 0-15,-1-1 1 0,1-1 3 0,-6 2-10 16,3-4 1-16,-6 2-4 0,14-4 1 0,-4-2-8 16,-7-1 4-16,-3-7-5 0,0 5-1 0,-2-4-16 15,0-6 2-15,0 0-7 0,0-5-6 0,0-2-24 16,0 2-11-16,0-1-5 0,0-1-53 0,0 0-34 0,-2 0-23 15,0-2-5-15,0 0-84 0</inkml:trace>
  <inkml:trace contextRef="#ctx0" brushRef="#br0" timeOffset="24943.3">17955 4092 1151 0,'0'0'74'0,"-2"0"122"16,0 0-130-16,0 0 40 0,0-2-12 0,2 0 21 15,0 2-18-15,0-2-31 0,0 0 0 0,0 0-12 16,2 0-21-16,0 1-5 0,2-1-1 0,14-2 0 16,10 0-5-16,2 1-14 0,-2-1 0 0,1 2-5 0,1 0-3 15,0 0-16-15,5 0-4 0,2 1-10 0,0 1-55 16,4 0-302-16,-4 0-138 0</inkml:trace>
  <inkml:trace contextRef="#ctx0" brushRef="#br0" timeOffset="26674.2">8807 6646 24 0,'0'0'0'0,"0"-1"12"0,0-1 129 0,0 0-26 16,-2 0 13-16,0 0-54 0,0-2-10 0,0 1-11 15,0-1 0-15,1 0 2 0,-1 1 17 0,-2-5-6 16,0 1 4-16,-1-3-4 0,1 3-1 0,0 0-23 16,-1-3 8-16,-1 1-11 0,1-2 16 0,-3-4-9 15,3-2 4-15,-1 1-5 0,2-1 4 0,1-2-11 0,1 4 0 16,2-3-4-16,0-3-1 0,0 5-7 0,0 1 2 16,0 2-3-16,0 4-5 0,0-1 4 0,0 1-2 15,0 5 4-15,2-3 3 0,-1 3-15 0,1 0 2 16,0 3-9-16,-2-1-12 0,0 2 6 0,2 2-2 0,-2 1 4 15,4 21 5-15,-2 8-4 0,-1 0 0 0,1-1-3 16,0 1 0-16,-2-1 4 0,0 1 0 0,0 1 0 16,2 3-5-16,0-1 2 0,0 0-1 0,0 0 2 15,-1-1-4-15,1 1 7 0,-2-2-4 0,0 3 5 16,0-1-7-16,0-7 2 0,0 0 2 0,0-8-2 16,-2 1-4-16,2-5 9 0,-1 1 0 0,-3-4 5 15,2-6 8-15,0 1 2 0,-2-1 6 0,1 1-3 0,-3-1-4 16,-3-3 0-16,-6 0-10 0,-2-1 8 0,1 1-3 15,-1 0 6-15,0-2 6 0,4 7-3 0,0-2 6 0,2-1-12 16,0-1 1-16,3-3-4 0,1 0 2 0,5-2-4 16,0 0 6-16,-1 0-5 0,-1 0 4 0,2 0-12 15,0 0-1-15,0 0-3 0,2-2-3 0,2 0 4 16,0 1-5-16,5-3 5 0,23-7-4 0,4 1 2 16,-1 3 1-16,8 1-3 0,0 3 0 0,3 1 4 15,5 0-4-15,-9 0 5 0,3-2-5 0,-8 3 0 16,-1-1 2-16,-3 0-2 0,-5 2 3 0,0 0-6 15,-5 0 1-15,-6 0-5 0,-2 0-5 0,-4 0-15 16,-2 0 0-16,-3 0-6 0,-2 0-11 0,2 0-17 0,-1 0-29 16,-1 0 1-16,0-2-115 0,0 0-16 0,-2 0-2 15,0 0-5-15,-2-1-14 0</inkml:trace>
  <inkml:trace contextRef="#ctx0" brushRef="#br0" timeOffset="26859.92">8417 6568 905 0,'0'0'140'16,"-2"-1"3"-16,0-1-37 0,0 0-16 0,0 0-46 16,1 0-4-16,-1 0 26 0,0 0 0 0,2 1 8 15,0-1-9-15,2 0-27 0,1 0 1 0,16-9-10 16,16-6-8-16,4 2-10 0,6 2 4 0,7 0-6 0,2 4-3 16,7 0-4-16,0 1-7 0,-1 5 1 0,-1 1-27 15,-3 2-25-15,-4 2-48 0,-2 3-1 0,-4 4-244 0</inkml:trace>
  <inkml:trace contextRef="#ctx0" brushRef="#br0" timeOffset="27157.67">9911 7073 1261 0,'-1'0'32'0,"-1"0"5"0,-19-3 4 0,-8-3-7 16,-7 1-1-16,3 3 24 0,1 2-3 0,-1 0 3 0,1 3-5 15,-5 5-2-15,2 1-15 0,5 2-4 0,2 4-3 16,6 0-11-16,2-6-3 0,-1 17 7 0,3 0-5 16,3-2 8-16,2 2-9 0,4 2 1 0,1-2-4 15,3 2 4-15,3-2 1 0,-15-2-2 0,8-2 0 16,3 3-9-16,4-3 12 0,2-2-4 0,4-1 6 15,3-1-13-15,3-1 4 0,1-2-6 0,0 0 5 16,19-2-8-16,1-6-5 0,5-1 1 0,4-2-5 16,1 18-15-16,4-7-30 0,-6-12-3 0,4-3-14 0,-1-3-67 15,3-5-160-15,1-3-55 0</inkml:trace>
  <inkml:trace contextRef="#ctx0" brushRef="#br0" timeOffset="27700.27">10379 7153 736 0,'-1'-2'151'0,"-1"1"4"0,-4-7-19 15,-1-10-14-15,-14 5-44 0,3 5 22 0,-3 1-22 16,3-6-2-16,-1 2-8 0,1 3-16 0,-1 4-18 0,-1 4 7 16,3 4-13-16,-2 5-12 0,3 3-4 0,-1-1-3 15,2 22 1-15,0-1-5 0,0 3 3 0,4 4-5 16,2-4 5-16,0 4 0 0,7 0 1 0,-2-2 3 0,2 0-1 15,-18 1 5-15,9-1-8 0,9-2 3 0,2-3-4 16,5-1 6-16,5-5 5 0,1-2-3 0,4-1 3 16,-6-9-8-16,19-1 7 0,1-5-3 0,3-6 3 15,3 3 0-15,4 18-12 0,0-12 8 0,2-8-9 16,2-4 5-16,-1-9 3 0,-3-3-9 0,-3-5 7 16,-3 16-3-16,-3-26-3 0,-2 0 5 0,-8-3-5 15,-3-1-2-15,-4-3 1 0,-2-1-1 0,-4 1 1 0,-1-2-3 16,16 0-8-16,-11-2-2 0,-7-2-4 0,-6 2-8 15,-7 2-6-15,-4-2 0 0,-6 2-4 0,1 5-20 16,7 8-12-16,-21 2-6 0,1 9 2 0,-5 7 3 0,-5 1 39 16,2-18 0-16,2 12 14 0,2 6 12 0,7 3 0 15,6 2 2-15,7 2-2 0,2 0 6 0,4 1-5 16,1-1 3-16,5 0-3 0,1-2 7 0,2 2 9 16,-11 15-6-16,0 9 7 0,5-4-3 0,4 2 4 15,2 0 0-15,4 0 0 0,3 6-3 0,3 0 4 16,1 1 1-16,2 3-1 0,0-3-2 0,2 1 6 15,-1-1 0-15,1 1 3 0,2-1 2 0,2 1 1 16,-18-2-1-16,23-2 1 0,4-2-1 0,-4-4-4 0,4-2-1 16,4-5-2-16,-1-2-14 0,-1 0 4 0,2-4-9 15,-4-3 7-15,-4 0-19 0,2 10-21 0,0-5-7 16,0-3-8-16,0-4-51 0,-4-4-186 0,-3-2-55 16</inkml:trace>
  <inkml:trace contextRef="#ctx0" brushRef="#br0" timeOffset="30473.8">11053 7118 534 0,'-2'0'86'0,"1"0"172"0,-1 0-230 0,0-2 7 0,0 2-1 16,0-2 8-16,0 0 38 0,0 1-24 0,1-1 7 16,-1 0-16-16,-2 0-19 0,2 0-3 0,0-2-6 15,2 3 3-15,-7-12-14 0,0-2 9 0,-1 0-5 16,3-2 5-16,1 0-4 0,0-1 3 0,2-1-1 15,2 3 0-15,0-1-4 0,2-2 3 0,2-1-3 16,1 3 1-16,5-1-6 0,-1 1 6 0,0 4 0 0,4 0 1 16,8 2 2-16,3 0-1 0,7 3-1 0,-8 3-1 15,-1 1-10-15,0-11 2 0,-5 9-2 0,5 3 3 16,-1 3 3-16,-1 2-6 0,-1 3 4 0,-1 3-4 16,-1 1 8-16,-2 0 4 0,-4-5-1 0,-2 13 3 15,-1-6 2-15,5-2 15 0,-6-3 3 0,4-5 3 16,0 5-3-16,-1 1-1 0,3 1-6 0,-2-3 3 0,2 1-11 15,-2-4 3-15,2-2-3 0,-2-2 3 0,2-2-4 16,-2-1-8-16,2-3 2 0,0-1-5 0,-2 3-2 16,0-7-3-16,1-1 1 0,-5 1-1 0,0 0-4 0,1 0 1 15,-3 3-1-15,-1 1 1 0,0 2-4 0,0-1-11 16,-3 4 1-16,1 1-4 0,0-1-9 0,2 0-63 16,0 1-25-16,-1-1-20 0,-1 2-137 0,0 0-169 15,0 0 60-15</inkml:trace>
  <inkml:trace contextRef="#ctx0" brushRef="#br0" timeOffset="30801.99">11350 7376 158 0,'-1'0'125'0,"-1"0"-2"0,-4 0 19 0,-9 0-10 0,-1 0-29 15,-3 0 1-15,6 0-13 0,-6-2 4 0,5 0-10 16,2 2-11-16,3-2-24 0,5 2 1 0,-1 0-9 16,1-1-14-16,0-1-2 0,1 0-6 0,1 0 4 15,0 0-5-15,2 0 13 0,2-1-1 0,-2 1 4 16,13-7-14-16,15 1 7 0,0-1-6 0,1 3 7 16,-1-1-2-16,2-1 2 0,1 3 3 0,-3-1-2 0,0 4-1 15,-2 1-2-15,-4-14-6 0,-1 5 3 0,-1 3-10 16,1 3 2-16,-5 2 2 0,-1 1-1 0,0 1-3 15,-4 0-3-15,0 0-2 0,-3 0 0 0,-1 0-9 0,-1 0 0 16,-2 0-1-16,1 0 2 0,-1 0-3 0,-1 0-12 16,1 0-6-16,2 0-4 0,-1 0-30 0,3 0-215 15,1 0-54-15</inkml:trace>
  <inkml:trace contextRef="#ctx0" brushRef="#br0" timeOffset="31752.35">12672 6773 663 0,'0'-2'58'0,"-1"0"104"0,-1-2-117 0,-2-3-2 16,-3-10 8-16,-1 0-3 0,-1-1 21 0,3 3-17 15,-3-5-2-15,2 1-4 0,-1-1-3 0,3 1 1 16,-1 0-1-16,2 3 0 0,1 1-14 0,-1 0 2 16,2 4-1-16,0 0 2 0,0 1-6 0,0 5-3 15,1-3 1-15,-1 3-1 0,0-1 2 0,0 1 9 0,2 1-4 16,0 0 7-16,0 2 1 0,-2-1-7 0,0-1-4 16,0 0-2-16,1 2-21 0,1 1-4 0,0-1 1 15,0 0-1-15,0 2 5 0,0 2-1 0,0 0 2 0,0 1-2 16,1 20 0-16,3 4-1 0,2 1-3 0,-1 0 0 15,1 2 2-15,-1 1-3 0,3-1 5 0,-1 2-6 16,1-1 5-16,1 1 1 0,-2-1-4 0,-1 1 3 16,-2-1-3-16,-1-1 4 0,-1-2 1 0,-2 2-1 15,0-6-10-15,-2 0 11 0,-1-2-5 0,-3-3 9 16,1-1-5-16,-1-6 1 0,0-1-4 0,-1 2 3 16,3-8 3-16,-3 6 0 0,-6-7 7 0,0-2-5 0,0 2 12 15,4 3-1-15,-3 1 1 0,5-5 0 0,-2 3 0 16,3-4-10-16,2-2 1 0,-1 2-5 0,3-2 2 15,-2 0 3-15,2 0-4 0,-1 0 2 0,-1 0-10 0,0 0 3 16,2 0 0-16,1 0 1 0,-1 0-11 0,0 0 11 16,2 0-4-16,0 0 7 0,0 0-7 0,2 0-2 15,1 0 2-15,14-4 0 0,7 0 4 0,6-1-3 16,-2-1-2-16,3 2 0 0,-1 1 4 0,0-1-4 16,1 0 5-16,-3-1-5 0,0-1 3 0,-4 0-1 15,2 3-3-15,-5-1 0 0,-1 0-10 0,-5 1-5 16,2-1-1-16,-6 2-2 0,0 0-15 0,2 0-5 15,-4 0-4-15,2-1-1 0,-5 1-36 0,-1-2-75 16,-1 2 0-16,0-1-31 0,0-1-67 0,-3 0-126 0</inkml:trace>
  <inkml:trace contextRef="#ctx0" brushRef="#br0" timeOffset="31971.3">12349 6372 1402 0,'0'0'56'15,"-2"0"-8"-15,1-2-13 0,-1 0 16 0,0 0-35 16,0 0 14-16,0 0 20 0,0 0-5 0,2-1 8 16,0-1-14-16,2 0-16 0,0 1 2 0,7-9-8 15,25 7-14-15,3 3-1 0,2-2-5 0,4-20 3 0,3 9-2 16,0 6-18-16,10 3-3 0,-9 6-6 0,1 0-13 16,6 2-119-16,-13 6-10 0,5 5-65 0,-7 2-285 15</inkml:trace>
  <inkml:trace contextRef="#ctx0" brushRef="#br0" timeOffset="32233.64">13237 6661 1014 0,'0'0'38'0,"0"0"73"0,0 0-84 0,-2 0 36 16,0 0-4-16,0 0 14 0,0 0-7 0,1 0-15 15,-1 2-7-15,0 0-2 0,0 2-22 0,-7 18 6 0,-1 2-3 16,3 0 3-16,0 4 4 0,1 2 1 0,0-1 1 15,3-3-2-15,1 0-2 0,0 2-2 0,0-2 4 16,2 2-4-16,0-4 0 0,2-5-5 0,0-4 2 16,2 1-2-16,-1-1 1 0,3-2-6 0,-1 0-3 0,1-3-1 15,-2-1-3-15,14 0-3 0,1-3 2 0,3-3-2 16,0 12 2-16,1-4 2 0,5-1-1 0,1-3 1 16,1-3-10-16,0-2 0 0,-1 0-2 0,-3-2 1 15,0 0-11-15,-1 0-16 0,-5 0-8 0,-3-4-2 16,-1-2-19-16,-1 1-41 0,2-5-11 0,1 1-16 15,-5 2-73-15,0 1-109 0,-7 4-17 0</inkml:trace>
  <inkml:trace contextRef="#ctx0" brushRef="#br0" timeOffset="32500.42">13205 6895 660 0,'0'0'171'0,"0"-2"345"0,-2 0-474 0,1 1-29 16,1-1 8-16,0 0-6 0,0 0 63 0,0 0-11 15,1 0-4-15,1 0-7 0,2 1-31 0,11-7-6 0,11-3 4 16,4 2-4-16,1-1 2 0,1-1-12 0,1 0 2 16,-3 2-6-16,0 1-10 0,-4 1 1 0,0 0-3 15,-4 1 4-15,-4 0-10 0,-1 3-24 0,-6-1-12 16,4 0-10-16,-6 1-114 0,-3 1-174 0,-4 2-42 15</inkml:trace>
  <inkml:trace contextRef="#ctx0" brushRef="#br0" timeOffset="33072.4">13283 6609 1101 0,'0'0'21'16,"0"0"-1"-16,0 0-2 0,0 0 1 0,0 0-8 15,0 0 5-15,0-2 11 0,2 1-8 0,0-1 7 16,2 0-12-16,11-2-4 0,18-3 1 0,12-3-4 0,3 3-3 15,0 0-1-15,-1 1 3 0,1 0-1 0,-4-1 14 16,3 1-2-16,-3 1 10 0,-7 1-5 0,1 0 24 0,-9 1-9 16,1-1-3-16,-8 2 0 0,-3 2-2 0,-4 0 2 15,-2 0 0-15,-4 0 0 0,-2 0 1 0,-3 0-1 16,-2 0 1-16,2 2-1 0,-1 2 0 0,3 7-2 16,0 6-3-16,-3 1 1 0,-3 3-5 0,-2 1-14 15,-1 0 5-15,-3 2-9 0,1 2 7 0,-1 0-6 16,0-2 3-16,1 0-4 0,-1 2 3 0,1-1-3 15,1 1-5-15,2-4 3 0,2 0 0 0,0-1 1 16,0-5 3-16,2-1-1 0,2-2 4 0,-1-4 1 0,3 1-1 16,0-3 0-16,1-1-6 0,13-3 3 0,3-1-1 15,1 13 2-15,2-6-4 0,2-3 3 0,3-6-2 16,1 0 2-16,-1-2-5 0,-3-5 2 0,4-4-2 16,-8-1 2-16,0-2 0 0,-4 12-3 0,-8-22 4 15,-7 3-4-15,3-3-3 0,-7-2-1 0,16 2-3 0,-4-4 2 16,-7 0-5-16,-6 0 6 0,-4 0-6 0,-5-1 6 15,-6-1 0-15,-2 4-5 0,8-2 4 0,-15 4-5 16,-6 0 3-16,0 0 3 0,4 2 0 0,-1 5 1 16,4 0-2-16,3 4 0 0,-1 2 2 0,7 2 0 15,2 3-1-15,3 2 1 0,2 3 0 0,1-3 0 0,4 4 2 16,0 0-7-16,-1-2-4 0,-1 2-1 0,0 0 4 16,2 2 6-16,1 0 3 0,-1 1-1 0,-4 18-5 15,4 5 4-15,2 0-1 0,4 0 4 0,3 2-3 16,3-2 5-16,3 2-2 0,2-1 3 0,1 1 0 15,-14-4 0-15,26 0-1 0,-2-1 2 0,6-3 4 0,-1 1-7 16,-7-3 2-16,4 1-3 0,-4-4 6 0,0-1-10 16,6-2 2-16,-8-1-4 0,1-2 4 0,-3-2-7 15,0 6-5-15,-1-5-3 0,-2-1-28 0,1-1-32 16,-1 5 3-16,-2-2-22 0,5 1-87 0,-5-7-155 16,0 1-59-16</inkml:trace>
  <inkml:trace contextRef="#ctx0" brushRef="#br0" timeOffset="33492.33">14893 6255 1287 0,'0'0'16'15,"0"0"1"-15,-2 0-4 0,0 1 4 0,0 1-3 16,1 0 60-16,-1 2-8 0,-2 7 5 0,2-2-12 16,0-1-26-16,0 1-23 0,2-2 3 0,0 1-8 0,0-1 6 15,0-3-2-15,0-2-1 0,0 0 1 0,2 1 5 16,0 1 2-16,0-2 0 0,2 0 0 0,-1-2 0 16,9 0 3-16,1-4 5 0,1-3-2 0,3-4 6 0,-2 1-8 15,0-1-3-15,-4 4 0 0,4-3 1 0,-6 5-1 16,4-1-2-16,-4 3 0 0,-3 1-9 0,5 0 2 15,-5 2 0-15,9 0 1 0,-4 0 5 0,2 2-8 16,0 1 3-16,2 1-5 0,-2 2 0 0,3-1 2 16,1 3-4-16,-6-5 2 0,8 5-5 0,-3-3 7 15,-1-1-2-15,0 0 4 0,-2-2-8 0,4-2 5 0,-2 0-5 16,0 0 4-16,-2-2-10 0,-2-2 2 16,-2 0-2-16,2-1 0 0,0-3-23 0,-3 3-2 15,1-3-6-15,-3 7 0 0,-1-11-32 0,-1 7-98 0,-2-3 1 16,0 8-42-16,1-3-83 0</inkml:trace>
  <inkml:trace contextRef="#ctx0" brushRef="#br0" timeOffset="33750.17">15017 6754 854 0,'-1'0'49'0,"-1"0"105"0,0 0-124 15,0 0 27-15,0 0 7 0,0 0 5 0,0 0 21 16,1-2-25-16,1 0-2 0,0 0-8 0,1-1-12 16,1-1-3-16,4-3 1 0,3-5-1 0,10 3 5 0,-1 0 10 15,3 2-2-15,-5 3 3 0,3 0-23 0,1 2-3 16,3-13 1-16,-1 6-1 0,-7 5 5 0,2 4 9 16,-3 0-9-16,1 0 7 0,4 2-28 0,-6 0 0 15,0 0-4-15,0 0 2 0,0 0 1 0,0 0-10 16,0-1 6-16,0-1-9 0,4 0-6 0,-1-3-12 15,3-3-9-15,-1-3-2 0,1-4-46 0,-2 5-113 16,-1-14-40-16,5 4-50 0,1-3-365 0</inkml:trace>
  <inkml:trace contextRef="#ctx0" brushRef="#br0" timeOffset="34289.44">16508 5787 951 0,'-1'-2'28'0,"-1"0"-3"0,0-2 11 0,-9-20 9 16,3 2-7-16,1-2 44 0,1 5 13 0,1 1-1 15,1 5 3-15,0-2-10 0,2 9-29 0,2 2-2 0,0 3-12 16,-1-3-27-16,-1 2 5 0,0 0 0 0,0 2 1 16,2 2 5-16,-2 17-13 0,-2 23 7 0,3 3-9 15,-1 1 6-15,2 1 8 0,0 3-11 0,0 2 11 16,0-2-13-16,0 0 2 0,2-2-6 0,1-3 2 15,1-2-15-15,0-3 1 0,1-2 0 0,-1-3-1 16,2-2-12-16,-1-3-11 0,-1-6-5 0,0-2-3 16,-1-5-21-16,1-2-112 0,0 2-11 0,-1-4-58 0,1 0-263 15</inkml:trace>
  <inkml:trace contextRef="#ctx0" brushRef="#br0" timeOffset="34438.66">16850 6275 935 0,'0'-2'358'0,"0"0"-481"16,0 0 418-16,-2-1-230 0,0-1-19 0,2 0 49 16,0 1-9-16,0-1 15 0,0 0-49 0,0 0-32 15,0 1 2-15,0-1-12 0,0 0-7 0,0 1-13 0,0 1-10 16,0 0-2-16,2-2-30 0,0 2-138 0,0-1-21 16,0 1-65-16,1 0-297 0</inkml:trace>
  <inkml:trace contextRef="#ctx0" brushRef="#br0" timeOffset="34863.93">17476 5660 1124 0,'0'-1'41'16,"0"-1"3"-16,-2-2-16 0,-4-11 9 0,-1-2-16 16,1 3 78-16,3 4-2 0,-3 1-1 0,2 3-6 15,1 3-38-15,-12-8-13 0,2 3-6 0,-4 3-2 0,2 3-25 16,0 4 0-16,-1 3-2 0,-3 8 4 0,6-2 3 15,-4 19 0-15,4 2 1 0,6 1-1 0,-4 4 0 0,5 2 3 16,-1 0-5-16,3 4 3 0,2 0-9 0,0 1 8 16,-22 3 0-16,11-3 1 0,8-1-1 0,5-2 1 15,2-8-4-15,5 4 3 0,4-9 0 0,4 2 3 16,2-2-2-16,-12-10 0 0,21 1 0 0,2-8 0 16,2 0 5-16,-2-2-4 0,-1-3-3 0,5 12-3 15,0-5 2-15,-5-7-3 0,7-6 7 0,-10-2-6 16,2-3-1-16,-6-3-1 0,-1-1 1 0,-4 0-2 15,-4 7 4-15,-4-22-4 0,-1 1 5 0,0-1-9 16,10 0 3-16,-6 2-4 0,-5-4 9 0,-3 0 9 0,-2 3-1 16,-4 3 3-16,-1 5-2 0,-3 2-5 0,3 4 0 15,-21 2-2-15,0 5-1 0,0-15-9 0,-6 6 2 16,4 7-3-16,2 4-5 0,2 4-8 0,-2 5 0 16,4 2-3-16,-6 4-17 0,9-2-27 0,5-7-13 15,1 14-5-15,9-1-57 0,2 1-4 0,-13 2-10 0,8-5 2 16,3 3-30-16,4-1-106 0,4-4-40 0</inkml:trace>
  <inkml:trace contextRef="#ctx0" brushRef="#br0" timeOffset="35405.92">17847 5933 915 0,'0'0'73'0,"0"-1"2"15,0-1 20-15,0 0-5 0,0 0-8 0,-2-2 37 16,0 1-37-16,1 1 1 0,-1 0-19 0,0 0-43 0,0 0 2 15,0 2-6-15,0 0 6 0,0 2-3 0,1 2-4 16,-1 3 1-16,-6 17-3 0,3 4 5 0,3-4-6 16,2 4 5-16,0-4-5 0,2-3 6 0,1 1-7 15,1-4 3-15,2 3-3 0,-1-3 0 0,-1-6-1 16,2-1-3-16,-3-4 2 0,-1-3-6 0,2 3 7 16,-2-3-3-16,0 0 4 0,-1-1 5 0,1 1 4 15,0-2 6-15,0 0-4 0,0 0-8 0,0-2-4 16,0 0-7-16,-1-2 3 0,1-2-1 0,2-11-2 0,0-9 2 15,-2-2-2-15,-2 2-3 0,0 0-2 0,0 0 1 16,0-2-1-16,1 2 1 0,3 1 0 0,0 1-3 16,1 2 2-16,3 1 0 0,-1 4-4 0,1 2 3 0,-1 4-2 15,-1 2 12-15,7 3-12 0,0 0 6 0,3-7-8 16,1 4 6-16,-4 3 0 0,2 4-1 0,2 0 0 16,-4 4 5-16,0 1-3 0,-2 3 2 0,-4-3-2 15,-3 6 6-15,3 8-1 0,1-1 0 0,-6-1 0 16,1 0-2-16,8 0 0 0,-3-4 0 0,-3-2-1 15,1-2-4-15,-4-3 0 0,-2-5 1 0,2 3 2 16,0 0 11-16,-1 0-8 0,1-3 3 0,0 1-4 0,0 0 0 16,0-2 3-16,0 0-3 0,0-2 1 0,1-1-10 15,5-9 7-15,7-12-2 0,-2-2 4 0,0 0-5 16,-2 2 1-16,0 2 0 0,0 3 0 0,-2 3 5 16,-1 4-2-16,-3 3 3 0,-3 5-3 0,4 3 3 0,1-5 4 15,1 0-3-15,-7 6 3 0,5-1 1 0,0-1-2 16,1 2 0-16,0 0-2 0,1 2-8 0,-1 1 0 15,1 1 2-15,-1-2 0 0,4 15 8 0,-5-3-8 16,-1 3 0-16,1 0-3 0,0-2-14 0,1 1-15 16,0 1-4-16,-1-6-6 0,0 2-31 0,1-2-123 15,2-3-11-15,2 1-44 0,1-1-107 0</inkml:trace>
  <inkml:trace contextRef="#ctx0" brushRef="#br0" timeOffset="35876.46">18924 5607 1270 0,'-2'-2'38'0,"0"0"85"16,0-2-81-16,-1 0 55 0,-1 1-9 0,0 1 18 15,-5-4-50-15,2 4-22 0,-1 2-1 0,-1 0-6 16,1 2-10-16,-3 4 0 0,2-1-2 0,0 21 0 16,1 0-4-16,5 4 0 0,-5-4-1 0,6 4 2 15,0 0-3-15,1-1 1 0,-18 1-3 0,10-4 1 16,3 0-5-16,4 0 5 0,2-4-2 0,0-1 4 0,2-3-5 15,0-3 2-15,2 0-2 0,-2-6 0 0,-1-3-5 16,1-2 0-16,0-1 2 0,0 1-2 0,0-2 2 16,0 0 0-16,0-2-1 0,-1-2 2 0,1 0 0 0,0-4 0 15,9-23 0-15,-1-5 1 0,-5-1-3 0,-1-2 2 16,1 0-3-16,-1-2 1 0,0 0 0 0,0 2 1 16,-1-4-1-16,1 0 0 0,2 6 0 0,-1-1-1 15,-1 5 4-15,0 5-2 0,-1 3 13 0,1 7-10 16,0 5 2-16,-1 1-5 0,1 3 7 0,-4 5-7 15,2-2 1-15,2 1-2 0,-1 1 5 0,1 0 4 16,5 2 1-16,6 2 0 0,0 3-2 0,0 5-6 16,-2-5 5-16,6 21-5 0,3 2 5 0,0 2-3 15,-3-4-1-15,1 0 1 0,-1 0 6 0,1 0-7 0,1 0 7 16,-3-2-7-16,1 2 3 0,-3 0 4 0,1 0-7 16,-2 0 6-16,0 0-10 0,-4-2 0 0,0 0 0 15,-3-2 0-15,-1 3-2 0,-2-5 2 0,1 0-1 16,0 1 1-16,-3-6-15 0,8 0-11 0,-3-2-3 0,-4-8-4 15,-3 1-13-15,1-1-48 0,-2-3-19 0,0 0-17 16,2 2-117-16,-2-1-105 0,0 1 4 0</inkml:trace>
  <inkml:trace contextRef="#ctx0" brushRef="#br0" timeOffset="36063.1">18820 5894 1245 0,'0'0'47'0,"0"0"-1"0,0 0 36 15,0-1 9-15,0-1-3 0,0 0 50 0,0 0-56 16,0 0 0-16,0 0-22 0,0 0-20 0,0 1-10 16,2-1-1-16,2 0-4 0,14-7-4 0,16-3-4 15,-3 3 1-15,8 0-3 0,4 0-6 0,0 1-6 16,-3 3 2-16,-1-1-5 0,-1 0-3 0,-7 3-24 16,1 1-8-16,-3 0-14 0,-1 0-117 0</inkml:trace>
  <inkml:trace contextRef="#ctx0" brushRef="#br0" timeOffset="38714.21">26952 5183 5 0,'0'0'30'0,"0"0"9"0,0 0 56 16,0 0 14-16,0-2-2 0,0 1-9 0,0-1-16 0,0 0-6 15,0 0 4-15,0 0-25 0,0 0-5 0,0 0-3 16,0 1-2-16,0-1-17 0,0 0 8 0,0 0 3 15,0 0 2-15,0 0 8 0,0 0 1 0,0 1-6 0,0-1 4 16,0 0-6-16,0 0-1 0,0 0-2 0,0-2 1 16,0 3-5-16,0-1 12 0,0-2-3 0,0 2 5 15,0-2-5-15,0 3-6 0,0-1 1 0,0 0-6 16,0 0-6-16,0 0-3 0,-1 0 2 0,-1 0-2 16,0 1 1-16,0-1-7 0,0 0 4 0,0 0-4 15,0 0 2-15,1 0-4 0,-1 0-3 0,0 1 0 16,0-1-9-16,0 0-5 0,0 0 4 0,0 2-3 0,1 0 7 15,-1 0-7-15,0 0-1 0,0 2-2 0,0 0 2 16,0 0 3-16,0 1-1 0,1 1 2 0,-3 7-4 16,2-3 4-16,-2 3-1 0,2-2 3 0,-1 2-3 0,1 0-4 15,2-3 2-15,0-1-1 0,0-3 6 0,0 1-2 16,0 3 0-16,0-3-1 0,0-3 2 0,0 0 5 16,0 2-1-16,0-2 2 0,0 0-4 0,4 1-2 15,3 3-1-15,4 1 1 0,4 1 0 0,-2-5 0 16,0-1 1-16,2 0-2 0,-2-2-1 0,2 0 3 15,-2 0 0-15,0-2 0 0,0 0 1 0,-2-1-1 16,-2-1 2-16,2-2-2 0,-3 3 3 0,-3 1-1 16,3-11 3-16,-3 0-2 0,1-4 1 0,-4 2 4 0,9-1-8 15,-2-1 6-15,-3 2-6 0,-3 0 8 0,-1 2-4 16,-2 0 5-16,0 2-5 0,0 0-8 0,0 2 10 16,-2-1-9-16,1 5 13 0,-1-1-2 0,0 2-7 15,0 1 3-15,-7 1-9 0,-4-7 6 0,-2-1 0 16,2 5 0-16,-2-1 4 0,2 2-11 0,-2 3 5 0,2 1-7 15,-2 0 6-15,4 1-5 0,2 3 1 0,-2 2-2 16,3-3 4-16,1 3 1 0,1 3-2 0,3 6 0 16,1 0 0-16,0 0-3 0,-9 2 5 0,1-3-2 15,3 3 1-15,1-4-2 0,3 0 3 0,1 2-2 16,2-2 1-16,0 0 1 0,2 2-2 0,0-8 2 16,1 3 0-16,3-1 0 0,-1-2-4 0,1 1 2 0,3-3-4 15,6 1 6-15,0 5 1 0,2-2 0 0,-2-1-4 16,-1-3 6-16,-1-1-6 0,0-2 6 0,-1 0-4 15,-3-2 2-15,-2 0 1 0,1 0-1 0,-3 0 0 0,-1 0-3 16,3-2 5-16,-5 2-4 0,2-2 7 0,-2-17-5 16,11 1 1-16,-6 1-2 0,-1-1 5 0,-4 1-7 15,0-2 5-15,-2 3-5 0,0-1 5 0,-2 2-7 16,-2 2 2-16,-2 0-3 0,-1 2 15 0,1 3-9 16,-3 1-1-16,-8 3-2 0,-1-1 5 0,1-6-3 15,-1-1 3-15,3 7-3 0,-2 1 8 0,6 2-5 16,0 2-1-16,1 0-2 0,3 2-1 0,0 0-3 15,3 0 2-15,0 2-2 0,0-1 5 0,1 3-4 0,-3 7 1 16,2 0-2-16,4-2 3 0,0-2 3 0,2 1-1 16,2-1 1-16,0-2 5 0,-1-1-3 0,10-2-1 15,4-1-1-15,2 1-9 0,-3-2 7 0,3 0-2 16,-6 0 3-16,0 7-6 0,-2-2 6 0,-2-3-6 0,-1 0 3 16,-3-2-30-16,1-1-60 0,-4-1-11 0,3 2-34 15,-1 0-210-15</inkml:trace>
  <inkml:trace contextRef="#ctx0" brushRef="#br0" timeOffset="40170.9">8263 8965 168 0,'-2'-1'0'0,"0"-1"11"0,0-2 114 15,-2-2 6-15,-3-12 13 0,-8-1-45 0,-2 4-4 16,6-1-41-16,-2-3 0 0,4 1-1 0,-4-5-18 16,0 1 13-16,2-4-6 0,2 4 11 0,3-4 14 0,0 3-17 15,5-4-1-15,-5-1-7 0,4 2-10 0,-15 2-7 16,8 3 9-16,4 5-9 0,1 1 8 0,2 5-9 16,2 5-5-16,0 3 1 0,0-2-5 0,0 1 0 15,0 1 10-15,0 0-5 0,0 0 17 0,0 2-6 16,0 2-2-16,-2 18 0 0,-2 27-9 0,3 5-7 15,-3-2-2-15,2 5 0 0,0-1-6 0,2 0-3 16,0-4 2-16,0-5-1 0,2-1 3 0,2-1-4 16,-1 0-1-16,3 0 0 0,0 1 2 0,1 1 5 0,0 1-4 15,3 2 2-15,-1-1-7 0,2 1 11 16,-2-3-4-16,1 1 7 0,-1 0-3 0,-3 5-5 0,-1-5 4 16,1-3-5-16,-1-4 5 0,-1-4 0 0,2 0 0 15,-1-5 0-15,-1 2-2 0,1-6-2 0,1-2 1 0,0-4-1 16,-1-3 7-16,1-4-6 0,-3-4 2 0,-1-3-3 15,0-3 6-15,0 1 9 0,0 0 2 0,2-1 0 16,-1-1-6-16,1 0 8 0,0-2-7 0,3-2 7 16,4-5-10-16,-1-4-5 0,1-21-3 0,2-5-1 15,0-2 4-15,2-2-8 0,-4-7 9 0,2-6-10 16,-8-9 2-16,6 0-2 0,1 0-2 0,-3-4 2 16,4 6 0-16,-4-4 2 0,2 0-1 0,0 3 1 15,1 5 4-15,1 3-6 0,-2-2 5 0,2 4-5 0,-2 4 0 16,0 3-2-16,0 8 0 0,0 6 1 0,0 7 3 0,-1 7 0 15,-5 4-1-15,-1 7 0 0,0 1-2 16,-3 5-4-16,1 0 0 0,2-2 0 0,-2 2 0 0,2-2-3 16,-1 2-5-16,1 0 0 0,0 2-14 0,-2 2-50 15,9 22 2-15,0 11-22 0,-4 2-27 0,-1 2-103 16,-1 1-21-16</inkml:trace>
  <inkml:trace contextRef="#ctx0" brushRef="#br0" timeOffset="40547.58">9124 9782 585 0,'-2'0'151'0,"0"-1"-7"0,-1-1-36 0,-1 0 2 0,-3-2-64 16,-3-1 19-16,-1-3 16 0,6 4 8 0,-5-7-5 15,1 0-13-15,4-2-20 0,-7 0-3 0,7 0-4 16,-1-2-7-16,1 4-11 0,1 2 0 0,-2-4-3 15,3 4 0-15,1-1-4 0,-4 5 5 0,3 1-4 16,-7-2 7-16,3 5-8 0,-1-5-1 0,-3-1-2 16,2 3-8-16,-6-2-2 0,-2 4 4 0,1 2-1 0,-1 2 16 15,-2 4-4-15,1 3 0 0,-4 6-2 0,-1-8-7 16,3 16 0-16,1 3-3 0,4 0 2 0,2 0-4 16,4 2 5-16,0-2-2 0,5 0 3 0,2 0-8 15,-14-2-2-15,4 0 3 0,7-2-2 0,3 0 0 0,2-1-3 16,4-1 0-16,1-3 1 0,5-2 9 0,-5-2-4 15,27-2 4-15,-3-2-4 0,9-1 3 0,-1-7-1 16,0 22-1-16,4-12 0 0,-6-7-3 0,4-4-5 16,-2-4-3-16,-3 0-2 0,1-1-16 0,-7-3-29 15,1-1 2-15,-5 0-15 0,2-3-30 0,2-1-113 16,-2 0-43-16,2-1-42 0,4-3-324 0</inkml:trace>
  <inkml:trace contextRef="#ctx0" brushRef="#br0" timeOffset="40907.78">9694 9237 432 0,'-2'-2'337'15,"1"0"-345"-15,-12-2 360 0,-8-1-169 0,8 3-146 0,4 0 26 16,1 2-7-16,5 0 18 0,1 0 16 0,-2 0-26 16,0 0-1-16,3 0-11 0,-1 0-12 0,0 0-17 15,2 0 3-15,2 0-9 0,1 0-5 0,27-4-2 16,9 0 0-16,6 3-1 0,-10-1-2 0,9-2-3 15,-3 0 1-15,-5 1-1 0,-1-1 3 0,-5 0-4 16,-3 0-2-16,-1 3 0 0,-1-1-4 0,-5 2-12 16,-1 0-6-16,-1 0-3 0,-3 0-40 0,-2 0-51 0,0 0-33 15,-4 0-19-15,1 0-212 0</inkml:trace>
  <inkml:trace contextRef="#ctx0" brushRef="#br0" timeOffset="41123.35">9685 9457 1001 0,'-2'0'239'0,"0"0"-319"0,0 0 283 0,-1 2-157 16,-1 0-30-16,0 0 30 0,2 0 2 0,1 0 12 16,-1 0 25-16,0-1-22 0,2 1-4 0,2 0-5 0,0 0-19 15,1 0-11-15,18 3 1 0,10-3-5 0,8-2-3 16,-4 0-5-16,1-3-2 0,-5-1-1 0,3-2-3 15,-5 1-6-15,1 1 1 0,0-2-6 0,-4 3-29 0,2-3-122 16,1 1-117-16</inkml:trace>
  <inkml:trace contextRef="#ctx0" brushRef="#br0" timeOffset="92813.72">10680 8863 178 0,'0'-2'0'0,"-2"1"20"0,0-1 173 15,1-2-49-15,-1 0 23 0,0 1-77 0,0-1 18 0,2 2-32 16,-2-4 2-16,0 3-12 0,0-1-13 0,1-2-9 15,-1 3 2-15,-4-7-3 0,6 9 7 0,-2-3-2 16,0 0-5-16,1 2 1 0,-1 0-14 0,0 1-2 16,0-1 3-16,0 0-3 0,0 0 4 0,0 2-3 15,2 0-2-15,0 2 1 0,0 0 1 0,0 3-4 16,0 21 0-16,0 2-3 0,0 0-9 0,0 2-1 16,0-1 3-16,0 3-1 0,0 1-3 0,2 3 4 15,0-1-6-15,2 4 7 0,0-2 0 0,-1-2-10 0,1 3 4 16,2-1-5-16,-1-4 6 0,1 2-3 0,-3 1 0 15,1-5 0-15,2 4-6 0,-3-1 1 0,1-3-1 16,2 1 1-16,-3-6-1 0,-1-4 2 0,0-1 0 16,0-5-1-16,-2 1-2 0,0-4-7 0,0 0-2 0,0-5-5 15,2 1-20-15,-2-4-16 0,0 1-30 0,0-2 2 16,0-2-133-16,0-1-170 0</inkml:trace>
  <inkml:trace contextRef="#ctx0" brushRef="#br0" timeOffset="93298.72">11100 8936 1055 0,'0'0'24'0,"-2"-2"49"0,0 0-43 0,0 0 43 15,0 0 0-15,-1 0 14 0,-1 1 0 0,0-1-35 16,0 0 0-16,1 0-14 0,-1 0-22 0,0 2 8 16,1 0-6-16,1 0 7 0,0 2 4 0,0 0-2 15,0 2 1-15,-9 16-2 0,2 2-4 0,-1 2 4 0,3 1-4 16,0 2 4-16,1-2-12 0,1 1 2 0,1 0 0 16,0 0 0-16,0 0 2 0,3-4-9 0,-1 4 1 15,2-2-3-15,0-4 5 0,2 3-6 0,1-1 2 16,1-2-4-16,2 1 5 0,1 1-3 0,2-2 4 15,0-3-5-15,3-2-3 0,-7-2 0 0,14-2-3 0,-1 0 1 16,3 2 0-16,1-3 3 0,-5-1-5 0,5-5 3 16,2 1-7-16,-2 10 8 0,3-4 0 0,-3-3 2 15,-4-7-7-15,7-1 1 0,-1-5 4 0,0-3-1 16,0-3 5-16,0-4 0 0,-2 14-2 0,-1-24 1 16,-4-1-3-16,-3 0 1 0,-1 2-1 0,-1 2-1 15,-3-2 2-15,-2 2 5 0,-1-3-4 0,-1 3 4 16,-1-2-8-16,0-2 6 0,13 0 0 0,-6 0 4 0,-6 2 8 15,-1-2 0-15,-4 0 4 0,-2 2-5 0,-3-2-5 16,-3 2-3-16,-1 1-2 0,-2 1 1 0,-2 4-6 0,7-1-2 16,-16 2 0-16,-2 4 0 0,-2 2-7 0,0 6-20 15,-2 1-6-15,2-13-10 0,0 8-72 0,-6 5-110 16,1 6-51-16,-1 7-36 0,1 6-334 0</inkml:trace>
  <inkml:trace contextRef="#ctx0" brushRef="#br0" timeOffset="94073.51">12173 9068 589 0,'-2'0'53'0,"0"0"119"0,-1-2-145 0,1 2-6 0,-8-2 15 15,9 2-7-15,-7-2 50 0,4 0-22 0,1 0 3 16,1 2-11-16,0 0-16 0,0 0-3 0,0 0 2 16,-1 0-2-16,-1 0-6 0,0 0 7 0,2 0-5 15,0 0 9-15,1 0 4 0,-1 0 5 0,0 0 7 0,0 0-4 16,2 0-6-16,0 0-2 0,2 0-10 0,2 0 6 16,14 0-16-16,12-2 0 0,0 1 4 0,1-3-2 15,3-2 0-15,3 1 3 0,3-1-9 0,3 1 7 16,-2-1-4-16,4 0-7 0,-3 1 5 0,1-1-5 15,2 3 2-15,-8 1-4 0,2 2-4 0,-10 0 2 16,-1 0-5-16,-7 0 3 0,-6 0 7 0,-8 0-4 16,2 0 10-16,-3 0-6 0,-2 0-2 0,-1 0 0 15,1 0 0-15,0 0-10 0,-1 0 3 0,1 0-5 0,-2 0 4 16,0 0-18-16,0 0-5 0,0 0-11 0,-1 0-66 16,1 0-332-16</inkml:trace>
  <inkml:trace contextRef="#ctx0" brushRef="#br0" timeOffset="95333.64">13359 8381 405 0,'0'0'0'0,"0"0"90"15,-1-2 18-15,-1 0 8 0,0 0 9 0,0 0-71 16,0 0-7-16,0 0 33 0,0-1-7 0,1-1 9 16,-1 0-27-16,0 1-12 0,0 1 2 0,0 0-7 15,0 0-9-15,0 0-19 0,1 0 5 0,1 0-8 16,0 1 17-16,0-1-3 0,0 2 6 0,0 0-3 16,0 0 17-16,0 2-15 0,0-1 5 0,1 5-7 0,5 20 9 15,0 2-13-15,-1 9 1 0,-1 2-5 0,-2-2 5 16,0 8-2-16,-1-4-4 0,-1 1 1 0,2 3-6 15,0-6 3-15,0-2-2 0,0-6 0 0,0 1-8 16,0-4 8-16,-1-2-1 0,1-2 3 0,0-4-3 0,0 1 2 16,2-3-2-16,-2-1 0 0,-1-2-11 0,1-4 1 15,0 2 0-15,0-4 1 0,0 3 3 0,-2-5-10 16,0-1 3-16,0-3-8 0,0 1-10 0,0-2-29 16,0 0-26-16,0 1-4 0,0 1-106 0,0 0-147 15,0-2-30-15</inkml:trace>
  <inkml:trace contextRef="#ctx0" brushRef="#br0" timeOffset="95538.68">13645 8806 1297 0,'0'0'78'0,"-2"0"12"0,1 0-31 0,-1 0-29 0,0 0-12 15,0 0 1-15,0 0 62 0,0 0-12 0,0 0 25 16,1 0-40-16,-1 0-30 0,0 0-4 0,0 2-7 15,0-1-13-15,0 1-8 0,0 0 2 0,1 2-6 16,-1 0-12-16,2-3-63 0,-4 7-4 0,2-3-28 16,2 3-94-16,0-4-174 0</inkml:trace>
  <inkml:trace contextRef="#ctx0" brushRef="#br0" timeOffset="95956.34">14197 8262 1132 0,'0'-2'26'0,"0"0"38"0,0-2-29 0,-4-11 32 16,0 2 3-16,1 2 11 0,1 2 19 0,0 0-44 15,0 3 0-15,2 4-16 0,-2-1-12 0,0-1-3 16,1 0-3-16,-1 0 1 0,0 3-11 0,0-1 4 16,0 0 2-16,0 2 1 0,-1 0 3 0,-1 2 0 15,2-2-2-15,-4 15 1 0,1 14-6 0,-1 3-3 0,1-1-2 16,-1 5 0-16,2 3-1 0,1 2-6 0,1 1 2 15,-20-1-2-15,9 0 4 0,9-4-4 0,4 2 5 16,0-7-3-16,4-1-1 0,3-3 4 0,0-2-7 16,5-4 6-16,-1-3 4 0,-9-2-4 0,22-4 2 0,0-2-4 15,0 0 2-15,0-4 1 0,0 1 0 0,-2-6 0 16,3-1 1-16,-3 14 2 0,-2-7-4 0,3-5 3 16,-3-3-7-16,0 0 4 0,-1-1 4 0,-8-1-1 15,-2-2 8-15,-3 2-12 0,-2 0 3 0,3-7-6 16,4-11 4-16,-1 1 1 0,-3-3-1 0,-3-2 1 15,-2 5-8-15,-4-1 5 0,-4-3-5 0,1 8 8 16,-7-5-2-16,7 9 1 0,-19 2 1 0,5 3-2 0,-3-9-6 16,0 6 2-16,-6 3-2 0,0 6 0 0,4 4-3 15,0 4-6-15,7 1 1 0,-4 4-4 0,7-6-13 16,1 15-27-16,3-1-16 0,5 7-5 0,-10-6-69 0,6-2-26 16,3 3-12-16,6-5-10 0,2 3-99 0</inkml:trace>
  <inkml:trace contextRef="#ctx0" brushRef="#br0" timeOffset="96407.51">15014 7692 843 0,'0'0'28'0,"0"0"-2"15,0-2 31-15,-2 0 3 0,0 0 2 0,0 0 31 0,-2 0-5 16,1 1 0-16,-5-3-4 0,-3-2-19 0,2 3-27 16,1 3 1-16,-1 0-8 0,-2 1-1 0,2 5-8 15,-2 3 5-15,-1 28-6 0,5 1-4 0,0 6 5 16,-1 3-11-16,3 1 9 0,1 4-12 0,-2-4 8 16,1-2-2-16,3 1 4 0,-22-3 5 0,11 1-1 15,7 0 5-15,6-3-6 0,4-1-5 0,3 0 1 16,3-4-1-16,1-2 3 0,4 3-1 0,-1-7-14 15,3-1 1-15,-13-2-4 0,24-6 5 0,0 0-6 16,-1 1 1-16,1-7-4 0,-4 5-12 0,1-8-15 0,-3-6-1 16,4 0-5-16,0-5-14 0,-2 15-37 0,0-6-23 15,-3-3-10-15,-3-5-126 0,3-1-167 0</inkml:trace>
  <inkml:trace contextRef="#ctx0" brushRef="#br0" timeOffset="96687.09">15573 7959 751 0,'0'-2'84'0,"-2"0"145"15,0 1-174-15,0-1 19 0,-2 0 0 0,1 0 9 0,-9-4 2 16,1 5-28-16,-2 1-9 0,2 1-2 0,-2 5-8 16,0 3 1-16,2 6 2 0,0 9-3 0,0 4-2 15,2-2 1-15,1-2 1 0,3 0-2 0,1-1-5 0,-11-1-2 16,4 2-2-16,3-2 1 0,5 1 2 0,3-1-3 15,0-2-3-15,3-1 0 0,3-1-5 0,1-1-2 16,3-2 1-16,-5-2-4 0,18 0-8 0,2-7 3 16,3-1-1-16,6-3 1 0,5 2-1 0,0 16-6 15,3-9-3-15,3-7-2 0,0-6-13 0,-6-3-32 16,1-5 6-16,-4-1-16 0,-7 2-15 0,5-4-55 16,-6 0-26-16,-10 4-14 0,-1-1-130 0</inkml:trace>
  <inkml:trace contextRef="#ctx0" brushRef="#br0" timeOffset="96943.8">15673 8018 960 0,'-2'0'94'0,"0"-1"170"16,0-1-212-16,-1 0 4 0,-1 0 0 0,0 2 6 16,0 0 23-16,1 2-23 0,-1 0-3 0,4 0-8 15,-13 16-22-15,2 6 1 0,2 2-1 0,3 2 1 16,4 4-8-16,2 1-5 0,0 2-2 0,0 4 0 15,0 0-4-15,2 4-7 0,-2-4 3 0,2 2-4 16,0-4-1-16,0 0 2 0,-1 0-4 0,1-1 3 0,0-5-6 16,0-5-5-16,2 2-6 0,-2-8-1 15,-1-1-21-15,1-4-25 0,2-2-22 0,0 0-5 0,-1-4-112 0,3 0-80 16,-2-3-22-16</inkml:trace>
  <inkml:trace contextRef="#ctx0" brushRef="#br0" timeOffset="97115.07">16185 8115 1625 0,'0'0'24'0,"-2"0"1"0,1 0-2 0,-1 0 11 16,0 0-8-16,0 0 75 0,0 2-33 16,0 0-2-16,0 0-16 0,1-1-41 0,-1 1-7 0,0 0 0 15,0 0-3-15,2 0-18 0,0 2-18 0,0-1-11 16,2 1-5-16,0 0-65 0,0-1-142 0,-1-3-33 15</inkml:trace>
  <inkml:trace contextRef="#ctx0" brushRef="#br0" timeOffset="97390.05">16334 7825 625 0,'0'-1'453'0,"-2"-1"-632"0,0-2 539 0,0-2-308 0,0-3-44 15,1 2 22-15,1 3 4 0,0-2 8 0,0 1 23 16,0 1-21-16,0 0 2 0,0 1-10 0,1-1-11 16,7-2 10-16,14-5-7 0,8 2 9 0,0 5-10 0,-3 4 2 15,5 2-2-15,-4 4 3 0,0 3 7 0,0 4-6 16,-4 0 4-16,4-7-6 0,-12 18 2 0,1 7-1 16,0 3-1-16,-12 3-2 0,5 4-15 0,-3-4 5 15,15 2-7-15,-9 0 5 0,-9-4-15 0,-4 0 9 16,-2 2-4-16,-2-1 5 0,-3 1-10 0,1-2-3 15,-1 0 1-15,0-1-4 0,-1-3-10 0,-1-3-28 16,1 0-2-16,3-4-15 0,-1-1-65 0,3-3-95 16,1-7-27-16,0 2-37 0,0 2-254 0</inkml:trace>
  <inkml:trace contextRef="#ctx0" brushRef="#br0" timeOffset="97598.68">16373 8314 1347 0,'0'0'173'0,"-2"-2"-203"0,0 0 193 0,0 0-97 16,0 0-16-16,1 0 44 0,-1 1-9 0,0-1 17 16,2 0-33-16,0 0-30 0,2 0 8 0,1 0-16 15,12-7-7-15,24-11-4 0,6 1-10 0,1 4 5 0,3 2-16 16,3 2-3-16,-6 0-1 0,0 2-3 16,1-3-25-16,-8 3-18 0,-2 0-15 0,-2 0-3 0,-1 1-83 15,-3 1-97-15,1-1-5 0,-4 1-41 0,-1 1-124 0</inkml:trace>
  <inkml:trace contextRef="#ctx0" brushRef="#br0" timeOffset="97943.55">17030 7525 989 0,'0'-2'93'0,"-2"0"8"0,0 0-16 16,1-2-15-16,-3 1-18 0,0-1 44 0,-3-5 19 0,-3 3-2 15,5-1 4-15,-1 1-38 0,1 0-22 0,3 3-4 16,0 3-6-16,0-4-20 0,-2 0-18 0,1 1 5 16,1-1-9-16,0 2 9 0,2 0 4 0,0 0-2 15,2 0 4-15,0 1-2 0,1 1 0 0,12 0-5 0,11 7 2 16,4 4-6-16,2 6-2 0,3-10 7 0,0 29-4 16,2 4 5-16,0 7-5 0,-3-1-5 0,-6 3 2 15,-4 1-1-15,2-2 2 0,-8 4 1 0,3 0 0 16,-5-7 3-16,-8-3-5 0,-3-3 1 0,-3-4-2 15,0 1 6-15,4-1 0 0,14 0 4 0,-5 1-3 16,-9-1 0-16,-6 2 2 0,-4 2-2 0,-5-2 3 16,-4 0-2-16,-6 0-8 0,15 1-2 0,-35 1-2 15,-1 0-8-15,-5-4-16 0,-1-2-6 0,-1 2-5 0,3 3-41 16,3-5-123-16,2 0-30 0,3 3-53 0,3 1-313 16</inkml:trace>
  <inkml:trace contextRef="#ctx0" brushRef="#br0" timeOffset="102529.66">17827 7902 1032 0,'0'0'36'0,"0"0"-1"0,-2 0 51 0,0-2 2 16,0 0 7-16,0 0 28 0,0 0-31 0,1 0-2 16,-3 0-12-16,2 1-30 0,0-1-14 0,0 0-7 0,0 0-1 15,1 0-21-15,-1 0 2 0,2 2 4 0,0-2-2 16,2 1 3-16,-1-1 1 0,5 0-3 0,24-6 2 16,3 1-9-16,2 0 4 0,1 1-5 0,5 0 4 15,-4 3-12-15,-2 1 7 0,-5-2-1 0,-10 2 3 16,2 0-11-16,-7 2-3 0,-2 0-4 0,-2 0 2 15,-5 0-5-15,5 0-14 0,-2 0-3 0,-3 0-9 0,1 2-66 16,-3 0-80-16,0 0-17 0,-2 0-22 16,-1 0-101-16</inkml:trace>
  <inkml:trace contextRef="#ctx0" brushRef="#br0" timeOffset="102704.23">17836 8070 809 0,'0'0'65'0,"0"0"8"0,0 0-8 16,0 0-20-16,0 0-5 0,0 2 30 0,0 0 38 15,0 0-13-15,2 0 13 0,0 0-48 0,0 0-7 16,1-1 3-16,8 3-4 0,10 2 5 0,1-3-11 16,0-1-4-16,10-2-4 0,-4 0-18 0,5-3-10 15,6-1 1-15,-7-2-7 0,-1-1-11 0,1 1-26 0,-10-1-13 16,6-1-6-16,4-1-71 0,-3 0-163 0,1 1-50 16</inkml:trace>
  <inkml:trace contextRef="#ctx0" brushRef="#br0" timeOffset="103182.87">18629 7486 1187 0,'0'0'11'0,"0"0"3"16,0 0-1-16,0-2-9 0,2 0 6 0,0 0 24 15,-1 0 24-15,3 2-8 0,24-7 9 0,5 1-30 16,1 2-4-16,3 1 5 0,0 3-5 0,-5 0 11 0,8 2-4 16,-10-1-1-16,2 5-1 0,3 1-3 0,-7 3 1 15,2 1-1-15,-10 0-1 0,-1 2-17 0,-5-2 1 16,-4 17-3-16,-5 2 3 0,14-1 7 0,-6 1-4 16,-6 4 7-16,-3-1-6 0,-4-1 4 0,-4 3-2 15,-3-7 1-15,-2 3 0 0,-4 1 5 0,-4-1-4 16,-2 1-4-16,8-6 1 0,-19-2-1 0,-1-2 3 15,1-5 2-15,-1 0 0 0,1-4-3 0,2-2 7 16,0-2-4-16,6-1 5 0,-2-3 4 0,3-1 2 0,5 7-1 16,3-4 0-16,3-3-2 0,3-2-11 0,-1 0 3 15,5-2-7-15,-1 0 2 0,2 0-6 0,-2-2 0 16,1 0-2-16,1-2 0 0,0-3 2 0,2-10 0 16,2-1-1-16,3 5-4 0,3 0 9 0,5 3-4 15,11 1 6-15,0 2-2 0,0 3-4 0,-1 2 5 0,-1-13-6 16,2 4 2-16,0 6-8 0,-5 1 2 0,3 2-3 15,-3 2 6-15,1 0-3 0,-1 0-2 0,-3 2 0 16,-3 0-1-16,0 2-8 0,-2-1 1 0,-1 1-6 16,-1 0-5-16,-2-1-17 0,1 1-19 0,-1 0-5 15,-1-1-117-15,-1 1-99 0,1 0-27 0,0-2-35 16,-3 9-219-16</inkml:trace>
  <inkml:trace contextRef="#ctx0" brushRef="#br0" timeOffset="103372.94">19405 7825 1688 0,'0'0'30'0,"-2"-1"49"0,0-1-35 0,0 0 56 16,0 0-17-16,1 0 24 0,-1 0-63 0,0 0-28 16,0 1-2-16,0-1-8 0,0 0-16 0,0 0-3 15,2 0-11-15,0 0 3 0,0 0-56 0,0 1-77 0,2-1-11 16,0 0-25-16,0 2-86 0,2 0-194 0</inkml:trace>
  <inkml:trace contextRef="#ctx0" brushRef="#br0" timeOffset="103643.76">19869 7406 1192 0,'0'0'40'16,"0"-2"-2"-16,-2 0 33 0,0 0 4 0,1 0-1 15,-1 2 39-15,-9-7-14 0,3 3-8 0,-5-3-6 16,0 1-51-16,-2 1-14 0,2 1 1 0,0 4-5 15,4 0 1-15,2 0-2 0,-8 5 3 0,9-1-3 16,-3 4 0-16,1 5-8 0,5 5 4 0,-3 3-4 0,1-3 11 16,-7-1-3-16,3 1-2 0,4 1 1 0,5 0 9 15,0-3 2-15,0 1 2 0,1-2-3 0,3 0-7 16,2-2 3-16,1 0-1 0,1-2 1 0,-7-4 4 16,20 1-12-16,5-3 5 0,0-1-6 0,5 0 3 0,-3 12-7 15,-2-4 0-15,2-7-3 0,-2-5-6 0,2 0 0 16,0-2-5-16,1-3 2 0,-1-1-14 0,-2-1-11 15,0-1 2-15,-3 1-6 0,-1-2-12 0,-5 1-6 16,-3 1-15-16,-2 1 5 0,-7 4-35 0,-1 0-94 16,0-1 11-16,-1-1-48 0,1 0-82 0,-2 1-68 15</inkml:trace>
  <inkml:trace contextRef="#ctx0" brushRef="#br0" timeOffset="103905.09">20012 7378 1035 0,'0'0'96'0,"-2"0"178"16,0-2-211-16,0 0 43 0,1 0-11 0,-1 0 21 15,0 1-20-15,0 1-47 0,0 0 0 0,0 0-15 16,0 1-1-16,1 3 10 0,-5 5 3 0,-7 19 0 16,4 4-6-16,3 3-8 0,2 2-2 0,4 0-1 15,0 1-4-15,0-1-8 0,2-4 0 0,2 1-3 16,2-1-10-16,-3-3-3 0,1 1-1 0,-2-3 0 0,0-4-5 15,-2-1-20-15,2 1 1 0,-1-4-9 0,1 1-20 16,0-3-128-16,0-3-13 0,0 0-49 0,2 3-150 0</inkml:trace>
  <inkml:trace contextRef="#ctx0" brushRef="#br0" timeOffset="104372.4">20157 7357 1384 0,'0'-1'15'0,"0"-1"30"0,0-2-28 0,2-7 69 0,1-6-11 15,5-1 28-15,1 3-30 0,0 2-21 0,23 0-4 16,5 4-5-16,2-1-3 0,6 5-10 0,-1-1-3 16,-10 2-3-16,1-16-11 0,-3 9-1 0,-8 5 2 15,0 6-1-15,0 2-1 0,-9 2-3 0,0 1 1 16,-6 1-2-16,-5-2 4 0,-1 18-3 0,14 4 4 0,-8 0-4 15,-9 4 1-15,-3-1 2 0,-7 3-4 0,-3 1 3 16,-3 3-6-16,-5-1-1 0,19 4 0 0,-24-2-1 16,6-2-3-16,1 2-1 0,-3-5 1 0,4 0-2 15,5-3 8-15,3-3-5 0,7 0-1 0,-12-3-1 16,5-5-1-16,7-3 1 0,3-2-1 0,0-2 1 16,2-2-5-16,-1-5 6 0,5 4 0 0,5 1 2 0,8 2-2 15,-3-5 0-15,5-5 0 0,3-1 0 0,-2-1 1 16,2-3 6-16,-5-2-4 0,-4 1 5 0,0-3 1 0,-4 1-6 15,-4 1 4-15,-5-7-5 0,0-9 4 0,13 0-2 16,-6-4 4-16,-5 3-4 0,-4-3 4 0,-8-1 5 16,-7-3-2-16,14 0 5 0,-33-1 11 0,-1 3-8 15,-2 0 4-15,0 2-8 0,0 2-2 0,-1 5-2 16,3 2-1-16,4 6-1 0,-1 0-11 0,8 6 1 16,2 3-9-16,5 0 7 0,4-7-10 0,2 3-5 15,3 2-1-15,3 2-4 0,1 2-33 0,0 0-74 16,1 0-3-16,1 0-26 0,0 2-33 0,2 0-97 15,0 0-32-15</inkml:trace>
  <inkml:trace contextRef="#ctx0" brushRef="#br0" timeOffset="104762.89">20944 7153 1420 0,'0'0'62'16,"0"0"3"-16,-2-2-7 0,0 1 12 0,1-1-21 15,-1 0 73-15,-2 0-46 0,0 0-6 0,2 0-16 16,1 0-37-16,-1 1-13 0,0 1 1 0,0 0-5 16,0 0 7-16,0 1-4 0,0 1 7 0,2 2-7 15,0 13-1-15,0 5 0 0,2 2-1 0,0 2 1 0,2 0 0 16,0 0 7-16,1 2-6 0,1 0 6 0,-1 0-5 16,-1 1-5-16,0-1 6 0,-1 2-5 0,1 0 6 15,-2-3-6-15,0 1 0 0,0-2-1 0,0-2 4 0,-2-1 1 16,0-1 0-16,0-2 1 0,0-1 3 0,0-2-5 15,0-8 2-15,1 2-2 0,-1-5 3 0,0-3 1 16,0-1 5-16,2 2-2 0,0 0 8 0,2-2-10 16,-2-2-3-16,14 0-1 0,1-4-5 0,5-5 8 15,-1-4-3-15,-3 1 4 0,7-21-10 0,-3-2 2 16,4-1 0-16,-4-4 0 0,-2 1 0 0,-1-2 2 16,-4-2-2-16,3 2 2 0,-3-3-2 0,2 1 1 15,-4 2-1-15,0 2 0 0,-4 0-3 0,-3 4 5 16,-1 3-2-16,14 3 2 0,-6 3-4 0,-4 0-15 0,-3 3 3 15,-4 7-10-15,0-1-19 0,-2 4-163 0,1 2-56 16</inkml:trace>
  <inkml:trace contextRef="#ctx0" brushRef="#br0" timeOffset="106330.56">8862 10930 119 0,'-1'0'0'0,"-1"-2"17"0,0 0 159 0,0 0-57 15,0-1 5-15,2 1-68 0,-4-11 4 0,1 2 13 16,-1-6 9-16,2 4-7 0,0-2-10 0,0 0-4 15,1-2-3-15,-1 1 0 0,0 1-9 0,2-2-7 0,0 4 2 16,0 0-4-16,0 0 5 0,0 4-2 0,0 0-3 16,0-1 1-16,0 3-3 0,0 3-5 0,0-1 9 15,0 3-6-15,0 0 18 0,0 0-1 0,0-2-2 16,0 1 0-16,0-1-22 0,0 2-14 0,0 0-2 0,0 2-3 16,-2 0 0-16,0 2-7 0,0 2 3 0,-1 16-4 15,-1 14 1-15,0 3 1 0,4 2-2 0,0 3 2 16,2 3 2-16,2-2-2 0,-1 1 1 0,1 3-1 15,2-1-4-15,-1 2 3 0,3 1-1 0,-1-5 2 16,4-1-1-16,0-8 2 0,2-1 0 0,-3-3-1 16,-1-1-6-16,-2-4 8 0,1-2-5 0,-1-2 8 15,-1-1-3-15,1-3 0 0,-1-3 3 0,-2-2-3 0,-1-2-3 16,-1-5 8-16,2 1-3 0,-2-3 7 0,0 0 9 16,1-1-12-16,1 1 4 0,0 0-7 0,1-2 5 0,5 0-1 15,-3-2-3-15,6-2 1 0,2-6-7 0,0 5-4 16,1-29 5-16,1-5-4 0,0-2 8 0,0-6-6 15,-1-1-2-15,3-2 0 0,-4-6 0 0,-1-6-1 16,1 3 5-16,-2-3-4 0,2 3 5 0,-2 9-2 16,-2 3-1-16,-1 6 0 0,-3 6-2 0,-3 7-1 15,-1 1 5-15,-1 5-3 0,9 3 4 0,-3 4-2 16,-3 2-4-16,-3 6 2 0,0-1-3 0,-2 2-16 16,2 1 1-16,0-1-9 0,0 0-28 0,0 2-101 0,-1 0-2 15,-1 1-38-15,0 1-70 0,0 1-116 0</inkml:trace>
  <inkml:trace contextRef="#ctx0" brushRef="#br0" timeOffset="106643.23">9557 11253 912 0,'0'0'82'16,"0"0"6"-16,-2-2-10 0,0 0-7 0,0 0-19 15,0 0 51-15,-1-1 23 0,-1-1-9 0,0 0 8 16,1 1-44-16,-3-1-32 0,-1 0-1 0,-1 2-12 15,3 2-33-15,-3 2 2 0,1 4-2 0,-1 16 4 0,-1 8 5 16,0 5 0-16,1 0 3 0,3 1-1 0,-1-1 1 16,2 0 3-16,-1-1 1 0,-14-3 1 0,8-1 5 15,4 0-4-15,5-4-1 0,2-2 0 0,4-2 3 16,1-2-5-16,3 1-1 0,1-3-2 0,-2-6 4 0,3 1-4 16,14-4 2-16,2-4-4 0,2 5-2 0,7-8-6 15,-4-1 4-15,-1 18-3 0,0-10 3 0,1-3-9 16,-1-6 0-16,5 0-2 0,-3-4 7 0,-4-1-5 15,0-3-1-15,-8 1-3 0,0-1-10 0,-3 1-21 16,-4-1 0-16,0-1-9 0,-4 2-11 0,1-1-60 16,-1-8-27-16,-2 1-19 0,-1 2-142 0,-2 0-202 15</inkml:trace>
  <inkml:trace contextRef="#ctx0" brushRef="#br0" timeOffset="106926.93">9546 11420 978 0,'-2'-2'143'0,"-2"0"285"15,-11-1-380-15,4-1-11 0,2 2 3 0,3 0 0 16,3 2 36-16,1 0-16 0,-2-2-8 0,0 0-4 16,2 1-31-16,1-1 3 0,1 2 1 0,0 0-2 0,1 0-4 15,9-2-3-15,25-4-3 0,0 3 1 0,6-1 1 16,-2 0-7-16,-4 0 5 0,3 1-7 0,-11 1-2 15,5 0-1-15,-6 2-4 0,-2 0 2 0,-4 0-3 0,-3 0-15 16,-2-2-2-16,0 0-6 0,-2 2-12 0,-2 0-55 16,0-2-8-16,-5 2-23 0,-3 0-79 0,-1 0-112 15,2-1-23-15</inkml:trace>
  <inkml:trace contextRef="#ctx0" brushRef="#br0" timeOffset="107097.51">9492 11116 675 0,'-2'0'254'0,"0"-2"18"0,0 0-51 0,0 2-72 16,-9-8-55-16,6 5-64 0,3 3 14 0,0-4 5 15,-2-2 1-15,1-1 4 0,3 3-4 0,0 1-5 16,0-5 1-16,1 3-22 0,3-3-7 0,33-7-1 16,4 10-1-16,4-3-12 0,-4 5-2 0,-1 1-1 0,-1-4 0 15,0 4-7-15,-2-3-24 0,1 3-3 0,-7 0-10 16,3-2-41-16,-3-14-169 0,-3 7-22 0</inkml:trace>
  <inkml:trace contextRef="#ctx0" brushRef="#br0" timeOffset="107343.75">10535 10826 1474 0,'-2'0'92'0,"1"0"13"0,-3 0-28 16,-9 0-27-16,2 0-15 0,3 0 32 0,3 0-6 16,1 0 0-16,0 0-5 0,2 2-19 0,1 0-12 15,1-1 2-15,0 1-6 0,1-2-4 0,3 0-12 16,17 2 2-16,14-2-5 0,4 0-1 0,-2-2-3 16,-4-1 0-16,-3-1-4 0,-2 0-11 0,-2 2-16 15,-4 0 1-15,-3 1-6 0,-2-1-15 0,-6 2-145 0,-2 0-9 16,-3 0-62-16,-3 0-180 0</inkml:trace>
  <inkml:trace contextRef="#ctx0" brushRef="#br0" timeOffset="107530.39">10416 11019 953 0,'0'0'125'16,"0"0"12"-16,0 0-49 0,0 0-31 0,0 0-33 15,0 0 7-15,0 2 49 0,2 0-4 0,0 0 17 16,0-2-9-16,15 5-14 0,7 3-3 0,4-1-3 15,-2-3-14-15,2-2-10 0,-2-2 0 0,-4 0-6 16,4-2-15-16,-8 0-13 0,3-2-1 0,-3 0-4 0,-3 3-1 16,-4-1-15-16,1 0-2 0,-1 0-10 0,0 0-40 15,-2 2-251-15,2 0-42 0</inkml:trace>
  <inkml:trace contextRef="#ctx0" brushRef="#br0" timeOffset="111936.19">11766 10601 1 0,'0'0'0'0,"0"0"5"0,0-2 71 0,0 0 18 15,0 1 16-15,0-1-2 0,2-2-5 0,-2 2-29 16,4-11-5-16,0 0-4 0,-1 0-17 0,3 0-8 15,-2 2 12-15,-1 0-12 0,1 0 4 0,0 0-3 16,-2 3-6-16,-1-3 4 0,1 2-8 0,0 0 0 0,0-3-1 16,0 1 2-16,0 0 4 0,-2 4 7 0,0 1 0 15,0 4 3-15,0-1-2 0,0-1-11 0,0-2 1 16,0 3-3-16,0 1 4 0,0 0 3 0,-2-2 0 0,0 0 1 16,-2 3 0-16,1-1-17 0,-7 0-2 0,-3 0-6 15,0 2-4-15,-2 2 6 0,1 3-2 0,-1 3 1 16,0 1-10-16,2-7 4 0,2 11-5 0,0 0 3 15,3 4-4-15,1-1-1 0,1-1 5 0,3-2-5 16,-1 0 5-16,0 0-6 0,2 2 0 0,-9 0-1 16,2 2 0-16,3-4 2 0,1 1 0 0,1-1 1 15,2 2-1-15,2 0-1 0,2 0-1 0,0 0 0 16,2-2-2-16,1 0 7 0,4 0 4 0,-5-2-1 0,17 0-6 16,-3 2 0-16,2-4-2 0,-1 1 1 0,1 1 3 15,-1-2 0-15,1 2 1 0,-1-1-1 0,-2 1 3 16,-6-2-7-16,0 0 3 0,4 1-3 0,-10-1-1 0,3 0 9 15,-1 0-5-15,-5-1 8 0,4-1 0 0,-4 1 3 16,1-3 6-16,3 3-3 0,-4-3 9 0,0 1-1 16,-1-1-4-16,-1 1 1 0,0 0-1 0,0 1-4 15,-1 0 7-15,-3 1-7 0,0-3 3 0,-11 1-1 16,-1-2-1-16,-5-1 2 0,1 3 3 0,-1-4-4 16,-1 2 3-16,0-1-4 0,1-1 3 0,1 2 0 15,1-2 0-15,4 0-1 0,1 9-13 0,3-4 4 0,-1-1-5 16,3-3 6-16,0-1-1 0,3 0-2 0,-1 0-4 15,1-2 0-15,3 0-8 0,1 0 4 0,0 0 1 16,-2 0 1-16,0 0-3 0,1 0-5 0,-1 0-4 16,0 0-1-16,2 0-9 0,1 0-2 0,-1 0 0 15,0 0-2-15,0 0-10 0,0 0-59 0,0 0 3 0,0 0-26 16,1 0-24-16,-1 0 3 0,0 0-13 0,2 0 4 16,0 0-63-16,0 0-178 0</inkml:trace>
  <inkml:trace contextRef="#ctx0" brushRef="#br0" timeOffset="112273.7">11660 10482 596 0,'-1'-1'148'0,"-1"-1"1"0,0 0-32 16,0 0-14-16,-2 0-54 0,1 0-14 0,-1 0 43 15,0 1-10-15,2-1 18 0,1 0-32 0,-1 0-22 16,0 0 6-16,0 0-9 0,2 0 7 0,0 1 0 16,2-1 0-16,0 0 2 0,0 2-2 0,23-15 4 15,3 2-6-15,4 2 4 0,1 3-7 0,4 1-1 0,1 1 0 16,1 3-2-16,0-1-9 0,-8 0 0 0,-1 2-3 16,-10 1 1-16,-3-1-13 0,3 0 1 0,-3 0 2 15,0 0-2-15,-8 2-3 0,-1 0-1 0,-1 0-2 16,-3 0 1-16,-1 0-3 0,1 0-14 0,0 0 3 15,0 0-6-15,-1 0-3 0,1 0-63 0,0 0-10 16,-2 0-24-16,1 0-78 0,1 0-77 0,0 0-68 0</inkml:trace>
  <inkml:trace contextRef="#ctx0" brushRef="#br0" timeOffset="112549.03">12199 10765 838 0,'0'0'270'0,"-2"0"-331"15,0 0 297-15,0 0-157 0,1 0-74 0,-1 0 59 16,0 0 2-16,0 0 20 0,0 0 14 0,0 0-27 16,0 0-5-16,1 1-8 0,-1 1-26 0,0 0 0 15,0 0 5-15,0 0-4 0,0 0-1 0,2 0-3 16,0-1-2-16,0 1 1 0,0 0-9 0,0 0-1 15,0 0-4-15,0 2 3 0,0-1-5 0,0 1-6 16,0 0 1-16,0 3-4 0,0-1-4 0,0-1 0 16,0-1-1-16,0 0 2 0,0-2-2 0,0-1-25 0,0 1-1 15,0 0-10-15,2 2-19 0,0 0-77 0,0-1 0 16,0-1-32-16,1 0-63 0,1-2-164 0</inkml:trace>
  <inkml:trace contextRef="#ctx0" brushRef="#br0" timeOffset="113352.46">12451 10386 565 0,'0'0'56'0,"0"0"-3"0,-1 0 10 15,-1-2 7-15,0 0-17 0,0 0 41 0,0 0-9 16,0 1 4-16,0-1-9 0,1 0-15 0,-1 0-30 0,0 0-2 15,0 0-10-15,0 0-8 0,0-1 11 0,2-1 0 16,0 2 4-16,0-2 3 0,2 1-1 0,0-1-4 16,0 2 3-16,2-2-2 0,10-5-5 0,5-2 5 15,5-2-5-15,2 4 3 0,2 1-8 0,4 1 4 0,-1 1-6 16,3 1 5-16,-1 1-7 0,-3 2 0 0,-1 2-2 16,-4 0-2-16,-5 2-1 0,-1 2 0 0,-6-2 2 15,3 1 0-15,-5 1 0 0,-5-2-3 0,0 2 3 16,-3-3 7-16,1 12-5 0,2 8 8 0,7-3-8 15,-4 1 2-15,-5 1-2 0,-3-1-6 0,-1-2 4 16,-1 1-8-16,-5-1 4 0,-1 0 6 0,-3-1-2 0,1-1 8 16,3 0 7-16,-14-4-4 0,3 2 5 0,-5-2-3 15,-2-1-8-15,7-1-4 0,-5-2-1 0,11 1-3 16,-2-1-3-16,0-1 4 0,0-3-5 0,2 1-1 0,1-2-3 16,1 2-2-16,7-2 1 0,-3-1 6 0,3 1-3 15,-2 2-2-15,0 0-1 0,1-1-2 0,-1 1-2 16,0-2 5-16,2 0-3 0,0 0 5 0,1 0-6 15,-1-1 1-15,0 1-4 0,2 0 5 0,0 0 0 16,2 0 1-16,0 0-1 0,1 0-4 0,3-2 8 16,12 3-9-16,8-1 7 0,6 0-8 0,-2-2 7 15,1 0 0-15,-1 0 1 0,-4 0-3 0,6 2 3 16,-3 0-1-16,-1 1 2 0,0 1-2 0,-8 0 0 0,3 1 1 16,-7 1-1-16,1 1-3 0,-6-1 4 0,-2 0-1 15,-3-3 2-15,-2 8-2 0,-2 4 8 0,9 2-4 16,-2 0 6-16,-3-1-5 0,-5 3 2 0,-1 3 1 15,-3-3-1-15,-5 1 2 0,-5 3-7 0,10-7 2 16,-27 1-3-16,2 2 12 0,-5-8 9 0,-1 4 3 0,1-2 3 16,-6-4 14-16,11 2-13 0,-2-2 4 0,4-3-7 15,8-2-6-15,-8-3-2 0,3 14-5 0,5-5 4 16,-1-3-10-16,8-3-3 0,4-4 1 0,-1 0-2 16,3 0-9-16,-1 0-4 0,2 0-7 0,3 0 1 15,-1 0-26-15,0 0-56 0,-2-4-30 0,-3-7-22 16,1 2-218-16</inkml:trace>
  <inkml:trace contextRef="#ctx0" brushRef="#br0" timeOffset="116344.02">30801 4400 1492 0,'0'-2'32'0,"0"0"-2"0,0 0-2 16,-1 0 14-16,-1-1-15 0,0-1 65 0,0-4-38 16,-2 1 6-16,2 1-22 0,1 3-30 0,-1-1-17 0,0 0-5 15,0 1-9-15,0 1-52 0,0 0-68 0,0 0-56 16,1 2-25-16,1 0-396 0</inkml:trace>
  <inkml:trace contextRef="#ctx0" brushRef="#br0" timeOffset="118391.96">26977 8171 444 0,'0'0'77'0,"0"-2"-45"0,0 0 85 0,0 0-26 16,0 0-20-16,-2 0 12 0,0-1-10 0,0-1 12 15,0 0-2-15,2 2-5 0,0-1-5 0,0-1-2 0,0 0-25 16,0 1 4-16,-2-1-3 0,0 0 3 0,1 0-1 15,-1 1-4-15,0-1 2 0,0 0-4 0,0 1-7 16,0-1-5-16,0 2-4 0,-1 0-1 0,-1 0-17 16,0 0 0-16,1 1-2 0,1 1 1 0,-2 0-3 0,0 0-1 15,1 1-4-15,-1 1 2 0,2 2-2 0,-7 9 2 16,-1 2 3-16,5-2 0 0,1 2-4 0,4-2 1 16,0 0 1-16,2 0 0 0,2-4 5 0,-1 0 8 15,1-3-5-15,2-2 6 0,12-1-9 0,3-1 3 16,-3 11-1-16,3-2 2 0,-1-3-3 0,-3-6-3 15,-2-2 0-15,-4 0 1 0,-2 0 5 0,0-2-4 16,-1 0 1-16,-1-2-3 0,-1 0-2 0,-4 1 7 16,0-12-4-16,9 0 3 0,-4-2-9 0,-3 2 8 0,-2-1 0 15,-2 1 2-15,-2 4-11 0,-2 0 17 0,-1 1-12 16,-1 3 16-16,-1-1-4 0,-12 3-3 0,0 3 7 16,1-11-8-16,1 4-6 0,2 3 2 0,0 2-7 15,-1 3 5-15,5 1-6 0,1 0 5 0,3 0 0 0,3 0 0 16,-3 1-11-16,5-1 2 0,-2 4-2 0,0 0 3 15,3 0 0-15,-3 5 0 0,2 0 2 0,2-1 0 16,0-1 7-16,0-3-7 0,2 1 2 0,0-1-4 16,20-2 2-16,0 13 2 0,4-2-1 0,-2-6 1 15,-1-3-2-15,-3-4 5 0,-3 0-5 0,-2 0 4 16,-4 0 1-16,-4 0-3 0,1 0 5 0,-5 0-5 16,1-2 3-16,0 0 3 0,0 0 1 0,-3 0 0 0,1 1-8 15,0-1 3-15,-2 0-4 0,0 0 3 0,0 0 1 16,-2 0-26-16,0 0-8 0,1 1-11 0,-1-1-63 15,0 0-146-15,0 2-10 0,0 0-71 0,2 0-283 0</inkml:trace>
  <inkml:trace contextRef="#ctx0" brushRef="#br0" timeOffset="119172.71">28557 7627 63 0,'0'0'65'0,"0"0"-4"0,0-2 15 15,0 0 4-15,0 0-21 0,0 0-3 0,0-1 14 16,0-1 4-16,0 0 3 0,0 2-2 0,0-1-8 16,0-3-10-16,0 0 6 0,2 1 4 0,-2-1 9 0,1-1-1 15,-1 1 1-15,2-1-20 0,-2 1-1 0,0 1 1 16,0-1-3-16,0 2-6 0,0-1 6 0,0 1-1 15,0 0 4-15,0 3 2 0,0-3-9 0,0 2 0 0,-2-2-4 16,1 1-10-16,-1-1-15 0,-2 2 4 0,-3-2-8 16,-8 1-3-16,0 1-3 0,0 2-4 0,0 2 4 15,0 1-4-15,6 1-4 0,0 2-1 0,-1 1 0 16,3-1-3-16,1 12 7 0,3 1-3 0,-8-3 4 16,1 3-9-16,3 0 2 0,5 1 0 0,2-1 0 15,2-1 1-15,3 3-2 0,3-3 2 0,3 3-2 16,2-3 8-16,-4 1 0 0,14-8-2 0,-1 2-1 0,0 2-5 15,0 0 3-15,-1 5 3 0,-3-1-1 0,-1 3-3 16,-4-4 5-16,-2-1-4 0,0 0 4 0,-3-4-4 16,-3 0 2-16,3 4-1 0,1-5 1 0,-1 1 1 15,-3-3 6-15,-1-3 2 0,-2-1 2 0,-2 1 9 0,0 1 14 16,0-1-5-16,0-1 9 0,0-3 1 0,0-1-17 16,-2 4 5-16,-15-4-8 0,-1 1 0 0,1-1-4 15,0 0 0-15,0 0-3 0,3 0-3 0,-1 1-6 16,-2 9 3-16,0-3-4 0,4-4-1 0,0-1-2 15,0 0-2-15,6-2 1 0,-2-2 3 0,3 0-1 16,0 0-2-16,1 0 0 0,-1 0-8 0,4 0-11 16,1 0-2-16,-1 0-4 0,-2-4-22 0,0 0-14 0,2 1-7 15,1-1-2-15,-3-9-21 0,2 0-78 0,2 2 5 16,0 1-37-16,0-1-69 0,2 2-195 0</inkml:trace>
  <inkml:trace contextRef="#ctx0" brushRef="#br0" timeOffset="119469.36">28573 7591 498 0,'0'0'195'0,"0"-1"-13"15,-1-1-49-15,-1 0 15 0,0 0-95 0,0 0 3 16,0 0 41-16,0 0-11 0,0 1 17 0,1-1-36 0,1 0-10 15,0 0 1-15,1 0-5 0,1 0 5 0,2 0-8 16,18-11 7-16,10-1-9 0,-1 1-6 0,-1 3-15 16,-2 3-7-16,-4 1 0 0,0 1-13 0,-5 1 1 15,-2 2-1-15,-4 0 0 0,-4 2-8 0,-4 0 2 16,-1 0 2-16,0 0 1 0,-1 0-8 0,-1 0 0 16,0 0-10-16,0 0 4 0,0 0-31 0,0 0-34 15,0 0 1-15,-1 0-17 0,1 2-53 0,0 0-87 16,0 0-44-16,0 0-23 0,0 0-235 0</inkml:trace>
  <inkml:trace contextRef="#ctx0" brushRef="#br0" timeOffset="119691.25">28919 7851 1487 0,'0'0'49'0,"-2"0"96"16,0 0-128-16,0 0 45 0,0 0 0 0,2 0 19 15,0 0 25-15,0 0-42 0,0 0-7 0,0 0-13 16,0 0-27-16,0 0-7 0,0 0 6 0,0 0-8 16,2 0-4-16,0 0 3 0,0 0-7 0,0 0 5 15,0 0-16-15,-1 0-16 0,3 0-10 0,0 0-5 0,1 0-60 16,12 0-131-16,-2 0-31 0,5-1-56 0,10-1-305 16</inkml:trace>
  <inkml:trace contextRef="#ctx0" brushRef="#br0" timeOffset="120204.06">29331 7525 1002 0,'-2'0'102'0,"0"-2"17"0,0 0-46 16,1 0-32-16,-1 0-18 0,-2 0 42 0,0-1 29 15,1-1-9-15,-1 0 6 0,2 0-62 0,0 1-20 0,0-1 6 16,2 0-9-16,2 1 15 0,0-1-3 0,9-4 5 15,21-8-4-15,1 3 4 0,4 3 6 0,2 3-5 16,2 3 6-16,2 1-8 0,-8 1-1 0,0 2-7 16,-9 0 1-16,-3 3-10 0,-5 1 1 0,-7 0 4 0,0 1-3 15,-3-1 1-15,-8-2 10 0,5 17-4 0,8-1 7 16,-3 3 3-16,-7 1-11 0,-3-4 8 0,-5 1-8 16,-4 1 5-16,-4 1-8 0,3-1-3 0,-19-1 1 15,-1-2 4-15,0-4-3 0,2 1-2 0,2-2-1 16,-2 1-9-16,6 1 6 0,4-2-3 0,3-3 3 15,2 2-3-15,3-7 0 0,5-1 2 0,3 1-2 16,2-2 0-16,-4 4-7 0,2-3 2 0,1 3-3 0,-1-1 7 16,2 1-4-16,0 0 0 0,2-1-2 0,1 1 0 15,20 9 5-15,8-1 1 0,-3-4 1 0,4-3-2 16,-3 1 1-16,-6-3-4 0,10 4 3 0,-11-3-4 0,8 3 6 16,-2 2 0-16,-6-1 0 0,-1-1 0 0,-8-2 1 15,-4-1 1-15,-5-2 0 0,1 9 3 0,4 0-3 16,-3-2 4-16,0 2-4 0,-5 0 9 0,-1-2-2 15,-1 2 1-15,-5-2-1 0,2 0 12 0,-25-2-10 16,-1 3 7-16,-7-1-8 0,0-4 15 0,-6-1-3 16,6-1 2-16,-2-1-2 0,2 0-6 0,3-1-1 15,1-1-8-15,7 2 4 0,4 11-14 0,5-6 3 0,2-3-7 16,6-3 0-16,1-1-54 0,5-2-192 0,1 0-88 16</inkml:trace>
  <inkml:trace contextRef="#ctx0" brushRef="#br0" timeOffset="135081.6">24708 5865 65 0,'0'0'11'0,"0"0"45"0,0 0 36 16,0 0 20-16,0 0 12 0,-2 0-33 0,0 0-12 0,0 0-4 15,0 0 2-15,0 0 4 0,1 0-22 0,1 0 5 16,-2 0-12-16,0-2-2 0,2 0-5 0,0 0 1 15,0 0-1-15,0 0 1 0,0 1-12 0,0-1-6 16,0 0-2-16,2-2-19 0,0 0-2 0,-1 1 0 16,3-1-2-16,-2 4-1 0,13-6 7 0,-2 3-7 0,2-1 6 15,0-2-10-15,1 5-18 0,-1-5-2 0,4 2-9 16,-1 1-31-16,3-3-105 0,-1 2 0 0,2-3-39 16,1 1-35-16</inkml:trace>
  <inkml:trace contextRef="#ctx0" brushRef="#br0" timeOffset="135516.44">24769 5584 281 0,'0'0'54'0,"0"0"83"16,0 0-89-16,0-2-12 0,0 1-3 0,0 1 1 16,0 0 14-16,0 0 4 0,0 0-3 0,0 0-1 0,0 1-24 15,0 1 4-15,0 8-7 0,4 19 6 0,-1 1-8 16,-1 0-18-16,0-1 15 0,0-1-16 0,2 4 14 15,-1-4-13-15,3 0-1 0,0-4-3 0,-1-2-2 16,1-3-101-16,-3-5-68 0</inkml:trace>
  <inkml:trace contextRef="#ctx0" brushRef="#br0" timeOffset="136091.51">26479 5347 487 0,'-2'-2'120'0,"0"0"262"16,0 0-356-16,1 0-23 0,-1 0 8 0,0-1-11 15,2-1 16-15,0 0-2 0,2-7-4 0,3-4 1 16,5 2-17-16,3 2 6 0,14 0-13 0,5 2 8 16,-6-1-40-16,6 1-30 0,-8-2-51 0,-4 0 6 15,4 2-183-15</inkml:trace>
  <inkml:trace contextRef="#ctx0" brushRef="#br0" timeOffset="167191.25">8640 13121 72 0,'0'-2'57'15,"0"0"-13"-15,0-2 18 0,0-9 0 0,3-9-42 16,1 0-14-16,2-2 25 0,-1 0-30 0,1-2 24 15,-1-2-39-15,-1 2 92 0,0-2 1 0,-2 2 28 16,1 0-9-16,-1 4-21 0,0-4-2 0,0 5-8 16,0 4-12-16,1-1 5 0,-1 1-5 0,0-1 3 0,0-1-17 15,0 8 7-15,-2 2-5 0,2-3 3 0,-2 5-11 16,0 0 8-16,0 1 0 0,0 2 2 0,0 1-1 16,0-1-2-16,0 0-2 0,0 0 1 0,0 3-6 0,0-1-3 15,0 0 2-15,0 0-1 0,2 0-4 0,-1 2-2 16,1 0-2-16,0 2 1 0,0 0-10 0,-2 2 1 15,4 18-9-15,-1 0 7 0,3 6-7 0,-2-2-4 16,-1 4 8-16,3 3-7 0,-2 1 3 0,1 1-9 16,-1-4 2-16,2-1-1 0,-1 2 6 0,1-6-4 15,1 0-1-15,1 0-1 0,-1 2 0 0,0-4 0 16,1 3-2-16,-1-2 0 0,1 1 8 0,-1-2-6 16,1 0 4-16,-1-2-5 0,0 0 6 0,1-3-7 0,1 3 3 15,0-3-3-15,1 1 7 0,-1 1-4 0,0-1 6 16,1 1-6-16,-1-3 3 0,-4-3-2 0,3 2-1 15,-4-6 2-15,-1 0 4 0,1-2-6 0,-2-3-1 16,3 3 0-16,-1-3 4 0,-2-3-1 0,2-1 0 0,5 6-2 16,0-3-5-16,-3-3 10 0,7 2-3 0,-4-2 6 15,4-2-13-15,4-4 4 0,-4-2 1 0,2-5 3 16,-2-4-4-16,0-14-1 0,5-3 1 0,-1-1 0 16,1-4 0-16,-1-4 4 0,2-2-3 0,-1 0 5 15,-3-1-4-15,4-1 0 0,-3-5-2 0,1-2 1 16,0-4-5-16,0-5 4 0,-3 0 0 0,1 0 3 15,0-1 5-15,0 8-4 0,-2 4 0 0,0 8-2 0,-4 3-7 16,-1 7 6-16,-1 6-2 0,-3 4 4 0,1 5-1 16,-3 4-2-16,0 4 3 0,0 5-4 0,-2 2-7 0,4-1 2 15,-1-1-10-15,1 2 4 0,0 0-33 0,-2 0-113 16,0 2 18-16,-1 2-55 0,-1 0-52 0</inkml:trace>
  <inkml:trace contextRef="#ctx0" brushRef="#br0" timeOffset="167624.9">9995 13377 645 0,'-2'0'74'0,"0"-2"175"16,0 0-250-16,-1 0 0 0,1 2 3 0,-11-7-1 16,0 0 8-16,2-1-7 0,-4-1-1 0,4 1-1 15,-8-3 2-15,-1 2 3 0,-1 2 1 0,-3-3 1 16,4 5 12-16,-4-1 14 0,1 1 5 0,-4-1 3 16,-3 2 19-16,2 2-19 0,-5 2-1 0,5 2-7 0,0 2-10 15,-4 5 13-15,4 2 1 0,-1 4 2 0,-1-13-14 16,4 28 4-16,0 0-13 0,2 1 10 0,3-1-19 15,7 3 3-15,-1-1 8 0,5-2-4 0,1 3 5 16,5-7-2-16,3 0-7 0,-16-2 5 0,6 0-2 0,3 0-1 16,5-3 6-16,3-3-4 0,0-1 2 0,1-4-11 15,3 0-1-15,2-2-2 0,1 0 9 0,2 0-7 16,3-1 1-16,12-3-4 0,0-1 4 0,6-1-6 16,-4-3 5-16,3 0-6 0,5 18-2 0,-6-8-31 15,3-5 1-15,-1-3-12 0,-2-4-14 0,3 0 7 16,-3-2-18-16,2-2 5 0,1-1-96 0,3-5-79 15,-3 1-7-15</inkml:trace>
  <inkml:trace contextRef="#ctx0" brushRef="#br0" timeOffset="167954.8">10166 13121 943 0,'0'0'51'16,"-2"0"-4"-16,0-2-11 0,0 0 3 0,-1 0-23 15,-1 0 14-15,-2 2-4 0,-3-2-1 0,2 2-3 16,-3 0-10-16,3 0-2 0,1 0-1 0,-1 2 0 16,1 0-1-16,3 0-1 0,-1 4 4 0,0 14-4 0,0 4 7 15,1 2-4-15,-1 0 6 0,2 4-5 0,-16 1 5 16,5 3 3-16,3 1-5 0,5-1 4 0,-1 3-11 16,4-4 4-16,0 4-3 0,2-1 3 0,0-7-1 0,2 1 5 15,0-4-4-15,4-2 2 0,-1-5-13 16,1-3 4-16,-1-3-2 0,3 0 5 0,-1-2-2 0,-1-1 1 15,12-3 3-15,3-3-1 0,1 0 7 0,4-3-3 16,0 16 1-16,4-6-2 0,0-5-4 0,-1-6 0 16,1 0 1-16,3-4-1 0,-1-1-3 0,-2-3-2 15,-4 1-9-15,-10 1 3 0,-3 1-26 0,-2-1-8 16,1-1 2-16,-1-3-6 0,-2 7-5 0,-3-12-13 16,-1 0 1-16,8-4-5 0,-4 3-6 0,-3-1-31 15,-2-2-11-15,-4 5-8 0,0-3-48 0,-4 4-43 0</inkml:trace>
  <inkml:trace contextRef="#ctx0" brushRef="#br0" timeOffset="168185.88">10066 13533 274 0,'-2'0'147'0,"0"0"-101"0,0 0 154 0,0 0-55 16,-15 2-60-16,6 0-4 0,0 0-13 0,6-2 4 16,-1 1-34-16,4-1-10 0,-2 2 0 0,1 0-4 15,1 0 1-15,0 0 0 0,0 0 0 0,2 0 1 16,2-1 7-16,0 1-2 0,0-2-1 0,27 2-1 15,5-2 0-15,1-2-7 0,4-3 2 0,6-6-6 16,1-1-12-16,-3-1 4 0,3-3-7 0,-3 1 5 16,-10 4-21-16,1 0-5 0,-10 3-4 0,-4 3-1 0,1-3-10 15,-10 3-20-15,-6 3-1 0,-1 0-11 0,2 0-51 16,3-9-162-16,-2 0-28 0</inkml:trace>
  <inkml:trace contextRef="#ctx0" brushRef="#br0" timeOffset="168314.8">9993 13212 889 0,'-2'0'57'0,"0"-2"94"0,-1 0-99 0,-1 2-13 16,-2-2-8-16,3 0 1 0,1 0-13 0,0 1 3 15,2-1 0-15,0 0 1 0,2 0-4 0,5-4-7 16,30 5 4-16,4-12-7 0,6 1-10 0,-1 1-23 0,8 2-16 16,-4 2-4-16,0-1-79 0,4 4-243 0</inkml:trace>
  <inkml:trace contextRef="#ctx0" brushRef="#br0" timeOffset="168939.52">10894 13327 886 0,'0'0'19'0,"-2"0"0"0,0-2-7 0,0 0 3 0,0 0-11 16,-1 0 6-16,-1 1 10 0,0-3-1 0,0-2 3 15,-5-9-15-15,0-3 10 0,3-1-7 0,3 1 8 16,3-3-5-16,0 3-3 0,3-1 3 0,3-1-3 15,1 1 3-15,3-1 7 0,-1 3-2 0,2 2 3 16,-5-2-12-16,12 6 12 0,1 2-8 0,-4 4 7 16,1 1-14-16,-1-5-7 0,0 1 2 0,0 4-1 15,0 3 8-15,-1 1-2 0,5 3 2 0,-2 3-3 0,-1 1 9 16,1 3-1-16,2 3 1 0,-1-1-1 0,3 1 13 16,-3-1 1-16,1-1 3 0,-4-4-1 0,3 1 6 15,5-1-1-15,-1-1-2 0,4-3 0 0,2-3-8 0,-2 0-4 16,2-3-1-16,-4-3-1 0,0-1-1 0,-2-1-12 15,-5 1 7-15,-2-1-8 0,-4 1 10 0,-2 1-7 16,-1 1 0-16,-3 1-2 0,-1-7-5 0,1 0-4 16,-1 2-4-16,4-1-2 0,-5 5-14 0,1-1-11 15,-2 2-3-15,0 1-4 0,0-1-11 0,-2 0-30 16,0 2 7-16,0 1-15 0,-2 1-8 0,0 0-82 16,-6 0 5-16,-10 5-29 0,-3 4 16 0</inkml:trace>
  <inkml:trace contextRef="#ctx0" brushRef="#br0" timeOffset="169195.2">11122 13334 128 0,'-2'2'62'16,"0"2"67"-16,0 7-6 0,-9 8-15 0,-4-3-2 15,4-3-3-15,0-7-8 0,7 1-18 0,1-5 3 0,1-2-12 16,0 4-18-16,-2 0-2 0,1-1-5 0,1 1 2 16,0-2-6-16,0 0-7 0,2-2 4 0,0-2-4 15,2 0 1-15,0-2-5 0,11-14-2 0,13 3 1 16,-2 0 4-16,6 2-4 0,-1 2 5 0,-3 2-6 15,2 1-4-15,2 4-11 0,0 3 0 0,1-18-4 16,-1 8-8-16,-2 5 2 0,0 3 3 0,-4 3 2 16,0 0 1-16,-2 0-2 0,-1 0-10 0,-3 0 3 0,3 0-22 15,-3 0-24-15,3-2 1 0,3-4-10 0,0 1-8 16,0-5-92-16,0-1-43 0,0-4-23 0,-3 2-186 16</inkml:trace>
  <inkml:trace contextRef="#ctx0" brushRef="#br0" timeOffset="170754.12">27251 5766 402 0,'0'-2'41'0,"0"1"36"0,2-3-2 16,-2 2-15-16,2-7 1 0,0 1-4 0,0 1-8 15,0 3-26-15,0 0 1 0,-2 3-9 0,0-1-14 16,9-6 6-16,-2 5-10 0,3-3 7 0,-7 4-6 0,5 0-15 15,-1 0 1-15,-1 2-7 0,-1 0-13 0,-1 0-12 16,0 0 0-16,-1 2-5 0,1 0-6 0</inkml:trace>
  <inkml:trace contextRef="#ctx0" brushRef="#br0" timeOffset="170985.18">27240 7380 537 0,'0'0'31'16,"0"0"7"-16,0 0-4 0,0 0-25 0,0 2 7 16,0-1-7-16,0 1 1 0,0 2 1 0,0 0-3 15,0 1-3-15,0 3-12 0,0-1 9 0,0-3-10 16,0 0 7-16,0-1-8 0,0 1-6 0,0 0 2 15,-2-2 2-15,1-1-39 0,-1 1-28 0</inkml:trace>
  <inkml:trace contextRef="#ctx0" brushRef="#br0" timeOffset="171218.27">27383 5716 938 0,'0'-2'14'0,"0"0"-1"0,0 1-4 0,0-1-3 16,0 0-5-16,2 0 0 0,0 0-5 0,0 2-6 15,0 0-5-15,0 2-56 0,-1 2-14 0,5 22-15 16,-6 9-3-16,-4 6-96 0</inkml:trace>
  <inkml:trace contextRef="#ctx0" brushRef="#br0" timeOffset="171412.78">27246 7526 789 0,'0'0'10'0,"0"0"0"16,0 0-2-16,0 2-6 0,0 0 0 0,2 0-5 0,0 0-45 16,-1 0 4-16,1 0-20 0,0-1-25 0,0 1-58 15</inkml:trace>
  <inkml:trace contextRef="#ctx0" brushRef="#br0" timeOffset="171630.47">27248 5740 849 0,'0'-2'5'0,"0"1"-5"0,0-3 28 0,2-4 2 0,1 1 2 15,1 1-30-15,18-8 1 0,1 4-13 0,3 7 3 16,-6 3-58-16,2 3-44 0,-5 3 7 0,-2 1-25 15,-2-5-65-15</inkml:trace>
  <inkml:trace contextRef="#ctx0" brushRef="#br0" timeOffset="171785.15">27164 7424 1061 0,'0'0'17'0,"0"0"-3"0,0 0 1 16,2 0 0-16,0 0-7 0,0 0-8 0,1 0-1 16,-1 0-6-16,0 2-2 0,0 0-36 0,0 0-33 15,0 0-2-15,0 0-9 0,-1-1-11 0</inkml:trace>
  <inkml:trace contextRef="#ctx0" brushRef="#br0" timeOffset="171985.18">27159 5688 903 0,'0'-2'7'0,"0"-1"7"16,0-3 2-16,0 1-16 0,1 1-4 0,1 2-8 15,0 0-49-15,2 2-47 0,0 2-3 0</inkml:trace>
  <inkml:trace contextRef="#ctx0" brushRef="#br0" timeOffset="172203.44">27003 7643 873 0,'0'0'16'0,"0"0"-4"0,0 0-1 15,0 0 8-15,0 0-12 0,0 0-3 0,0 0-2 16,0 0-7-16,0 0 2 0,0 2-13 0,0 0-21 0,0 0 1 16,0 0-10-16,-2-2-9 0,0 0-5 0,0 0 1 15,0 0-8-15,0 0-41 0</inkml:trace>
  <inkml:trace contextRef="#ctx0" brushRef="#br0" timeOffset="172397.47">27038 6100 823 0,'0'-1'-63'15,"0"-3"103"-15,-2-13-86 0,2 2 48 0,0 6-61 16,0 5-84-16</inkml:trace>
  <inkml:trace contextRef="#ctx0" brushRef="#br0" timeOffset="172565.09">27231 7486 1270 0,'0'-2'-16'0,"-2"0"23"0,0 0-20 15,0 0 13-15,2 2 1 0,0 0-7 0,-1 2-2 16,1 0-5-16,-2 2-23 0,0 3-36 0,-2 8-4 16,0-2-15-16,1-2-44 0,-3 0-109 0</inkml:trace>
  <inkml:trace contextRef="#ctx0" brushRef="#br0" timeOffset="176995.23">12669 12562 141 0,'-2'0'31'0,"0"0"30"0,0 0 9 0,-2-2 1 0,3 2-6 15,-11-6 3-15,-1 1-20 0,0-1-2 0,4 1 3 0,0-1-2 16,1 2 12-16,-1-1-14 0,2 1 3 0,1 0-7 16,2 3-7-16,1-1 3 0,-1-2-2 0,0-2 2 15,2-1-4-15,-1 1 1 0,-1 1-2 0,0-3 1 16,1 1-8-16,-1-2-7 0,2-1-2 0,2 5 0 16,0-3 5-16,2 5-4 0,-2 1 2 0,9-5-5 15,13-5-6-15,-1 7-3 0,-1 3 4 0,-3 2-2 16,0 6 5-16,1 3 5 0,-3 0-10 0,4 8 9 0,-3 14-5 15,-12 6-7-15,4 8 7 0,16 1-8 0,-11 3 3 16,-6 1 6-16,-7 0-6 0,-4-2 5 0,-5-1-11 0,-2-6 4 16,-2-4 4-16,-2-6-1 0,-2-3-5 0,1-4 6 15,8-3-5-15,-12-3 6 0,1-3-2 0,-1-4 0 16,1-2 0-16,1 1 0 0,3-7 5 0,0-1-7 16,0 0 7-16,0 9-8 0,0-3 3 0,4-5-2 15,-2-1-5-15,2-2 3 0,2 0-1 0,1 0-2 16,1-2-1-16,1 1-2 0,1-3 0 0,1 2 4 15,-1-5 3-15,-3-5-1 0,1-1-7 0,3 4 4 16,0-2-4-16,2 2 4 0,2 0 1 0,0-1-5 16,0 5 1-16,0-1-4 0,0 2 4 0,2 1 0 0,0-1-3 15,0 0 2-15,2 1 0 0,-1 1 6 0,7-2-4 16,3 0 3-16,0 2-2 0,0 2-5 0,0 0 6 16,-2 0-4-16,2 2 15 0,-2 0-13 0,0 2-3 15,0 0-9-15,-1-1-41 0,1 3-27 0,2-1-6 0,-2 1-5 16,2 0-8-16,2-3-146 0,-6-1 1 0</inkml:trace>
  <inkml:trace contextRef="#ctx0" brushRef="#br0" timeOffset="177504.74">12828 12425 760 0,'-1'-2'41'0,"-1"2"55"0,-17-6-50 16,-5-9 3-16,5 8-6 0,-1 1 5 0,-6 3-14 0,4 1-2 15,-1-13-5-15,3 6 1 0,0 3-15 0,-1 4 0 16,1 4-3-16,-3 4 2 0,3 5-10 0,3-9 2 16,1 27 4-16,1 1-1 0,4 1 9 0,-1 8-12 15,5 0 8-15,1 0-7 0,5 2 12 0,-20-5-7 16,8 6-10-16,8-5 5 0,5 1-5 0,3 1 5 16,3-8 4-16,3 3-3 0,2-5-4 0,0-3 2 15,2-2-2-15,2-1 1 0,-9-1-3 0,16-2 8 16,0-1-4-16,4-2 3 0,-1-3-15 0,4-2 11 15,3-1-4-15,-2-6 6 0,3-1-7 0,-1-2 7 0,3 18 0 16,2-9 3-16,-2-7 1 0,4-4-3 0,-4-5 1 16,-5-5-1-16,4-3 0 0,-7-3 3 0,1 12-2 15,-4-26 2-15,-1 2 0 0,-5-7 0 0,-3-2 3 0,-2-6-2 16,-5-5-4-16,-5 0 3 0,1-6-9 0,22 2 6 16,-13 2-8-16,-9-2 5 0,-4 3 5 0,-4 7 0 15,-2-1 4-15,-3 10-8 0,-2 1 4 0,-2 6-5 16,0 6 5-16,9 5-3 0,-20 2 0 0,-2 4 0 15,-4 3 0-15,-1 4 1 0,-3-18 1 0,-6 9 0 16,-1 7 3-16,-6 4-12 0,1 7 4 0,3 4-5 16,2 4 3-16,6 4 5 0,0-10-7 0,3 25 6 0,4 3-7 15,4 2 9-15,6 1-2 0,3 3 4 0,4-2-14 16,3 4 8-16,1-3-2 0,5 3 3 0,0-6 2 16,-20-2-4-16,11-2 1 0,7-3-2 0,2-1 2 0,4-1-4 15,2-2 3-15,1-4-4 0,3-2 10 0,1-1-5 16,0-4 5-16,2-1-6 0,1-1 10 0,-5-2-19 15,10 2-11-15,1-4-6 0,6-2-51 0,1-3-8 16,2-1-7-16,9 16-8 0,-7-10-101 0,9-7-105 16</inkml:trace>
  <inkml:trace contextRef="#ctx0" brushRef="#br0" timeOffset="177727.08">13376 12807 1100 0,'-2'0'70'0,"0"0"-53"0,1-2 69 16,-3 2-26-16,-2 0-44 0,-3 0-3 0,-2 0-3 0,5 0 1 15,1 2 2-15,1 0-13 0,0 0 6 0,2-2-8 16,-7 13 8-16,2 0-7 0,-1 2-10 0,5-2-1 16,1-6-37-16,2 0-30 0,0-3-1 0,0 2-13 15,0-4-31-15,2 1-85 0</inkml:trace>
  <inkml:trace contextRef="#ctx0" brushRef="#br0" timeOffset="178157.97">13785 12441 1102 0,'-2'-2'27'0,"-2"0"44"0,-2-1-47 0,-3-5-12 16,4 7 5-16,1-5-7 0,0 0-6 0,0-1 2 15,3-2-4-15,1-1 5 0,3 1-3 0,1-2 2 16,29 0 2-16,3-2-1 0,3 4 5 0,-2 3-11 16,2 0 4-16,2-16-5 0,-4 11 3 0,0 7 3 15,-4 6-5-15,-5 4 5 0,4 5-4 0,-10 2 11 0,0-4-2 16,-7 23 6-16,-7 1 1 0,-3 4-14 0,16 2 8 16,-10 2-9-16,-6 5 7 0,-5 5-1 0,-3-3-2 15,-5-2 3-15,-3-5 2 0,-6-2-4 0,-3 2 4 16,13-4-5-16,-23-3 10 0,0-5-6 0,0-6 7 0,3-3-6 15,-1-3 3-15,5-6 0 0,1 0-1 0,5-4 2 16,1-3 0-16,1-2 3 0,4 7-2 0,3-5 2 16,-3 2-3-16,7-6 1 0,1 0-10 0,1 0 6 15,-2-2-20-15,0 0 10 0,3-2-1 0,-5-16 5 16,6-1-9-16,4 5 5 0,5-7 0 0,0 8 4 16,1 4 3-16,19 4 2 0,1 5-3 0,2-17 2 0,3 8-5 15,-2 8-7-15,-1 4 4 0,3 7-5 0,-1 3 2 16,-1 2 2-16,-3 2 4 0,-4 0 0 0,-6-2 9 15,-3-2-7-15,3-7-5 0,-1 9 0 0,1-4-17 0,1-2-12 16,-1-1-4-16,0-4-2 0,3 13-11 0,-1-4-20 16,4-6 3-16,2-5-15 0,-2-3-65 0,0-9-97 15,4-4-5-15,1 10-32 0,-1-24-71 0</inkml:trace>
  <inkml:trace contextRef="#ctx0" brushRef="#br0" timeOffset="178548.14">14904 12332 1041 0,'0'0'49'0,"-2"-2"-8"0,0 0-3 0,-1 0 11 15,-7-3-26-15,1-1 8 0,2 2-13 0,1 1 3 16,4 3-7-16,0 0 3 0,-1-2-10 0,-1 0-1 0,0 0-4 16,2 0-1-16,1 0-6 0,-1 0 5 0,0 1-5 15,0-1 15-15,2 0-4 0,0 2 9 0,0 0-6 16,0 0 17-16,2 2-12 0,0 0 2 0,0-1-5 15,-1 3 3-15,7 7-6 0,5 8 0 0,2 5-1 16,-2 0 5-16,0 2-4 0,0 4 1 0,0 5-4 16,0 6-1-16,-4 5 5 0,0 3 0 0,-1 1 1 15,-1-6-4-15,1 1-2 0,-1-1-1 0,0-6 0 0,1 1-7 16,-1-8 6-16,1-1 2 0,-1-2 2 0,1-8-6 16,-1-1 7-16,-1-4-5 0,-1-2 7 0,-1-4-5 15,0-2 16-15,-1-1-6 0,1-1 10 0,2-3-6 0,7 8 6 16,3-1 0-16,3-4 2 0,7-3 3 0,4-6-5 15,-1-7 0-15,3 10-4 0,1-44-1 0,4-11-7 16,2-9 7-16,2-11-6 0,2-6 7 0,3-5-6 16,-1-4 2-16,5 8-4 0,-5 5-5 0,-3 7 3 15,1 6-5-15,-10-4 5 0,1 1-8 0,-3 1-48 16,-5-6-15-16,-9 8-21 0,2 4-150 0</inkml:trace>
  <inkml:trace contextRef="#ctx0" brushRef="#br0" timeOffset="181345.45">28529 8429 326 0,'0'0'18'0,"-2"0"13"0,0 0 28 15,0 0 5-15,-1 0-4 0,-7 0-15 0,-1 0-19 16,2 0 1-16,1 0-4 0,1 0 1 0,3 0-10 16,1 0 6-16,1 0-6 0,-2 2 13 0,0 0-1 15,2-1 4-15,1 1-3 0,-1 0-1 0,0 0-2 16,2 0-3-16,0 0 2 0,2 0-5 0,0-1 6 16,-1-1-3-16,27 4 4 0,4-4-8 0,5 0 13 0,8-2-7 15,3-1 8-15,6-3-14 0,11-1 13 0,-2-3-5 16,7 1 6-16,1 2-9 0,-2 1-10 0,-1 0 1 15,-12 5-6-15,-4 1-7 0,-9 0 3 0,-8 0 2 16,0 1 0-16,-3 3 0 0,-4 2-1 0,-4-3-3 0,-6 1 3 16,1 0-4-16,-2 0 7 0,-4-1-2 0,-4-1 3 15,2 0-10-15,-9-2 3 0,0 0-1 0,1 2 4 16,1 0 7-16,-2 0-7 0,0-1-4 0,0 1-1 16,0 0-18-16,-1 0-45 0,-1 0 1 0,0 0-24 15,-1 0-63-15,-1-1-99 0</inkml:trace>
  <inkml:trace contextRef="#ctx0" brushRef="#br0" timeOffset="181561.79">28423 8858 971 0,'0'0'54'0,"0"0"2"0,-2-2-4 16,0 0-2-16,0 0-19 0,1 0-16 0,1 0-8 15,0 1-8-15,1-1 4 0,3 0 3 0,18-9-4 16,14-4 7-16,3 4-7 0,3 0 8 0,7-1 3 16,5 5-2-16,5-4 3 0,2 2-4 0,10-1 9 0,-1 3-5 15,-3 3 5-15,0-1-14 0,-13 1-10 0,-4 0 3 16,-11 2-7-16,-4 2 3 0,-5 0-9 0,-4 0-20 16,-4 0-4-16,-1 0-140 0</inkml:trace>
  <inkml:trace contextRef="#ctx0" brushRef="#br0" timeOffset="193656.78">28401 5007 70 0,'0'0'0'0,"0"0"6"0,0 0 0 16,0-2 3-16,0 0 5 0,0 0-6 0,2 0 2 15,-1 1-12-15,1-1 3 0,0-2-3 0,2 0 14 0,-2 1-13 16,11-10 1-16,0-2-4 0,0 0 14 0,0 2 8 16,-2-2-2-16,-2 2 4 0,0-4 4 0,-1 2 12 15,-1 2 2-15,1 2 3 0,-3 0 6 0,-3 4 6 16,0-1 3-16,0 5 2 0,0-1 28 0,1 0-52 16,-1 1 14-16,0 1-30 0,-2 0-15 0,-2 0 4 15,0 2-2-15,-9 0 3 0,-17 7-2 0,-1 4-2 16,1 4 2-16,-2 2-2 0,4-13 1 0,0 18 3 15,4 0-9-15,3 2 5 0,4-1-7 0,4 3 10 0,2-4 2 16,7 2 3-16,-13-2 4 0,6-1-1 0,5-1 1 16,6-1-2-16,4-1 8 0,1-1-1 0,4 0 0 15,-1-2-1-15,14 0-3 0,4 1-4 0,-4-6 1 16,0 4-3-16,0 1 1 0,-2-2 4 0,-1 2 3 16,-1-4-1-16,-3 4-2 0,-6-7-4 0,0 10-3 0,-2-3 2 15,-1-4 1-15,-6 8-3 0,3-12 6 0,6 12-4 16,-5-4 13-16,-4-2-10 0,-2 5-1 0,-2-9-2 15,-5 4 3-15,3-3 38 0,-26-3-4 0,2-1 13 16,-5-3-18-16,3 1-22 0,0 0-3 0,1-1-4 16,-3-1 2-16,2 17-13 0,1-10 5 0,6-5-7 15,9-2 5-15,-1-2 1 0,4 0 2 0,-1 0-2 16,3-2 0-16,2 0-9 0,-4-4 2 0,9 6-2 0,0 0 11 16,-2-5-15-16,-3-6 3 0,-1-6-8 0,1-2-6 0,3 1-16 15,1-1-7-15,1 1-5 0,2-3-55 0,2-1 10 16,3-2-3-16,1-2 9 0,1-2 12 0,-1 6 11 15,1 0 4-15,0-1 6 0,-1 5 26 0,1 1-16 16,1-2-5-16,-3 3-4 0,3 1-22 0,-1 0-26 16,-1 2-13-16</inkml:trace>
  <inkml:trace contextRef="#ctx0" brushRef="#br0" timeOffset="193859.75">28326 4829 291 0,'0'0'49'0,"0"0"-6"0,0-2 32 0,0 0 11 16,0 0-12-16,2 0 9 0,0 0-17 0,0-1-3 15,2-1-4-15,1 2-9 0,14-9 4 0,1 4-1 16,4-3 1-16,1 3-10 0,-1 1-20 0,-2 1 3 16,-3 1-9-16,1-2 4 0,-5 5-18 0,0-1 3 0,-4-8-6 15,-2 5 10-15,-1 1-12 0,-3 0 10 0,-1 3-12 16,0-1 3-16,-3 2-5 0,1 0-3 0,0 0 1 16,0 0-2-16,0 0-14 0,2 0 2 0,-1 0-5 15,1 0 4-15,0 0-10 0,-1 2 2 0,1-1-15 16,0 1-105-16,0 0-106 0</inkml:trace>
  <inkml:trace contextRef="#ctx0" brushRef="#br0" timeOffset="194156.3">28687 5155 721 0,'0'-1'44'0,"0"-1"10"0,0 0-20 16,0 0-30-16,0 0 0 0,0 0-8 0,0 0-3 16,0 2 8-16,0 0-4 0,2 0 9 0,-1 0-9 15,1 2 4-15,0 0-3 0,0 0 8 0,-2 0 6 0,0 0 5 16,0 0 5-16,0-1 51 0,0 1-5 0,0 0-8 16,0 0-3-16,0 0-46 0,0 0 0 0,0 0 1 15,-2-1 0-15,0 1-8 0,0 0-7 0,1 0 1 16,-1 0-2-16,0 0 9 0,0 0-14 0,0-1-3 0,0 1-7 15,0 0-14-15,1 0-3 0,-1 0 5 0,2 0-6 16,0 0-18-16,0-1-130 0,2-1 23 0,1 0-53 16,10-1 52-16</inkml:trace>
  <inkml:trace contextRef="#ctx0" brushRef="#br0" timeOffset="194529.82">29210 4860 377 0,'0'0'44'0,"0"-2"-4"15,-2 0 33-15,1 1-5 0,-1-1-2 0,-2-2-16 16,-5-2-8-16,-4-1 3 0,0 0-8 0,0 1-11 0,2 0 1 16,-6 1-5-16,6 1 3 0,-2 1-13 0,3 1-9 15,3 2 7-15,3 0-7 0,1 0 7 0,1 0-13 16,-2 2 3-16,0-1-5 0,2 1 8 0,1 2 7 16,-1 5-2-16,2 8 5 0,2-2 0 0,3 0 0 15,6 1-4-15,-3 3 3 0,14-1-6 0,-3 7-3 16,-1-3 5-16,-3 4-5 0,2 0 3 0,-2 0-5 15,1 0 2-15,-3 2-2 0,-2-2-1 0,1-4 7 16,-3 0-5-16,0-3 7 0,-1-1-7 0,-3 3 3 0,1-3 5 16,-3-1 0-16,3-4 7 0,3 0 27 0,-3-4-6 15,1 4 15-15,-1 0 13 0,-4-7-12 0,0 3 3 16,-2-5-6-16,0 0-8 0,0-1-23 0,-2 1 1 16,-2 2-8-16,-5-3-1 0,-8-1 0 0,-2 11 0 0,3-3-1 15,-3-3-7-15,1-1-4 0,-1-3 0 0,0-1-1 16,-1-2 9-16,3 0-6 0,2 0 1 0,-3-4-3 15,3 3-4-15,-2-3-16 0,1-2 0 0,1 1-10 16,0-1-33-16,4-1-117 0,-2-3-6 0,7 1-46 16,4-17-103-16</inkml:trace>
  <inkml:trace contextRef="#ctx0" brushRef="#br0" timeOffset="194733.6">29101 4899 1037 0,'0'-2'45'0,"2"0"-1"0,-1-1 31 16,5-5-11-16,9-8-1 0,16 1-27 0,7 0-1 15,4-2-5-15,5 1 0 0,-3 1-26 0,3 2 7 16,-1-2-1-16,-7 4 3 0,-2 1-10 0,-9 1-3 16,-2 0-3-16,-6 3 1 0,-1-3-6 0,1 7-29 15,-10-2-5-15,-5 3-18 0,-1-1-118 0,2 0-106 0,-3 0-22 16</inkml:trace>
  <inkml:trace contextRef="#ctx0" brushRef="#br0" timeOffset="195264.82">29940 4543 1038 0,'0'-2'12'15,"0"-2"0"-15,0-16-2 0,0 3-2 0,0 10-5 16,0 1-8-16,0 4 1 0,0-2 2 0,2 1-1 0,0-1-6 16,0 2 8-16,-1 0-1 0,1 0 4 0,0 1 7 15,0-1-11-15,0 0-6 0,0 2 1 0,0 0 11 0,-1 0 18 16,1 2-1-16,0 0 3 0,-2-1 0 0,0 3-13 16,0 13 8-16,0 1-11 0,0 5-5 0,0 3-2 15,0-2-2-15,-2 0 1 0,0 4 8 0,2 0 0 16,0-4-1-16,0 4-2 0,0-6-16 0,0 0 16 15,2 2-7-15,0-1 9 0,2 1-15 0,1 2 14 16,1-2-6-16,1 2 9 0,1 0-8 0,-1 2 3 16,1 0-1-16,1 1 0 0,0-1-1 0,1 0 10 15,-1 0-3-15,0-2 6 0,-1-4 5 0,-1-1-5 16,0-1 8-16,-1-5-7 0,-1 0 13 0,-1-4 0 16,2 2-4-16,-3-2 3 0,-1-4-10 0,2 1 4 0,-2-3-1 15,-2-3 3-15,2 2-1 0,0 0 14 0,-1-1-1 16,1-1 4-16,0 0-7 0,0 0-13 0,2-2-2 15,-1-2-2-15,5-3 1 0,7-12-4 0,1-15-1 0,3-7-3 16,3 2-5-16,1-2 4 0,-1-2-2 0,4 0 3 16,4 2-3-16,-1-1-5 0,1 1 3 0,-4 0-4 15,0-2 2-15,0 2 0 0,0-6 4 0,-2 4-2 16,2 1 7-16,-5-3-9 0,1 4-2 0,-5-2-1 16,-3 4 0-16,-1 3 2 0,0 5 0 0,-1 6 2 15,-3 3-3-15,-2 5-3 0,-1 4 1 0,-1 2 0 16,-3 3 2-16,0 1-24 0,-2 3-6 0,4-2-10 0,0 0-30 15,-1 2-141-15,-1 1 3 0,0-1-75 0,0 2-228 16</inkml:trace>
  <inkml:trace contextRef="#ctx0" brushRef="#br0" timeOffset="202605.13">28716 5168 40 0,'0'0'15'0,"0"0"3"0,0-1 8 0,0-1 9 16,0 0 6-16,0 0 1 0,0 0 3 16,0-2 11-16,-1 1-12 0,1-1 3 0,-2-3-18 0,0 1-2 15,0 0-3-15,0 1 0 0,2 1-8 0,-2-1 5 16,2 1-4-16,0 0 19 0,0 2-6 0,-2-3-1 15,2 1-2-15,0 2-7 0,-1-2 11 0,1 3 2 0,0-1 1 16,0 0 2-16,0 0 9 0,-2-2-3 0,0 1 4 16,-2-1-14-16,2 0 8 0,0 2-4 0,1 0 4 15,-1 1-11-15,0-1 3 0,0 0-8 0,0 0 6 16,0 0-11-16,0 0-7 0,1 0 5 0,-1 1-5 16,0-1 13-16,0 2-15 0,0 0 10 0,0 0-11 15,0 0 6-15,1 0-3 0,1 0 0 0,0 0-1 0,0 0-2 16,0 0 0-16,0 0-2 0,0 0 1 0,0 0-2 15,0-2 1-15,0 0 0 0,1 0 0 0,1 0-5 16,0 0 3-16,0 1 1 0,0-3 1 0,2 0 3 0,-1 0-9 16,-1 4-2-16,0-1-1 0,0-3 5 0,2 0 10 15,-1 0 1-15,1 1 2 0,-2 1-2 0,0 0 6 16,0 0 1-16,-1 0 1 0,-1 2 1 0,0 0-12 16,0 2 0-16,0 0-3 0,-1 2-2 0,-1-1 0 15,0 1 1-15,-2 4-1 0,0-1-1 0,3-3 3 16,-1-1 0-16,0 1 1 0,0 0-8 0,0 0 6 15,0-1-4-15,0-1 5 0,2 0-11 0,0 0 7 16,0 0-3-16,0 0 7 0,0-2 0 0,0 0-8 16,0 0 5-16,2-2-5 0,0 0 3 0,0 0 0 0,0 0 2 15,-2 0 1-15,2 0-3 0,-2-1 1 0,2-1-6 16,-2 2 3-16,0 0-1 0,0 0 0 0,0 1 1 16,0-1-2-16,0 0-1 0,0 0 5 0,0 0-9 15,1 0 6-15,1 2-26 0,0 0-45 0,0 0-42 0,0 0-24 16,0 0-346-16</inkml:trace>
  <inkml:trace contextRef="#ctx0" brushRef="#br0" timeOffset="203651.45">28657 5048 172 0,'0'0'101'0,"0"0"-61"0,-2 0 91 0,0 0-28 0,0-2-63 16,1 2 9-16,-1-2 0 0,-2 0 3 0,0 0 8 15,1 0-18-15,-1 1 4 0,0-1-9 0,0 0 0 0,1 0-12 16,-1 2 3-16,0-2-8 0,1 2-5 0,-1 0-4 16,2 0-2-16,0 0-1 0,0 0-3 0,0 0 5 15,1 0-3-15,-1 0 3 0,0 0-10 0,0 0 5 16,2 2 5-16,0 0-1 0,0 0 2 0,0 1-2 16,0 1-6-16,0 0 4 0,0-2-3 0,2 3 1 15,0-1 1-15,-2-2 0 0,2 2 4 0,1-1 1 16,-1-3 4-16,9 8-1 0,-1-3 16 0,-1-1-9 15,6 0 1-15,-2-4-5 0,2 0-11 0,-1 0 3 16,-2-2 0-16,-3-2 1 0,-2 0 0 0,-3 3-4 0,5-7-1 16,-5 6 0-16,0-5 1 0,-2-2 2 0,-1-1-6 15,5 3 5-15,0-1 3 0,-5 3-6 0,3-3 12 16,-4 5-10-16,0 1 16 0,0 0 5 0,0-2-1 16,0 1 3-16,0 1-3 0,-2 0-7 0,0 0 2 0,-1 0-2 15,-1 2-5-15,-3 0 1 0,-5 0-8 0,3 2 5 16,0 2-6-16,3-2-8 0,1 1 3 0,-1 1-3 15,4-4 5-15,0 6-13 0,-3 1 1 0,-1 0-9 16,3 1-29-16,1-3-16 0,2-1-32 0,0 0-5 16,0-2-218-16</inkml:trace>
  <inkml:trace contextRef="#ctx0" brushRef="#br0" timeOffset="208976.61">27593 2710 159 0,'0'-2'1'15,"0"0"11"-15,0-1 118 0,0-5-16 0,-2-8 17 0,0-1-37 16,0 0 7-16,2 0-29 0,0 1 2 0,0-1-12 16,0 0-15-16,0 2 16 0,0 2-4 0,0 0 9 15,0 4-17-15,0-2-21 0,0 2 2 0,0-1-7 16,0 1 6-16,0 2-6 0,0-1 4 0,0 1-4 15,0-1 5-15,0 3-10 0,0 1-1 0,0-1-1 0,0 1 9 16,0 2-12-16,0-2 3 0,0 2-7 0,0 1-5 16,0-3 3-16,0 0-4 0,0 0 5 0,0 1-2 15,0 1-6-15,0 0 2 0,0 0-4 0,0 2 2 0,-1 0 5 16,-1 0-5-16,0 2 4 0,0 0-9 0,-2 5 5 16,-5 19 1-16,2 0 2 0,1 6-5 0,-1 5 8 15,3 0-1-15,0 4 3 0,2 2-5 0,2-1 2 16,0 5-3-16,-1-1 3 0,1 3 6 0,-2-5-7 15,0 1 2-15,0-6-3 0,0-6 1 0,0 0 7 16,0-1-7-16,1-2 7 0,-3-2-8 0,0-6 0 16,0 0 1-16,1-3-2 0,-1-3 2 0,0 1 1 15,1-2-1-15,-1-4-1 0,0 0-4 0,0-1-1 0,1-1 6 16,1-2-4-16,0 1 0 0,2-5-4 0,0 1-8 16,0 0 1-16,0-2-37 0,-2 1-24 0,0 1-6 15,0 0-4-15,1 0-16 0,1-3-102 0,0 1-84 16</inkml:trace>
  <inkml:trace contextRef="#ctx0" brushRef="#br0" timeOffset="209383.54">27354 2996 662 0,'0'0'35'0,"0"0"-2"15,0-2 10-15,-2 0 6 0,0 0-7 0,0 1 45 0,0-1-24 16,-2 0 6-16,1 0-17 0,-1 0-17 0,0 0-13 16,2 0-3-16,1 1-3 0,-1-1-15 0,0 0 6 15,0 0 1-15,0 2 2 0,0 0 7 0,0 2-7 16,1 0 6-16,-1 7-7 0,0 10 2 0,0 5 3 16,2 0-2-16,0-2 3 0,0 2-8 0,0-3 3 15,0-3 2-15,0-1 0 0,2 0-3 0,0-1 4 16,0 1-10-16,-1-2 8 0,3 2-8 0,0-2 3 15,-2-2 0-15,1-2 0 0,1-2-1 0,0-2-4 16,0-1 3-16,-3-2-3 0,14-1 5 0,4 10-8 0,1-1 3 16,4-5-4-16,-1-3 9 0,-3-4-2 0,2 0-2 15,-3-4 0-15,0-2-2 0,-1-1 2 0,1-2 4 16,1-4-3-16,0-2 7 0,-1 9-11 0,0-12 3 16,-5-3-4-16,-1-1 8 0,0 2-2 0,-1 1 0 0,-1 4-2 15,-2 4-2-15,-5 0-1 0,1 3 1 0,-1 3-1 16,0-1 7-16,-1 3-5 0,-3 1 3 0,2-2-4 15,-2 2-4-15,2-3-25 0,-2 3-12 0,2-4-9 16,-2 1-86-16,2 1-225 0</inkml:trace>
  <inkml:trace contextRef="#ctx0" brushRef="#br0" timeOffset="210703.29">18428 13672 378 0,'0'-2'36'0,"0"1"0"15,0-1 33-15,0-2 15 0,-2-3-10 0,1-1-3 0,-3-5-12 16,0-4-3-16,0 4-1 0,1-3-12 0,1 5-7 16,0-2 1-16,0-4-4 0,0 4 0 0,2 2 2 15,0 0-4-15,0-1 3 0,0 1-11 0,0-5 8 16,0 8-6-16,0 1 5 0,0 1-18 0,0 2-8 15,2 1 4-15,0-1-5 0,-2 0 5 0,2 1-14 0,0 1 4 16,0 0-6-16,-1 0 11 0,1 0 2 0,0 2-2 16,0 2 2-16,0 0 7 0,2 13-6 0,3 14 4 15,-1 10-6-15,-5 8-4 0,-1-6 0 0,-1 5-1 16,-5-1 1-16,0-3 4 0,-1-1 1 0,0-4-4 0,-3 0 3 16,-1-1 3-16,-2 1 3 0,0-4 6 0,-2 1-4 15,0 1 0-15,1-3 12 0,-3-3-5 0,4-3 7 16,-2-2-9-16,8-3-1 0,-8-3 4 0,-6-3-1 15,5 0 13-15,4-2-10 0,-4-4 3 0,5 1-6 16,-4-7-1-16,0 9-1 0,4-5 3 0,0-1-1 16,1-3-3-16,1 1 1 0,2-2-7 0,-1-2 7 15,1 0-4-15,1 0-4 0,-1 0 3 0,3 0-4 16,-2 0 2-16,5 0-3 0,-1 0-1 0,-2-2 0 0,0 0-8 16,2 0 4-16,1 0-4 0,-1 1 4 0,2-3-5 15,0 0-1-15,2 0 2 0,1 1 0 0,5-3 9 16,23-12-5-16,-3 5 0 0,2 3-2 0,0 5 0 0,1-1 2 15,1 2-1-15,-1 3 1 0,3-1-1 0,-10 2-5 16,0 0 4-16,-4 0-3 0,-1 0 10 0,-4 2-3 16,2-1-1-16,-4 1-3 0,-2 0-5 0,0 0 0 15,-2 0 6-15,-1 0-2 0,-1 0-4 0,-3-2-3 16,1 1-1-16,-3-1 0 0,0 0-13 0,2 2-27 16,-1 0-16-16,-1 0-5 0,0-2-81 0,0 0-101 15,-2 0-3-15,0 0-35 0,-2 0-53 0</inkml:trace>
  <inkml:trace contextRef="#ctx0" brushRef="#br0" timeOffset="210914.88">17962 13800 658 0,'0'-2'171'0,"0"1"14"0,-2-3-29 0,-1-5-46 0,-1-3-34 16,-2-1-36-16,5 4 5 0,-3-2-2 0,2 2 2 15,2-2-10-15,0 1-4 0,4-1-9 0,5-4 3 16,-2 1-14-16,27-5 2 0,-1 2-3 0,2 2 2 15,3 2-12-15,-1 6-6 0,0-4 4 0,-2 5-7 16,0-14-5-16,-3 7-17 0,-2 7-23 0,-1 4 1 0,-3 2-79 16,-5 4-42-16,1 4-10 0,-3-1-22 0,-1 4-132 15</inkml:trace>
  <inkml:trace contextRef="#ctx0" brushRef="#br0" timeOffset="211243.42">18740 13936 360 0,'0'0'86'0,"0"0"144"0,0 0-143 0,0 0-34 16,0-2 9-16,0 0-15 0,0 0 12 0,0 0-8 16,0 1-4-16,0-1-1 0,0 2-17 0,0 0-7 15,0 0-8-15,0 0 3 0,0 0-14 0,0 2-2 16,-2-1 2-16,0 3-1 0,-7 18 2 0,-2 8 1 0,-2 4 0 16,2-3 1-16,0 4 10 0,0 3 2 0,1-3 7 15,1-2-4-15,0 1 10 0,1-5-2 0,1 5-1 16,1-4 0-16,3-5-1 0,1-4-6 0,0-6 2 15,2-4-3-15,0 4 3 0,0-4-7 0,4 2 5 0,-1-4-4 16,-1-5 8-16,6 0-10 0,16 12-1 0,5-5-3 16,9-3 1-16,1-6-4 0,0-2 3 0,1-6-4 15,-1-1-5-15,2-4 0 0,2-1-3 0,-8 1 2 16,1 0 1-16,-5 2-14 0,-10 1-1 0,3 1-7 16,-6 1 1-16,-7 3 0 0,2-3-3 0,-11 6-1 15,2-2-32-15,0-1-49 0,-1-1-12 0,1 0-16 16,-2 0-75-16,2-7-1 0,-2 2 14 0,-2 3-3 15,0-1 39-15</inkml:trace>
  <inkml:trace contextRef="#ctx0" brushRef="#br0" timeOffset="212109.71">18634 14214 899 0,'0'0'92'0,"0"0"-1"0,-1 0-8 15,-1 0-6-15,0 0-31 0,0 0-12 0,0 0-13 16,2 0 4-16,0 0-4 0,0 0 19 0,2 0-6 15,0 0-5-15,3 0 1 0,23-3-5 0,4-1-6 16,3 0 5-16,2-1-7 0,-2-1-3 0,10-1 1 16,-2-3-1-16,-2 1 1 0,7-2-9 0,-9 2-11 0,-2-1-2 15,-5 3-3-15,-6 1-6 0,-8 1-12 0,-1-1 4 16,-2 3-9-16,-4-1-19 0,-4 2-67 0,-3 2-13 16,0-2-21-16,-1 0-89 0,-1 0 68 0,0 1-7 15,0-1 36-15,-2 0 55 0,-2 0 38 0,0 0 3 0,-9-3 13 16,-20-8 17-16,-8 1 101 0,5 5-14 0,-5-2 44 15,4-1-2-15,5 3 4 0,-1-2 6 0,3 1-1 16,2 1 3-16,3-1-32 0,7 3-7 0,3 1-9 16,7 2-28-16,4 2-12 0,-1-2-1 0,-1 1-4 15,2-1-12-15,0 0 1 0,0 0 1 0,2-2 1 16,2 1 8-16,0-1 3 0,18-7 1 0,16-2 0 16,5-2 5-16,1-4-13 0,3 1-1 0,1-3-4 0,1 3 3 15,-3-3-7-15,-1 1-1 0,0 3-2 0,-4 2-5 16,0 4-6-16,-4 2 4 0,-5 3-5 0,-3 1 0 15,-4-10-2-15,-5 6-1 0,1 5 1 0,-8 2 9 0,-4 2-2 16,-1 0-1-16,-2 0-1 0,-1 0-1 0,1 2 8 16,-2 0-1-16,0 0 3 0,0 1-4 0,0 12 1 15,-2 2 5-15,-6 0-3 0,-1 1 3 0,-5 1-3 16,-1 1-3-16,0-1 2 0,12-1-4 0,-16 1 4 16,2-1-2-16,4 1 3 0,0-2-9 0,1 1-1 15,1 1 0-15,4-1 1 0,-1 3 3 0,4-1-5 16,-11-1 1-16,4-1-1 0,1 1 8 0,5 0-6 0,1-3 6 15,2-1-7-15,2 4-3 0,1-4 1 0,1-4-1 16,4 4 2-16,-3-8 0 0,6-1 9 0,10-1-4 16,-1-3 9-16,2 13 5 0,6-2-4 0,-2-8 1 15,2-5-3-15,2-3-7 0,0-5 3 0,1-3-2 16,-1 0 1-16,-2-2-6 0,-10 2 5 0,-5 5-2 16,0-16 1-16,0-2-10 0,-2 2 9 0,1-4-1 0,-5 0 4 15,0 1-1-15,-3-1-7 0,13 0 0 0,-6 0-2 16,-7 0 1-16,-4 4 3 0,0 0-1 0,-4 0 2 15,-2 1-6-15,-3 1-5 0,0 3 0 0,5 4-3 16,-16 4-29-16,-8 3-14 0,0 2-11 0,0 3 1 16,-3-18-26-16,3 8 3 0,2 5 6 0,2 4 0 15,7 2 22-15,4 0-1 0,4 0 0 0,1 0 0 0,4 0 5 16,3 0 12-16,-3 0 1 0,0 0 5 0,2 0 18 16,0 2 3-16,1-2 9 0,-1 0-3 0,2 0 13 15,0 0 3-15,2 0 2 0,-1 0 0 0,3 2 8 0,7 0 27 16,6 4-13-16,-2-3 18 0,2 5-8 0,-3-1-6 15,7 4 3-15,-4 0-5 0,1 2-5 0,-3-5 6 16,-6 14-1-16,-1 2 3 0,-1-1 6 0,-1 1 6 16,3 2 3-16,2-2 0 0,0-2-5 0,0 0-6 15,1-3-5-15,-3 0 1 0,2-1-2 0,0-3-16 16,2-2 4-16,4 0-8 0,-2-4-1 0,1 1 1 16,5-3-6-16,-4-3 2 0,-3-1-9 0,5-1-9 0,-6 8-2 15,6 1-2-15,-3-4-19 0,-3-3-11 0,2-2-1 16,-6-2-4-16,1 0-23 0,-3-2-35 0,0 0-12 15,-1 0-9-15,0 0-65 0,-1-1-133 0</inkml:trace>
  <inkml:trace contextRef="#ctx0" brushRef="#br0" timeOffset="212363.18">20443 13472 1291 0,'0'0'137'0,"-2"0"22"15,0-2-66-15,0 0-52 0,0 0-30 0,1 0-28 0,-1 0 8 16,2 1-4-16,0 1 8 0,0 0 2 0,2 0-2 16,-1 0-2-16,5 0-1 0,18 0-3 0,0 0 3 15,2-2 0-15,0-2 0 0,-4-2-6 0,6-1-19 16,-4 0-1-16,-3-1-8 0,-1 1-20 0,-5 1-69 15,-2 2-26-15,-2 1-20 0,-3 1-147 0</inkml:trace>
  <inkml:trace contextRef="#ctx0" brushRef="#br0" timeOffset="212516.32">20339 13767 738 0,'0'0'132'15,"-2"0"248"-15,0 0-315 0,0 0-37 0,0 0 7 16,1 0-13-16,-1 0 16 0,0 0 8 0,0 0-8 0,0 0 9 15,2 0-16-15,0 2-9 0,2-2-3 0,2 0-4 16,16 0-16-16,12 0 0 0,-1-4-5 0,3-3 0 16,3-5-36-16,0 3-117 0,2 0-72 0</inkml:trace>
  <inkml:trace contextRef="#ctx0" brushRef="#br0" timeOffset="213333.5">21601 12749 561 0,'0'-1'38'0,"0"-1"-2"0,-1-17-1 0,-3-7 0 15,0-2-14-15,2 2-2 0,0 2-1 0,2 2 4 16,0 3-4-16,0 3 7 0,0-1-1 0,0 6 7 0,0 3-3 16,0 1 17-16,0 3-1 0,0 2 0 0,0 0-1 15,2-1-11-15,0-1 7 0,0 2-8 0,0 0 7 16,0 2-15-16,0 2 6 0,-2 4 0 0,5 38 1 16,-5 5-9-16,0 3-2 0,-2 1-4 0,-1-2 2 15,-3-1 1-15,0-4 0 0,-1-1-2 0,1-4 1 16,1-1 0-16,-1-2 1 0,1-1 0 0,-1-2-1 15,-1-2-4-15,1 3-5 0,1-1 1 0,-1 0-2 16,0-1-5-16,3-5-4 0,-1 3 3 0,0-4-3 16,2-2 5-16,2-4-11 0,0-2 1 0,0-5-4 0,0 2-3 15,0-6-17-15,0-2 0 0,0-3-7 0,0-4-11 16,2 2-19-16,0-1 5 0,0 1-10 0,0-2-3 0,2 0-63 16,1-2-2-16,12-2-21 0,-2-4-13 0,1-3-1 15</inkml:trace>
  <inkml:trace contextRef="#ctx0" brushRef="#br0" timeOffset="213988.59">21962 13021 362 0,'0'-2'61'0,"0"0"77"15,0 0-57-15,0-4-18 0,0-10 1 0,0-3-5 0,0 1 5 16,1 6-23-16,5-6 3 0,-2-1-8 0,-1 3 15 0,3-3-13 16,-2 4 5-16,-1 0-9 0,1 6 0 0,-2 0-11 15,0 1 4-15,-2 6-5 0,0 1 4 0,0-1-6 16,0 0-3-16,0-2 0 0,2 0 0 0,0 3-3 16,-1-1-3-16,1 2 1 0,0 0-5 0,-2 2-3 15,0 3 5-15,-2 29-5 0,-3 1 6 0,-1-2-3 16,-3-1-1-16,0-2 0 0,1-3 1 0,1-1-9 15,1-1 8-15,2-1-8 0,1 0 12 0,1-4-7 16,2 1 6-16,0-3-6 0,2-1 3 0,3 0 8 0,1-4-14 16,-1 0 12-16,1-2-15 0,-2-4 15 0,1 1 0 15,5-5 5-15,8-1-5 0,3 0 6 0,-1 11-8 16,6-2 6-16,-6-7-16 0,1-4 6 0,1 0 1 16,-3-4 1-16,-1-1-2 0,-1-3 0 0,-4 1-2 0,0-3 1 15,0 7-2-15,-4-14 5 0,1-2-2 0,-5 1 3 16,3-4-3-16,-3 1 5 0,1-3-2 0,-3-2 4 15,16-2 4-15,-6-3-11 0,-6 1 7 0,-1-2-7 16,-2-3 11-16,-4-2-1 0,0 0-2 0,-2 2 2 16,-4-1-1-16,1 1 0 0,-3 2 4 0,1 3-2 15,-1 6-2-15,1 5-1 0,1 6-7 0,1 4 3 0,3 5-13 16,-9 2-5-16,-4-9 2 0,-2 4-2 0,-3 5 0 16,-4 4-3-16,-2 7-2 0,-2 6 2 0,0-6 10 15,6 26-21-15,3 3 7 0,1 1-15 0,6-4-35 16,-1 0-31-16,0-3-15 0,12-3-3 0,-1-3-54 0,-11-3-33 15,9-5-15-15,4-1-10 0,2-4-103 0</inkml:trace>
  <inkml:trace contextRef="#ctx0" brushRef="#br0" timeOffset="214219.63">22615 12956 1606 0,'0'0'38'0,"0"0"3"0,-2-2-24 0,2 0-4 0,0 0-17 15,0 0 4-15,0 2-1 0,0 0 1 0,2 0-1 16,2 0-1-16,14 0 2 0,14 0-4 0,-10 0 4 16,10 0-11-16,3 0-2 0,-5-2-2 0,7-1-2 15,-7-1-14-15,-1-4-27 0,3 3-11 0,-4-3-11 16,0 3-81-16,0-1-131 0,-2 1-16 0</inkml:trace>
  <inkml:trace contextRef="#ctx0" brushRef="#br0" timeOffset="214548.17">23603 12553 1124 0,'-2'-2'76'0,"0"0"-4"0,-1 0-31 15,-5-2 9-15,-16-5-42 0,4 3 6 0,7 5-14 16,-4 1 4-16,4 1-6 0,4 3 7 0,-4 4-8 16,3-1 1-16,5 12-3 0,-1 7 2 0,4 1 4 15,-16 3 1-15,7-2 2 0,5-4-2 0,4 0 6 0,2-3-2 16,4-1 5-16,3 2 13 0,4 3 17 0,4-3-6 16,-2-2 8-16,-9-1-9 0,13-1 2 0,-1-1 0 15,1 0 0-15,0 1-10 0,-6-1-3 0,0-4-2 16,0 2 0-16,-5-4 5 0,1-2 4 0,-1 1 2 0,-2-3-1 15,-3 2-8-15,-1-1-7 0,-1-1-5 16,-3 1 0-16,-30-3-8 0,-3 1-6 0,-2-4 1 0,4 18-6 16,-2-9-19-16,2-5-34 0,3-6-6 0,4-2-9 15,2-2-20-15,4-3-23 0,3-1-4 0,6 1-12 16,2-1-57-16,7-1-69 0,-10-13-2 0</inkml:trace>
  <inkml:trace contextRef="#ctx0" brushRef="#br0" timeOffset="214691.08">23464 12562 307 0,'2'0'113'0,"1"-2"143"0,16-4-101 16,9-1-13-16,0 0-13 0,-1-1 4 16,1 3-29-16,-4-1-36 0,1 2-4 0,-7 1-12 0,3 1-30 0,-1 0-22 15,-5 0 2-15,1 2-10 0,-3 0-28 0,0 0-114 16,-1-2-27-16,-3 2-51 0,0 0-296 0</inkml:trace>
  <inkml:trace contextRef="#ctx0" brushRef="#br0" timeOffset="-214633.7">24054 12870 1385 0,'0'0'159'0,"0"0"-184"0,-2 2 175 16,0 0-89-16,1 0-49 0,-1 0 5 0,0-1-4 16,0 1 4-16,-2 2-13 0,1-2-20 0,-5 2-7 0,3 3-7 15,1-5-52-15,2 0-20 0,0 0-15 0,-2 1-4 16,1 1-73-16,-1-2-113 0,2 0 15 0</inkml:trace>
  <inkml:trace contextRef="#ctx0" brushRef="#br0" timeOffset="-214373.07">24398 12573 536 0,'0'0'153'0,"-2"0"264"0,0-2-316 15,0 0-38-15,0 0-7 0,0 1-7 0,0-1-16 16,1 2-14-16,-1 0-5 0,0 0 0 0,0 0-3 0,2 0 15 15,0 2 2-15,0-1 3 0,0 3 2 0,4 13-2 16,3 9 0-16,4 4-1 0,2 1-5 0,6 6-4 16,1 0-3-16,3 1 1 0,-20-5 2 0,21-3 10 15,4 1-4-15,-2-3 4 0,-2 0-20 0,-1-2 6 16,-5-2-1-16,-5-2 3 0,0-1 1 0,-7-3-9 16,-1-3 6-16,-3-4-7 0,8 0 8 0,-5-1-12 15,-3-3-2-15,-2 1-3 0,0-3-9 0,-2-1-14 0,-3-2-12 16,-21 14-3-16,-6-4-58 0,-1-11-45 0,1-2-1 15,-3-5-18-15,-2-5-41 0,-4-2 3 0,2-2 7 16,2-2-1-16,5-1-2 0</inkml:trace>
  <inkml:trace contextRef="#ctx0" brushRef="#br0" timeOffset="-214197.4">24193 12614 154 0,'0'0'128'0,"0"-2"-12"0,2 0 47 0,0-2 10 0,2-3-37 16,5-8-7-16,-7 4-12 0,20 0-5 0,-1 2-2 15,-6-1-22-15,5-1 0 0,6 2-1 0,4 1 1 16,5-1 2-16,2 0-16 0,-2 0-3 0,6-3-8 15,0-1-33-15,2 2-9 0,-1 0-6 0,-1 0 0 16,-2 4-18-16,-3-1-7 0,-3 3-1 0,0-1-2 0,-1 1-9 16,-6 1-49-16,-4 2-7 0,-9 0-17 15,-2 0-62-15,-7 0-76 0,-2 2-24 0,2-3-22 0,-1 1-119 16</inkml:trace>
  <inkml:trace contextRef="#ctx0" brushRef="#br0" timeOffset="-213744.08">21728 13849 749 0,'-2'0'123'16,"0"0"-1"-16,0-2-31 0,-2 0-13 0,1 0-46 15,-1 0-32-15,0 2-1 0,1 0 5 0,1 0-4 0,0 0 1 16,0 0 7-16,2 0-8 0,2 0 8 0,0 2-9 15,5-2 17-15,28 6 0 0,16-3 10 0,8-1 20 16,8-4 9-16,9-5 0 0,2-2 1 0,7-4 1 0,10-2-7 16,5-4 4-16,17 4-6 0,4-3-6 0,9 1-10 15,-2 0 2-15,-7 2-4 0,-3 1-2 0,-1-1 7 16,8 4-11-16,-3 1 10 0,-1 3-11 0,-6 0-9 16,-11 1 2-16,-2 0-7 0,-3 3-9 0,-1 1 3 15,-3 2-3-15,-8 2 4 0,-13 0 0 0,-7-1-7 16,-15-1-1-16,-13 0-4 0,0 4-9 0,-13-2-6 15,-5 2-19-15,-8-2-3 0,-8-2-124 0,-3 0-76 16,2 1-16-16,-2 1-24 0,-2 0-106 0</inkml:trace>
  <inkml:trace contextRef="#ctx0" brushRef="#br0" timeOffset="-213448.03">23052 14003 1447 0,'-2'0'18'15,"0"0"0"-15,-2 0-12 0,-7 2 3 0,-6 1-11 16,4 3 0-16,0 1 5 0,4-3-3 0,0 16 5 16,5 5-4-16,2-5 14 0,-2 0-4 0,-9-1 7 0,6-2 6 15,1-1 6-15,6-1 3 0,0 0-1 0,4 2 4 16,2-6 16-16,3 2-6 0,8-6 7 0,7-3-18 15,7-2-13-15,5 18 1 0,1-8-7 0,4-7-11 0,-4-3-12 16,2-2-9-16,-6-2-2 0,-1-3-26 0,-3-1-21 16,-6-1 4-16,1-1-20 0,-6 1-101 0,-3 1-147 15,-2 1-39-15</inkml:trace>
  <inkml:trace contextRef="#ctx0" brushRef="#br0" timeOffset="-213245.68">23181 13914 1662 0,'0'0'16'0,"0"0"2"0,-1 1-11 0,-1 1-5 15,0 2-4-15,-4 26 8 0,1 11-2 0,-1 3 4 0,2 3-5 16,1-1-4-16,1 0 3 0,-2 1 1 0,0-3 2 16,1-3 6-16,-1-4-12 0,2-7 1 0,-2 0-2 15,3 1 8-15,1-5-22 0,0-2-5 0,0-5-14 16,0-6-76-16,0-4-88 0,0 1-25 0,1-1-28 15,1-5-173-15</inkml:trace>
  <inkml:trace contextRef="#ctx0" brushRef="#br0" timeOffset="-213102.91">23863 14023 1625 0,'0'0'180'0,"0"0"-239"15,-2-2 196-15,0 0-112 0,0 1-75 0,0-1-30 16,1 2-7-16,-1 0-15 0,0 0-96 0,0 0-119 16,0 2-9-16,0-1-23 0,0 1 85 0</inkml:trace>
  <inkml:trace contextRef="#ctx0" brushRef="#br0" timeOffset="-212902.72">23878 14005 260 0,'2'-2'44'0,"-1"0"70"0,3 0-73 0,9-5-3 0,8-5 0 15,1 1 2-15,2 0 19 0,0 2 21 0,-2 1-2 16,3 1 8-16,1 1 5 0,-2 3-3 0,4-1-3 15,-1 2-1-15,3 2-24 0,-2 2 15 0,-2 0-6 16,-2 3 8-16,0 3-9 0,0 1-6 0,-3 0-3 16,-3 3-2-16,-3-1-23 0,-2-4-17 0,-4 15-5 0,-1 4-2 15,-3-1-10-15,-3 1 4 0,0 0-1 0,11-4 1 16,-5 2-4-16,-7 0-10 0,-4-2-2 0,-7 1-5 16,-3 1-28-16,6-4-107 0,-24 4 9 0,-3-1-43 15,-5-5-22-15,4-1 44 0,3-6-9 0,4-2 26 16,4-3 37-16,8 5 21 0,1-4-8 0</inkml:trace>
  <inkml:trace contextRef="#ctx0" brushRef="#br0" timeOffset="-212745.68">24023 14266 177 0,'0'-1'135'0,"0"-1"-12"16,0 0 80-16,0-2-15 0,0 0-17 0,1 1-65 15,1-1-28-15,-2 2 9 0,4-3-16 0,0-1 1 0,18-1-18 16,4-1 4-16,6 1-9 0,7-3-11 0,0-1-8 16,3-2-8-16,3-3 3 0,1-5-19 0,8 1-6 15,2-3-4-15,1 1 1 0,-1 2-4 0,0-3-48 16,3 3 0-16,1 0-26 0,3 1-95 0,5 0-132 15</inkml:trace>
  <inkml:trace contextRef="#ctx0" brushRef="#br0" timeOffset="-212543.47">25313 13544 1294 0,'0'-2'114'0,"-2"0"245"16,0-1-345-16,2 1-43 0,0-4 0 0,0 3-16 15,0-1-18-15,2 0-223 0,2 0-95 0</inkml:trace>
  <inkml:trace contextRef="#ctx0" brushRef="#br0" timeOffset="-212433.54">25486 13544 1041 0,'0'0'33'0,"0"0"80"0,0 0-102 0,2 0-10 16,-1 0 5-16,3 0-7 0,2 0 2 0,16 4-75 16,2 0-48-16,2-3-33 0,6-1-351 0</inkml:trace>
  <inkml:trace contextRef="#ctx0" brushRef="#br0" timeOffset="-212092.04">26641 12512 1131 0,'0'-2'52'0,"-2"0"92"15,0 0-116-15,-2-2 8 0,-3-1-3 0,-14-6 7 16,3 1 3-16,-1 3-7 0,1 1 3 0,1 3-4 15,-5 1-1-15,1 2 3 0,1 0-4 0,5 0 3 16,0 2-3-16,4 1 0 0,2 1 3 0,3 0-2 16,4-4-4-16,-9 15-14 0,2 5 6 0,3 4-9 0,4 0-2 15,2-1 7-15,6 1-5 0,3-4 7 0,2 1-1 16,-3-3-6-16,21-3 0 0,3-2-2 0,1-2-1 16,5-5-3-16,-1 1 1 0,4 16-3 0,3-10-5 0,1-8-2 15,-4-5-3-15,-6-2-1 0,-2-3-26 0,-7-1-9 16,-2-1-7-16,-1-3-2 0,-5 1-38 0,-3 7-32 15,-4-16-1-15,-3-5-9 0,-5 1-12 0,-1 4-26 16,11-1 8-16,-4 0-12 0,-5 5 6 0,-2-3 3 16,-2 4-28-16</inkml:trace>
  <inkml:trace contextRef="#ctx0" brushRef="#br0" timeOffset="-211918.17">26862 12380 313 0,'0'0'111'0,"0"0"-16"0,-2 0 111 15,0 0-16-15,0 0-51 0,-2 0-49 0,-1 2-1 16,-5 2-16-16,-1 3-3 0,2 0 5 0,0 6-4 15,-1 10 5-15,1 4-14 0,-2 3-14 0,4 7-8 16,1 0-2-16,-1 2-32 0,3 2 1 0,-2-5-2 16,-1-1 3-16,1 0 1 0,1-1-10 0,-16 1 1 0,8-5-7 15,4-1-2-15,3-5-3 0,1-1-6 0,1-5-1 16,0-1-35-16,1-2-78 0,-1-4-8 0,0 0-29 16,1 0-72-16,-1-1-130 0</inkml:trace>
  <inkml:trace contextRef="#ctx0" brushRef="#br0" timeOffset="-211745.3">27365 12640 1856 0,'0'0'17'0,"-2"0"55"0,0 0-101 0,-2 2 14 15,-16 7-8-15,-4 4 3 0,3-4-83 0,-1 12-103 16,0 5-30-16,3-2-25 0,1-6-130 0,5 1 144 15</inkml:trace>
  <inkml:trace contextRef="#ctx0" brushRef="#br0" timeOffset="-211400.57">27667 12330 1475 0,'0'0'23'0,"0"0"5"0,0 0-12 0,0 2-7 15,0 1-5-15,-2 9 20 0,-1 15 12 0,3 3-3 0,0-4 5 16,2 0-5-16,3 4 7 0,4-2 2 0,1-1 0 16,-1 3-8-16,0-2-23 0,1 0-3 0,-3 0-4 15,-3-2 4-15,-2-4-9 0,-2 0-1 0,-4 1-6 16,0-9-15-16,-3-1-38 0,-1 2-2 0,-23-7-13 16,-5-3-12-16,1 16 40 0,-6-12 0 0,8-9 14 15,7-6 17-15,4-5-9 0,9 2-4 0,3-10-6 0,5-10-47 16,1-7 9-16,-14-1 10 0,10 6 4 0,8-1 54 15,6 8 3-15,3 2 3 0,4 1 0 0,-9 3 7 0,20 3 5 16,-4 0 3-16,-1 2 2 0,-1 0 18 16,1 2 17-16,5-4-4 0,-5 2 10 0,3 2 9 0,-2 2-5 15,-1-1 5-15,3 1-6 0,2-2-2 0,2 0-10 16,6 0 1-16,-1-2-5 0,5 2-17 0,-3 1-24 16,1-3 1-16,-3 4-6 0,-3 0-5 0,0-1-15 15,0 3-14-15,-8 0-2 0,-5 1-66 0,-4 2-39 16,-9 1-30-16,2-1-4 0,-1 0-109 0,-1 0-19 15</inkml:trace>
  <inkml:trace contextRef="#ctx0" brushRef="#br0" timeOffset="-211088.96">26507 13217 631 0,'0'0'216'16,"-2"-2"-1"-16,0 1-84 0,-2-1-7 0,1 0-98 0,-3 0-20 15,4 2-5-15,-1-2 1 0,1 0-1 0,0 0 6 16,2 1-3-16,2 1 1 0,9-2-1 0,26-2 7 16,9 2 32-16,1 0 2 0,16-1 10 0,2-3 13 0,6-1-13 15,3-3-2-15,4 1-5 0,2-2-13 0,11 0-8 16,0 0-2-16,0 3-3 0,1-1-14 0,-10 0-9 15,0 1 1-15,-8 1-2 0,-2-1-1 0,-5 3 0 16,0-1-4-16,-2 3 0 0,-5 1-18 0,-8 2-3 16,-8 0-9-16,-9 0-1 0,-7 2-65 0,-6 1-87 15,-3 1-31-15,-12-2-28 0,-3-2-209 0</inkml:trace>
  <inkml:trace contextRef="#ctx0" brushRef="#br0" timeOffset="-210320.78">26800 13639 273 0,'0'0'48'16,"0"0"68"-16,0 0-60 0,0-2-8 0,0 0-6 15,0 0 0-15,0 0-12 0,0 1-6 0,2-3 3 0,-2 0-3 16,2-3 7-16,4-8-8 0,-1 2 2 0,-3 7-3 16,5-9 7-16,-3 6 19 0,2-2-1 0,-1 0 7 15,-3 5 8-15,2-1-5 0,-2 1-2 0,0 1-2 16,-1 1-17-16,3-2-12 0,0 1 0 0,-4 3-6 16,0 0-6-16,2-2 0 0,0 1-5 0,-1-1 5 15,1 0 12-15,0 2-21 0,0 1 13 0,-2-1-16 0,0 0 8 16,0 0-3-16,-2 2 7 0,0 0-4 0,-5 2 19 15,-17 9-8-15,3 0 2 0,-3 4-3 0,2 0-2 16,1-11-2-16,1 14 3 0,1 3-1 0,1-3 12 0,-3-1-9 16,5-4 2-16,1 0-4 0,7 4-12 0,1-6 2 15,1 0-1-15,-3 2 2 0,2-2 1 0,1 0 1 16,2 2-7-16,3-6 5 0,1 3-4 0,0-3-2 16,0 1 5-16,1-5-4 0,-1-1 3 0,15 2 5 15,9 13 3-15,6-6-1 0,0-4-8 0,5-3 6 16,0-2-11-16,3-2 9 0,-1-4-8 0,-2-2 1 15,0-1 3-15,0-2-5 0,-3 1-10 0,-2 1-2 16,-2 1-13-16,-6 3 6 0,-4-1-27 0,-6 0-21 16,-3 2-1-16,-4 0-11 0,-3 2-38 0,2-1-87 0,0-1 8 15,-2-2-32-15,-1 0 19 0</inkml:trace>
  <inkml:trace contextRef="#ctx0" brushRef="#br0" timeOffset="-210086.94">26834 13446 959 0,'0'0'46'16,"0"0"0"-16,0 0-11 0,0 0-5 0,0 0-16 15,0 0-5-15,0 0 20 0,2 0-4 0,-1 0 7 16,1 2-18-16,0 1 17 0,4 8-3 0,7 15 10 0,0 6 14 16,-4-2-4-16,0 1 0 0,-1 1-4 0,-1-1-23 15,-1 3-6-15,-3-1-1 0,-1-5-2 0,0 2-10 0,-2-4-1 16,0 0 0-16,0-2 0 0,-2-2 0 0,0-3 2 15,0-1-8-15,2-3 4 0,0 0-23 0,0-4-37 16,0-2-7-16,0-1-14 0,0-1-59 0,0-3-32 16,0 2-17-16,0-3-15 0,0 1-172 0</inkml:trace>
  <inkml:trace contextRef="#ctx0" brushRef="#br0" timeOffset="-209823.23">27302 13715 1537 0,'0'0'30'15,"-2"-2"3"-15,0 0-13 0,0 0-12 0,0 0-7 16,2 1-9-16,0 1 3 0,0 0 1 0,0 0-1 15,0 1-10-15,0 1-58 0,0 0 3 0,0 0-24 16,0 0-18-16,0 0 28 0,2 0-11 0,-2-1 11 0,2-1-57 16,0 0-58-16,0 0 5 0,-1 0-15 0,3 0 65 15</inkml:trace>
  <inkml:trace contextRef="#ctx0" brushRef="#br0" timeOffset="-209450.16">27543 13418 663 0,'-2'-2'189'0,"-2"-2"371"0,3 4-495 0,-9-7-44 15,7 1-8-15,-1 4-8 0,2-1-3 0,-2-1-4 16,2 0 4-16,1 2-4 0,1 1 6 0,0-1-3 16,1 0 5-16,3 2-4 0,0 0 9 0,9 4 16 0,5 5-6 15,-1-5 10-15,3 27 8 0,-3 4-6 0,2 1 1 16,-1 3-5-16,1-4-20 0,-4 0-4 0,0-1 1 15,-4-3-2-15,-2 1-2 0,-2-4-2 0,-5-2-6 0,13-4 2 16,-6 0-14-16,-5-5-61 0,-4 0 2 0,0-6-26 16,-2-2-37-16,-1-2 27 0,1-3 8 0,-8-2 14 15,-6 9 77-15,-1-3 17 0,4-5-1 0,0-3 5 16,-2-2-14-16,-2-3 1 0,3-3 4 0,2 1 1 16,-1 1 27-16,6-12 8 0,1-3 8 0,3 5-3 15,-7 3 9-15,7 5-10 0,1 5 3 0,0-1-4 16,2 0 2-16,0 0 30 0,0 1-8 0,0-1 16 0,2 0-13 15,0 1-20-15,1-1 0 0,7-2-7 0,16-5-19 16,5 0-5-16,6 0-1 0,10 0 1 0,3 0-3 16,2 0-27-16,4-2-6 0,7 0-12 0,0 0-67 0,0-2-243 15,-3 2-39-15</inkml:trace>
  <inkml:trace contextRef="#ctx0" brushRef="#br0" timeOffset="-207676.86">28644 13085 259 0,'0'-1'0'0,"0"-1"103"0,-2 0 29 0,0-2 22 0,2 0 15 16,-3-7-89-16,-1 0-16 0,0 2-19 0,0-2-9 16,3-2 0-16,1 2-16 0,0 0-2 0,0-1 2 15,1 1-5-15,1 6-9 0,4-5 14 0,1 1-5 16,4 2 8-16,6-8 2 0,5 6 19 0,-1 1-5 16,-1 1 7-16,4 3-21 0,1-13-12 0,-3 6 3 15,2 2-5-15,-7 3-4 0,-1 3 1 0,-3 1-7 0,0 0 6 16,0 2 0-16,8-2 1 0,-5 2 0 0,-1-2 0 15,0 0-4-15,-4 0-2 0,6 1-2 0,-2-3 1 16,2 0 0-16,-4 0-3 0,0 1 1 0,0-1-3 16,0-2 2-16,1 1-4 0,-2 1-2 0,-7 2-2 15,3-1-15-15,-5 1-52 0,3-2-10 0,-1 2-21 16,-3 2-85-16,2-2-22 0,0 0-16 0,-2 2 9 0,-1 0 35 16</inkml:trace>
  <inkml:trace contextRef="#ctx0" brushRef="#br0" timeOffset="-207414.37">28867 13074 292 0,'0'0'46'0,"-2"0"-1"0,0 0 16 16,-2 2-10-16,-7 2-2 0,-2 0 1 0,-2 1-2 16,-1 3 10-16,1-1-7 0,0 0 17 0,2-1 8 0,4-2 1 15,3-2 1-15,4-2-9 0,0 0-12 0,-1 1-10 16,-1 1 0-16,2 0-30 0,0 0 14 0,0-2 1 15,2 0 4-15,0 0-11 0,2 0 1 0,2 0-8 16,20-9 6-16,2-2-17 0,6-2 7 0,-8 3-5 16,9-3 6-16,1 2-8 0,1 2 2 0,-2 2-1 0,3-1 0 15,-3 3 2-15,-3 1-11 0,1 2 3 0,-5 0-5 16,0 2 5-16,-3 0-24 0,-1 0-47 0,-2 0-1 16,-1 0-220-16</inkml:trace>
  <inkml:trace contextRef="#ctx0" brushRef="#br0" timeOffset="-204790.65">30170 12283 294 0,'0'-1'79'0,"0"-1"100"0,0-2-87 15,-2-5-37-15,0-1-2 0,1-1-8 0,-1 2-5 0,2 3 5 16,-2-1-9-16,0 1 6 0,0 1-28 0,2 1 11 16,-2-1-8-16,2 1 10 0,0 2 0 0,-2-2-2 15,1 1 5-15,-1-1-7 0,2 2-4 0,0 0-8 16,0 0 3-16,0 0-3 0,0 1 0 0,0-1-8 16,0 2-3-16,0 0 2 0,0 0 7 0,0 2-6 15,0 1 3-15,-4 18-4 0,-2 10 2 0,3 5-4 16,-1 3 2-16,0 1-2 0,2 3 4 0,2 2 3 15,0 1 1-15,0 2 0 0,0-3-5 0,0 5 2 0,0-5-1 16,0-5 3-16,2-1 6 0,-2-5-2 0,2-4-5 16,-2-4 2-16,0 3 0 0,0-5-5 0,0-1 7 15,0-1-8-15,0-5 6 0,0-1 0 0,0-4-4 16,0-3 1-16,-2 2-11 0,0-2-10 0,1-1-14 0,-1-1-5 16,0-1-112-16,0 1-88 0,0-3-64 0</inkml:trace>
  <inkml:trace contextRef="#ctx0" brushRef="#br0" timeOffset="-204089.86">30443 12486 738 0,'0'-2'169'0,"0"0"7"0,-2 0-64 16,0-2-23-16,1 1-62 0,-1-1-30 0,0 0-2 15,2 2 6-15,0 1-3 0,0-1 9 0,0 0-7 16,0 0 1-16,0 0-2 0,0 2 2 0,0 0 4 16,2 2 1-16,0 0 0 0,-1 2-5 0,5 16 7 15,0 10-3-15,-3 1 5 0,-3-1 5 0,0 2-3 16,0-3 2-16,-2-1-3 0,1-2 8 0,-1 0-3 16,0-4 4-16,0-1-4 0,0-4-4 0,0-6 2 0,0 4-2 15,1-4 2-15,-1-2-7 0,0 0-1 0,2-7-1 16,0 0 2-16,-2 2 10 0,0-1 32 0,0 1-9 15,0-2 15-15,1 0-26 0,1 0-17 0,0-2 0 16,0-2-5-16,0 0-2 0,1-2-2 0,3-14-2 0,4-6 1 16,3-6-2-16,0 2 1 0,2-4 0 0,2 1-1 15,0 3-4-15,1-2 5 0,-3 4-2 0,0 4 1 16,0 0-3-16,-2 3 3 0,1 2 5 0,-5 4-1 16,-1 4 1-16,-1 2-5 0,1 1 0 0,3 4-2 15,-2 0-2-15,-1-1 1 0,-2 1-1 0,1 0 2 16,-1 2 5-16,2 0-5 0,1 2 5 0,-1 2-5 15,-1 5 4-15,3 19-3 0,10 1 1 0,-7-3-2 0,-2 0 4 16,-3-1 0-16,0-1-3 0,-3-2 1 0,1-3 4 16,-2-5-2-16,2 1 0 0,-3-5-2 0,1-1 2 15,0-4 3-15,0 1 3 0,0-2-1 0,0-1 5 0,0 1-4 16,1 0 2-16,1-2-3 0,0 0 3 0,-2-2-6 16,9-2 2-16,-4-2-3 0,2-3 1 0,1-8-2 15,-3-11-2-15,2 3 0 0,1-1 3 0,-3-2-3 16,2 0 6-16,-1 0-6 0,1 0 0 0,0 2 0 15,1 4 0-15,1-1 0 0,-2 1 0 0,-1 3 4 16,-3 2-6-16,1 4 5 0,1 2-6 0,1 2 9 16,-1 3-4-16,2 2 7 0,-3-2-4 0,1-1-5 15,1 1 2-15,1 2-4 0,2 2 0 0,-2 2 0 0,4 4 2 16,-3-1 0-16,-1 6 4 0,0 13-4 0,-3 0 1 16,-2-1-3-16,-3 1-2 0,1-2 3 0,0 0-1 15,13-1 2-15,-4-1-7 0,-3-3-10 0,-3 0 0 16,-1-4-3-16,-2-4-7 0,0-2-50 0,-1-3-5 0,-1-2-15 15,2 5-23-15,0-1-9 0,0-2 7 0,-2-2-11 16,4 1-4-16,-1 1-79 0,1-2 5 0,13 5-21 16,1 1 80-16</inkml:trace>
  <inkml:trace contextRef="#ctx0" brushRef="#br0" timeOffset="-203496.42">31589 12406 419 0,'0'-2'48'0,"0"0"-4"15,0-1 36-15,2-12-2 0,1-4-4 0,1 1 0 16,0 1-17-16,1 0 1 0,1 0-6 0,-2 3 1 0,1-1-9 16,1 0-3-16,-3 2-4 0,1 2-10 0,-2 3 7 15,0 1 1-15,0 1 2 0,0-1 11 0,-2 3-16 16,0 2 6-16,1-1-10 0,-1 1 5 0,2-2-10 16,0 0 2-16,0 2-5 0,0 1-10 0,0-1 1 15,0 0-8-15,-2 2 6 0,0 0-10 0,0 2 4 16,0 1-3-16,-2 14 2 0,-4 11-2 0,1 0 1 15,-3 2 1-15,-1 1-1 0,0 3-1 0,-3 1 1 16,3-2 3-16,-2 2 1 0,0-1 1 0,2-1 2 0,-1 1 0 16,1-3 1-16,0 5 0 0,1-9-3 0,3 3 1 15,-1-8 0-15,1-3 15 0,1 1-10 0,0-3 5 16,0 0-8-16,3-6 2 0,1-5-6 0,0-1 4 16,-2 3-4-16,2-5 4 0,0 3-4 0,0-2-3 0,0-1 0 15,0 1 3-15,0-2-2 0,0 0 6 0,0 0-4 16,2-1 6-16,-1-1-10 0,1-1 0 0,-2-3-2 15,10-26-2-15,-1-3-2 0,0-3 5 0,-1-3-3 16,1-5 5-16,0-3 0 0,0 3-3 0,3-3 1 16,-1 1-1-16,0 2 1 0,0-1 0 0,0 2 0 0,0 4-2 15,0 0 1-15,1 2-1 0,-3 2 1 16,0 0 1-16,0 3-1 0,-1 4 4 0,-3 8-4 0,1 1 1 16,-2 6 7-16,-2 6-6 0,-1 1 8 0,1 2-15 15,0 1 6-15,0 1 0 0,0 0 2 0,0 0-3 0,0 2-2 16,-1 2 3-16,1 2 0 0,2 3 8 15,9 23-9-15,-4-2 2 0,1 1-2 0,-1 3 8 0,-2-2-7 16,1-2-3-16,1 1 0 0,2 1 9 0,0-2 7 16,4 2 2-16,2 1 1 0,0 1-2 0,1-1-4 15,1 3-1-15,-1-5-2 0,1 3-5 0,-1-1 3 16,1 1-3-16,-2 0 3 0,-3-1-3 0,-1-1 1 16,-1-8 0-16,-3 0-1 0,-2-7-1 0,1 2-2 15,-3-2-4-15,-1-4 2 0,-2-4 0 0,-2-3-16 16,0 0 9-16,0 0-12 0,0-1 8 0,0 1-12 0,0 0-10 15,0-1-5-15,0-1-74 0,-2 0-17 0,0-2-7 16,0 0-3-16,0 0-46 0,-1-2-71 0</inkml:trace>
  <inkml:trace contextRef="#ctx0" brushRef="#br0" timeOffset="-203272.82">31555 12421 880 0,'0'0'86'16,"0"0"5"-16,-2 0-7 0,1-2-20 0,-1 0-18 0,0 2-28 16,0 0 4-16,0 0 2 0,0 0 0 0,2 0 3 15,0 0 2-15,2 2 0 0,0 0 1 0,2 0 7 16,16 1-11-16,10 1 3 0,3 0-7 0,4-2-1 0,4-2-18 16,4 0 2-16,7 0-6 0,-2-2-3 0,2-2-22 15,-2-1-7-15,-7-1-10 0,-2 2-79 0,-6 1-73 16,-9 1-29-16,-4 2-21 0,-3 0-174 0</inkml:trace>
  <inkml:trace contextRef="#ctx0" brushRef="#br0" timeOffset="-202779.83">29691 13399 826 0,'-2'0'126'15,"0"0"-126"-15,-1-2 131 0,-3 1-63 0,-12-5-68 16,5 4 5-16,5 2-5 0,4 0 8 0,1 0-2 0,-1 0 8 16,2 0-3-16,0 0 4 0,0 0 9 0,2 0 4 15,2 0 0-15,11 0 1 0,28 0 0 0,11-2-3 16,0-3 8-16,11-1-7 0,2 1 6 0,4-1-2 16,3 0-3-16,10 3 1 0,3-3-1 0,8 1 0 15,4 3 0-15,-4-2-2 0,3 2-3 0,-7 2-4 16,-1 0-2-16,-1 0-1 0,-4 2-12 0,1 0 4 15,0 0-4-15,-8 1 4 0,-2-1-6 0,-9 0 3 16,-8 0 1-16,-3-2-2 0,-5 0-5 0,-9 0 5 16,-2 0-4-16,-9 0 5 0,-5 0 2 0,-5 0-6 0,-4 0 1 15,-2 0-3-15,-6 0 1 0,-3 0 0 0,0 0-1 16,-1 0-3-16,-1 0-25 0,0-2-34 0,0 0-6 16,-2 0-11-16,-2 1-33 0,0-1-41 0,-13-6 9 0,-20-3-22 15,-4 4-3-15,-2 3-3 0,0 2 2 0,-3 2 6 16,-3 0 72-16,-1 0 33 0</inkml:trace>
  <inkml:trace contextRef="#ctx0" brushRef="#br0" timeOffset="-202450.44">29830 13797 1406 0,'0'0'40'0,"0"0"-1"0,0 0-30 15,0 0 7-15,2 0-26 0,2-2 13 0,16-4-6 16,29-5 2-16,6 0-5 0,7 2 6 0,10-4 3 16,4 1-1-16,11-2 2 0,3-3 7 0,1 2 7 15,0-2 4-15,-6 1 1 0,-1-1 22 0,-1 0-7 16,1 2 6-16,3 4-9 0,-4 2-9 0,3 2-3 16,-3 1-8-16,-10 0 4 0,1 3-17 0,-15 1 8 15,-3 0-4-15,-6 2 6 0,-3 0 4 0,-6 0-5 16,-4 0 6-16,-6 0-6 0,-1 2-3 0,-10-2 10 15,1 0-8-15,-4 0 8 0,-6 0-18 0,-2 0 8 0,-3 0 0 16,-3 0 3-16,1 0-1 0,0 0-9 0,-1-2-2 16,-1 0-5-16,0 0-26 0,0 0-99 0,0 1-23 15,-2-1-37-15,0 0-182 0</inkml:trace>
  <inkml:trace contextRef="#ctx0" brushRef="#br0" timeOffset="-200513.41">29422 883 131 0,'0'0'0'0,"0"-2"34"0,0 0 299 0,-2 1-135 0,2-1 15 16,0 0-156-16,0 0 13 0,0 0-1 0,0 0-3 0,0 0-8 15,0 1-32-15,0-1 1 0,0 2 0 0,0 0 1 16,2 2 3-16,-2-1-5 0,11 27 0 0,-2 2-1 15,-1 3 2-15,-3 3-7 0,-1 3 0 0,-2 1-4 16,-2 3-6-16,0 2-1 0,0-4 6 0,-2-4-5 16,-2 2 6-16,-1-2-14 0,-3-2 3 0,1 2-5 15,0-5 5-15,-3-4 1 0,3-2-3 0,-1-6 2 16,3-3-5-16,-1-2 7 0,1-2-4 0,1-2 4 16,0 0-3-16,1-2-3 0,-1-1 6 0,0-1-4 0,0 1 12 15,-1-1-7-15,3-1 1 0,-9-3-4 0,-2 3-3 16,0-4-5-16,2 1 5 0,1-1-4 0,3 4 4 15,3-4 6-15,2-2-5 0,-1 3 7 0,-1-1 2 0,0 0 7 16,2 0-1-16,1 0 2 0,-1-2-5 0,2 0-3 16,2 0 1-16,-1 0-2 0,3 0 4 0,26-8-6 15,1-1 1-15,7 0-3 0,1 0-6 0,-1-1-4 16,5 1 5-16,-2 0-3 0,-2 1 12 0,-2 1-7 16,-3 1-2-16,-7 1-1 0,-1 1-2 0,-1 0 1 15,-5 2-1-15,-1 1-1 0,-3-1-20 0,-5 0-35 16,-3 2 2-16,-3 0-15 0,1 0-31 0,0 0-84 15,-3 0-40-15,3 0-21 0,-2 0-188 0</inkml:trace>
  <inkml:trace contextRef="#ctx0" brushRef="#br0" timeOffset="-200321.67">29288 1082 371 0,'-2'-2'254'0,"1"0"-5"0,-3-2-82 0,-2-5-5 0,-5-2-113 16,4 2-26-16,5 3 38 0,0 2-4 0,-2-1 14 15,2 1-18-15,1-2-34 0,1 3 4 0,0-3-15 16,0 3-4-16,0 1-12 0,27-2-9 0,5-15-2 16,3 6-43-16,1 8-47 0,3 1-28 0,7 4-18 0,2 4-214 15</inkml:trace>
  <inkml:trace contextRef="#ctx0" brushRef="#br0" timeOffset="-200086.79">30037 1178 409 0,'-2'0'102'0,"0"2"219"0,0 0-297 0,-2 0 26 16,-3 7 12-16,-1 17 5 0,-8-4 36 0,-3 14-30 16,-3-5 0-16,1-3-9 0,1 2-8 0,1-2-13 15,3 0-3-15,1-1-2 0,4-1-5 0,1-5 0 16,3 1 3-16,-6-3-2 0,4-3 0 0,3-1 2 16,4 0-6-16,2 0 3 0,0-2-11 0,2-2 0 0,2 0 3 15,0-2-3-15,1 1-10 0,3-3-2 0,14-1-3 16,0-4 3-16,4 1-6 0,-2 14-6 0,-1-6-1 15,3-3-3-15,0-5-19 0,0-3-25 0,0 0-3 16,0-2-6-16,-4-1-16 0,0-3-121 0,-2-1-26 16,-1-1-50-16,0 1-235 0</inkml:trace>
  <inkml:trace contextRef="#ctx0" brushRef="#br0" timeOffset="-199727.92">29886 1368 1062 0,'0'0'34'0,"0"-2"0"0,0 0 11 15,0 0 3-15,0 0-7 0,2 0 36 0,0-1-6 0,5-3 3 16,21 1-8-16,6-12-19 0,1 2-4 0,4-2-8 16,4-1 4-16,-1 3-25 0,1-2-3 0,0 10-2 15,-4-1 1-15,-2 3 1 0,0-1-6 0,-7-1-4 16,-1 5-1-16,-1-2-14 0,-6 2-25 0,1 0-2 0,-5-3-10 15,-5 3-27-15,6 0-79 0,-4-9-6 0,-4 4-39 16,2 1-148-16</inkml:trace>
  <inkml:trace contextRef="#ctx0" brushRef="#br0" timeOffset="-199403.76">29998 1598 718 0,'0'0'92'0,"-2"0"12"0,0-2-16 0,0 0-25 16,0 0-12-16,0 1 35 0,0-1 21 0,1 0-13 0,-1-2 9 15,0 0-50-15,0 1-24 0,2-1-1 0,0 0-10 16,2-1-11-16,2-1 2 0,7-1-1 16,17 5 0-16,-2-15-1 0,0 6-4 0,-2 5 5 0,0 3-5 15,-2 1-6-15,0 2-25 0,-1 0-13 0,1 2-9 16,2 1-95-16,4 3-265 0</inkml:trace>
  <inkml:trace contextRef="#ctx0" brushRef="#br0" timeOffset="-198886">30879 1303 919 0,'0'0'37'0,"-1"-2"4"0,-1 0 0 16,-2 0-4-16,-2 0-5 0,-8-3 37 0,-3-1 2 16,2 2-3-16,0 4-2 0,-2 0-32 0,1 2-18 15,-5 6 2-15,-3 8-8 0,2-1-2 0,0 21 6 16,1 4-8-16,3-1 9 0,-1-5-4 0,1-4 12 16,-1-3 0-16,6-1 4 0,4 0-3 0,5-3-1 0,2-3 3 15,-11-1-3-15,6-5 4 0,3 1 1 0,4-4-3 16,0-1 4-16,2-5 4 0,-2-3-6 0,7 4 3 15,16 7-6-15,1-8-3 0,4-3 0 0,-2-6-1 16,1-5 0-16,3-4-5 0,-2-4-5 0,0 10 2 16,-2-23-2-16,-2-1 3 0,-4 1-5 0,-3-3 1 0,0 1-2 15,-6 1 5-15,-2-5-7 0,-3 7 2 0,-4-3-2 16,14 6 4-16,-6 4-9 0,-7 1-4 0,-3 5-2 16,-2 1-11-16,1 7-15 0,-3 1 2 0,-5-1-8 15,-14-5-3-15,-1 6 22 0,0 5-1 0,2 2 8 16,-2 6 9-16,5-1-2 0,2 3-2 0,1 1 0 15,4-2 4-15,3 3-7 0,2 6 8 0,5 3-8 0,-13 1 6 16,6 1 1-16,5 1-1 0,4 0 3 0,2-1 2 16,2-1 2-16,3 3-1 0,2-5 2 0,2 1 0 15,2-1 3-15,-7-1 0 0,11 0 1 0,-1-1 7 0,1-1-3 16,0 0 4-16,1 0-3 0,-1-2 6 0,0 2-7 16,0 0 0-16,-4-2-2 0,-2 0-4 0,-2-4 4 15,-2 0-6-15,1-1 4 0,-1-1-9 0,1-1-8 16,-1-3-12-16,1-1-4 0,-3 0-63 0,-1 0-105 15,3 3-22-15,3 1-51 0,4 0-276 0</inkml:trace>
  <inkml:trace contextRef="#ctx0" brushRef="#br0" timeOffset="-198713.01">31238 1358 903 0,'0'-1'277'0,"0"-1"-355"0,0 0 321 15,-2-2-171-15,0 0-28 0,0 1 34 0,0-1-13 0,2 0 14 16,0 1-55-16,0-1-20 0,0 2-7 0,0 0-4 16,0 0-28-16,0 0-31 0,2 1-9 0,0 1-13 15,2 0-85-15,0 0-185 0,-1 1 51 0</inkml:trace>
  <inkml:trace contextRef="#ctx0" brushRef="#br0" timeOffset="-198577.92">31325 1559 499 0,'0'0'85'0,"0"0"3"16,0 0 24-16,0 0-10 0,0 0-9 0,0 0 32 15,0 0-9-15,0 0-6 0,2 0-5 0,0 0-39 0,0 0-41 16,0 0 7-16,-1-2-19 0,3 0-13 0,4 0-52 16,10-5-17-16,4 0-29 0,2-3-239 0</inkml:trace>
  <inkml:trace contextRef="#ctx0" brushRef="#br0" timeOffset="-198340.36">31821 930 776 0,'0'-2'114'0,"-2"0"13"0,0 0-26 0,0-2-30 15,0 1-19-15,-3-7 34 0,1 5 10 0,0-1 1 16,3 2-3-16,-1 1-37 0,0-1-29 0,0 0 3 0,0 1-10 16,0 1 10-16,2 0-12 0,0 0 11 0,0 2-11 15,2 2 10-15,0 0-7 0,2 5-1 0,12 23-1 16,-1 3-5-16,-4 4-1 0,-1 4-3 0,-5 2 2 15,-1 1-9-15,-4 3 0 0,0-3 2 0,0 3-1 16,-2-4 0-16,-3-1-6 0,-1 1-6 0,-1-6-2 16,-1-2-26-16,3-5-20 0,1-4-13 0,0 0-6 15,2-5-80-15,2-1-125 0,0-5-124 0</inkml:trace>
  <inkml:trace contextRef="#ctx0" brushRef="#br0" timeOffset="-197838.12">32097 1189 561 0,'-1'0'100'0,"-1"-1"-6"0,0-1-14 16,0 0 11-16,0 0-46 0,0 0 20 0,0 0-19 15,1 0-5-15,-1 2-5 0,0 0-19 0,2 0 2 16,0 2 3-16,0 2-3 0,-2 15 3 0,2 5-3 16,0 2 7-16,2 0-4 0,0 2 11 0,0-2 0 0,-1 0 4 15,1 0-3-15,0-6 3 0,-2-3-9 0,0 1-2 16,2-3 1-16,0 0 5 0,-2-4-10 0,0-2 7 15,0-7-8-15,0 4 8 0,0-4-5 0,0 0-6 16,0 1 3-16,0 1 4 0,0 0-4 0,0-2 6 16,0-1-8-16,0 1-8 0,0-2-6 0,2 0 4 0,0-2-4 15,-1 1 2-15,1-3-2 0,9-20-2 0,2-2 0 16,-1 0-6-16,1-2 7 0,-2 4-7 0,2 1 6 16,2 1-10-16,-2 4 1 0,-4 3-1 0,-5 9 1 15,-1 1 1-15,7-3-3 0,-1 3 4 0,0 1-4 16,-1 4 0-16,-1 0 7 0,-1 0-4 0,-3 2 5 15,1 3 10-15,-2 21-10 0,16 2 3 0,-8-6-6 16,-3-1 6-16,-3-4 6 0,-2-4-4 0,0 0 4 0,-1-4-9 16,-1-4 6-16,0-1 2 0,2 0 1 0,0 0-1 15,0-1 3-15,0-1-4 0,0 0 4 0,0 0-2 16,-1-2-4-16,3 0 3 0,0 0-4 0,9-8-2 0,-2 3 3 16,0-17-4-16,2 1 4 0,-4 4-5 0,4 1 0 15,-1 5 0-15,-1 1 0 0,-2 3-3 0,0-1 8 16,-1 5-5-16,-1-1 6 0,1 2-2 0,-1 2-1 15,-1 0 4-15,-5 0-5 0,3 2 2 0,-2 2-1 16,0 16-2-16,0 1 1 0,11-3 1 0,-4 1-6 16,-2-1 1-16,-1 1-8 0,-2-2-22 0,-2-3-47 15,-1 1-7-15,1 0-20 0,0-2-86 0,0-4-315 16</inkml:trace>
  <inkml:trace contextRef="#ctx0" brushRef="#br0" timeOffset="-197667.34">32933 1019 418 0,'0'0'5'16,"-2"0"5"-16,0-2 1 0,0 0-16 0,1 0 5 16,-1 0-41-16,0 0-104 0</inkml:trace>
  <inkml:trace contextRef="#ctx0" brushRef="#br0" timeOffset="-197264.54">32979 991 121 0,'0'0'81'0,"0"0"-37"0,0-2 106 0,0 0-31 0,0 0 20 0,0 0-28 16,0 1-4-16,0-1-4 0,0 0 0 0,0 0-16 15,0 0-3-15,0 0-4 0,0 0-29 0,0 1-24 16,0-1-5-16,-1 2-5 0,-1 2 2 0,0-1 22 16,-4 11-2-16,-9 28 5 0,2-1-18 0,0 8 10 15,0 3-7-15,2-7 7 0,-2 1-25 0,0-5 8 16,2-4-10-16,0 3 8 0,2-3-12 0,3-9 0 15,1 0 2-15,1-8-3 0,2-1 2 0,0-4-5 16,2-2 6-16,0-5-4 0,0-1 13 0,0-1-9 0,0 0 8 16,0 0-6-16,0-3 21 0,0 1-12 0,2-2-2 15,0-2-3-15,0 1-5 0,1-9 1 0,12-21-1 16,-2-3 1-16,-2-1-2 0,1-6-4 0,-3-3-1 16,0-3-1-16,0 1-2 0,-1-3 6 0,-1 3-4 0,1 3 3 15,-3 4-13-15,3 6 8 0,-1 3-1 0,-1 8 2 16,-1 3 0-16,-1 8 0 0,0 2 0 0,-4 7-3 15,2-2-14-15,-1 1 10 0,3 1-8 0,0 0 11 16,0 2 3-16,-1 0-3 0,1 2 7 0,-2-2-5 16,7 20 9-16,0 8-8 0,3 6 3 0,-3-1-4 15,2 0 15-15,0-1-8 0,0-4 2 0,0 1-5 16,2 3 2-16,0-2-7 0,-3-1 6 0,-3-1-5 0,1-5 9 16,-5 1 4-16,-1-4-7 0,0-1 3 0,11-1-28 15,-6-3-50-15,-1 2-5 0,-4-4-17 0,-2 4-43 16,0-4-284-16,-2 1 20 0</inkml:trace>
  <inkml:trace contextRef="#ctx0" brushRef="#br0" timeOffset="-197106.61">32933 1459 673 0,'0'0'296'0,"0"-2"-348"16,0 0 329-16,0 0-168 0,2 0-73 0,0 0 30 15,0 1-5-15,1-1 12 0,1 0-15 0,13-7-21 0,5-3-5 16,2 3-6-16,2 0-22 0,2 1-5 0,2 1-5 15,-1 0-5-15,-1 1-51 0,-2 0-370 0</inkml:trace>
  <inkml:trace contextRef="#ctx0" brushRef="#br0" timeOffset="-196234.77">29858 2595 362 0,'0'0'28'0,"0"-2"-2"0,0 0 16 0,0-1 9 16,0-9-5-16,0-2 49 0,0-1-11 0,0 0 3 16,0 4-8-16,0 0-12 0,0 1-6 0,0 1 1 15,0 2-2-15,0 1 1 0,0 2-12 0,0 1 1 16,0-1-6-16,0 2-2 0,0 0-7 0,0 0-3 0,2-1-2 16,0-1-13-16,0 0 0 0,0 2 4 0,1 0-3 15,1 1-2-15,0 1-15 0,5 0 3 0,0 1-4 16,1 5 6-16,-1-2 5 0,-2 25-3 0,1 5 3 15,-3-1-6-15,-1 4 0 0,0 1-1 0,0 1 0 16,-1 0 3-16,20-2-4 0,-10 0 6 0,-4-2-5 16,-5-5 3-16,-1 0 0 0,-1-6-3 0,-2-4 2 0,0 0-1 15,0-1 1-15,0-2 2 0,-2-1-1 16,0 1 3-16,1-2-4 0,-1-4 2 0,0-3-2 0,-2-1 6 16,0-1-3-16,-1 1-4 0,-1-1 1 0,-7-5-1 15,-3 1 1-15,-1 9 0 0,4-3-1 0,2-3-5 0,0-1 7 16,1-2 2-16,-1-2 2 0,-2 0 1 0,6 0 9 15,-4 0 0-15,9 0 3 0,-2-2 9 0,0 0-17 16,1 0 5-16,-1 1-10 0,2-1 0 0,0 0 0 16,0 0-4-16,0-2 1 0,2 1-8 0,0-1-2 15,2 0 0-15,0 0-2 0,2 3 6 0,22-16-2 16,2 4 0-16,-2 4-1 0,2 1 1 0,-1 1 4 16,1 1-5-16,2 2 1 0,-2 1-2 0,-2 3 0 15,0 0 2-15,-2 2 0 0,-4-1 6 0,1 1-3 0,-5 0 5 16,3 0-4-16,0 0 0 0,-3 0-24 0,-1 0-6 15,-2-1-7-15,-4-1-33 0,1 0-39 0,-3 0-50 16,-1 0-3-16,-3 0-221 0</inkml:trace>
  <inkml:trace contextRef="#ctx0" brushRef="#br0" timeOffset="-196063.49">29877 2458 1509 0,'0'0'12'15,"0"0"1"-15,0 0-20 0,0 0 7 0,2-2-12 0,1 0 31 16,7 0 21-16,16-5-7 0,5-1 9 0,3 3-30 16,-1-1-7-16,2 2-5 0,1 2-1 0,-5 2-18 15,3 0-22-15,1 2-20 0,-2 2-19 0,4 2-239 0</inkml:trace>
  <inkml:trace contextRef="#ctx0" brushRef="#br0" timeOffset="-195825.66">30757 2640 1020 0,'-2'0'253'0,"0"0"-337"0,-11 0 291 16,-17 0-161-16,5 0-38 0,-11 5 59 0,5 4-8 16,3 4 23-16,-4 4-19 0,6-11-24 0,0 23 1 15,0 1-9-15,4 5-7 0,2-1 1 0,1-1 2 16,6 3-1-16,4-9-1 0,7-1-1 0,-15 2-8 0,10-6 6 15,5 4-12-15,2-5-8 0,5-3 0 0,5 1-3 16,-1-4-11-16,-3-2-9 0,21-4-3 0,9-1-3 16,3-3-16-16,3-1-11 0,-3 18-3 0,-1-11-6 15,1-7-39-15,-4-4-109 0,2-6-25 0,-2-3-30 16,-1-2-99-16,-5 0 154 0</inkml:trace>
  <inkml:trace contextRef="#ctx0" brushRef="#br0" timeOffset="-195419.85">31073 2796 271 0,'0'-2'72'0,"0"0"87"0,-4-19-23 15,0 5 4-15,2 5-14 0,0 1 5 0,1 5-56 0,-1 1-18 16,2 2 4-16,-8-3-6 0,-8-7 15 0,-1 7-13 16,-2 3-1-16,-3 2-6 0,2 6-12 0,-3 5-8 15,1-6 9-15,0 27-7 0,-1 3 11 0,3 0-10 16,1-1-2-16,3-4-2 0,5-1-4 0,3-1-7 16,3 4-2-16,3-10-1 0,-15 4-1 0,8-6-2 15,5-3-5-15,4 0 3 0,0-4-10 0,2-2-2 16,2-4 3-16,-1-1-3 0,7 1 0 0,10 4 2 15,0-3-1-15,5-3 2 0,-1-3 2 0,-2-2-7 16,-2-5-5-16,1-3-2 0,-4-1-24 0,-4 2 0 0,-2-16-12 16,-4-8 5-16,-5-1-35 0,17 4 17 0,-8-5-2 15,-8-1 9-15,-3 1 33 0,-7-4 14 0,-2 2 4 16,-4 3 0-16,-2 4 6 0,0 6 8 0,0 0 4 0,4 7 0 16,0 0 10-16,3 6 3 0,7 1 5 0,-5 3-3 15,2 3-7-15,1 0-10 0,-1-2-7 0,0 1 1 16,0 1-13-16,3 0 8 0,-1 2-1 0,0 0 3 15,0 2 0-15,2 1-4 0,0 22 8 0,2 6-5 16,5 4 17-16,3-3 1 0,1 0-3 0,2-3 4 16,0-1 2-16,2 0-6 0,-1 2-1 0,3-1-1 15,-2-1-7-15,0 0-7 0,0-4 1 0,-2-2-3 16,2 3 12-16,-6-9-10 0,-2-1 7 0,1 0-9 16,-3-4 3-16,3 0-27 0,-1 0-15 0,-3-5-7 0,3 3-81 15,-5-5-282-15,7 2-4 0</inkml:trace>
  <inkml:trace contextRef="#ctx0" brushRef="#br0" timeOffset="-195200.45">31405 2825 1134 0,'-2'0'103'0,"0"0"22"0,0-2-41 0,0 1-41 16,1-1-10-16,-1 0 28 0,0 0-17 0,0 0 1 16,2 0-11-16,0 0-32 0,0 1-3 0,0-1-7 0,2 0 3 15,0 0-10-15,1 0-34 0,9-3-5 0,2-1-21 16,1 2-130-16,-2 2-228 0</inkml:trace>
  <inkml:trace contextRef="#ctx0" brushRef="#br0" timeOffset="-195017.35">31455 3013 853 0,'0'0'81'0,"0"0"10"15,0-2-33-15,0 0-20 0,0 0-16 0,0 0 53 16,0 0 4-16,0 1 2 0,0-1-8 0,0 0-40 0,0 0-17 16,0 0 1-16,0 0-8 0,2 0-11 0,0 1-7 15,0-1-3-15,-1 0-2 0,1 0-30 0,0 0-184 16,0 2-25-16</inkml:trace>
  <inkml:trace contextRef="#ctx0" brushRef="#br0" timeOffset="-193240.87">32079 2491 311 0,'0'-2'69'0,"0"0"-5"0,-2 0 51 16,0-1 13-16,0-3-12 0,0-3 20 0,-1 0-45 15,1-1 4-15,0 3-17 0,0-1 3 0,2 5 0 16,-2-3-7-16,0 2 5 0,2 3-9 0,-1-3-8 15,1 2 0-15,-2-2-6 0,0 1-19 0,0-1-6 16,0 0-4-16,0 2 1 0,0 0-8 0,1 1-2 16,-1 1 0-16,0 0-1 0,0 1 7 0,2 1-6 0,-9 28 5 15,3 0-6-15,2 3 5 0,3 2-11 0,1 3 0 16,0 1-4-16,0 0 2 0,0 0-2 0,0 0-2 16,0-2 0-16,-2-2-3 0,0 0 0 0,0 1 4 15,0-5-5-15,2 2-10 0,0-1-26 0,-2-4-8 16,0 0-11-16,1-2-79 0,-1-2-96 0,2-4-20 15,0-1-48-15,0-1-314 0</inkml:trace>
  <inkml:trace contextRef="#ctx0" brushRef="#br0" timeOffset="-193113.98">32192 2963 649 0,'0'-2'178'0,"0"0"-143"0,0 0 182 0,0 0-70 15,0-2-78-15,0 1 39 0,0-1-12 0,0 0 16 0,2 1-49 16,0-1-35-16,-2 0-7 0,2-3-5 0,0-1-10 15,-1 5-14-15,1-1-7 0,0 0-9 0,2 1-56 0,0-1-134 16,-1 0-32-16,1 2-45 0,9-5-195 0</inkml:trace>
  <inkml:trace contextRef="#ctx0" brushRef="#br0" timeOffset="-192707.06">32593 2575 702 0,'-2'-2'96'0,"2"0"163"0,-7-19-197 0,0 5-10 0,-1-1 5 16,3 4 0-16,-1 0 37 0,0 2-26 0,1 2-2 16,1 1-11-16,0 3-24 0,3 1-12 0,1 2-2 15,0 0-3-15,0 0-6 0,-4-1-8 0,0-1 7 16,0 2-6-16,1 0 19 0,-1 0 4 0,0 2-4 16,-1 2 5-16,-3 2-3 0,-1 9-7 0,2 18 2 0,-3 3-4 15,-1 1-2-15,4 2-1 0,-3 0-1 0,3 2 0 16,0 0-5-16,3-1 1 0,0-1 4 0,-14-6-2 15,5 1-2-15,7-6 1 0,4 0-5 0,2-4 4 16,0 0 3-16,4-3-4 0,1-2 5 0,1-1-5 16,-2-6 9-16,1-1-8 0,-1-2 3 0,13-3-5 15,1 0 2-15,3-2-1 0,-3 11 0 0,6-2 0 0,-3-6 2 16,-3-3 2-16,1-2 2 0,-4-2-1 0,0-1 1 16,-4-1 0-16,5-2 0 0,-8 3 1 0,-1-3 0 15,-3-1-1-15,7-10-3 0,-5 6 1 0,-3-4 2 16,-3-2-2-16,0 4 1 0,-1 0-3 0,-5 0-6 0,4 9-3 15,-9-3-2-15,-11-8-3 0,0 6-3 0,1 3-18 16,1 6 1-16,1 2-6 0,1 2-5 0,1 3-16 16,2 3-3-16,4-9-13 0,3 22-101 0,5-1-94 15,1 0-118-15</inkml:trace>
  <inkml:trace contextRef="#ctx0" brushRef="#br0" timeOffset="-192176.67">32937 2721 273 0,'0'-2'80'16,"0"-1"105"-16,-2-7-80 0,-2-4 7 0,0 2-10 0,3 5 10 15,1 5-20-15,0 0-31 0,-2-1-7 0,0-1-9 16,0 2-35-16,0 0 6 0,0 2-7 0,0 2 6 16,1 2-7-16,-9 14 9 0,-1 14 4 0,4-1 0 15,1-1 8-15,2 0 5 0,1 0 0 0,-1-3 1 16,2 1-1-16,2-6-1 0,0 3-3 0,0-5 3 15,0 0 2-15,0-7-9 0,0-3 4 0,0-1-6 16,0-3 3-16,0-3-3 0,0 3 0 0,0-4-1 0,0 0-1 16,0 1 2-16,0 1 6 0,0-2-5 0,0 0 2 0,0 0-14 15,0-2 0-15,0 0-4 0,0-2 1 0,0 0-9 16,2-2 4-16,2-11-5 0,1-7 3 0,1-2-4 16,-1-6 1-16,3 2-2 0,-3-1 6 0,1 3-3 15,-2 5-3-15,-1 5-1 0,1 1-7 0,-2 7 1 16,0 3 2-16,-2 3 0 0,4-2-2 0,-1 0 4 15,1 3-6-15,0-1 6 0,-1 2-5 0,1 2 10 16,0-1 0-16,0 3 4 0,3 7 0 0,2 6-4 16,2 5 2-16,-5-9-3 0,0 0 5 0,-1 0 2 15,-3-7-1-15,4 3 0 0,-5-3 0 0,1-3 3 16,0 1 0-16,0 0 1 0,2-2-3 0,-1-1 6 0,1 1-4 16,0-2 3-16,5 0-11 0,0 0 2 0,1-2-1 15,-1-1 2-15,-2-1-4 0,3-3 1 0,-3 5-4 16,-1-6 4-16,-3 3 0 0,1 3 3 0,0 0-3 15,-2 2 3-15,1-2-2 0,-1 2 3 0,0 0 1 0,2 0-1 16,0 2-4-16,-1 0 2 0,1 2-1 0,2 5 1 16,1 8-7-16,0-1-4 0,-1-1-6 0,-2 0-2 15,1 2-48-15,-1-6-29 0,0 0-29 0,-2-4-1 16,-2-5-105-16,1 2-88 0,1 0 0 0,2-1-19 16,0-1 126-16</inkml:trace>
  <inkml:trace contextRef="#ctx0" brushRef="#br0" timeOffset="-191739.92">33293 2909 161 0,'0'-2'59'0,"0"-2"-6"16,6-29 56-16,-1-6 9 0,3 0-5 0,-1 2 25 15,-1 5 22-15,-1 2-7 0,1 8 7 0,-1 4-57 16,1 3-33-16,-2 4 1 0,-2 3-8 0,-2 4 7 16,0 3-29-16,1-3-1 0,1 0-10 0,0 2-7 0,0 0-10 15,0 1 6-15,0 1-7 0,0 0 10 0,-1 1-7 16,1 3 3-16,4 7-2 0,3 13 6 0,-3 2-11 16,-3 0 4-16,-1 0-6 0,0 0 5 0,-2-1-5 15,0-1-1-15,-2 4 0 0,0-6 1 0,1-5-7 16,-1-1 1-16,0-6-3 0,0-3-1 0,0 0-17 15,2-3 2-15,-2 0-5 0,0-1 7 0,1-1-14 16,-1 0 1-16,0 0-8 0,0-2-6 0,0-2 7 16,2 0 5-16,-2-11 2 0,0-20 24 0,2 1-2 15,0 1 6-15,0-3-3 0,0 5 8 0,0-1-5 0,0 2 1 16,0 2-2-16,2 4 5 0,-2 5 12 0,2 2 2 16,-2 4 2-16,2 2 0 0,0 3 0 0,0 1-10 15,-2 3 5-15,2-2-16 0,-1 0-2 0,1 3 3 0,2-1-3 16,0 0-3-16,7 0 5 0,4 2-2 0,-2 2 3 15,-6 2 6-15,2 1-5 0,-1-3-1 0,1 15-1 16,0 1 0-16,1 3 4 0,-3 1 4 0,-3-2-1 16,0 5-5-16,10-3 1 0,-4-4-5 0,-5 3 2 15,-1-4-3-15,-2-3-5 0,-2-4 5 0,0 1-6 16,0-4 4-16,0 1-3 0,0 1 2 0,0-5-2 16,0-1 15-16,0 1-6 0,0-2 1 0,0 0-3 15,-2 3 0-15,0-1 1 0,0 0 3 0,2 0-1 0,0-1-1 16,0-1 5-16,2 0-5 0,0 0 5 0,0 0-12 15,2-2 2-15,14 0-12 0,8-4-3 0,-2-3-128 16,6-5-251-16</inkml:trace>
  <inkml:trace contextRef="#ctx0" brushRef="#br0" timeOffset="-190710.68">30946 4992 595 0,'0'-2'59'0,"0"0"-1"15,0-1 49-15,0-10-6 0,0-8 1 0,-2 3-6 16,2 3-13-16,0 4 0 0,0 3-3 0,0 1-5 15,0 1 3-15,0 4-14 0,0 0 6 0,0-1-43 0,0-1-11 16,0 2 2-16,0 0-5 0,0 0 5 0,2 2 6 16,0 2-5-16,0 0 4 0,0 2-8 0,7 22 2 15,0 2-4-15,1 3 2 0,-1 1-11 0,-2 3 4 16,1 0-1-16,-3 1 0 0,-3-1-7 0,2 2 2 16,-2-2 3-16,-2 3 0 0,2-7-3 0,0 6-9 15,-2-5-3-15,0-6-3 0,-4 4-9 0,-2-4-1 16,-3 1 1-16,0-3 0 0,-2-1 7 0,-1-3 7 0,3-5-1 15,2-4 2-15,-10 0 4 0,0-3 3 0,1-1 6 16,1-1-3-16,0 5-2 0,4-4 9 0,0-1-3 16,1-2 6-16,3-3-3 0,3-1 12 0,0 0-3 15,3 0 7-15,-3 0-1 0,0 0-6 0,0 0-4 16,3 0 0-16,-1 0-4 0,0 0-7 0,2-1 8 0,0-1-8 16,2 0 8-16,0-2 6 0,-1 2-5 0,25-7 5 15,2 0-8-15,4-4-3 0,-1 2 3 0,-3-2-4 16,4 3 0-16,-6 5-5 0,4 1 0 0,-3 0-1 15,-2 2 5-15,-11-1-16 0,3 1 0 0,-6 0-11 16,0-7-43-16,-1 3-73 0,-5 4-40 0,-1 0-22 16,0 1-253-16</inkml:trace>
  <inkml:trace contextRef="#ctx0" brushRef="#br0" timeOffset="-190573.37">30863 4977 1374 0,'0'0'71'0,"0"0"11"0,-2-2-24 16,0 0-27-16,2 1-10 0,0-1 3 0,0 0 8 16,0-2 2-16,2 0 0 0,0 1-12 0,0-1-19 15,-1 0 4-15,24 2-10 0,-1 1-8 0,2-16-38 16,-2 8-21-16,4 3-17 0,0 6-204 0</inkml:trace>
  <inkml:trace contextRef="#ctx0" brushRef="#br0" timeOffset="-189962.18">31475 5198 741 0,'-1'0'229'16,"-1"0"13"-16,-8 0-112 0,-4 2-27 0,-5 4-91 16,6-1 7-16,0 4 34 0,0-1 1 0,2 14 11 15,2-1 0-15,1 5-25 0,3-4-2 0,1 4-8 16,0 0-16-16,-11-4 4 0,2 4 0 0,6-2 0 15,1-2-9-15,3 1-3 0,1-3 1 0,2-3 0 0,0-2 4 16,0-2 2-16,0-2-4 0,2-2 2 0,0 0-2 16,-2-3-3-16,0-2 1 0,0-1-2 0,1 1-1 15,1 0 3-15,0 0 7 0,0-1-3 0,0-1 10 0,0 0-11 16,-2 0-3-16,0-2-1 0,0 0 5 0,0 0-8 16,0-2 7-16,0 0-8 0,-2-2 0 0,0-1 2 15,-4-14-6-15,-1-3 3 0,3 5-6 0,-1-7-4 16,1-2 1-16,0 4-2 0,1-4-4 0,1 6 4 15,2-1 0-15,0 4 2 0,3-3-3 0,3 3 3 16,3 1 0-16,-1 4 1 0,-1 3 3 0,12 0-2 16,1 1-3-16,-3 3 2 0,3 3 0 0,-3-9-2 0,-2 3 5 15,0 5-5-15,-1 1 1 0,-2 2 5 0,-1 2-1 16,-2 3 3-16,-3-3 6 0,-5 20 3 0,16 4 1 16,-6-1 0-16,-7-5 8 0,-2 6-7 0,-2 0 5 15,-4-4-5-15,-1 2 10 0,-3-5-12 0,1-4 3 16,-1-4-6-16,-1 2-1 0,3-6 1 0,5 1-5 0,-7-3 4 15,4-3-10-15,1 2 1 0,-1 0-3 0,2-1 1 16,0 1-3-16,0-2 2 0,2 0 1 0,0 0-1 16,0-1 7-16,2 1-6 0,0 0 7 0,2 0-5 15,0 0 6-15,-1-2 0 0,8 5-5 0,-1-1 3 16,-1 0-7-16,-2 0 14 0,-1-1-6 0,0 1 7 16,-3-2-10-16,1 3 16 0,3 5 4 0,-1-1 4 15,-2-2-1-15,-2 1 1 0,-2-1-1 0,0 1 1 0,0-3-4 16,-2 3-8-16,-2-1-2 0,2-1-2 0,-18-1-5 15,-1 1-9-15,1-2-10 0,-1-3-1 0,1 3-39 16,5 7-6-16,2-3-7 0,4-5-3 0,5-1-67 0,2-2-118 16,-1 2-24-16,1 0-35 0,0-2-133 0</inkml:trace>
  <inkml:trace contextRef="#ctx0" brushRef="#br0" timeOffset="-189434.76">31695 5464 133 0,'1'-2'104'0,"1"0"-53"16,4-11 99-16,9-17-27 0,-2-1-57 0,-2 3 26 15,0 2 3-15,-2-2 13 0,-3 4 50 0,-2 2-70 16,-3 1 10-16,-1 6-36 0,0 2-24 0,0 4 20 0,-1 0-2 16,1 3 7-16,0 2 1 0,-2-1-18 0,0 1-1 15,0 0-8-15,0 3-18 0,0-1-9 0,-1 0-3 16,-1 2 0-16,0 0-6 0,0 0 5 0,-1 4 0 0,-1 14 2 16,-1 17 8-16,-1 1 4 0,-1-3-1 0,2 10 1 15,-1-4-8-15,1 0 1 0,-1 0-4 0,1-4 1 16,1-2-4-16,5-3-4 0,-1-2 5 0,-13-4-6 15,6-2 3-15,3-1-1 0,4-4-1 0,2-1 1 16,2-3 0-16,2-2 2 0,-1-1 0 0,1-5 1 16,-2-1 6-16,7 0-11 0,6 7 3 0,2-2-4 15,1-3 12-15,5-3-7 0,-1-3 9 0,0-3-9 16,2-7 13-16,-3-1-10 0,-1-4 0 0,-3 6-3 0,-2-19 2 16,-6 2 6-16,0-2-6 0,-7-3 6 0,17-1-12 15,-8 3 0-15,-7-1-1 0,-4 4-2 0,-6 5-18 0,-7-6-3 16,2 6-1-16,4 1-1 0,-18-2-1 0,-1 9 7 15,-3 0 4-15,5 1 1 0,-1 9 10 0,5-1 0 16,1 2-1-16,6-7 0 0,0 1-4 0,4 3 8 16,2 3-4-16,3 2 4 0,2 0-7 0,-2-2-5 15,1 2 4-15,1 0-4 0,0 0 12 0,0 2 3 16,0 0 1-16,2 2 1 0,0 7-6 0,0 7 7 16,4 1-1-16,2 3 5 0,3 4-5 0,2 2 3 15,2 2 1-15,0-4 2 0,0 0 14 0,4 0-6 16,-1-2 8-16,-14 0-6 0,21-4 13 0,-1-1-13 0,2-1 2 15,4-1-5-15,-4-2 1 0,-5 0-2 0,3-2-5 16,-9-4 3-16,-4 0-1 0,0-3-8 0,3 1 6 16,-1-3-6-16,2-2 3 0,-4 0-10 0,-2 3-1 15,1 1-8-15,-3-2-37 0,-1-2-101 0,0-1-49 0,-1 1-33 16,1 0-308-16</inkml:trace>
  <inkml:trace contextRef="#ctx0" brushRef="#br0" timeOffset="-188244.54">31871 4994 581 0,'0'0'43'0,"0"0"0"0,-2 0 35 0,0 0-8 15,-1-2 1-15,-1 0-18 0,-2 2-11 0,-1-2-1 16,5 2-1-16,-4-2 7 0,3 2-9 0,-1 0-1 16,0 0-4-16,1 0-9 0,1 0-4 0,0 0 0 0,-2-1-1 15,0-1-5-15,1 0 8 0,-1 0 1 0,2 0 2 16,0 0-4-16,0 0-5 0,1 2 6 0,-1 0-5 16,0 0 9-16,0 0 1 0,0 0-8 0,0 0 6 15,0 0-1-15,1 0-4 0,-1 0 2 0,0 0-4 16,0 0-8-16,0 0-1 0,2 0 2 0,0 0-3 15,0 0-2-15,2 0 0 0,0 0-1 0,2 0 1 16,14-3 5-16,6-1-9 0,0 0 7 0,1 2-6 0,1-1 9 16,-6 1-9-16,2 0 1 0,-1 0-3 0,-8 2 5 15,0 0 1-15,-2 0-1 0,-4 0 2 0,2 0-7 16,-1 0 7-16,-4 0-6 0,-1 0 7 0,1 0-7 0,0 0 9 16,-1 0 0-16,-1 0 3 0,0 0-4 0,0-2-11 15,0 0-1-15,0 2-6 0,0-1-15 0,-2 1-2 16,0-2-5-16,0 2 1 0,0 0-18 0,0 0-34 15,0 0-25-15,0 0-9 0,0 0-148 0,0 0-137 16</inkml:trace>
  <inkml:trace contextRef="#ctx0" brushRef="#br0" timeOffset="-187949.56">31819 5083 471 0,'0'0'48'16,"-2"0"-2"-16,0 0 31 0,0 0-2 0,1-2-5 16,-1 0 6-16,-2 0 2 0,0 1 0 0,1 1-1 15,-1 0-6-15,0 0 5 0,0 0-2 0,1 0 2 16,-1 0-9-16,0 0-12 0,2 0-1 0,1 0-5 0,-1 0-19 15,0 0-9-15,0 0-1 0,0 0-1 0,2 0-3 16,0 0-1-16,0 0 1 0,2 0-1 0,2 0-5 16,7 0-9-16,17-2 2 0,-2 0-4 0,0 0-9 0,-2 0-47 15,-2-2-27-15,-1 3-20 0,1-1-225 0</inkml:trace>
  <inkml:trace contextRef="#ctx0" brushRef="#br0" timeOffset="-184515.82">30257 1379 34 0,'0'0'17'0,"0"0"0"0,0-2 23 16,0 0-1-16,0-2 4 0,0-5 3 0,2-2-6 15,2-4-1-15,0-2-1 0,-1 3 12 0,1-3 1 0,0 0-8 16,0 4 2-16,-1-2-20 0,1 2 12 0,0 0 10 16,-1-2-2-16,1 2 18 0,0-1 2 0,-2 1-10 15,0 5 6-15,-1-1-16 0,1 0-2 0,-2 3 10 0,0 0-9 16,0-1 2-16,0 0-1 0,0 1-9 0,0-1 8 16,0 3-2-16,0-2-2 0,0-1 5 0,0 3-5 15,0-1 6-15,0 1-18 0,-2 0 7 0,1-1-9 16,1 3 3-16,0 0-7 0,-6 0-1 0,-7-7 0 15,2 1 6-15,-6 1-11 0,2 3 4 0,-3 2-6 16,-3 2 8-16,1 0-12 0,-2 4 3 0,-1 3-5 16,1 5 11-16,-2 1-3 0,2 1-2 0,-2-6 1 0,3 16-2 15,1 0-7-15,1 2 5 0,-1-2-5 0,1-1 8 16,4-1-3-16,-1 0-1 0,4 0 0 0,-2 3-3 16,4-1 5-16,1-2-1 0,0 2 1 0,1-3-3 0,-1-1 0 15,0 2 5-15,1-5-2 0,1 2 11 0,5-5-9 16,-9 1-2-16,3 0-1 0,3-2 0 0,3 0 0 15,2 0 2-15,0-2-2 0,4 0 0 0,1-1-2 16,3-1-1-16,10-2 1 0,10-1 0 0,2-2 1 16,1-1 0-16,-3 16 1 0,4-6-7 0,-1-6 0 15,3-3 0-15,-3-4 0 0,1 0-5 0,-2 0 4 16,-3-2-2-16,1 0 4 0,-2 0-4 0,-3 1-1 16,-1-3-4-16,0 0 0 0,-3 1-17 0,-3 1-18 15,9-2-8-15,-14 2-5 0,2-2-38 0,-4 3-78 0,-5 1-12 16,3-2-30-16,-1 2-120 0</inkml:trace>
  <inkml:trace contextRef="#ctx0" brushRef="#br0" timeOffset="-183862.94">30276 2896 193 0,'0'-2'69'0,"0"0"-2"0,0 0 27 0,0-3-2 0,0-12-13 15,0 4-3-15,0 4 16 0,0-2-6 0,0 1 9 16,0 1-22-16,0 0-7 0,0 7 1 0,0-2-2 16,0 2-6-16,0-1-9 0,0 1-2 0,0-2-2 15,0 0-13-15,0 1-15 0,0-1-3 0,0 2-3 16,0 0-8-16,0 0 8 0,0 2-3 0,0 0 4 0,0 2-9 16,0 0 7-16,0 2-5 0,-4 25 7 0,-1-3-5 15,-3 2 2-15,-1-2-1 0,2-2 0 0,-3 6-8 16,3-8 11-16,-1 2-1 0,3-3 3 0,1-4-3 15,0 1 8-15,3-5-3 0,1 2 5 0,0-4 1 0,1 0-2 16,1 0 0-16,2 1 0 0,2-3-1 0,1 0 0 16,6 0-4-16,11-3 2 0,-2 0-8 0,10-5 2 15,-4 18 2-15,3-6-2 0,3-6-1 0,-3-3-2 16,-1-4-1-16,4 0-1 0,-7-2-8 0,-1 0 7 16,0-1 1-16,-7-1 1 0,-4 0-5 0,2 1-1 15,-6 1-4-15,-2 0 3 0,-2 0 0 0,-3 0-13 16,0 0-6-16,0 0-5 0,-1-1-40 0,1-1-59 15,0 0-4-15,-2 1-24 0,-1-1-67 0,1-2-67 0,-2 3 3 16</inkml:trace>
  <inkml:trace contextRef="#ctx0" brushRef="#br0" timeOffset="-183643.35">30402 3055 668 0,'-2'0'105'0,"1"-1"189"16,-1-1-251-16,0 0-10 0,0 0 7 0,0 2 0 15,0 0 48-15,0 0-10 0,1 0-1 0,1 0-5 16,0 0-24-16,1-2-14 0,1 0-8 0,2 0 1 16,7-1-12-16,10-3-4 0,5-1-1 0,-6-1-1 0,2 1-3 15,2-1-3-15,-7 3 5 0,0 1-6 0,-2 0-2 16,-4 1-17-16,0-1 0 0,-2 0-8 0,-3 2-22 16,-4 2-62-16,0 0-14 0,1-1-17 0,-1-3-52 0,0 0-16 15,0-3 13-15,-2-6-10 0,0 2 46 0</inkml:trace>
  <inkml:trace contextRef="#ctx0" brushRef="#br0" timeOffset="-183511.86">30352 2753 171 0,'-2'-2'80'0,"-1"0"99"16,-12-5 45-16,-4-3 38 0,2 1-136 0,8 4-54 16,4 1-4-16,1 2-13 0,2 2-9 0,-2-4-7 15,1 1-2-15,1-1-1 0,0 0 3 0,0 2 9 16,2 0-1-16,2 1 2 0,2-1-14 0,10-8 6 0,11-1-3 16,10-2 3-16,0 4-11 0,2 0-3 0,8-1-9 15,-10 5 3-15,-3-1-19 0,-1 1 8 0,-7 1-2 16,1 2 1-16,-5 0-9 0,-3 2-40 0,-2 0-13 15,-1 0-20-15,3 0-146 0</inkml:trace>
  <inkml:trace contextRef="#ctx0" brushRef="#br0" timeOffset="-180564.11">1450 5356 256 0,'-1'-2'26'0,"-1"0"31"16,0-3 47-16,-9-18 24 0,1 5 5 0,1-1-23 15,0-1-14-15,0 1-10 0,-3-1 5 0,1 1-19 0,2-1-7 16,2 1 4-16,1 3-5 0,0-3 2 0,1 2-16 16,1 2 5-16,2 4-10 0,0 2-13 0,2 3-9 15,0 3-4-15,0 1 2 0,0-2-3 0,0 0-2 16,0 3 0-16,0-1-1 0,2 2 7 0,0 2-6 15,0 1 1-15,11 38-6 0,-2 9-8 0,-2 10 5 16,-3 1-4-16,0-3 4 0,-6 1-7 0,0 0 2 16,0-3-1-16,-2 0 1 0,2-4 1 0,0-6-4 15,-4-1 4-15,0-4-4 0,1-1 10 0,-1-2-8 0,4-3 2 16,-2-2-3-16,2-1 3 0,-2-2-4 0,-2-3 4 16,3-6-3-16,-5 1 6 0,0-3 1 0,3-6-1 15,-3 2 0-15,2-8-6 0,3-3 7 0,-1-1-2 16,-2-1 4-16,-7 7 0 0,0-1-2 0,-6-1-1 0,4-3-1 15,-7 0-2-15,5-4 5 0,4 0 0 0,-2 0 2 16,1-2 7-16,-1 0 0 0,0 0 2 0,4 0-1 16,2 0 7-16,3 2-4 0,0 0-4 0,2 0-1 15,-1-1-10-15,-1-1 7 0,2 0 1 0,0 2 1 16,2 0 4-16,0 0 0 0,2-2 2 0,2 0-1 16,20-3-6-16,6-3 2 0,7-3-7 0,-4 2 5 0,8-2-5 15,2 0-1-15,-4-1 3 0,-2 3-4 0,-5 0-8 16,-3 1 5-16,-3 1-4 0,-5 1 5 0,-3 1-7 15,-3 1-1-15,0-1 0 0,-2 1-1 0,-4 0-11 0,-5 4-17 16,0-2-9-16,-1 0-5 0,1 1-54 0,0-1-13 16,-2-2-13-16,-1 0 5 0,-1 1-7 0,0-7-2 15,-1-1 1-15,-3 4-8 0,-4-4-50 0,-1-1-61 16,-11 1-25-16</inkml:trace>
  <inkml:trace contextRef="#ctx0" brushRef="#br0" timeOffset="-180424.92">1040 5486 663 0,'-2'-2'193'0,"0"0"-207"0,0-3 218 15,-11-20-103-15,0 9-36 0,6 1 11 0,3 2-3 16,2 6 7-16,-7-5 6 0,2-1-28 0,3 4 2 16,2-4-12-16,2 2-16 0,4 0-10 0,5-2-3 15,15 0-2-15,21-4-7 0,3 4-6 0,0 0-3 16,-7 4-3-16,9 5-29 0,4 2-43 0,-5-22-55 0,4 13-2 16,-6 9-239-16</inkml:trace>
  <inkml:trace contextRef="#ctx0" brushRef="#br0" timeOffset="-179804.84">1786 5738 473 0,'-1'0'163'0,"-1"0"43"16,0 0-99-16,-2 2-86 0,0 0-14 0,1 0 23 0,-5 17 14 15,1 8 0-15,1 3 3 0,1 0 12 0,1 3-2 16,2 1 6-16,0 1-8 0,-20 2-20 0,9 2-5 15,6 4-1-15,3-2 0 0,4-1 6 0,0-1 7 16,0-1-5-16,0-7 4 0,2-1-12 0,-2-4-9 16,2-2-1-16,-1-2-2 0,1-3-5 0,-2-4-4 15,0-2 4-15,0-4-5 0,0 0 7 0,0-5-5 16,0 0-5-16,0-2 3 0,0 1 1 0,0 1-7 16,0 0 6-16,0-2-7 0,0-1-2 0,0-1-8 0,-2 0 4 15,1 0-4-15,-1-1 10 0,0-3-8 0,-9-11 5 16,-6-13-6-16,2-5 3 0,4-1 0 0,0-3-2 15,3 0 2-15,3-4-7 0,1 0 2 0,4-1 2 16,0 3 0-16,4 3 3 0,1 7 4 0,5 1-7 0,1 4 7 16,0 3-3-16,0 5 7 0,-3 3 0 0,16 3 2 15,0 7-6-15,2 1 9 0,0-15-1 0,0 8 3 16,0 5-3-16,2 4 6 0,-2 4-3 0,-2 3 3 16,-6 2-7-16,-3 3 5 0,-7 1 1 0,-3 14 1 15,14 3-8-15,-10 0 12 0,-7 1-11 0,-8 3 12 16,-3-3-6-16,-6 1-4 0,0-10 6 0,6 0-6 15,-17-1-4-15,4-8-2 0,3 5 0 0,4-8 0 0,2-1 8 16,4 0-7-16,4-3-3 0,1-4-2 0,4 0-10 16,-4 1 4-16,0 1 2 0,3 0-1 0,-1-1 8 15,2-1-1-15,0 0-4 0,0 0 2 0,2 2 1 0,1-1-3 16,5 3 8-16,16 11-6 0,-7-6 3 16,-1 0 4-16,-1-4-3 0,0 12 3 15,-2 3-2 1,0 1 4-16,-9-3-5 0,11 4 5 15,-6-2 1-15,-5-1 4 0,-3 1-1 16,-2-3 1-16,-3-3 2 16,-4-1-3-16,-3 2 2 0,-4-4-3 15,-14 0 4-15,-8 0-9 0,5-2 4 0,4-2-6 0,-2-3 3 0,6 0-3 0,2-3-2 0,-2 14-3 0,5-8-8 0,6-3-9 0,0-2-4 0,8-4-7 16,1 0-50-16,0 0-80 0,1 0 8 16,1-2-31-16,0 0 9 0,2-4-136 15</inkml:trace>
  <inkml:trace contextRef="#ctx0" brushRef="#br0" timeOffset="-179313.37">2444 5883 730 0,'0'-2'69'16,"0"1"8"-16,0-1 20 0,0 0-31 0,0 0 5 15,-2 0-13-15,0-2 4 0,0 3 13 0,-2-1-4 16,-5-4 27-16,-8 1-45 0,-1 1-1 0,-3 4-16 16,1 4-22-16,0 5 5 0,-1 6-5 0,3 3 6 0,-1 16-3 15,4 3 16-15,-2 2-7 0,1 2 8 0,3 3-6 16,3-1-11-16,1-2 6 0,5 0-9 0,-1-4 2 15,-16-4 2-15,10 2-1 0,8-5 1 0,3-4 0 0,1-4 2 16,3-5 5-16,4 0-3 0,-1-2 3 0,0-4-9 16,3-2 3-16,10-3-4 0,4-4 6 0,-1 12-4 15,1-2-2-15,2-9 0 0,0-3-3 0,2-3 4 16,1-7-4-16,-1-3 3 0,0-3-8 0,-6 12 0 16,1-22 0-16,-7-2-1 0,-3 0 0 0,-5 0-1 15,-5 0-3-15,16-3 1 0,-8-1-4 0,-9-3-4 16,-6-2-2-16,-3 5 0 0,-8-7-5 0,-2 10 6 15,15 1-1-15,-25 4 1 0,1 7-3 0,1 2 3 16,1 6-2-16,0 3 3 0,2 3 0 0,0-12-1 0,-1 4 1 16,3 5-1-16,3 4-2 0,4 2 8 0,0 2-6 15,4 2 5-15,0-1-9 0,5-1 5 0,-5 11-3 16,-3 8 4-16,5-1 2 0,3 6 0 0,4 0 2 0,2 2-1 16,2 2 4-16,3-1 0 0,4 3-2 0,1-4 2 15,1 3-1-15,1-3 3 0,1 0 3 0,2-2 0 16,0-2 9-16,-15 0-6 0,18-1 3 0,2-3-4 15,1-1 4-15,1-3-1 0,2 1-5 0,-4-2 1 16,2 0-8-16,-3-2 5 0,-3-2 0 0,-1-2 0 16,-2 0-9-16,-2-1-13 0,0-3-8 0,-2 3-4 15,2-4-44-15,-6-1-136 0,3-1 21 0,4 0-64 0,-2 0-35 16</inkml:trace>
  <inkml:trace contextRef="#ctx0" brushRef="#br0" timeOffset="-178767.18">2615 5686 312 0,'0'0'132'0,"0"0"15"0,0 0 17 15,0 0-50-15,-2 0-2 0,2 0-24 0,0-1-14 16,0-1 4-16,0 0-8 0,2 0-1 0,-1 0-23 16,3 0 1-16,9-3-8 0,11-5-4 0,6 1-12 15,3 0 0-15,1 0-5 0,-1 1-10 0,-1-1 2 0,1 1-4 16,1 1 4-16,-1 0-4 0,-1-1 3 0,-5 1-3 16,-2 1 2-16,-9 2-4 0,-1 3-18 0,-4-1-8 15,-3 2-6-15,-1 0-39 0,-5 0-84 0,2 0 4 16,-1 2-40-16,1-1-90 0</inkml:trace>
  <inkml:trace contextRef="#ctx0" brushRef="#br0" timeOffset="-178609.77">2802 5776 358 0,'0'0'229'0,"-2"0"-307"0,0 0 277 0,0 0-151 16,1 1 10-16,-1 1 37 0,0 0 0 0,0 0 13 16,2 0 4-16,0 0-29 0,0 0-5 0,2-1-10 0,0 1-24 15,1 0-2-15,5 2-7 0,16 1 1 0,0-1-19 16,6-4-9-16,-2-2 3 0,1-1-6 0,-1-3-5 15,0-1-28-15,4-3-18 0,-3 1-10 0,3 0-111 0</inkml:trace>
  <inkml:trace contextRef="#ctx0" brushRef="#br0" timeOffset="-175159.79">2680 5744 169 0,'-2'0'174'15,"0"0"-75"-15,0 0 96 0,-2 0 12 0,-7 0-117 0,-2 0-2 16,0 0-10-16,0 0-9 0,4 0 15 0,1 0-12 0,1 0-19 16,3 0 2-16,2 0-11 0,-1 0-20 0,-1 0-1 15,2 0-1-15,2 0 2 0,0 0-3 0,2 0 4 16,17 0 0-16,31-4 1 0,9-3-9 0,8-2 4 15,-8-1-5-15,4-1 4 0,-5 0-13 0,-10 2 3 16,2-2-6-16,-9 3 5 0,0-1-5 0,0 0-1 16,2-1 1-16,-1 3-1 0,3-1 0 0,0 1 4 0,-1 0-2 15,-3 1 2-15,-2 0 2 0,-6 3-14 0,-5 1 1 16,-4 0-10-16,-7 0-22 0,-8 2-14 0,-3 0-16 16,-4 0-3-16,1-2-75 0,1 0-145 0,0 1-72 15</inkml:trace>
  <inkml:trace contextRef="#ctx0" brushRef="#br0" timeOffset="-174923.25">3153 5421 950 0,'-2'-2'58'0,"0"0"91"16,-1 0-75-16,-1-1-23 0,-2-1 7 0,-1-2-10 0,-2 5 29 15,-1-7-16-15,-1 4 3 0,4-1-11 0,5 5-18 16,0 0-12-16,-2-2-4 0,1 0 0 0,-1 2 0 0,2 2 5 15,0 2-6-15,-7 22 4 0,0 14-15 0,5 5 1 16,2-2 4-16,2 1-4 0,0-3-5 0,0 4-2 16,0-3-1-16,0 1 1 0,2-2 9 0,0-4-10 15,3-2 2-15,1-1-7 0,-1-4-21 0,1-1-37 16,0-3-28-16,-1-2-3 0,3-3-101 0,-3-8-40 16,1-2-15-16</inkml:trace>
  <inkml:trace contextRef="#ctx0" brushRef="#br0" timeOffset="-174504.09">3879 4914 897 0,'-2'0'37'0,"0"0"39"15,0 0-24-15,1 0-9 0,-1 2 1 0,-2 0 1 16,0 1 18-16,-1 14-17 0,-3 13-5 0,-3 3-4 0,2 4-25 15,3 8-1-15,3 0-4 0,1 5 0 0,0-2-10 16,0 0 9-16,-22 1-3 0,11-3 5 0,9 2-14 16,4 0 4-16,2-3-2 0,4 0 2 0,-3-5-4 0,5-1 2 15,-1-1 2-15,1-5-1 0,-1-1-2 0,0-6-1 16,-1 0-2-16,-2-8 2 0,-1-1 3 0,-1-6 3 16,-2-4 2-16,0-3 1 0,0-2 4 0,0 2 1 15,0-1 4-15,0 1-2 0,0-2 8 0,0 0 17 16,0 0 0-16,-2 0 7 0,1-2 6 0,-1 0-5 15,0 0 0-15,0 0-1 0,0 0-2 0,0 0-7 16,0 0-3-16,1 0-3 0,1 0-11 0,0 0 3 16,0 0-1-16,1-2 0 0,1 0-5 0,0 0-6 15,2 0-1-15,0 0-1 0,9-1-8 0,1-1 8 0,3 0-1 16,-2 2 5-16,0 0-10 0,2-1 8 0,1-1-10 16,-1 2 7-16,3-2-22 0,-3 3-3 0,2-1-2 15,-5 0-1-15,1 0-18 0,-4 0-33 0,0 0-5 0,-1 0-13 16,1-1-54-16,-2-1-75 0,2-3-6 0,-1-1-18 15,-3 1 37-15</inkml:trace>
  <inkml:trace contextRef="#ctx0" brushRef="#br0" timeOffset="-174351.36">3823 5105 1095 0,'-2'-2'37'0,"1"1"42"0,-1-3-25 15,0 0 15-15,-2-5-7 0,0 0 9 0,3-1-5 16,1 3-18-16,0-1 2 0,0-1-8 0,1 2-8 0,3-3-9 15,2 3-5-15,5 1 0 0,9 3-12 0,4 1-4 16,-3 0 3-16,3-13-5 0,2 4-6 0,2 5-43 16,2 6-21-16,1 2-23 0,2 6-212 0</inkml:trace>
  <inkml:trace contextRef="#ctx0" brushRef="#br0" timeOffset="-174083.35">4551 5558 1051 0,'-2'0'44'0,"-14"2"61"16,-7 2-54-16,-3 1 28 0,2 3-3 0,-4 5 13 15,-5 4 4-15,1-1-26 0,3 3-4 0,3-17-7 16,1 22-19-16,5 2 4 0,0 2-6 0,5 0 3 16,2 1-14-16,2 3-9 0,1-2 6 0,5 1-7 15,3 3 0-15,-17-5-10 0,8 3 0 0,7-2-1 0,4-3-2 16,4-2-4-16,4-3-2 0,3-4-1 0,-8-5 0 15,27 0-20-15,4-3 3 0,-1-7-9 0,2-1-14 16,1 17-24-16,-1-12-8 0,0-9-11 0,0-7-83 16,-1-4-70-16,-4-6-50 0</inkml:trace>
  <inkml:trace contextRef="#ctx0" brushRef="#br0" timeOffset="-173668.23">4766 5642 523 0,'0'0'99'0,"-1"-2"174"0,-1 0-182 0,0 0 9 15,0 0 0-15,-2 1 4 0,-3-1-11 0,-4 0-23 16,-4 0-2-16,4 2-6 0,-2 4-20 0,0 3-5 16,3-1-3-16,-4 22 1 0,1 3-7 0,-2 4-8 0,-4-1 2 15,10 3-3-15,-2-2 7 0,0 1-5 0,7-3-6 16,2 0 1-16,0-3-9 0,-14-2 10 0,8-2-5 16,4-6 5-16,4-1-11 0,2-2 5 0,2-8 6 0,0-2-4 15,-1-1 3-15,9 1 0 0,4 3-8 0,3-3 6 16,-4-5-8-16,1-2 1 0,3-4 4 0,-1-3-4 15,1-3 5-15,0-3-13 0,-5 6 3 0,-2-17-5 16,-3 2 3-16,-5 1 1 0,-1-1-3 0,12 2-1 16,-6-3-16-16,-5 3 6 0,-2-2-2 0,-4 1 5 15,-2 1 5-15,-3 3-1 0,-2 0 2 0,1 6-2 0,-3 0 2 16,-7 4 3-16,1 1-2 0,-2 2 3 0,-1-11 1 16,3 6-1-16,2 4 0 0,2 3 1 0,2 0 5 15,2 2-1-15,2 0-3 0,1 0 0 0,2 2-1 16,1 0-2-16,-1-1 6 0,2 3-5 0,-5 17 0 0,5-1 2 15,2 2 2-15,2 1 1 0,3-1 3 0,3 2 2 16,-1-2-6-16,4 4 6 0,0-2-1 0,0 2-3 16,2 0 5-16,-1-1-4 0,1 0 3 0,-2-2-2 15,-2-3-4-15,2 1 1 0,-2-5-5 0,2 1 1 16,-3-6 3-16,-3-3-3 0,-3-3-12 0,8-1-33 16,1-2-5-16,-2 0-13 0,2 7-54 0,2-4-103 0,2-1-15 15,5-6-51-15,5-7-245 0</inkml:trace>
  <inkml:trace contextRef="#ctx0" brushRef="#br0" timeOffset="-173443.9">5013 5451 817 0,'0'0'202'0,"-1"0"-237"0,-1 0 232 0,0 0-116 16,0 0-17-16,0 0-7 0,0 0-1 0,0 0-6 0,1 0-33 15,-1 0-7-15,2 0-3 0,0-2 1 0,2 0-1 16,1 2-19-16,5-2 3 0,12-3-11 0,8-3-13 16,-6 1-37-16,1 1-16 0,1 1-8 0,-4 1-57 0,-3 2-212 15</inkml:trace>
  <inkml:trace contextRef="#ctx0" brushRef="#br0" timeOffset="-173353.37">5210 5560 675 0,'0'0'67'0,"0"0"-8"0,0 2 37 16,0 0 12-16,0 0-19 0,0 0 7 0,0 1-22 15,0-1-8-15,0 6-5 0,0-3-28 0,0-1-26 16,0 1 8-16,2-1-15 0,-2-2 0 0,11 7-34 16,6 1-1-16,5-1-18 0,-1-5-57 0,1-4-211 0</inkml:trace>
  <inkml:trace contextRef="#ctx0" brushRef="#br0" timeOffset="-172930.87">5864 4840 1199 0,'-2'0'32'15,"0"0"-4"-15,-2 0 22 0,3 0 15 0,-7 0-11 16,-5-2 27-16,2 0-20 0,5 2-3 0,-1 0-7 16,3 0-23-16,1 2-11 0,1-2 1 0,2 2-3 0,-13 20 10 15,3 2-8-15,5 0-1 0,3 4-4 0,0 2-8 16,2 1 7-16,0 3-3 0,0 3 4 0,4 2-10 15,0 4 0-15,-1-2 0 0,-1 3 0 0,0-1 1 16,-2 0 3-16,0 1 0 0,0 1 1 0,-2-5-3 0,-2-1-6 16,-1 0 5-16,-1-5-5 0,1 1 3 0,-1-7 0 15,2-4-1-15,1-3 2 0,-1-5 2 0,0-1 5 16,1-4-4-16,1-3 3 0,0-1-11 0,2-5 14 16,0 2 0-16,-2-1 9 0,0 1 15 0,0 0 2 15,0 0-2-15,1-3 0 0,-1 1-11 0,0 0 0 16,0 0-3-16,2 0 1 0,0 0-7 0,0 0-6 15,2-2 8-15,0 0-8 0,1 0-4 0,20 1 4 16,3 1-9-16,0-2 8 0,5 2-1 0,-1-2-8 0,-4 0 8 16,4 0-7-16,-6 0 4 0,4 0-1 0,-4-2-4 15,-6 0 0-15,1 1-27 0,-8 1-16 0,6-2-4 16,-4 0-4-16,0 0-20 0,-4 0-56 0,0-2-16 0,-1 1-12 16,1-1-37-16,-2 0-119 0,-1 1-24 0</inkml:trace>
  <inkml:trace contextRef="#ctx0" brushRef="#br0" timeOffset="-172742.87">5721 4966 777 0,'-2'-2'333'0,"0"0"-421"0,0 0 383 0,-1 1-202 0,1 1-26 16,-2-2-3-16,2-4 6 0,-3-1-9 0,1 1-12 15,2 2-16-15,2-3-7 0,0 1-2 0,2 1-11 0,11-1-2 16,28 4-1-16,3-1-2 0,-3 1-9 0,2-22 3 15,-4 11-11-15,-4 7 4 0,0 6-39 0,-1 4-29 16,-5 1-16-16,-1 5-18 0,-2 1-183 0</inkml:trace>
  <inkml:trace contextRef="#ctx0" brushRef="#br0" timeOffset="-172472.08">6282 5337 713 0,'0'2'73'0,"0"0"15"0,-2 0-8 0,0 2-26 15,-6 12-1-15,-3 10 31 0,0 2 4 0,0 7-2 16,2 3 0-16,-1 1-26 0,3-2-15 0,1-2-2 16,1 0-3-16,-1-3 3 0,1 1-14 0,-1-3 2 0,1 0-7 15,1-2-8-15,2-2 1 0,2-2-6 0,0-6 5 16,0 1-3-16,2-4 2 0,0-4 3 0,1 0-3 16,1-4-8-16,0-1 7 0,-2-2 0 0,5-2 3 15,6 7 6-15,2 0-14 0,2-1 5 0,-2-5-7 16,-1-1 5-16,1-2-5 0,-2 0-4 0,2-2 0 15,-2 0-5-15,0-1-31 0,-2-1 1 0,-1 0-13 16,-1 1-28-16,0-1-44 0,-1 0-8 0,-3 2-26 0,-1 0-152 16</inkml:trace>
  <inkml:trace contextRef="#ctx0" brushRef="#br0" timeOffset="-172268.18">6256 5772 1296 0,'0'0'24'0,"0"0"-4"0,-2 0 32 16,0 0 4-16,0 0 0 0,2 0 16 0,0 0-7 16,0 0 3-16,0 2-6 0,0 0-16 0,2-1-3 15,0 1-10-15,1 0 6 0,3-2-14 0,13 2-9 0,-1-2 1 16,1 0-5-16,3-2-6 0,-2-2-6 0,-1 1-2 16,-2-1-4-16,-1 0-22 0,-4 1-23 0,1-1-3 15,-6 2-8-15,-3 2-29 0,-1-2-117 0,1 0 6 16,0 0-52-16,0 1-76 0</inkml:trace>
  <inkml:trace contextRef="#ctx0" brushRef="#br0" timeOffset="-170310.15">6742 5456 144 0,'0'-2'0'0,"0"0"81"0,0 1 11 0,0-1 49 15,0 0 26-15,0-2-51 0,0 1 13 0,0-1-24 16,-2-5-8-16,0 1 0 0,0 3-19 0,1-1 0 0,-1 0-3 16,0-3 0-16,0 0-10 0,0 0-8 0,0-1-1 15,2 8-3-15,-2-1-14 0,1-1 1 0,-1 0-2 16,0 1 0-16,0 1-19 0,0 0-3 0,0 0 3 15,0 2-1-15,1 0 2 0,-1 2 1 0,-2 2-5 0,0 5 5 16,-9 17-10-16,-2 4 1 0,10-1-4 0,-4 1 3 16,-3 0-5-16,5-1 5 0,-12-3-5 0,14 0 3 15,1-2-4-15,-13 1-2 0,8-5 2 0,5 0-3 16,4-1-2-16,2-2 5 0,4 1 5 0,1-3-1 16,3 2 4-16,-3-6-6 0,-1 2 3 0,16-4-2 15,-5-3 11-15,7-2-10 0,-2-3 1 0,0 14-2 16,4-4 10-16,-3-7-5 0,1-4 2 0,4-4-4 0,1-3 0 15,-1-6 0-15,-2-2-2 0,2-3 1 0,-2 10-1 16,-4-16-4-16,-3 0 2 0,-2-2-3 0,-4 4 2 16,-4-3-1-16,0 1 4 0,-3-2-4 0,-4 0 3 0,14 0 0 15,-5-2-3-15,-3 1 2 0,-6 1 2 0,-2 0-8 16,-4 2 7-16,-3-2-6 0,-3 1 8 0,1 5-6 16,-4 1-1-16,7 10-2 0,-16-2 2 0,0 2 1 15,-4 3-1-15,0 4 2 0,0-14 3 0,0 6-8 16,-2 5 2-16,-2 5-5 0,6 3 1 0,-2 5 2 15,2 3-1-15,7 0 1 0,-1-3 0 0,5 14 0 16,3 2-4-16,3 2 3 0,1-4-2 0,-10 2-5 16,5 4 3-16,7-4-6 0,4 2-4 0,4-2-14 0,1-3 2 15,4-1-7-15,3-1-5 0,-1-2-96 0,-6-1 11 16,14-3-42-16,-1 0-21 0,5-2-43 0,-7 1-1 16,3-7-20-16,-2 1-61 0</inkml:trace>
  <inkml:trace contextRef="#ctx0" brushRef="#br0" timeOffset="-170102.12">6915 5419 811 0,'0'0'61'16,"-2"0"10"-16,0-2 9 0,0 0-23 0,-2 1 5 15,1-1 31-15,-5-2 18 0,-3-2 2 0,0 3 1 16,2-1-26-16,1 2-37 0,5 2-5 0,-1 0-9 16,0 2-12-16,0 0 6 0,3 0-2 0,-1 1 2 0,-2 20-7 15,4-1 10-15,4 0-5 0,3 0 4 0,4-1-14 16,2-1 5-16,-5 3-4 0,16-3 3 0,0 0-13 15,0 1-5-15,0-1-4 0,-1 1-1 0,1-1-1 0,0 1-18 16,0-3 3-16,6 3-11 0,-1-1-22 0,3-3-105 16,3 1-13-16,-1-5-42 0,6 0-148 0</inkml:trace>
  <inkml:trace contextRef="#ctx0" brushRef="#br0" timeOffset="-168727.05">1294 7682 170 0,'0'0'62'16,"0"0"-7"-16,0-1 15 0,0-1 13 0,-1-2-26 16,-1 0 1-16,0-1-8 0,0-5 3 0,0 3-4 15,0 0-2-15,-1-3-4 0,1 5-4 0,2-3 1 16,0 3-7-16,0-1 9 0,0 1-6 0,0-1 7 16,0-1-4-16,0-1 13 0,0 1-1 0,0-1 3 0,0 1-2 15,0-1 8-15,0 3-5 0,0-1 5 0,0 1-9 16,0 1-10-16,0 0 3 0,0 1-6 0,0 1-9 0,-2-2-8 15,0 0 1-15,0 2-3 0,0 1-7 16,0-1 10-16,1 2-4 0,-1 2 6 0,2-1-9 0,-19 38-2 16,6 6-5-16,2 3 3 0,2 4 3 0,-1-2-7 15,-1 2 5-15,4 0-6 0,1-3 4 0,3-1-6 16,-1-2 4-16,0-5-6 0,2-6 5 0,0-5 1 16,2-2-4-16,0 0 2 0,0-2-2 0,0-4 2 15,-1 2 1-15,-1-3-1 0,-2-3-6 0,0 1 3 16,-1-2-3-16,-1-3 1 0,-1 1 0 0,-1-2 7 0,3-3-4 15,-3-1 4 1,1-4-5-16,-10 1 0 16,2-2 3-16,2-2-2 0,0-1 2 15,2 9-2-15,0-5-2 16,0-1 1 0,2-2 3-16,1 0 12 15,4-2-1-15,3 0 3 0,-1 0-9 0,0 0 7 0,-2 0-3 0,0 0 3 0,3-2-12 0,-1 0 6 0,2 0-1 0,2 0 3 0,1-1-5 0,16-9 0 0,16-2 1 0,2-3-1 0,6 0-8 16,3 0 3-16,3-1-2 0,-1 3 4 0,-2 2-2 0,-12 2-5 0,1 2-4 15,-1 3 0-15,-8 0-5 0,1 3-14 0,-6 1 0 16,-6-2-6-16,-4-5-19 0,-6 5-101 0,3 0 20 0,-5 3-52 16,1-1-43-16,-2 0-171 0</inkml:trace>
  <inkml:trace contextRef="#ctx0" brushRef="#br0" timeOffset="-168587.67">947 7809 587 0,'-2'-2'160'0,"0"-2"343"0,2 0-466 0,-3-7-6 15,1 2-1-15,0-4 0 0,2 2 13 0,2-2 16 16,3 0-4-16,3-2 3 0,23-4-35 0,8 6-20 16,2-1-4-16,4 2-6 0,-1 3-34 0,-1 2-28 15,0 3-30-15,3 2-1 0,-1-22-120 0</inkml:trace>
  <inkml:trace contextRef="#ctx0" brushRef="#br0" timeOffset="-167963.46">1816 7792 725 0,'0'0'146'0,"0"2"40"0,-2 0-58 0,0 0-81 0,1 1 4 16,-11 25 43-16,1 0 15 0,0 4-3 0,0-1 3 15,0 3-14-15,0-1-24 0,0 2-3 0,1-5-10 16,3 1-24-16,1-1-13 0,3-6 5 0,-1 0-8 16,2 1-1-16,2-3-5 0,0-4 3 0,0-1-3 15,2-2-5-15,0-2 2 0,0-4-8 0,-1 1 8 16,1-1-7-16,0-4 2 0,0 3 0 0,-2-4-1 0,2 1-6 15,-2-1 3-15,0-2-2 0,0 0 2 0,0-1-1 16,0 3-4-16,0 0-1 0,0 0 1 0,0-1 5 0,0-1-9 16,0 0 6-16,-2 0-6 0,0-2 4 0,0 0-5 15,0 0 3-15,1-2-4 0,-1-2 6 0,-2-11-3 16,0-12 0-16,2-3-1 0,2-4 7 0,2 1-2 16,4-6 0-16,1 0 0 0,4-4 4 0,2 2 1 15,2 1-1-15,0 4-1 0,2 5 2 0,0 3 3 16,-4 8 5-16,-8 1-5 0,16 4 2 0,-5 8-2 15,1 3 0-15,-2-5 1 0,0 3 5 0,-2 6 2 16,-2 0-5-16,-6 2 4 0,-1 4-9 0,15 27 4 16,-8 4 1-16,-11-2-2 0,-2 4-2 0,-5 0 6 0,-5-3-4 15,-2-1 5-15,-5-5-6 0,15-3-2 0,-18-2-2 16,3-3 0-16,3-4 1 0,6-3-1 0,1-4 4 16,4-1-4-16,3-5-1 0,0-1-1 0,2-2-4 15,-4 2 3-15,2-1 0 0,0 1-6 0,2-2 6 0,2 0-6 16,2 0 9-16,9-1 1 0,15 1-1 0,-8-2 2 15,8 0-2-15,-2 0 0 0,-2 0 0 0,2 2 0 16,-5 2 3-16,3 1-7 0,-7-1 4 0,5 4-2 16,-4-1 13-16,-8-1-7 0,1 1-1 0,-9 0-1 15,13 16 6-15,-6-1-1 0,-7 0 2 0,-4 2-2 16,-6 1 1-16,-5-1-5 0,10-2 4 0,-31 2-4 16,1-2 1-16,-4 1 3 0,1-3-6 0,-3-5 5 0,6-2-6 15,1 0-4-15,5-6 4 0,6 1-4 0,3-5 1 16,5 7-9-16,3-5-7 0,5-3 1 0,1 0-27 15,0 0-60-15,2-2-1 0,1 0-22 0,1-2-30 0,1-7-20 16,12-23-8-16,-9-3-11 0,33 2-81 0</inkml:trace>
  <inkml:trace contextRef="#ctx0" brushRef="#br0" timeOffset="-167479.87">2442 8022 564 0,'0'-2'94'0,"0"0"-94"15,2-7 115-15,1-11-49 0,1 5 28 0,-2 6-1 16,-2 1 5-16,0 5 0 0,0-3 40 0,0 2-34 15,0 2 6-15,-2-1-18 0,0-1-9 0,0 2-17 16,-1 0 1-16,-1 2-7 0,-2 0-10 0,-3 4-10 0,-2 0-2 16,0 25-3-16,0 3-8 0,0 1-1 0,-1 4-4 15,1-5 1-15,4 0-2 0,1-1-15 0,4-1 4 0,-16-2-8 16,7 1 4-16,5-4 0 0,6-1-1 0,0-6 0 16,4 1-3-16,1-4 7 0,3 0-2 0,-3-8 4 15,7 0-1-15,12-5-8 0,2 15 6 0,0-8-7 16,2-5 8-16,1-4 2 0,3-6 1 0,1-7-1 15,-1-1-3-15,-1-5-4 0,-1 12 0 0,-6-18 1 16,-1-1 10-16,-10-1-15 0,-4 1 7 0,-5-2-8 16,-1 2 7-16,16-4-5 0,-8 0 1 0,-7 2-2 15,-8 1 2-15,-5-3-11 0,-4 8 3 0,0 1-6 0,-21 6 1 16,-1 6-2-16,0 2-2 0,-2 3 2 0,1 2 8 16,3-18-4-16,1 9 6 0,3 7-5 0,3 4 5 0,7 0 2 15,-1 2-7-15,5 0 5 0,5 1 1 0,1 1-8 16,7-4 3-16,-1 4-5 0,-1-1 7 0,2 1-9 15,0 0 12-15,2 3-10 0,0 3 17 0,4 6-5 16,1-3 1-16,7 4-1 0,-3 0 3 0,15-3-2 16,2 5 4-16,0 0-4 0,6 3 0 0,-1-2 4 15,3 1-1-15,-3-1 4 0,3 4 9 0,-1-1-7 16,-1-1 4-16,-5-2-5 0,-1 1 5 0,-1-3-2 16,-1 3 0-16,-4-3 0 0,-3 1-7 0,-1-2 3 15,-3-1-6-15,-1-5 6 0,1 1-6 0,-6-5 0 16,-1 0-2-16,-1-1 1 0,-3 0-1 0,2-5-8 0,-2-1 5 15,1 4-8-15,1 0 0 0,0-2-61 0,-2 0-25 16,-1-1-16-16,1-1-106 0,0 0-71 0,-2-1-16 16</inkml:trace>
  <inkml:trace contextRef="#ctx0" brushRef="#br0" timeOffset="-167246.55">3190 7801 1192 0,'0'0'144'16,"-2"0"33"-16,0 0-48 0,1 0-69 0,-1 0-6 0,0 0 20 15,0 0 4-15,0 0-5 0,0 0 0 0,2 0-37 16,0 0-18-16,2 0-3 0,0-2-5 0,2 1-10 0,9-1-4 16,11-4 3-16,0 2-5 0,0 1-9 0,-3 1-13 15,-5 0-2-15,-1 0-7 0,-4 2-62 0,-1 0-96 16,-3 0-30-16,-1 2-24 0,-1 0-155 0</inkml:trace>
  <inkml:trace contextRef="#ctx0" brushRef="#br0" timeOffset="-167059.84">3125 8096 1137 0,'0'0'11'0,"0"0"2"0,0 0 33 0,0 0-5 16,0 0 14-16,0 0 31 0,0 0-7 0,2 0-2 15,0-1-5-15,0-1-32 0,1 0-8 0,22-9 3 16,1-2-4-16,1 2 11 0,1-1 5 0,2 3-5 0,0 0 4 15,-1 0-15-15,-1 1-9 0,-2 3 3 0,-4 1-5 16,1 2-11-16,-5 0 3 0,-3 0-7 0,-6 2 5 16,-1 0-12-16,-3 0-3 0,3 0-7 0,-1 0 1 15,-3 0-28-15,0 0-50 0,-1 0-24 0,1 0-18 16,0 0-151-16</inkml:trace>
  <inkml:trace contextRef="#ctx0" brushRef="#br0" timeOffset="-163874.79">4326 7506 467 0,'0'0'48'15,"0"0"-2"-15,0 0 47 0,0-2-20 0,0 0 10 16,2 0-36-16,0-1-5 0,-2 1 4 0,4-7-6 16,1-3-2-16,-1 3 5 0,2 0-4 0,1-4 3 0,-1 2-8 15,-1 0 3-15,1-2 2 0,1-2-1 0,-1 2 5 16,-1 0 2-16,1 0 0 0,0 0 0 0,-3 0 3 15,1 2 0-15,-4 1 8 0,0 3-4 0,0 0 15 16,0 3-15-16,0 2-7 0,0 0-1 0,-2-2-18 0,-2 1 8 16,-5-3-2-16,-11 1 3 0,3 3-4 0,-5 4-6 15,-8 5 1-15,8 4-3 0,-4 4-5 0,2-9-9 16,5 20 2-16,0 1-4 0,3 1 9 0,3 0-9 16,2 0 2-16,3 2-5 0,3-1-4 0,3 1-3 15,-2 0 4-15,-15 1-2 0,6 1 4 0,6-4-5 16,5 0 2-16,2-1-3 0,0-1 0 0,4-1 9 15,1-1-6-15,3-6 7 0,-1-3-15 0,4 2 9 16,-7-2-1-16,15 0 3 0,-1-6 1 0,5-4-4 0,1 12 1 16,5-4-1-16,-1-7 0 0,0-4 1 0,4-4-5 15,-1-8 3-15,1-3 0 0,1-7-3 0,-3 9 7 16,-4-23-5-16,-2 3 2 0,-3-1 3 0,-5-3-3 16,-3 3 2-16,-2-1-3 0,-5 3 1 0,0 1 1 0,10 3 2 15,-5 0 8-15,-5 0-5 0,-6 1 0 0,-2 1-1 16,-3 0 5-16,-5 2-8 0,-3-2 6 0,0 3-6 15,8 1 12-15,-21 3-4 0,0 2-2 0,0 6 0 16,0 4 0-16,3 3 0 0,1-13 3 0,4 6-3 16,-5 3-6-16,5 4 6 0,1 2-4 0,0 6 4 0,6-1-7 15,0 3 4-15,4 5-5 0,3 9 4 0,0 4-5 16,2-2-3-16,-14 2 4 0,4 0-3 0,7 2 7 16,5 0-6-16,2-2-3 0,3-2 0 0,3 2 0 15,1-4-22-15,2 0 8 0,0-1-14 0,0-1-10 0,2-1-59 16,-3-6-16-16,-1-4-16 0,13-1-72 0,4-5-28 15,0 14-11-15</inkml:trace>
  <inkml:trace contextRef="#ctx0" brushRef="#br0" timeOffset="-163686.86">4805 7484 1014 0,'0'0'57'0,"0"0"119"0,0 0-114 0,0 0 34 16,0 0 8-16,0 0 6 0,0 0 17 0,0 0-32 0,0 2-7 15,0-1-11-15,0 1-40 0,0 0-18 0,0 0 5 16,0 2-10-16,0-1-4 0,0 3-13 0,2 3-3 16,0 1-5-16,0-5-15 0,0 1-27 0,0-3-32 0,0 1 0 15,1 0-126-15,7 1-78 0,10 3-53 0</inkml:trace>
  <inkml:trace contextRef="#ctx0" brushRef="#br0" timeOffset="-163316.52">5427 6966 840 0,'0'-2'135'0,"-1"0"31"16,-1 0-53-16,0 0-71 0,-2 0-2 0,-7-3 27 15,-6-3 45-15,2 5-8 0,-5-1 13 0,1 2-44 16,3 2-30-16,-5 2 2 0,7 0-12 0,-7 5-10 0,4 4-4 16,3-1-3-16,-1 16 2 0,5 5-9 0,1 3 7 15,-2 3-5-15,2 6 5 0,3 1-10 0,-3-1 9 16,7 0-4-16,-2-3 6 0,1 1-11 0,1-2 5 15,-21 2-4-15,10 0 4 0,6-2-7 0,3 0 3 16,4 0 1-16,0-4 0 0,2 0 3 0,2-3-3 16,1-6-2-16,5-2 0 0,-1-2-4 0,0-7 0 15,1-2 1-15,-1-3-1 0,11-5 0 0,3 10 2 16,1-4 0-16,-4-5 0 0,2-4-5 0,1-2 5 0,-3-4-4 16,-1-4 6-16,-3 1-1 0,-3 0-8 0,0 5 5 15,-2-15-4-15,-3-3 13 0,-3 1-9 0,-3-3 4 16,13-1-6-16,-6 1 9 0,-3 0 2 0,-6 1 0 15,-2 5 0-15,-3-1-1 0,-1 6-8 0,-1 2 2 16,-10 5-3-16,-7-13 4 0,-2 6-3 0,-4 5-3 0,-1 6 1 16,1 4-8-16,-2 5-4 0,8 3-3 0,9-3-3 15,-7-2-25-15,15 16-36 0,-1 1-23 0,4-2-5 16,-9-2-78-16,6 1-31 0,5-4 1 0,2-8-14 16,4-2-22-16</inkml:trace>
  <inkml:trace contextRef="#ctx0" brushRef="#br0" timeOffset="-162741.83">5609 7391 696 0,'0'-2'88'0,"0"0"128"0,0 0-86 0,-1 0-20 15,-1-1 0-15,0-1-9 0,0 0-17 0,0 1-3 16,0-1-13-16,0 2 4 0,1 0-39 0,-3 2-16 16,0 0 3-16,2 2-7 0,0 0 6 0,-3 7-3 15,-4 15-3-15,1 2 1 0,3 0-1 0,3 0-2 16,0 0 9-16,2-2-7 0,0 2 2 0,0-3-2 15,0-1-6-15,2-3 3 0,0-1-9 0,-2-5 8 16,0-2-8-16,0-3 7 0,0-5-15 0,0-1 8 16,0 0 0-16,0 2 4 0,1 0 1 0,1-3-7 0,-2 1 5 15,2-2-5-15,-2 0 6 0,2-2-3 0,0 1-2 16,-2-7 0-16,4-14-4 0,-1-2 3 0,3 0-4 16,-2-1 4-16,-1-1-3 0,3-1 1 0,-1 1 0 15,3 0 1-15,1 0 6 0,0 1-8 0,1 3 5 16,-1 4-7-16,2-1 6 0,-2 4-1 0,-1 4-1 0,-3 4 1 15,8 1 8-15,-1-3-1 0,1 1 1 0,-6 5-2 16,4 1 3-16,-3 2 4 0,-7 0-2 0,5 2 2 16,-2 1-6-16,12 23 3 0,-6-2 1 0,-5 2-1 15,-5-1-5-15,0-3 5 0,0-2-4 0,-2-1 3 16,1-1-6-16,1-5 2 0,0-1-1 0,0-3 0 0,0-4-6 16,0-3-1-16,0 0 1 0,0 2-1 0,0-2 0 15,0 0 9-15,0-1-5 0,1-1 5 0,1-1-7 16,0-1 0-16,2-4 3 0,13-18-2 0,-3 0-2 0,1-2 5 15,-4 4 1-15,2-3 1 0,0 1-4 0,-1 4 0 16,-3 0 0-16,0 3 1 0,-1 6 3 0,-1 0-2 16,-1 3 4-16,-6 6-4 0,3-1 7 0,1-1 1 15,0 2-6-15,-2 2 5 0,1 0-3 0,-1 0 2 16,4 4 0-16,1 5-1 0,8 21-3 0,-6 1-4 16,-3 3 4-16,-6-3-4 0,0 3-1 0,0-5 2 15,0 1-3-15,0-2 3 0,0-6 1 0,0 0-18 16,0-3 4-16,0-2-12 0,0-1-15 0,0-6-81 15,2 1 7-15,-2-9-33 0,1 1-14 0,3 1-68 0,9 0-35 16</inkml:trace>
  <inkml:trace contextRef="#ctx0" brushRef="#br0" timeOffset="-162320.84">6274 7107 897 0,'0'-2'55'0,"0"0"-8"0,0 0 68 0,0-1-5 0,0-3 2 16,0-5-24-16,0 2-6 0,0 7-10 0,0-2 0 15,0 2-32-15,0 0 21 0,0 0-3 0,0 2 7 16,2 0-15-16,0 2-13 0,0 2 0 0,5 24-7 16,-1 3-17-16,-3 3 9 0,-1 1-5 0,-2 0 6 0,0 1-6 15,-2-3 0-15,-1-1-4 0,-1-6 4 0,0 0-10 16,1-4-1-16,-1-2-3 0,0-1 2 0,0-4-4 16,3-4-3-16,-1-2 1 0,2-3-2 0,0-3 7 0,-2 1-8 15,0 0 0-15,2-2-4 0,0 0-3 0,0-2 9 16,0 0-5-16,0-2 6 0,0-2-3 0,2-24 2 15,2-3 2-15,1-5-1 0,3-1 1 0,-1-2 1 16,0-5-1-16,1 1 0 0,-1 0-1 0,3 2-3 16,-1 6 5-16,0 0-2 0,0 3 13 0,1 6-9 15,-1 4 4-15,-3 11-5 0,-1 0 6 0,-3 7 8 16,2 0-6-16,5-1 6 0,2 1-9 0,2 2 5 16,2 2-2-16,0 4 3 0,0 5-6 0,1-5 2 15,5 24 0-15,-8-2 2 0,0 3-3 0,-2-3 1 16,0 4 1-16,0 0 0 0,2-2-3 0,-4 0-3 0,3-2-4 15,-7-2 2-15,3-2 3 0,-3-2-4 0,8-1 1 16,-2 0-3-16,-3-5-8 0,-5-1-21 0,1 0-9 16,-2-2-10-16,-2 1-77 0,0-1-103 0,-2 0-1 0,0-4-41 15,0 3-87-15</inkml:trace>
  <inkml:trace contextRef="#ctx0" brushRef="#br0" timeOffset="-162180.22">6363 7395 1231 0,'0'0'32'0,"0"0"44"15,0-2 6-15,0 0-6 0,0 0 4 0,0 0-8 16,0 0-11-16,0-1-25 0,0 1 2 0,8-11-11 0,7 0-12 16,16 0 3-16,8-2-3 0,6-2 3 0,-3 1-14 15,1-3 1-15,-2 0-4 0,-2 3 3 0,0-1-1 16,-2 4-36-16,-4 2 0 0,-7-2-21 0,-1 9-71 0,-11-7-204 16</inkml:trace>
  <inkml:trace contextRef="#ctx0" brushRef="#br0" timeOffset="-161777.1">4306 8355 1003 0,'-11'1'60'0,"-32"7"83"15,4-1-70-15,9-1-4 0,6-1-5 0,6-1 5 16,5-2 7-16,5 0-21 0,5-2-3 0,-1 2-10 16,0 0-36-16,2-1 16 0,2 1-1 0,0-2 8 15,2 0 8-15,26 2-11 0,18-2 3 0,12-7-6 16,-2-3-1-16,16-1-2 0,4-2 0 0,0-2 0 0,2 1-5 15,2-1 1-15,7-2-4 0,14-2 3 0,1 3-3 16,4 1 0-16,-6 2 1 0,-9 2-2 0,-2-2-4 16,-2 2 0-16,1-1-3 0,3 5 1 0,-2 0-10 0,-9-1 10 15,-4 4-5-15,-11-1 8 0,-10 1-5 0,-10 4 1 16,-10-2 2-16,-7 2-3 0,-6 0-16 0,-5 0-5 16,-4 0-10-16,-7 0 4 0,-1 0-25 0,-1 0-23 15,0 2-13-15,-3 0-4 0,1 0-48 0,-2 0-42 16,0 0-6-16,-2-1-25 0,1 3-121 0</inkml:trace>
  <inkml:trace contextRef="#ctx0" brushRef="#br0" timeOffset="-161491.47">4360 8728 1331 0,'-24'3'47'15,"-26"5"59"-15,9-3-51 0,7 1 7 0,8-4-3 0,10 0 9 16,4 0 17-16,9-2-35 0,-1 1 3 0,2 1-16 15,0-2-14-15,2 0 4 0,2 0-4 0,22 0 4 16,34-2 0-16,3-3-1 0,4-3-1 0,8-5-1 16,1-1-3-16,9-3-1 0,10 0-4 0,6 0 1 15,5-1-11-15,-2 1 0 0,0 1 4 0,-4 1-4 0,-1 4-4 16,-3-1 6-16,-4 3-6 0,-11 2 6 16,-1-1-9-16,0 5 7 0,6-3-3 0,3 0 4 0,-5 1-2 15,-15-1-4-15,-13 1 2 0,-17 1-3 0,-6 0-11 16,-8 1-1-16,3-3-4 0,-6 0 0 0,0 1-28 0,-3-1-77 15,-6 3-11-15,0-1-32 0,1-2-139 0</inkml:trace>
  <inkml:trace contextRef="#ctx0" brushRef="#br0" timeOffset="-134678.39">27084 6273 417 0,'0'0'15'15,"0"0"1"-15,-2 0 15 0,1 0 16 0,-1 0 19 16,0 2 8-16,0 0 15 0,0 0-1 0,-2 0-4 0,1-1-14 16,-1-1-14-16,2 0-3 0,0 0-5 0,0 2-5 15,1-2-17-15,-1 0 3 0,0 0-8 0,0 0 6 16,0 0 7-16,2 0 0 0,0 0 1 0,0 0-2 0,2 0 7 16,0 0-2-16,0 0 3 0,0 0-4 0,14 0-8 15,5 2 3-15,1 2-4 0,2 0-2 0,0-1-10 16,8 1-6-16,-2 2 0 0,-3-3-3 0,1 1 4 15,-4-2 0-15,2-2-1 0,-1 0-4 0,-1-2-6 16,2 0 6-16,-4-2-6 0,2 1 4 0,-2-1 3 16,-5 0-7-16,0-1 6 0,-2-1-9 0,0 1 1 15,-1-1-5-15,-1 2 2 0,-3 1-11 0,-3 1-24 16,0-2-5-16,-3 2-15 0,0 0-93 0,0 0-64 0,-1 1-51 16</inkml:trace>
  <inkml:trace contextRef="#ctx0" brushRef="#br0" timeOffset="-134381.89">27328 5969 632 0,'-2'0'28'0,"0"0"45"0,0 0-45 16,0 0 61-16,0 2-6 0,0-1 24 0,-1 1-10 16,-1 0-35-16,0 0 0 0,1 2-12 0,1-1-13 0,0 1 1 15,-6 9-8-15,-1 4 6 0,2 1 1 0,-1 7-21 16,5-3 7-16,3 4-13 0,0 3 1 0,0 3-7 16,0 0 1-16,0 5-2 0,0 0 2 0,0 0 1 15,0 2-3-15,0 0 0 0,0-2-22 0,0 4-17 16,0-2-13-16,-2-2-6 0,0 2-119 0,0-2-149 15</inkml:trace>
  <inkml:trace contextRef="#ctx0" brushRef="#br0" timeOffset="-134022.27">27342 7523 739 0,'0'0'66'0,"0"0"0"0,0 0-17 16,0 0 8-16,0 0-28 0,0-2 53 0,0 0 11 16,2 0-6-16,0 0 4 0,2 0-27 0,0 1-12 15,18-9 7-15,-2 3-8 0,4-2 15 0,2 1-20 16,4 1 0-16,-4 1-8 0,-2 1-14 0,2-1-10 16,-2 0-2-16,2 3-3 0,0-1-9 0,-2 0-21 0,2 1-5 15,0-1-12-15,4 0-79 0,0 0-292 0,7 1 4 16</inkml:trace>
  <inkml:trace contextRef="#ctx0" brushRef="#br0" timeOffset="-58090">2277 9905 69 0,'0'-2'0'0,"0"0"13"0,0-3 139 0,-4-10-42 15,2 2 0-15,0 4-69 0,2 5-22 0,0 0-10 16,0 0-3-16,-2 1 3 0,0-1-7 0,1 0-4 0,1 1 5 16,0 1-5-16,-2 0 2 0,0 0 6 0,0 0-5 15,0 2 7-15,0 0 2 0,0 0-3 0,1 2 5 16,-1 0-4-16,0 0 8 0,0 1-10 0,0 1 3 15,-2 9-4-15,1 2 5 0,1 2-2 0,0 1 5 16,2 1-4-16,0 1-4 0,0 4 7 0,2 0-11 16,2 8 11-16,-1 1-5 0,1 5 5 0,-2 2-3 0,2 3 3 15,-4 2-12-15,0 7 12 0,0-2-2 0,0 0 5 16,0 0-7-16,0-7 7 0,0 0-9 0,-2-3 7 16,0 1-15-16,2 4 2 0,0 1 7 0,0 6-4 15,0 0-3-15,0 9 8 0,0 4-9 0,0 4 9 16,0 5-11-16,-2-1 2 0,2-8 1 0,-2-4 1 0,2-9 5 15,-2-2-1-15,-1-3-7 0,-3 1 2 0,2 0-6 16,1 8 10-16,1 1-1 0,0 3 3 0,2 5-11 16,0 3 9-16,0 3-1 0,0-2 4 0,0-2-13 0,0-8 4 15,0-7 0-15,0 0 2 0,-2-6 13 0,2 8-4 16,0-2 0-16,0 6-3 0,0 3-4 0,0 10 0 16,0 7-3-16,0 3 1 0,0 5 0 0,0-8-5 15,-2-6 9-15,0-7-9 0,0-4 6 0,1-1-1 16,-1 3 0-16,2 2 0 0,0 5 3 0,0 7 4 15,0-3-11-15,0 6 7 0,0-8-6 0,2-5-1 16,1 0 8-16,-1-12-5 0,2 1 6 0,-2-2 0 16,3-2 0-16,1 0-1 0,1 0-8 0,1 0 8 0,-3 0-4 15,3-2 6-15,-1 2-2 0,-1-2-3 0,-1-5-1 16,-1-3-1-16,0-6 5 0,-1-3 0 0,1-3 5 16,0-4-4-16,0 2 7 0,-3-8-4 0,1 2 0 15,0-5-2-15,0 0-2 0,0 0 0 0,-2-4 3 16,2-2-1-16,0 0 14 0,-1 0-14 0,1-2 9 0,0 1-10 15,0-1 11-15,-2-2-4 0,2 1-3 0,-2-5 1 16,0 3-4-16,0-4-5 0,0 0-1 0,0 0 0 16,2 1 4-16,0 1 2 0,-1 0 0 0,1-2-1 15,0-1 2-15,0 1-4 0,2 0-1 0,-1 0-2 16,-1-2-1-16,6 0 1 0,1 0 0 0,2 0 0 16,0 0-4-16,2 0 6 0,2-2-2 0,0 0 3 0,4-1-4 15,-1-1-5-15,6 0 6 0,2 0-5 0,2 1 8 16,4-1-2-16,3 0-1 0,8 1 0 0,5-1-4 15,2 0 0-15,8 0 0 0,-3 1 0 0,3 1-2 0,-1 0 0 16,-1 0 1-16,0 0 0 0,5 0 3 0,4 2-2 16,8 0 0-16,8 0 1 0,5 2 1 0,8 0-5 15,3 2 4-15,-4-2-4 0,1 1 5 0,-4 1 2 16,4 2 1-16,8-3 2 0,8 5 0 0,7-1 1 16,-6 1 6-16,-3-1-2 0,-6 2 7 0,-2-1-6 15,10 1-6-15,9 0 3 0,5 1 5 0,-1 1-4 16,-5-2 5-16,-8 0-5 0,3 3 0 0,8-3 1 15,3 2-5-15,3 0 4 0,-10 0-8 0,-8-1 3 16,-1 3-1-16,7 0 2 0,-4 0-6 0,4-2-10 0,-7 0 0 16,-15 0-2-16,-4-2 2 0,-11 0-13 0,-4-1-7 15,4-1-3-15,-2 1-15 0,2-5-147 0</inkml:trace>
  <inkml:trace contextRef="#ctx0" brushRef="#br0" timeOffset="-56851.68">2243 14684 29 0,'0'0'2'0,"0"0"-1"0,0 0-5 15,0 0 4-15,0 0-2 0,0 0 15 0,2 0-6 16,0 0-2-16,0 0 0 0,0 0-3 0,-1 0 43 16,1 0-12-16,2 0 22 0,0 0-1 0,-1 0-4 15,1 0 7-15,0 0-8 0,0 0-4 0,-1 0 0 0,1 0-2 16,-2 0 1-16,0 0-18 0,1 2-2 0,-1 0-3 16,2 0 3-16,0 0-9 0,-2-1 5 0,-1 1-1 15,1 0 2-15,0 0 0 0,0 0-1 0,0 0-1 16,0 0 0-16,0-1-5 0,-1 1 12 0,1 0 0 0,0 0 4 15,0-2 3-15,0 0 8 0,0 0-5 0,0 0 6 16,-2 0-4-16,0 0-13 0,0 0 6 0,0 0-9 16,0-2-7-16,0 0 10 0,0-1-5 0,0-10 7 15,0-10-11-15,0-5 5 0,0-7-6 0,1-6 6 16,1 2-9-16,0-5-5 0,2-3-2 0,0-1-1 16,-1-2-4-16,1-2 3 0,0 2 2 0,-1 2-2 15,1-3-3-15,0 1 6 0,1 4-5 0,-1-1 5 16,2 3-5-16,-1-1-4 0,-1 1 4 0,2-3-2 0,-1-5 3 15,1 0-2-15,-1-3 0 0,-1 5 0 0,2 1 2 16,-1 1-1-16,1 5-4 0,-1 1 2 0,3 1 0 0,-1 4 0 16,1-4 6-16,-1 4-5 0,2-2-2 0,-1 1 2 15,-1 3-2-15,1 0 2 0,-1 0 2 0,0-4 4 16,3-4-7-16,-1-3 4 0,0-8-5 0,1 4 3 16,-1-2 1-16,0 0 0 0,4 1-9 0,-2 3 8 15,-1 5 1-15,-1 6 2 0,0 0-10 0,2 0 8 16,4 2-3-16,-2 1 5 0,4 1-9 0,0 1 2 15,1-1-2-15,-14 1 4 0,18-1 8 0,4 0-5 16,0-3 4-16,2-1-5 0,2 0-2 0,-3-2-1 0,3 2-2 16,-4-2 1-16,0 2-1 0,2 1 4 0,-4 1-1 15,2 4 1-15,-2 1-3 0,6 0 3 0,-2 4-5 16,3 0 4-16,3 0-9 0,5 0 13 0,2 0-4 0,7 0 4 16,2 0-9-16,11-2 8 0,1 2-2 15,8 2 2-15,-1 2-11 0,-4-2 5 0,-2 5 1 0,-9-1 2 16,0 1 2-16,-2 1-7 0,0 3 2 0,0 2-4 15,1 4 13-15,1 1-11 0,8-1 6 0,-5 1-9 16,3-1 6-16,1-2-2 0,-4 2-1 0,3 1 1 16,-6-1 7-16,0 0-2 0,-6-6 2 0,2-4-2 15,2 4-3-15,4 2 2 0,5 2-1 0,6 2 2 0,-2 2 0 16,7-3 0-16,-1 3-3 0,-4-1 2 0,1 3-2 16,-8-3 4-16,-5 1 0 0,1-21 3 0,-2 13-8 15,0 8 2-15,1 3 2 0,1 4 1 0,4 2 3 16,1 6-1-16,-4-1-6 0,3 0 3 0,-6-3-7 0,-2 2 6 15,-2 1-3-15,-9-3 4 0,-4 0 3 0,-2-3 1 16,-3 1-1-16,3 4-1 0,-4-3-13 0,1 1-12 16,-4 0 1-16,0 0-5 0,-2 1-13 0,-4 1-287 15</inkml:trace>
  <inkml:trace contextRef="#ctx0" brushRef="#br0" timeOffset="-55433.92">2369 14829 86 0,'0'0'30'0,"0"0"36"0,0 0 18 0,0 0 13 16,0 2-40-16,0 0-4 0,0 0-1 0,0-1 1 16,0 1 2-16,-1 0-17 0,-1 0 7 0,0 0-10 0,0 0-1 15,0 0-6-15,0-1-2 0,0 1 1 0,1 0 11 16,-1 0-4-16,0 0-1 0,0 0 0 0,0 0 7 15,0-1-15-15,0-1 14 0,1 0-15 0,-1 0 1 16,0 0-5-16,2 0-1 0,-2-1 0 0,0-1-1 0,2 0 2 16,-2 0-3-16,0-2 2 0,1-5-6 0,-5-8 1 15,0 2-4-15,1-1 4 0,-1-3-8 0,1 1 3 16,-1-5-2-16,-1-1 2 0,1 2-5 0,-1-10-2 16,1 4 4-16,2-7-3 0,1-4 2 0,-1 0-6 15,2-5-1-15,2-1-2 0,0 0 11 0,0-3-9 16,0 2 3-16,0 3-4 0,0 0 12 0,0 1-12 15,4 1 9-15,-2 2-10 0,1 0 11 0,1 2-10 0,0 1 3 16,3-1-5-16,1 2 7 0,-1-4-3 0,1 2 1 16,-1-2-1-16,0 0 8 0,3-2-5 0,-3-2 3 15,1 4-3-15,-1-3 2 0,0-1-7 0,-1 2 2 16,0-2-3-16,-3 4 11 0,1 6-5 0,0-2-2 0,-2 1-1 16,-1 3-2-16,-1-1 3 0,0 2 5 0,0 3-3 15,0-1-2-15,0 2 5 0,0 2-5 0,0-2 6 16,0 0-6-16,0-2-4 0,0-2 7 0,0 0-5 15,0-3 11-15,2 1-9 0,0-1-2 0,0-2-1 16,0-1 3-16,2-1 3 0,1-4 1 0,1 4 0 16,-1 0-8-16,1 2 2 0,1 1 2 0,1 3 0 15,-1 1 3-15,1 0-4 0,-1 3-2 0,-1 2 0 0,-1 1-2 16,1 4 11-16,-1 0-3 0,1 1 6 0,-1 0-13 16,1 3 1-16,0-3 0 0,-1 1 2 0,1-1 2 15,-3 0-1-15,1-1 1 0,0 0 0 0,0-3-3 0,-1 1 3 16,3-2-3-16,-1 0 4 0,1 0-5 0,1-6 7 15,1 0 0-15,-1 2 2 0,3-3-10 0,-1 5 7 16,2-2-4-16,0-2 4 0,0 4-12 0,0-2 9 16,-1 4-5-16,-3 4 7 0,1-1-2 0,-1 3 3 15,0-1 0-15,1 1 0 0,-3 1-2 0,1-3-1 16,1-1 0-16,1 1 0 0,-1-1-4 0,3 1 1 16,-1-1 3-16,0 3 0 0,0-3 3 0,3 1-4 15,-1 0 3-15,-2-1-3 0,2 1 1 0,0-1 0 0,0 1-3 16,0 1 4-16,2-1 1 0,-11-1 2 0,13 3-4 15,-2-3 2-15,2 3-7 0,0-1 2 0,-2 1 3 16,-2 3 0-16,2-2 0 0,4-1 0 0,-1 1-4 16,3 0 4-16,-2-1 1 0,1 1 2 0,1-3 0 0,-1 1 0 15,3 2-3-15,3-3-2 0,2 1 0 0,2-1-1 16,2-2 8-16,1 3-8 0,3-1 5 0,1 3-6 16,6 2 5-16,0-2-3 0,-1 4 2 0,7 0-2 15,-5 2 2-15,7-2 0 0,-5 4-5 0,3 0 5 16,3-1 7-16,-6 1-10 0,1 2 7 0,-2-5-9 15,-2 3 2-15,5 0 6 0,-1 0-8 0,1-1 7 16,0 3-7-16,6 1 5 0,4-1-1 0,2 1 1 0,8 3-9 16,1-3 10-16,-2 0 3 0,4-1 0 0,-10 0-4 15,1 1 1-15,-1-1-4 0,-1 1 3 0,3-1-7 16,6 1 9-16,7-1 2 0,6-3 1 0,7 1-6 0,6 0 0 16,-6-4-3-16,-3 0 3 0,-2 0-3 0,-6 2 5 15,4 1-2-15,5 5 3 0,-1-1-3 0,5 4-2 16,-2-1 3-16,-7-3-1 0,-4 2 7 0,-6-1-4 15,-3-1 2-15,0 4-4 0,0 0-8 0,11-29 11 16,0 16-3-16,4 8 6 0,1 1-4 0,-9 1-2 16,-5-1 1-16,-6-1-1 0,-5-1-4 0,1 1 1 15,-3-3 3-15,3-3 0 0,3-1 3 0,4-3 0 0,5-2-8 16,-6 4 2-16,0 4-23 0,-7 2-4 0,-8 5-6 16,-9 2-1-16,-8 2-31 0,-9 2-363 0</inkml:trace>
  <inkml:trace contextRef="#ctx0" brushRef="#br0" timeOffset="-51870.93">2847 9506 64 0,'0'-2'24'0,"0"-2"23"0,1-13-6 0,1-9 13 16,2 2-8-16,0 0 8 0,-2 4-15 0,1-1-15 15,1 3-1-15,0 1-5 0,1 0-4 0,-1 4-6 16,-2-2 5-16,0 4-5 0,0 0 6 0,-1 2-5 16,1 0 4-16,0 1-4 0,-2 1 0 0,0 3 8 15,0-1-4-15,2-1 5 0,-2 2-10 0,0 2 8 16,0-1-7-16,0 1 6 0,0-2-12 0,0 0 0 0,0 1 9 16,0-1-6-16,0 2 3 0,0 0-7 0,0 0-2 15,0 1 0-15,2-1 2 0,0 2 5 0,0 0-4 16,-1 2 4-16,1-1-7 0,0 3 1 0,0 9 5 15,4 11-2-15,-3 2-2 0,-1 0 1 0,0 2-3 0,0 0 5 16,0 0 2-16,0-2-7 0,-1 0 1 0,-1-6-2 16,0 6 13-16,0-2-4 0,0 2 7 0,0 0-4 15,2-3 19-15,0-5-10 0,-2-1-1 0,0 3-2 16,0-1-2-16,0 1-15 0,0-1 7 0,0-1-7 16,0-1 11-16,4 2-11 0,-2-1 3 0,0 1-3 15,1 5 11-15,-1 0-15 0,0 2 10 0,2 4-11 0,-2 1 13 16,-1 1-8-16,1 1 0 0,0 4-2 0,0 2-5 15,0 0 9-15,0 2 0 0,0-2 5 0,-1 0 0 16,1 4-4-16,0-8-3 0,2 2 0 0,-2-1 0 16,0-7-2-16,-2 1 1 0,0-2-1 0,0-2 2 0,0-4 2 15,1 1 0-15,-1-5 2 0,0-1 1 0,0-1-8 16,0 1 4-16,2-2-4 0,0 4 8 0,0-3-9 16,0 3 4-16,0 1-5 0,0 3 5 0,-2-1 0 15,0 2 0-15,0 4 1 0,0-2 1 0,-2 4-2 16,-2 7 1-16,0-2 0 0,-1 6 3 0,-1 2 0 15,1-8-3-15,1 8 0 0,0-4-9 0,0 0 7 16,3 0-3-16,-3-6 4 0,0-2 0 0,0-3 3 16,3-2-4-16,-3 0 2 0,2-2-6 0,2 1 6 0,0-3 1 15,-2-2 2-15,2 3 2 0,0-1-10 0,0 2 3 16,4 0-5-16,0 2 14 0,-1 2-8 0,1 2 5 16,0 1-6-16,-2 3 4 0,-2 3-4 0,-2 0 2 15,-4 4-2-15,-1 1 8 0,1-3-10 0,1 4-2 0,1-2-2 16,-2 2 7-16,1-1 2 0,1-4-1 0,2-1 1 15,0-6 2-15,2 1-9 0,-2-2 11 0,1-1-10 16,-1 3 6-16,2-1 1 0,0 5-5 0,0 1 3 16,0 2-4-16,2 0-2 0,-2 3 5 0,3-1-2 15,3 4 1-15,-1 1 1 0,3 3-3 0,-3-1 4 16,-1-2 8-16,0 1-9 0,0-5 3 0,-1 1-5 16,1-2-1-16,0-2 2 0,-1-2 4 0,1-2-2 0,-2 1 1 15,2-1-1-15,-1 4-6 0,5 4 5 0,1-1 2 16,0 3-10-16,3 3 11 0,-3 8-11 0,2 0 16 0,-2 7-8 15,1-4 0-15,-3 1-3 0,-1-1 5 0,-1-2 2 16,1-3 0-16,-1-4-1 0,-1 1-4 0,-2-1-2 16,0 0 3-16,-2 6-2 0,0 1-4 0,0 3 6 15,-2 6 1-15,2 7 2 0,-4 1 5 0,0-2-11 16,1-5 4-16,-1-9-4 0,0-1 14 0,1-1-9 16,-1 0 0-16,2 5-1 0,0 6 13 0,0 5-11 15,2 10 3-15,-2 3-5 0,2 6 8 0,0-3-9 16,0-7 5-16,2-8-6 0,0-8-1 0,0-4 1 15,0-2 3-15,2 1-1 0,1-4 5 0,3-1-3 0,-1 1-4 16,0-6 1-16,-1 2 1 0,0-5 4 0,-3-7-4 16,3-4 3-16,-2-3-5 0,-1-1 7 0,1-4-2 15,-2-2 5-15,2-4-7 0,-3-2 3 0,1-1-2 16,0-1 2-16,0-3 0 0,0 0-2 0,0 4 1 0,0-1-1 16,-2 4 2-16,0 3-2 0,0 1 8 0,0 1-7 15,0 1 2-15,-2 0-1 0,0 4-6 0,0-3 3 16,0-1-2-16,0 0-2 0,2-2 4 0,0-2-2 15,0-1-2-15,0-1-6 0,0-5-10 0,2-1 2 16,0-5-39-16,-2-3-88 0,2-3-20 0</inkml:trace>
  <inkml:trace contextRef="#ctx0" brushRef="#br0" timeOffset="-50071.31">3474 13212 425 0,'0'0'69'0,"-2"-2"-7"0,0 0 3 0,1 0 6 0,-3-2-29 16,-5-1-6-16,-3-3-11 0,5 3 4 0,1 1-8 15,1 0-7-15,3 4-12 0,-2-1 4 0,1-3-6 16,-1 0 4-16,0 2 2 0,2 0-11 0,0 1 6 16,1-1-12-16,-1 0 7 0,0 0 7 0,0 0-1 15,2 0 7-15,0 0 4 0,0 2-7 0,2 0 6 16,0 0-6-16,1 0 15 0,-1 0-4 0,26 4 8 16,0 2 3-16,-2-3-4 0,4 1 0 0,-1 0-3 0,7-2-15 15,5 0 14-15,1-2-6 0,-3 0 8 0,2 0-14 16,-2-2 4-16,-5 0 0 0,-1 0 1 0,0 0-15 15,-1 0 2-15,3 0-1 0,-3 1 4 0,-4-1 8 0,-2 2-9 16,0 0 0-16,1 0-3 0,1 0 1 0,0 0 1 16,-2 0 2-16,-4 0-2 0,3 0 6 0,-7 0-18 15,1 0 6-15,-8 0-13 0,2 0-4 0,-4 0-30 16,-5 0-4-16,1 0-20 0,-3 0-147 0</inkml:trace>
  <inkml:trace contextRef="#ctx0" brushRef="#br0" timeOffset="-49655.19">3328 12939 775 0,'0'-2'24'16,"0"0"-2"-16,0-2-12 0,0-5 8 0,1-2-17 16,1 2 3-16,0 3-8 0,2-1 3 0,-4 5-6 0,5 0 5 15,5-5-12-15,-3 3 5 0,1 0-6 0,-5 4 13 16,-1 0 11-16,2 0-5 0,-2 2 7 0,0 0-12 0,-2 2 7 16,1 16 1-16,-1 0 4 0,-3 1 4 0,-5-1 5 15,-1-1-8-15,0-1 5 0,-2 1-13 0,-2 0 0 16,0 1 4-16,0 0-4 0,0-1 0 0,1-1 0 15,1 1 3-15,2-4-4 0,0 2-3 0,3-4 5 16,2-2-5-16,1 0 6 0,1-2-4 0,0-1 8 16,2-1-2-16,0-1 4 0,0-1-5 0,0-1 18 15,2 1-10-15,-2-3 12 0,0 0-13 0,18 0-5 16,3 11 2-16,1-2-3 0,4-3-7 0,0-5-20 16,0-3-4-16,2 0-10 0,0 0-35 0,-4 0-145 0,2-2-18 15</inkml:trace>
  <inkml:trace contextRef="#ctx0" brushRef="#br0" timeOffset="-49220.55">1294 13171 539 0,'0'-2'38'0,"0"0"69"0,0 0-78 0,0 0-8 16,2 1-7-16,0-3 1 0,0 0-8 0,0 0 2 0,0 4 2 15,26-14-2-15,-6 4-6 0,-4 3 12 0,1 1-7 16,-4 3 8-16,3-1-9 0,3 0 12 0,-3 0-3 16,1 1 5-16,-2 1-2 0,-1 0 12 0,1 0-7 0,2 0 8 15,1 0-9-15,-1 2-12 0,-3 0 9 0,3 0-11 16,-1 2-1-16,-1 0-6 0,2 2 1 0,-3 0-1 15,1 1 5-15,0 1-7 0,-2-1 0 0,-2-1-4 16,2 2-13-16,-2-3-2 0,0 1-15 0,0 0 7 16,-4-2-39-16,0-1-182 0</inkml:trace>
  <inkml:trace contextRef="#ctx0" brushRef="#br0" timeOffset="-48964.38">1627 12976 877 0,'0'0'8'0,"0"0"0"0,0-2 0 15,0 0-3-15,2 0-2 0,-1 1-6 0,3-1 0 16,9-2-3-16,13-3 1 0,4 1-5 0,1 2 4 16,5 2-1-16,3 2 1 0,-2 2 2 0,0 4 1 15,0 1 2-15,0 4-1 0,-3 1 3 0,-5-1 0 16,-3 0-2-16,-5 0-1 0,1 0-1 0,-5 0 13 0,-6-3-1 15,-4-1 4-15,-1 12-7 0,-4-1 3 0,9 3 2 16,-7 1 0-16,-4 2 2 0,-10 2 7 0,-6 2-3 16,-3 0 4-16,-20-2-13 0,4 0-18 0,-2 0-1 15,5 2-17-15,1-2-106 0,3-4-123 0</inkml:trace>
  <inkml:trace contextRef="#ctx0" brushRef="#br0" timeOffset="-47698.7">2704 9433 36 0,'0'0'30'0,"0"0"-2"0,0-2 3 16,0 1-1-16,0-1-11 0,-2 0-12 0,0 0 1 15,0 0 5-15,0 0-4 0,0 0-3 0,-1 1-3 16,-1-1-1-16,0 2 2 0,-3-2 1 0,-1 0-10 15,1 0 8-15,0 0-6 0,-1 0 21 0,-1 1-7 16,1-1-1-16,3 0-1 0,-3 0-1 0,3 2-5 16,-3 0-1-16,-1 0-2 0,2 0-12 0,-1 2 2 0,1 2 4 15,-2 1-1-15,1 1 6 0,-1 1-27 0,-2 10-7 16,1 1-7-16,-1 5-32 0</inkml:trace>
  <inkml:trace contextRef="#ctx0" brushRef="#br0" timeOffset="-46797.78">2223 9909 85 0,'-2'1'15'0,"0"3"18"16,-4 7-6-16,-8 17-5 0,-1 2-1 0,4 1-2 16,-1 7-15-16,1 1-1 0,0 3 2 0,0 7 1 15,4-3 9-15,-3 2-13 0,3-3-1 0,1 1-2 16,-1-1 4-16,-2-4-7 0,-1-2 7 0,-1-6-7 16,0-1 5-16,0-1 13 0,-2-1-10 0,2 1 10 0,0 1-17 15,0 0 10-15,1-1-4 0,-1 1 8 0,0 1-4 16,4 1-4-16,-1 1-1 0,1 8-1 0,1-6-1 0,-1 7 0 15,-1 3 0-15,1-3-1 0,-1 3 3 0,1-3-6 16,-2-1 8-16,-1-4-8 0,1 0 11 0,2 0 4 16,1-4-4-16,-1 0 2 0,-1 3-13 0,1 2 9 15,1 3-6-15,1 5 7 0,-1 3-3 0,-1 4-3 16,-1 8 0-16,3 2-2 0,-1 2-4 0,1 0 7 16,-1-8 0-16,0-1 3 0,3-8-1 0,-1-2-3 15,0-5 1-15,1-4-2 0,-1 4 2 0,-2 1 0 16,3 1 0-16,-1 1 0 0,2 3 2 0,0 3-2 15,0 5 2-15,2 4-2 0,0 4 12 0,0 2-6 0,2-4 5 16,0-5-6-16,0-4-2 0,0-6-6 0,1-3 4 16,1-3-3-16,0 3 0 0,0 1 5 0,1 4-7 15,1 2 6-15,-3-1-6 0,1 4 9 0,0 3 0 16,-2-2 3-16,1 3-5 0,-1-5-2 0,2-2-1 0,2-2 1 16,-1-7 10-16,1-3-7 0,1-2 4 0,-1-3-7 15,-1 0-3-15,3 0-2 0,1 3 6 0,4 2-3 16,0-1 6-16,0 2 4 0,0 0-9 0,0 0 7 15,2 5-15-15,-2 1 12 0,0 1-8 0,0 4 9 16,-4-4-10-16,0-1 6 0,-1-3 3 0,-3-8 1 16,5 1-6-16,-1-4 4 0,0-3-2 0,2-2 3 15,1 0-8-15,-1-2 3 0,0 0 2 0,0-2 2 0,2 0 1 16,0-2 2-16,2 2-7 0,-2-3 4 0,2 1-1 16,-2-2 0-16,1 1 10 0,-2-4-7 0,1 1 15 15,0 1 2-15,-2-1-1 0,-2-1 2 0,0-2 1 16,-1-4-22-16,-1 0 4 0,-3-5-8 0,0 1 15 0,5-1-12 15,0-3 5-15,2 3-7 0,-1 1 5 0,1-1-5 16,2-1 0-16,-2-3-4 0,0-2-4 0,2 0 0 16,2-2 5-16,-2-1-3 0,2-5 5 0,-2 1 1 15,-2-1 0-15,-2 5 1 0,2-16 6 0,0 4 7 16,2-3-6-16,2-1 5 0,-2-1-2 0,2-1 1 16,2-3 2-16,3 2-2 0,1-4-6 0,1-2 0 0,4 2 0 15,0-2 0-15,4 0-4 0,-1 1 2 0,-1-3-9 16,-2-2 7-16,-2 3-2 0,-3-3 0 0,-1-1 0 15,4-3-2-15,-5 1-5 0,-2-6 9 0,-6 0-2 16,-2-1 4-16,-2-1-3 0,1 0 4 0,1 2 3 16,0 4-1-16,-5-2 2 0,2 2-9 0,-1-2 3 0,-3-4-4 15,6 4-4-15,-5-3 14 0,1-3-9 0,2-5 10 16,-5-6-4-16,3-14-2 0,0-8 8 0,0-13-7 16,-3 0 7-16,5-2-8 0,0 4 7 0,-1 5-7 15,-1-3-1-15,1-6 5 0,31-5-8 0,-23-17 8 16,-10-4-13-16,-1 4 13 0,-2 3-8 0,0 14 8 15,0 1-8-15,0-7 2 0,0-13 6 0,-3-9-4 16,1-4-2-16,-2 8-2 0,2 12 0 0,0 15 1 0,0 8 7 16,-1-4-3-16,-3 4-5 0,-1 2 1 0,-4 3-12 15,-1 15 4-15,-1 11 1 0,2 14-1 0,0 6-13 0,0 8-57 16,2 8-7-16,1 5-27 0,3 4-126 0</inkml:trace>
  <inkml:trace contextRef="#ctx0" brushRef="#br0" timeOffset="-45917.03">3482 14242 167 0,'0'0'38'0,"0"0"-5"0,0-2 37 0,-2 1 4 0,0-1-2 16,0-2 21-16,-2 0-34 0,1 1 8 0,1-1-18 15,0 0-12-15,-4 2-11 0,-1-1 3 0,5 1-6 16,-4 0-10-16,5-2 12 0,-1 4-7 0,-2-2 8 15,0 0-12-15,1 1-2 0,1 1 1 0,-2-2-1 16,0 2-2-16,-1 0-3 0,-3 0-8 0,3 2 4 16,-3 1 2-16,5 12-6 0,-3 9 5 0,1 4-6 0,1 0 3 15,0-2-1-15,0-2 2 0,-10-4-2 0,4-1 0 16,5-2 8-16,-1 5-9 0,4-3 8 0,0-1-6 16,2-1 2-16,0-4 7 0,2 0-5 0,0-4-5 15,0-1 18-15,2-1-11 0,-2-3 15 0,1 1-8 0,1-1-1 16,-2-4 4-16,11 7-3 0,-2-1-3 0,2-2-6 15,2-2 2-15,-4-2-3 0,0-2 2 0,4-2-5 16,-2-2 3-16,0-1-2 0,0-2 4 0,-8-1-8 16,-1-12 1-16,0 0-2 0,11 0 14 0,-4-1-13 15,-4-3 7-15,-3-3-9 0,-4 1 8 0,-2 0 4 16,-3-2-7-16,-3 4 5 0,1 2-5 0,-3 2-1 16,1 1 2-16,2 5-2 0,-3-1-2 0,5 6 5 0,-3 0-1 15,5 5 3-15,1 2-7 0,0 4-6 0,-5-5 3 16,-1 1-3-16,3 2 9 0,-5 0-1 0,3 2-4 15,-2 0 2-15,-1 4 1 0,3 0-5 0,0 3 10 16,-1 19-7-16,3-2 8 0,-1 4-5 0,4-4-2 16,0 1-1-16,0-3-6 0,-11-4 12 0,2 5-5 0,6-9 6 15,1 3-10-15,2-2 5 0,2 4-1 0,0-5 3 16,0-1 6-16,2-1-10 0,0-1 0 0,0 0-6 16,1 2-5-16,1-4-12 0,0-1 0 0,0-1-8 15,-4-5-33-15,1 2-173 0,5 3 17 0</inkml:trace>
  <inkml:trace contextRef="#ctx0" brushRef="#br0" timeOffset="-45671.39">3851 14203 953 0,'-2'0'77'0,"0"0"11"0,-1-2-24 15,-3 1-35-15,-7-3-8 0,2 2-19 0,4 2 1 16,3 0 0-16,0 0-3 0,0 0-11 0,1 0-9 16,1 0 4-16,0 0-5 0,0 2-3 0,0 0 6 15,0 0-12-15,2-1 9 0,0 1-16 0,0-2 12 0,0 0-13 16,0 0 4-16,0 0-85 0,0 0-9 0,0-2-15 16</inkml:trace>
  <inkml:trace contextRef="#ctx0" brushRef="#br0" timeOffset="-45223.79">3862 14051 321 0,'0'0'106'0,"0"-2"-2"0,0 0-23 0,0 0-4 0,0 1-43 16,0-1-20-16,0-2-2 0,2 0 2 0,-2 1-2 0,8-9 13 15,-5 5-10-15,20 0 3 0,-1 1-6 16,2 2 13-16,-2-11-14 0,1 6 10 0,-3 5-13 0,-1 4 1 15,-5 2 2-15,7 6-1 0,-1 3 3 0,-1-4 11 16,-3 23-10-16,-4 2 8 0,-5 1-10 0,-3 4 1 16,-2 2-2-16,20 4-5 0,-13-2 4 0,-9 3 3 0,-5-3 4 15,-7 0 1-15,-1 0 0 0,0-8 1 0,-1-3 8 16,1-8 0-16,-2 0 1 0,11-7-6 0,-16 2-5 16,-1-6 2-16,3-7-2 0,3 1 3 0,2 5 3 15,4-5-4-15,3-1 3 0,-1 0-10 0,1-2 1 16,0-2-2-16,3 0 1 0,-3 0-13 0,4 0-7 15,-1-2 1-15,-3-6-2 0,-5-14 3 0,3 2 4 16,5-6-3-16,3 5 4 0,0 3-1 0,2 1 2 0,-1 6-2 16,1 1 1-16,0 3-1 0,2 0-11 0,-2 3 11 15,1-2-11-15,7-1 10 0,1-1 7 0,2 3-6 16,-2 1 6-16,2 2-5 0,-2 2 4 0,2 0 0 0,-2 0 2 16,-2 0-1-16,4 2-3 0,-1 0 2 0,2 4-3 15,1-3-2-15,4 5-22 0,-1-1 8 0,-1-1-12 16,2-1 4-16,-6-1-5 0,5 0-9 0,-1-2 4 15,-6-1-10-15,8 1-44 0,-10-2-2 0,2 0-20 16,6-3-41-16,-4-1-39 0</inkml:trace>
  <inkml:trace contextRef="#ctx0" brushRef="#br0" timeOffset="-44881.77">4419 14019 383 0,'0'0'53'0,"-2"-1"-4"0,1-1 53 15,-1 0-7-15,-2-2 1 0,0 0-34 0,1 1-32 16,1-1 3-16,0 0-13 0,0 1 5 0,0-1-21 16,0 0 7-16,0 2-10 0,2 0 13 0,0 1-4 15,0-1 1-15,2 0-2 0,0 0-4 0,0 2-1 16,2 0 3-16,1 0-2 0,8 4 4 0,-3-1 5 16,1 5-1-16,-6 3 3 0,5 11 4 0,-7 4-5 15,1 0-1-15,0 0-2 0,12 0-3 0,-1 2-1 0,-4 0-3 16,-3-6 1-16,-3 4-4 0,1-2 11 0,-2-5-5 15,-1 3 5-15,-1-7-5 0,0-2 6 0,2-2 4 16,-2-5-2-16,0 3-12 0,-2-5 15 0,1 3-10 16,1-3 13-16,0 0-14 0,0-1 14 0,0-1 5 0,0 0 2 15,1 0-1-15,1-2-1 0,0 0-8 0,0-2 6 16,-1-2-3-16,14-22-20 0,2-13 9 0,-3-5-11 16,-1-6 0-16,-2 0-18 0,0-6-5 0,2-4-6 15,0 1-22-15,0-6-11 0,1-6 5 0,1-7-12 16,0-3-49-16</inkml:trace>
  <inkml:trace contextRef="#ctx0" brushRef="#br0" timeOffset="-43592.33">3470 9896 106 0,'0'0'14'0,"0"0"26"16,-1 0-17-16,-1 0-4 0,0 0 7 0,0 0-7 0,-2 0-4 15,1 0-8-15,-1 0-1 0,2 0 0 0,0 0-1 16,0 0-6-16,0-2 1 0,1 2-1 0,-1-2 18 0,0 0 16 16,0 0 1-16,0 0 5 0,0 1 7 0,0-1-5 15,-1 0 2-15,1 0-3 0,-2 0-5 0,0 0-4 16,1 0 0-16,1 1-2 0,0-1-5 0,0 2-13 15,-2 0 3-15,1 0-6 0,1 0 9 0,0 0 2 16,0 0-2-16,0 0 2 0,-1 0-10 0,1 0 13 16,-2 0-8-16,2 0 10 0,0 0-9 0,1 0-7 15,-1 0 2-15,0 0-5 0,0 0-5 0,0 0 12 0,0 0-5 16,0 0 6-16,2 0-13 0,0 0 6 0,0 0-4 16,2 0 6-16,0 0 2 0,0 0 0 0,2 0 0 15,7 0-1-15,5-2-3 0,9 0 0 0,-1-2 10 16,4 1-6-16,-2-1 18 0,1 0-20 0,5 0 4 15,3 1-7-15,8-1 11 0,0 0-9 0,-1 2-4 0,-4 2-1 16,-3 0-1-16,0 0-8 0,2 0 12 0,6 0-11 16,0 2 7-16,5 0 0 0,6 2-4 0,3 1 4 15,8 1 8-15,4 0-10 0,-4-3 4 0,4-1-6 16,-6 0 10-16,0-2-12 0,-4 0 5 0,-1 0-6 16,-1 0 11-16,-1-2-6 0,5 0 1 0,1 0-1 15,8 1 11-15,1-1-5 0,1 0 3 0,-1 2-5 0,-10-2 4 16,-3 2-5-16,-6 0-1 0,-6 0-1 0,-3 0 2 15,-2 0 1-15,1 0-2 0,-1 0 1 0,0 2 4 16,2 0-5-16,-2 0 4 0,5-1-5 0,-5-1 2 16,0 0 0-16,5 2 0 0,-7-2-2 0,6 2-7 0,-5-2 7 15,-2 0-1-15,-1 0 3 0,-4 0-2 0,-5 0 7 16,0 0-6-16,-2 0 7 0,2 0-14 0,-2 0 11 16,2-2-2-16,-4 2 5 0,0-2-8 0,0 2 0 15,-4-1 1-15,-3 1-1 0,2 0 8 0,-4 0-8 16,-1 0-1-16,1 0-2 0,-2 0 7 0,-3 0 1 15,1 0-1-15,-2 0 0 0,-3 0 6 0,1 0-6 16,-5 0 1-16,2 0-4 0,-1 0-4 0,1 0 0 0,-2 0-2 16,0 0 0-16,0 0-13 0,-1 0-33 0,1 0-29 15,-2 0-9-15,0 0-161 0</inkml:trace>
  <inkml:trace contextRef="#ctx0" brushRef="#br0" timeOffset="-43071.82">6163 9615 654 0,'0'-2'78'16,"0"1"16"-16,-2-7-19 0,-4-14-41 0,1 5-2 16,-1-1-15-16,4 8-3 0,0 3 2 0,1-1-4 0,1 7-16 15,0-3 1-15,0 2-4 0,0-2 3 0,0 1-8 16,1 1 16-16,1 0-9 0,0 0 9 0,0 0-12 0,0 0 12 15,2 2-5-15,-1 0 6 0,1 0-10 0,2 0 1 16,5 2 3-16,0 0-3 0,0 2 3 0,0 1-2 16,2 5 5-16,-2-1-3 0,4-2 7 0,0 10-1 15,2 2-3-15,1-1 1 0,-1-1-3 0,3 1 2 16,5 1 1-16,-1-2-1 0,5-2-5 0,1-2 8 16,-4 0-6-16,13-4 8 0,-4 2-2 0,4-2-5 15,6 1 5-15,-6-1-7 0,-2 0 1 0,0 0 5 16,-2 1-1-16,-5 1 2 0,-2 0-6 0,-2 0 1 15,-6 0 0-15,-1 0 0 0,-2 2 0 0,-2 0 1 0,-1 0 3 16,-1 0-2-16,-1 0 6 0,-3 0-1 0,-2 0-5 16,-3-2 2-16,0 1 1 0,-2 1 1 0,-1-2 5 15,9 0-5-15,-5-2 4 0,-1-1-7 0,-2-1 7 16,0 0-6-16,-2 1 8 0,0-4-3 0,0-1-4 0,0 1 1 16,0 0-6-16,-2 1 5 0,0-1 3 0,0 0 0 15,-2 3 1-15,-12-1-9 0,-5 1 3 0,1 1-4 16,-2-1 4-16,-1 0 3 0,-3 3-3 0,-5-1 4 15,-5-2 2-15,1 6-5 0,-6 4 0 0,2 4-2 16,-3-1 1-16,-3 0-3 0,4 3 3 0,0-3-3 16,6 1-1-16,2 3-6 0,3 0-4 0,6 6-3 0,-2 1-38 15,7 3-292-15</inkml:trace>
  <inkml:trace contextRef="#ctx0" brushRef="#br0" timeOffset="34355.87">19115 8850 29 0,'0'0'7'0,"0"0"1"0,-2-2 2 16,1 1 3-16,-1-1-6 0,0 0-2 0,0 0-4 15,0-2-3-15,0 1 0 0,0-1 1 0,1 0-5 16,-1 0 4-16</inkml:trace>
  <inkml:trace contextRef="#ctx0" brushRef="#br0" timeOffset="34589.52">18961 8865 7 0,'0'0'9'15,"0"0"-1"-15,0 0-6 0,0-2 4 0,0 0-6 16,0 1 10-16,0-1-13 0,0 0 8 0,0 0-9 15,0 0 6-15,0 0 17 0,0 0-3 0,0 1 9 16,0-1 10-16,0 0-6 0,0 0 1 0,0 0-2 16,-2 0-1-16,0 0-14 0,1 1 1 0,-1-1-5 0,0 2 0 15,0 0-2-15,-2 0-6 0,1 0 2 0,-1 0-9 16,-7-2 11-16,1 2-7 0,1 0 7 0,5 0-13 0,-3 0 6 16,5 0 3-16,-2 0-1 0,-3 0-5 0,5 0-11 15,-2 0-15-15</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49"/>
    </inkml:context>
    <inkml:brush xml:id="br0">
      <inkml:brushProperty name="width" value="0.05" units="cm"/>
      <inkml:brushProperty name="height" value="0.05" units="cm"/>
    </inkml:brush>
  </inkml:definitions>
  <inkml:trace contextRef="#ctx0" brushRef="#br0">222 168 808 0 0,'0'-13'1855'0'0,"10"-120"5984"0"0,-10 131-7714 0 0,0 1 0 0 0,0-1-1 0 0,0 1 1 0 0,0-1-1 0 0,1 1 1 0 0,-1-1 0 0 0,0 1-1 0 0,1-1 1 0 0,0 1 0 0 0,-1-1-1 0 0,2-1 1 0 0,-2 3-106 0 0,0 0 1 0 0,0 0-1 0 0,0 0 0 0 0,0 0 1 0 0,0-1-1 0 0,0 1 0 0 0,0 0 0 0 0,1 0 1 0 0,-1 0-1 0 0,0 0 0 0 0,0 0 1 0 0,0 0-1 0 0,0 0 0 0 0,0 0 1 0 0,0 0-1 0 0,0 0 0 0 0,0 0 1 0 0,0 0-1 0 0,1 0 0 0 0,-1 0 1 0 0,0 0-1 0 0,0 0 0 0 0,0 0 1 0 0,0 0-1 0 0,0 0 0 0 0,0 0 0 0 0,0 0 1 0 0,0 0-1 0 0,1 0 0 0 0,-1 0 1 0 0,0 0-1 0 0,0 0 0 0 0,0 0 1 0 0,0 0-1 0 0,0 0 0 0 0,0 0 1 0 0,0 0-1 0 0,0 0 0 0 0,0 0 1 0 0,1 0-1 0 0,-1 0 0 0 0,0 0 0 0 0,0 0 1 0 0,0 1-1 0 0,0-1 0 0 0,0 0 1 0 0,0 0-1 0 0,0 0 0 0 0,0 0 1 0 0,0 0-1 0 0,3 13 358 0 0,-1 268 730 0 0,-6-133-910 0 0,20 45 503 0 0,-7-112-102 0 0,-7-67-419 0 0,0-2-73 0 0,-1-1 0 0 0,0 1-1 0 0,-1-1 1 0 0,0 0 0 0 0,0 1 0 0 0,-1-1 0 0 0,-4 16 0 0 0,2-21-98 0 0,1 0 1 0 0,-1 0 0 0 0,-1-1 0 0 0,1 0-1 0 0,-1 1 1 0 0,0-1 0 0 0,0-1 0 0 0,0 1 0 0 0,-1 0-1 0 0,0-1 1 0 0,0 0 0 0 0,0 0 0 0 0,0-1-1 0 0,0 1 1 0 0,-1-1 0 0 0,0 0 0 0 0,1 0-1 0 0,-1-1 1 0 0,0 0 0 0 0,-11 3 0 0 0,3-1 5 0 0,1 1 1 0 0,0 1 0 0 0,-18 11 0 0 0,1 0 0 0 0,25-14 8 0 0,0 1 0 0 0,0 0 0 0 0,0 0 0 0 0,1 0 1 0 0,-1 1-1 0 0,1-1 0 0 0,0 1 0 0 0,-6 10 0 0 0,2-5-7 0 0,8-9-15 0 0,-1-1-1 0 0,1 1 1 0 0,0-1-1 0 0,-1 1 1 0 0,1-1-1 0 0,0 1 1 0 0,-1-1-1 0 0,1 1 0 0 0,0-1 1 0 0,0 1-1 0 0,0-1 1 0 0,0 1-1 0 0,-1-1 1 0 0,1 1-1 0 0,0-1 1 0 0,0 1-1 0 0,0 0 1 0 0,0-1-1 0 0,0 1 1 0 0,0-1-1 0 0,0 1 0 0 0,0 0 1 0 0,1-1-1 0 0,-1 1 1 0 0,0-1-1 0 0,0 1 1 0 0,0-1-1 0 0,1 1 1 0 0,-1-1-1 0 0,0 1 1 0 0,1-1-1 0 0,-1 1 0 0 0,2 1 4 0 0,0-1-1 0 0,-1 1 0 0 0,1-1 1 0 0,0 0-1 0 0,0 0 0 0 0,0 0 1 0 0,0 0-1 0 0,0 0 0 0 0,3 0 0 0 0,5 2 13 0 0,1 0 0 0 0,20 1 0 0 0,158 19 47 0 0,-154-17-58 0 0,-1 2 0 0 0,1 1 0 0 0,43 19 0 0 0,-75-27 11 0 0,1 0 0 0 0,-1 1 0 0 0,0-1 0 0 0,0 1 0 0 0,0 0 0 0 0,0 0 0 0 0,0 0 0 0 0,-1 0 0 0 0,1 1 0 0 0,2 2 0 0 0,-4-4-6 0 0,-1 0-1 0 0,1 0 1 0 0,-1 1 0 0 0,1-1-1 0 0,-1 0 1 0 0,0 1 0 0 0,0-1-1 0 0,0 0 1 0 0,1 1 0 0 0,-1-1-1 0 0,0 0 1 0 0,0 1 0 0 0,-1-1-1 0 0,1 0 1 0 0,0 1 0 0 0,0-1-1 0 0,-1 0 1 0 0,1 0 0 0 0,-1 1-1 0 0,1-1 1 0 0,-1 0 0 0 0,1 0-1 0 0,-1 0 1 0 0,0 1 0 0 0,0-1-1 0 0,1 0 1 0 0,-1 0 0 0 0,-2 1-1 0 0,-2 3-6 0 0,-1-1-1 0 0,1 0 1 0 0,-1 0-1 0 0,0 0 1 0 0,0-1-1 0 0,-1 1 1 0 0,1-2-1 0 0,-1 1 1 0 0,-13 3-1 0 0,-5 3 35 0 0,-58 22 19 0 0,-35 15 209 0 0,117-46-262 0 0,-33 16 196 0 0,-38 23 0 0 0,68-36-190 0 0,-1 0-1 0 0,1 0 0 0 0,1 0 0 0 0,-1 0 1 0 0,0 1-1 0 0,-4 7 0 0 0,6-10-8 0 0,1 1 0 0 0,0-1 0 0 0,0 1 0 0 0,0 0-1 0 0,0 0 1 0 0,1 0 0 0 0,-1 0 0 0 0,0-1 0 0 0,1 1 0 0 0,0 0 0 0 0,-1 0-1 0 0,1 0 1 0 0,0 0 0 0 0,0 0 0 0 0,0 0 0 0 0,0 0 0 0 0,0 0-1 0 0,0 0 1 0 0,1 0 0 0 0,0 2 0 0 0,33 13-1 0 0,-26-13 2 0 0,1 1 1 0 0,0-1 0 0 0,0-1-1 0 0,0 0 1 0 0,0 0 0 0 0,0-1-1 0 0,12 2 1 0 0,68 2 21 0 0,-73-6-20 0 0,1 0 1 0 0,-1 1 0 0 0,1 1-1 0 0,-1 0 1 0 0,1 2-1 0 0,30 10 1 0 0,-42-12-2 0 0,-1 0 0 0 0,0 0 0 0 0,1 1 0 0 0,-1 0 0 0 0,0 0 0 0 0,0 0 0 0 0,-1 0 0 0 0,1 1 0 0 0,-1-1 1 0 0,0 1-1 0 0,0 0 0 0 0,0 0 0 0 0,0 0 0 0 0,3 7 0 0 0,-5-8-1 0 0,0 0 1 0 0,0 0-1 0 0,0-1 1 0 0,0 1-1 0 0,-1 0 1 0 0,1 0-1 0 0,-1 0 1 0 0,0 0-1 0 0,0 0 1 0 0,0 0-1 0 0,0 0 1 0 0,-1-1-1 0 0,1 1 1 0 0,-1 0-1 0 0,1 0 1 0 0,-1 0-1 0 0,0 0 0 0 0,0-1 1 0 0,0 1-1 0 0,-1-1 1 0 0,1 1-1 0 0,-1-1 1 0 0,1 1-1 0 0,-1-1 1 0 0,-4 5-1 0 0,-8 5 8 0 0,-1 1-1 0 0,0-2 0 0 0,0 0 1 0 0,-2-1-1 0 0,1-1 0 0 0,-1 0 1 0 0,-19 7-1 0 0,-35 19 24 0 0,42-21 8 0 0,21-10-31 0 0,0 0 0 0 0,-1 0 1 0 0,1 1-1 0 0,1 0 1 0 0,-12 10-1 0 0,18-15-9 0 0,0 1 0 0 0,0 0-1 0 0,0 0 1 0 0,1 0 0 0 0,-1 0-1 0 0,0-1 1 0 0,0 1 0 0 0,1 0-1 0 0,-1 1 1 0 0,0-1 0 0 0,1 0 0 0 0,-1 0-1 0 0,1 0 1 0 0,0 0 0 0 0,-1 0-1 0 0,1 0 1 0 0,0 1 0 0 0,0-1-1 0 0,-1 0 1 0 0,1 0 0 0 0,0 0 0 0 0,0 1-1 0 0,0-1 1 0 0,1 0 0 0 0,-1 0-1 0 0,0 0 1 0 0,1 2 0 0 0,0-1-1 0 0,0-1 1 0 0,0 1 0 0 0,0-1 0 0 0,0 0 0 0 0,1 1-1 0 0,-1-1 1 0 0,0 0 0 0 0,1 0 0 0 0,-1 0 0 0 0,1 0-1 0 0,-1 0 1 0 0,1 0 0 0 0,0 0 0 0 0,-1-1 0 0 0,1 1-1 0 0,3 0 1 0 0,5 1 4 0 0,0 0-1 0 0,0-1 1 0 0,19 0-1 0 0,-21-1-3 0 0,0 0 1 0 0,-1 1-1 0 0,1-1 0 0 0,-1 1 0 0 0,1 1 0 0 0,-1 0 1 0 0,1 0-1 0 0,7 3 0 0 0,-12-3-1 0 0,0 0 0 0 0,0 0 0 0 0,-1 1 0 0 0,1-1 1 0 0,-1 1-1 0 0,1-1 0 0 0,-1 1 0 0 0,0 0 0 0 0,0 0 0 0 0,0 0 0 0 0,-1 0 0 0 0,1 0 0 0 0,-1 0 0 0 0,1 0 1 0 0,-1 1-1 0 0,0-1 0 0 0,1 6 0 0 0,0 6-4 0 0,1-1 0 0 0,0 26 0 0 0,-4 114 3 0 0,4 62 0 0 0,2-183 5 0 0,1-1-1 0 0,16 47 1 0 0,-11-44 30 0 0,9 56 1 0 0,-16-68-19 0 0,10 29 0 0 0,-3-13 12 0 0,-10-37-11 0 0,0 0 0 0 0,0 1 0 0 0,0-1 0 0 0,1 0 0 0 0,-1 0-1 0 0,1 0 1 0 0,-1 0 0 0 0,1 0 0 0 0,0 0 0 0 0,0 0-1 0 0,0-1 1 0 0,0 1 0 0 0,3 1 0 0 0,-5-3 11 0 0,-2 2-14 0 0,1-1 0 0 0,-1 1 1 0 0,1-1-1 0 0,-1 0 0 0 0,0 0 1 0 0,0 1-1 0 0,0-1 0 0 0,0-1 1 0 0,-3 3-1 0 0,-6 2 8 0 0,7 0-20 0 0,1 0 0 0 0,0 0 0 0 0,0 0 0 0 0,0 1 0 0 0,-3 8 0 0 0,-1 1-27 0 0,2-5 45 0 0,-14 31-6 0 0,18-39-7 0 0,0-1 0 0 0,1 0-1 0 0,-1 1 1 0 0,1-1 0 0 0,-1 1-1 0 0,1-1 1 0 0,0 1-1 0 0,0-1 1 0 0,0 1 0 0 0,0 0-1 0 0,0-1 1 0 0,0 1-1 0 0,0-1 1 0 0,0 1 0 0 0,1-1-1 0 0,-1 1 1 0 0,0-1 0 0 0,1 1-1 0 0,-1-1 1 0 0,1 1-1 0 0,0-1 1 0 0,1 3 0 0 0,0-3 12 0 0,0 0 0 0 0,0 0 0 0 0,-1 0 0 0 0,1 0 0 0 0,0 0 0 0 0,0 0 0 0 0,0 0 1 0 0,0-1-1 0 0,1 1 0 0 0,-1-1 0 0 0,0 1 0 0 0,0-1 0 0 0,0 0 0 0 0,0 0 0 0 0,1 0 0 0 0,-1 0 1 0 0,0 0-1 0 0,0-1 0 0 0,0 1 0 0 0,0-1 0 0 0,3 0 0 0 0,2-1 0 0 0,0-1 0 0 0,0 1 0 0 0,-1-1 0 0 0,1 0 0 0 0,7-5 0 0 0,-11 5 7 0 0,1-1-1 0 0,0 1 0 0 0,-1-1 1 0 0,1 1-1 0 0,-1-1 0 0 0,0 0 0 0 0,0 0 1 0 0,3-7-1 0 0,-6 10-24 0 0,-12 20 52 0 0,-3 2 1 0 0,-12 20-18 0 0,26-39-11 0 0,0 0 0 0 0,0 1 0 0 0,0-1 0 0 0,0 0 0 0 0,0 1 0 0 0,1-1 1 0 0,-1 1-1 0 0,1-1 0 0 0,0 0 0 0 0,-1 1 0 0 0,1-1 0 0 0,0 1 0 0 0,1-1 0 0 0,-1 1 0 0 0,1 4 1 0 0,0-6-12 0 0,-1 0 0 0 0,1-1 1 0 0,-1 1-1 0 0,1 0 1 0 0,0-1-1 0 0,-1 1 1 0 0,1 0-1 0 0,0-1 0 0 0,-1 1 1 0 0,1-1-1 0 0,0 1 1 0 0,-1-1-1 0 0,1 1 0 0 0,0-1 1 0 0,0 0-1 0 0,0 1 1 0 0,0-1-1 0 0,-1 0 1 0 0,1 0-1 0 0,0 0 0 0 0,0 1 1 0 0,0-1-1 0 0,2 0 1 0 0,25-1-109 0 0,-17 0-379 0 0,-5-2-4418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0"/>
    </inkml:context>
    <inkml:brush xml:id="br0">
      <inkml:brushProperty name="width" value="0.05" units="cm"/>
      <inkml:brushProperty name="height" value="0.05" units="cm"/>
    </inkml:brush>
  </inkml:definitions>
  <inkml:trace contextRef="#ctx0" brushRef="#br0">251 79 1912 0 0,'1'-18'4476'0'0,"6"-24"380"0"0,-6 29-3682 0 0,0 7-445 0 0,4 20-366 0 0,3 22-221 0 0,-1 0 0 0 0,-1 1 0 0 0,0 63 1 0 0,-14 113-4 0 0,5-164-145 0 0,3 227 629 0 0,1-265-415 0 0,1-1-1 0 0,0 1 0 0 0,1-1 1 0 0,0 1-1 0 0,8 16 1 0 0,1 4 1109 0 0,-12-30-1283 0 0,0 0-1 0 0,0 0 1 0 0,1 1-1 0 0,-1-1 1 0 0,0 0-1 0 0,0 0 1 0 0,0 0-1 0 0,0 0 1 0 0,0 1-1 0 0,0-1 1 0 0,-1 0-1 0 0,1 0 1 0 0,0 0-1 0 0,-1 0 1 0 0,1 1-1 0 0,-1-1 1 0 0,1 0-1 0 0,-1 0 1 0 0,1 0 0 0 0,-1 0-1 0 0,0 0 1 0 0,1 0-1 0 0,-1 0 1 0 0,0-1-1 0 0,0 1 1 0 0,0 0-1 0 0,0 0 1 0 0,0 0-1 0 0,1-1 1 0 0,-2 1-1 0 0,1-1 1 0 0,0 1-1 0 0,-1 0 1 0 0,-6 3-38 0 0,0-1 0 0 0,0 0 0 0 0,-15 3 1 0 0,3 0 130 0 0,-37 13 0 0 0,-29 10 108 0 0,76-24-220 0 0,1-1 0 0 0,0 1 0 0 0,0 0 0 0 0,0 1 0 0 0,1 0 0 0 0,-12 12 0 0 0,18-17-13 0 0,1 0 0 0 0,0 0-1 0 0,0 0 1 0 0,0 1 0 0 0,0-1 0 0 0,0 0-1 0 0,0 1 1 0 0,0-1 0 0 0,0 1 0 0 0,1-1-1 0 0,-1 1 1 0 0,1-1 0 0 0,-1 1 0 0 0,1-1-1 0 0,-1 1 1 0 0,1 0 0 0 0,0 1 0 0 0,0-2-4 0 0,0 0 1 0 0,1 0-1 0 0,-1 0 1 0 0,0 0-1 0 0,1 0 1 0 0,-1 0-1 0 0,1 0 1 0 0,-1 0-1 0 0,1 0 1 0 0,-1 0-1 0 0,1 0 1 0 0,0 0 0 0 0,0 0-1 0 0,-1-1 1 0 0,1 1-1 0 0,0 0 1 0 0,0-1-1 0 0,0 1 1 0 0,0 0-1 0 0,0-1 1 0 0,0 1-1 0 0,0-1 1 0 0,0 1-1 0 0,0-1 1 0 0,1 1-1 0 0,22 6 0 0 0,-1-1 0 0 0,1-1 0 0 0,1-1 0 0 0,33 2 0 0 0,46 7-45 0 0,-91-10 79 0 0,65 16-28 0 0,-68-16 2 0 0,0 0 0 0 0,-1 1 0 0 0,0 0 0 0 0,1 1 0 0 0,13 9 0 0 0,-21-12 4 0 0,0 0-1 0 0,0 0 1 0 0,0 0-1 0 0,0 0 1 0 0,0 1-1 0 0,-1-1 1 0 0,1 0-1 0 0,-1 1 1 0 0,1-1 0 0 0,-1 1-1 0 0,0 0 1 0 0,0-1-1 0 0,0 1 1 0 0,-1 0-1 0 0,1 0 1 0 0,0 0-1 0 0,-1-1 1 0 0,0 1 0 0 0,0 0-1 0 0,0 0 1 0 0,0 0-1 0 0,0 0 1 0 0,-1 0-1 0 0,1-1 1 0 0,-2 5-1 0 0,1-3 5 0 0,0 0-1 0 0,0 0 0 0 0,-1 0 0 0 0,0 0 0 0 0,1 0 0 0 0,-1-1 1 0 0,-1 1-1 0 0,1 0 0 0 0,0-1 0 0 0,-1 0 0 0 0,0 0 0 0 0,0 1 1 0 0,0-2-1 0 0,0 1 0 0 0,0 0 0 0 0,-4 2 0 0 0,-19 10 42 0 0,-41 34 0 0 0,-15 9-19 0 0,63-46-43 0 0,0 1 0 0 0,0 0 0 0 0,-29 29 0 0 0,44-38 13 0 0,0 0 0 0 0,0 1 0 0 0,0 0 0 0 0,1-1 0 0 0,0 1 0 0 0,0 1 0 0 0,-4 7 0 0 0,2-3-14 0 0,-2 9-12 0 0,7-18 21 0 0,0 0 0 0 0,0 0-1 0 0,1 0 1 0 0,-1 0 0 0 0,0 0-1 0 0,1-1 1 0 0,-1 1-1 0 0,0 0 1 0 0,1 0 0 0 0,-1 0-1 0 0,1 0 1 0 0,-1-1 0 0 0,1 1-1 0 0,0 0 1 0 0,-1-1-1 0 0,1 1 1 0 0,0 0 0 0 0,-1-1-1 0 0,1 1 1 0 0,0-1 0 0 0,0 1-1 0 0,-1-1 1 0 0,2 1 0 0 0,7 4-3 0 0,0-1 0 0 0,1 0 0 0 0,-1-1 0 0 0,1 0 0 0 0,-1-1 0 0 0,1 0 0 0 0,0 0 0 0 0,0-1 0 0 0,11 0 0 0 0,18-1-3 0 0,41-6 0 0 0,11 0 56 0 0,-77 6-53 0 0,-9-1 13 0 0,-1 1 1 0 0,1 0-1 0 0,-1 0 0 0 0,1 0 1 0 0,0 1-1 0 0,6 1 1 0 0,-10-2-11 0 0,0 1 0 0 0,-1-1 0 0 0,1 1 0 0 0,0-1 0 0 0,0 1 0 0 0,0-1 0 0 0,-1 1 0 0 0,1 0 0 0 0,0-1 0 0 0,-1 1 0 0 0,1 0 1 0 0,0-1-1 0 0,-1 1 0 0 0,1 0 0 0 0,-1 0 0 0 0,1 0 0 0 0,-1 0 0 0 0,0-1 0 0 0,1 1 0 0 0,-1 0 0 0 0,0 0 0 0 0,0 0 0 0 0,1 0 0 0 0,-1 0 0 0 0,0 0 1 0 0,0 0-1 0 0,0 0 0 0 0,0 0 0 0 0,0 0 0 0 0,0 0 0 0 0,-1 0 0 0 0,1-1 0 0 0,0 1 0 0 0,0 0 0 0 0,-1 0 0 0 0,0 1 0 0 0,-12 44 0 0 0,8-32-11 0 0,0 1 1 0 0,2-1-1 0 0,-4 25 1 0 0,5 3-3 0 0,2-1 0 0 0,1 1 1 0 0,3-1-1 0 0,10 48 0 0 0,42 414 58 0 0,-55-498-45 0 0,9 75 57 0 0,-5-45 159 0 0,1 49 0 0 0,3-64-414 0 0,-4-14-3421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1"/>
    </inkml:context>
    <inkml:brush xml:id="br0">
      <inkml:brushProperty name="width" value="0.05" units="cm"/>
      <inkml:brushProperty name="height" value="0.05" units="cm"/>
    </inkml:brush>
  </inkml:definitions>
  <inkml:trace contextRef="#ctx0" brushRef="#br0">196 14 10378 0 0,'0'0'60'0'0,"-23"-14"2529"0"0,21 14-2551 0 0,1 1 1 0 0,0-1 0 0 0,-1 1-1 0 0,1-1 1 0 0,-1 1 0 0 0,1-1 0 0 0,0 1-1 0 0,-1 0 1 0 0,1 0 0 0 0,0 0-1 0 0,0 0 1 0 0,0 0 0 0 0,0 0-1 0 0,0 0 1 0 0,0 0 0 0 0,0 0-1 0 0,0 0 1 0 0,0 0 0 0 0,0 1-1 0 0,0-1 1 0 0,1 0 0 0 0,-1 1-1 0 0,1-1 1 0 0,-1 3 0 0 0,-10 35 233 0 0,10-24-83 0 0,0 1 0 0 0,2 0 0 0 0,0 0 1 0 0,0 0-1 0 0,1 0 0 0 0,1 0 0 0 0,1-1 0 0 0,10 28 1 0 0,-6-16 669 0 0,9 43-1 0 0,-16-62-559 0 0,0 0 0 0 0,-1 0 0 0 0,-1 12 0 0 0,1-19-264 0 0,0 1 0 0 0,0 0 1 0 0,0-1-1 0 0,0 1 0 0 0,-1-1 0 0 0,1 1 0 0 0,0 0 1 0 0,-1-1-1 0 0,0 1 0 0 0,1-1 0 0 0,-1 1 0 0 0,0-1 0 0 0,0 0 1 0 0,0 1-1 0 0,0-1 0 0 0,0 0 0 0 0,0 0 0 0 0,0 1 0 0 0,0-1 1 0 0,0 0-1 0 0,0 0 0 0 0,-1 0 0 0 0,1-1 0 0 0,-3 2 1 0 0,-30 13 104 0 0,29-12-191 0 0,0-1 0 0 0,0 1 0 0 0,0-1 0 0 0,0 0 0 0 0,0-1-1 0 0,-1 1 1 0 0,1-1 0 0 0,-1 0 0 0 0,1 0 0 0 0,-1-1 0 0 0,1 1 0 0 0,-1-1 0 0 0,-6-1 0 0 0,-13-6-1827 0 0,23 7 1558 0 0,1-1-1 0 0,0 1 0 0 0,-1-1 1 0 0,1 1-1 0 0,0-1 1 0 0,0 0-1 0 0,-1 0 0 0 0,1 0 1 0 0,0 0-1 0 0,0 0 0 0 0,0 0 1 0 0,0 0-1 0 0,0 0 0 0 0,0 0 1 0 0,0 0-1 0 0,0-2 1 0 0,-2-9-2649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2"/>
    </inkml:context>
    <inkml:brush xml:id="br0">
      <inkml:brushProperty name="width" value="0.05" units="cm"/>
      <inkml:brushProperty name="height" value="0.05" units="cm"/>
    </inkml:brush>
  </inkml:definitions>
  <inkml:trace contextRef="#ctx0" brushRef="#br0">0 82 10986 0 0,'0'0'546'0'0,"11"-15"2280"0"0,17 3-2704 0 0,0 1 0 0 0,1 1 0 0 0,0 1-1 0 0,1 2 1 0 0,0 1 0 0 0,53-4 0 0 0,-78 10-110 0 0,-2-1 71 0 0,0 1 0 0 0,0 0 1 0 0,0 0-1 0 0,0 0 0 0 0,0 0 1 0 0,0 1-1 0 0,6 1 1 0 0,-8-2-66 0 0,0 1 1 0 0,0 0 0 0 0,0-1 0 0 0,0 1-1 0 0,0 0 1 0 0,0 0 0 0 0,0 0 0 0 0,0 0-1 0 0,0 0 1 0 0,-1 0 0 0 0,1 0 0 0 0,0 0-1 0 0,-1 0 1 0 0,1 0 0 0 0,-1 0 0 0 0,1 1-1 0 0,-1-1 1 0 0,0 0 0 0 0,1 0 0 0 0,-1 1-1 0 0,0-1 1 0 0,0 2 0 0 0,3 23 21 0 0,-2-1 0 0 0,-1 1 0 0 0,-1 0 0 0 0,-1-1-1 0 0,-6 28 1 0 0,4-29-35 0 0,1 1 0 0 0,0 0 0 0 0,2 0-1 0 0,1 0 1 0 0,5 38 0 0 0,-4-59 51 0 0,0 0 0 0 0,0 0 1 0 0,1 0-1 0 0,-1-1 0 0 0,1 1 1 0 0,0-1-1 0 0,0 1 0 0 0,0-1 1 0 0,0 0-1 0 0,1 1 0 0 0,-1-1 0 0 0,1 0 1 0 0,0-1-1 0 0,0 1 0 0 0,0 0 1 0 0,0-1-1 0 0,0 0 0 0 0,1 0 0 0 0,-1 0 1 0 0,1 0-1 0 0,-1 0 0 0 0,1-1 1 0 0,0 1-1 0 0,-1-1 0 0 0,1 0 0 0 0,0 0 1 0 0,0 0-1 0 0,0-1 0 0 0,0 0 1 0 0,0 1-1 0 0,0-1 0 0 0,0-1 0 0 0,0 1 1 0 0,0-1-1 0 0,0 1 0 0 0,0-1 1 0 0,-1 0-1 0 0,1 0 0 0 0,0-1 1 0 0,0 1-1 0 0,-1-1 0 0 0,5-2 0 0 0,-5 2-16 0 0,0 0 0 0 0,0-1 0 0 0,0 1 0 0 0,0-1 0 0 0,0 0 0 0 0,0 0-1 0 0,0 0 1 0 0,-1 0 0 0 0,0 0 0 0 0,1 0 0 0 0,-1-1 0 0 0,-1 1 0 0 0,3-5 0 0 0,1-7 48 0 0,0 1 1 0 0,3-19-1 0 0,-5 19-27 0 0,1 1 0 0 0,8-22 0 0 0,-10 29-48 0 0,1 0 0 0 0,-1 0 0 0 0,-1-1 0 0 0,1 1 0 0 0,-1-1 0 0 0,0 1 0 0 0,-1-1 0 0 0,1 1 0 0 0,-1-1 0 0 0,0 0 0 0 0,-1 1 0 0 0,0-1 0 0 0,-2-7 0 0 0,0 2-3 0 0,0 1 1 0 0,-1 1-1 0 0,0-1 1 0 0,-1 0-1 0 0,-1 1 1 0 0,-10-16-1 0 0,14 24-14 0 0,0-1 0 0 0,0 1-1 0 0,0 0 1 0 0,0-1 0 0 0,-1 1 0 0 0,0 0 0 0 0,1 0 0 0 0,-1 1-1 0 0,0-1 1 0 0,0 0 0 0 0,0 1 0 0 0,-3-1 0 0 0,-39-10-96 0 0,38 11-71 0 0,0 0 0 0 0,0-1-1 0 0,0 0 1 0 0,0 0 0 0 0,-10-5-1 0 0,-1-2-1864 0 0,11 8-2673 0 0,3 1 2279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3"/>
    </inkml:context>
    <inkml:brush xml:id="br0">
      <inkml:brushProperty name="width" value="0.05" units="cm"/>
      <inkml:brushProperty name="height" value="0.05" units="cm"/>
    </inkml:brush>
  </inkml:definitions>
  <inkml:trace contextRef="#ctx0" brushRef="#br0">93 0 11122 0 0,'0'0'194'0'0,"-22"5"4887"0"0,18 3-5006 0 0,0-1 0 0 0,0 1 1 0 0,1 0-1 0 0,0 0 0 0 0,0 0 0 0 0,1 0 0 0 0,-3 18 1 0 0,-1 63 177 0 0,3-29-116 0 0,-14 78 289 0 0,1-14-3319 0 0,16-110-2575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4"/>
    </inkml:context>
    <inkml:brush xml:id="br0">
      <inkml:brushProperty name="width" value="0.05" units="cm"/>
      <inkml:brushProperty name="height" value="0.05" units="cm"/>
    </inkml:brush>
  </inkml:definitions>
  <inkml:trace contextRef="#ctx0" brushRef="#br0">198 1 9490 0 0,'0'0'265'0'0,"-6"0"3752"0"0,-12 0-3147 0 0,15 0-796 0 0,-1 0 1 0 0,1 1-1 0 0,-1 0 1 0 0,1-1-1 0 0,-1 1 1 0 0,1 1-1 0 0,-1-1 0 0 0,1 0 1 0 0,0 1-1 0 0,0 0 1 0 0,0-1-1 0 0,0 1 1 0 0,0 0-1 0 0,0 1 1 0 0,0-1-1 0 0,0 1 1 0 0,1-1-1 0 0,-1 1 1 0 0,1 0-1 0 0,0-1 1 0 0,0 1-1 0 0,-2 4 0 0 0,-4 8 11 0 0,1 0-1 0 0,0 1 0 0 0,-7 24 0 0 0,7-18 73 0 0,-3 6-8 0 0,3 1 1 0 0,-8 51 0 0 0,14-75-157 0 0,-1-1-1 0 0,1 1 1 0 0,0-1-1 0 0,-1 1 1 0 0,0-1-1 0 0,-3 5 1 0 0,3-5-17 0 0,0 0-1 0 0,0-1 1 0 0,0 1 0 0 0,1 0 0 0 0,0 0-1 0 0,-1 0 1 0 0,1 0 0 0 0,1 0 0 0 0,-1 7-1 0 0,2-10-134 0 0,0 0 0 0 0,0 0 0 0 0,0 1-1 0 0,0-1 1 0 0,1 0 0 0 0,-1 0 0 0 0,0 0 0 0 0,1-1-1 0 0,-1 1 1 0 0,1 0 0 0 0,-1 0 0 0 0,1-1-1 0 0,-1 1 1 0 0,1-1 0 0 0,-1 0 0 0 0,4 1-1 0 0,-3-1 27 0 0,4 2-284 0 0,0-1 0 0 0,0-1 0 0 0,0 1-1 0 0,0-1 1 0 0,1 0 0 0 0,-1-1 0 0 0,0 1 0 0 0,0-1 0 0 0,0-1 0 0 0,10-2 0 0 0,12-5-2476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5"/>
    </inkml:context>
    <inkml:brush xml:id="br0">
      <inkml:brushProperty name="width" value="0.05" units="cm"/>
      <inkml:brushProperty name="height" value="0.05" units="cm"/>
    </inkml:brush>
  </inkml:definitions>
  <inkml:trace contextRef="#ctx0" brushRef="#br0">234 3 4865 0 0,'-30'2'6772'0'0,"6"6"-4345"0"0,21-6-2353 0 0,0-1 0 0 0,1 1-1 0 0,-1 0 1 0 0,1 1 0 0 0,0-1-1 0 0,0 0 1 0 0,0 1 0 0 0,0-1 0 0 0,0 1-1 0 0,0-1 1 0 0,0 1 0 0 0,1 0-1 0 0,0 0 1 0 0,-1 0 0 0 0,0 4-1 0 0,-2 10 210 0 0,0 0 1 0 0,2-1-1 0 0,0 1 0 0 0,0 0 0 0 0,2 1 0 0 0,2 26 0 0 0,-2 37 1133 0 0,0-77-1388 0 0,-1 0-1 0 0,0 0 0 0 0,0 0 1 0 0,0 0-1 0 0,0 0 1 0 0,-1 0-1 0 0,0 0 0 0 0,0 0 1 0 0,0 0-1 0 0,0-1 1 0 0,-1 1-1 0 0,1-1 0 0 0,-1 0 1 0 0,0 1-1 0 0,0-1 1 0 0,0-1-1 0 0,0 1 0 0 0,0 0 1 0 0,-1-1-1 0 0,0 1 0 0 0,1-1 1 0 0,-1 0-1 0 0,0 0 1 0 0,0-1-1 0 0,0 1 0 0 0,0-1 1 0 0,-7 2-1 0 0,-6 5-256 0 0,-4 3-1620 0 0,20-11 1443 0 0,0 0 1 0 0,1 1-1 0 0,-1-1 1 0 0,0 0 0 0 0,1 0-1 0 0,-1 0 1 0 0,0 0 0 0 0,0 0-1 0 0,1-1 1 0 0,-1 1-1 0 0,0 0 1 0 0,1 0 0 0 0,-1 0-1 0 0,1-1 1 0 0,-1 1 0 0 0,0 0-1 0 0,1 0 1 0 0,-2-1-1 0 0,-1-2-2107 0 0</inkml:trace>
  <inkml:trace contextRef="#ctx0" brushRef="#br0" timeOffset="1">88 40 4545 0 0,'14'-18'6356'0'0,"-10"16"-5951"0"0,0-1-1 0 0,0 1 1 0 0,0-1 0 0 0,0 1-1 0 0,0 1 1 0 0,0-1-1 0 0,0 0 1 0 0,1 1 0 0 0,6-1-1 0 0,-10 1-370 0 0,1 1 0 0 0,0 0-1 0 0,-1-1 1 0 0,1 1 0 0 0,-1 0 0 0 0,1 0-1 0 0,0 0 1 0 0,-1 1 0 0 0,1-1 0 0 0,0 0-1 0 0,-1 1 1 0 0,1-1 0 0 0,-1 1-1 0 0,1-1 1 0 0,-1 1 0 0 0,1-1 0 0 0,-1 1-1 0 0,1 0 1 0 0,-1 0 0 0 0,0 0 0 0 0,1 0-1 0 0,-1 0 1 0 0,0 0 0 0 0,0 0-1 0 0,0 1 1 0 0,0-1 0 0 0,0 0 0 0 0,0 1-1 0 0,0-1 1 0 0,1 3 0 0 0,11 39 135 0 0,-11-32-111 0 0,1-1 1 0 0,1 0-1 0 0,8 19 1 0 0,-9-22-18 0 0,1 1 1 0 0,-1 0-1 0 0,-1 0 1 0 0,1 0-1 0 0,-1 0 1 0 0,0 0-1 0 0,0 10 1 0 0,0 59 385 0 0,-2-14 12 0 0,1-60-421 0 0,-1-1 0 0 0,0 1 0 0 0,1-1-1 0 0,-1 1 1 0 0,1-1 0 0 0,0 0 0 0 0,0 1-1 0 0,0-1 1 0 0,0 0 0 0 0,0 1 0 0 0,0-1-1 0 0,1 0 1 0 0,-1 0 0 0 0,1 0 0 0 0,-1 0-1 0 0,1 0 1 0 0,0-1 0 0 0,0 1 0 0 0,0 0-1 0 0,0-1 1 0 0,0 1 0 0 0,0-1 0 0 0,0 0-1 0 0,1 0 1 0 0,-1 0 0 0 0,0 0 0 0 0,1 0 0 0 0,-1 0-1 0 0,1-1 1 0 0,-1 1 0 0 0,1-1 0 0 0,-1 0-1 0 0,5 1 1 0 0,-1-1-343 0 0,1 0 1 0 0,-1 0-1 0 0,0-1 0 0 0,0 0 1 0 0,1 0-1 0 0,-1 0 1 0 0,0-1-1 0 0,0 0 0 0 0,0 0 1 0 0,0-1-1 0 0,-1 1 0 0 0,12-8 1 0 0,2-11-2180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7"/>
    </inkml:context>
    <inkml:brush xml:id="br0">
      <inkml:brushProperty name="width" value="0.05" units="cm"/>
      <inkml:brushProperty name="height" value="0.05" units="cm"/>
    </inkml:brush>
  </inkml:definitions>
  <inkml:trace contextRef="#ctx0" brushRef="#br0">55 198 6361 0 0,'-16'-1'4814'0'0,"12"0"-4364"0"0,1 1 0 0 0,-1 0 0 0 0,0 0 0 0 0,1 0 0 0 0,-1 0 1 0 0,0 0-1 0 0,1 1 0 0 0,-6 0 0 0 0,9-1-435 0 0,0 0 0 0 0,0 0 0 0 0,0 0 0 0 0,0 0 0 0 0,0 1 0 0 0,0-1 1 0 0,0 0-1 0 0,0 0 0 0 0,0 0 0 0 0,1 0 0 0 0,-1 0 0 0 0,0 0 0 0 0,0 0 0 0 0,0 0 0 0 0,0 0 0 0 0,0 0 1 0 0,0 0-1 0 0,0 0 0 0 0,0 0 0 0 0,0 0 0 0 0,0 0 0 0 0,0 0 0 0 0,0 0 0 0 0,0 0 0 0 0,0 0 0 0 0,0 0 0 0 0,0 0 1 0 0,0 1-1 0 0,0-1 0 0 0,0 0 0 0 0,0 0 0 0 0,0 0 0 0 0,0 0 0 0 0,0 0 0 0 0,0 0 0 0 0,0 0 0 0 0,0 0 1 0 0,0 0-1 0 0,0 0 0 0 0,0 0 0 0 0,0 0 0 0 0,0 0 0 0 0,0 1 0 0 0,0-1 0 0 0,0 0 0 0 0,0 0 0 0 0,0 0 0 0 0,0 0 1 0 0,0 0-1 0 0,11 0 337 0 0,-10 0-370 0 0,69-4 581 0 0,-1-4-1 0 0,115-27 0 0 0,-83 14-348 0 0,118-33 186 0 0,-141 31-305 0 0,1 4 0 0 0,100-11 0 0 0,-58 24 316 0 0,-121 6-411 0 0,0 0 0 0 0,1 0 0 0 0,-1 0 0 0 0,0 0 0 0 0,0 0 0 0 0,0 0 0 0 0,1-1 0 0 0,-1 1-1 0 0,0 0 1 0 0,0 0 0 0 0,0 0 0 0 0,1 0 0 0 0,-1 0 0 0 0,0 0 0 0 0,0 0 0 0 0,0 0 0 0 0,1 0 0 0 0,-1 0 0 0 0,0 1 0 0 0,0-1 0 0 0,1 0 0 0 0,-1 0-1 0 0,0 0 1 0 0,0 0 0 0 0,0 0 0 0 0,0 0 0 0 0,1 0 0 0 0,-1 0 0 0 0,0 1 0 0 0,0-1 0 0 0,0 0 0 0 0,0 0 0 0 0,1 0 0 0 0,-1 0 0 0 0,0 0 0 0 0,0 1-1 0 0,0-1 1 0 0,0 0 0 0 0,0 0 0 0 0,0 0 0 0 0,0 1 0 0 0,0-1 0 0 0,1 0 0 0 0,-1 1 0 0 0,-9 6-926 0 0,-18 8-1230 0 0,26-15 2063 0 0,-17 8-2127 0 0,-3 0-436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8"/>
    </inkml:context>
    <inkml:brush xml:id="br0">
      <inkml:brushProperty name="width" value="0.05" units="cm"/>
      <inkml:brushProperty name="height" value="0.05" units="cm"/>
    </inkml:brush>
  </inkml:definitions>
  <inkml:trace contextRef="#ctx0" brushRef="#br0">105 68 328 0 0,'0'0'165'0'0,"-27"-3"9325"0"0,0-4-5028 0 0,23 6-4237 0 0,-1 1 0 0 0,0 0 0 0 0,0-1 0 0 0,0 2 1 0 0,0-1-1 0 0,0 1 0 0 0,-5 0 0 0 0,10-1-214 0 0,0 0 1 0 0,-1 0-1 0 0,1 0 0 0 0,0 0 0 0 0,0 0 1 0 0,-1 0-1 0 0,1 0 0 0 0,0 0 0 0 0,0 1 1 0 0,-1-1-1 0 0,1 0 0 0 0,0 0 1 0 0,0 0-1 0 0,-1 0 0 0 0,1 0 0 0 0,0 0 1 0 0,0 0-1 0 0,0 1 0 0 0,-1-1 0 0 0,1 0 1 0 0,0 0-1 0 0,0 0 0 0 0,0 0 0 0 0,-1 1 1 0 0,1-1-1 0 0,0 0 0 0 0,0 0 0 0 0,0 1 1 0 0,0-1-1 0 0,0 0 0 0 0,0 0 0 0 0,0 0 1 0 0,-1 1-1 0 0,1-1 0 0 0,0 0 0 0 0,0 0 1 0 0,0 1-1 0 0,0-1 0 0 0,0 0 1 0 0,0 0-1 0 0,0 1 0 0 0,0-1 0 0 0,0 0 1 0 0,0 1-1 0 0,1-1 0 0 0,-1 0 0 0 0,0 0 1 0 0,0 0-1 0 0,0 1 0 0 0,13 8 317 0 0,1-3-254 0 0,0-2 0 0 0,0 1-1 0 0,0-2 1 0 0,0 0 0 0 0,1 0 0 0 0,-1-1-1 0 0,1-1 1 0 0,20-1 0 0 0,124-16 379 0 0,-120 11-380 0 0,92-13 85 0 0,46-6-53 0 0,205-2 1 0 0,-261 26-35 0 0,179-2 550 0 0,-228-4-313 0 0,18 0 820 0 0,-90 6-1078 0 0,-6 8-2928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9"/>
    </inkml:context>
    <inkml:brush xml:id="br0">
      <inkml:brushProperty name="width" value="0.05" units="cm"/>
      <inkml:brushProperty name="height" value="0.05" units="cm"/>
    </inkml:brush>
  </inkml:definitions>
  <inkml:trace contextRef="#ctx0" brushRef="#br0">12 308 2048 0 0,'-2'-45'5271'0'0,"-2"0"-3318"0"0,-1-43-179 0 0,5-41 2277 0 0,1 194-4002 0 0,3 1 1 0 0,15 80 0 0 0,69 368 241 0 0,-85-494-153 0 0,10 56 753 0 0,5 133 0 0 0,-19-201-1460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0"/>
    </inkml:context>
    <inkml:brush xml:id="br0">
      <inkml:brushProperty name="width" value="0.05" units="cm"/>
      <inkml:brushProperty name="height" value="0.05" units="cm"/>
    </inkml:brush>
  </inkml:definitions>
  <inkml:trace contextRef="#ctx0" brushRef="#br0">16 85 6969 0 0,'-10'-20'4585'0'0,"5"-45"2545"0"0,13 76-6793 0 0,13 1-299 0 0,1-2-1 0 0,0 0 1 0 0,0-1 0 0 0,24 6-1 0 0,98 17-8 0 0,32 10 86 0 0,-145-31 16 0 0,40 20 0 0 0,-69-30-318 0 0,13 7-691 0 0,-9-6-4441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1"/>
    </inkml:context>
    <inkml:brush xml:id="br0">
      <inkml:brushProperty name="width" value="0.05" units="cm"/>
      <inkml:brushProperty name="height" value="0.05" units="cm"/>
    </inkml:brush>
  </inkml:definitions>
  <inkml:trace contextRef="#ctx0" brushRef="#br0">130 8 11939 0 0,'-70'-7'1605'0'0,"59"6"-1172"0"0,-13 3 174 0 0,23-1-597 0 0,0-1-1 0 0,0 1 0 0 0,0-1 1 0 0,1 1-1 0 0,-1 0 0 0 0,0-1 0 0 0,1 1 1 0 0,-1 0-1 0 0,0-1 0 0 0,1 1 1 0 0,-1 0-1 0 0,1 0 0 0 0,-1 0 0 0 0,1-1 1 0 0,-1 1-1 0 0,1 0 0 0 0,0 0 0 0 0,-1 0 1 0 0,1 0-1 0 0,0 0 0 0 0,0 0 1 0 0,0 0-1 0 0,-1 2 0 0 0,1 1 15 0 0,0 1 1 0 0,0-1-1 0 0,0 1 0 0 0,0 0 0 0 0,1-1 0 0 0,-1 1 1 0 0,1-1-1 0 0,0 1 0 0 0,1-1 0 0 0,-1 1 1 0 0,1-1-1 0 0,0 0 0 0 0,0 0 0 0 0,0 0 0 0 0,0 0 1 0 0,4 5-1 0 0,5 3 59 0 0,0-1-1 0 0,0 1 1 0 0,19 13 0 0 0,-21-18 44 0 0,1 0 1 0 0,-2 1-1 0 0,1 0 0 0 0,-1 1 1 0 0,0 0-1 0 0,-1 0 0 0 0,8 13 1 0 0,-13-19 62 0 0,0 1 1 0 0,-1 0 0 0 0,1 0-1 0 0,-1 0 1 0 0,0 0-1 0 0,2 6 1 0 0,-3-9-170 0 0,0 0 1 0 0,0 0 0 0 0,0 0 0 0 0,0 0-1 0 0,-1 0 1 0 0,1 0 0 0 0,0 1 0 0 0,0-1-1 0 0,0 0 1 0 0,-1 0 0 0 0,1 0 0 0 0,-1-1-1 0 0,1 1 1 0 0,-1 0 0 0 0,1 0-1 0 0,-1 0 1 0 0,1 0 0 0 0,-1 0 0 0 0,0 0-1 0 0,0-1 1 0 0,1 1 0 0 0,-1 0 0 0 0,0-1-1 0 0,0 1 1 0 0,0 0 0 0 0,0-1 0 0 0,1 1-1 0 0,-1-1 1 0 0,0 0 0 0 0,0 1-1 0 0,0-1 1 0 0,-2 1 0 0 0,-148 34 19 0 0,151-35-67 0 0,-12 6-1076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2"/>
    </inkml:context>
    <inkml:brush xml:id="br0">
      <inkml:brushProperty name="width" value="0.05" units="cm"/>
      <inkml:brushProperty name="height" value="0.05" units="cm"/>
    </inkml:brush>
  </inkml:definitions>
  <inkml:trace contextRef="#ctx0" brushRef="#br0">33 86 2697 0 0,'0'0'1168'0'0,"0"-7"4195"0"0,-2-10-3091 0 0,0 5-1245 0 0,2 10-634 0 0,-1-1-1 0 0,0 0 0 0 0,1 0 1 0 0,-1 0-1 0 0,0 0 1 0 0,0 0-1 0 0,0 1 0 0 0,-1-1 1 0 0,1 0-1 0 0,-1 1 0 0 0,1-1 1 0 0,-1 1-1 0 0,0 0 1 0 0,0 0-1 0 0,-2-3 0 0 0,0 2-87 0 0,1 1 259 0 0,4 11-472 0 0,-1-7-147 0 0,17 187 37 0 0,4 69 91 0 0,-20-244-85 0 0,0 39 82 0 0,14 92 1 0 0,-15-144-442 0 0,7 25 1619 0 0,0-17-2181 0 0,-7-8 760 0 0,0-1-1 0 0,1 0 0 0 0,-1 0 0 0 0,0 0 1 0 0,1 0-1 0 0,-1 0 0 0 0,0 0 1 0 0,0 0-1 0 0,1 0 0 0 0,-1 0 0 0 0,0 0 1 0 0,1 0-1 0 0,-1 0 0 0 0,0 0 1 0 0,1 0-1 0 0,-1 0 0 0 0,0 0 0 0 0,0 0 1 0 0,1 0-1 0 0,-1 0 0 0 0,0-1 1 0 0,1 1-1 0 0,-1 0 0 0 0,0 0 0 0 0,0 0 1 0 0,1 0-1 0 0,-1-1 0 0 0,0 1 1 0 0,0 0-1 0 0,0 0 0 0 0,1-1 0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3"/>
    </inkml:context>
    <inkml:brush xml:id="br0">
      <inkml:brushProperty name="width" value="0.05" units="cm"/>
      <inkml:brushProperty name="height" value="0.05" units="cm"/>
    </inkml:brush>
  </inkml:definitions>
  <inkml:trace contextRef="#ctx0" brushRef="#br0">105 59 1296 0 0,'0'0'1074'0'0,"-2"-8"4883"0"0,-4-9-2272 0 0,3 14-3196 0 0,-1 0 1 0 0,1 0 0 0 0,-1 0-1 0 0,0 1 1 0 0,0-1-1 0 0,0 1 1 0 0,0 0 0 0 0,-1 0-1 0 0,-4-1 1 0 0,-5-4 138 0 0,52 23-447 0 0,2-1 1 0 0,0-3-1 0 0,59 12 1 0 0,37 10 521 0 0,-129-32-585 0 0,17 6 37 0 0,-23-8-125 0 0,-1 0-1 0 0,1 0 1 0 0,0 1 0 0 0,-1-1-1 0 0,1 0 1 0 0,0 1-1 0 0,-1-1 1 0 0,1 0-1 0 0,0 1 1 0 0,-1-1-1 0 0,1 1 1 0 0,-1-1-1 0 0,1 1 1 0 0,0-1-1 0 0,-1 1 1 0 0,0 0-1 0 0,1-1 1 0 0,-1 1-1 0 0,1 0 1 0 0,-1-1 0 0 0,0 1-1 0 0,1 1 1 0 0,-2-1-28 0 0,1 0 1 0 0,-1 0-1 0 0,0 0 1 0 0,1-1-1 0 0,-1 1 1 0 0,0 0 0 0 0,0 0-1 0 0,1 0 1 0 0,-1-1-1 0 0,0 1 1 0 0,0 0-1 0 0,0-1 1 0 0,0 1-1 0 0,0-1 1 0 0,0 1 0 0 0,-2 0-1 0 0,-1 0 5 0 0,-27 13 31 0 0,0-1 0 0 0,-65 15 1 0 0,54-16 14 0 0,-49 19 1 0 0,71-22-47 0 0,0 0 1 0 0,0 1 0 0 0,-27 20-1 0 0,46-29-7 0 0,-1 0 0 0 0,1-1 0 0 0,0 1 0 0 0,0 0 0 0 0,0 0 0 0 0,0 0 0 0 0,0 0 0 0 0,0 0 0 0 0,1 0 0 0 0,-1 0 0 0 0,0 0 0 0 0,0 0 0 0 0,1 0 0 0 0,-1 0 0 0 0,0 0 0 0 0,1 0 0 0 0,0 1 0 0 0,-1-1 0 0 0,1 0 0 0 0,-1 0 0 0 0,1 1 0 0 0,0-1 0 0 0,0 0 0 0 0,0 1 0 0 0,0 1 0 0 0,1-1 0 0 0,-1-1-1 0 0,1 1 1 0 0,0-1 0 0 0,0 1 0 0 0,0-1 0 0 0,0 1 0 0 0,0-1 0 0 0,0 0 0 0 0,1 0 0 0 0,-1 1 0 0 0,0-1-1 0 0,1 0 1 0 0,-1 0 0 0 0,1 0 0 0 0,-1 0 0 0 0,3 0 0 0 0,4 3-1 0 0,0 0 1 0 0,0-1-1 0 0,1 0 1 0 0,0-1-1 0 0,-1 0 0 0 0,12 1 1 0 0,87 0-37 0 0,-69-3 49 0 0,-1 1 1 0 0,1 2-1 0 0,56 12 1 0 0,-94-15-9 0 0,1 0 1 0 0,-1 0-1 0 0,1 0 0 0 0,-1 0 1 0 0,1 0-1 0 0,-1 0 1 0 0,1 0-1 0 0,-1 0 0 0 0,1 0 1 0 0,-1 0-1 0 0,1 1 0 0 0,-1-1 1 0 0,1 0-1 0 0,-1 0 1 0 0,0 1-1 0 0,1-1 0 0 0,-1 0 1 0 0,1 0-1 0 0,-1 1 0 0 0,0-1 1 0 0,1 1-1 0 0,-1-1 1 0 0,0 0-1 0 0,1 1 0 0 0,-1-1 1 0 0,0 1-1 0 0,1-1 0 0 0,-1 0 1 0 0,0 1-1 0 0,0-1 1 0 0,0 1-1 0 0,0-1 0 0 0,1 1 1 0 0,-1-1-1 0 0,0 1 0 0 0,0-1 1 0 0,0 1-1 0 0,0-1 1 0 0,0 1-1 0 0,0-1 0 0 0,0 1 1 0 0,0-1-1 0 0,0 1 0 0 0,-1-1 1 0 0,1 1-1 0 0,0-1 1 0 0,0 1-1 0 0,0-1 0 0 0,0 1 1 0 0,-1-1-1 0 0,1 1 0 0 0,0-1 1 0 0,-1 1-1 0 0,-1 1 0 0 0,1 0 1 0 0,-1 0-1 0 0,0 0 0 0 0,0-1 0 0 0,0 1 1 0 0,0 0-1 0 0,0-1 0 0 0,0 0 0 0 0,-3 2 1 0 0,-70 28 81 0 0,30-14-49 0 0,1 2 0 0 0,1 3 0 0 0,-67 43 0 0 0,106-63-40 0 0,1 0 1 0 0,0 1-1 0 0,0-1 0 0 0,0 1 0 0 0,0 0 0 0 0,1 0 0 0 0,-1 0 0 0 0,1 0 0 0 0,0 0 0 0 0,-1 0 0 0 0,2 1 0 0 0,-1-1 0 0 0,0 1 0 0 0,1 0 0 0 0,-1-1 0 0 0,1 1 0 0 0,0 0 0 0 0,0 4 0 0 0,2-7 0 0 0,0 1 0 0 0,0-1 0 0 0,1 1 0 0 0,-1-1 0 0 0,0 0 0 0 0,1 0 0 0 0,-1 0 0 0 0,1 0 0 0 0,-1 0 0 0 0,1 0 0 0 0,0 0 0 0 0,-1 0 0 0 0,1 0 0 0 0,3 0 0 0 0,-3 0 0 0 0,7 3 6 0 0,0-1 0 0 0,0-1 0 0 0,0 1 0 0 0,0-1-1 0 0,0-1 1 0 0,0 0 0 0 0,18 0 0 0 0,68-8 37 0 0,-9-1-21 0 0,-85 8-18 0 0,-1 1 0 0 0,0-1-1 0 0,0 0 1 0 0,0 0 0 0 0,1 0 0 0 0,-1 1 0 0 0,0-1 0 0 0,0 0 0 0 0,0 0-1 0 0,1 1 1 0 0,-1-1 0 0 0,0 0 0 0 0,0 1 0 0 0,0-1 0 0 0,0 0 0 0 0,0 1 0 0 0,0-1-1 0 0,0 0 1 0 0,0 0 0 0 0,0 1 0 0 0,0-1 0 0 0,0 0 0 0 0,0 1 0 0 0,0-1 0 0 0,0 0-1 0 0,0 1 1 0 0,0-1 0 0 0,0 0 0 0 0,0 0 0 0 0,0 1 0 0 0,-1-1 0 0 0,1 0 0 0 0,0 1-1 0 0,0-1 1 0 0,0 0 0 0 0,0 0 0 0 0,-1 1 0 0 0,1-1 0 0 0,-8 17-39 0 0,6-14 44 0 0,-6 14 13 0 0,-29 70-15 0 0,33-75-2 0 0,1 0 1 0 0,0 0-1 0 0,0 0 0 0 0,2 1 0 0 0,-1 20 0 0 0,4 18 10 0 0,19 99-1 0 0,-12-98 207 0 0,5 100-1 0 0,-14-144-395 0 0,1 26 975 0 0,-1-33-964 0 0,1 1-1 0 0,-1-1 1 0 0,0 1-1 0 0,1-1 0 0 0,-1 1 1 0 0,1-1-1 0 0,-1 0 0 0 0,1 1 1 0 0,-1-1-1 0 0,1 0 1 0 0,0 0-1 0 0,0 1 0 0 0,0-1 1 0 0,0 0-1 0 0,0 0 1 0 0,0 0-1 0 0,0 0 0 0 0,0 0 1 0 0,2 1-1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4"/>
    </inkml:context>
    <inkml:brush xml:id="br0">
      <inkml:brushProperty name="width" value="0.05" units="cm"/>
      <inkml:brushProperty name="height" value="0.05" units="cm"/>
    </inkml:brush>
  </inkml:definitions>
  <inkml:trace contextRef="#ctx0" brushRef="#br0">49 123 12187 0 0,'-48'0'4678'0'0,"89"-3"-4141"0"0,1-2 1 0 0,-1-2-1 0 0,79-23 0 0 0,-1 1-128 0 0,-10 10-391 0 0,0 4 1 0 0,183 1 0 0 0,-289 15-793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5"/>
    </inkml:context>
    <inkml:brush xml:id="br0">
      <inkml:brushProperty name="width" value="0.05" units="cm"/>
      <inkml:brushProperty name="height" value="0.05" units="cm"/>
    </inkml:brush>
  </inkml:definitions>
  <inkml:trace contextRef="#ctx0" brushRef="#br0">31 1 13683 0 0,'-29'3'3549'0'0,"29"-3"-3618"0"0,0 0 0 0 0,0 0 0 0 0,-1 0 0 0 0,1 0 0 0 0,0 0 0 0 0,0 0 0 0 0,0 1 0 0 0,0-1 0 0 0,0 0 0 0 0,0 0 0 0 0,0 0 0 0 0,0 0 0 0 0,0 0 0 0 0,0 1 0 0 0,0-1 1 0 0,-1 0-1 0 0,1 0 0 0 0,0 0 0 0 0,0 0 0 0 0,0 0 0 0 0,0 1 0 0 0,0-1 0 0 0,0 0 0 0 0,0 0 0 0 0,0 0 0 0 0,0 0 0 0 0,1 0 0 0 0,-1 1 0 0 0,0-1 0 0 0,0 0 0 0 0,0 0 0 0 0,0 0 0 0 0,0 0 0 0 0,0 0 1 0 0,0 0-1 0 0,0 1 0 0 0,0-1 0 0 0,0 0 0 0 0,0 0 0 0 0,0 0 0 0 0,1 0 0 0 0,-1 0 0 0 0,8 8-4689 0 0,2 0 2186 0 0,-4 1 4377 0 0,-5-7-1528 0 0,0-1-1 0 0,0 1 1 0 0,0-1-1 0 0,0 1 1 0 0,0-1 0 0 0,0 0-1 0 0,1 0 1 0 0,-1 0 0 0 0,0 1-1 0 0,1-1 1 0 0,-1 0 0 0 0,1-1-1 0 0,-1 1 1 0 0,1 0-1 0 0,-1 0 1 0 0,4 0 0 0 0,29 7-3285 0 0,-23-8 205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6"/>
    </inkml:context>
    <inkml:brush xml:id="br0">
      <inkml:brushProperty name="width" value="0.05" units="cm"/>
      <inkml:brushProperty name="height" value="0.05" units="cm"/>
    </inkml:brush>
  </inkml:definitions>
  <inkml:trace contextRef="#ctx0" brushRef="#br0">95 92 6889 0 0,'-1'0'228'0'0,"-1"0"0"0"0,1 0 0 0 0,0-1 0 0 0,0 1 0 0 0,0 0 0 0 0,0 0 0 0 0,0-1-1 0 0,0 1 1 0 0,0-1 0 0 0,0 1 0 0 0,0-1 0 0 0,0 0 0 0 0,0 1 0 0 0,0-1 0 0 0,1 0 0 0 0,-1 1-1 0 0,0-1 1 0 0,0 0 0 0 0,1 0 0 0 0,-1 0 0 0 0,0 0 0 0 0,1 0 0 0 0,-1 0 0 0 0,1 0-1 0 0,-1-1 1 0 0,0 0-155 0 0,1 1-1 0 0,-1 0 1 0 0,1 0 0 0 0,-1-1-1 0 0,1 1 1 0 0,0 0-1 0 0,0 0 1 0 0,0-1-1 0 0,0 1 1 0 0,0 0-1 0 0,0-1 1 0 0,0 1 0 0 0,0 0-1 0 0,0-1 1 0 0,0 1-1 0 0,1 0 1 0 0,-1-1-1 0 0,1 1 1 0 0,-1 0 0 0 0,1 0-1 0 0,-1-1 1 0 0,1 1-1 0 0,0 0 1 0 0,-1 0-1 0 0,1 0 1 0 0,0 0-1 0 0,0 0 1 0 0,0 0 0 0 0,0 0-1 0 0,0 0 1 0 0,0 0-1 0 0,0 1 1 0 0,0-1-1 0 0,2 0 1 0 0,18-6 149 0 0,-15 5-188 0 0,0 1 1 0 0,0-1-1 0 0,-1 0 1 0 0,10-5 0 0 0,-13 5-19 0 0,0 1 0 0 0,0 0 0 0 0,0-1-1 0 0,1 1 1 0 0,-1 0 0 0 0,0 0 0 0 0,1 1 0 0 0,-1-1 0 0 0,0 0 0 0 0,1 1 0 0 0,-1-1 0 0 0,1 1 0 0 0,-1 0 0 0 0,1 0 0 0 0,3 0 0 0 0,-5 1 15 0 0,0-1 1 0 0,0 1-1 0 0,0-1 1 0 0,1 1-1 0 0,-1 0 1 0 0,0-1 0 0 0,0 1-1 0 0,0 0 1 0 0,0 0-1 0 0,-1-1 1 0 0,1 1-1 0 0,0 0 1 0 0,0 0-1 0 0,0 0 1 0 0,-1 0-1 0 0,1 0 1 0 0,-1 0-1 0 0,1 1 1 0 0,-1-1 0 0 0,1 0-1 0 0,-1 0 1 0 0,1 0-1 0 0,-1 0 1 0 0,0 1-1 0 0,0-1 1 0 0,0 0-1 0 0,1 0 1 0 0,-1 1-1 0 0,-1-1 1 0 0,1 0-1 0 0,0 2 1 0 0,0 1 44 0 0,0 1 0 0 0,-1-1 0 0 0,1 0 0 0 0,-1 1 0 0 0,0-1 0 0 0,0 0 1 0 0,-1 0-1 0 0,1 0 0 0 0,-1 1 0 0 0,0-1 0 0 0,0-1 0 0 0,-4 6 0 0 0,-1 1-28 0 0,-1-1-1 0 0,0-1 1 0 0,-10 9 0 0 0,-16 17 34 0 0,27-27-67 0 0,4-3-21 0 0,0-1 0 0 0,-1 0 0 0 0,2 1-1 0 0,-1 0 1 0 0,0-1 0 0 0,1 1 0 0 0,-1 0-1 0 0,1 0 1 0 0,0 1 0 0 0,1-1 0 0 0,-1 0-1 0 0,0 6 1 0 0,3-9 6 0 0,1 0 1 0 0,-1 0-1 0 0,1 0 0 0 0,0 0 0 0 0,-1 0 0 0 0,1 0 0 0 0,0 0 0 0 0,0 0 1 0 0,0-1-1 0 0,0 1 0 0 0,0-1 0 0 0,0 1 0 0 0,3-1 0 0 0,-3 0-2 0 0,53 6-17 0 0,-48-7 22 0 0,0 1 0 0 0,0 1 1 0 0,0-1-1 0 0,0 1 0 0 0,0 0 1 0 0,0 1-1 0 0,0 0 0 0 0,0 0 1 0 0,0 0-1 0 0,-1 1 1 0 0,1 0-1 0 0,6 4 0 0 0,-11-6 13 0 0,-1 1 0 0 0,1-1-1 0 0,-1 1 1 0 0,1 0 0 0 0,-1 0-1 0 0,0 0 1 0 0,1-1 0 0 0,-1 1 0 0 0,0 0-1 0 0,0 1 1 0 0,0-1 0 0 0,-1 0-1 0 0,1 0 1 0 0,-1 0 0 0 0,1 0 0 0 0,-1 1-1 0 0,1-1 1 0 0,-1 0 0 0 0,0 0-1 0 0,0 1 1 0 0,0-1 0 0 0,-1 0 0 0 0,1 0-1 0 0,0 1 1 0 0,-1-1 0 0 0,0 0-1 0 0,1 0 1 0 0,-3 4 0 0 0,2-2 42 0 0,-1 0 1 0 0,0 0-1 0 0,0-1 1 0 0,0 1-1 0 0,-1-1 0 0 0,1 1 1 0 0,-1-1-1 0 0,0 0 1 0 0,0 0-1 0 0,0 0 1 0 0,-1 0-1 0 0,1 0 0 0 0,-7 3 1 0 0,-165 62 652 0 0,164-65-963 0 0,8-2 20 0 0,0 0-1 0 0,-1 0 1 0 0,1 0 0 0 0,0 0-1 0 0,0 1 1 0 0,0-1 0 0 0,1 1-1 0 0,-1 0 1 0 0,0 0 0 0 0,-3 3-1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7"/>
    </inkml:context>
    <inkml:brush xml:id="br0">
      <inkml:brushProperty name="width" value="0.05" units="cm"/>
      <inkml:brushProperty name="height" value="0.05" units="cm"/>
    </inkml:brush>
  </inkml:definitions>
  <inkml:trace contextRef="#ctx0" brushRef="#br0">52 29 12355 0 0,'-3'-1'470'0'0,"0"0"0"0"0,0 0 1 0 0,0 0-1 0 0,0 0 0 0 0,1-1 1 0 0,-1 0-1 0 0,1 1 0 0 0,-1-1 1 0 0,-2-3-1 0 0,-11-6 808 0 0,16 11-1273 0 0,-1 0 1 0 0,1 0-1 0 0,0 0 0 0 0,0 0 1 0 0,0 0-1 0 0,0 0 0 0 0,0 0 1 0 0,-1 0-1 0 0,1 0 1 0 0,0 0-1 0 0,0 0 0 0 0,0 0 1 0 0,0 0-1 0 0,0 0 0 0 0,-1 0 1 0 0,1 0-1 0 0,0 0 1 0 0,0 0-1 0 0,0 0 0 0 0,0 0 1 0 0,0 0-1 0 0,-1 0 0 0 0,1 0 1 0 0,0 0-1 0 0,0 0 0 0 0,0 0 1 0 0,0 0-1 0 0,0 0 1 0 0,0 0-1 0 0,-1 0 0 0 0,1 0 1 0 0,0 1-1 0 0,0-1 0 0 0,0 0 1 0 0,0 0-1 0 0,0 0 0 0 0,0 0 1 0 0,0 0-1 0 0,0 0 1 0 0,0 1-1 0 0,-1-1 0 0 0,1 0 1 0 0,0 0-1 0 0,0 0 0 0 0,0 0 1 0 0,0 0-1 0 0,0 1 1 0 0,0-1-1 0 0,0 13 100 0 0,8 21-90 0 0,-6-27 10 0 0,10 53-205 0 0,-2 0 1 0 0,-4 1-1 0 0,-1 0 1 0 0,-7 91-1 0 0,2-105-5609 0 0,0-40 2478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8"/>
    </inkml:context>
    <inkml:brush xml:id="br0">
      <inkml:brushProperty name="width" value="0.05" units="cm"/>
      <inkml:brushProperty name="height" value="0.05" units="cm"/>
    </inkml:brush>
  </inkml:definitions>
  <inkml:trace contextRef="#ctx0" brushRef="#br0">253 10 10538 0 0,'-27'-7'4540'0'0,"22"6"-4437"0"0,-1 0 1 0 0,1 1-1 0 0,-1 0 1 0 0,0 0-1 0 0,1 0 1 0 0,-1 1-1 0 0,0-1 0 0 0,1 2 1 0 0,-1-1-1 0 0,1 0 1 0 0,-1 1-1 0 0,1 0 1 0 0,0 0-1 0 0,0 1 1 0 0,0 0-1 0 0,0 0 0 0 0,0 0 1 0 0,1 0-1 0 0,-1 1 1 0 0,1-1-1 0 0,0 1 1 0 0,0 0-1 0 0,0 0 1 0 0,1 1-1 0 0,-1-1 0 0 0,1 1 1 0 0,0 0-1 0 0,1 0 1 0 0,-5 10-1 0 0,-2 5-23 0 0,-1 0-4 0 0,2 0-1 0 0,0 0 0 0 0,1 1 0 0 0,1 0 0 0 0,-5 29 0 0 0,11-46-75 0 0,-1-1-1 0 0,0 1 1 0 0,0-1 0 0 0,0 1-1 0 0,0-1 1 0 0,0 0-1 0 0,-4 6 1 0 0,3-6 0 0 0,1 0 1 0 0,-1 0-1 0 0,1 0 1 0 0,0 0-1 0 0,0 0 0 0 0,0 0 1 0 0,0 0-1 0 0,0 1 1 0 0,1-1-1 0 0,-1 4 0 0 0,1-6-95 0 0,0 0 0 0 0,0 1-1 0 0,0-1 1 0 0,0 0 0 0 0,1 1-1 0 0,-1-1 1 0 0,0 0 0 0 0,0 0-1 0 0,1 1 1 0 0,-1-1 0 0 0,1 0-1 0 0,-1 0 1 0 0,1 1 0 0 0,0-1-1 0 0,-1 0 1 0 0,1 0 0 0 0,0 0-1 0 0,0 0 1 0 0,0 0 0 0 0,0 0-1 0 0,1 1 1 0 0,0-1-163 0 0,1 0 0 0 0,-1 1 0 0 0,1-1 0 0 0,0 0-1 0 0,-1-1 1 0 0,1 1 0 0 0,0 0 0 0 0,0-1 0 0 0,4 1 0 0 0,0-1-440 0 0,0 0 0 0 0,1-1 1 0 0,-1 1-1 0 0,1-1 0 0 0,-1-1 0 0 0,0 1 1 0 0,0-1-1 0 0,12-5 0 0 0,9-6-2792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9"/>
    </inkml:context>
    <inkml:brush xml:id="br0">
      <inkml:brushProperty name="width" value="0.05" units="cm"/>
      <inkml:brushProperty name="height" value="0.05" units="cm"/>
    </inkml:brush>
  </inkml:definitions>
  <inkml:trace contextRef="#ctx0" brushRef="#br0">265 19 6225 0 0,'0'0'1426'0'0,"-13"-10"4993"0"0,-25 2-3940 0 0,36 8-2401 0 0,-1-1 0 0 0,0 1 0 0 0,1 0 1 0 0,-1 0-1 0 0,1 0 0 0 0,-1 1 0 0 0,0-1 0 0 0,1 1 1 0 0,-1-1-1 0 0,1 1 0 0 0,-1 0 0 0 0,1 0 1 0 0,-4 1-1 0 0,5 0-67 0 0,-1-1 1 0 0,1 1-1 0 0,-1 0 1 0 0,1 0-1 0 0,0-1 1 0 0,0 1-1 0 0,0 0 0 0 0,0 0 1 0 0,0 0-1 0 0,0 1 1 0 0,0-1-1 0 0,1 0 1 0 0,-1 0-1 0 0,1 0 1 0 0,-1 1-1 0 0,1 1 1 0 0,-2 38 100 0 0,4-26-21 0 0,1-1 1 0 0,1 1-1 0 0,0-1 1 0 0,0 0 0 0 0,11 22-1 0 0,-9-22 199 0 0,0 0 1 0 0,-1 0-1 0 0,0 1 0 0 0,4 31 0 0 0,-9-44-252 0 0,1 0 0 0 0,-1 0-1 0 0,0 1 1 0 0,-1-1 0 0 0,1 0 0 0 0,0 0 0 0 0,-1 0-1 0 0,0 0 1 0 0,1 0 0 0 0,-1 0 0 0 0,0 0 0 0 0,-1-1 0 0 0,1 1-1 0 0,0 0 1 0 0,-1 0 0 0 0,0-1 0 0 0,0 1 0 0 0,-2 2-1 0 0,0-1-26 0 0,-1-1-1 0 0,1 0 1 0 0,-1 0-1 0 0,1 0 0 0 0,-1 0 1 0 0,0-1-1 0 0,0 0 1 0 0,-10 3-1 0 0,-9 2 2 0 0,17-5-4 0 0,-1 0 1 0 0,0 0-1 0 0,1 1 0 0 0,-10 5 0 0 0,11-5-30 0 0,1 0-1 0 0,-1-1 0 0 0,0 1 0 0 0,-11 2 0 0 0,15-4-451 0 0,-1-1 0 0 0,1 0 0 0 0,0 1 0 0 0,-1-1 0 0 0,1 0 0 0 0,-1 0 0 0 0,1-1 0 0 0,0 1 0 0 0,-5-1 0 0 0,2-5-3717 0 0,-1-5 1174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0"/>
    </inkml:context>
    <inkml:brush xml:id="br0">
      <inkml:brushProperty name="width" value="0.05" units="cm"/>
      <inkml:brushProperty name="height" value="0.05" units="cm"/>
    </inkml:brush>
  </inkml:definitions>
  <inkml:trace contextRef="#ctx0" brushRef="#br0">0 21 10362 0 0,'0'0'1126'0'0,"3"-5"3117"0"0,4-5-2338 0 0,-6 9-1881 0 0,-1 1 0 0 0,1-1 0 0 0,0 0 0 0 0,0 1 0 0 0,0-1 1 0 0,0 1-1 0 0,0 0 0 0 0,0-1 0 0 0,0 1 0 0 0,0 0 0 0 0,0-1 1 0 0,0 1-1 0 0,0 0 0 0 0,1 0 0 0 0,-1 0 0 0 0,0 0 0 0 0,0 0 0 0 0,0 0 1 0 0,0 0-1 0 0,0 1 0 0 0,0-1 0 0 0,0 0 0 0 0,1 1 0 0 0,0 0-12 0 0,-1 0 0 0 0,1 0 0 0 0,-1 0 0 0 0,1 1 1 0 0,-1-1-1 0 0,0 0 0 0 0,0 1 0 0 0,1-1 0 0 0,-1 1 0 0 0,0-1 0 0 0,0 1 0 0 0,1 2 0 0 0,1 5 17 0 0,1 0 0 0 0,-2 0 0 0 0,1 0 0 0 0,1 13 0 0 0,-2 4 123 0 0,0 0 1 0 0,-2-1-1 0 0,-5 42 0 0 0,2-33 22 0 0,2 39-1 0 0,1-70-139 0 0,0 0 0 0 0,0 0-1 0 0,1 0 1 0 0,-1-1 0 0 0,1 1-1 0 0,0 0 1 0 0,0 0 0 0 0,0-1-1 0 0,0 1 1 0 0,0 0 0 0 0,0-1-1 0 0,1 1 1 0 0,0-1 0 0 0,-1 0-1 0 0,1 1 1 0 0,0-1 0 0 0,0 0-1 0 0,0 0 1 0 0,0 0 0 0 0,1 0-1 0 0,-1-1 1 0 0,0 1 0 0 0,1-1-1 0 0,-1 1 1 0 0,1-1-1 0 0,-1 0 1 0 0,1 0 0 0 0,0 0-1 0 0,0 0 1 0 0,-1 0 0 0 0,1-1-1 0 0,3 1 1 0 0,1 0 21 0 0,1-1-1 0 0,-1 0 1 0 0,0 0-1 0 0,1 0 1 0 0,-1-1 0 0 0,0 0-1 0 0,1 0 1 0 0,-1-1-1 0 0,0 0 1 0 0,0-1 0 0 0,9-4-1 0 0,-6 3 50 0 0,-1-1-1 0 0,0 0 1 0 0,-1-1-1 0 0,1 0 1 0 0,11-11-1 0 0,-17 14-277 0 0,0 0-1 0 0,0-1 1 0 0,-1 1-1 0 0,1-1 0 0 0,-1 0 1 0 0,0 1-1 0 0,0-1 1 0 0,0 0-1 0 0,-1 0 0 0 0,1 0 1 0 0,-1 0-1 0 0,0 0 0 0 0,0-1 1 0 0,-1 1-1 0 0,1 0 1 0 0,-1-6-1 0 0,0 1-2285 0 0,0 2-2722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1"/>
    </inkml:context>
    <inkml:brush xml:id="br0">
      <inkml:brushProperty name="width" value="0.05" units="cm"/>
      <inkml:brushProperty name="height" value="0.05" units="cm"/>
    </inkml:brush>
  </inkml:definitions>
  <inkml:trace contextRef="#ctx0" brushRef="#br0">67 321 784 0 0,'0'0'2806'0'0,"-31"0"5032"0"0,-4 2-2808 0 0,50-11-4347 0 0,47-22-203 0 0,61-41 0 0 0,-19 10-213 0 0,-81 49-246 0 0,143-74 179 0 0,-158 83-86 0 0,0-1 0 0 0,0 0 0 0 0,0 0-1 0 0,0-1 1 0 0,-1 0 0 0 0,10-10-1 0 0,-15 15-130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2"/>
    </inkml:context>
    <inkml:brush xml:id="br0">
      <inkml:brushProperty name="width" value="0.05" units="cm"/>
      <inkml:brushProperty name="height" value="0.05" units="cm"/>
    </inkml:brush>
  </inkml:definitions>
  <inkml:trace contextRef="#ctx0" brushRef="#br0">30 273 10298 0 0,'-30'-2'5736'0'0,"31"1"-5643"0"0,-1-1 0 0 0,0 1 0 0 0,1-1 0 0 0,-1 1 0 0 0,1-1 0 0 0,0 1 0 0 0,-1-1 0 0 0,1 1 0 0 0,0-1 0 0 0,0 1 0 0 0,1-2 0 0 0,4-6 46 0 0,-3 2-57 0 0,1 0-1 0 0,0 0 1 0 0,1 0 0 0 0,-1 1-1 0 0,1-1 1 0 0,9-8 0 0 0,42-35 172 0 0,-24 22-150 0 0,43-34-23 0 0,-51 44-66 0 0,-20 15 66 0 0,0 0 0 0 0,0 0 1 0 0,0 0-1 0 0,1 1 0 0 0,-1-1 1 0 0,1 1-1 0 0,-1 0 0 0 0,1 1 1 0 0,0-1-1 0 0,0 1 0 0 0,0 0 1 0 0,0 0-1 0 0,10 0 0 0 0,-11 2-50 0 0,0 0 0 0 0,1 1-1 0 0,-1 0 1 0 0,0 0 0 0 0,0 0-1 0 0,0 0 1 0 0,0 1 0 0 0,0-1-1 0 0,-1 1 1 0 0,1 0 0 0 0,-1 0-1 0 0,0 0 1 0 0,0 1-1 0 0,0-1 1 0 0,3 5 0 0 0,-1-2-60 0 0,0 0-1 0 0,1 0 1 0 0,11 9 0 0 0,17 8-2838 0 0,-20-16 222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3"/>
    </inkml:context>
    <inkml:brush xml:id="br0">
      <inkml:brushProperty name="width" value="0.05" units="cm"/>
      <inkml:brushProperty name="height" value="0.05" units="cm"/>
    </inkml:brush>
  </inkml:definitions>
  <inkml:trace contextRef="#ctx0" brushRef="#br0">320 755 1608 0 0,'0'0'-10'0'0,"22"-24"-884"0"0,-21 19 1595 0 0,0 1-1 0 0,-1 0 0 0 0,0 0 1 0 0,1-1-1 0 0,-1 1 1 0 0,-1 0-1 0 0,1 0 0 0 0,-1-1 1 0 0,-1-7-1 0 0,-14-70 1166 0 0,3 0-1 0 0,-2-109 0 0 0,6-61 1724 0 0,9 180-2186 0 0,0 72-1374 0 0,0 21 91 0 0,-5 298-81 0 0,-5-101 89 0 0,7-168-17 0 0,2-36 44 0 0,1-9 31 0 0,0 0 1 0 0,-1 1 0 0 0,1-1 0 0 0,-4 9-1 0 0,4-12-150 0 0,-1 0-1 0 0,0 0 1 0 0,0-1-1 0 0,0 1 1 0 0,0 0-1 0 0,0-1 0 0 0,0 1 1 0 0,-1-1-1 0 0,1 1 1 0 0,0-1-1 0 0,-1 0 1 0 0,1 1-1 0 0,-1-1 0 0 0,1 0 1 0 0,-1 0-1 0 0,-3 1 1 0 0,-15 7 6 0 0,0-2 0 0 0,0 0 0 0 0,-37 6 0 0 0,28-7-45 0 0,-31 11-1 0 0,58-17-2 0 0,0 1 0 0 0,1 0 0 0 0,-1 0 0 0 0,0 0 0 0 0,0 0 0 0 0,0 0-1 0 0,1 0 1 0 0,-1 0 0 0 0,0 0 0 0 0,1 1 0 0 0,0-1 0 0 0,-1 0 0 0 0,1 1 0 0 0,0 0 0 0 0,-1-1 0 0 0,1 1 0 0 0,0 0-1 0 0,0-1 1 0 0,0 1 0 0 0,1 0 0 0 0,-1 0 0 0 0,0 0 0 0 0,1 0 0 0 0,-1 0 0 0 0,1 0 0 0 0,-1 0 0 0 0,1 0 0 0 0,0 0-1 0 0,0 2 1 0 0,2-3 8 0 0,0 0-1 0 0,0 0 1 0 0,0 0-1 0 0,0 0 1 0 0,1-1-1 0 0,-1 1 1 0 0,0-1 0 0 0,0 0-1 0 0,0 1 1 0 0,1-1-1 0 0,2 0 1 0 0,-3 0-1 0 0,4 0 1 0 0,0 0 1 0 0,0 1-1 0 0,0 0 0 0 0,0 0 0 0 0,0 1 0 0 0,0 0 0 0 0,-1 0 0 0 0,11 5 0 0 0,-4-2-4 0 0,-1 0-1 0 0,1 0 0 0 0,0-1 1 0 0,0-1-1 0 0,0 0 1 0 0,1 0-1 0 0,16 0 1 0 0,91-1 46 0 0,-78-2-63 0 0,-41 0 31 0 0,1 0-1 0 0,-1 0 0 0 0,0 0 0 0 0,0 0 1 0 0,0 0-1 0 0,0 0 0 0 0,1 0 0 0 0,-1 0 1 0 0,0 0-1 0 0,0 1 0 0 0,0-1 0 0 0,0 0 1 0 0,0 1-1 0 0,0-1 0 0 0,0 1 0 0 0,0 0 1 0 0,0-1-1 0 0,0 1 0 0 0,0 0 0 0 0,0-1 0 0 0,0 1 1 0 0,0 0-1 0 0,0 0 0 0 0,-1 0 0 0 0,1 0 1 0 0,0 0-1 0 0,-1 0 0 0 0,1 0 0 0 0,-1 0 1 0 0,1 0-1 0 0,-1 0 0 0 0,1 0 0 0 0,-1 0 1 0 0,0 0-1 0 0,1 0 0 0 0,-1 0 0 0 0,0 1 1 0 0,0-1-1 0 0,0 0 0 0 0,0 0 0 0 0,0 0 1 0 0,0 0-1 0 0,0 1 0 0 0,-1 0 0 0 0,0 1 14 0 0,1 1-1 0 0,-1-1 1 0 0,-1 1-1 0 0,1-1 1 0 0,0 0-1 0 0,-1 1 1 0 0,0-1-1 0 0,0 0 1 0 0,0 0-1 0 0,0 0 1 0 0,0-1-1 0 0,0 1 1 0 0,-1 0-1 0 0,-3 2 1 0 0,-11 7 57 0 0,-29 15 1 0 0,31-20-53 0 0,0 2 1 0 0,1 0 0 0 0,-22 17 0 0 0,23-15-34 0 0,-1-1 0 0 0,0 0 1 0 0,-16 7-1 0 0,19-12-1 0 0,1 1 0 0 0,0 0 0 0 0,1 0 0 0 0,-1 1 0 0 0,1 0 0 0 0,0 1 0 0 0,1 0 0 0 0,-11 13 0 0 0,16-17 2 0 0,0 0 1 0 0,1 1-1 0 0,-1-1 0 0 0,1 0 0 0 0,0 1 1 0 0,0 0-1 0 0,1-1 0 0 0,-1 1 0 0 0,1 0 0 0 0,0 0 1 0 0,0 6-1 0 0,19-5-19 0 0,-12-5 14 0 0,15 8 16 0 0,-14-6-8 0 0,1 0 0 0 0,0 0 0 0 0,0 0 0 0 0,0-1 0 0 0,0 0 0 0 0,0 0 0 0 0,10 0 0 0 0,56-3 4 0 0,-41 0 6 0 0,56 6 0 0 0,-87-5-5 0 0,-1 0-1 0 0,1 0 1 0 0,-1 1 0 0 0,1-1-1 0 0,-1 1 1 0 0,1-1 0 0 0,-1 1-1 0 0,0 0 1 0 0,1-1 0 0 0,-1 1-1 0 0,0 0 1 0 0,0 0 0 0 0,0 0-1 0 0,1 0 1 0 0,-1 0-1 0 0,0 0 1 0 0,0 0 0 0 0,0 0-1 0 0,-1 0 1 0 0,1 1 0 0 0,0-1-1 0 0,0 0 1 0 0,0 3 0 0 0,0-3-2 0 0,-1 0-1 0 0,0 0 1 0 0,0 0 0 0 0,0 0-1 0 0,0 1 1 0 0,0-1 0 0 0,0 0 0 0 0,0 0-1 0 0,0 0 1 0 0,0 0 0 0 0,-1 0-1 0 0,1 0 1 0 0,0 0 0 0 0,-1 0 0 0 0,1 0-1 0 0,-1 0 1 0 0,1 0 0 0 0,-1 0 0 0 0,1 0-1 0 0,-1 0 1 0 0,0 0 0 0 0,1 0-1 0 0,-1-1 1 0 0,0 1 0 0 0,0 0 0 0 0,0 0-1 0 0,1-1 1 0 0,-1 1 0 0 0,0-1 0 0 0,0 1-1 0 0,0-1 1 0 0,-1 1 0 0 0,0 1-11 0 0,1-1-1 0 0,-1 0 1 0 0,1 1 0 0 0,0-1 0 0 0,0 1 0 0 0,0-1 0 0 0,0 1 0 0 0,0-1 0 0 0,0 1 0 0 0,0 0 0 0 0,1-1 0 0 0,-1 1 0 0 0,1 0-1 0 0,-1 0 1 0 0,0 3 0 0 0,-3 28-43 0 0,4 16 40 0 0,3 1 0 0 0,2-1 0 0 0,16 68 0 0 0,2 14 27 0 0,6 148 83 0 0,-14-154 768 0 0,-11-103-862 0 0,-2-6 50 0 0,1 0 1 0 0,5 16 0 0 0,-8-32-73 0 0,6 14 303 0 0,-2-9-1879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4"/>
    </inkml:context>
    <inkml:brush xml:id="br0">
      <inkml:brushProperty name="width" value="0.05" units="cm"/>
      <inkml:brushProperty name="height" value="0.05" units="cm"/>
    </inkml:brush>
  </inkml:definitions>
  <inkml:trace contextRef="#ctx0" brushRef="#br0">236 8 9418 0 0,'-18'-4'4771'0'0,"-1"1"-3726"0"0,13 2-944 0 0,1 1 0 0 0,0 0 0 0 0,0 1 0 0 0,-1-1 0 0 0,1 1 0 0 0,0 0 0 0 0,0 0 0 0 0,0 1 0 0 0,0-1 0 0 0,0 1 0 0 0,0 0 0 0 0,0 1 0 0 0,-6 4 0 0 0,7-5-83 0 0,1 1-1 0 0,0 0 1 0 0,0 0-1 0 0,0 0 1 0 0,0 1-1 0 0,1-1 1 0 0,-1 1-1 0 0,1-1 1 0 0,0 1-1 0 0,0 0 1 0 0,0 0 0 0 0,1 0-1 0 0,-1 0 1 0 0,1 0-1 0 0,0 0 1 0 0,-1 8-1 0 0,-9 25 72 0 0,9-34-88 0 0,1 0 0 0 0,0 0 0 0 0,-1-1 0 0 0,1 1 0 0 0,0 0 0 0 0,1 1 0 0 0,-1-1 0 0 0,0 0 0 0 0,1 0 0 0 0,0 0 0 0 0,0 0 0 0 0,0 0 0 0 0,0 0 0 0 0,0 1 0 0 0,0-1 0 0 0,1 0 0 0 0,0 0 0 0 0,-1 0-1 0 0,1 0 1 0 0,1 0 0 0 0,-1 0 0 0 0,0 0 0 0 0,2 3 0 0 0,4 1 51 0 0,0 1-1 0 0,0-1 1 0 0,1 0 0 0 0,-1 0-1 0 0,2-1 1 0 0,-1 0-1 0 0,1-1 1 0 0,-1 0-1 0 0,17 7 1 0 0,-4-1 226 0 0,-17-9-184 0 0,2 1 49 0 0,-1-1 0 0 0,1 1 0 0 0,-1 0 0 0 0,0 0 0 0 0,0 1 0 0 0,0 0 0 0 0,-1 0-1 0 0,0 0 1 0 0,1 0 0 0 0,-1 0 0 0 0,-1 1 0 0 0,1 0 0 0 0,4 8 0 0 0,-4-5 288 0 0,-2-6-351 0 0,-1 0 0 0 0,1 0 0 0 0,-1 0 0 0 0,0 1-1 0 0,0-1 1 0 0,0 0 0 0 0,0 1 0 0 0,-1-1 0 0 0,1 1 0 0 0,-1-1 0 0 0,1 1 0 0 0,-1-1-1 0 0,0 1 1 0 0,0-1 0 0 0,0 1 0 0 0,0 0 0 0 0,-1-1 0 0 0,1 1 0 0 0,-1-1 0 0 0,0 4-1 0 0,-1-5-76 0 0,1 1-1 0 0,-1-1 0 0 0,1 0 0 0 0,-1 0 1 0 0,0 0-1 0 0,0 0 0 0 0,1-1 1 0 0,-1 1-1 0 0,0 0 0 0 0,0-1 0 0 0,0 1 1 0 0,0-1-1 0 0,0 1 0 0 0,0-1 0 0 0,0 0 1 0 0,-3 0-1 0 0,0 1 6 0 0,-2-1-1 0 0,1 1 0 0 0,-1 0 0 0 0,0 1-1 0 0,1 0 1 0 0,-1 0 0 0 0,1 0 0 0 0,-9 5 0 0 0,9-4-83 0 0,-1 0 0 0 0,1 0 0 0 0,-1 0 0 0 0,0-1 0 0 0,0 0 0 0 0,0-1 0 0 0,0 0 1 0 0,-1 0-1 0 0,1 0 0 0 0,0-1 0 0 0,-12-1 0 0 0,13 1-505 0 0,1-1 1 0 0,-1 0-1 0 0,1 0 0 0 0,0-1 1 0 0,-1 1-1 0 0,1-1 0 0 0,0 0 1 0 0,0-1-1 0 0,-7-4 0 0 0,2-3-1460 0 0,2-10-475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5"/>
    </inkml:context>
    <inkml:brush xml:id="br0">
      <inkml:brushProperty name="width" value="0.05" units="cm"/>
      <inkml:brushProperty name="height" value="0.05" units="cm"/>
    </inkml:brush>
  </inkml:definitions>
  <inkml:trace contextRef="#ctx0" brushRef="#br0">1 149 7250 0 0,'15'-9'7001'0'0,"87"-37"-4667"0"0,-50 21-6576 0 0,-29 13 3400 0 0,-20 10 956 0 0,-1 0 0 0 0,1 1 0 0 0,-1-1 1 0 0,0 0-1 0 0,0 0 0 0 0,0 0 0 0 0,0-1 0 0 0,0 1 0 0 0,0-1 0 0 0,0 1 0 0 0,1-5 0 0 0,-1 5 236 0 0,-1-1-1 0 0,1 1 0 0 0,-1 0 0 0 0,1-1 0 0 0,0 1 1 0 0,0 0-1 0 0,0 0 0 0 0,0 0 0 0 0,0 0 1 0 0,0 1-1 0 0,3-3 0 0 0,-4 4-314 0 0,-1 0 0 0 0,1 0 0 0 0,-1 0 0 0 0,1 0-1 0 0,-1 1 1 0 0,0-1 0 0 0,1 0 0 0 0,-1 0 0 0 0,0 0 0 0 0,1 0 0 0 0,-1 1 0 0 0,0-1-1 0 0,1 0 1 0 0,-1 0 0 0 0,0 1 0 0 0,1-1 0 0 0,-1 0 0 0 0,0 1 0 0 0,1-1 0 0 0,-1 0 0 0 0,0 1-1 0 0,0-1 1 0 0,0 0 0 0 0,1 1 0 0 0,-1-1 0 0 0,0 0 0 0 0,0 1 0 0 0,0-1 0 0 0,0 1-1 0 0,0 0 1 0 0,6 15 57 0 0,-5-15-19 0 0,7 36 102 0 0,-1-1 0 0 0,-2 1 0 0 0,-1 0 0 0 0,-2 63 0 0 0,-1-39-106 0 0,-1-3-319 0 0,0-21-1983 0 0,1 0-4413 0 0,0-24 1277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6"/>
    </inkml:context>
    <inkml:brush xml:id="br0">
      <inkml:brushProperty name="width" value="0.05" units="cm"/>
      <inkml:brushProperty name="height" value="0.05" units="cm"/>
    </inkml:brush>
  </inkml:definitions>
  <inkml:trace contextRef="#ctx0" brushRef="#br0">230 10 14123 0 0,'-48'-5'1518'0'0,"33"3"-788"0"0,1 1 0 0 0,-19 0 0 0 0,29 1-671 0 0,0 0 1 0 0,0 1-1 0 0,0-1 1 0 0,0 1-1 0 0,0 0 1 0 0,0 1-1 0 0,0-1 1 0 0,0 0-1 0 0,0 1 1 0 0,0 0-1 0 0,1 0 0 0 0,-6 3 1 0 0,8-3-54 0 0,-1 0-1 0 0,0 1 1 0 0,1-1-1 0 0,-1 0 1 0 0,1 0-1 0 0,0 1 1 0 0,0-1-1 0 0,0 1 1 0 0,0-1-1 0 0,0 1 1 0 0,0-1-1 0 0,0 6 1 0 0,-5 37 72 0 0,5-35-69 0 0,1-10-9 0 0,0 7 11 0 0,-1 0-1 0 0,1 0 1 0 0,-2 0 0 0 0,1-1 0 0 0,-1 1 0 0 0,0 0-1 0 0,0-1 1 0 0,-5 10 0 0 0,3-8 16 0 0,0 0 0 0 0,1 1 0 0 0,0-1 0 0 0,1 0 0 0 0,0 1 0 0 0,0 0 0 0 0,1-1 0 0 0,0 10 0 0 0,0-11-39 0 0,1-1 0 0 0,0 1 1 0 0,0-1-1 0 0,1 1 0 0 0,0-1 0 0 0,0 1 0 0 0,0-1 0 0 0,1 1 0 0 0,0-1 0 0 0,0 0 0 0 0,5 8 0 0 0,-5-12-168 0 0,1 0 0 0 0,0 0 0 0 0,-1 0 0 0 0,1 0 0 0 0,0-1 0 0 0,0 1 0 0 0,0-1 0 0 0,5 2 0 0 0,1 1-199 0 0,-3-1 76 0 0,1 0 0 0 0,0-1 0 0 0,0 0-1 0 0,0 0 1 0 0,1 0 0 0 0,-1-1 0 0 0,0 0 0 0 0,1-1 0 0 0,-1 1 0 0 0,0-1 0 0 0,1-1-1 0 0,-1 1 1 0 0,9-3 0 0 0,2-1-737 0 0,0-1-1 0 0,-1-1 1 0 0,0 0-1 0 0,19-10 1 0 0,4-4-1634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7"/>
    </inkml:context>
    <inkml:brush xml:id="br0">
      <inkml:brushProperty name="width" value="0.05" units="cm"/>
      <inkml:brushProperty name="height" value="0.05" units="cm"/>
    </inkml:brush>
  </inkml:definitions>
  <inkml:trace contextRef="#ctx0" brushRef="#br0">271 38 3385 0 0,'-4'-14'8776'0'0,"-6"2"-4788"0"0,9 11-3914 0 0,0-1-1 0 0,0 1 1 0 0,-1 0-1 0 0,1 0 1 0 0,0 1-1 0 0,-1-1 1 0 0,1 0-1 0 0,-1 0 1 0 0,1 1-1 0 0,-1-1 1 0 0,1 1 0 0 0,-1-1-1 0 0,0 1 1 0 0,1 0-1 0 0,-1-1 1 0 0,0 1-1 0 0,1 0 1 0 0,-1 0-1 0 0,1 0 1 0 0,-1 0-1 0 0,0 0 1 0 0,1 1-1 0 0,-1-1 1 0 0,0 1-1 0 0,1-1 1 0 0,-1 1-1 0 0,-1 0 1 0 0,1 1-37 0 0,-1 0-1 0 0,1 0 1 0 0,0 1 0 0 0,0-1-1 0 0,0 1 1 0 0,1-1 0 0 0,-1 1-1 0 0,1 0 1 0 0,-1-1-1 0 0,1 1 1 0 0,0 0 0 0 0,0 0-1 0 0,0 0 1 0 0,-1 5 0 0 0,0 1 73 0 0,1 0 1 0 0,0-1 0 0 0,1 18-1 0 0,2-5 204 0 0,1 0 0 0 0,9 34 1 0 0,-7-38-53 0 0,-1 0 1 0 0,-1-1-1 0 0,0 2 1 0 0,-2-1-1 0 0,1 19 1 0 0,-3-31-224 0 0,0 0-1 0 0,0 0 1 0 0,0 0-1 0 0,-1 0 1 0 0,0 0-1 0 0,0 0 1 0 0,0 0 0 0 0,0 0-1 0 0,-1-1 1 0 0,0 1-1 0 0,0-1 1 0 0,0 0 0 0 0,0 0-1 0 0,-1 0 1 0 0,-7 7-1 0 0,4-6-41 0 0,0 0 0 0 0,0 0 0 0 0,0 0 0 0 0,0-1 0 0 0,-1 0 0 0 0,0 0 0 0 0,0-1 0 0 0,0 0 0 0 0,-10 3 0 0 0,-12 7 8 0 0,-3 1-1480 0 0,31-14 841 0 0,0 1 0 0 0,0-1 0 0 0,0 0 0 0 0,-1 1 1 0 0,1-1-1 0 0,0-1 0 0 0,0 1 0 0 0,0 0 0 0 0,-3-1 0 0 0,3 0-1575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8"/>
    </inkml:context>
    <inkml:brush xml:id="br0">
      <inkml:brushProperty name="width" value="0.05" units="cm"/>
      <inkml:brushProperty name="height" value="0.05" units="cm"/>
    </inkml:brush>
  </inkml:definitions>
  <inkml:trace contextRef="#ctx0" brushRef="#br0">1 77 10498 0 0,'3'-6'3907'0'0,"6"-9"-2571"0"0,-8 12-1240 0 0,1 1 0 0 0,0 0 1 0 0,0-1-1 0 0,0 1 0 0 0,0 0 1 0 0,0 0-1 0 0,0 0 0 0 0,1 0 1 0 0,-1 1-1 0 0,1-1 0 0 0,-1 1 1 0 0,1-1-1 0 0,-1 1 0 0 0,1 0 1 0 0,3-1-1 0 0,20-11 159 0 0,-7 3-158 0 0,-18 9-86 0 0,0 1-1 0 0,0 0 0 0 0,-1-1 1 0 0,1 1-1 0 0,0 0 0 0 0,0 0 1 0 0,0 0-1 0 0,0-1 1 0 0,0 1-1 0 0,0 0 0 0 0,-1 0 1 0 0,1 0-1 0 0,0 0 1 0 0,0 1-1 0 0,0-1 0 0 0,0 0 1 0 0,0 0-1 0 0,-1 0 1 0 0,1 1-1 0 0,0-1 0 0 0,0 0 1 0 0,0 1-1 0 0,0 5 138 0 0,0 2-77 0 0,1 0-1 0 0,0 0 0 0 0,0-1 1 0 0,5 12-1 0 0,-3-10-8 0 0,-1 0 0 0 0,0 0-1 0 0,-1 0 1 0 0,2 15-1 0 0,-4-3 61 0 0,-1 1 1 0 0,-1 0-1 0 0,-1-1 0 0 0,-1 1 0 0 0,-8 24 0 0 0,6-23 7 0 0,1 1 0 0 0,0 0 0 0 0,-1 40 0 0 0,6-63-104 0 0,0 1 0 0 0,0 0 1 0 0,0 0-1 0 0,1 0 1 0 0,-1 0-1 0 0,0 0 1 0 0,1 0-1 0 0,-1-1 1 0 0,1 1-1 0 0,0 0 0 0 0,0 0 1 0 0,-1-1-1 0 0,1 1 1 0 0,0 0-1 0 0,0-1 1 0 0,1 1-1 0 0,-1-1 1 0 0,0 0-1 0 0,0 1 0 0 0,1-1 1 0 0,1 2-1 0 0,1-1 2 0 0,-1-1 0 0 0,0 1 0 0 0,0-1 0 0 0,1 0 0 0 0,-1 0 0 0 0,0 0 0 0 0,1 0 0 0 0,-1 0 0 0 0,1-1 0 0 0,6 0 0 0 0,1 0 20 0 0,0-1 1 0 0,1 0-1 0 0,-1-1 1 0 0,0 0-1 0 0,0-1 0 0 0,15-5 1 0 0,-16 4-102 0 0,0 0 1 0 0,1-1-1 0 0,-2 0 1 0 0,1-1-1 0 0,-1 0 0 0 0,0-1 1 0 0,0 0-1 0 0,-1 0 1 0 0,1-1-1 0 0,-2 1 1 0 0,1-2-1 0 0,-1 1 0 0 0,-1-1 1 0 0,1-1-1 0 0,-1 1 1 0 0,-1-1-1 0 0,7-15 1 0 0,4-4-2075 0 0,-10 20 72 0 0,1-2-2640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9"/>
    </inkml:context>
    <inkml:brush xml:id="br0">
      <inkml:brushProperty name="width" value="0.05" units="cm"/>
      <inkml:brushProperty name="height" value="0.05" units="cm"/>
    </inkml:brush>
  </inkml:definitions>
  <inkml:trace contextRef="#ctx0" brushRef="#br0">40 239 5201 0 0,'0'0'626'0'0,"-16"6"5020"0"0,15-5-5354 0 0,0-1 1 0 0,0 1-1 0 0,0-1 0 0 0,0 1 1 0 0,0-1-1 0 0,0 0 0 0 0,-1 1 1 0 0,1-1-1 0 0,0 0 0 0 0,0 0 0 0 0,-1 0 1 0 0,1 0-1 0 0,-1 0 0 0 0,-4-3 1681 0 0,12-7-1356 0 0,6-1-506 0 0,1 0 0 0 0,23-14 0 0 0,-26 20-85 0 0,0-1 0 0 0,-1-1 0 0 0,0 0 0 0 0,0 0 0 0 0,-1-1 0 0 0,0 0 0 0 0,0 0 0 0 0,-1-1 0 0 0,8-10 0 0 0,-3 4 18 0 0,2-6 89 0 0,-12 18-95 0 0,-1-1 0 0 0,1 1 0 0 0,-1 0 0 0 0,1-1 0 0 0,0 1 0 0 0,0 0 0 0 0,1 0 0 0 0,-1 1 0 0 0,1-1 0 0 0,-1 0 0 0 0,1 1 0 0 0,0-1 0 0 0,5-2 0 0 0,3-7 343 0 0,-10 11-365 0 0,-1 0-1 0 0,1 0 0 0 0,0-1 0 0 0,0 1 1 0 0,0 0-1 0 0,0 0 0 0 0,0 0 1 0 0,0 0-1 0 0,1 1 0 0 0,-1-1 0 0 0,2-1 1 0 0,-3 2-14 0 0,1 0 0 0 0,0 0 0 0 0,0 0 1 0 0,-1 1-1 0 0,1-1 0 0 0,0 0 1 0 0,0 0-1 0 0,-1 0 0 0 0,1 1 1 0 0,0-1-1 0 0,-1 0 0 0 0,1 1 0 0 0,0-1 1 0 0,-1 1-1 0 0,1-1 0 0 0,-1 1 1 0 0,1-1-1 0 0,0 1 0 0 0,-1-1 1 0 0,1 1-1 0 0,-1-1 0 0 0,0 1 0 0 0,1 0 1 0 0,-1-1-1 0 0,1 1 0 0 0,-1 0 1 0 0,0-1-1 0 0,1 3 0 0 0,5 6 73 0 0,1 0-1 0 0,1 0 0 0 0,0-1 0 0 0,0 1 0 0 0,0-2 1 0 0,1 1-1 0 0,0-1 0 0 0,18 11 0 0 0,10 7 41 0 0,-25-15-350 0 0,12 7-6030 0 0,-18-13 1944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0"/>
    </inkml:context>
    <inkml:brush xml:id="br0">
      <inkml:brushProperty name="width" value="0.05" units="cm"/>
      <inkml:brushProperty name="height" value="0.05" units="cm"/>
    </inkml:brush>
  </inkml:definitions>
  <inkml:trace contextRef="#ctx0" brushRef="#br0">17 190 2176 0 0,'0'-58'6795'0'0,"0"-74"387"0"0,0 132-7125 0 0,0 9 250 0 0,-9 179 291 0 0,4-111-383 0 0,3-18 110 0 0,1-33-5205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1"/>
    </inkml:context>
    <inkml:brush xml:id="br0">
      <inkml:brushProperty name="width" value="0.05" units="cm"/>
      <inkml:brushProperty name="height" value="0.05" units="cm"/>
    </inkml:brush>
  </inkml:definitions>
  <inkml:trace contextRef="#ctx0" brushRef="#br0">83 1 11682 0 0,'-19'0'2237'0'0,"9"0"-1719"0"0,6 0-419 0 0,0 0 0 0 0,1 0 0 0 0,-1 0 0 0 0,1 0 0 0 0,-1 1 0 0 0,1 0 0 0 0,-6 1 0 0 0,7-1-96 0 0,1-1 0 0 0,0 1 1 0 0,0 0-1 0 0,0 0 0 0 0,-1 0 1 0 0,1 0-1 0 0,0 0 0 0 0,0 0 0 0 0,0 1 1 0 0,0-1-1 0 0,1 0 0 0 0,-1 0 1 0 0,0 1-1 0 0,0-1 0 0 0,1 0 1 0 0,-1 1-1 0 0,1-1 0 0 0,-1 1 0 0 0,1-1 1 0 0,0 1-1 0 0,0-1 0 0 0,-1 2 1 0 0,1 4 41 0 0,-1 0 0 0 0,1 0 0 0 0,0 0 0 0 0,1 0 1 0 0,0 0-1 0 0,0-1 0 0 0,0 1 0 0 0,1 0 0 0 0,0-1 1 0 0,0 1-1 0 0,1-1 0 0 0,-1 1 0 0 0,1-1 0 0 0,1 0 1 0 0,-1 0-1 0 0,1 0 0 0 0,5 4 0 0 0,1 6 136 0 0,-9-13-146 0 0,0 0 0 0 0,1-1 1 0 0,-1 0-1 0 0,1 1 0 0 0,0-1 1 0 0,0 0-1 0 0,-1 0 1 0 0,4 2-1 0 0,4 4 321 0 0,0-1 0 0 0,0 1 0 0 0,-1 1 0 0 0,0-1 0 0 0,-1 1 0 0 0,0 1 0 0 0,0-1 0 0 0,-1 1 1 0 0,9 20-1 0 0,-14-29-326 0 0,-1 0 1 0 0,1 0-1 0 0,-1 0 0 0 0,1 0 1 0 0,-1 0-1 0 0,0 0 1 0 0,0 0-1 0 0,1 0 1 0 0,-1 0-1 0 0,0 0 1 0 0,0 0-1 0 0,0 0 1 0 0,0 0-1 0 0,0 0 1 0 0,0 0-1 0 0,-1 0 1 0 0,1 0-1 0 0,0 0 0 0 0,0 0 1 0 0,-1 0-1 0 0,1 0 1 0 0,0-1-1 0 0,-1 1 1 0 0,1 0-1 0 0,-1 0 1 0 0,1 0-1 0 0,-1 0 1 0 0,0-1-1 0 0,1 1 1 0 0,-1 0-1 0 0,0 0 0 0 0,-1 0 1 0 0,-2 1-31 0 0,0 0 0 0 0,0 0 0 0 0,-1 0 0 0 0,1-1 0 0 0,0 0 0 0 0,-7 1 0 0 0,7-1 4 0 0,0 0 0 0 0,-1 0 1 0 0,1 1-1 0 0,0-1 0 0 0,-7 4 1 0 0,7-2-97 0 0,-1 0 0 0 0,1-1 0 0 0,-1 1 1 0 0,0-1-1 0 0,0 0 0 0 0,0-1 1 0 0,-6 2-1 0 0,-9-4-6860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2"/>
    </inkml:context>
    <inkml:brush xml:id="br0">
      <inkml:brushProperty name="width" value="0.05" units="cm"/>
      <inkml:brushProperty name="height" value="0.05" units="cm"/>
    </inkml:brush>
  </inkml:definitions>
  <inkml:trace contextRef="#ctx0" brushRef="#br0">8 65 10970 0 0,'-8'-15'6930'0'0,"9"14"-6906"0"0,-1-1 0 0 0,1 1 1 0 0,-1 0-1 0 0,1 0 0 0 0,0 0 0 0 0,0 0 1 0 0,0 0-1 0 0,0 0 0 0 0,0 0 1 0 0,-1 1-1 0 0,2-1 0 0 0,-1 0 0 0 0,0 0 1 0 0,0 1-1 0 0,0-1 0 0 0,0 1 0 0 0,0-1 1 0 0,0 1-1 0 0,1-1 0 0 0,0 0 1 0 0,33-6-174 0 0,-19 4-23 0 0,-2-1-31 0 0,7-1-2526 0 0,34-6-1 0 0,-31 9 297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3"/>
    </inkml:context>
    <inkml:brush xml:id="br0">
      <inkml:brushProperty name="width" value="0.05" units="cm"/>
      <inkml:brushProperty name="height" value="0.05" units="cm"/>
    </inkml:brush>
  </inkml:definitions>
  <inkml:trace contextRef="#ctx0" brushRef="#br0">28 45 11658 0 0,'-28'-17'4313'0'0,"31"21"-4196"0"0,-1 0 0 0 0,1 0 0 0 0,-1 0 1 0 0,-1 0-1 0 0,1 0 0 0 0,0 1 0 0 0,0 6 0 0 0,13 48-79 0 0,-8-25 98 0 0,48 235 1618 0 0,-54-267-1708 0 0,5 26 1250 0 0,-6-28-1266 0 0,0-1 1 0 0,0 1 0 0 0,0 0-1 0 0,1-1 1 0 0,-1 1-1 0 0,0 0 1 0 0,0-1-1 0 0,0 1 1 0 0,0 0-1 0 0,1 0 1 0 0,-1-1 0 0 0,0 1-1 0 0,0 0 1 0 0,0 0-1 0 0,1-1 1 0 0,-1 1-1 0 0,0 0 1 0 0,0 0-1 0 0,1-1 1 0 0,-1 1 0 0 0,0 0-1 0 0,1 0 1 0 0,-1 0-1 0 0,0 0 1 0 0,1 0-1 0 0,-1 0 1 0 0,0-1-1 0 0,1 1 1 0 0,-1 0 0 0 0,0 0-1 0 0,1 0 1 0 0,-1 0-1 0 0,0 0 1 0 0,1 0-1 0 0,-1 0 1 0 0,0 0-1 0 0,1 1 1 0 0,-1-1 0 0 0,0 0-1 0 0,1 0 1 0 0,-1 0-1 0 0,0 0 1 0 0,1 0-1 0 0,-1 0 1 0 0,0 1-1 0 0,0-1 1 0 0,1 0 0 0 0,-1 0-1 0 0,0 0 1 0 0,0 1-1 0 0,1-1 1 0 0,-1 0-1 0 0,0 0 1 0 0,0 1-1 0 0,1-1 1 0 0,-1 0 0 0 0,0 1-1 0 0,0-1 1 0 0,0 0-1 0 0,0 1 1 0 0,0-1-1 0 0,0 0 1 0 0,1 0-1 0 0,-1 1 1 0 0,0-1 0 0 0,0 0-1 0 0,0 1 1 0 0,0-1-1 0 0,0 1 1 0 0,32-63 207 0 0,27-75 0 0 0,-39 89-197 0 0,29-75 178 0 0,-18 43-5153 0 0,-26 69 1642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4"/>
    </inkml:context>
    <inkml:brush xml:id="br0">
      <inkml:brushProperty name="width" value="0.05" units="cm"/>
      <inkml:brushProperty name="height" value="0.05" units="cm"/>
    </inkml:brush>
  </inkml:definitions>
  <inkml:trace contextRef="#ctx0" brushRef="#br0">1 111 1880 0 0,'0'0'179'0'0,"7"-22"3198"0"0,-5 20-2636 0 0,-1-1 0 0 0,0 0-1 0 0,-1 0 1 0 0,1 0 0 0 0,0 1 0 0 0,-1-1 0 0 0,0 0 0 0 0,1 0 0 0 0,-1 0 0 0 0,-1-4 0 0 0,1 6-483 0 0,21 0 1665 0 0,-3-1-1546 0 0,-1-2-1 0 0,0 0 1 0 0,31-11-1 0 0,-31 8-291 0 0,1 2-1 0 0,-1 0 0 0 0,25-3 0 0 0,-8 7-907 0 0,-2 3-5547 0 0,-25-2 3347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5"/>
    </inkml:context>
    <inkml:brush xml:id="br0">
      <inkml:brushProperty name="width" value="0.05" units="cm"/>
      <inkml:brushProperty name="height" value="0.05" units="cm"/>
    </inkml:brush>
  </inkml:definitions>
  <inkml:trace contextRef="#ctx0" brushRef="#br0">17 25 4905 0 0,'-12'-25'7719'0'0,"11"51"-3742"0"0,-3 80-3830 0 0,4 109-1352 0 0,0-194-1855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6"/>
    </inkml:context>
    <inkml:brush xml:id="br0">
      <inkml:brushProperty name="width" value="0.05" units="cm"/>
      <inkml:brushProperty name="height" value="0.05" units="cm"/>
    </inkml:brush>
  </inkml:definitions>
  <inkml:trace contextRef="#ctx0" brushRef="#br0">34 47 2048 0 0,'-1'-7'7943'0'0,"-1"-18"-5894"0"0,-4 11-1081 0 0,1 13-632 0 0,2 10 94 0 0,-7 79-11 0 0,3 88 0 0 0,7-146-451 0 0,0 20 200 0 0,0-16-3612 0 0,0-32 1706 0 0,2 1-346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7"/>
    </inkml:context>
    <inkml:brush xml:id="br0">
      <inkml:brushProperty name="width" value="0.05" units="cm"/>
      <inkml:brushProperty name="height" value="0.05" units="cm"/>
    </inkml:brush>
  </inkml:definitions>
  <inkml:trace contextRef="#ctx0" brushRef="#br0">107 0 6145 0 0,'0'0'2182'0'0,"-6"0"1517"0"0,-10 2-3122 0 0,14-1-540 0 0,0 0 1 0 0,0 0 0 0 0,0 0-1 0 0,1 0 1 0 0,-1 1 0 0 0,0-1-1 0 0,0 0 1 0 0,1 1 0 0 0,-1 0-1 0 0,0-1 1 0 0,1 1 0 0 0,0 0-1 0 0,-1 0 1 0 0,1-1 0 0 0,0 1-1 0 0,0 0 1 0 0,-1 3 0 0 0,-10 40 434 0 0,1-6-117 0 0,8-32-301 0 0,-2 3-5 0 0,1-1 1 0 0,0 1-1 0 0,0 1 1 0 0,1-1-1 0 0,0 0 1 0 0,1 1-1 0 0,0-1 1 0 0,1 1-1 0 0,0 15 0 0 0,1-19-38 0 0,1 0-1 0 0,0 0 1 0 0,0 0-1 0 0,0-1 0 0 0,1 1 1 0 0,4 10-1 0 0,-5-15 3 0 0,0 0 0 0 0,0 1 0 0 0,1-1 0 0 0,-1 0 0 0 0,0-1 0 0 0,0 1 0 0 0,1 0 0 0 0,-1 0 0 0 0,1-1 0 0 0,0 1 0 0 0,0 0 0 0 0,-1-1 0 0 0,1 0 0 0 0,0 1 0 0 0,0-1 0 0 0,0 0 0 0 0,0 0 0 0 0,1 0 0 0 0,-1 0 1 0 0,0-1-1 0 0,0 1 0 0 0,4 0 0 0 0,-1 0 37 0 0,0 0 1 0 0,-1 0-1 0 0,1 1 1 0 0,0 0 0 0 0,-1-1-1 0 0,6 4 1 0 0,-6-2 6 0 0,0-1-1 0 0,1 0 1 0 0,-1-1 0 0 0,1 1 0 0 0,-1-1-1 0 0,1 0 1 0 0,8 1 0 0 0,-9-1-22 0 0,1-1 1 0 0,0-1-1 0 0,0 1 1 0 0,0-1 0 0 0,0 0-1 0 0,-1 0 1 0 0,1 0-1 0 0,0-1 1 0 0,-1 1 0 0 0,1-1-1 0 0,-1 0 1 0 0,0 0-1 0 0,1-1 1 0 0,-1 0-1 0 0,0 1 1 0 0,5-6 0 0 0,-4 3-4 0 0,-1 0 1 0 0,1 0-1 0 0,-1-1 1 0 0,0 1-1 0 0,0-1 1 0 0,0 0-1 0 0,-1 0 1 0 0,0 0-1 0 0,-1-1 1 0 0,5-11 0 0 0,-4 4-4 0 0,-1 8-8 0 0,-1-1-1 0 0,2 0 1 0 0,-1 1-1 0 0,7-12 1 0 0,-7 13-8 0 0,1-1 0 0 0,0 1 0 0 0,-1 0 0 0 0,0-1 1 0 0,0 1-1 0 0,-1-1 0 0 0,0 0 0 0 0,0 0 0 0 0,0 1 1 0 0,0-1-1 0 0,-1 0 0 0 0,0 0 0 0 0,-1 0 0 0 0,1 0 1 0 0,-1 1-1 0 0,0-1 0 0 0,0 0 0 0 0,-1 0 0 0 0,-2-6 1 0 0,2 9-18 0 0,-1 1 1 0 0,1 0 0 0 0,0 0 0 0 0,-1 0-1 0 0,1 0 1 0 0,-1 1 0 0 0,0-1 0 0 0,1 1-1 0 0,-1-1 1 0 0,0 1 0 0 0,0 0 0 0 0,0 0-1 0 0,0 0 1 0 0,0 1 0 0 0,-4-1-1 0 0,-20-9-39 0 0,23 8-106 0 0,-1-1 1 0 0,1 1 0 0 0,-1 0 0 0 0,0 1 0 0 0,0-1 0 0 0,0 1 0 0 0,0 0-1 0 0,0 0 1 0 0,0 1 0 0 0,0-1 0 0 0,0 1 0 0 0,0 0 0 0 0,0 1-1 0 0,-1-1 1 0 0,1 1 0 0 0,0 0 0 0 0,0 0 0 0 0,1 1 0 0 0,-10 3-1 0 0,5 7-3594 0 0,7-10 3343 0 0,-2 9-1623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8"/>
    </inkml:context>
    <inkml:brush xml:id="br0">
      <inkml:brushProperty name="width" value="0.05" units="cm"/>
      <inkml:brushProperty name="height" value="0.05" units="cm"/>
    </inkml:brush>
  </inkml:definitions>
  <inkml:trace contextRef="#ctx0" brushRef="#br0">85 0 7618 0 0,'0'0'192'0'0,"-17"5"4309"0"0,15-4-4440 0 0,0 1 0 0 0,0-1 1 0 0,0 1-1 0 0,0 0 1 0 0,0-1-1 0 0,0 1 1 0 0,0 0-1 0 0,1 0 0 0 0,-1 0 1 0 0,1 0-1 0 0,-1 1 1 0 0,1-1-1 0 0,0 0 0 0 0,0 0 1 0 0,0 1-1 0 0,0-1 1 0 0,0 4-1 0 0,-10 48 366 0 0,9-39-272 0 0,1-11-129 0 0,0 1 1 0 0,1 0-1 0 0,-1 1 1 0 0,-1-1 0 0 0,1 0 0 0 0,-1 0-1 0 0,0 0 1 0 0,-3 5 0 0 0,3-6 18 0 0,1-1 0 0 0,-1 0 0 0 0,1 1 0 0 0,0-1 0 0 0,-1 0 0 0 0,2 1 0 0 0,-1 0 0 0 0,0-1 1 0 0,1 1-1 0 0,0-1 0 0 0,-1 1 0 0 0,2 0 0 0 0,-1-1 0 0 0,0 1 0 0 0,1-1 0 0 0,-1 1 0 0 0,1 0 0 0 0,0-1 0 0 0,0 0 0 0 0,3 6 1 0 0,-3-7 27 0 0,1 0 0 0 0,-1 0-1 0 0,1-1 1 0 0,0 1 0 0 0,-1 0 0 0 0,1-1 0 0 0,0 0 0 0 0,0 1 0 0 0,0-1 0 0 0,0 0 0 0 0,0 0 0 0 0,0 0 0 0 0,0 0 0 0 0,0-1 0 0 0,0 1 0 0 0,0 0 0 0 0,1-1 0 0 0,-1 0 0 0 0,0 1 0 0 0,0-1 0 0 0,1 0 0 0 0,-1 0 0 0 0,0 0 0 0 0,5-1 0 0 0,-4 1-16 0 0,0-1-1 0 0,0 1 1 0 0,1-1 0 0 0,-1 1 0 0 0,0-1 0 0 0,0 0 0 0 0,0 0-1 0 0,0-1 1 0 0,0 1 0 0 0,0-1 0 0 0,0 1 0 0 0,-1-1 0 0 0,1 0-1 0 0,0 0 1 0 0,-1 0 0 0 0,0 0 0 0 0,3-4 0 0 0,-2 1-1 0 0,0 0 0 0 0,-1-1 0 0 0,0 0 0 0 0,0 1-1 0 0,1-10 1 0 0,-1 9-14 0 0,-1 0 0 0 0,1 0 0 0 0,0 0-1 0 0,5-9 1 0 0,-4 10-14 0 0,-1 0 1 0 0,0-1-1 0 0,0 1 1 0 0,0 0-1 0 0,-1-1 1 0 0,1 0-1 0 0,-1 1 1 0 0,-1-1-1 0 0,1 1 1 0 0,-1-10-1 0 0,0 11-25 0 0,0 1-1 0 0,0-1 0 0 0,-1 1 0 0 0,0-1 0 0 0,1 1 1 0 0,-1 0-1 0 0,0-1 0 0 0,-1 1 0 0 0,1 0 0 0 0,0-1 0 0 0,-1 1 1 0 0,0 0-1 0 0,0 0 0 0 0,0 0 0 0 0,0 1 0 0 0,0-1 0 0 0,-1 0 1 0 0,-2-2-1 0 0,-1 1-44 0 0,1 1 0 0 0,-1 0 1 0 0,0 0-1 0 0,-8-3 1 0 0,-2 3-5175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9"/>
    </inkml:context>
    <inkml:brush xml:id="br0">
      <inkml:brushProperty name="width" value="0.05" units="cm"/>
      <inkml:brushProperty name="height" value="0.05" units="cm"/>
    </inkml:brush>
  </inkml:definitions>
  <inkml:trace contextRef="#ctx0" brushRef="#br0">59 35 9946 0 0,'-23'-34'5304'0'0,"22"41"-5119"0"0,4 30-31 0 0,-1 0 0 0 0,-1 0 0 0 0,-2 0 0 0 0,-12 71 0 0 0,7-66-58 0 0,4-23-129 0 0,-9 35 0 0 0,3-12-1782 0 0,10-14-5261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90"/>
    </inkml:context>
    <inkml:brush xml:id="br0">
      <inkml:brushProperty name="width" value="0.05" units="cm"/>
      <inkml:brushProperty name="height" value="0.05" units="cm"/>
    </inkml:brush>
  </inkml:definitions>
  <inkml:trace contextRef="#ctx0" brushRef="#br0">279 2 5305 0 0,'0'0'424'0'0,"-7"-1"4556"0"0,-4 0-3389 0 0,-1 2-1373 0 0,1 0-1 0 0,-1 0 1 0 0,1 1-1 0 0,0 1 1 0 0,0 0 0 0 0,-1 0-1 0 0,2 1 1 0 0,-1 0-1 0 0,0 1 1 0 0,1 0 0 0 0,-13 10-1 0 0,7-6-62 0 0,13-8-121 0 0,0 0 1 0 0,0 1-1 0 0,0 0 0 0 0,1 0 0 0 0,-1-1 0 0 0,1 1 0 0 0,-1 1 0 0 0,1-1 0 0 0,0 0 0 0 0,-1 1 0 0 0,1-1 0 0 0,0 1 0 0 0,1-1 0 0 0,-1 1 0 0 0,-2 4 0 0 0,-8 16 113 0 0,9-19-121 0 0,0 1-1 0 0,1 1 0 0 0,-1-1 1 0 0,1 0-1 0 0,0 1 0 0 0,-2 8 0 0 0,3-8-13 0 0,0-1 1 0 0,-1 1-1 0 0,0 0 0 0 0,0 0 0 0 0,-4 5 0 0 0,4-7-6 0 0,0 0 0 0 0,0-1-1 0 0,0 1 1 0 0,1 0 0 0 0,0 0 0 0 0,-1 0 0 0 0,1 0 0 0 0,1 0-1 0 0,-1 0 1 0 0,1 0 0 0 0,-1 0 0 0 0,1 0 0 0 0,1 0 0 0 0,-1 6-1 0 0,1-8-94 0 0,0 1-1 0 0,0-1 1 0 0,1 0-1 0 0,-1 1 1 0 0,0-1-1 0 0,1 0 1 0 0,-1 0-1 0 0,1 0 1 0 0,0 0-1 0 0,-1 0 0 0 0,1 0 1 0 0,0-1-1 0 0,0 1 1 0 0,1-1-1 0 0,-1 1 1 0 0,0-1-1 0 0,0 0 1 0 0,1 1-1 0 0,-1-1 1 0 0,0-1-1 0 0,1 1 1 0 0,-1 0-1 0 0,1 0 0 0 0,4 0 1 0 0,0 0-728 0 0,1 0 1 0 0,-1 0 0 0 0,0-1-1 0 0,1 0 1 0 0,-1 0-1 0 0,1 0 1 0 0,12-3 0 0 0,1-4-2813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91"/>
    </inkml:context>
    <inkml:brush xml:id="br0">
      <inkml:brushProperty name="width" value="0.05" units="cm"/>
      <inkml:brushProperty name="height" value="0.05" units="cm"/>
    </inkml:brush>
  </inkml:definitions>
  <inkml:trace contextRef="#ctx0" brushRef="#br0">182 1 7306 0 0,'-23'0'3950'0'0,"21"1"-3918"0"0,-1-1-1 0 0,0 1 1 0 0,1 0 0 0 0,-1 0 0 0 0,1 1-1 0 0,-1-1 1 0 0,1 1 0 0 0,-1-1 0 0 0,1 1-1 0 0,0 0 1 0 0,0 0 0 0 0,0-1 0 0 0,0 2 0 0 0,0-1-1 0 0,0 0 1 0 0,1 0 0 0 0,-1 0 0 0 0,1 1-1 0 0,-1-1 1 0 0,1 1 0 0 0,0-1 0 0 0,0 1-1 0 0,0 0 1 0 0,1-1 0 0 0,-2 4 0 0 0,0 5 109 0 0,-1-1-1 0 0,1 1 1 0 0,1-1 0 0 0,0 1 0 0 0,1 16 0 0 0,2-12 386 0 0,0 0 0 0 0,7 20 0 0 0,4 25 1015 0 0,-13-55-1365 0 0,1 0-1 0 0,-1 1 1 0 0,0-1 0 0 0,0 1-1 0 0,-1-1 1 0 0,1 0-1 0 0,-1 0 1 0 0,-3 10 0 0 0,2-11-133 0 0,1-1 0 0 0,-1 1 0 0 0,0-1 0 0 0,0 1 1 0 0,0-1-1 0 0,0 0 0 0 0,-1 0 0 0 0,0 0 0 0 0,1 0 0 0 0,-1 0 1 0 0,0-1-1 0 0,-4 3 0 0 0,-3 2-34 0 0,-1-1 1 0 0,-18 8-1 0 0,18-9-32 0 0,-5 0-1741 0 0,6-7-3449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92"/>
    </inkml:context>
    <inkml:brush xml:id="br0">
      <inkml:brushProperty name="width" value="0.05" units="cm"/>
      <inkml:brushProperty name="height" value="0.05" units="cm"/>
    </inkml:brush>
  </inkml:definitions>
  <inkml:trace contextRef="#ctx0" brushRef="#br0">0 37 7690 0 0,'2'-4'5822'0'0,"5"-4"-4239"0"0,2 3-1367 0 0,0 1 0 0 0,1 0 0 0 0,0 1 0 0 0,10-3 0 0 0,-16 5-193 0 0,0 0 0 0 0,0 1 0 0 0,0 0 0 0 0,0-1 0 0 0,0 1 0 0 0,0 1 0 0 0,0-1 0 0 0,0 1 0 0 0,0-1 0 0 0,0 1 0 0 0,0 0 0 0 0,0 1 0 0 0,5 1 0 0 0,-9-2-20 0 0,1-1 1 0 0,0 1 0 0 0,-1-1-1 0 0,1 1 1 0 0,-1-1-1 0 0,1 1 1 0 0,-1-1-1 0 0,1 1 1 0 0,-1 0 0 0 0,1-1-1 0 0,-1 1 1 0 0,0 0-1 0 0,1 0 1 0 0,-1-1-1 0 0,0 1 1 0 0,0 0-1 0 0,1 0 1 0 0,-1-1 0 0 0,0 1-1 0 0,0 0 1 0 0,0 1-1 0 0,2 6 15 0 0,7 14 50 0 0,-5-14-28 0 0,-1-1 0 0 0,0 1-1 0 0,0 0 1 0 0,-1 0 0 0 0,0 0 0 0 0,0 1 0 0 0,0 11 0 0 0,-3 1 96 0 0,-1 0-1 0 0,0 0 1 0 0,-2-1 0 0 0,-8 28 0 0 0,7-26 115 0 0,0-1 0 0 0,1 1 1 0 0,-2 38-1 0 0,6-59-224 0 0,0 0 0 0 0,1-1 0 0 0,-1 1-1 0 0,0 0 1 0 0,1 0 0 0 0,-1 0 0 0 0,1 0 0 0 0,-1-1 0 0 0,1 1-1 0 0,-1 0 1 0 0,1 0 0 0 0,0-1 0 0 0,-1 1 0 0 0,1 0 0 0 0,0-1-1 0 0,0 1 1 0 0,0-1 0 0 0,-1 1 0 0 0,1-1 0 0 0,0 0 0 0 0,0 1-1 0 0,0-1 1 0 0,0 0 0 0 0,0 1 0 0 0,0-1 0 0 0,1 0 0 0 0,26 5 186 0 0,-21-5-180 0 0,-1 0 0 0 0,0-1 1 0 0,1 0-1 0 0,-1 0 0 0 0,0 0 1 0 0,0-1-1 0 0,0 1 0 0 0,0-1 1 0 0,9-5-1 0 0,51-31 81 0 0,-52 29-109 0 0,-3 2-223 0 0,-1-1 0 0 0,19-18-1 0 0,0-7-3507 0 0,-22 23 1064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26"/>
    </inkml:context>
    <inkml:brush xml:id="br0">
      <inkml:brushProperty name="width" value="0.05" units="cm"/>
      <inkml:brushProperty name="height" value="0.05" units="cm"/>
    </inkml:brush>
  </inkml:definitions>
  <inkml:trace contextRef="#ctx0" brushRef="#br0">235 257 1136 0 0,'0'-20'5071'0'0,"8"-71"-1146"0"0,0 1-2061 0 0,-7 74-1441 0 0,-1 13-203 0 0,1-1-1 0 0,-1 0 1 0 0,0 0 0 0 0,0 0-1 0 0,0 0 1 0 0,0 1 0 0 0,-2-8-1 0 0,1 11-206 0 0,1-1 0 0 0,0 1 0 0 0,0 0-1 0 0,0 0 1 0 0,0 0 0 0 0,-1 0 0 0 0,1 0-1 0 0,0-1 1 0 0,0 1 0 0 0,0 0-1 0 0,-1 0 1 0 0,1 0 0 0 0,0 0 0 0 0,0 0-1 0 0,0 0 1 0 0,-1 0 0 0 0,1 0 0 0 0,0 0-1 0 0,0 0 1 0 0,0 0 0 0 0,-1 0 0 0 0,1 0-1 0 0,0 0 1 0 0,0 0 0 0 0,0 0 0 0 0,-1 0-1 0 0,1 0 1 0 0,0 0 0 0 0,0 0 0 0 0,0 0-1 0 0,-1 0 1 0 0,1 1 0 0 0,0-1-1 0 0,0 0 1 0 0,0 0 0 0 0,-1 0 0 0 0,1 0-1 0 0,0 0 1 0 0,0 1 0 0 0,0-1 0 0 0,0 0-1 0 0,0 0 1 0 0,-1 0 0 0 0,1 0 0 0 0,0 1-1 0 0,0-1 1 0 0,0 0 0 0 0,0 0 0 0 0,0 0-1 0 0,0 1 1 0 0,0-1 0 0 0,0 0 0 0 0,0 0-1 0 0,0 0 1 0 0,0 1 0 0 0,0-1-1 0 0,0 0 1 0 0,-7 14 42 0 0,7-13-47 0 0,-9 27 29 0 0,2 1-1 0 0,0 0 1 0 0,2 0 0 0 0,-2 43 0 0 0,-10 57 362 0 0,13-116-129 0 0,0 0 0 0 0,-1-1 0 0 0,0 0 0 0 0,0 1 0 0 0,-13 17 0 0 0,17-29-221 0 0,0 0 0 0 0,0 0 0 0 0,0 0 1 0 0,0 0-1 0 0,-1 0 0 0 0,1 0 0 0 0,0-1 0 0 0,-1 1 0 0 0,1 0 0 0 0,-1-1 1 0 0,-2 2-1 0 0,-11 5 173 0 0,8-3-110 0 0,0 0 0 0 0,-1 0 0 0 0,0 0 0 0 0,1-1 0 0 0,-1 0 0 0 0,0-1 0 0 0,0 0 0 0 0,-1 0 0 0 0,1 0 0 0 0,0-1 0 0 0,-14 0 0 0 0,278-9-74 0 0,-251 8-415 0 0,28-5 1127 0 0,-18-1-2249 0 0,-4-4-4043 0 0,-6 0 2445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27"/>
    </inkml:context>
    <inkml:brush xml:id="br0">
      <inkml:brushProperty name="width" value="0.05" units="cm"/>
      <inkml:brushProperty name="height" value="0.05" units="cm"/>
    </inkml:brush>
  </inkml:definitions>
  <inkml:trace contextRef="#ctx0" brushRef="#br0">0 97 12315 0 0,'0'0'145'0'0,"2"-23"3769"0"0,0 20-3899 0 0,0 1-1 0 0,0 0 1 0 0,0 0 0 0 0,0 0-1 0 0,0 0 1 0 0,0 1 0 0 0,1-1-1 0 0,-1 0 1 0 0,1 1-1 0 0,-1 0 1 0 0,1 0 0 0 0,-1 0-1 0 0,1 0 1 0 0,0 0-1 0 0,4-1 1 0 0,49-6-58 0 0,-37 7 48 0 0,5-2-27 0 0,-15 3-53 0 0,0-1 0 0 0,0 0 0 0 0,0-1 0 0 0,0 0 0 0 0,-1 0 0 0 0,1-1 0 0 0,10-4-1 0 0,-13 4-376 0 0,0 0-1 0 0,0 1 0 0 0,1-1 0 0 0,-1 2 1 0 0,10-3-1 0 0,3 2-1648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28"/>
    </inkml:context>
    <inkml:brush xml:id="br0">
      <inkml:brushProperty name="width" value="0.05" units="cm"/>
      <inkml:brushProperty name="height" value="0.05" units="cm"/>
    </inkml:brush>
  </inkml:definitions>
  <inkml:trace contextRef="#ctx0" brushRef="#br0">124 0 7594 0 0,'0'0'1497'0'0,"-1"0"-1392"0"0,1 0-1 0 0,-1 1 0 0 0,0-1 0 0 0,1 0 1 0 0,-1 0-1 0 0,1 0 0 0 0,-1 1 0 0 0,0-1 1 0 0,1 0-1 0 0,-1 1 0 0 0,1-1 0 0 0,-1 0 1 0 0,1 1-1 0 0,-1-1 0 0 0,1 1 0 0 0,-1-1 1 0 0,1 1-1 0 0,0-1 0 0 0,-1 1 0 0 0,1-1 1 0 0,0 1-1 0 0,-1 0 0 0 0,-92 271 2641 0 0,90-262-2531 0 0,-1-1 1 0 0,1 1-1 0 0,1 0 1 0 0,0-1-1 0 0,0 1 1 0 0,0 21-1 0 0,3-30-188 0 0,0 0 0 0 0,-1 0 0 0 0,1 0 0 0 0,1 0 0 0 0,-1-1-1 0 0,0 1 1 0 0,0 0 0 0 0,0 0 0 0 0,0-1 0 0 0,1 1 0 0 0,0 0 0 0 0,1 0 19 0 0,2 2 7 0 0,0 0-1 0 0,0-1 0 0 0,0 0 0 0 0,1 0 1 0 0,-1 0-1 0 0,1-1 0 0 0,0 0 0 0 0,-1 0 0 0 0,1 0 1 0 0,0-1-1 0 0,0 0 0 0 0,-1 0 0 0 0,1 0 1 0 0,0-1-1 0 0,9-2 0 0 0,1-1-62 0 0,1-1 0 0 0,-1-1-1 0 0,29-15 1 0 0,-44 20-135 0 0,-1 1 0 0 0,1-1 0 0 0,0 0 0 0 0,-1 0 0 0 0,1 0 0 0 0,-1 1 0 0 0,1-1 0 0 0,-1 0-1 0 0,0 0 1 0 0,1 0 0 0 0,-1 0 0 0 0,0 0 0 0 0,1 0 0 0 0,-1 1 0 0 0,0-1 0 0 0,0 0 0 0 0,0-2 0 0 0,1-1-787 0 0,0-3-1065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29"/>
    </inkml:context>
    <inkml:brush xml:id="br0">
      <inkml:brushProperty name="width" value="0.05" units="cm"/>
      <inkml:brushProperty name="height" value="0.05" units="cm"/>
    </inkml:brush>
  </inkml:definitions>
  <inkml:trace contextRef="#ctx0" brushRef="#br0">4 327 8466 0 0,'0'0'1810'0'0,"-3"-6"3060"0"0,8 2-4733 0 0,1 1 0 0 0,-1-1 1 0 0,1 1-1 0 0,0 1 0 0 0,0-1 1 0 0,13-2-1 0 0,-4 0-57 0 0,5-3-307 0 0,94-34 656 0 0,-40 10-5358 0 0,-66 29 2663 0 0</inkml:trace>
  <inkml:trace contextRef="#ctx0" brushRef="#br0" timeOffset="1">141 94 10066 0 0,'-11'-4'5895'0'0,"11"3"-5843"0"0,1 0 1 0 0,0 0-1 0 0,-1 0 0 0 0,1 0 1 0 0,0 0-1 0 0,0 1 1 0 0,0-1-1 0 0,-1 0 1 0 0,1 0-1 0 0,0 1 1 0 0,0-1-1 0 0,0 1 0 0 0,0-1 1 0 0,2 0-1 0 0,1-2-21 0 0,14-8-105 0 0,1 1 0 0 0,0 0-1 0 0,0 2 1 0 0,25-8 0 0 0,10 0-5263 0 0,-39 13 1549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31"/>
    </inkml:context>
    <inkml:brush xml:id="br0">
      <inkml:brushProperty name="width" value="0.05" units="cm"/>
      <inkml:brushProperty name="height" value="0.05" units="cm"/>
    </inkml:brush>
  </inkml:definitions>
  <inkml:trace contextRef="#ctx0" brushRef="#br0">106 1 6009 0 0,'-7'2'5663'0'0,"-9"2"-2676"0"0,16-4-2960 0 0,0 0-1 0 0,0 0 1 0 0,0 0-1 0 0,0 0 1 0 0,0 1-1 0 0,0-1 1 0 0,0 0-1 0 0,0 0 1 0 0,0 0-1 0 0,0 0 1 0 0,0 0-1 0 0,0 0 1 0 0,0 0-1 0 0,0 1 1 0 0,0-1-1 0 0,0 0 1 0 0,0 0-1 0 0,0 0 1 0 0,0 0-1 0 0,0 0 1 0 0,0 0-1 0 0,0 0 1 0 0,0 1-1 0 0,1-1 1 0 0,-1 0 0 0 0,0 0-1 0 0,0 0 1 0 0,0 0-1 0 0,0 0 1 0 0,0 0-1 0 0,0 0 1 0 0,0 0-1 0 0,0 0 1 0 0,0 0-1 0 0,1 0 1 0 0,-1 1-1 0 0,0-1 1 0 0,0 0-1 0 0,0 0 1 0 0,0 0-1 0 0,0 0 1 0 0,0 0-1 0 0,0 0 1 0 0,1 0-1 0 0,-1 0 1 0 0,0 0-1 0 0,0 0 1 0 0,0 0-1 0 0,0 0 1 0 0,0 0-1 0 0,0 0 1 0 0,1 0-1 0 0,-1 0 1 0 0,0-1-1 0 0,15 3 343 0 0,19-1-539 0 0,-32-1 239 0 0,11 0-317 0 0,9 0 269 0 0,-7 0-5101 0 0</inkml:trace>
  <inkml:trace contextRef="#ctx0" brushRef="#br0" timeOffset="1">0 164 5049 0 0,'0'0'360'0'0,"11"0"5461"0"0,9-1-4720 0 0,0-2 0 0 0,0 0 0 0 0,34-10-1 0 0,3-1-427 0 0,-40 14-3129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33"/>
    </inkml:context>
    <inkml:brush xml:id="br0">
      <inkml:brushProperty name="width" value="0.05" units="cm"/>
      <inkml:brushProperty name="height" value="0.05" units="cm"/>
    </inkml:brush>
  </inkml:definitions>
  <inkml:trace contextRef="#ctx0" brushRef="#br0">160 72 4353 0 0,'0'-6'885'0'0,"0"0"0"0"0,0 0-1 0 0,0 0 1 0 0,-1 0 0 0 0,0 1 0 0 0,0-1-1 0 0,-1 0 1 0 0,0 1 0 0 0,0-1 0 0 0,-4-7 0 0 0,3 35 184 0 0,-5 26-736 0 0,-3 0 0 0 0,-26 79 0 0 0,0-37-35 0 0,-5 16-160 0 0,41-105-247 0 0,-3 15 20 0 0,2-6-4414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34"/>
    </inkml:context>
    <inkml:brush xml:id="br0">
      <inkml:brushProperty name="width" value="0.05" units="cm"/>
      <inkml:brushProperty name="height" value="0.05" units="cm"/>
    </inkml:brush>
  </inkml:definitions>
  <inkml:trace contextRef="#ctx0" brushRef="#br0">23 0 11122 0 0,'-15'2'5086'0'0,"8"-1"-8311"0"0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35"/>
    </inkml:context>
    <inkml:brush xml:id="br0">
      <inkml:brushProperty name="width" value="0.05" units="cm"/>
      <inkml:brushProperty name="height" value="0.05" units="cm"/>
    </inkml:brush>
  </inkml:definitions>
  <inkml:trace contextRef="#ctx0" brushRef="#br0">1 101 5833 0 0,'0'0'416'0'0,"6"-22"4939"0"0,-3 18-5206 0 0,0 1 0 0 0,0-1 1 0 0,0 1-1 0 0,0 0 0 0 0,1 0 0 0 0,-1 0 1 0 0,1 0-1 0 0,0 0 0 0 0,0 1 1 0 0,0-1-1 0 0,0 1 0 0 0,0 0 0 0 0,0 1 1 0 0,1-1-1 0 0,5-1 0 0 0,28-13 582 0 0,-8 1-287 0 0,-29 14-432 0 0,1 0 0 0 0,0 1 1 0 0,0-1-1 0 0,-1 1 0 0 0,1 0 0 0 0,0-1 1 0 0,0 1-1 0 0,0 0 0 0 0,-1 0 0 0 0,1 0 1 0 0,0 0-1 0 0,0 1 0 0 0,0-1 0 0 0,-1 0 1 0 0,1 1-1 0 0,2 0 0 0 0,-3 0-8 0 0,1 1-1 0 0,0-1 1 0 0,0 1-1 0 0,-1 0 0 0 0,1-1 1 0 0,-1 1-1 0 0,0 0 1 0 0,0 0-1 0 0,1 0 1 0 0,-1 0-1 0 0,0 0 0 0 0,0 0 1 0 0,-1 0-1 0 0,2 5 1 0 0,5 32 74 0 0,-7-27-44 0 0,-1 1-1 0 0,0 0 1 0 0,-1-1 0 0 0,-1 0 0 0 0,0 1 0 0 0,0-1 0 0 0,-1 0-1 0 0,-1 0 1 0 0,0-1 0 0 0,0 0 0 0 0,-1 1 0 0 0,-11 13 0 0 0,9-13 34 0 0,6-7-25 0 0,-1 0-1 0 0,0-1 1 0 0,0 0 0 0 0,0 1 0 0 0,-1-1-1 0 0,1 0 1 0 0,-1-1 0 0 0,0 1 0 0 0,0-1-1 0 0,0 0 1 0 0,0 0 0 0 0,-1 0 0 0 0,1 0-1 0 0,-1-1 1 0 0,-7 3 0 0 0,4-1 75 0 0,-22 6 822 0 0,29-10-928 0 0,1 0 1 0 0,0 0 0 0 0,-1 0-1 0 0,1 0 1 0 0,0 0 0 0 0,-1 0 0 0 0,1 0-1 0 0,0 0 1 0 0,-1 0 0 0 0,1 0 0 0 0,0 0-1 0 0,-1 0 1 0 0,1-1 0 0 0,0 1-1 0 0,-1 0 1 0 0,1 0 0 0 0,0 0 0 0 0,-1 0-1 0 0,1 0 1 0 0,0-1 0 0 0,0 1 0 0 0,-1 0-1 0 0,1 0 1 0 0,0-1 0 0 0,0 1-1 0 0,-1 0 1 0 0,1-1 0 0 0,0 0-16 0 0,0 0 1 0 0,0 0-1 0 0,0 1 1 0 0,0-1-1 0 0,0 0 1 0 0,0 0-1 0 0,0 0 1 0 0,0 0-1 0 0,0 0 1 0 0,1 0-1 0 0,-1 0 1 0 0,0 1-1 0 0,1-1 1 0 0,-1 0-1 0 0,1-1 1 0 0,0 1 3 0 0,-1 0 1 0 0,1 0 0 0 0,-1 1 0 0 0,1-1-1 0 0,-1 0 1 0 0,1 1 0 0 0,-1-1 0 0 0,1 1-1 0 0,-1-1 1 0 0,1 1 0 0 0,0-1-1 0 0,-1 1 1 0 0,1-1 0 0 0,0 1 0 0 0,0 0-1 0 0,-1-1 1 0 0,1 1 0 0 0,0 0 0 0 0,0-1-1 0 0,-1 1 1 0 0,1 0 0 0 0,0 0 0 0 0,1 0-1 0 0,1 0 4 0 0,-1 0-1 0 0,1 0 0 0 0,-1 1 0 0 0,1-1 0 0 0,-1 1 0 0 0,1 0 0 0 0,4 1 1 0 0,2 3 14 0 0,0 0 1 0 0,16 11 0 0 0,5 0-655 0 0,-7-9-4819 0 0,-14-6 2508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36"/>
    </inkml:context>
    <inkml:brush xml:id="br0">
      <inkml:brushProperty name="width" value="0.05" units="cm"/>
      <inkml:brushProperty name="height" value="0.05" units="cm"/>
    </inkml:brush>
  </inkml:definitions>
  <inkml:trace contextRef="#ctx0" brushRef="#br0">67 239 6969 0 0,'6'-13'3265'0'0,"7"-20"-2082"0"0,24-70 1108 0 0,-36 98-2146 0 0,1-1 2 0 0,0 0-1 0 0,0 0 1 0 0,0-1-1 0 0,-1 1 1 0 0,0-1-1 0 0,0 1 1 0 0,-1-1-1 0 0,0 1 1 0 0,0-1-1 0 0,-2-7 1 0 0,2 13-131 0 0,-1 1 1 0 0,1-1 0 0 0,-1 1 0 0 0,1-1 0 0 0,-1 1 0 0 0,0-1-1 0 0,1 1 1 0 0,-1-1 0 0 0,0 1 0 0 0,0 0 0 0 0,1-1 0 0 0,-1 1-1 0 0,0 0 1 0 0,0 0 0 0 0,1 0 0 0 0,-1-1 0 0 0,0 1 0 0 0,0 0-1 0 0,1 0 1 0 0,-1 0 0 0 0,0 0 0 0 0,0 0 0 0 0,0 1 0 0 0,1-1-1 0 0,-1 0 1 0 0,0 0 0 0 0,-1 1 0 0 0,-20 5 50 0 0,18-4-60 0 0,0 0-1 0 0,0 0 0 0 0,1 0 0 0 0,-1 1 0 0 0,1-1 0 0 0,0 1 0 0 0,-1 0 1 0 0,1 0-1 0 0,1 0 0 0 0,-1 0 0 0 0,-4 6 0 0 0,2 1 12 0 0,-1 0-1 0 0,-6 20 1 0 0,-3 6 23 0 0,14-34-32 0 0,0-1 0 0 0,0 1 0 0 0,0-1 0 0 0,1 1 0 0 0,-1-1 0 0 0,0 1 0 0 0,1-1 0 0 0,-1 1 0 0 0,1 0 0 0 0,0-1 0 0 0,0 1 0 0 0,0 0 0 0 0,-1-1 0 0 0,2 1-1 0 0,-1 0 1 0 0,0 0 0 0 0,0-1 0 0 0,0 1 0 0 0,1 0 0 0 0,-1-1 0 0 0,1 1 0 0 0,-1-1 0 0 0,2 3 0 0 0,-1-3 1 0 0,1 1 0 0 0,-1-1 0 0 0,1 0 0 0 0,-1 1 0 0 0,1-1 0 0 0,0 0 0 0 0,-1 0 0 0 0,1 0 0 0 0,0 0-1 0 0,0-1 1 0 0,0 1 0 0 0,0 0 0 0 0,-1-1 0 0 0,1 1 0 0 0,0-1 0 0 0,3 1 0 0 0,3-1 8 0 0,-1 1 0 0 0,0-1 0 0 0,1-1 0 0 0,-1 1 0 0 0,0-1 0 0 0,1 0 0 0 0,-1-1 1 0 0,0 0-1 0 0,11-4 0 0 0,-9 0 17 0 0,-1 1 1 0 0,0-1 0 0 0,0 0-1 0 0,0 0 1 0 0,12-15 0 0 0,-10 11 98 0 0,-15 64 127 0 0,-25 109 285 0 0,13-84-1187 0 0,5 2-3488 0 0,11-75 1178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37"/>
    </inkml:context>
    <inkml:brush xml:id="br0">
      <inkml:brushProperty name="width" value="0.05" units="cm"/>
      <inkml:brushProperty name="height" value="0.05" units="cm"/>
    </inkml:brush>
  </inkml:definitions>
  <inkml:trace contextRef="#ctx0" brushRef="#br0">27 35 4481 0 0,'0'0'377'0'0,"2"-8"4082"0"0,2-7-3340 0 0,5 4-456 0 0,-6 11-200 0 0,-6 9-130 0 0,-1 1-176 0 0,-4 8 1814 0 0,-19 36 0 0 0,27-54-1945 0 0,0 0-1 0 0,0 0 1 0 0,-1 0 0 0 0,1-1 0 0 0,0 1-1 0 0,0 0 1 0 0,0 0 0 0 0,0 0-1 0 0,0 0 1 0 0,0 0 0 0 0,0 0-1 0 0,0 0 1 0 0,0 0 0 0 0,0 0-1 0 0,0 0 1 0 0,0 0 0 0 0,0 0-1 0 0,0 0 1 0 0,0 0 0 0 0,0 0-1 0 0,-1 0 1 0 0,1 0 0 0 0,0 0-1 0 0,0 0 1 0 0,0 0 0 0 0,0 0 0 0 0,0 0-1 0 0,0 0 1 0 0,0 0 0 0 0,0 0-1 0 0,0 0 1 0 0,4-13 104 0 0,10-19-170 0 0,6 14-8 0 0,-20 17 51 0 0,0 1-1 0 0,1-1 1 0 0,-1 1-1 0 0,1-1 1 0 0,-1 1-1 0 0,1-1 1 0 0,-1 1-1 0 0,1-1 1 0 0,-1 1-1 0 0,1 0 1 0 0,-1-1-1 0 0,1 1 1 0 0,0 0-1 0 0,-1 0 1 0 0,1-1-1 0 0,-1 1 1 0 0,1 0-1 0 0,0 0 1 0 0,-1 0-1 0 0,1 0 1 0 0,0 0-1 0 0,-1 0 1 0 0,1 0-1 0 0,0 0 1 0 0,-1 0-1 0 0,1 0 1 0 0,0 0-1 0 0,-1 0 1 0 0,1 0 0 0 0,0 0-1 0 0,-1 1 1 0 0,1-1-1 0 0,0 1 1 0 0,0 0 18 0 0,-1 0 1 0 0,0 1 0 0 0,1-1 0 0 0,-1 0-1 0 0,0 1 1 0 0,0-1 0 0 0,0 0 0 0 0,0 1-1 0 0,0-1 1 0 0,0 0 0 0 0,-1 1 0 0 0,1-1-1 0 0,0 0 1 0 0,-1 0 0 0 0,0 3 0 0 0,0 3 313 0 0,17-13-161 0 0,-10 2-545 0 0,-4 2 468 0 0,1 0 1 0 0,-1 1-1 0 0,1-1 0 0 0,0 1 1 0 0,0 0-1 0 0,0 0 0 0 0,0 0 1 0 0,3-1-1 0 0,-5 2-152 0 0,-1 0 1 0 0,1 0-1 0 0,-1 0 0 0 0,1 0 1 0 0,0 0-1 0 0,-1 0 0 0 0,1 0 0 0 0,-1 1 1 0 0,1-1-1 0 0,0 0 0 0 0,-1 0 0 0 0,1 1 1 0 0,-1-1-1 0 0,1 0 0 0 0,-1 1 1 0 0,1-1-1 0 0,-1 0 0 0 0,1 1 0 0 0,7 17-4423 0 0,-7-13 1300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38"/>
    </inkml:context>
    <inkml:brush xml:id="br0">
      <inkml:brushProperty name="width" value="0.05" units="cm"/>
      <inkml:brushProperty name="height" value="0.05" units="cm"/>
    </inkml:brush>
  </inkml:definitions>
  <inkml:trace contextRef="#ctx0" brushRef="#br0">29 97 7754 0 0,'-3'3'4571'0'0,"-4"8"-3345"0"0,3 18-473 0 0,4-23-647 0 0,0 0 1 0 0,-1 0-1 0 0,1 1 1 0 0,-2-1-1 0 0,1 0 1 0 0,-1 0-1 0 0,0 0 0 0 0,-5 11 1 0 0,33-94 305 0 0,-20 63-384 0 0,21-47 164 0 0,-24 56-96 0 0,-1 0 0 0 0,1 0 1 0 0,0 1-1 0 0,1 0 0 0 0,-1-1 1 0 0,1 1-1 0 0,-1 1 0 0 0,1-1 1 0 0,7-5-1 0 0,-10 9-88 0 0,0-1 1 0 0,0 1-1 0 0,0-1 1 0 0,0 0-1 0 0,0 1 1 0 0,0 0 0 0 0,0-1-1 0 0,0 1 1 0 0,0 0-1 0 0,1-1 1 0 0,-1 1-1 0 0,0 0 1 0 0,0 0-1 0 0,0 0 1 0 0,0 0-1 0 0,0 0 1 0 0,1 0-1 0 0,-1 0 1 0 0,0 1-1 0 0,0-1 1 0 0,0 0-1 0 0,0 0 1 0 0,1 1-1 0 0,0 1-1 0 0,0-1 0 0 0,-1 0 0 0 0,1 0 0 0 0,0 1 0 0 0,-1-1-1 0 0,0 1 1 0 0,1-1 0 0 0,-1 1 0 0 0,0 0 0 0 0,0 0 0 0 0,2 3 0 0 0,1 4 6 0 0,-1 0 0 0 0,0 1 1 0 0,-1-1-1 0 0,2 12 0 0 0,-3-21-12 0 0,0 8 17 0 0,0 0 0 0 0,1-1 1 0 0,0 1-1 0 0,0-1 0 0 0,0 1 0 0 0,7 10 0 0 0,-5-9-1 0 0,0-1 0 0 0,0 1 0 0 0,-1 0 0 0 0,0 0 0 0 0,-1 0 0 0 0,0 0 0 0 0,0 0 0 0 0,0 17 0 0 0,-1 17-3746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39"/>
    </inkml:context>
    <inkml:brush xml:id="br0">
      <inkml:brushProperty name="width" value="0.05" units="cm"/>
      <inkml:brushProperty name="height" value="0.05" units="cm"/>
    </inkml:brush>
  </inkml:definitions>
  <inkml:trace contextRef="#ctx0" brushRef="#br0">0 36 5417 0 0,'2'0'5849'0'0,"-1"0"-5344"0"0,1 0 519 0 0,1-2-184 0 0,0 2-40 0 0,15-4-80 0 0,2-1-264 0 0,-3 0-208 0 0,6 1 16 0 0,-4 1-104 0 0,1-2-144 0 0,-2 2-88 0 0,-2 1-208 0 0,-5 1-32 0 0,2-1-1344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0"/>
    </inkml:context>
    <inkml:brush xml:id="br0">
      <inkml:brushProperty name="width" value="0.05" units="cm"/>
      <inkml:brushProperty name="height" value="0.05" units="cm"/>
    </inkml:brush>
  </inkml:definitions>
  <inkml:trace contextRef="#ctx0" brushRef="#br0">215 100 6281 0 0,'0'-16'1462'0'0,"0"-68"5181"0"0,0 92-6531 0 0,-1 43-18 0 0,-12 91 1 0 0,9-121-20 0 0,0 1 0 0 0,-2-1 0 0 0,0 0 0 0 0,-2-1 0 0 0,0 0 1 0 0,-21 37-1 0 0,27-55-59 0 0,0 0 0 0 0,0 0 0 0 0,0 0 0 0 0,0 0 0 0 0,-1 0 0 0 0,1 0 0 0 0,0-1 1 0 0,-1 1-1 0 0,0-1 0 0 0,1 0 0 0 0,-1 0 0 0 0,0 0 0 0 0,0 0 0 0 0,1 0 0 0 0,-1 0 0 0 0,-6 0 1 0 0,5-1 86 0 0,0 1-1 0 0,0 0 1 0 0,0 1 0 0 0,0-1 0 0 0,0 0 0 0 0,1 1 0 0 0,-5 2 0 0 0,-23 11 1051 0 0,13-7-510 0 0,14-6-511 0 0,10-6-110 0 0,12-4-19 0 0,17-5 32 0 0,1 3-1 0 0,0 0 1 0 0,58-6 0 0 0,-3 11-6108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1"/>
    </inkml:context>
    <inkml:brush xml:id="br0">
      <inkml:brushProperty name="width" value="0.05" units="cm"/>
      <inkml:brushProperty name="height" value="0.05" units="cm"/>
    </inkml:brush>
  </inkml:definitions>
  <inkml:trace contextRef="#ctx0" brushRef="#br0">8 123 8410 0 0,'-8'-10'6385'0'0,"12"7"-6243"0"0,-1 0-1 0 0,1 1 1 0 0,0-1-1 0 0,0 1 1 0 0,0 0 0 0 0,7-2-1 0 0,4-2-24 0 0,25-13 204 0 0,76-23-1 0 0,-91 34-694 0 0,0 2 0 0 0,1 2 1 0 0,-1 0-1 0 0,39-1 0 0 0,-47 7-2586 0 0,-11-2 895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2"/>
    </inkml:context>
    <inkml:brush xml:id="br0">
      <inkml:brushProperty name="width" value="0.05" units="cm"/>
      <inkml:brushProperty name="height" value="0.05" units="cm"/>
    </inkml:brush>
  </inkml:definitions>
  <inkml:trace contextRef="#ctx0" brushRef="#br0">178 1 8466 0 0,'-25'3'3974'0'0,"23"-2"-3859"0"0,-1 0 0 0 0,1 0 0 0 0,0 0 1 0 0,0 0-1 0 0,0 1 0 0 0,0-1 0 0 0,0 1 0 0 0,0-1 0 0 0,0 1 1 0 0,1 0-1 0 0,-1 0 0 0 0,0 0 0 0 0,1 0 0 0 0,0 0 0 0 0,-3 4 1 0 0,2 0 40 0 0,0 0 1 0 0,0 0-1 0 0,1 1 1 0 0,-2 9 0 0 0,-1 11 68 0 0,-3 6-107 0 0,4-16 6 0 0,-1-1 0 0 0,0 0 1 0 0,-1 0-1 0 0,-1-1 0 0 0,-8 17 0 0 0,-37 62 787 0 0,50-91-978 0 0,-4 9-50 0 0,5-11 12 0 0,0-1 0 0 0,0 0 0 0 0,0 0 0 0 0,0 0 0 0 0,0 1 1 0 0,0-1-1 0 0,0 0 0 0 0,0 0 0 0 0,0 0 0 0 0,0 0 0 0 0,0 1 1 0 0,0-1-1 0 0,-1 0 0 0 0,1 0 0 0 0,0 0 0 0 0,0 0 0 0 0,0 0 1 0 0,0 1-1 0 0,0-1 0 0 0,0 0 0 0 0,-1 0 0 0 0,1 0 1 0 0,0 0-1 0 0,0 0 0 0 0,0 0 0 0 0,-1 0 0 0 0,1 0 0 0 0,0 0 1 0 0,0 0-1 0 0,0 0 0 0 0,0 1 0 0 0,-1-1 0 0 0,1 0 0 0 0,0 0 1 0 0,0 0-1 0 0,0 0 0 0 0,-1 0 0 0 0,1-1 0 0 0,0 1 1 0 0,0 0-1 0 0,0 0 0 0 0,0 0 0 0 0,-1 0 0 0 0,1 0 0 0 0,0 0 1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3"/>
    </inkml:context>
    <inkml:brush xml:id="br0">
      <inkml:brushProperty name="width" value="0.05" units="cm"/>
      <inkml:brushProperty name="height" value="0.05" units="cm"/>
    </inkml:brush>
  </inkml:definitions>
  <inkml:trace contextRef="#ctx0" brushRef="#br0">60 63 9170 0 0,'0'0'76'0'0,"-9"-14"5160"0"0,17 8-4985 0 0,-1 1 0 0 0,2 0 1 0 0,-1 0-1 0 0,0 1 0 0 0,1 0 0 0 0,15-4 1 0 0,-16 5-105 0 0,-1 1-90 0 0,-1 0 1 0 0,1 1-1 0 0,0 0 1 0 0,-1 0-1 0 0,1 0 1 0 0,10 1-1 0 0,-16 0-54 0 0,0 1 1 0 0,0-1-1 0 0,0 1 0 0 0,0-1 0 0 0,0 1 1 0 0,-1 0-1 0 0,1-1 0 0 0,0 1 0 0 0,0 0 1 0 0,-1-1-1 0 0,1 1 0 0 0,0 0 0 0 0,-1 0 1 0 0,1 0-1 0 0,-1-1 0 0 0,1 1 0 0 0,-1 0 0 0 0,0 0 1 0 0,1 0-1 0 0,0 2 0 0 0,6 20-17 0 0,-7-17 23 0 0,1-1 0 0 0,-1 0 1 0 0,0 1-1 0 0,0-1 1 0 0,0 0-1 0 0,-1 1 0 0 0,1-1 1 0 0,-1 0-1 0 0,-1 0 1 0 0,1 0-1 0 0,-1 0 0 0 0,0 0 1 0 0,0 0-1 0 0,0 0 1 0 0,-5 7-1 0 0,1-4 6 0 0,1-1 0 0 0,-2 0 1 0 0,1 0-1 0 0,-1 0 0 0 0,0 0 0 0 0,0-1 0 0 0,-15 9 1 0 0,2 3-20 0 0,19-17 2 0 0,0 0 0 0 0,1-1 0 0 0,-1 1 0 0 0,0 0 0 0 0,0 0 0 0 0,1 0 0 0 0,-1 0-1 0 0,1 0 1 0 0,-1 0 0 0 0,1 0 0 0 0,-1 0 0 0 0,1 0 0 0 0,0 0 0 0 0,-1 0 0 0 0,1 0 0 0 0,0 0 0 0 0,0 0 0 0 0,0 0 0 0 0,0 0-1 0 0,0 1 1 0 0,0 0 0 0 0,1-1 7 0 0,1 0 0 0 0,0 0 0 0 0,-1 0-1 0 0,1 0 1 0 0,0 0 0 0 0,-1-1-1 0 0,1 1 1 0 0,0-1 0 0 0,0 0 0 0 0,0 1-1 0 0,-1-1 1 0 0,1 0 0 0 0,0 0 0 0 0,3 0-1 0 0,2 0 11 0 0,1 1-2 0 0,1 0-1 0 0,-1 0 1 0 0,0 1 0 0 0,-1 0 0 0 0,1 1 0 0 0,15 6 0 0 0,-21-8-3 0 0,0 1 1 0 0,0-1-1 0 0,-1 0 1 0 0,1 1 0 0 0,0-1-1 0 0,0 1 1 0 0,-1 0 0 0 0,1-1-1 0 0,-1 1 1 0 0,1 0 0 0 0,-1 0-1 0 0,0 0 1 0 0,0 0 0 0 0,0 0-1 0 0,0 0 1 0 0,0 1 0 0 0,0-1-1 0 0,-1 0 1 0 0,1 0 0 0 0,-1 1-1 0 0,1-1 1 0 0,-1 0 0 0 0,0 1-1 0 0,0-1 1 0 0,0 0-1 0 0,0 1 1 0 0,0-1 0 0 0,-1 0-1 0 0,0 4 1 0 0,0-3 28 0 0,-1 1-1 0 0,1 0 1 0 0,-1-1 0 0 0,0 1-1 0 0,0-1 1 0 0,-1 0 0 0 0,1 0 0 0 0,-1 0-1 0 0,1 0 1 0 0,-1 0 0 0 0,0-1-1 0 0,0 1 1 0 0,0-1 0 0 0,0 1-1 0 0,0-1 1 0 0,-1 0 0 0 0,1 0-1 0 0,-1-1 1 0 0,-4 2 0 0 0,-14 6 247 0 0,1-2 1 0 0,-26 6-1 0 0,28-8-193 0 0,11-3-46 0 0,1 1 0 0 0,-1 0 0 0 0,1 1-1 0 0,-7 4 1 0 0,-5 2-267 0 0,28-21-4294 0 0,6-6 2486 0 0,4 6-657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4"/>
    </inkml:context>
    <inkml:brush xml:id="br0">
      <inkml:brushProperty name="width" value="0.05" units="cm"/>
      <inkml:brushProperty name="height" value="0.05" units="cm"/>
    </inkml:brush>
  </inkml:definitions>
  <inkml:trace contextRef="#ctx0" brushRef="#br0">1 66 10714 0 0,'2'-1'6666'0'0,"14"-8"-6485"0"0,6-2-159 0 0,1 1-1 0 0,0 1 1 0 0,1 1 0 0 0,46-9-1 0 0,-50 17-2896 0 0,-12 0-1261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5"/>
    </inkml:context>
    <inkml:brush xml:id="br0">
      <inkml:brushProperty name="width" value="0.05" units="cm"/>
      <inkml:brushProperty name="height" value="0.05" units="cm"/>
    </inkml:brush>
  </inkml:definitions>
  <inkml:trace contextRef="#ctx0" brushRef="#br0">0 0 1912 0 0,'2'6'10210'0'0,"5"4"-7437"0"0,5-8-2665 0 0,-1-1 0 0 0,1 0-1 0 0,0-1 1 0 0,-1 0 0 0 0,21-3 0 0 0,7-3-2701 0 0,-18 3-735 0 0,-11 2-652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6"/>
    </inkml:context>
    <inkml:brush xml:id="br0">
      <inkml:brushProperty name="width" value="0.05" units="cm"/>
      <inkml:brushProperty name="height" value="0.05" units="cm"/>
    </inkml:brush>
  </inkml:definitions>
  <inkml:trace contextRef="#ctx0" brushRef="#br0">120 58 712 0 0,'0'0'3938'0'0,"6"-31"4632"0"0,-13 19-6841 0 0,6 11-1663 0 0,1 1 1 0 0,-1-1-1 0 0,0 0 1 0 0,1 1-1 0 0,-1-1 1 0 0,0 0-1 0 0,1 0 1 0 0,-1 0-1 0 0,1 0 1 0 0,-1 0-1 0 0,1 1 1 0 0,0-1-1 0 0,-1 0 1 0 0,1-2-1 0 0,-1 3-47 0 0,1 0 0 0 0,-1 0 0 0 0,1 1 0 0 0,-1-1 0 0 0,1 0 0 0 0,-1 0 0 0 0,1 1 0 0 0,-1-1 0 0 0,1 1 0 0 0,-1-1 0 0 0,1 0 0 0 0,0 1 0 0 0,-1-1 0 0 0,1 1 0 0 0,0-1 0 0 0,-1 1 0 0 0,1-1 0 0 0,0 1 0 0 0,-1-1 0 0 0,1 1 0 0 0,0-1 0 0 0,0 1 0 0 0,0-1 0 0 0,0 1 0 0 0,-1 0 0 0 0,-28 158 125 0 0,8-58-42 0 0,13-66 10 0 0,-1-1-1 0 0,-20 50 1 0 0,25-72-19 0 0,4-12-236 0 0,0 0 1 0 0,0 0 0 0 0,0 1 0 0 0,0-1-1 0 0,0 0 1 0 0,0 0 0 0 0,0 1 0 0 0,0-1 0 0 0,0 0-1 0 0,0 1 1 0 0,0-1 0 0 0,0 0 0 0 0,0 0-1 0 0,0 1 1 0 0,0-1 0 0 0,0 0 0 0 0,0 0-1 0 0,0 1 1 0 0,0-1 0 0 0,0 0 0 0 0,0 0-1 0 0,0 1 1 0 0,0-1 0 0 0,0 0 0 0 0,1 0 0 0 0,-1 0-1 0 0,0 1 1 0 0,0-1 0 0 0,0 0 0 0 0,1 0-1 0 0,-1 0 1 0 0,0 1 0 0 0,0-1 0 0 0,0 0-1 0 0,1 0 1 0 0,-1 0 0 0 0,0 0 0 0 0,1 0-1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7"/>
    </inkml:context>
    <inkml:brush xml:id="br0">
      <inkml:brushProperty name="width" value="0.05" units="cm"/>
      <inkml:brushProperty name="height" value="0.05" units="cm"/>
    </inkml:brush>
  </inkml:definitions>
  <inkml:trace contextRef="#ctx0" brushRef="#br0">20 44 4689 0 0,'0'0'1986'0'0,"13"-11"3008"0"0,0 4-4353 0 0,0 1 0 0 0,20-7 0 0 0,-29 12-518 0 0,1-1 0 0 0,-1 1 1 0 0,1 0-1 0 0,0 0 0 0 0,-1 1 0 0 0,1-1 1 0 0,0 1-1 0 0,0 0 0 0 0,0 0 1 0 0,-1 1-1 0 0,10 1 0 0 0,-12 0-113 0 0,0 0-1 0 0,-1 0 0 0 0,1-1 1 0 0,0 1-1 0 0,-1 0 1 0 0,0 1-1 0 0,1-1 1 0 0,-1 0-1 0 0,0 0 0 0 0,0 1 1 0 0,0-1-1 0 0,-1 0 1 0 0,2 3-1 0 0,-1-1 6 0 0,1 5 4 0 0,0-1 0 0 0,0 1 0 0 0,0 0 0 0 0,-1 0 0 0 0,-1 0 0 0 0,0 0 0 0 0,0 0 0 0 0,-1 0-1 0 0,0 0 1 0 0,0 0 0 0 0,-1 0 0 0 0,0 0 0 0 0,-4 9 0 0 0,-5 12 256 0 0,-2 0 1 0 0,-21 35-1 0 0,33-63-250 0 0,-2 4 27 0 0,-2 1 0 0 0,1 0-1 0 0,-1-1 1 0 0,0 0 0 0 0,0 0 0 0 0,-1-1-1 0 0,1 1 1 0 0,-1-1 0 0 0,-1 0-1 0 0,1-1 1 0 0,-1 0 0 0 0,0 0 0 0 0,-12 6-1 0 0,15-8 29 0 0,-12 8 353 0 0,16-10-428 0 0,1 0 0 0 0,-1-1 0 0 0,0 1 0 0 0,0 0 0 0 0,0 0 0 0 0,0 0 0 0 0,0 0 0 0 0,0 0 0 0 0,0-1 0 0 0,0 1 0 0 0,0 0 0 0 0,0 0 0 0 0,0 0 0 0 0,0 0 0 0 0,0-1 0 0 0,0 1 0 0 0,0 0 0 0 0,0 0 0 0 0,0 0 0 0 0,0 0 0 0 0,0-1 0 0 0,0 1 0 0 0,0 0 0 0 0,0 0 0 0 0,0 0 0 0 0,0 0 0 0 0,0 0 0 0 0,0-1 0 0 0,0 1 0 0 0,-1 0 0 0 0,1 0 0 0 0,0 0 0 0 0,0 0 0 0 0,0 0 0 0 0,0 0 0 0 0,0-1 0 0 0,0 1 1 0 0,-1 0-1 0 0,1 0 0 0 0,0 0 0 0 0,0 0 0 0 0,0 0 0 0 0,0 0 0 0 0,0 0 0 0 0,-1 0 0 0 0,1 0 0 0 0,0 0 0 0 0,0 0 0 0 0,0 0 0 0 0,0 0 0 0 0,-1 0 0 0 0,1 0 0 0 0,0 0 0 0 0,0 0 0 0 0,0 0 0 0 0,1-1 1 0 0,0 0 0 0 0,0 0 0 0 0,0 0 0 0 0,0 0 0 0 0,0 0 0 0 0,1 1 0 0 0,-1-1 0 0 0,0 0 0 0 0,0 1 0 0 0,1-1 0 0 0,-1 1 1 0 0,1-1-1 0 0,-1 1 0 0 0,0 0 0 0 0,1 0 0 0 0,1-1 0 0 0,24-1 103 0 0,-12 2 2 0 0,0 1 1 0 0,0 0-1 0 0,28 6 1 0 0,-8 6-4599 0 0,-32-11 2259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8"/>
    </inkml:context>
    <inkml:brush xml:id="br0">
      <inkml:brushProperty name="width" value="0.05" units="cm"/>
      <inkml:brushProperty name="height" value="0.05" units="cm"/>
    </inkml:brush>
  </inkml:definitions>
  <inkml:trace contextRef="#ctx0" brushRef="#br0">4 3 11795 0 0,'0'0'805'0'0,"-4"-2"2011"0"0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49"/>
    </inkml:context>
    <inkml:brush xml:id="br0">
      <inkml:brushProperty name="width" value="0.05" units="cm"/>
      <inkml:brushProperty name="height" value="0.05" units="cm"/>
    </inkml:brush>
  </inkml:definitions>
  <inkml:trace contextRef="#ctx0" brushRef="#br0">1 83 6881 0 0,'0'0'1331'0'0,"0"-6"3320"0"0,4-7-2908 0 0,13 4-1392 0 0,2 1 1 0 0,-1 1 0 0 0,1 1 0 0 0,0 0-1 0 0,0 1 1 0 0,26-2 0 0 0,-26-1-72 0 0,-17 7-244 0 0,-1 0-1 0 0,0 0 1 0 0,1 0 0 0 0,-1 1 0 0 0,0-1-1 0 0,1 0 1 0 0,-1 1 0 0 0,1-1 0 0 0,-1 1 0 0 0,1 0-1 0 0,1-1 1 0 0,-2 4-28 0 0,-1-1 0 0 0,0 0 0 0 0,0 0 0 0 0,0 1 0 0 0,0-1-1 0 0,0 0 1 0 0,-1 0 0 0 0,1 1 0 0 0,0-1 0 0 0,-1 0 0 0 0,-1 3 0 0 0,-28 82 3 0 0,20-66 15 0 0,2 1 1 0 0,1 1-1 0 0,0 0 1 0 0,2 0-1 0 0,0 0 0 0 0,-1 39 1 0 0,6-61-11 0 0,0-1 0 0 0,0 1 0 0 0,0-1 0 0 0,0 1 0 0 0,0-1-1 0 0,0 1 1 0 0,0-1 0 0 0,0 1 0 0 0,0-1 0 0 0,0 1 0 0 0,1-1 0 0 0,-1 1 0 0 0,0-1 0 0 0,0 0 0 0 0,1 1 0 0 0,-1-1 0 0 0,0 1 0 0 0,0-1 0 0 0,1 0 0 0 0,-1 1 0 0 0,0-1 0 0 0,1 0-1 0 0,-1 1 1 0 0,1-1 0 0 0,-1 0 0 0 0,0 0 0 0 0,1 1 0 0 0,-1-1 0 0 0,1 0 0 0 0,-1 0 0 0 0,1 1 0 0 0,20-3 274 0 0,-16 0-227 0 0,1 0-1 0 0,-1 0 1 0 0,0-1 0 0 0,0 1-1 0 0,8-6 1 0 0,-9 4-42 0 0,-1 0 0 0 0,1-1 0 0 0,-1 1 1 0 0,0-1-1 0 0,-1 1 0 0 0,1-1 0 0 0,-1 0 0 0 0,2-5 0 0 0,11-19 89 0 0,-12 23-88 0 0,-1 1-1 0 0,1-1 1 0 0,-1 1-1 0 0,0-1 1 0 0,0 0-1 0 0,0 0 0 0 0,-1 0 1 0 0,0 0-1 0 0,0 0 1 0 0,0 0-1 0 0,-1 0 1 0 0,0 0-1 0 0,-1-9 1 0 0,0 11-10 0 0,1 1 0 0 0,-1-1 0 0 0,0 0 0 0 0,0 1 0 0 0,-1-1 0 0 0,1 1 0 0 0,-1-1 0 0 0,0 1 0 0 0,1 0 0 0 0,-2 0 0 0 0,1-1 0 0 0,0 1 0 0 0,0 1-1 0 0,-1-1 1 0 0,0 0 0 0 0,0 1 0 0 0,1-1 0 0 0,-1 1 0 0 0,-1 0 0 0 0,1 0 0 0 0,0 0 0 0 0,-5-2 0 0 0,-78-27-136 0 0,83 30-91 0 0,-9-6-1420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0"/>
    </inkml:context>
    <inkml:brush xml:id="br0">
      <inkml:brushProperty name="width" value="0.05" units="cm"/>
      <inkml:brushProperty name="height" value="0.05" units="cm"/>
    </inkml:brush>
  </inkml:definitions>
  <inkml:trace contextRef="#ctx0" brushRef="#br0">14 268 8170 0 0,'-1'0'242'0'0,"1"0"1"0"0,0 0 0 0 0,-1 0-1 0 0,1 0 1 0 0,-1 0-1 0 0,1 0 1 0 0,-1 0 0 0 0,1 0-1 0 0,-1 0 1 0 0,1 0 0 0 0,0 0-1 0 0,-1 0 1 0 0,1 0-1 0 0,-1 0 1 0 0,1 0 0 0 0,-1 0-1 0 0,1-1 1 0 0,0 1 0 0 0,-1 0-1 0 0,1 0 1 0 0,-1-1-1 0 0,1 1 1 0 0,0 0 0 0 0,-1 0-1 0 0,1-1 1 0 0,0 1-1 0 0,-1 0 1 0 0,1-1 0 0 0,0 1-1 0 0,-1 0 1 0 0,1-1 0 0 0,6-13 672 0 0,-1 6-960 0 0,68-150 397 0 0,-46 97-346 0 0,-16 39 293 0 0,-14 37-139 0 0,-5 11-188 0 0,-9 38 152 0 0,15-58-112 0 0,1 1 0 0 0,1-1 0 0 0,-1 0 0 0 0,1 1 0 0 0,0-1 0 0 0,1 1 0 0 0,1 10 0 0 0,-2-16-9 0 0,1 0 0 0 0,-1 0 0 0 0,0 0 0 0 0,1 0 0 0 0,-1-1 1 0 0,0 1-1 0 0,1 0 0 0 0,-1 0 0 0 0,1-1 0 0 0,-1 1 0 0 0,1 0 0 0 0,0-1 0 0 0,-1 1 0 0 0,1 0 0 0 0,0-1 0 0 0,-1 1 0 0 0,1-1 0 0 0,0 1 0 0 0,0-1 0 0 0,-1 1 1 0 0,1-1-1 0 0,0 0 0 0 0,0 1 0 0 0,0-1 0 0 0,0 0 0 0 0,-1 0 0 0 0,1 0 0 0 0,0 0 0 0 0,0 0 0 0 0,0 1 0 0 0,0-1 0 0 0,0-1 0 0 0,0 1 0 0 0,-1 0 0 0 0,1 0 1 0 0,0 0-1 0 0,0 0 0 0 0,0-1 0 0 0,1 0 0 0 0,5-1 8 0 0,0-1 0 0 0,0 0 0 0 0,11-7 0 0 0,-7 5 18 0 0,-8 3-29 0 0,1-1 0 0 0,0 1 0 0 0,-1-1 0 0 0,0 1 0 0 0,1-1 0 0 0,-1 0 0 0 0,0 0 0 0 0,-1-1-1 0 0,1 1 1 0 0,0 0 0 0 0,-1-1 0 0 0,0 0 0 0 0,2-4 0 0 0,1-2 17 0 0,-1 0-1 0 0,0 0 1 0 0,-1-1-1 0 0,2-12 1 0 0,-4 20-3 0 0,1-1 0 0 0,-1 0 0 0 0,1 0 0 0 0,-1 1 1 0 0,1-1-1 0 0,0 1 0 0 0,1 0 0 0 0,3-5 1 0 0,-11 31-17 0 0,4-14 8 0 0,-5 13 0 0 0,-65 337-94 0 0,71-358 130 0 0,-1 11-1801 0 0,4 0-6398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1"/>
    </inkml:context>
    <inkml:brush xml:id="br0">
      <inkml:brushProperty name="width" value="0.05" units="cm"/>
      <inkml:brushProperty name="height" value="0.05" units="cm"/>
    </inkml:brush>
  </inkml:definitions>
  <inkml:trace contextRef="#ctx0" brushRef="#br0">97 130 5993 0 0,'0'0'739'0'0,"-16"4"5226"0"0,10 3-5797 0 0,0 1 0 0 0,1 0 0 0 0,0 0 0 0 0,0 0 0 0 0,1 0 0 0 0,0 1 0 0 0,1 0 0 0 0,-5 14 0 0 0,-2 4 315 0 0,-10 46 950 0 0,15-62-159 0 0,11-30-1029 0 0,25-53-138 0 0,51-86 0 0 0,-37 80 407 0 0,-45 78-510 0 0,0-1-1 0 0,0 1 1 0 0,1 0 0 0 0,-1-1-1 0 0,0 1 1 0 0,0 0 0 0 0,0-1-1 0 0,1 1 1 0 0,-1 0-1 0 0,0 0 1 0 0,1-1 0 0 0,-1 1-1 0 0,0 0 1 0 0,0 0 0 0 0,1-1-1 0 0,-1 1 1 0 0,0 0 0 0 0,1 0-1 0 0,-1 0 1 0 0,1 0 0 0 0,-1-1-1 0 0,0 1 1 0 0,1 0 0 0 0,-1 0-1 0 0,0 0 1 0 0,1 0 0 0 0,-1 0-1 0 0,1 0 1 0 0,-1 0 0 0 0,0 0-1 0 0,1 0 1 0 0,-1 0 0 0 0,0 0-1 0 0,1 0 1 0 0,-1 0 0 0 0,1 1-1 0 0,0-1 1 0 0,9 15 25 0 0,3 24-33 0 0,-6-1 113 0 0,2 73 0 0 0,-3-36-38 0 0,-6-46-1420 0 0,0-16-5102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2"/>
    </inkml:context>
    <inkml:brush xml:id="br0">
      <inkml:brushProperty name="width" value="0.05" units="cm"/>
      <inkml:brushProperty name="height" value="0.05" units="cm"/>
    </inkml:brush>
  </inkml:definitions>
  <inkml:trace contextRef="#ctx0" brushRef="#br0">1 48 5881 0 0,'0'0'5191'0'0,"11"-6"-1659"0"0,35-8-3032 0 0,41-10-1376 0 0,-71 21-781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3"/>
    </inkml:context>
    <inkml:brush xml:id="br0">
      <inkml:brushProperty name="width" value="0.05" units="cm"/>
      <inkml:brushProperty name="height" value="0.05" units="cm"/>
    </inkml:brush>
  </inkml:definitions>
  <inkml:trace contextRef="#ctx0" brushRef="#br0">21 182 4281 0 0,'-1'-6'1068'0'0,"0"-1"1"0"0,0 1-1 0 0,0-1 0 0 0,-4-7 0 0 0,-2-15 32 0 0,7 29-1087 0 0,-2-13 420 0 0,1 1-1 0 0,-1-21 1 0 0,2 30-278 0 0,1-1-1 0 0,-1 1 1 0 0,0 0-1 0 0,1-1 1 0 0,0 1-1 0 0,0 0 1 0 0,0 0 0 0 0,0-1-1 0 0,0 1 1 0 0,1 0-1 0 0,0 0 1 0 0,-1 0-1 0 0,1 1 1 0 0,0-1-1 0 0,3-3 1 0 0,-5 6-143 0 0,0 0 0 0 0,0 0 0 0 0,0 0 0 0 0,0 0 0 0 0,0 0 0 0 0,0 0 1 0 0,0 0-1 0 0,1-1 0 0 0,-1 1 0 0 0,0 0 0 0 0,0 0 0 0 0,0 0 0 0 0,0 0 0 0 0,0 0 0 0 0,1 0 0 0 0,-1 0 1 0 0,0 0-1 0 0,0 0 0 0 0,0 0 0 0 0,0 0 0 0 0,0 0 0 0 0,1 0 0 0 0,-1 0 0 0 0,0 0 0 0 0,0 0 1 0 0,0 0-1 0 0,0 0 0 0 0,0 0 0 0 0,1 0 0 0 0,-1 0 0 0 0,0 0 0 0 0,0 0 0 0 0,0 0 0 0 0,0 0 1 0 0,0 1-1 0 0,0-1 0 0 0,1 0 0 0 0,-1 0 0 0 0,0 0 0 0 0,0 0 0 0 0,0 0 0 0 0,0 0 0 0 0,0 0 0 0 0,0 0 1 0 0,0 1-1 0 0,4 9 170 0 0,0 12-151 0 0,-4-22-13 0 0,9 340 390 0 0,-10-220 379 0 0,1-119-750 0 0,0-1 0 0 0,0 1 1 0 0,0-1-1 0 0,-1 0 0 0 0,1 1 1 0 0,0-1-1 0 0,0 0 0 0 0,0 1 0 0 0,0-1 1 0 0,0 1-1 0 0,0-1 0 0 0,0 0 1 0 0,0 1-1 0 0,0-1 0 0 0,0 1 0 0 0,1-1 1 0 0,-1 0-1 0 0,0 1 0 0 0,0-1 0 0 0,0 0 1 0 0,0 1-1 0 0,0-1 0 0 0,1 0 1 0 0,-1 1-1 0 0,0-1 0 0 0,0 0 0 0 0,1 1 1 0 0,-1-1-1 0 0,0 0 0 0 0,0 0 1 0 0,1 1-1 0 0,-1-1 0 0 0,0 0 0 0 0,1 0 1 0 0,-1 0-1 0 0,0 1 0 0 0,1-1 1 0 0,-1 0-1 0 0,1 0 0 0 0,-1 0 0 0 0,0 0 1 0 0,1 0-1 0 0,-1 0 0 0 0,0 0 0 0 0,1 0 1 0 0,0 0-1 0 0,0 0 1 0 0,0-1-1 0 0,0 0 0 0 0,0 1 1 0 0,0-1-1 0 0,0 0 1 0 0,0 0-1 0 0,0 0 1 0 0,0 0-1 0 0,0 0 0 0 0,0 0 1 0 0,0 0-1 0 0,-1 0 1 0 0,1 0-1 0 0,1-2 1 0 0,46-102 228 0 0,31-57-99 0 0,-72 148-141 0 0,-1-1 0 0 0,0 1-1 0 0,5-22 1 0 0,-6 20 13 0 0,1 0-1 0 0,11-24 1 0 0,-11 30-55 0 0,-5 8 2 0 0,1-1 1 0 0,0 1 0 0 0,-1-1-1 0 0,0 0 1 0 0,0 1 0 0 0,0-1-1 0 0,0 0 1 0 0,0 0 0 0 0,0 1-1 0 0,0-7 1 0 0,-7 14-4891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4"/>
    </inkml:context>
    <inkml:brush xml:id="br0">
      <inkml:brushProperty name="width" value="0.05" units="cm"/>
      <inkml:brushProperty name="height" value="0.05" units="cm"/>
    </inkml:brush>
  </inkml:definitions>
  <inkml:trace contextRef="#ctx0" brushRef="#br0">170 4 11282 0 0,'-16'-1'464'0'0,"13"0"-259"0"0,0 0-1 0 0,0 1 1 0 0,0 0-1 0 0,0 0 1 0 0,0 0-1 0 0,0 0 1 0 0,0 0 0 0 0,0 1-1 0 0,0-1 1 0 0,-3 2-1 0 0,5-1-179 0 0,0 0 0 0 0,0-1 0 0 0,1 1-1 0 0,-1 0 1 0 0,0 0 0 0 0,1 0 0 0 0,-1 0 0 0 0,1 0-1 0 0,-1 0 1 0 0,1 0 0 0 0,0 0 0 0 0,-1 0-1 0 0,1 0 1 0 0,0 0 0 0 0,0 0 0 0 0,0 0 0 0 0,-1 2-1 0 0,0 23 164 0 0,1-17-92 0 0,-3 41 271 0 0,-2 0 0 0 0,-2 0 0 0 0,-2 0 1 0 0,-3-1-1 0 0,-27 74 0 0 0,33-103-296 0 0,5-16-60 0 0,1-1 0 0 0,-1 1 0 0 0,-1 0 1 0 0,1-1-1 0 0,-1 1 0 0 0,1-1 0 0 0,-1 1 1 0 0,-4 4-1 0 0,-4 2-4369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5"/>
    </inkml:context>
    <inkml:brush xml:id="br0">
      <inkml:brushProperty name="width" value="0.05" units="cm"/>
      <inkml:brushProperty name="height" value="0.05" units="cm"/>
    </inkml:brush>
  </inkml:definitions>
  <inkml:trace contextRef="#ctx0" brushRef="#br0">30 136 4665 0 0,'0'0'280'0'0,"0"-6"3344"0"0,0-16-1269 0 0,-1 18-2141 0 0,1 1 0 0 0,1-1 1 0 0,-1 1-1 0 0,1 0 0 0 0,-1-1 1 0 0,1 1-1 0 0,0-1 1 0 0,0 1-1 0 0,0 0 0 0 0,1 0 1 0 0,-1-1-1 0 0,1 1 0 0 0,0 0 1 0 0,-1 0-1 0 0,1 1 0 0 0,1-1 1 0 0,-1 0-1 0 0,0 1 1 0 0,4-3-1 0 0,-2 1-107 0 0,1 1-1 0 0,0 1 1 0 0,0-1 0 0 0,0 0-1 0 0,0 1 1 0 0,1 0 0 0 0,-1 0 0 0 0,1 1-1 0 0,-1 0 1 0 0,1 0 0 0 0,5-1 0 0 0,6-5 9 0 0,5-2-22 0 0,-21 9-89 0 0,-1 0 1 0 0,1 0-1 0 0,-1 0 0 0 0,1 0 0 0 0,0 0 0 0 0,-1 0 0 0 0,1 0 1 0 0,-1 0-1 0 0,1 1 0 0 0,0-1 0 0 0,-1 0 0 0 0,1 0 1 0 0,-1 1-1 0 0,1-1 0 0 0,-1 0 0 0 0,1 1 0 0 0,-1-1 1 0 0,1 0-1 0 0,-1 1 0 0 0,1-1 0 0 0,-1 1 0 0 0,1-1 0 0 0,-1 0 1 0 0,0 1-1 0 0,1 0 0 0 0,-1-1 0 0 0,0 1 0 0 0,1-1 1 0 0,-1 1-1 0 0,0-1 0 0 0,0 1 0 0 0,0-1 0 0 0,0 1 0 0 0,1 0 1 0 0,1 6 15 0 0,0 0 1 0 0,-1 0-1 0 0,0 0 1 0 0,0 0-1 0 0,0 0 1 0 0,-1 0-1 0 0,0 0 1 0 0,-1 1-1 0 0,1-1 0 0 0,-1 0 1 0 0,-1 0-1 0 0,1 0 1 0 0,-1 0-1 0 0,0-1 1 0 0,-1 1-1 0 0,0 0 1 0 0,-4 7-1 0 0,-30 32 170 0 0,36-45-186 0 0,0 0-1 0 0,1 0 1 0 0,-1 0-1 0 0,0 0 1 0 0,0 0-1 0 0,0 0 1 0 0,1 0-1 0 0,-1 0 1 0 0,1 1-1 0 0,-1-1 1 0 0,1 0-1 0 0,-1 0 1 0 0,1 0-1 0 0,-1 1 1 0 0,1-1-1 0 0,0 0 1 0 0,0 0-1 0 0,0 1 1 0 0,0 1 0 0 0,1-1-4 0 0,-1-1 1 0 0,1 0-1 0 0,0 1 1 0 0,0-1 0 0 0,0 0-1 0 0,0 0 1 0 0,0 0-1 0 0,0 0 1 0 0,0 0-1 0 0,0 0 1 0 0,1 0 0 0 0,-1 0-1 0 0,0-1 1 0 0,0 1-1 0 0,3 0 1 0 0,13 8-6 0 0,14 8-38 0 0,-30-16 47 0 0,1 1 0 0 0,-1-1 0 0 0,0 0-1 0 0,1 1 1 0 0,-1-1 0 0 0,0 1 0 0 0,0-1-1 0 0,0 1 1 0 0,0-1 0 0 0,0 1 0 0 0,0 0 0 0 0,-1-1-1 0 0,1 1 1 0 0,-1 0 0 0 0,1 3 0 0 0,7 14 115 0 0,-5-15-69 0 0,-1 1 0 0 0,-1-1 0 0 0,1 0 0 0 0,0 0 0 0 0,0 8 0 0 0,-2-11-33 0 0,1 0 0 0 0,-1 0 0 0 0,0 0 0 0 0,0 0 0 0 0,-1 0 0 0 0,1 0 0 0 0,0 0 0 0 0,0 0 1 0 0,0 0-1 0 0,-1 1 0 0 0,1-1 0 0 0,0 0 0 0 0,-1 0 0 0 0,1 0 0 0 0,-1 0 0 0 0,0-1 0 0 0,1 1 0 0 0,-1 0 1 0 0,0 0-1 0 0,1 0 0 0 0,-1 0 0 0 0,0-1 0 0 0,0 1 0 0 0,0 0 0 0 0,0 0 0 0 0,1-1 0 0 0,-1 1 1 0 0,-2 0-1 0 0,-15 6 146 0 0,0-1 1 0 0,0 0 0 0 0,-1-1 0 0 0,-26 3 0 0 0,24-5-103 0 0,17-2-27 0 0,0 1 0 0 0,0-1 0 0 0,1 0-1 0 0,-1 1 1 0 0,1 0 0 0 0,-6 3-1 0 0,7-3-312 0 0,-1-1 1 0 0,1 1-1 0 0,-1-1 0 0 0,0 1 0 0 0,0-1 0 0 0,1 0 0 0 0,-1 0 0 0 0,0 0 0 0 0,0 0 0 0 0,0-1 0 0 0,-4 1 0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6"/>
    </inkml:context>
    <inkml:brush xml:id="br0">
      <inkml:brushProperty name="width" value="0.05" units="cm"/>
      <inkml:brushProperty name="height" value="0.05" units="cm"/>
    </inkml:brush>
  </inkml:definitions>
  <inkml:trace contextRef="#ctx0" brushRef="#br0">1 16 10882 0 0,'0'0'2355'0'0,"12"-4"-519"0"0,1 1-1908 0 0,-3 0-389 0 0,0 1 0 0 0,1 1-1 0 0,15-2 1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7"/>
    </inkml:context>
    <inkml:brush xml:id="br0">
      <inkml:brushProperty name="width" value="0.05" units="cm"/>
      <inkml:brushProperty name="height" value="0.05" units="cm"/>
    </inkml:brush>
  </inkml:definitions>
  <inkml:trace contextRef="#ctx0" brushRef="#br0">1 10 6249 0 0,'3'0'6280'0'0,"16"-1"-6213"0"0,-6-3-406 0 0,-1-1-1452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8"/>
    </inkml:context>
    <inkml:brush xml:id="br0">
      <inkml:brushProperty name="width" value="0.05" units="cm"/>
      <inkml:brushProperty name="height" value="0.05" units="cm"/>
    </inkml:brush>
  </inkml:definitions>
  <inkml:trace contextRef="#ctx0" brushRef="#br0">141 31 1928 0 0,'1'-5'5285'0'0,"4"-16"-2552"0"0,-3 17 715 0 0,-5 7-1448 0 0,-12 20-963 0 0,-18 37-1135 0 0,28-52 200 0 0,1 0 0 0 0,-1 0 0 0 0,0-1 0 0 0,-1 1 0 0 0,-11 11-1 0 0,11-12-19 0 0,0 0 0 0 0,0 0 0 0 0,1 0 0 0 0,-1 1 0 0 0,2-1 0 0 0,-6 13 0 0 0,4-10 51 0 0,-1 7 427 0 0,7-17-546 0 0,0 1 0 0 0,1 0-1 0 0,-1-1 1 0 0,0 1 0 0 0,0-1-1 0 0,0 1 1 0 0,1-1 0 0 0,-1 1-1 0 0,0-1 1 0 0,0 1 0 0 0,1-1-1 0 0,-1 1 1 0 0,1-1 0 0 0,-1 1-1 0 0,0-1 1 0 0,1 1-1 0 0,-1-1 1 0 0,1 1 0 0 0,-1-1-1 0 0,1 0 1 0 0,-1 1 0 0 0,1-1-1 0 0,-1 0 1 0 0,1 0 0 0 0,-1 1-1 0 0,1-1 1 0 0,0 0 0 0 0,-1 0-1 0 0,1 0 1 0 0,0 0 0 0 0,14 4 39 0 0,0-1 1 0 0,0-1-1 0 0,0 0 0 0 0,0-2 1 0 0,1 1-1 0 0,-1-2 1 0 0,17-2-1 0 0,107-22 210 0 0,-135 24-544 0 0,21-6 871 0 0,-15-1-1944 0 0,-8-2-3298 0 0,-3 7 2090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59"/>
    </inkml:context>
    <inkml:brush xml:id="br0">
      <inkml:brushProperty name="width" value="0.05" units="cm"/>
      <inkml:brushProperty name="height" value="0.05" units="cm"/>
    </inkml:brush>
  </inkml:definitions>
  <inkml:trace contextRef="#ctx0" brushRef="#br0">123 9 8210 0 0,'-19'-9'6889'0'0,"17"11"-6839"0"0,1 0 0 0 0,-1 0 0 0 0,0-1 0 0 0,1 1 0 0 0,-1 1 0 0 0,1-1 0 0 0,0 0 0 0 0,-1 0 0 0 0,1 1 0 0 0,0-1 0 0 0,0 0 0 0 0,1 1 0 0 0,-1-1 0 0 0,0 1 0 0 0,1 2 0 0 0,-2 1 56 0 0,-5 23 72 0 0,2 1 1 0 0,-3 38-1 0 0,0 3 0 0 0,-23 69 153 0 0,10-56-295 0 0,18-68-236 0 0,4-6-3485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60"/>
    </inkml:context>
    <inkml:brush xml:id="br0">
      <inkml:brushProperty name="width" value="0.05" units="cm"/>
      <inkml:brushProperty name="height" value="0.05" units="cm"/>
    </inkml:brush>
  </inkml:definitions>
  <inkml:trace contextRef="#ctx0" brushRef="#br0">11 1 5913 0 0,'0'0'6115'0'0,"-6"6"-1431"0"0,4 16-4167 0 0,1-19-662 0 0,0 1-1 0 0,1 0 1 0 0,0 0-1 0 0,-1-1 1 0 0,1 1-1 0 0,1 0 0 0 0,-1-1 1 0 0,1 7-1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61"/>
    </inkml:context>
    <inkml:brush xml:id="br0">
      <inkml:brushProperty name="width" value="0.05" units="cm"/>
      <inkml:brushProperty name="height" value="0.05" units="cm"/>
    </inkml:brush>
  </inkml:definitions>
  <inkml:trace contextRef="#ctx0" brushRef="#br0">105 79 3305 0 0,'1'-1'450'0'0,"-1"0"0"0"0,0 0 1 0 0,0 1-1 0 0,0-1 1 0 0,0 0-1 0 0,0 0 0 0 0,-1 0 1 0 0,1 1-1 0 0,0-1 1 0 0,0 0-1 0 0,0 0 0 0 0,-1 0 1 0 0,1 1-1 0 0,0-1 0 0 0,-1 0 1 0 0,1 0-1 0 0,-1 1 1 0 0,0-2-1 0 0,0 2-352 0 0,1 0 1 0 0,0-1-1 0 0,-1 1 1 0 0,1 0-1 0 0,-1 0 0 0 0,1 0 1 0 0,0 0-1 0 0,-1 0 1 0 0,1 0-1 0 0,-1 0 0 0 0,1 0 1 0 0,0 0-1 0 0,-1 0 1 0 0,1 1-1 0 0,-1-1 0 0 0,1 0 1 0 0,0 0-1 0 0,-1 0 1 0 0,1 0-1 0 0,-1 1 1 0 0,1-1-1 0 0,0 0 0 0 0,-1 0 1 0 0,1 1-1 0 0,-1-1 1 0 0,-1 3-89 0 0,-1-1 1 0 0,1 0-1 0 0,0 1 0 0 0,0-1 1 0 0,0 1-1 0 0,0 0 1 0 0,-3 5-1 0 0,3-3 66 0 0,1-1-1 0 0,-1 1 1 0 0,1 0 0 0 0,0 0-1 0 0,0 0 1 0 0,1 0-1 0 0,-1 0 1 0 0,1-1-1 0 0,0 1 1 0 0,0 0-1 0 0,1 0 1 0 0,-1 0-1 0 0,1 0 1 0 0,0 0-1 0 0,1 0 1 0 0,-1-1-1 0 0,1 1 1 0 0,0-1-1 0 0,0 1 1 0 0,0-1-1 0 0,1 1 1 0 0,-1-1 0 0 0,1 0-1 0 0,0 0 1 0 0,0-1-1 0 0,1 1 1 0 0,-1 0-1 0 0,1-1 1 0 0,5 4-1 0 0,-8-6-92 0 0,25 21 1802 0 0,-25-21-1733 0 0,0 0 0 0 0,0 0 0 0 0,-1 0 0 0 0,1 0 0 0 0,0 0 0 0 0,-1 0 0 0 0,1 0 0 0 0,-1 0 0 0 0,1 0 0 0 0,-1 0 0 0 0,1 1 0 0 0,-1-1 0 0 0,0 0 0 0 0,0 0 0 0 0,0 1 0 0 0,1-1 0 0 0,-1 0 0 0 0,0 0 0 0 0,-1 1 0 0 0,1-1 0 0 0,0 0 0 0 0,0 0 0 0 0,0 0 0 0 0,-1 1 0 0 0,1-1 0 0 0,-1 1 0 0 0,-1 0-52 0 0,1-1 1 0 0,-1 0-1 0 0,1 0 1 0 0,-1 0 0 0 0,0 0-1 0 0,1 0 1 0 0,-1 0 0 0 0,0 0-1 0 0,-3 1 1 0 0,-9 4-33 0 0,7-2-309 0 0,1 0-1 0 0,-1-1 0 0 0,-12 5 1 0 0,-9-2-3398 0 0,17-6-422 0 0</inkml:trace>
  <inkml:trace contextRef="#ctx0" brushRef="#br0" timeOffset="1">1 37 9610 0 0,'0'0'608'0'0,"1"-1"-232"0"0,1-1 104 0 0,-1 1 16 0 0,2-1-263 0 0,1 1-9 0 0,-3 1-96 0 0,10-6-56 0 0,1-1-72 0 0,0 1-24 0 0,4 0-120 0 0,-1 1-1081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63"/>
    </inkml:context>
    <inkml:brush xml:id="br0">
      <inkml:brushProperty name="width" value="0.05" units="cm"/>
      <inkml:brushProperty name="height" value="0.05" units="cm"/>
    </inkml:brush>
  </inkml:definitions>
  <inkml:trace contextRef="#ctx0" brushRef="#br0">1 62 9274 0 0,'0'0'335'0'0,"4"-11"3874"0"0,-2 9-4052 0 0,0 0 1 0 0,0-1 0 0 0,0 1 0 0 0,0 0-1 0 0,1 0 1 0 0,-1 0 0 0 0,1 1 0 0 0,-1-1 0 0 0,1 0-1 0 0,0 1 1 0 0,0 0 0 0 0,-1 0 0 0 0,1 0-1 0 0,0 0 1 0 0,0 0 0 0 0,4 0 0 0 0,25-11 166 0 0,-29 10-295 0 0,1 0 0 0 0,0 1 0 0 0,0-1 0 0 0,-1 1 0 0 0,1 0 1 0 0,0 1-1 0 0,0-1 0 0 0,0 0 0 0 0,4 1 0 0 0,-6 0-17 0 0,0 0 0 0 0,-1 0-1 0 0,1 0 1 0 0,0 0 0 0 0,-1 0-1 0 0,1 0 1 0 0,-1 1 0 0 0,1-1-1 0 0,0 1 1 0 0,-1-1 0 0 0,1 1-1 0 0,-1 0 1 0 0,1-1-1 0 0,-1 1 1 0 0,0 0 0 0 0,1 0-1 0 0,-1 0 1 0 0,0 0 0 0 0,1 0-1 0 0,-1 0 1 0 0,0 0 0 0 0,0 1-1 0 0,0-1 1 0 0,0 0 0 0 0,1 3-1 0 0,13 27 134 0 0,-10-22-57 0 0,-1-1 0 0 0,0 1 0 0 0,0 0 0 0 0,-1 1 1 0 0,0-1-1 0 0,0 1 0 0 0,-1-1 0 0 0,1 20 0 0 0,-3-20-233 0 0,0 1 1 0 0,-1-1 0 0 0,0 0-1 0 0,-1 0 1 0 0,0 0-1 0 0,0 0 1 0 0,-1-1-1 0 0,0 1 1 0 0,0-1 0 0 0,-1 1-1 0 0,0-1 1 0 0,-9 12-1 0 0,7-10-1866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64"/>
    </inkml:context>
    <inkml:brush xml:id="br0">
      <inkml:brushProperty name="width" value="0.05" units="cm"/>
      <inkml:brushProperty name="height" value="0.05" units="cm"/>
    </inkml:brush>
  </inkml:definitions>
  <inkml:trace contextRef="#ctx0" brushRef="#br0">0 424 7746 0 0,'0'0'2132'0'0,"4"-19"1165"0"0,-2 18-3286 0 0,0 0-1 0 0,0 0 1 0 0,0 0 0 0 0,0 0 0 0 0,0 0 0 0 0,1 0-1 0 0,-1 1 1 0 0,0-1 0 0 0,0 1 0 0 0,4-1 0 0 0,11-2-7 0 0,24-11-21 0 0,60-23-293 0 0,-88 31-50 0 0,1-1 0 0 0,-1-1 0 0 0,-1 0-1 0 0,1 0 1 0 0,12-13 0 0 0,-17 15 319 0 0,0-1 0 0 0,-1-1 0 0 0,0 1-1 0 0,-1-1 1 0 0,0 0 0 0 0,0 0 0 0 0,0-1 0 0 0,-1 0-1 0 0,6-17 1 0 0,-8 20 54 0 0,1-4 137 0 0,0-1 0 0 0,4-18 0 0 0,-7 26 141 0 0,0 0 0 0 0,0 0-1 0 0,1 0 1 0 0,-1 0 0 0 0,1 0 0 0 0,-1 1 0 0 0,1-1 0 0 0,2-2-1 0 0,6-11 2441 0 0,-12 25-2272 0 0,0-1-1 0 0,1 0 1 0 0,1 1 0 0 0,-1 11-1 0 0,-1 12-215 0 0,1-14-148 0 0,0 1 0 0 0,2-1 0 0 0,0 1 0 0 0,1-1 0 0 0,0 0-1 0 0,2 0 1 0 0,0 0 0 0 0,7 20 0 0 0,-6-20-77 0 0,-4-15 82 0 0,0 0 0 0 0,-1 0-1 0 0,1 0 1 0 0,0 0 0 0 0,1 0-1 0 0,-1 0 1 0 0,0 0 0 0 0,4 5 0 0 0,-4-8-80 0 0,0 1 1 0 0,0 0 0 0 0,0 0-1 0 0,0-1 1 0 0,1 1 0 0 0,-1-1-1 0 0,0 1 1 0 0,0-1 0 0 0,0 1-1 0 0,1-1 1 0 0,-1 0 0 0 0,0 0-1 0 0,1 0 1 0 0,-1 1 0 0 0,0-1 0 0 0,0 0-1 0 0,1-1 1 0 0,-1 1 0 0 0,0 0-1 0 0,0 0 1 0 0,1 0 0 0 0,-1-1-1 0 0,0 1 1 0 0,0-1 0 0 0,1 1-1 0 0,-1-1 1 0 0,1 0 0 0 0,3-1-7 0 0,-1 0 1 0 0,0-1-1 0 0,1 1 1 0 0,-1-1-1 0 0,0 0 1 0 0,-1 0-1 0 0,1-1 1 0 0,0 1-1 0 0,-1-1 1 0 0,0 1-1 0 0,5-8 1 0 0,2-5 12 0 0,14-30 1 0 0,-14 24-25 0 0,8-14-23 0 0,-3-2-1 0 0,-1 0 1 0 0,-1-1 0 0 0,6-40 0 0 0,-17 74-222 0 0,-1 0 0 0 0,1 0 0 0 0,1 0 1 0 0,-1 1-1 0 0,4-6 0 0 0,2-5-2740 0 0,-6 12-143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65"/>
    </inkml:context>
    <inkml:brush xml:id="br0">
      <inkml:brushProperty name="width" value="0.05" units="cm"/>
      <inkml:brushProperty name="height" value="0.05" units="cm"/>
    </inkml:brush>
  </inkml:definitions>
  <inkml:trace contextRef="#ctx0" brushRef="#br0">106 14 5209 0 0,'0'0'559'0'0,"-25"-13"7265"0"0,24 14-7735 0 0,0 0 0 0 0,-1 0 1 0 0,1 0-1 0 0,0 0 0 0 0,0 0 0 0 0,0 1 0 0 0,0-1 0 0 0,0 1 0 0 0,0-1 0 0 0,0 1 1 0 0,0-1-1 0 0,0 1 0 0 0,1-1 0 0 0,-1 1 0 0 0,0 3 0 0 0,-6 26 115 0 0,6-14-20 0 0,1-1 0 0 0,1 1-1 0 0,1-1 1 0 0,0 0 0 0 0,1 1 0 0 0,1-1 0 0 0,5 15 0 0 0,5 23 1820 0 0,-13-52-1922 0 0,-1 0 0 0 0,1 1-1 0 0,-1-1 1 0 0,0 0 0 0 0,0 0-1 0 0,0 0 1 0 0,0 0 0 0 0,0 0 0 0 0,0 0-1 0 0,-1 1 1 0 0,1-1 0 0 0,-1 0-1 0 0,0 0 1 0 0,1 0 0 0 0,-1 0-1 0 0,0 0 1 0 0,0 0 0 0 0,0-1-1 0 0,-1 1 1 0 0,1 0 0 0 0,0 0 0 0 0,-1-1-1 0 0,1 1 1 0 0,-1-1 0 0 0,-2 3-1 0 0,2-2-168 0 0,-1-1 0 0 0,0 1 0 0 0,0-1 0 0 0,1 0-1 0 0,-1 0 1 0 0,0 0 0 0 0,0 0 0 0 0,0 0 0 0 0,0 0 0 0 0,-1-1-1 0 0,1 0 1 0 0,0 1 0 0 0,0-1 0 0 0,0 0 0 0 0,0-1-1 0 0,0 1 1 0 0,-5-1 0 0 0,8 0-1 0 0,-1 1-91 0 0,1 0 0 0 0,-1 0 0 0 0,0 0 1 0 0,1 0-1 0 0,-1 0 0 0 0,1 0 1 0 0,-1-1-1 0 0,1 1 0 0 0,-1 0 0 0 0,1 0 1 0 0,-1-1-1 0 0,1 1 0 0 0,-1 0 0 0 0,1-1 1 0 0,-1 1-1 0 0,1 0 0 0 0,-1-1 0 0 0,1 1 1 0 0,0-1-1 0 0,-1 1 0 0 0,1-1 0 0 0,0 1 1 0 0,-1-1-1 0 0,1 1 0 0 0,0-1 0 0 0,0 1 1 0 0,-1-2-1 0 0,-2-14-3162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66"/>
    </inkml:context>
    <inkml:brush xml:id="br0">
      <inkml:brushProperty name="width" value="0.05" units="cm"/>
      <inkml:brushProperty name="height" value="0.05" units="cm"/>
    </inkml:brush>
  </inkml:definitions>
  <inkml:trace contextRef="#ctx0" brushRef="#br0">1 72 8914 0 0,'0'0'1934'0'0,"8"-3"3822"0"0,33-6-4191 0 0,47-17 0 0 0,-3-5-3665 0 0,-84 31 2044 0 0,7-3-1983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67"/>
    </inkml:context>
    <inkml:brush xml:id="br0">
      <inkml:brushProperty name="width" value="0.05" units="cm"/>
      <inkml:brushProperty name="height" value="0.05" units="cm"/>
    </inkml:brush>
  </inkml:definitions>
  <inkml:trace contextRef="#ctx0" brushRef="#br0">0 105 3513 0 0,'0'-104'11130'0'0,"9"201"-8957"0"0,-2 140-1633 0 0,-9-4 869 0 0,2-232-1399 0 0,0-1 1 0 0,0 0-1 0 0,0 0 0 0 0,0 1 0 0 0,0-1 0 0 0,0 0 0 0 0,0 0 0 0 0,0 1 0 0 0,0-1 1 0 0,0 0-1 0 0,0 0 0 0 0,1 1 0 0 0,-1-1 0 0 0,0 0 0 0 0,0 0 0 0 0,0 0 0 0 0,0 1 1 0 0,0-1-1 0 0,1 0 0 0 0,-1 0 0 0 0,0 0 0 0 0,0 1 0 0 0,0-1 0 0 0,1 0 0 0 0,-1 0 1 0 0,0 0-1 0 0,0 0 0 0 0,0 0 0 0 0,1 1 0 0 0,-1-1 0 0 0,0 0 0 0 0,0 0 0 0 0,1 0 1 0 0,-1 0-1 0 0,0 0 0 0 0,1 0 0 0 0,12-3 119 0 0,10-9-33 0 0,-17 8-77 0 0,-1-1 0 0 0,0 0 0 0 0,0 0 0 0 0,0-1-1 0 0,-1 1 1 0 0,1-1 0 0 0,-1 0 0 0 0,0 0-1 0 0,-1 0 1 0 0,5-13 0 0 0,1-5 42 0 0,9-44-1 0 0,-1 1 33 0 0,-11 45-73 0 0,6-43 1 0 0,-9 43-27 0 0,12-42 1 0 0,-14 61-7 0 0,1 0 0 0 0,-1 0 1 0 0,1 0-1 0 0,0 0 0 0 0,0 0 0 0 0,0 0 0 0 0,1 1 0 0 0,-1-1 0 0 0,1 1 0 0 0,-1 0 0 0 0,6-4 0 0 0,9 0-6362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68"/>
    </inkml:context>
    <inkml:brush xml:id="br0">
      <inkml:brushProperty name="width" value="0.05" units="cm"/>
      <inkml:brushProperty name="height" value="0.05" units="cm"/>
    </inkml:brush>
  </inkml:definitions>
  <inkml:trace contextRef="#ctx0" brushRef="#br0">192 54 7690 0 0,'0'0'744'0'0,"3"-27"4734"0"0,-3 26-5342 0 0,0 0 0 0 0,0-1 0 0 0,0 1 0 0 0,0 0 0 0 0,0 0 0 0 0,0-1 0 0 0,0 1 0 0 0,0 0 0 0 0,-1 0 0 0 0,1 0 0 0 0,0-1 0 0 0,-1 1 1 0 0,1 0-1 0 0,-1 0 0 0 0,1 0 0 0 0,-1 0 0 0 0,0 0 0 0 0,1 0 0 0 0,-3-2 0 0 0,2 2-91 0 0,-1 1-1 0 0,1 0 1 0 0,0-1 0 0 0,-1 1 0 0 0,1 0 0 0 0,-1 0 0 0 0,1 0 0 0 0,-1 0 0 0 0,1 0 0 0 0,-1 1 0 0 0,1-1 0 0 0,-1 0 0 0 0,1 1-1 0 0,-1-1 1 0 0,1 1 0 0 0,0-1 0 0 0,-3 2 0 0 0,-3 1 19 0 0,0 0-1 0 0,0 1 1 0 0,0-1 0 0 0,1 2-1 0 0,-1-1 1 0 0,1 1-1 0 0,0 0 1 0 0,0 0 0 0 0,1 0-1 0 0,-1 1 1 0 0,1 0 0 0 0,0 0-1 0 0,-7 13 1 0 0,-4 8-17 0 0,-17 40 1 0 0,30-60-32 0 0,0 0 1 0 0,0-1 0 0 0,1 1 0 0 0,0 0-1 0 0,1 0 1 0 0,-1 0 0 0 0,1 1 0 0 0,1-1-1 0 0,-1 0 1 0 0,1 0 0 0 0,0 1-1 0 0,1-1 1 0 0,0 0 0 0 0,0 0 0 0 0,0 0-1 0 0,1 0 1 0 0,0 0 0 0 0,1 0 0 0 0,3 7-1 0 0,-5-12 0 0 0,0-1-1 0 0,1 1 1 0 0,-1-1 0 0 0,1 0-1 0 0,-1 0 1 0 0,1 1-1 0 0,0-1 1 0 0,-1 0-1 0 0,1-1 1 0 0,0 1-1 0 0,0 0 1 0 0,0 0-1 0 0,2 0 1 0 0,9 4 38 0 0,-7-1-36 0 0,0-1-1 0 0,1 0 0 0 0,-1-1 0 0 0,1 1 0 0 0,0-1 1 0 0,0-1-1 0 0,0 1 0 0 0,0-1 0 0 0,0 0 0 0 0,0-1 1 0 0,0 0-1 0 0,0 0 0 0 0,0-1 0 0 0,0 1 0 0 0,1-1 1 0 0,-2-1-1 0 0,1 1 0 0 0,0-1 0 0 0,10-5 0 0 0,-10 4-1021 0 0,1-1 0 0 0,-1 1-1 0 0,0-2 1 0 0,-1 1-1 0 0,1-1 1 0 0,6-6 0 0 0,-1 2-2893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69"/>
    </inkml:context>
    <inkml:brush xml:id="br0">
      <inkml:brushProperty name="width" value="0.05" units="cm"/>
      <inkml:brushProperty name="height" value="0.05" units="cm"/>
    </inkml:brush>
  </inkml:definitions>
  <inkml:trace contextRef="#ctx0" brushRef="#br0">5 24 14499 0 0,'-5'-6'2569'0'0,"7"4"-2525"0"0,0 0-1 0 0,1 1 1 0 0,-1-1 0 0 0,0 1 0 0 0,1 0 0 0 0,-1 0 0 0 0,1 0-1 0 0,0 0 1 0 0,-1 0 0 0 0,1 0 0 0 0,0 1 0 0 0,3-1 0 0 0,35-1-3327 0 0,-34 2 983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70"/>
    </inkml:context>
    <inkml:brush xml:id="br0">
      <inkml:brushProperty name="width" value="0.05" units="cm"/>
      <inkml:brushProperty name="height" value="0.05" units="cm"/>
    </inkml:brush>
  </inkml:definitions>
  <inkml:trace contextRef="#ctx0" brushRef="#br0">10 1 9234 0 0,'-9'4'5900'0'0,"9"-3"-5829"0"0,0-1 1 0 0,1 1-1 0 0,-1-1 0 0 0,0 1 1 0 0,1-1-1 0 0,-1 0 0 0 0,1 1 0 0 0,-1-1 1 0 0,1 0-1 0 0,-1 1 0 0 0,1-1 1 0 0,-1 0-1 0 0,1 0 0 0 0,-1 0 1 0 0,1 1-1 0 0,0-1 0 0 0,-1 0 1 0 0,1 0-1 0 0,-1 0 0 0 0,1 0 1 0 0,-1 0-1 0 0,1 0 0 0 0,0 0 1 0 0,-1 0-1 0 0,2 0 0 0 0,18-1-1547 0 0,-17 1 1317 0 0,9-1-2055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71"/>
    </inkml:context>
    <inkml:brush xml:id="br0">
      <inkml:brushProperty name="width" value="0.05" units="cm"/>
      <inkml:brushProperty name="height" value="0.05" units="cm"/>
    </inkml:brush>
  </inkml:definitions>
  <inkml:trace contextRef="#ctx0" brushRef="#br0">1 109 10354 0 0,'0'0'76'0'0,"7"-14"1750"0"0,-5 12-1654 0 0,1 1 0 0 0,0-1 0 0 0,-1 1 0 0 0,1 0 0 0 0,0 0 0 0 0,0 0 0 0 0,0 0 1 0 0,5 0-1 0 0,11-5 543 0 0,64-21 1218 0 0,-4 1-257 0 0,-63 17-1483 0 0,10-4 107 0 0,-25 12-258 0 0,0 1 0 0 0,0 0 0 0 0,0-1 0 0 0,0 1-1 0 0,0 0 1 0 0,1 0 0 0 0,-1 0 0 0 0,0-1 0 0 0,0 1 0 0 0,0 1-1 0 0,1-1 1 0 0,-1 0 0 0 0,0 0 0 0 0,0 0 0 0 0,0 1 0 0 0,0-1-1 0 0,0 0 1 0 0,1 1 0 0 0,0 0 0 0 0,0 2-26 0 0,-1-1-1 0 0,-1 1 1 0 0,1-1 0 0 0,0 1-1 0 0,-1-1 1 0 0,1 1 0 0 0,-1 0-1 0 0,0-1 1 0 0,1 1 0 0 0,-2 0 0 0 0,1-1-1 0 0,0 1 1 0 0,-1 5 0 0 0,1-8-16 0 0,-2 9 15 0 0,-1 0 0 0 0,1 0 0 0 0,-1 0 0 0 0,-1-1 0 0 0,1 1 0 0 0,-2-1 1 0 0,-8 13-1 0 0,-12 29 60 0 0,16-30-71 0 0,-1-1 1 0 0,-19 32-1 0 0,20-38-4 0 0,0 0 0 0 0,1 1 1 0 0,1 1-1 0 0,0-1 0 0 0,1 1 0 0 0,-7 28 1 0 0,2-19 63 0 0,-1 3-50 0 0,12-26-6 0 0,-1 0-1 0 0,1 0 1 0 0,0 0 0 0 0,0 1 0 0 0,-1-1 0 0 0,1 0 0 0 0,0 0 0 0 0,0 0 0 0 0,0 1 0 0 0,0-1 0 0 0,1 0-1 0 0,-1 0 1 0 0,0 0 0 0 0,0 0 0 0 0,1 0 0 0 0,-1 1 0 0 0,1-1 0 0 0,-1 0 0 0 0,2 2 0 0 0,0-1 1 0 0,0-1 0 0 0,0 1 0 0 0,0 0 0 0 0,0-1 0 0 0,1 0 1 0 0,-1 1-1 0 0,1-1 0 0 0,-1 0 0 0 0,1 0 0 0 0,-1 0 0 0 0,1 0 1 0 0,-1-1-1 0 0,1 1 0 0 0,4 0 0 0 0,-1-1 8 0 0,0 1 0 0 0,-1-1 0 0 0,1 0 0 0 0,0 0-1 0 0,11-3 1 0 0,-15 3-7 0 0,0-1-1 0 0,0 1 1 0 0,0-1-1 0 0,0 0 1 0 0,0 0-1 0 0,0 0 0 0 0,-1 0 1 0 0,1 0-1 0 0,0 0 1 0 0,0 0-1 0 0,-1-1 1 0 0,1 1-1 0 0,-1-1 1 0 0,1 1-1 0 0,-1-1 1 0 0,0 1-1 0 0,0-1 0 0 0,1 0 1 0 0,0-3-1 0 0,-1 2 2 0 0,1-1 0 0 0,-1 0 0 0 0,0 1-1 0 0,-1-1 1 0 0,1 0 0 0 0,-1 0 0 0 0,0 0 0 0 0,0 0-1 0 0,0-7 1 0 0,-3-3 9 0 0,0 0 0 0 0,0 0 0 0 0,-1 1 0 0 0,-11-23-1 0 0,1 6 79 0 0,-33-48 0 0 0,15 29-75 0 0,32 48-29 0 0,-1 0 0 0 0,0-1 0 0 0,0 1 0 0 0,0 0 0 0 0,-1 0 0 0 0,1 0 0 0 0,0 0 0 0 0,0 0 0 0 0,-1 0 0 0 0,1 0 1 0 0,0 0-1 0 0,-1 1 0 0 0,1-1 0 0 0,-3-1 0 0 0,4 2-36 0 0,0 0 1 0 0,-1 0-1 0 0,1 0 0 0 0,0 0 1 0 0,0 0-1 0 0,-1 0 1 0 0,1 0-1 0 0,0 0 1 0 0,-1 0-1 0 0,1 0 1 0 0,0 0-1 0 0,0 0 0 0 0,-1 0 1 0 0,1 0-1 0 0,0 0 1 0 0,0 1-1 0 0,-1-1 1 0 0,1 0-1 0 0,0 0 1 0 0,0 0-1 0 0,-1 0 0 0 0,1 0 1 0 0,0 1-1 0 0,0-1 1 0 0,-1 0-1 0 0,1 0 1 0 0,0 0-1 0 0,0 1 1 0 0,0-1-1 0 0,0 15-3971 0 0,3-7 1690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72"/>
    </inkml:context>
    <inkml:brush xml:id="br0">
      <inkml:brushProperty name="width" value="0.05" units="cm"/>
      <inkml:brushProperty name="height" value="0.05" units="cm"/>
    </inkml:brush>
  </inkml:definitions>
  <inkml:trace contextRef="#ctx0" brushRef="#br0">13 0 7706 0 0,'0'0'8051'0'0,"-6"8"-6183"0"0,0 1-4203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73"/>
    </inkml:context>
    <inkml:brush xml:id="br0">
      <inkml:brushProperty name="width" value="0.05" units="cm"/>
      <inkml:brushProperty name="height" value="0.05" units="cm"/>
    </inkml:brush>
  </inkml:definitions>
  <inkml:trace contextRef="#ctx0" brushRef="#br0">147 16 11202 0 0,'-26'-15'5532'0'0,"25"15"-5504"0"0,0 0 0 0 0,0 0 0 0 0,-1 0 0 0 0,1 0 0 0 0,0 0 0 0 0,0 0 0 0 0,0 0-1 0 0,-1 1 1 0 0,1-1 0 0 0,0 0 0 0 0,0 1 0 0 0,0-1 0 0 0,0 1 0 0 0,-1 0 0 0 0,1-1 0 0 0,0 1 0 0 0,-1 0 0 0 0,1 1-11 0 0,0 0 0 0 0,0 0 0 0 0,0 0 0 0 0,0-1 0 0 0,0 1 0 0 0,0 0 1 0 0,1 0-1 0 0,-1 0 0 0 0,1 0 0 0 0,-1 3 0 0 0,-37 174 1070 0 0,36-169-1064 0 0,-1 0 0 0 0,-1 0 0 0 0,1 0 1 0 0,-7 10-1 0 0,5-10-13 0 0,1 0 1 0 0,0 0-1 0 0,-4 16 0 0 0,-1 33 83 0 0,9-55-66 0 0,0 1-1 0 0,0 0 0 0 0,1-1 0 0 0,-1 1 0 0 0,1-1 1 0 0,0 0-1 0 0,0 1 0 0 0,1-1 0 0 0,-1 0 1 0 0,4 7-1 0 0,-3-9-12 0 0,0 0-1 0 0,1 0 1 0 0,-1 0 0 0 0,0-1 0 0 0,1 1 0 0 0,-1-1 0 0 0,1 0 0 0 0,0 0-1 0 0,3 1 1 0 0,1 1 48 0 0,-2-1-31 0 0,1 0 1 0 0,-1 0 0 0 0,1-1-1 0 0,-1 0 1 0 0,1 0-1 0 0,-1-1 1 0 0,1 1 0 0 0,0-1-1 0 0,0 0 1 0 0,-1-1 0 0 0,1 0-1 0 0,-1 1 1 0 0,1-2-1 0 0,0 1 1 0 0,-1-1 0 0 0,9-3-1 0 0,-10 1 5 0 0,-1 0 0 0 0,0 0 0 0 0,0 0 0 0 0,0 0 0 0 0,0 0 0 0 0,-1 0 0 0 0,1-1 0 0 0,-1 0 0 0 0,0 1 0 0 0,-1-1 0 0 0,1 0 0 0 0,-1 0 0 0 0,0 0 0 0 0,1-9 0 0 0,-2 10-30 0 0,0 0 0 0 0,0 0 1 0 0,0 1-1 0 0,0-1 0 0 0,-1 0 0 0 0,0 0 0 0 0,1 1 0 0 0,-2-1 0 0 0,1 0 0 0 0,0 1 0 0 0,-1-1 0 0 0,1 1 0 0 0,-1 0 0 0 0,0-1 0 0 0,0 1 1 0 0,0 0-1 0 0,0 0 0 0 0,-1 0 0 0 0,0 1 0 0 0,1-1 0 0 0,-1 1 0 0 0,0-1 0 0 0,0 1 0 0 0,0 0 0 0 0,0 0 0 0 0,-1 0 0 0 0,1 0 0 0 0,0 1 1 0 0,-1-1-1 0 0,0 1 0 0 0,1 0 0 0 0,-1 0 0 0 0,1 0 0 0 0,-1 1 0 0 0,0-1 0 0 0,0 1 0 0 0,0 0 0 0 0,1 0 0 0 0,-1 0 0 0 0,0 0 0 0 0,0 1 1 0 0,1 0-1 0 0,-1-1 0 0 0,-5 3 0 0 0,-7 8-817 0 0,13-8-122 0 0,0 1 0 0 0,0-1 0 0 0,1 1 0 0 0,-1 0 0 0 0,1 0 0 0 0,0 0 0 0 0,-2 5 0 0 0,2-2-2696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08:40.774"/>
    </inkml:context>
    <inkml:brush xml:id="br0">
      <inkml:brushProperty name="width" value="0.05" units="cm"/>
      <inkml:brushProperty name="height" value="0.05" units="cm"/>
    </inkml:brush>
  </inkml:definitions>
  <inkml:trace contextRef="#ctx0" brushRef="#br0">20 93 9770 0 0,'0'0'349'0'0,"-20"-19"7861"0"0,31 180-7089 0 0,0-35-960 0 0,-10-107-113 0 0,-1 2 225 0 0,1 0 0 0 0,8 36 0 0 0,-9-56-241 0 0,0 0-1 0 0,0-1 1 0 0,0 1 0 0 0,1 0 0 0 0,-1 0 0 0 0,0-1-1 0 0,1 1 1 0 0,-1 0 0 0 0,0 0 0 0 0,1-1 0 0 0,-1 1 0 0 0,1 0-1 0 0,-1-1 1 0 0,1 1 0 0 0,0-1 0 0 0,-1 1 0 0 0,1-1 0 0 0,0 1-1 0 0,-1-1 1 0 0,1 1 0 0 0,0-1 0 0 0,-1 1 0 0 0,1-1-1 0 0,1 1 1 0 0,0-1-11 0 0,0 0 0 0 0,-1 0 0 0 0,1 0-1 0 0,-1 0 1 0 0,1 0 0 0 0,-1 0 0 0 0,1-1 0 0 0,-1 1-1 0 0,1-1 1 0 0,-1 1 0 0 0,1-1 0 0 0,1 0 0 0 0,2-2-8 0 0,0 0 0 0 0,0 0 0 0 0,-1 0-1 0 0,0 0 1 0 0,1-1 0 0 0,-1 0 0 0 0,4-4 0 0 0,3-9 29 0 0,0-1 0 0 0,-1 0-1 0 0,-1-1 1 0 0,12-36-1 0 0,2-2 13 0 0,57-145-232 0 0,-75 181-80 0 0,2-6-1415 0 0,-7 25 1160 0 0,1 0-1 0 0,0 0 0 0 0,-1 0 1 0 0,1 0-1 0 0,0 0 0 0 0,1 0 0 0 0,-1 0 1 0 0,0 1-1 0 0,3-4 0 0 0,5 1-4563 0 0</inkml:trace>
</inkml:ink>
</file>

<file path=ppt/ink/ink232.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11:53.705"/>
    </inkml:context>
    <inkml:brush xml:id="br0">
      <inkml:brushProperty name="width" value="0.05292" units="cm"/>
      <inkml:brushProperty name="height" value="0.05292" units="cm"/>
      <inkml:brushProperty name="color" value="#FF0000"/>
    </inkml:brush>
  </inkml:definitions>
  <inkml:trace contextRef="#ctx0" brushRef="#br0">25630 6474 256 0,'0'0'-78'0,"0"0"46"0,0 0-17 16,0 0 1-16,0 0 58 0,0 0-5 0,0 0 4 15,-1 0 0-15,-1 0 3 0,0 0 8 0,0 0 4 16,0 0-6-16,0 0 4 0,1 0 2 0,-1 0-8 16,0 0 10-16,0 0-10 0,0 0 1 0,0 0-4 15,0 0-2-15,1 0 1 0,-1 0 11 0,0 0-20 0,0 0 9 16,0 0-12-16,2 0 5 0,0 0 0 0,-2 0 1 15,2 0 0-15,0 0-5 0,0 0 17 0,0 0-8 16,0 0 14-16,0 0 14 0,0 0-15 0,0 0 4 16,0 0-10-16,0 0-3 0,0 0-3 0,2 0 0 15,0 0-2-15,0 0-3 0,0 0-5 0,1 0 6 0,-1 0-5 16,11 0 3-16,4 0-3 0,0 0 0 0,-1 0 1 16,-1 0 7-16,4-2-10 0,1 0 0 0,2 2-4 15,-1 0 0-15,-3-2 4 0,1 2 5 0,-4 0-2 16,2 0 6-16,-3-2-6 0,-1 2-2 0,2-2 0 15,0 1-2-15,2-1-5 0,-2 2 4 0,-6 0-2 16,0-2 5-16,2 0 5 0,2 0-3 0,0 0 2 16,-1 0-4-16,-1 1-3 0,-6 1 3 0,1 0-1 0,-1 0 0 15,-1 0 4-15,2-2-6 0,-4 2 5 0,-1 0-3 16,1 0 4-16,2 0-1 0,0-2 0 0,-1 0-3 0,1 0-5 16,0 0 5-16,0 0-3 0,-1 2 5 0,1 0-3 15,0 0-1-15,-1 0-2 0,1 0-5 0,0 0-23 16,0 0-8-16,-1 0-6 0,-1 0-38 0</inkml:trace>
  <inkml:trace contextRef="#ctx0" brushRef="#br0" timeOffset="879.72">25656 6325 51 0,'0'0'11'0,"0"0"9"0,0-2 13 0,0 0 2 0,0 1-1 16,0-1-9-16,0 0-7 0,2 0 1 0,0-2-6 16,0 1-8-16,0 1 10 0,0 0-10 0,0 0 13 15,1-2-6-15,1 2 4 0,0 1-4 0,-1-1 3 0,1 0-5 16,0 0-5-16,0 0 3 0,-1 0 3 0,-1 0 13 15,0 1-7-15,0-1 8 0,0 0-1 0,0 0-11 16,-2 2 7-16,0 0-10 0,-2 2-3 0,0 0 6 16,-2 0-5-16,-13 7 4 0,-3 2-10 0,-2 4 3 15,0-2-3-15,-1 2 3 0,1-2 0 0,2-2-3 16,-3 2 0-16,-1 0 0 0,0-2 7 0,2 0-9 16,-1-2 7-16,3-1-7 0,1-1 11 0,3-1-5 15,1-2 9-15,0-1-9 0,4 1 3 0,2-2 1 0,3 0-2 16,2-2 3-16,1 0 5 0,-1 0-14 0,0 2 6 15,0-1-8-15,1 1 0 0,1 0 9 0,0 0-4 16,0 0 6-16,0 0-7 0,0 0-1 0,1-1-1 16,-1 1 2-16,0 0 6 0,2 0-10 0,0 0 4 15,0 0-4-15,0 0 3 0,2-1-1 0,0 1 7 0,-1 0-4 16,1 0 3-16,0 0 3 0,2 0-11 0,0 0 9 16,3-1-10-16,6 1 3 0,0 0 0 0,2 0 2 15,0 0-2-15,0 0-2 0,-2-2 4 0,0 0-3 16,0 2-1-16,-2-1 0 0,2 1-4 0,-2 0 3 15,0 0-7-15,0 0-7 0,0 0-6 0,2 0-2 16,0 1-36-16,2 1-35 0,-2 0-43 0</inkml:trace>
  <inkml:trace contextRef="#ctx0" brushRef="#br0" timeOffset="2885.08">26136 6476 21 0,'0'0'16'0,"0"0"-2"0,0 0 11 15,0 0-9-15,0 0 4 0,0 0-10 0,0 0-3 16,0 0 10-16,0 0-8 0,0 0 7 0,0 0-11 15,0 0 3-15,0 0-4 0,0 0 13 0,0 0 0 0,-2 0 5 16,2 0-1-16,0 0 12 0,0 0-14 0,0 0 3 16,0 0-5-16,0 0-3 0,0 0 7 0,0 0-5 15,0 0 6-15,0 0-7 0,0 0-12 0,0 0 1 16,0 0-4-16,0 0 2 0,0 0 4 0,0 0 2 16,0 0-1-16,0 0 6 0,0 0 7 0,0 0-6 15,0 0 6-15,0 0-3 0,0 0-7 0,-2 0 6 0,0 0-8 16,0 0 0-16,0 0-8 0,0 0 3 0,1 0-3 15,-1 0-1-15,0 1 8 0,0 1-7 0,0 0 7 16,0 0-10-16,0 0 6 0,1 0 1 0,-1 0 2 16,0-1-4-16,0 1-5 0,0 0 3 0,0 0-3 15,0 2-1-15,1-1 4 0,-1 1-3 0,0 0 5 16,2 0 6-16,0-1-11 0,-2 1 6 0,2-2-7 0,-2 3 3 16,0 3 6-16,0-1-5 0,1 1 6 0,-1 1-13 15,0 0 10-15,2-1-3 0,-2 1 5 0,2-2-2 0,0 3-7 16,0 1 5-16,0-2-4 0,0 2 9 15,0 0-3-15,0-1-3 0,0 1 0 0,0 2-6 0,0-6 6 16,2 8 0-16,-2-2 1 0,0 0 4 0,2 2-1 16,-2-2-6-16,0 0 2 0,0 0-2 0,2 2-1 15,-2 0 6-15,1-1-5 0,1 1 2 0,0 0 6 16,0 2-5-16,-2-4 6 0,2 0-12 0,0 2 8 16,0-2 1-16,-1 3 4 0,1 1-1 0,2-2-5 15,0 0 2-15,-2-2-4 0,1 4-4 0,1-3 8 0,0 5-3 16,-1 1 6-16,-1-5-9 0,0 2 3 0,0-6-4 15,-2 0 4-15,0 6 3 0,0-4-6 0,0 2 2 16,0-2-3-16,0-2 4 0,0 2 4 0,-2-2-4 16,0 2 3-16,0 0-4 0,1 0 2 0,-1 0 0 0,0-2 1 15,0 0-8-15,0 2 9 0,0-1-3 0,0-1 5 16,1 2-8-16,-1-2 0 0,0 2 2 0,0 0 0 16,0 0 0-16,2 0 4 0,0 2-4 0,0-1 2 15,0 3 5-15,0 0-7 0,0 1 1 0,2 1-4 16,0 0-2-16,0 1 8 0,0 0 1 0,-1 5 2 15,1-3-6-15,0-4-3 0,2 5-1 0,-2 1-1 16,1-2 9-16,-1 2-6 0,2 2 6 0,0-3-4 16,-1 1 7-16,1 0-9 0,-2-7 0 0,2 1-3 0,-1 4 12 15,1-3-7-15,0-2 0 0,0-2-2 0,-1-2 4 16,1 0 1-16,2 3 1 0,-1-1-2 0,1-2-8 16,-3-2 7-16,3 2-3 0,0 0 4 0,-1 0-1 0,1 0 1 15,-1-2 1-15,-1 0-2 0,0 1-8 0,1 1 11 16,1 0-7-16,-2-2 8 0,-1 0-4 0,1 0-1 15,2 2 4-15,-1 0-4 0,-1 0 3 0,1 0-2 16,-1 0-1-16,2 0 0 0,-3 0-7 0,3 2 3 16,-2 0 4-16,-1 0-1 0,3 1 6 0,-1 1-3 15,1 2-3-15,0-1 0 0,-1 3-4 0,1-1 5 16,1 2 0-16,-1 2 2 0,-1-3 7 0,1-1-12 16,1 3 4-16,-1-3-7 0,1 6 5 0,1 2 2 0,-1-2-1 15,1 0 1-15,-1-4 0 0,0 2 4 0,3 0-6 16,-3-1 4-16,1-1-10 0,-1-4 10 0,0 3 0 15,-1-4 2-15,1 1-10 0,-1-3 7 0,0 2-4 16,-1-2 4-16,1 1-7 0,-1 1 5 0,-1-2-1 0,0 0 2 16,-1 3 7-16,1-3-13 0,0 2 7 0,1 0-10 15,1-1 11-15,0 3 1 0,-1-2-5 0,1-1 2 16,-1 3-2-16,3 1-1 0,-3-1 4 0,1 1-2 16,-1-1 3-16,-1 1 0 0,0 1-1 0,0 1-1 15,-1 0-6-15,3 0 4 0,1 6-2 0,-1-2 3 16,-1 2-1-16,1 0-1 0,-2-2 3 0,-1 0-1 15,-1-4 0-15,-2 4 1 0,0 0-2 0,0 0 3 0,2-2 5 16,0-1-10-16,0-5 5 0,0-1-7 0,0 0 8 16,-1-2-4-16,1 1 4 0,0-1-4 0,0 0 3 15,2 0-1-15,1 0 1 0,1 0-1 0,-1-1 1 0,1 3-4 16,0 0 0-16,-1 0 1 0,1-1 7 0,-1 1-6 16,1 2-1-16,1-1-1 0,1 4 2 0,-1 1 3 15,1-1 0-15,-1 4 0 0,-1-2-3 0,-1 0-5 16,-1 4 7-16,-4-4-6 0,2 6 3 0,0 1 4 15,-1-5-3-15,3 4 3 0,0-4-5 0,-2-7 3 16,1 3-1-16,-1-5 4 0,2-1-6 0,0 5 7 16,-2-8-7-16,1 4 7 0,1-3-6 0,0-2-1 15,-1-1 4-15,-1-4-2 0,0 1 3 0,2 3-2 0,0 0-1 16,-1 2 0-16,1-2 0 0,-2-2-1 0,0-1 5 16,0-3-4-16,-1 3 1 0,1-1-1 0,0 1 0 15,0-1 0-15,2 0 1 0,-2-1 8 0,-1 0 0 16,1-3 2-16,0 3-4 0,2-1-3 0,-2-1 1 0,1 2-1 15,-1-3 2-15,-2-1 2 0,4 4-7 0,-4-4 4 16,4-1-5-16,-4 1 2 0,3 0 0 0,-1 2 1 16,0-4-8-16,0 4 8 0,-2-3-3 0,0 1 4 15,4 2 1-15,-1 0-7 0,1-1 8 0,-2 1-8 16,0-2 7-16,0 0 8 0,0 0-12 0,-1 0 12 16,1-1-6-16,0 1 0 0,-2 0-1 0,0 0-2 0,0 0-5 15,0 0 6-15,0 0 0 0,-2-1 1 0,0 1-2 16,1 0-4-16,-3 0 5 0,-4-2-5 0,-5 2 7 15,-3 0-2-15,-1 0-3 0,-3-1 1 0,-3 3-4 0,-1 0-2 16,-4 0 4-16,0-1-2 0,2 1 1 0,-11 2 1 16,2-1-1-16,-6-1 2 0,0 1 6 0,6 1-6 15,-2 0 6-15,2-3-7 0,1 3-1 0,-1-2 2 16,1-1-2-16,5 1 3 0,1 0-2 0,2-1 1 16,0 1-1-16,-2 2 1 0,0-3 0 0,-3 1 4 15,5 0-2-15,5-2 3 0,-3 1 5 0,2 1 2 16,1-2 4-16,-3 2-2 0,9-2 0 0,2-1-7 15,-1 1-2-15,8-2-1 0,-7 2 3 0,9-2 5 16,-1 0-5-16,1 0 4 0,0 0-4 0,1 0-2 0,-1 0 3 16,2 0-4-16,-2 0 4 0,-3 0-10 0,3 0 3 15,-3 0-5-15,3 0 8 0,0 0-2 0,1 0 0 16,1 0-2-16,0 0-2 0,-2 0-3 0,0 2 3 16,1 0-2-16,-1 0 6 0,0 0-3 0,1-1-1 0,-1 1 0 15,2 0-2-15,0 0-17 0,0 0 0 0,0 0-8 16,1 0-18-16,1-1-72 0,0-1 10 0,0 0-30 15,1 0-1-15,1 0-53 0</inkml:trace>
  <inkml:trace contextRef="#ctx0" brushRef="#br0" timeOffset="3665.23">25978 10605 294 0,'0'0'37'0,"0"-2"-5"0,0 0 32 15,-2 0 4-15,0 0-7 0,0 1-12 0,0-3-16 16,0 0-3-16,1 2-4 0,-1-1-17 0,0 1-3 16,0 0-2-16,0 0 3 0,0 0 3 0,2 0-3 15,0 0 6-15,0 1-5 0,-2-1 2 0,1 0 7 0,-1 0-7 16,0 0 10-16,0 0 0 0,0 0-5 0,0 1 2 15,0-1-4-15,1 0-7 0,-1 0 7 0,0 0-7 16,0 0 6-16,0 0-3 0,0 1-6 0,0 1 5 16,-1 0-5-16,-1 0 5 0,0 0-6 0,-9 0 3 0,0 1-5 15,-3 3 1-15,-5 0 8 0,1 1-5 0,-3 3 6 16,1-1-5-16,0 1 1 0,-2 1 2 0,3-2-2 16,-1 3-5-16,-2-1 4 0,-2 2-2 0,0 0 2 15,2 0-2-15,2-1 3 0,1-1-4 0,3 0 3 16,-1 2-5-16,0 1 0 0,3-3 7 0,3-2-2 15,3-1 7-15,3-2-4 0,1-1-5 0,1 1 1 16,1-2-4-16,2-2 0 0,0 4 2 0,1-1 1 0,-1 1 2 16,0 0 0-16,2-2 3 0,-2 1-2 0,2-1 4 15,0 0 4-15,-2 2-3 0,2-2 5 0,0-1 5 0,0 1-7 16,0 0 6-16,0 2-6 0,0 0 8 0,2-1-12 16,0 1 7-16,0-2-9 0,0 0 3 0,-1 0-2 15,1-1-3-15,2 1 4 0,0 0 8 0,-1 0-7 16,-1-2 4-16,6 0-5 0,3 2 1 0,0-2-4 15,0 0-2-15,2 0 0 0,2 0-5 0,-4 0-3 16,0 0 2-16,2 2-3 0,-2 0 6 0,2-1 1 16,2 3-1-16,-2 0 1 0,0 0-3 0,-2-1-4 15,2 1 4-15,0 2-2 0,-2-3 10 0,2 3-9 0,0-2-1 16,0-1-2-16,-1 1 12 0,1 0-10 0,3-1 4 16,-6-1-5-16,3 0 8 0,-4 0-3 0,-7-2 4 15,9 0-4-15,-4 0 3 0,6 0-1 0,0 0 0 16,2 0 0-16,-4-2 0 0,2 0 0 0,0 0 0 15,-5 1-1-15,1-1-2 0,0 0 3 0,-3 0-7 0,1 0 5 16,-1 0-1-16,-2 0-2 0,-1 1 4 0,-1-1-5 16,0 0 1-16,0 0 4 0,0 0 2 0,0 0 0 15,-1 0-5-15,1 1 1 0,0-1 0 0,0-2 3 16,0 0 3-16,-2-1-7 0,0-6 4 0,0-2-4 16,0 0 10-16,-2-2-3 0,-2 2-1 0,-1-4 1 15,1 2 13-15,-2 0 10 0,-1 0 5 0,-2 1-2 16,1 1-5-16,1 0-6 0,1 1-4 0,1 3-2 0,-1 0-16 15,2 1 5-15,1 3-6 0,-1-1 3 0,2 3-5 16,2 1-3-16,-4-2 1 0,1 0-5 0,-1 2-30 16,0 1-99-16,1 1-110 0</inkml:trace>
  <inkml:trace contextRef="#ctx0" brushRef="#br0" timeOffset="11713.93">25736 7027 9 0,'0'0'0'0,"0"0"16"0,0 0 2 0,0-2 12 0,2 0 7 15,0 0-19-15,0 1 2 0,0-1-9 0,0 0-2 16,-1 0 4-16,1 0-10 0,0-2 16 0,0 1-10 16,-2 1 14-16,2-6 8 0,-2 5 9 0,4-5 0 0,-3 3 0 15,1-1-8-15,2-1-10 0,0 1 2 0,-2 2-5 16,-1 1 3-16,-1 1-8 0,2-2 0 0,-2 2-4 15,2-3-6-15,0 1 7 0,0 0 0 0,0 1 1 16,0-1-5-16,-1 0 4 0,1 0 4 0,0 1-1 16,0-1 12-16,0 2 8 0,0 0-11 0,0 0 9 15,-1 1-22-15,-1-1-13 0,0 0 9 0,0 0-9 0,0 0 12 16,0 2-8-16,0 0-1 0,0 0 0 0,0 2 0 16,0 0 8-16,0 0-8 0,0 1 7 0,0 1-11 0,0 0 3 15,0-2 8-15,0 3-5 0,2 6-3 16,-2-7 12-16,2 4-14 0,0-1 15 0,-2-5 0 0,0 0 6 15,2 1 2-15,0 1-2 0,0 0 1 0,5 0-10 16,4-3 4-16,0 1-6 0,0 8 8 0,1-3-13 16,-1-1 8-16,-2-3-9 0,2 1 1 0,-2 0 3 15,3-1-2-15,-3-1 2 0,0 0 2 0,-3-2 1 16,-1 0-3-16,-1 0 2 0,2 0-4 0,-3 0 8 16,-1 0-2-16,6-2 5 0,-7 2-5 0,1 0 6 15,0-3-10-15,0-12 9 0,0 2-8 0,0 0-5 0,0 2 7 16,9-6-7-16,-6 4 3 0,1-4 3 0,-4 6 1 15,0 2-1-15,-2-1-4 0,0 3 3 0,0 0-3 16,0-1 3-16,-2-1 1 0,0 1-5 0,0 1 4 16,2 5-3-16,-2-2 9 0,-2 1-5 0,1-1-2 0,-5 0 0 15,-7-3-10-15,1 3 2 0,-1 2-2 0,-6 2 3 16,8 2-1-16,-2 4 7 0,1 1-4 0,1 2 6 16,-2 1-2-16,4 16-5 0,-4-4 1 0,5 4-4 15,1-2 0-15,2-5 7 0,1 3-1 0,1-3 3 16,1 1-7-16,-7-3 3 0,1-1-3 0,3 1 3 15,1-2-8-15,3-2 8 0,1 0-1 0,2-4 5 0,0 1 1 16,0-3-2-16,2-1 1 0,0-3-3 16,-1 1-1-16,-1-2 1 0,12 2-2 0,2 7 2 0,7 0 3 15,-1-4 0-15,1-3 5 0,1 0-4 0,-3-4-1 16,-1 0-7-16,-3-2 2 0,-4-2-3 0,6-1 12 16,-6-1-7-16,2-1 6 0,4-5-7 0,-6 3 7 0,-2 2-9 15,0-12 1-15,-5 4-1 0,11-7 3 0,-8 7 4 16,-1 2-1-16,1-5 4 0,-5 5 15 0,0 1-11 15,-2 1 1-15,0 4-5 0,-2-1 0 0,0 3-6 16,1 1 6-16,-1 0-5 0,-2 1 3 0,-9-3-8 16,-2 2-1-16,-5 3-4 0,5 1 6 0,-2 3 3 15,0 3-3-15,4-1 1 0,2 3 0 0,6-4-6 16,1 3 4-16,0 10-6 0,-7-2 0 0,2-1-21 0,1 3-2 16,5 0-16-16,-1 1-90 0,4 1-185 0</inkml:trace>
  <inkml:trace contextRef="#ctx0" brushRef="#br0" timeOffset="20825.5">2861 3466 256 0,'0'0'-38'0,"-1"0"41"0,-1 0 28 0,0-2 11 16,0 0 44-16,0 0-14 0,0 0-12 0,0 1 1 15,1-1 0-15,-1 0-13 0,0 0-15 0,0 0 0 16,0 2-5-16,0 0 0 0,0 0-5 0,1 0-4 0,-1 0 1 16,0 0-5-16,2 0-4 0,0 0 6 0,0 0-4 15,0 0 0-15,0 0 6 0,0 0-9 0,0 0 8 16,0 0-11-16,0 2 12 0,0 0-1 0,0 0 4 16,0 1-14-16,0-1-1 0,4 17 1 0,-3 1 0 15,3 3 1-15,0 1-5 0,1 2 1 0,1 1-2 16,-2-1-2-16,1 2 5 0,1 0-5 0,1-2 6 15,3 4 0-15,-3-2-7 0,2 1 3 0,-1 1-3 0,-3-4 4 16,3 0-1-16,-3-4-1 0,1 1 0 0,-1-3-4 16,-1-3 4-16,2 3-1 0,-1-1 4 0,1-2 1 15,-2-3-5-15,-1-1 2 0,1 0-2 0,-2-3-2 0,2 1 2 16,-3-2-1-16,1-1 5 0,0-1 3 0,0-1-2 16,-2-3-3-16,0 1 2 0,0-2 4 0,0 0-6 15,2 1 5-15,0 1-5 0,0 0 16 0,-1-2-8 16,1 0 2-16,0-1-5 0,0-1-2 0,0 0 0 15,2 0-1-15,-1-1 0 0,1-1-1 0,0 0-3 16,-2 2 1-16,5-8-1 0,0-6 3 0,-1 1-1 16,0-4-1-16,-1 2-1 0,1-5-1 0,-1-3 0 0,-1-1 0 15,0-4 1-15,1-1 3 0,-1-7-3 0,2-1 2 16,-1-4-2-16,3-1 3 0,-3 3 0 0,-1-10 0 16,1 3-1-16,1 1-3 0,0-1 1 0,1 7 4 15,0 0 0-15,-3 6 1 0,0 3-2 0,1 4-1 0,-1 4 1 16,-2 3 2-16,2 2 8 0,7 1-3 0,-4 4 4 15,-1 1-5-15,-2 4-8 0,-3 1 7 0,-1 3-7 16,0-1 4-16,2 0-4 0,0 0-3 0,0 1 1 16,0 1 0-16,-2 0-2 0,0 0 3 0,0 2-3 15,0 0-4-15,0 2-28 0,0 0-5 0,0 0-8 16,0 1-33-16,2 12-59 0,1 2-18 0,1 3-30 16,2 3-212-16</inkml:trace>
  <inkml:trace contextRef="#ctx0" brushRef="#br0" timeOffset="21182.92">3454 3581 171 0,'0'0'23'0,"0"0"2"0,0-2 42 15,0 0-15-15,-2 0 17 0,0 0-5 0,0-1 7 0,0-1-2 16,0 2 1-16,1 0-12 0,-3 0-18 0,0 1 3 16,0-1-8-16,3 0-5 0,-1 0-10 0,0 2 5 15,0 0-6-15,0 2 11 0,0 0-3 0,2 0-3 16,-9 25-1-16,3 1-3 0,3 6-5 0,1-1 3 0,2 4-3 16,2 0 3-16,1 1-2 0,1-1-2 0,0 0 0 15,0-4-5-15,-1-3-3 0,1 0 5 0,-2-2-5 16,0-1 1-16,0-1 2 0,-1-3-7 0,1 1 5 15,0-4-8-15,0 3 4 0,0-5 6 0,0 1-3 16,0-3 0-16,-1-3-1 0,1 2-4 0,0-2 3 16,-2-4-14-16,0 1-23 0,0-1-8 0,0-3-5 0,0-1-32 15,0-1-41-15,0-2 10 0,0 0-33 0,0-1-133 16</inkml:trace>
  <inkml:trace contextRef="#ctx0" brushRef="#br0" timeOffset="21817.95">3222 4095 164 0,'0'0'42'0,"-2"0"66"0,0-2-61 0,0 1 6 16,0-1-5-16,0 0 5 0,1 0 2 0,-1 0 0 15,0 0 0-15,0 0-2 0,0 1-16 0,2-1-10 16,0 0-3-16,0 0-2 0,2 0-13 0,0-2-5 16,5-1 2-16,19-10-2 0,2 2 6 0,2 2-10 0,5 0 9 15,0 3-9-15,2 1 9 0,4-1-5 0,-7 1-4 16,1-2 0-16,-2-1 5 0,1 1-5 0,1 0 4 15,-7 0-4-15,-2-1 8 0,-4-1-2 0,1-2 1 16,-5 0-3-16,1 4-3 0,-6-15 1 0,0 0 1 0,-4-2-1 16,0 3 8-16,-1-5-8 0,-5 1 4 0,1 1-6 15,0 0 9-15,-2 5-5 0,13 1-2 0,-6-1 0 16,-4 3 1-16,-3 5 6 0,-2 2-3 0,0-1 2 16,0 7-9-16,0-1 14 0,0 3-2 0,-2-1 6 15,1 0-2-15,-1 1-1 0,0 1 5 0,-2 0-5 16,0 0-2-16,3 2-2 0,-7-2-4 0,3 2 3 15,1 0-7-15,2 0 2 0,0 0-5 0,-2 2 1 0,-3 7-5 16,-6 13 12-16,2 3-2 0,2 4 4 0,3 3-12 16,4 1 3-16,0 3 4 0,0 1 0 0,2 0 2 15,0 4-3-15,-1-4-3 0,1-4 4 0,0-3 7 0,0-4-6 16,0 0 2-16,-2-4-3 0,0-1 9 0,0-3 3 16,2-1 3-16,0-6-2 0,0 0-1 0,0-1 8 15,0-3-2-15,0-1 4 0,0-3-11 0,0-1 2 16,2 2 4-16,0 0-2 0,0-3 0 0,-1 1-2 15,1 0-8-15,0 0 6 0,0-2 0 0,2 0-9 16,-1-2 3-16,1 0-7 0,2-1-2 0,3-5 6 16,0-1-5-16,-1-2 5 0,-1-2-5 0,-1 2-3 15,-1 1 2-15,3 1-1 0,-3 3 0 0,1 1 3 0,-1 1-3 16,1 0 3-16,0 1-9 0,-1-1 5 0,1 2-2 16,1-2 4-16,1 3 0 0,-1 1 0 0,2 0-1 15,2 1 0-15,2 3-4 0,-1 0 7 0,2 1 0 16,1 3 3-16,0-1-1 0,0 3 1 0,0-1-2 0,0 0 2 15,-2-1-3-15,1 1-2 0,1-2 4 0,-2-1-3 16,2 1 3-16,0 1 4 0,-4-3-8 0,6 3 5 16,0-3-5-16,-8-1 4 0,6 2 0 0,-2-3 0 15,-2 1-4-15,2 0-3 0,0-2-1 0,-4-1-3 16,0-1-18-16,3 0-49 0,1 0-8 0,-4 0-16 16,2 0-45-16,2 0-81 0,0-1-82 0</inkml:trace>
  <inkml:trace contextRef="#ctx0" brushRef="#br0" timeOffset="22102.96">4555 3653 472 0,'-2'-2'39'0,"0"1"73"0,0-1-54 0,0 0 12 16,-1 0 3-16,-1 0-1 0,0 0-13 0,1 0-1 15,1 1-11-15,0-1 5 0,0 0-23 0,0 0-3 0,0 0 4 16,2 0-4-16,0 0-11 0,2 1 4 0,0-1-8 16,0 2 7-16,18-11-11 0,-1 1-1 0,-1 3-1 15,3-1 0-15,-3 5-6 0,1-1 2 0,3 0 0 16,-1 2 2-16,-3 1 0 0,-1-1 3 0,-2 0-4 16,-2 0 4-16,-2 0-10 0,0 0-21 0,-2 2-3 0,-1 0-8 15,-5 0-19-15,-1 0-21 0,2 0 0 0,0 0-11 16,-1 0-26-16,-1 0-23 0,0 0-58 0</inkml:trace>
  <inkml:trace contextRef="#ctx0" brushRef="#br0" timeOffset="22287.89">4462 3971 385 0,'0'0'11'0,"0"0"1"0,0 0 31 16,0 0-1-16,0 0 10 0,2 0 32 0,0 0 13 15,0 0-3-15,1 0 3 0,5 0-27 0,10-4-14 16,5-1-8-16,-1-3-2 0,0 1-19 0,0-3-18 16,3-1 8-16,4-5-12 0,1-1 2 0,0 0-40 15,3 0-38-15,-1 4-12 0,5-1-225 0</inkml:trace>
  <inkml:trace contextRef="#ctx0" brushRef="#br0" timeOffset="27924.83">25870 6901 256 0,'0'0'-27'0,"0"0"28"0,0 0 24 0,0-2 9 0,0 0 30 16,0 0-7-16,-2 0-8 0,0 0-5 0,0 1 7 16,1-1-8-16,1 0-3 0,-2 0-1 0,0-2 0 15,0 1-5-15,2 1-5 0,0 0 2 0,0 0-3 16,-2 0-6-16,2 0 5 0,0 0-10 0,0 1 7 16,0-1-14-16,-2 0 14 0,0 0-6 0,1 0 7 0,-1 0-8 15,0 0 14-15,0 1-3 0,0 1 4 0,0 0-10 16,0 0-1-16,1 0-2 0,-1 1 0 0,0 1-6 15,0 0-6-15,0 0 1 0,0 2-5 0,-1 1-7 0,-5 10 8 16,1 4-3-16,1-1 7 0,4-1 0 0,0 2-9 16,1-6 3-16,-1 3-5 0,2-1 5 0,0 0 2 15,0 0-4-15,0-4 3 0,0 4 5 0,0 0-1 16,2-4 0-16,-1 2-2 0,1-4 0 0,-2-1 4 16,0-3 1-16,2 3-1 0,0-5-3 0,0 1 8 15,2 2 0-15,-1-5 1 0,12 11-7 0,2-1 0 16,3-2 0-16,-3-3 1 0,-2-3-1 0,-2 1-5 0,2-2 1 15,-4 0-2-15,4-2 2 0,0 0-2 16,-2 0 2-16,0 0-1 0,0-2 1 0,-4 0 5 0,0 0-3 16,0 0 5-16,-1-1-4 0,-4 1-4 0,-1 0 1 15,1-9-3-15,0-8-2 0,-2 4 7 0,1-3-4 16,-1-1 6-16,0 4-11 0,13-5 7 0,-6 3-4 0,-1-5 4 16,-5 1-4-16,-1 5 2 0,-2-1 4 0,0 0 0 15,0-1-6-15,0 1-1 0,-2 2 0 0,-1-2-2 16,-1 6 6-16,0 0-3 0,-1-2 3 0,3 6-2 15,-2-3 0-15,2 5-2 0,0-1 0 0,0 3-1 16,1-1 5-16,1 2-3 0,0 0-4 0,-4-2 1 16,0 1 0-16,0 1 3 0,1 0 0 0,-1 0 0 15,0 2-6-15,-3 0 6 0,-8 0-3 0,4 2 4 0,0 2 0 16,-2 3-4-16,5-1 3 0,-7 9-2 0,1 5 9 16,1-1-10-16,-4-1 7 0,2 1-8 0,4-3 4 0,2 3 4 15,-1-2-6-15,7-1 3 0,-3-1-1 0,2-2-5 16,2 2 4-16,-1-4-3 0,1 0 12 0,-7 1-8 15,1-1 0-15,4-2-2 0,-1 6 1 0,3-8 1 16,2 4 2-16,0-1-1 0,0-5-4 0,2 5 1 16,0-7 2-16,1 3 0 0,3 1 4 0,3-3-1 15,8 0-3-15,-2-2 3 0,-2 7-3 0,0-2 2 16,0-1-2-16,-4-2 2 0,4-1 4 0,-4-1-6 16,3-2 4-16,-1 0-5 0,-4 0 4 0,2 0 3 15,-3 0 0-15,1-4 0 0,-1 1 3 0,1-3-7 0,-3-5 2 16,-2-9-3-16,0 1 0 0,13-3 4 0,-4-1-2 15,-2-1 3-15,-3 0-2 0,-3 2-3 0,-3 1 3 16,0 5-4-16,0 1-2 0,-1 2 4 0,-1-2-1 16,-2 4 2-16,0 0-4 0,2 5 3 0,2 4-1 0,0 0 3 15,0 1-7-15,-5-3 6 0,-8-4-5 0,4 3 5 16,1 3-4-16,1 2-7 0,-1 0 8 0,-3 4-7 16,4-1 8-16,-3-1 2 0,5 21-3 0,1-1 2 15,-1 0 1-15,3-1 0 0,-2-3 1 0,-5-5-2 16,1 2-1-16,5-4 0 0,1 0-1 0,2 0 0 15,0-7 6-15,0 2 0 0,0-3-2 0,2 1 1 16,-1 0-3-16,9 3 2 0,5 3 3 0,-2-5-4 0,-2-3-7 16,-2-2-61-16,2 0-16 0,-3 0-27 0,5-4-158 15</inkml:trace>
  <inkml:trace contextRef="#ctx0" brushRef="#br0" timeOffset="54318.71">5743 3210 44 0,'0'0'11'0,"0"0"2"15,-2 0 35-15,0 0 9 0,1 0 6 0,-3 0 1 16,2 0-9-16,-9-2-5 0,2 0 4 0,1 2-17 0,-3-2 2 16,0 2-3-16,0 0 1 0,0 0-3 0,1 0-8 15,1 0 8-15,2 0-9 0,1 0 6 0,2 0-11 16,1 0-3-16,-1 2 0 0,0 0 3 0,0 0 0 16,3-1 3-16,-1 1-1 0,0 0 14 0,2 0-11 15,0 0 0-15,0 0-4 0,2 0-6 0,0-1 6 16,1 3 0-16,5 0 0 0,10 9-15 0,3-2 3 15,-3 0-3-15,1 2 3 0,-1 0 1 0,-5-4-3 0,2-1 0 16,-4 9-2-16,4 3 2 0,-5-3 0 16,1 1-1-16,-4-1 2 0,1 0 2 0,-3 1 15 0,6-3 9 15,-1 2 1-15,-5-2 20 0,-1-2-13 0,0 0-3 16,-3 0-2-16,-1-4 2 0,0 2 8 0,-1-2-2 16,-1-3 2-16,-4 5-10 0,2-5-10 0,3-1 1 0,-14 3-5 15,-4-7-5-15,-1 3-6 0,-3-2-2 0,-1 15-1 16,0-6-6-16,6-6 1 0,-1 1 1 0,2-4 0 15,1 0-5-15,1-2 6 0,2 0-6 0,2 0 5 16,-1 0-6-16,5-2-1 0,0 0-1 0,1 0-2 16,2 0-6-16,2 2-7 0,2-2-7 0,-9-9-6 15,0-5-88-15,1-3-65 0,5-1-34 0,3-1-14 0,0 3-191 16</inkml:trace>
  <inkml:trace contextRef="#ctx0" brushRef="#br0" timeOffset="54851.32">5682 3182 765 0,'-2'0'38'0,"0"0"-47"16,0 0 49-16,0 0-25 0,1 0 9 0,-1-2 8 15,0 0-1-15,0 0 5 0,2 0 11 0,0 0-19 16,2-1 4-16,0-1-10 0,5-2-7 0,23-1-3 0,3 1-8 15,1 1 4-15,1-16-8 0,-2 7 2 0,-5 4 6 16,2 3-5-16,-4 1-3 0,2 3 2 0,-2-1-6 0,-2 2 7 16,-2 2 3-16,-3 0-6 0,-4 0 7 15,-2 0-7-15,-4 0 4 0,0 0 0 0,-3 0-4 0,-1 0 2 16,-1 0-4-16,-2 0 5 0,0 0 4 0,1 0 2 16,1 0 15-16,0 0 55 0,-2 0-21 0,0 0 26 15,-1 0-71-15,1 0 6 0,0 0-8 0,-2 0 8 16,0 2-7-16,0 0-3 0,-2 1 3 0,0 5-4 15,-7 10 0-15,2 1-3 0,-3 0 2 0,3-1-3 16,0 1 0-16,-1-1-4 0,3 3 0 0,1-3-1 16,2 3 6-16,2-3-4 0,0 1 1 0,0-1-2 0,2-1 3 15,2 0 1-15,1-4 0 0,1-2 2 0,1 0 3 16,-1-3-5-16,5-1 6 0,7-3-5 0,1-2 1 0,1 12 1 16,1-4-3-16,1-5 3 0,2-3 0 0,0-2-5 15,1-5 6-15,-1-3-4 0,2-5 10 0,0-2-9 16,2 12 0-16,1-22-2 0,-5 3 11 0,-3-2-6 15,-1 2-2-15,-5-1-1 0,0 1-5 0,-4-2 8 16,-5 2-3-16,9-2 5 0,-6 1-3 0,-5 1 0 16,-4 0 2-16,-2 3-3 0,-2 1 1 0,-3 1-2 15,-1 4 1-15,-3-2-2 0,-19 2 5 0,2 2-9 16,1 3 1-16,-1 7-2 0,0-18-1 0,0 10-15 0,2 7 0 16,0 2-10-16,2 5-47 0,2 5-111 0,3 3-12 15,4 0-45-15,2 16-163 0</inkml:trace>
  <inkml:trace contextRef="#ctx0" brushRef="#br0" timeOffset="55240.89">5385 3978 270 0,'-2'0'54'0,"0"0"108"0,-2 0-99 0,-11 0-1 15,1 0 5-15,2 0-5 0,1 0 10 0,9 0-5 16,-3 0 1-16,3 0-5 0,-2 0-9 0,1 0-27 16,-1 0 3-16,2 0-12 0,0 0-7 0,0 0 6 15,2 0-1-15,2 0 4 0,2 0 10 0,9-3-12 16,17-5 7-16,3 1-8 0,8-3 5 0,2 1-6 15,3 0 0-15,8 0-2 0,2-3 6 0,7 3-4 16,4-4 0-16,-2 0-1 0,1-2-1 0,-1-1 6 0,-2-1-1 16,-3 2 2-16,-6 2-5 0,-2 2-7 0,-2 0 0 15,0 1-3-15,-5 3-4 0,1 1 1 0,-3 3 0 16,-1-1 0-16,-3 0 0 0,-5 2 1 0,-6 1 2 16,-10 1-1-16,1 0 4 0,-8 0-4 0,-4 0 4 15,3 0-4-15,-5 0 1 0,-3 0-1 0,2 0-3 0,-1 0 2 16,-1 0 2-16,0 0-28 0,-2 1-20 0,0 1-10 15,-2 0-111-15,-1 2-57 0,-27 7-18 0</inkml:trace>
  <inkml:trace contextRef="#ctx0" brushRef="#br0" timeOffset="55552.72">5507 4092 448 0,'0'0'50'0,"0"0"9"0,-2 0 5 15,1-2-22-15,-1 0 2 0,0 0-3 0,0 2 2 16,0 0-2-16,0 0 1 0,0 0 0 0,1 0 1 16,-3 2 7-16,0 0-3 0,0 1 10 0,-1 7-5 15,-8 16-7-15,2 0 3 0,1 3-1 0,1 3-6 16,2-1 3-16,-3 5-5 0,3-1-6 0,1-3 2 0,-1 1-5 15,1-1 1-15,1-3-23 0,-1 1-1 0,1-2-2 16,1-4 2-16,2 0-3 0,0-3-4 0,2-1 0 16,0-3-2-16,0-6-2 0,2 0-7 0,0-4-3 0,-2-3-1 15,2 2-6-15,2-3-35 0,1 1-18 16,14 7-11-16,1-7-101 0,2-4-118 0</inkml:trace>
  <inkml:trace contextRef="#ctx0" brushRef="#br0" timeOffset="55844.82">5782 4197 406 0,'-2'0'52'16,"0"0"4"-16,1 0 39 0,-3 0-23 0,-4 0 10 0,-5 2-20 15,4 0-8-15,0 2-7 0,1-1-1 0,5-1-21 16,1 6-15-16,-9 7 5 0,1 1-10 0,5 1-1 0,3 2 5 16,2-1 0-16,4-3 3 0,3 4 10 0,4-3 11 15,-3 1-1-15,21-2 4 0,5-4 4 0,-3-2 17 16,3 2 0-16,-3 1 6 0,1-3-10 0,-4 4-18 15,-6-4-5-15,2 2-3 0,-3 2-11 0,-7-3 9 16,3-3 2-16,-8 2 2 0,-3 2-3 0,-2-1 0 16,-2 1-4-16,7 0 3 0,-4-2-2 0,-1 6-11 15,-4 0 5-15,-4 0-8 0,-5 5-5 0,0-1-4 16,-28-1-8-16,0 1 2 0,-4-6-14 0,0-2-69 16,2 0 2-16,2-1-34 0,2-5-70 0,7-3-79 0,5 13-51 15</inkml:trace>
  <inkml:trace contextRef="#ctx0" brushRef="#br0" timeOffset="56222.86">5838 4251 598 0,'0'0'5'16,"0"0"-2"-16,2 0 20 0,0-2 2 0,-1 0 7 15,1 1 39-15,4-1 1 0,16-6-1 0,4-1-4 16,-2 2-36-16,2-1-12 0,0 3-1 0,-2-1-3 0,0 2-2 15,1 1-7-15,-5 1-2 0,-5 2-1 0,2 0-1 16,-6 0 3-16,0 2 8 0,0 1-5 0,-2 3 9 16,1-1 1-16,-3 5-2 0,-1 10 4 0,-3 4 12 0,1 0-10 15,0 1 4-15,-1 1-5 0,1-2 14 0,0 0-9 16,0 0 5-16,3 2-8 0,0-4-3 0,3 1-5 16,-1-7 0-16,4-3-2 0,0-2-5 0,2-5 0 15,3 0 3-15,1 7 0 0,1-2 12 0,5-4-3 16,1-3 2-16,5-4-2 0,1-4 7 0,-1-5 1 15,1-4-6-15,-4-2 4 0,1-4-6 0,-3 18-14 16,-3-24 7-16,-7 3-10 0,-1 2 10 0,-7-3-5 16,-1 1 2-16,-3-2-4 0,12-2 6 0,-8 2-3 15,-4-2 1-15,-6 2-2 0,-4 0-7 0,-3 1 5 0,-6 1-6 16,6 5 4-16,-27 1-4 0,5 5-6 0,-4 1 4 16,1 5-5-16,5 3-2 0,-1-17-11 0,2 8 0 15,6 7-5-15,1 3-12 0,6 1-80 0,2 0-6 0,8 0-31 16,1 0-71-16,0 1-167 0</inkml:trace>
  <inkml:trace contextRef="#ctx0" brushRef="#br0" timeOffset="56505.78">7106 3535 745 0,'0'0'204'0,"0"0"-291"16,-2 0 251-16,0-2-140 0,0 0 32 0,1 2 23 16,1 0 4-16,0 0 4 0,0 0 2 0,0 2-40 15,0 0 3-15,1 1-17 0,3 6-18 0,7 14-2 16,2 3-6-16,0-2 3 0,2 2-12 0,2 0 7 16,-2-2-4-16,-12-2 4 0,14-1-1 0,-2-8 0 15,-2 3-3-15,2-3 0 0,0 0-3 0,-1 2 2 16,7-2 0-16,-14-3 0 0,10-3-3 0,-2-1-4 0,-2-3-4 15,0 1-1-15,-2 5-24 0,2-1-125 0,0-3-1 16,7-1-54-16,-1-4-110 0</inkml:trace>
  <inkml:trace contextRef="#ctx0" brushRef="#br0" timeOffset="56717.19">7342 3477 813 0,'-2'0'39'16,"0"0"-5"-16,-2 0 52 0,-5 0 2 0,-8 0 3 15,-1 2-6-15,3 0-16 0,2 1-4 0,2 1-6 16,0 2-39-16,1 1-7 0,3 8-3 0,-4 7 1 0,3 4-6 16,-1 2-1-16,0 2-4 0,1-1 3 0,-3 1 0 15,4 0-3-15,-2-2 0 0,1 7-2 0,1-3-8 16,-1-1 5-16,1 1-8 0,1-8 4 0,3-2-13 16,-1 2-53-16,-9-5-21 0,4-2-23 0,3-4-165 0</inkml:trace>
  <inkml:trace contextRef="#ctx0" brushRef="#br0" timeOffset="57479.08">7980 3269 82 0,'0'0'20'16,"0"0"-3"-16,0-2 31 0,0 0 7 0,2 0 0 16,-2 1 16-16,2-3-13 0,-2 2 9 0,2-7-8 15,0-1 12-15,-2 3-7 0,0 1-7 0,0 1 2 0,0 1-13 16,0 0-11-16,0 3 8 0,0-1-9 0,0 0 9 16,0-2 4-16,0 2-9 0,0-1 6 0,0-1-11 15,0 2-15-15,0 0 7 0,0 0-9 0,0 0 7 16,0 2 12-16,0 0 10 0,0 2 1 0,0 0 28 0,-2 7-27 15,-4 23-1-15,1 1-8 0,-3 5-4 0,1 1-4 16,0 0-3-16,-1 0 0 0,1 1-8 0,1-1-6 16,-1-1 3-16,-1-1-4 0,3-2-4 0,-1-5-8 15,1-1 1-15,-1-3-1 0,2-3 6 0,1-1-7 16,-1-5 2-16,2 3-4 0,0-1-5 0,2-5-23 16,0 5-21-16,0-12-7 0,0-5-130 0,2 2-117 15,2 0-56-15</inkml:trace>
  <inkml:trace contextRef="#ctx0" brushRef="#br0" timeOffset="57738.9">8435 3228 812 0,'-1'0'4'16,"-1"0"-1"-16,0 0 15 0,0 0 1 0,-15 6 6 15,4-1 42-15,6-1-6 0,1 0-4 0,4-1-7 16,-7 10-41-16,2 0-5 0,1 2 3 0,2 0-3 15,4 2 10-15,2 1 2 0,2-3 0 0,3 2 0 16,5-2 3-16,-5-2 29 0,17 2-3 0,2 0 12 16,-2-2 4-16,0 5-7 0,2-1 0 0,-2-4-3 0,1 5 4 15,-5-5-7-15,-1 2 5 0,-3 2-7 0,-5-4-5 16,-1 0-3-16,-3 0 0 0,-3 0-1 0,-2-6 2 0,5 3 2 16,-3-3-4-16,-2 0 2 0,-2 1-26 0,0 3-5 15,-4-2-2-15,-2-1 0 0,-8-1-6 0,-14-1-25 16,0 1-27-16,4-1-3 0,0-1-117 0,3 10-96 15,4-7-23-15</inkml:trace>
  <inkml:trace contextRef="#ctx0" brushRef="#br0" timeOffset="57914.88">8510 3228 1154 0,'0'0'15'0,"0"0"-2"0,0 0 61 0,0-2-4 16,0 0 20-16,1 1 16 0,1-1-30 0,2-2 2 15,3 0-15-15,16-7-24 0,3 0-26 0,0 0 0 16,2 2-8-16,-2 1 1 0,0 4-3 0,0-3 4 0,0 3-6 16,1 2-13-16,1-3-12 0,0 3-22 0,0-17-3 15,-4 8-132-15,0 4-108 0,-5 3-74 0</inkml:trace>
  <inkml:trace contextRef="#ctx0" brushRef="#br0" timeOffset="58071.68">8974 3351 901 0,'-2'0'23'15,"0"0"-32"-15,0 0 31 0,0 0-14 0,1 0 32 0,-1 0-11 16,0 2-4-16,0-1-6 0,0 1-20 0,0-2-22 16,0 2-2-16,2 0-33 0,0 0-262 0</inkml:trace>
  <inkml:trace contextRef="#ctx0" brushRef="#br0" timeOffset="58207.61">9113 3507 658 0,'0'0'54'0,"0"0"53"0,0 2 26 0,0-1-2 0,0 1 4 15,0 0-6-15,0 0-15 0,0 2-57 0,0-1-1 16,0 1-20-16,0 0-29 0,0 0-3 0,0-1-6 16,2 1 2-16,0-2-1 0,0 0-13 0,-1-2-2 15,18 7-14-15,1-3-112 0,3-4-321 0</inkml:trace>
  <inkml:trace contextRef="#ctx0" brushRef="#br0" timeOffset="58585.39">10064 3119 643 0,'0'0'36'0,"-2"0"0"0,0 0 63 15,-2 0-7-15,1 0 16 0,-14 3 9 0,2 1-32 16,-2 2-3-16,-1 1-10 0,1-1-26 0,2-1-20 16,4 1 6-16,4-3-10 0,3-1 11 0,-2 2-17 15,3 2-7-15,1 7-1 0,-9 1-6 0,1 3-3 16,5 0 1-16,1 1-1 0,4 1 6 0,2 1-3 16,2 1 3-16,3-1-5 0,2 1-4 0,2-3 0 15,1-1 2-15,-1 0 1 0,-8-2 8 0,14-2-6 16,-2 0 6-16,2-2-5 0,-4 2 8 0,-2-2 12 0,2 2 3 15,-6-4 5-15,3 0 30 0,-9 3 2 0,1-5 6 16,8 6-2-16,-5-2 7 0,1 2-16 0,-4-2-3 16,-2 0-5-16,-2 0-10 0,-4 1-17 0,-1-1 3 15,-4 2-9-15,-14-2-6 0,1 2-5 0,-2 0 0 16,4-2-1-16,-2 2 0 0,0-7-6 0,3 1-1 0,-1-1-2 16,5 5-5-16,6-4-46 0,2-1-15 0,5-4-16 15,-3-1-103-15,1-1-115 0,2 0-31 0</inkml:trace>
  <inkml:trace contextRef="#ctx0" brushRef="#br0" timeOffset="58774.24">9822 3184 1055 0,'0'0'12'0,"0"0"-3"0,0-2 61 15,0 0 2-15,2 0 17 0,0 0 17 0,0 2-26 16,20-4-6-16,4-7-9 0,2-4-39 0,0 2-16 15,3 2 1-15,1 4-6 0,0-4 0 0,-1 1-8 16,3 3-1-16,-3-4-4 0,4 7-6 0,-3 2-36 16,-4 0-46-16,3-16-3 0,-5 9-202 0</inkml:trace>
  <inkml:trace contextRef="#ctx0" brushRef="#br0" timeOffset="59179.05">10476 3107 770 0,'-2'0'46'0,"0"0"-8"0,0 0 62 0,0 0 2 16,1 0 2-16,-11 0-6 0,-1 0-35 0,4 0-4 0,2 0-15 16,1 0-40-16,1 2 6 0,-3 2 1 0,3 0 2 15,1 9 14-15,-2 9-4 0,3 2 0 0,-14 2-3 16,6 0-1-16,3 2 2 0,5 2 1 0,1 1-2 16,2 1-1-16,2-1 6 0,1-1-2 0,1 0 4 15,2-2 0-15,-1-4-8 0,-1 0-2 0,3 2-3 16,-1-4-2-16,1 0-8 0,1-1 8 0,-1-3-9 0,1 3 6 15,-1-4-3-15,0-3 2 0,1 3-1 0,-4-8 3 16,1 3 0-16,1-3 4 0,-4-5-2 0,1 1 8 16,-1-1-8-16,2 0 3 0,0-1-2 0,-3-3 7 0,9 4-4 15,3-2-5-15,0-2 2 0,-2-2-8 0,4-5 7 16,1-5 0-16,1-1 2 0,2-16-6 0,3-1 2 16,-2-3-1-16,1-3 1 0,1 1-6 0,-1-2 4 15,-1 0-1-15,-1 0 3 0,1 0-3 0,-1-1 0 16,-5 3-1-16,1 2 1 0,0-1 0 0,-6 3-3 15,3-1-2-15,-5 8 1 0,2-2-3 0,1 0-5 16,-1 6-1-16,0-8-3 0,4 2-5 0,-2 2-54 16,2-8-14-16,-2 6-21 0,2-2-101 0,0 4-144 15,2 7-95-15</inkml:trace>
  <inkml:trace contextRef="#ctx0" brushRef="#br0" timeOffset="59771.45">8814 3360 729 0,'0'0'51'0,"0"0"-43"0,-2 0 74 0,0 0-27 0,1 0 60 16,-1 0-18-16,0-2 3 0,0 0-12 0,0 0-21 15,0 1-34-15,0-1 1 0,1 0-11 0,-1 0-3 16,2 0 17-16,2 0-7 0,1 2 8 0,16-3-15 16,14-1-9-16,-1 2 1 0,3 0-3 0,6 2 0 0,-4 0-8 15,-2 0 1-15,-7 2-3 0,-2 0-2 0,-5 2-2 16,-1-1-2-16,-3 1-1 0,-4-2-13 0,-2 2-2 15,-4-3-2-15,-1 1-7 0,-2 0-80 0,-1 0-52 16,1 0-15-16,0 2-8 0,-2-1-57 0</inkml:trace>
  <inkml:trace contextRef="#ctx0" brushRef="#br0" timeOffset="59958.85">8877 3525 430 0,'-2'0'69'0,"1"0"3"0,-1 0 44 0,0 0-16 16,-2 2 3-16,0 0-12 0,1 0-32 0,1 0 1 15,0 0-11-15,0-1-13 0,0 1 3 0,0 0 5 16,2 0-1-16,0 0 15 0,2 0 3 0,2-1-5 0,16 3 4 16,5-2-8-16,1-2-17 0,1 0 0 0,1 0-8 15,2-2-19-15,2 0-2 0,-6 2-2 0,-2-2-2 16,-2 1-15-16,-2-1-32 0,4 2-100 0,-1-2-8 16,3 0-619-16</inkml:trace>
  <inkml:trace contextRef="#ctx0" brushRef="#br0" timeOffset="61155.42">12435 3314 41 0,'0'0'3'16,"0"0"6"-16,0 0 34 0,0-2 19 0,0 0 24 15,0 0 11-15,0 0-19 0,0 0-7 0,0 0-3 16,0 1-23-16,0-1 9 0,0 0 5 0,0-2-1 15,0 0 1-15,0 1 1 0,0 1-7 0,0-6 5 16,0-1-11-16,0 2 9 0,0-3-2 0,0 3 4 0,0 0-5 16,0 5-5-16,0 0 0 0,2-2-2 0,-1 0 9 15,1 3-6-15,0-1 4 0,0 2-6 0,0 2-6 16,0 1-18-16,5 31 4 0,-1 14-9 0,-6 4-4 0,-2 6-5 16,-2 3 1-16,-1 2-1 0,-1 2-6 0,0-4 5 15,-1 2-7-15,1-5 8 0,1-6-3 0,-1-4-3 16,1-5 2-16,1-8-4 0,-2 0 2 0,3-5-7 15,-1-6 3-15,0-1-6 0,1-5-11 0,1-3-59 16,0-4-18-16,2-3-21 0,0-5-125 0,0 1-217 16</inkml:trace>
  <inkml:trace contextRef="#ctx0" brushRef="#br0" timeOffset="61561.25">12307 3306 888 0,'0'0'10'0,"0"-2"-2"0,0 0-5 0,0 1 12 0,0-3-9 16,0 0 45-16,0 0 2 0,3-5-2 0,5-2-1 15,-3 4-9-15,18-1-2 0,3 3 0 0,3-14 0 16,1 8 5-16,3 3-4 0,1 7 5 0,-4 1-7 16,1 3-11-16,-7 3-12 0,-3 1-4 0,-1 4 0 15,-9-3-2-15,2-3-1 0,-7 16 2 0,9 1-2 16,-4 2 2-16,-7 2-5 0,-6 2 0 0,-6 0-1 0,-5 0-6 15,8 2 4-15,-29-1 2 0,-1 1 1 0,2-4-2 16,-1-2 1-16,4-2-2 0,4-3 2 0,0 3-3 0,6-3 7 16,0-4-4-16,3-1 6 0,6-4-2 0,1-3-3 15,5 1 4-15,1-5-4 0,0 3-2 0,4-4 5 16,-3 3-6-16,3-3 7 0,-2 2 0 0,0 1-5 16,2-3 5-16,0 4-6 0,0 1 1 0,2 1 7 15,5 3-3-15,-1-2 4 0,20 0 6 0,0 1-1 16,4-3-1-16,3 2 0 0,-1 1 6 0,3 1-12 15,4 2 10-15,-6-6-12 0,3 3 3 0,-3-3-4 16,-7-3-5-16,0 3 3 0,-6 1 0 0,-1-1-5 0,3 2 2 16,-1-1-4-16,-1 1-8 0,1 0-58 0,-7 1-16 15,-2-3-19-15,1 2-94 0,0 1-100 0,3 1-58 16</inkml:trace>
  <inkml:trace contextRef="#ctx0" brushRef="#br0" timeOffset="61813.66">13224 3579 642 0,'0'0'54'15,"-2"-2"11"-15,0 0 5 0,0 0-12 0,-1-1 1 0,-1-1 56 16,0 2-16-16,-5 0 5 0,1 0-12 0,1-3-24 16,1 1-7-16,3 2-9 0,-1 2 5 0,2 0-9 15,-2 0 0-15,1 2-2 0,1 2 1 0,-7 16-7 16,1 8-2-16,4 2-2 0,4 0-1 0,2-1-8 0,2 5 4 15,0-3 0-15,1 6-1 0,-1-3-17 0,0-3-8 16,-2 3 1-16,-1-3-1 0,1 1 3 0,-2 0-4 16,0-5-5-16,0-1 1 0,-2 2-10 0,1-2-56 15,-1-2-9-15,-2 1-20 0,0-3-66 0,2 0-81 16,1-3-30-16</inkml:trace>
  <inkml:trace contextRef="#ctx0" brushRef="#br0" timeOffset="62419.13">13023 3976 1048 0,'-2'0'38'0,"1"-1"4"0,-1-1-5 0,-2 0-3 15,-5-2-7-15,-2-1 35 0,1 1-14 0,3 0-3 0,5 4-7 16,-2-2-32-16,2 0-7 0,1 1-5 0,1-1 2 16,1 0 0-16,1 0 1 0,8-4 3 0,23-8-1 15,0 1 1-15,3-2 0 0,3 0 1 0,0 2 0 16,3-2-2-16,-1 2-4 0,2 0 3 0,0-2-2 15,-2 0 11-15,1 0-9 0,-5 1 5 0,-9 1-4 16,-2 0 10-16,-9 3-5 0,-2 1 3 0,-6 2-5 0,0 3 5 16,-3-7-1-16,-4-4-4 0,11-4 4 15,-4 3 5-15,-3-1 38 0,-5 0-7 0,-1 4 16 0,0 0-19 16,0 0-9-16,-1 4 0 0,-1 1-2 0,0 1 0 0,0 1-3 16,0 1 0-16,2 3-2 0,0 0-15 0,-5-1 2 15,-3-3-5-15,4 4 4 0,1 2-13 0,-1 0 9 16,0 0-1-16,1 2 4 0,-1 2 1 0,-7 12-4 15,-2 8 6-15,0 6-5 0,4 2 0 0,1 1 3 16,3 6-3-16,1-2 4 0,0 2 0 0,2-2 2 16,0-1 2-16,1-5 0 0,-1 1 4 0,0-2-1 15,2-4 2-15,0 1 0 0,0-4 6 0,0-1-13 16,0 0-1-16,2-5-3 0,1 2-4 0,1-5 6 16,0-1-7-16,-2-3 6 0,0-3-3 0,-1-3-4 0,-1 0 3 15,0-3-4-15,2 3 2 0,0 0 0 0,2-2 3 16,0 0-2-16,-1-1 0 0,-1-1-1 0,7-1-3 15,1-3 0-15,-1-2 0 0,-2 3 3 0,1-20-2 16,-1-1 3-16,2 0-11 0,1 2 7 0,-3 1-1 0,4 6 4 16,-5 1-1-16,1 1-2 0,1 1-2 0,-5 9 0 15,1-1-4-15,4-2 3 0,-3 3 3 0,1 1-1 16,1 2 3-16,-1 0-2 0,-1 0-1 0,6 5-1 16,-3 1 0-16,1 1 3 0,2 16 4 0,-1-5-3 15,4 3-1-15,1-3 1 0,0-1 2 0,0-2 1 16,2 0 2-16,-1-2-4 0,-1-2-1 0,4-2-1 0,-4 0-4 15,1-5 2-15,1 2-1 0,2-4 1 0,-3 9 1 16,1-2-20-16,0-4-27 0,0-1-2 0,1-2-122 16,-3-2-54-16,4-2-20 0,1-3-27 0,4-5-231 0</inkml:trace>
  <inkml:trace contextRef="#ctx0" brushRef="#br0" timeOffset="62716.76">14152 3501 882 0,'0'0'88'0,"0"0"19"0,0 0 2 0,-2 0-35 0,1 0 7 16,-1 0 53-16,0 0-31 0,2 0-6 0,0 0-12 15,0 0-53-15,0 0-9 0,0 0 3 0,2 0-5 16,1 0 10-16,9 0-8 0,12-2-1 0,3 0-3 16,1 1-6-16,-2-1-6 0,2-2-3 0,2-2 1 15,1 3-5-15,1-1-2 0,0 0 0 0,-6 1-3 16,0-1-2-16,-6 2-15 0,-3 0-1 0,-4 2-13 16,-6 0-81-16,2 0-43 0,-1 0-24 0,-3 0-2 0,-3 0-97 15</inkml:trace>
  <inkml:trace contextRef="#ctx0" brushRef="#br0" timeOffset="62873.7">14137 3676 612 0,'0'0'124'0,"-1"0"23"0,-1 0-13 15,0 0-54-15,0 0 1 0,0 0 18 0,0 0 3 16,0 0-10-16,2 1 1 0,0 1-50 0,0 0-17 16,2 0 1-16,0 0-6 0,2 0-9 0,13 0-7 15,9-2-1-15,5 0-2 0,4-2 2 0,1-4-10 16,8-1 4-16,-1-4-9 0,7-4-23 0,6-4-278 0</inkml:trace>
  <inkml:trace contextRef="#ctx0" brushRef="#br0" timeOffset="75184.75">25289 3466 401 0,'0'-2'25'0,"0"-2"22"0,0-1 9 0,2-5-28 15,1 1 1-15,1 2-10 0,2-1-12 0,-1 3 0 16,12-1 0-16,3 2 0 0,3 1-6 0,-1-1 7 16,0 0-8-16,1 2 5 0,-3 1-9 0,0-14-5 15,-1 5-6-15,0 3 1 0,-3 3-22 0,1 2-9 16,-2 2-79-16</inkml:trace>
  <inkml:trace contextRef="#ctx0" brushRef="#br0" timeOffset="93414.01">24555 4045 73 0,'0'0'6'15,"-1"0"7"-15,-1 0 10 0,-2 0 2 0,-2 0 6 16,-12-2-7-16,-3 0 0 0,-1 2 7 0,-8-1-4 16,3 1 21-16,-1 0-7 0,0 0 8 0,6 0-8 0,-4 0 11 15,2 0-10-15,5 1 0 0,6-1-3 0,0 0 2 16,6 0-7-16,-3 2 2 0,3-2-4 0,3 0 1 16,0 0-2-16,1 2 6 0,-1-2-4 0,0 0 2 0,2 0-15 15,1 0 2-15,1 0-5 0,0 0 7 0,1 0-12 16,3 0-3-16,4 0-1 0,21 2 5 0,10-2-7 15,-7 0 7-15,10 0-8 0,3-2 0 0,0-2 5 16,5 1-5-16,2-3 6 0,2 1 2 0,-1-1-8 16,3 2 1-16,0 2-5 0,3 1-1 0,6 1 5 15,-2 0-3-15,0 0 2 0,2 1-10 0,-5-1 5 16,-1 2 5-16,-7-2-1 0,-5 0 1 0,-6 0-2 16,-6 0-2-16,-2 0 1 0,-7 0 3 0,-2 0 0 0,-3 0-4 15,-3 0 3-15,1 0-5 0,-6 0 5 0,0 0 2 16,-4 0 1-16,-1 0-9 0,-5 0 7 0,-1 0-2 15,2 0 6-15,0 0 0 0,-1 0-1 0,-1 0 0 16,0 0 0-16,-2 0 1 0,-2 0-8 0,0 0 2 0,-14 0-2 16,-20 2 5-16,-1 2-7 0,-5 0 2 0,-3-1-5 15,-1 1 8-15,-6-2-3 0,-2 2 2 0,0-3-2 16,-2 1 0-16,0 0 7 0,3-2-5 0,1 0 4 16,0 0-5-16,3 0-3 0,3 0 3 0,1 0-2 15,3 0 7-15,1 0-5 0,-2 0 2 0,-1 0-3 16,5 0 0-16,0 0 4 0,1-2 2 0,14 2 1 15,-4-2 3-15,6 1-8 0,4-1 1 0,3 0-2 0,2 2 1 16,9 0-2-16,0 0 1 0,1 0-1 0,1 0-4 16,0 0 7-16,0 0-4 0,2 0 5 0,2 0-5 15,2-2 1-15,22-2 0 0,18-1 0 0,4-1-5 16,4 1 5-16,-1-1 0 0,4-1 2 0,3 1-2 0,1-1 0 16,4 1-1-16,10 0 2 0,3-1 8 0,-2 0-10 15,0-1 4-15,-5 3-4 0,-6-1 7 0,-3-1-2 16,-5-1-4-16,-8 3 1 0,-6 1 2 0,-6 0-4 15,-3 0 6-15,-6 3-5 0,-2-1 6 0,-4 0-1 16,-1 2-2-16,-5 0 0 0,-2 0-3 0,-9 0 4 16,1 0-4-16,0 0 3 0,-1 0-19 0,-1 0-34 15,0 0-3-15,-2 0-14 0,-2 2-50 0,0 0-79 16</inkml:trace>
  <inkml:trace contextRef="#ctx0" brushRef="#br0" timeOffset="93864.92">24854 3681 222 0,'0'0'26'0,"0"-2"22"0,-1 0 20 0,-1 1-12 16,0-1 1-16,0-2-6 0,0 0-15 0,0 1 0 16,0-1-1-16,1 2 0 0,-1 0-7 0,0 0-1 15,2 0 1-15,0 1 1 0,0-1 7 0,0 0-4 16,2-2 3-16,0 0-4 0,5-1-7 0,17 3 4 15,2-7-3-15,8 1 5 0,-5 3 2 0,3-1-19 0,1 2 3 16,-5 1-8-16,2-3-7 0,1 2 2 0,1 1-3 16,-2 1 4-16,-8-13-4 0,2 4 5 0,-4 3-4 15,5 1 5-15,-1 2-7 0,-8 3 6 0,1 0-1 16,-4 0 1-16,-5 2-16 0,-3 0-6 0,-1 0-2 0,-2 0-2 16,1 0-27-16,1 0-16 0,-2 0-5 0,0 0-2 15,-2 0-16-15,0 0-24 0,-2 0-14 0</inkml:trace>
  <inkml:trace contextRef="#ctx0" brushRef="#br0" timeOffset="94066.47">24711 3386 205 0,'-1'0'89'0,"-1"-2"-67"0,0 0 114 0,0 2-42 0,-13-9 24 16,6 3-31-16,0 1-4 0,3 1-6 0,4 4-13 0,-2-4-38 15,1 3 4-15,1-1-15 0,0 0 6 0,2 0-8 16,2 0 6-16,2 0-9 0,14-9-4 0,17-2-3 15,3 2 2-15,2 4-1 0,3 1 5 0,5 0-5 16,4 3-4-16,-5 1 1 0,1 0 8 0,-5 2-7 16,-4 0 7-16,2 0-9 0,-4 0 1 0,-2 4-26 15,-7-1-7-15,0 1-12 0,-2 2-60 0,-6-1-95 16</inkml:trace>
  <inkml:trace contextRef="#ctx0" brushRef="#br0" timeOffset="106597.6">15287 3293 193 0,'0'0'26'0,"-2"0"14"0,0 0 52 0,-2 0 21 16,-12-5 5-16,4 1-5 0,3 0-20 0,4 2-7 15,-3-1 1-15,-1-5-27 0,5 6-10 0,-3-7 6 16,5-6-7-16,-2 2 0 0,-9-5-18 0,4 1-1 16,3 4-4-16,3-2 3 0,3 6-1 0,0-1 5 0,0 3-3 15,0 0 1-15,0-3 3 0,0 3-9 0,0 3 6 16,1-1-22-16,1 1 0 0,2 0-1 0,0 2 0 15,-1 0 0-15,1 2-4 0,0 2-4 0,0 2 2 16,9 24 4-16,-6 11 6 0,-5 2-2 0,-2 5 2 16,-6 2-1-16,-1 1 0 0,-1 3 4 0,1-8-5 15,0 6-7-15,1-5 2 0,2-4-3 0,2-4 5 0,2-6 6 16,0-8-10-16,2-5 1 0,2 1-4 0,-2-8 9 16,2 0-5-16,-1-2-3 0,-1-3-4 0,2 1-31 15,-4-5-29-15,4 0 4 0,7 6-14 0,5-3-28 0,3-5-184 16,0-5 3-16</inkml:trace>
  <inkml:trace contextRef="#ctx0" brushRef="#br0" timeOffset="107268.79">15560 3258 768 0,'0'0'36'0,"-2"0"64"0,0 0-76 0,-2 2 14 0,0 0 2 15,-14 9 5-15,-1 2 19 0,3-6-16 0,-3 15-7 16,4 3-2-16,0 1-17 0,6 0-2 0,2 0 2 15,3 0-2-15,2 0-2 0,-16 1 2 0,8-2 0 16,5-1 0-16,5-2-5 0,2-4-8 0,1-1 5 16,3-2-5-16,1-2 11 0,-1-6-2 0,9 1 0 15,9 9 0-15,2-6-2 0,3-6 13 0,1-3-5 0,4-6 6 16,1-3-14-16,0-6-4 0,2-6 4 0,0 1-4 16,-1-3 4-16,-5 20-6 0,-5-20 1 0,-7-1-3 15,-1 0 4-15,-6 3-5 0,-1-1 1 0,-4-1 0 16,-3 3 11-16,9-1-11 0,-4 1 4 0,-5 1-6 15,-4 0 9-15,0 0-6 0,-4 4 3 0,-1 0-5 16,3 2 5-16,-26 2-1 0,6 0-3 0,-4 1-1 0,0 3-6 16,3 1-1-16,-3 2 2 0,4-13 0 0,5 6 3 15,4 3-6-15,2 3 2 0,4 1-5 0,5 2 5 0,-2 0-6 16,0 0-1-16,3 0 0 0,1 0 4 0,0 0 1 16,1 0-1-16,14-4 0 0,26-5 4 0,4 0-8 15,1-1 7-15,2-1-7 0,1 0 6 0,-1 0 2 16,-2 2 0-16,-5 1 0 0,-5 1 1 0,-9 1 1 15,-3 1-2-15,-3 1 1 0,-3 2 0 0,-5 2-3 16,-1 0-1-16,-3 0-2 0,-4 2 6 0,-1 0 0 16,-2-2 4-16,13 20-5 0,-4 2-6 0,-5 3 8 15,-3-3-2-15,-1-2 4 0,-2 3-2 0,0-3-5 16,0 0 3-16,0-1-3 0,0-2 8 0,0-2-5 0,2-2 5 16,0-2-5-16,0-4 15 0,0-1 9 0,-1-3-8 15,5 1 7-15,11 7-4 0,5-1-1 0,2-7 4 16,0-3-4-16,4-3 0 0,-4-5-8 0,2-3 3 0,-2 0-5 15,-11 2 10-15,6 5-10 0,-8-13 4 0,-3 0-5 16,3-1 1-16,-9-1 3 0,1-1-5 0,10-1 4 16,-5-3-2-16,-6 4-4 0,-4-1 2 0,-4-3-3 15,-1 6 0-15,-4-3 3 0,7 3-3 0,-24 5 2 16,2 3-5-16,0 7 0 0,0 1 0 0,2-13 1 16,0 4 0-16,3 7-2 0,3 4 1 0,3 2-3 15,0 2 1-15,8-1-32 0,1 1 1 0,4-4-13 16,-7 11-9-16,1 4 3 0,5-2-8 0,3-2 0 0,2-1-58 15,1-3-104-15,1-1-30 0,26-3-38 0,7-1-234 16</inkml:trace>
  <inkml:trace contextRef="#ctx0" brushRef="#br0" timeOffset="107506.44">17147 2879 507 0,'0'-2'115'0,"0"0"232"0,0-1-295 0,0-1 26 15,-2 0-1-15,0 1 11 0,1-1 8 0,-1 0-20 16,0 0-9-16,0 1-4 0,0 1-38 0,0 0-13 0,0 0 5 16,1 0-6-16,-1 2 9 0,0 2 3 0,0 2 1 15,-9 22 1-15,-2 11 3 0,4 2-8 0,-1 2-2 16,3-2-2-16,-1-2-9 0,1 0 1 0,-2-2 1 16,-1 4-1-16,1-2-5 0,0 2 3 0,0-1-6 15,1-1 7-15,1-2 1 0,1-2-4 0,1-1 5 0,1 0-6 16,2-6-4-16,0 0-11 0,2-2-6 0,0-6-2 15,0 1-28-15,2-8-15 0,0-2-2 0,0-3-10 16,-2-4-77-16,3 1-165 0,7 3-38 0</inkml:trace>
  <inkml:trace contextRef="#ctx0" brushRef="#br0" timeOffset="107755.68">17546 2853 680 0,'-2'0'126'0,"1"-2"32"0,-1 0-33 15,0 1-68-15,-2-1 7 0,2 2 37 0,-9-6-8 16,0 2-5-16,4 4-8 0,-6 0-41 0,3 2-4 16,-3 6 1-16,2-3-2 0,0 31-3 0,-2-5-5 15,0 4 2-15,4 1-3 0,-1-1-5 0,3 4-4 16,1-6-2-16,-5 1 1 0,6-1-7 0,-1-1-1 16,1 1-1-16,-14-1-1 0,6-1-4 0,4 1 9 15,3-1-5-15,3 1 6 0,-1-2-8 0,2-2 1 16,0-2 2-16,0-2-2 0,2-2-14 0,0-5-41 0,0-1 6 15,0-5-16-15,2-3-2 0,-2-6-65 0,4 1 1 16,7 5-28-16,15-1-45 0,0-7-93 0</inkml:trace>
  <inkml:trace contextRef="#ctx0" brushRef="#br0" timeOffset="108067.2">17869 3087 395 0,'0'0'67'15,"0"0"6"-15,0-2 16 0,0 0-5 0,0 0-7 16,-1-1 42-16,-1 1-30 0,0 0-5 0,0 0-10 15,-2 0-42-15,1 2 3 0,1 0-9 0,-8 4 7 16,3 0-11-16,1-2-10 0,5 16 8 0,-12 1-9 16,3-1 5-16,5 1 0 0,3-1-1 0,2-1 1 0,2 2-1 15,1-3-3-15,5 3-2 0,1-2 2 0,4 1 9 16,2 3 3-16,-11 1 8 0,11 0-3 0,1-1 16 16,1-1 0-16,-2 1 3 0,0-5 0 0,0 3 6 0,-4-4-11 15,0 0-2-15,-6-1-2 0,-1-2-10 0,-2-3 11 16,0-2-4-16,2-1 7 0,1 1 2 0,-1 3-2 15,-4-7-2-15,0 5-1 0,0-3-20 0,-2 1-6 16,-2 1 1-16,1-1-3 0,-20-1-4 0,-1-1 1 16,2 0-6-16,-2-1 5 0,1-1-7 0,3 13 2 15,0-6 0-15,1-1-2 0,2-4-11 0,2-3-28 16,2-1-8-16,4 0-7 0,2-1-41 0,1-1-88 16,2 0 5-16,-7-13-42 0,-2-11-90 0</inkml:trace>
  <inkml:trace contextRef="#ctx0" brushRef="#br0" timeOffset="108519.74">17899 3067 745 0,'0'0'18'0,"0"0"-16"0,2-2 23 0,0 0-7 16,0 0 23-16,1 0 39 0,7-2-11 0,14-5 15 15,7 0-44-15,5 0-1 0,1-1-7 0,4 5 3 16,-4-1-6-16,0 1-1 0,-6 1-1 0,5-2-1 0,-1 3-7 15,-3-1 6-15,-5 2 2 0,-6 2 0 0,-1 0-3 16,-5 0 11-16,-2 0-6 0,-5 0 7 0,-1 2-3 16,-3 0-3-16,-2-2 5 0,1 5-5 0,10 14-1 0,-3 3-3 15,-5 0 0-15,-3 3-1 0,-2-1-12 0,-2-2 8 16,-2 2-10-16,-3 0 11 0,0 2-9 0,-3 2-6 16,1-2 10-16,-2 4-8 0,0-2 7 0,1 1-10 15,3 1-6-15,1 0 3 0,3-4-1 0,1-2-6 16,0 2 8-16,2-4-7 0,0 1 12 0,4-3-9 15,-1-5 0-15,3-2-1 0,0 0 3 0,-1-6 1 16,-3 4 1-16,15-5 0 0,-1-2 4 0,1-3-1 16,2 12 3-16,1-3-2 0,1-5 4 0,1-1 5 0,-2-4-4 15,3-4 5-15,-1-1 5 0,-2-5-7 0,4-3 2 16,-3 12-5-16,-5-20-2 0,-1-1 7 0,-4-2-3 16,1 2 4-16,-5-4-5 0,-3-2 3 0,-1 0 1 15,14-2-1-15,-8 2-9 0,-5 2 1 0,-4-2-3 0,-2 4 4 16,-5 0-4-16,-4 2-3 0,-4 1 2 0,6 5-2 15,-16-3 1-15,-1 2 2 0,-3-1-9 0,-3 9 3 16,1-3-50-16,3 9-133 0,0 1-39 0,6 0-76 16,5-7-558-16</inkml:trace>
  <inkml:trace contextRef="#ctx0" brushRef="#br0" timeOffset="109424.61">19535 3380 151 0,'0'0'45'0,"0"0"-26"0,-2 0 48 0,0 0-12 0,0 0 21 16,0 2 9-16,-1 0 5 0,-5 0-2 0,-5 2-7 15,2-1-7-15,-2 1 3 0,4 0-7 0,0-2-16 16,-3 1 6-16,3-1-20 0,2 0 15 0,-1 0-28 0,3-2 12 16,1 0 0-16,0 0 2 0,2 0-4 0,1 0-7 15,-3-2 0-15,0 0-6 0,2-1-16 0,0-3-1 16,-1-9 0-16,3 0 2 0,0 2-1 0,2 0 2 15,3 0-1-15,3 0 2 0,-7 2 12 0,18 2-3 16,0 3 7-16,1 1-7 0,0-10 4 0,1 6-5 16,5 1-1-16,-4 4-1 0,2 4-1 0,4 0 12 15,-4 2-6-15,6 2 8 0,-4 0-7 0,6 1 2 16,-3 1-1-16,1-2 0 0,-2-1-6 0,0-1-2 16,-2 0 1-16,-2-2-1 0,-4 0-2 0,-3 0-7 0,-2 0 3 15,-2-2-5-15,-2 0 7 0,-2 0 0 0,-1 2-4 16,-5 0 1-16,1 0-4 0,0 0 2 0,-2 0-3 15,-1 0 2-15,1 0-3 0,0 0-15 0,2-1 0 16,0-1-9-16,-1 0-20 0,1 0-4 0,-2 0-10 0,0 0 0 16,0 0-65-16,-1 1-50 0,1 1-32 0,-2 0-15 15,0 1-201-15</inkml:trace>
  <inkml:trace contextRef="#ctx0" brushRef="#br0" timeOffset="109692.55">19466 3744 744 0,'0'0'62'0,"0"-2"-1"16,0 1-17-16,-2-1 9 0,0 0-25 0,1 0 65 0,-1-2-4 15,0-7 4-15,0-6-11 0,2-1-36 0,2 3 4 16,0 2-1-16,3 0 5 0,1 2 13 0,-4 3-21 16,22 3 4-16,-2-10-10 0,6 2-8 0,0 7 2 15,2 6-3-15,-3 2 2 0,-1 4-10 0,2 3-10 16,-2 0 2-16,0 3-4 0,0 1 5 0,-3-4-4 15,-3 0-1-15,0-1-1 0,3-3 1 0,-3-1-2 16,1-2-2-16,-1-2 1 0,-2-2-7 0,1-2 11 16,0-3-2-16,1-3 4 0,0-1-16 0,1-4 1 0,-3 10-11 15,1-19 5-15,0 3-44 0,-3-1-101 0,1 0-72 16</inkml:trace>
  <inkml:trace contextRef="#ctx0" brushRef="#br0" timeOffset="126010.05">20727 3256 20 0,'0'0'41'0,"-2"0"-4"0,0 0 44 0,0 0 13 16,-1 0-5-16,-1-2-2 0,-2 2-20 0,-1-2 4 15,-1 0-8-15,3 2-10 0,-3-1-21 0,1-1 0 16,1 2-6-16,5 0 3 0,-1 0 3 0,-2-2 2 16,0 0 0-16,2 0 3 0,1 0-9 0,-1 0 6 0,2 1-6 15,0-1 20-15,0 0-17 0,0 0 11 0,2-2-12 16,-1 1 10-16,1-1-7 0,0 0 1 0,6-5-1 15,-3 0-1-15,8 1 3 0,-2-1-5 0,2 3 2 16,-2 3-23-16,1 1 9 0,1-8-4 0,0 3 5 16,-2 1-13-16,2 3 7 0,-2 1-8 0,0 2 8 0,-2 0-17 15,-1 0 5-15,-1 2 0 0,-1 0 4 0,-3-1-1 16,-1 7 0-16,11 10-4 0,-3 1 0 0,-5 1-2 16,-1 1 3-16,-4-1 4 0,0 3 0 0,-4-3 3 15,-1-1-7-15,-3 1 2 0,1-1-3 0,-1-3 2 0,-1 1 3 16,2-2 2-16,-1-2-1 0,1-2-4 0,-1-2 1 15,3-1 0-15,-3 1 2 0,5-3 1 0,-1-3-3 16,-2-1-3-16,4 2 2 0,-1-2 2 0,3 0-1 16,-2-2-1-16,-2 3-1 0,0 1-7 0,1 0 5 15,1-2 0-15,0-1 1 0,0 1 0 0,0 0 2 16,2 0 1-16,0 0-1 0,0 0-5 0,2 0 3 0,0-1-5 16,2 1 5-16,3 0-1 0,8 4 1 0,-2-1 4 15,0 3-3-15,-2-1-6 0,-5-5 4 0,3 13-5 16,-7-2 6-16,0 0 9 0,9 2-9 0,-2 1 8 15,-1 5-8-15,-5-1 5 0,-3 2 8 0,-2 1-2 16,-3-5 6-16,-4 3 12 0,-3-1 34 0,1-5-9 0,4 5 14 16,-15-3-27-16,-4 0-3 0,1 3-3 0,1-7 0 15,-2 2-10-15,-3-7-13 0,3 1 4 0,-2-2-8 16,4 4-7-16,9-1 1 0,2-1-2 0,5-2 2 16,1-3-2-16,1 0 0 0,5-2-4 0,-1 1 2 15,-2 1-23-15,2 0-27 0,0 0-5 0,0-3-10 16,2 1-44-16,0-2-44 0,2 0-10 0,11-5-15 0,21-12-78 15</inkml:trace>
  <inkml:trace contextRef="#ctx0" brushRef="#br0" timeOffset="126539.51">20966 3269 682 0,'0'0'22'0,"-1"0"31"0,-1 0-14 0,0-2 43 0,0 0-9 15,0 0 17-15,0 1-28 0,0-1-18 0,1 0-6 16,-1 0-3-16,0 0-21 0,0-2 9 0,2 1 1 16,0-1 2-16,2 0 5 0,0 1-4 0,0-1 7 0,11-4-7 15,9 3 5-15,4-3 6 0,2 5-13 0,1 1 11 16,5 0-14-16,-6-17-11 0,1 10 7 0,-5 5-9 15,-1 4 3-15,-7 0-5 0,-1 2 2 0,-4 0-3 16,-3 0-3-16,-3 0 4 0,-3-2-7 0,4 7 7 16,3 8 2-16,-3 4-3 0,-4-3 6 0,-2-1-6 15,-2 2 3-15,-2-2 0 0,-2 0-4 0,-1 0 1 0,0-2-6 16,-3 0-1-16,3-2 6 0,3 0-3 0,-5 0 3 16,1-2-3-16,1-1-3 0,3-3 1 0,2 1 2 15,-1-1-4-15,1-1 2 0,0 0-2 0,2 0 2 0,0-3 2 16,0 3-1-16,0-2 3 0,0 2-4 0,2-1-5 15,0 3 3-15,16 1-4 0,3 3 13 0,-1 3-5 16,2 2-2-16,-3 1 0 0,-4 1-4 0,-2-2 4 16,-6 3 3-16,-3 1-2 0,0 1-1 0,-2-1 4 15,9-2-5-15,-4-3 5 0,-1-1 7 0,-3 2 3 16,-3 0 13-16,0-2-3 0,-3 2 40 0,-3-4-25 16,2-3 7-16,-1 3-15 0,-16 2-14 0,-1-6-7 15,-8 2-1-15,-5-1-1 0,5-1-2 0,-3 3-3 0,7 1-3 16,4-8 2-16,-2 3-1 0,7-2 0 0,2-1-1 15,6 3 0-15,3-2-2 0,3-2-27 0,-1 1-3 16,0-1-15-16,2 0-60 0,0 0-81 0,1 0-18 16</inkml:trace>
  <inkml:trace contextRef="#ctx0" brushRef="#br0" timeOffset="126727.41">21730 3659 795 0,'-2'0'268'0,"0"-2"72"0,0 0-163 15,-4 0-145-15,-10-5-21 0,-1 1 27 0,2 1 11 16,0 1-7-16,4 0 2 0,6 2-37 0,1 2-7 16,2 0-2-16,-2-1-1 0,1-1-5 0,1 2-3 15,0 0-5-15,0 0-4 0,0 0-42 0,2 0-127 16,0 0-15-16,2 0-62 0,2 0-253 0</inkml:trace>
  <inkml:trace contextRef="#ctx0" brushRef="#br0" timeOffset="127225.78">21767 3288 829 0,'0'0'31'16,"0"0"1"-16,0-2 3 0,-2 0 9 0,0 0-9 16,0 0 50-16,2 0-14 0,0 0-6 0,0 1-2 15,2-3-16-15,0 0-7 0,2 0 2 0,3 1-4 16,19-7 8-16,5 3-12 0,-3 0 2 0,4-1-7 0,1 6-8 16,-5-5 1-16,2 5-1 0,-6-15 1 0,-4 8-11 15,-1 3-6-15,-6 5 2 0,-7 1-1 0,-1 0 4 0,-1 0 1 16,0 1 0-16,-1 1 2 0,-1 2 6 0,0 3-12 15,0 8 3-15,-2 0-6 0,-4 2 9 0,-1-2-6 16,-3 0-1-16,1-2-1 0,-3 0-2 0,3-2-5 16,-8 2 6-16,0-4-5 0,2 0 6 0,4-3-3 15,5 1-2-15,1-1 0 0,1-2-1 0,0-1-5 16,0 1 1-16,2-2 0 0,0 2 8 0,0-1 0 16,2 1-4-16,0 0 1 0,0-1-9 0,-2-1 8 15,5 8 2-15,-3 1 2 0,11-2-2 0,0 4-2 0,-2 2 1 16,0 0 0-16,-7 1 2 0,-2 1-2 0,0-4 0 15,11 6-1-15,-6-5 5 0,-3-1 14 0,0 4-3 16,-4-4 7-16,0 0 9 0,-4 4 7 0,-2-4-6 16,-1-2 4-16,1 4-20 0,-20-6-11 0,-2 4 4 15,2-4-6-15,0 3-3 0,4-1 4 0,2 0-4 0,1 0 5 16,4-2-7-16,6-3-21 0,0 1-3 0,5 1-9 16,2-5-43-16,-2 1-74 0,3 0-8 0,-1-2-28 15,2 0-84-15</inkml:trace>
  <inkml:trace contextRef="#ctx0" brushRef="#br0" timeOffset="127492.72">22450 3042 1138 0,'-2'0'31'0,"0"-1"49"0,-1-1-50 0,1 2 47 16,-8-4-10-16,3 2 20 0,1 0-21 0,5 2-40 15,-3-2-1-15,0 1-12 0,2 1 4 0,0 0 2 16,1 0 7-16,-1 1-5 0,2 1 5 0,0 2-3 16,0 16 1-16,2 6-1 0,1 4-3 0,1 2 5 15,0-3-10-15,1 5 8 0,-3-1-9 0,0 1-3 0,-2 1 4 16,0 0-6-16,0 2-5 0,-2-1-1 0,-2-3 0 16,1-1 1-16,-1-3 1 0,0-3-7 0,1-2-3 15,-1 1-2-15,2-3-11 0,0-4-69 0,2-3-7 16,0-4-29-16,0-3-90 0</inkml:trace>
  <inkml:trace contextRef="#ctx0" brushRef="#br0" timeOffset="127725.99">22832 3228 1063 0,'-1'0'50'0,"-3"-2"86"0,-26-3-88 15,-1-1 63-15,3 2-15 0,-4 1 28 0,4 1-42 16,0 0-46-16,2 2 4 0,4 4-17 0,2-1-2 0,-3 5-7 15,5-1-2-15,3 3-1 0,-2-9-3 0,8 18 1 16,-2 1-7-16,3 3 3 0,3-3-10 0,1 2 5 16,2 3 5-16,0-5-1 0,-12 0 4 0,6-3-4 15,3 0 2-15,3-4-3 0,2 2-2 0,0-4-5 16,2 0-7-16,0-4-1 0,-1-1-29 0,-1-4-34 16,15 9-14-16,9 0-6 0,4-5-55 0,4-6-92 15,-1-6-89-15</inkml:trace>
  <inkml:trace contextRef="#ctx0" brushRef="#br0" timeOffset="127940.71">22983 3247 816 0,'0'0'61'0,"-2"0"-4"0,0 0 55 0,0 0-1 15,0 0-1-15,1 0-3 0,-1 0-12 0,0 2-12 0,0-1 2 16,0 1-20-16,-2 2-6 0,-3 5 5 0,-6 10-7 16,0 1-4-16,2 3-5 0,0 1-1 0,1-2-2 15,3 2-9-15,0 0 8 0,1-1-7 0,-1-1 7 16,-3 0-11-16,1 0-11 0,2-1 3 0,-3 1-8 15,3-3-10-15,-1-5 4 0,1-1-8 0,0-1 6 16,1-3-11-16,0-2 0 0,5 3 1 0,-7-5-1 16,3-1-11-16,1 0-40 0,0-3-5 0,2-1-18 0,0 0-65 15,-1 2-83-15,-1-2-34 0,2 0-31 0,0-2-269 16</inkml:trace>
  <inkml:trace contextRef="#ctx0" brushRef="#br0" timeOffset="128191.16">22966 3252 706 0,'0'0'57'0,"0"-2"117"0,0 1-139 0,0-1 57 15,2 0-12-15,0-2 23 0,0 0-34 0,1 1-30 16,1-1 5-16,9-5-12 0,4-1 4 0,0 3-22 0,-3 3 5 16,1 4-9-16,-4 2 2 0,-1 2 5 0,-1 1-7 15,-4 5 5-15,-1 19-12 0,-2 5 12 0,18 1-6 16,-7 2 7-16,-5 0-5 0,-4 1 23 0,-4 1 5 15,0-6 6-15,-2 2 14 0,0-3-11 0,2-6-4 0,0-2-1 16,0-6-3-16,0-3-3 0,0-2 5 0,0-2-5 16,2-1-2-16,0-5-5 0,-1 1-8 0,3-2 3 15,4 1-17-15,16 4 2 0,4-5-2 0,3-8-1 16,1-5-15-16,1-8-39 0,4-5-10 0,6 15-16 16,2-23-93-16,5-2-420 0</inkml:trace>
  <inkml:trace contextRef="#ctx0" brushRef="#br0" timeOffset="135361.57">16540 6496 7 0,'0'0'0'0,"0"0"5"16,0 0 61-16,0 0-19 0,0 0 2 0,0 0-22 0,0 0-5 15,0 0 6-15,-2 0 3 0,0 0-3 0,0 0-19 16,1-2 24-16,-1 0-10 0,0 2 14 0,-2-2-15 16,0 2-8-16,1 0 3 0,1 0-4 0,-2 0 0 0,0 0 17 15,-1 0-6-15,1 0 8 0,0 0-10 0,1 0 10 16,-1 0-1-16,-3-1 3 0,1-1-8 0,-1 0 21 16,-1 0-4-16,3 0 10 0,1 2 3 0,-2-2-1 15,-1 0 0-15,-1 1 0 0,1-1 13 0,0 0-11 16,-1 0 4-16,3 0-6 0,-3-2 6 0,4 3-19 15,1-1 6-15,-3 0-11 0,2 2 4 0,3 0-2 16,-3-2-4-16,0 0 0 0,0 0-13 0,1 0-6 16,-1 1-4-16,2-1 0 0,0 0-6 0,0 0-3 0,2 0 2 15,0 0-3-15,2 0-4 0,2 2 3 0,11-1 3 16,15-3-1-16,3 2 2 0,2 0-2 0,2 2-1 16,2 0 1-16,0 0-1 0,2 0 0 0,4 0 0 15,-2 0 1-15,-3 0 3 0,1 0-3 0,0 0 0 0,-4 0-1 16,2 0 0-16,-4 0 4 0,1 0-4 0,-1 0 4 15,2 2-6-15,-3 0 7 0,-3 0 0 0,4 0 2 16,-3-1 3-16,0 3 10 0,-3-2 1 0,-5 0 3 16,-1-2 3-16,-7 0 2 0,1 0 0 0,0 0 0 15,0 0-9-15,-5 0-5 0,1 0-5 0,-3 0 1 16,-1 0-13-16,6 0 3 0,-4 0-1 0,2 0 1 0,-2-2-3 16,-5 2-10-16,3-2-4 0,0 0-3 0,-1 2-24 15,-3 0-96-15,5-2-8 0,-7 2-40 0,3 0-114 16</inkml:trace>
  <inkml:trace contextRef="#ctx0" brushRef="#br0" timeOffset="135834.07">17403 5777 670 0,'0'0'132'0,"-2"-1"-152"0,1-1 149 0,-1 0-74 16,0 0-14-16,0 0 43 0,0 0-9 0,0 0 17 15,-1 1-35-15,-1-1-23 0,0 0-5 0,0 0-4 16,1 0-15-16,-1 0-3 0,0 0 1 0,3 2-3 15,-1 0-3-15,0 0 8 0,-2 2-2 0,0 0 4 16,1 2 3-16,3-2 1 0,-10 14 3 0,3 3-2 16,3 0-11-16,2 1 1 0,2 2 0 0,0 4 2 0,4 6-4 15,4 3 1-15,1 2-6 0,-2 4 3 0,-1-2-3 16,-1 4 6-16,1 1-5 0,-1 3 7 0,1-1-9 16,0 1 0-16,-1-3 4 0,1 1-3 0,-3-3 2 0,1-3 4 15,0 2 2-15,0-2-1 0,-1 0-5 0,1 2 2 16,0 0-4-16,-1-2 2 0,1-2 5 0,0 4 2 15,0-6 1-15,-1 4 0 0,1 2-2 0,-2-8 2 16,0 1 1-16,0-4 0 0,-2-6 3 0,1 4 3 16,1-4-5-16,-2-6 4 0,2 1-10 0,-2-8-3 15,0 2-1-15,0-4 0 0,0 1-1 0,2-1 3 16,-2-4 3-16,0-1-3 0,0 0-12 0,2 0-15 16,0-1-8-16,0 1-1 0,-1 0-28 0,1-1-103 0,0 1-4 15,0-2-43-15,0 0-106 0</inkml:trace>
  <inkml:trace contextRef="#ctx0" brushRef="#br0" timeOffset="136218.53">17372 6739 729 0,'-2'-2'76'0,"0"0"152"0,-2 1-197 16,-3-3 26-16,-2 0 2 0,5 4 11 0,-2-2 22 15,3 2-39-15,-5-2 1 0,5 2-15 0,-1 0-8 16,0-1-13-16,0-1 7 0,3 0-8 0,-1 2 18 16,0 0 5-16,2 0-2 0,0 0 3 0,0 0 0 0,2 0 2 15,1 0 1-15,9 0-2 0,8 2-12 0,0 1-15 16,3 3-4-16,-5 0-2 0,8 3-2 0,-2 0-4 16,2 4-1-16,-2 0-2 0,-1 2 3 0,-1 0-3 15,0-10 6-15,2 18-5 0,-3-3-1 0,1-1 1 16,-1-1 0-16,-1-1 1 0,2 2-2 0,-1-3 4 15,1-3-4-15,2-5 5 0,0 1-5 0,0-3 6 16,2 1 1-16,-1 2 1 0,-1-3-2 0,-2-2 2 16,2-3-4-16,-3 14 3 0,-1-4 1 0,0-1-8 0,-7-7 5 15,4 3-6-15,-6-4 2 0,-5-2-1 0,1 2 0 16,-1 0-3-16,-3-2-10 0,-1 0-12 0,0 0 0 16,2 1-6-16,0 1-26 0,-1 0-80 0,-1 0-15 15,0 0-25-15,0 0-91 0</inkml:trace>
  <inkml:trace contextRef="#ctx0" brushRef="#br0" timeOffset="136595.64">18120 7012 550 0,'0'-2'153'0,"-2"0"330"0,0 1-452 16,0-3 39-16,1 0-6 0,-1 0 21 0,0 1 15 0,0-1-45 15,0 0 5-15,0 2-21 0,0 1-17 0,1-1-3 16,-1 0-1-16,0 2 1 0,0 0 12 0,0 0-5 16,0 2-1-16,0 1-1 0,1 3-6 0,-9 16 6 15,3 2-2-15,1 2 1 0,3 4-10 0,1 2 4 16,0 1-3-16,2-3 2 0,0 3-13 0,0-3 7 16,0 2-5-16,0-1 4 0,0-1-5 0,0 1 1 15,2 1-3-15,0 1 1 0,-1 3-3 0,3 1 1 16,-2 2 0-16,0 0 1 0,2-2-3 0,-3-2 3 15,3-3 0-15,2 1 1 0,-3-3-3 0,1-4 2 0,2 2-2 16,-1-4 1-16,-1-7-1 0,0-3 0 0,1 3 6 16,-3-8-5-16,2 3 5 0,0-1 1 0,-3-6-4 15,-1-1 4-15,0 0-2 0,2-1-3 0,0 1 0 0,0 0 0 16,0 0 0-16,0-3-4 0,0 1-4 0,-1 0-4 16,1 0-35-16,0 0-169 0,0 0-41 0</inkml:trace>
  <inkml:trace contextRef="#ctx0" brushRef="#br0" timeOffset="137800.73">17838 8121 893 0,'0'0'49'0,"0"0"6"0,0-2-15 16,-2 0-15-16,0 0-6 0,0 0 34 0,2 0 17 16,-2 0 5-16,2 1-4 0,0-1-26 0,0 0-15 15,0 0-3-15,0 0-3 0,0 0-1 0,0 0-4 16,0 1 3-16,0-1-3 0,0 0 4 0,2 0 7 0,0 0-4 15,0 2 4-15,2 0-10 0,-1 0 8 0,14-2-2 16,2 0 3-16,3 2-8 0,0 0 2 0,4 0-2 16,4 2 2-16,-2 0-2 0,5 2-3 0,1 1-2 15,-7-1 0-15,3 2-1 0,-4-3 1 0,4 3-1 0,-8-2-1 16,2 1-15-16,-1-1 7 0,-9 0-3 0,7-1 6 16,-12-1 0-16,2 2 6 0,-1-2 1 0,-5 0 1 15,1 0 1-15,-4-2 2 0,1 1-4 0,1 1 3 16,-2 0-3-16,0 0-7 0,-2 0 6 0,0 0-7 15,-2 0 1-15,-2 1-3 0,-13 8 2 0,-16 8-1 16,1-6 2-16,-1 0 3 0,-4-2-4 0,3-2 6 0,-5 3 1 16,0-5-2-16,0 0-1 0,6 1 0 0,2-1-3 15,5-1 0-15,1 1 3 0,3 1-3 0,2-1-4 16,3-1-2-16,2 1-1 0,2-1 0 0,4-1-2 16,1-1 1-16,3 0-3 0,3 3 2 0,0 4 0 0,-7 0 0 15,1 2 1-15,5-3 0 0,-1 1 1 0,4-2-1 16,0-1-1-16,0-3-1 0,2 1-3 0,0-3 7 15,18-1-4-15,6 0 3 0,4 0-9 0,3 17 8 16,3-8 1-16,4-4 2 0,-1-5 0 0,0-2-5 16,-3 0 1-16,-3 0-2 0,-1-2 2 0,-1 0 0 15,1 0-2-15,-4 1 2 0,-2 1 0 0,-6 0 3 16,-1 0-1-16,-1 0 2 0,-5 0-5 0,-2 1-2 16,0 1 3-16,-1 0-1 0,-3 0 1 0,1 0 5 15,-5 0-5-15,-1-2 4 0,2 3 0 0,0 1-3 0,-3 0 7 16,1 0-6-16,2 7 4 0,-4 0 0 0,-2 4 0 15,-3 0 0-15,-5 1-2 0,3-1 1 0,-23 0 1 16,4 0 2-16,-4-2 2 0,6 2-8 0,-5-4 3 0,-1 0-4 16,-2 0 1-16,1 0-2 0,5 2-3 0,2 2 3 15,3-2 1-15,4-2 0 0,4-2 1 0,4-5-2 16,5 4-9-16,3 1 6 0,-5-2-7 0,-1 4 6 16,3-1-11-16,2-3 7 0,2-3 2 0,0-2 0 15,0 0-2-15,0-1 5 0,6 1-4 0,14 4 5 16,0-4 2-16,1 0 0 0,-4-1 0 0,-3 3 0 0,-1-2-1 15,0 4 1-15,2-1-1 0,-2 3 1 0,0 1 1 16,-2 2-4-16,-7 2 2 0,5 4-3 0,3 1 7 16,-3 5-5-16,-2-1 3 0,-1 0-3 0,11 4 8 0,-4 0-8 15,-4 0 4-15,-2 4-3 0,1-2 10 0,-5 0-7 16,3-1 0-16,-2-2-1 0,-1 1-1 0,1-2 1 16,0 0 4-16,-2-2-1 0,0-2 4 0,1 1 1 15,1-3-5-15,0 1 5 0,-1 0 0 0,-1-3 3 16,0-1-4-16,0 4 3 0,0-4-1 0,0 1-5 15,0 5 7-15,-2-8-7 0,1 5 0 0,-1-1 2 16,0-2-6-16,0 0 4 0,0-2-5 0,0 0 2 16,0-2 1-16,0-2 1 0,0-1-4 0,0-3-12 15,0-1 2-15,0 1-7 0,0 1-16 0,0-2-128 0,0-1-14 16,2 1-51-16,-2-2-166 0</inkml:trace>
  <inkml:trace contextRef="#ctx0" brushRef="#br0" timeOffset="138216.72">17804 9959 1056 0,'-1'0'56'0,"-1"0"111"0,0 0-111 0,0 0 37 15,0 0 3-15,-2 0 9 0,1 0 1 0,-1 0-28 16,0 0-6-16,1 0-6 0,-1 0-18 0,2 0-20 16,0 0 0-16,0 0-7 0,0 0-5 0,2-2 1 15,2 0 2-15,0 0-1 0,9-2 1 0,25-7 1 16,3 0-4-16,7 2 2 0,2-2-4 0,2 2-10 15,0-1 9-15,-5 1-11 0,-4 2 4 0,-2 1-3 0,0 2-4 16,-4 2 1-16,-1 1 5 0,-7-1-5 0,-4 2 5 16,-5 0-5-16,-1 0 7 0,-2 0-13 0,-2 0 3 15,-4 0-5-15,2 0 8 0,-1 0-1 0,-1 0-2 16,-2 0-1-16,1 0-9 0,-1 0-53 0,1 0-5 16,-1 0-21-16,0 0-50 0,-3 0-75 0,4 0-21 0,-5 0-32 15,1 0-201-15</inkml:trace>
  <inkml:trace contextRef="#ctx0" brushRef="#br0" timeOffset="138418.54">18098 10182 1427 0,'0'0'67'0,"0"0"140"0,-2 0-198 15,2 0 67-15,0 0-7 0,0 1 32 0,0 1 19 0,2 0-48 16,0 0-5-16,1 0-14 0,12 0-26 0,6-2 5 15,1 0-2-15,2 0 1 0,2-4-12 0,6-2-10 16,-3-1 1-16,-1 0-6 0,-4 1-11 0,-3 0-39 16,-1 1-30-16,-3-1-11 0,0 1-175 0,-1-1-264 15</inkml:trace>
  <inkml:trace contextRef="#ctx0" brushRef="#br0" timeOffset="139771.82">18944 8072 256 0,'-1'0'157'15,"-1"-2"-54"-15,0 1 77 0,0-1 17 0,0 0-90 0,-2 0-6 16,1 0-24-16,-8-7 3 0,7 5-9 0,4 2-5 16,-4-3-23-16,-1-3 0 0,1 1-9 0,4 3-9 15,-2-7 6-15,2 4 1 0,4-5 1 0,1 0-1 16,5-1 14-16,4 0-5 0,16 1 7 0,4 5-10 0,-1-2-20 16,-1 3 2-16,-5 4-10 0,-2-1 0 0,-5-10 5 15,-3 5-2-15,-2 4 1 0,-1 3-3 0,-2 1-7 16,-3 1 6-16,-2 3-6 0,-5-4 2 0,7 13 6 15,1 8-3-15,-7-1 4 0,-3 2-5 0,-3 4 3 16,-7-2-1-16,-3-1 2 0,6-3 1 0,-19-1-5 16,-6 1 3-16,1-3-3 0,1-1 5 0,-1-3-9 15,5 2-1-15,5 0-1 0,-7 0 0 0,13-2-2 16,-1-2 1-16,5-2-1 0,9 1 1 0,-4-3 6 0,4-1-8 16,0-3 5-16,1 1-10 0,-1 0 1 0,2 0 5 15,0-3-3-15,0 1 3 0,0 0 3 0,3 2-3 16,10 5 3-16,21 6-3 0,1-6-1 0,-3-3 3 15,3-2 0-15,-9-3 5 0,0 1-6 0,0 2-1 16,-7 0-1-16,-1-1 0 0,-3 3 4 0,-4-2-1 0,-2 1 0 16,1 1-7-16,-7-4 6 0,-1 5 2 0,9 8 2 15,-3 0 11-15,-4 0-3 0,-3 0 4 0,-1-2-3 16,-3 3 8-16,-3 1 0 0,-5 2-1 0,-2-1 1 16,6-5-5-16,-16 2-5 0,1-6-1 0,-6 1-2 15,4 3-9-15,2-6 5 0,-1-3-5 0,5 3 5 16,3 4-5-16,2-3-16 0,6-5 3 0,3-3-10 15,2 0-17-15,-2 0-76 0,2 0 2 0,1 0-32 0,1-1-47 16,0-1-66-16,1-2-36 0</inkml:trace>
  <inkml:trace contextRef="#ctx0" brushRef="#br0" timeOffset="140022.99">19561 7920 1181 0,'0'-2'72'0,"0"0"1"0,0 1 1 15,-2-1 11-15,0-2-22 0,0 0 79 0,2 2-38 16,-2-3 0-16,1 1-17 0,-1 0-25 0,2 3-34 16,0-1 4-16,-2-2-16 0,0 0 1 0,0 2 9 0,0 2-1 15,2 0 1-15,0 2-7 0,0 2 9 0,0 13-5 16,0 16 7-16,2 2-10 0,0 1-4 0,0-5 2 16,-2 3-4-16,0-3-2 0,0 1-6 0,0-1-2 15,0-1 0-15,0-2-2 0,0-2-2 0,0-2 0 0,2 0-3 16,0-3-7-16,-1-3-26 0,1-1-2 0,0-4-11 15,0-2-46-15,0-2-126 0,2 1-9 0,-3-7-50 16,3 3-128-16</inkml:trace>
  <inkml:trace contextRef="#ctx0" brushRef="#br0" timeOffset="140254.74">19878 8096 807 0,'-1'-1'149'0,"-3"-1"309"0,-2-2-426 15,-10-7 11-15,-1 2 5 0,-4-1 7 0,5 3 44 0,-1 1-20 16,4 4-9-16,4 2-5 0,-6 0-37 0,0 2 7 16,-4 4-5-16,3 1 5 0,1 3 3 0,-2-5-5 15,4 17 6-15,2 1-8 0,-4 1-5 0,8 0-9 16,-1 2 1-16,5-2-3 0,-3 0-6 0,-9-1 3 16,4-1-10-16,5-4 8 0,5 1 0 0,1-2-10 15,1-2 2-15,1-2-5 0,2-4 1 0,2 0-16 16,-3-1 3-16,21-3-11 0,2-1-15 0,2 14-64 0,0-6 0 15,7-7-24-15,-3-5-34 0,1-4-59 0,-3-3-13 16,-2-2-22-16,-2-1-113 0</inkml:trace>
  <inkml:trace contextRef="#ctx0" brushRef="#br0" timeOffset="140522.69">20081 8046 857 0,'0'0'59'16,"0"-2"-3"-16,-2 1 78 0,0-1-7 0,0-2 11 15,0 0 1-15,0 1-62 0,-1-1 4 0,-1 2-25 16,0 0-24-16,1 0-8 0,-1 0 0 0,0 2 1 15,2 0 16-15,0 2 5 0,1 0 0 0,1 0 0 16,-4 17-7-16,2-1-9 0,2 1 1 0,4-1-3 16,-1-3 1-16,5 4-2 0,-1-3 1 0,3 1-1 0,1 0 4 15,0 0-12-15,-9-1 2 0,11-1-4 0,-4 2 7 16,-2-2-10-16,-1 0 3 0,-2-1-5 0,-1 1 6 16,-1-2-10-16,9 2 1 0,-5-4-5 0,0 2 2 15,-5-3-3-15,-1-1 3 0,0-2-4 0,-1 4-2 0,-3-1 3 16,0-3-3-16,0-1 0 0,-3-4-21 0,-8 9-5 15,0-2-13-15,2-3 4 0,0-1-39 0,2-3-63 16,2 0 4-16,1-2-27 0,1 0-23 0,3 0-23 16,2 0-12-16,1 0-5 0,-3-2-54 0</inkml:trace>
  <inkml:trace contextRef="#ctx0" brushRef="#br0" timeOffset="140832.79">20090 8173 394 0,'0'-2'63'0,"0"0"-3"0,2 0 64 0,-2-2-4 16,9-20 6-16,0 0 22 0,3-2-18 0,-1 2-3 15,2 0-8-15,0 1-33 0,2 1-6 0,-6 0 0 16,13 2-3-16,4-1-9 0,-2 8-19 0,-1-2-1 16,-5 8-6-16,1-1-9 0,-4 1-10 0,-2 5-2 0,1 0-3 15,-1-7-8-15,4 2 5 0,-4 3-3 0,-5 4 2 16,1 0-6-16,-5 2-3 0,-1 5 5 0,-1 28-5 16,19 1 8-16,-10-3-4 0,-6 2 0 0,-5 1 0 15,0-3 1-15,-2-1 3 0,-1-3-3 0,-1-3 4 16,2 0-3-16,-2-3 2 0,3-3 2 0,1-3 1 15,0-2 7-15,1-4-1 0,3 0 4 0,-2-4-3 16,2-1 11-16,-2-2-11 0,14 7-1 0,8 0-4 0,1-6-8 16,2-3-5-16,7-4 2 0,-5-3-3 0,1-4 0 15,0-4-8-15,-6 0-6 0,2-4-2 0,-6 15-24 16,3-15-25-16,-1-3-29 0,0 1-5 0,1 1-148 0,-9 1-197 16</inkml:trace>
  <inkml:trace contextRef="#ctx0" brushRef="#br0" timeOffset="141593.6">17710 6633 484 0,'0'0'39'15,"0"0"-1"-15,-2 0 27 0,0 0 4 0,0 0-1 16,0 0 64-16,0 0-37 0,1-1 6 0,-1-1-22 0,0 0-28 15,0 0 1-15,0 2 1 0,0-2-1 0,0 0 2 16,2 2-7-16,0-2 0 0,0 2-3 0,0 0-6 16,0 0 2-16,0 0-4 0,2 0 2 0,0 0-16 0,0 0-5 15,0 0 2-15,0 2-2 0,0 0 1 0,-1 0-3 16,1 0-3-16,2 2 1 0,-2-1 0 0,5 8 2 16,1 2-1-16,1 2 0 0,-2 0-8 0,-1-2 4 15,1 2-4-15,1 2 4 0,-3-4-7 0,1 0 3 16,0 0 0-16,-1-2 1 0,1 4 2 0,-3-2-5 15,1-2 5-15,0 2-4 0,-2-2 9 0,0 0 1 16,-2 0 4-16,0 0 0 0,0-1 22 0,-2-1 0 16,-2 2-1-16,0-4 1 0,-1 1-4 0,-1-1-8 0,-12-1 0 15,-3-2-5-15,3-1-13 0,1 8-1 0,-4 1-3 16,7-7 0-16,-1 1-11 0,-4-1 6 0,14-3-7 16,-7 2 6-16,3-2-20 0,4 0-19 0,-1-1-29 15,0 1-11-15,5-2-232 0</inkml:trace>
  <inkml:trace contextRef="#ctx0" brushRef="#br0" timeOffset="142975.6">17431 5989 92 0,'0'0'33'0,"0"0"15"0,0 0 69 15,-2 0 16-15,0-2 8 0,1 0-11 0,-1 1-72 16,0-1 8-16,0 2-22 0,0 0 1 0,0 0 12 16,0 0 5-16,1 0 0 0,-1 0 0 0,0 0 0 15,0 0-4-15,0 0 1 0,0 0-14 0,0 0-8 16,1 0 1-16,1 0-1 0,0 0 15 0,0 0 6 0,0-2-7 16,1 0 3-16,3 0-26 0,15-7 5 0,16-8-5 15,2 0 3-15,4-1-10 0,-4-1-3 0,2 1 1 16,4-1-3-16,-4 2-8 0,0 1-1 0,2 1-4 15,-4 4 1-15,0 1-5 0,-4 3 5 0,-1 1 0 0,-2 3 1 16,-2-1-3-16,-6 0 1 0,2 2 0 0,-2 1 1 16,-1-1 9-16,-7 0-5 0,1 0 2 0,-5 2-4 15,-5 0-4-15,1 0 4 0,-3 0-2 0,1 0 2 16,0 0-5-16,0 0-5 0,-3 0-10 0,1-2 0 16,0 2-48-16,0-2-190 0,0 0-5 0,0 1-87 15,0-1-264-15</inkml:trace>
  <inkml:trace contextRef="#ctx0" brushRef="#br0" timeOffset="144177.4">17981 4415 535 0,'-2'-2'64'0,"0"0"119"16,2 0-156-16,-9-13-5 0,0-3 10 0,1 1-2 15,1-2 51-15,1-1-28 0,2 1 1 0,3 3-12 16,-1-1-14-16,2 4 8 0,0 0-3 0,0 4 4 16,0 1-2-16,0 1 1 0,0 1-3 0,0 1 1 15,0 1-3-15,0 0 11 0,2-1-1 0,-1-1 4 0,-1 2-9 16,0 1 2-16,2-1-7 0,0-2 4 0,0 1-13 16,0-3 3-16,0 3-1 0,0-1 0 0,-1-1-1 15,1 1-12-15,0-1 5 0,-2 1-7 0,0 1 3 16,0 1-3-16,0 2 0 0,0 0-2 0,0 0-1 0,2-1-5 15,0-1 3-15,-2 0-4 0,0 2-3 0,0 1 1 16,0-1-3-16,2 0 4 0,0 2 4 0,-1 0-2 16,1 2 3-16,-2 0-3 0,0 3 2 0,2 16-7 15,0 1 4-15,0 0-6 0,0 0 6 0,0 2 5 16,-2 2-5-16,0 0 5 0,0 2-5 0,0 2 9 16,0 0-4-16,-2 1 4 0,-2-5-12 0,0 0 11 15,1 4-1-15,-1-8 4 0,-2 4-9 0,3-5 3 16,-1-6-2-16,0-1 4 0,2-2 6 0,0-1-9 0,1-2 4 15,-1 0-5-15,2-3 3 0,0-4 4 0,0 1-3 16,0 1 3-16,0 0-3 0,0 0 3 0,0-1 2 16,0-1-2-16,0 0 1 0,0 0-1 0,0 0 0 15,0 0 0-15,2-2 0 0,-1 0-5 0,1 0 2 0,0 0-3 16,2-2 3-16,0 0-7 0,5-2 3 0,0 2-3 16,-1 0 3-16,-1 1-3 0,-1-1-1 0,1 0-1 15,-3 2 3-15,-2 0-1 0,1 0 2 0,1 0-2 16,0 0 3-16,-1 2 1 0,-1 0-1 0,0-1 1 15,0 3-4-15,-2 0 2 0,-2 5 3 0,-7 8 0 16,5 0 3-16,-24-1-6 0,0-1 2 0,1 0-2 16,-1 0 6-16,4 0-4 0,-1-6 0 0,5 2-1 0,0-2 5 15,3-1-5-15,2 1 0 0,0-1-2 0,4-3 4 16,2 1-1-16,1-5 0 0,5 3-2 0,-1 0-6 16,2-2 2-16,2 0 2 0,-2 1 0 0,2-1 6 0,0 0-6 15,-2 2 1-15,0-1-1 0,2-1 0 0,0 0 1 16,0 2-1-16,0-2 1 0,0 1-4 0,0-1 3 15,2 4 0-15,0-2 0 0,2 1 0 0,0 1-2 16,9-3 2-16,3 3-2 0,1-2 3 0,3-2-1 16,1 1 3-16,-1-1-3 0,3 0 2 0,-1 0 1 15,2 15-4-15,2-6 1 0,-2-4-6 0,-2-1 7 16,3-3-1-16,-5-1 2 0,4 0 1 0,-5-2-3 16,1 0 1-16,-5 0-2 0,-8 0-3 0,1 0 4 0,-5 0 1 15,1 0 1-15,0 0 5 0,0 0-7 0,-1 2 6 16,-1 0-6-16,0 0 2 0,0 0 1 0,0-1-2 15,-2 1 4-15,-2 2 3 0,-4 5-5 0,-5 8 4 0,-13 0-3 16,-4-1 4-16,2 1 2 0,-4-2-3 16,5 2 2-16,-1-2-1 0,3 1-5 0,-1-3 0 0,6-2 0 15,1 1 1-15,6-5-4 0,1 0 2 0,5 1-2 16,1-3 5-16,2-3-4 0,2 0-1 0,0 0-2 16,-2 2-5-16,2-2 5 0,-1 1 1 0,-1 1 1 15,0 0 0-15,2-2 5 0,0-1-3 0,2 1 3 16,0-2-10-16,1 0 2 0,10 0 4 0,6-2-1 0,-2 2 0 15,-4 0 2-15,-2-1-4 0,0 1 5 0,-2 0-3 16,4 0-1-16,0 1 0 0,-4 3-1 0,1 2 2 16,-1 1-2-16,-3 2 2 0,-1 14-3 0,1 3 10 0,-5-2-9 15,5 0 2-15,-2 0-4 0,3 2 6 0,-3-2 0 16,13 2-2-16,-4 0 0 0,-6-5 0 0,-3-3 2 16,-1-1 1-16,-1-2-2 0,0 1 0 0,-2-3 0 15,2-1 2-15,-2-3-2 0,2 2-4 0,-2-4 1 16,0 1 2-16,0-1 0 0,0 1 7 0,0-3-6 15,0 1 1-15,0-1-2 0,0 1-7 0,0-2-3 16,0 1-11-16,0-1 5 0,0 2-23 0,0-5-61 16,0 1-18-16,2 2-19 0,0 0-91 0,1-2-112 15,8 1-8-15</inkml:trace>
  <inkml:trace contextRef="#ctx0" brushRef="#br0" timeOffset="144461.49">18529 4751 957 0,'-2'0'180'0,"0"0"-240"0,0-2 210 0,-2 0-113 16,1 0 5-16,-3 0 58 0,-3 0-15 0,-1 1 22 0,3 1-73 16,1 0-20-16,-1 0-7 0,3 0 0 0,1 1 2 15,-1 5 3-15,0 16 1 0,2 1 0 0,-14 1-1 16,4-2 9-16,5 0-4 0,3 0 3 0,4-1-12 0,0-1 9 15,2 1-2-15,0-5 4 0,4 3-3 0,-1 1-2 16,1-3 3-16,1 0-3 0,2 0 5 0,-3-4-7 16,1 1 3-16,-1-2-4 0,0-1 4 0,-1-2 3 15,-3-3-2-15,2 1 3 0,-1 0 9 0,-3-3-9 16,0 0-1-16,0 0-4 0,0-3-8 0,0 1 3 16,0 0-11-16,-1 2 0 0,-5 0-68 0,-13 5-124 15,-1-2-25-15,1-3-48 0,3-4-223 0</inkml:trace>
  <inkml:trace contextRef="#ctx0" brushRef="#br0" timeOffset="144661.1">18573 4743 1441 0,'0'0'40'0,"0"-2"78"16,0 1-94-16,0-1 81 0,0-2-19 0,0 0 35 15,0 1-50-15,0 1-44 0,0-4-5 0,0 2-12 16,0 3-13-16,0-1-3 0,0 0-2 0,0-2-2 15,0 0-13-15,2 1-41 0,0-1-7 0,0 2-20 16,1 0-103-16,1 0-60 0,15-7-20 0,-1 2-16 16,1 1-137-16</inkml:trace>
  <inkml:trace contextRef="#ctx0" brushRef="#br0" timeOffset="144893.49">18853 4580 523 0,'2'0'106'0,"-2"-2"171"0,0 0-180 15,0 0-5-15,0 0 2 0,0 1-1 0,0-1 20 0,-2 0-34 16,1 0-1-16,-1 0-12 0,0 0-16 0,0 0-13 15,0 2 2-15,0 0-6 0,-1 0-4 0,-1 0 2 16,2 2-3-16,-2 0 4 0,2 2-2 0,-9 20 4 16,2 4-3-16,2 3 3 0,3-5-2 0,2 0-1 15,0 2 3-15,2-2-3 0,0 0-8 0,0 2-5 16,0-2 2-16,0 0-3 0,2-2-2 0,0 0-8 16,0-1-1-16,0-3-1 0,-2 2-1 0,1 1-2 0,-1-3 4 15,0-1-2-15,0-1 1 0,0-5-7 0,0 0-10 16,0-2 2-16,0-1-23 0,2 1-31 0,-2-4-40 15,2 2 0-15,0-5-131 0,0 0-102 0,2 0-29 16</inkml:trace>
  <inkml:trace contextRef="#ctx0" brushRef="#br0" timeOffset="145141.01">19093 4827 1078 0,'-2'0'32'16,"0"0"0"-16,0 0 48 0,-1-2 6 0,-7 0 6 15,-4 0 43-15,-1 0-53 0,0 2 5 0,0 0-22 0,2 0-17 16,0 0-15-16,-2 2-3 0,4 0-3 0,0 4-11 16,3-3 10-16,-6 8-7 0,4-7 7 0,1 15-16 15,2-3 9-15,5 1-3 0,-9 0 5 0,1 0-12 0,3-3 6 16,3 3-8-16,2-2 6 0,2 0-7 0,0-4-2 16,2 2 4-16,0-4-3 0,2 1 3 0,-1-1-2 15,3 0-2-15,0-1-2 0,-5-1-11 0,14-3-9 16,0-1-4-16,0-1-2 0,7 2-20 0,1 11-85 15,3-4-2-15,1-4-38 0,3-5-85 0,-4-2-212 16</inkml:trace>
  <inkml:trace contextRef="#ctx0" brushRef="#br0" timeOffset="145437.63">19457 4727 897 0,'0'0'114'0,"-2"-2"12"0,0 0-8 0,0 0-17 16,-1 0-19-16,-7-3 55 0,-3-1-36 0,-2 0-11 0,2 3-11 15,2 1-62-15,2 2-5 0,2 0-2 0,3 0-1 16,-2 2-4-16,4-2-4 0,-1 5-1 0,-10 14 0 16,3 1 6-16,7-3-1 0,1 2 4 0,2 1-2 15,2-2 4-15,1 1 3 0,3 0-1 0,0-5 2 16,3 3 9-16,0-2-10 0,0-2 6 0,3 2-8 16,-1 0 9-16,-2-2-6 0,0 0 2 0,1 2-2 0,-3-2 6 15,-1-2-3-15,-1 2 3 0,1 0-2 0,-3-2 16 16,-1 0-7-16,-2 0 6 0,0-2-7 0,-2 1-5 15,-1-1-7-15,-1 0-2 0,-3 2 0 0,3-3-9 16,-11-1-1-16,-2 1 3 0,2-6-1 0,1-1-1 0,1 9-2 16,-2-1-6-16,2-3 1 0,0-3-19 0,0-1-34 15,3-2-23-15,3 0-9 0,1 0-133 0,3 0-98 16,-1 0-41-16</inkml:trace>
  <inkml:trace contextRef="#ctx0" brushRef="#br0" timeOffset="145759.01">19390 4812 1105 0,'0'0'20'0,"0"-2"0"0,0 0 52 0,0 0 0 16,0-1 14-16,0-3 27 0,2-3-51 0,0-2 8 16,1 0-23-16,1 3-7 0,2-1-3 0,-1 0-3 0,-5 7 0 15,11-2-12-15,1-5-8 0,4-1 2 0,-1 7-4 16,-2 1 0-16,2 2 4 0,-6 0-3 0,2 4 4 15,-3-1-6-15,-4 3 6 0,-3 20 2 0,1-2 0 16,0 2 2-16,17 2-6 0,-8 0 2 0,-7-1-3 16,-4-1 6-16,0 0-5 0,-4-1 1 0,-2-3-2 15,3-2 1-15,-1-3 3 0,2 0-3 0,0-4 5 16,2-2-2-16,0-4-5 0,0-1 5 0,0-2-4 0,2-1 14 16,0 1 5-16,2 0-2 0,12 3 1 0,7-3-14 15,1-4-6-15,2-4-2 0,-6-3 0 0,6-4-9 0,-4-2-3 16,-3 1-2-16,1-1-3 0,1-1-10 0,-6 2-16 15,0 3-10-15,-4 2-2 0,-4 1-37 0,1 1-163 16,-7 5-11-16,1 0-77 0,2-4-270 0</inkml:trace>
  <inkml:trace contextRef="#ctx0" brushRef="#br0" timeOffset="146589.37">17858 4038 3 0</inkml:trace>
  <inkml:trace contextRef="#ctx0" brushRef="#br0" timeOffset="146634.69">17881 4015 8 0,'0'0'6'0,"0"0"15"0,0 0 6 0,0 0 3 15,0 0-14-15,0 0-14 0,0 0 0 0,0 0-2 16,0 0-4-16</inkml:trace>
  <inkml:trace contextRef="#ctx0" brushRef="#br0" timeOffset="147055.87">17682 4173 536 0,'0'0'56'0,"-2"0"1"0,0 0 19 16,0 0-1-16,0 0-6 0,1 0 43 0,-1 0-11 15,0 0 4-15,0 0-9 0,0 0-6 0,0 0-39 16,0 0 3-16,1 0-18 0,-1 0-15 0,0 0 6 16,0-2-3-16,0 1 4 0,2-1 1 0,0 0-8 15,0 0 2-15,2-2-5 0,2-3-4 0,5-6 0 0,-7-4 0 16,11 2-2-16,2 0-6 0,-4 2 6 0,2-1-6 15,0 1 6-15,-2-2-3 0,-2 0 4 0,2 4 3 16,-3-4 1-16,1 2 10 0,0 2-7 0,1-4 6 0,-3 4-9 16,2 0-3-16,-1-1 5 0,-1 3 3 0,-1 2 1 15,1-1 6-15,-3 1-10 0,3 3-6 0,-3-1 0 16,2 1-13-16,1-2 14 0,1 3 1 0,5-1 4 16,0 4 7-16,0 0-7 0,0 4-1 0,-4-1-2 15,2 3-4-15,0 1-2 0,-2-5-2 0,3 15 0 16,-3-4-6-16,0-2 0 0,2 0 2 0,0 2-2 15,-1-4 6-15,1 3-11 0,-6-5 2 0,3 2-7 0,5-1-5 16,-6-3-12-16,4 3-4 0,0-5-3 0,2 3-22 16,4-4-117-16,-2 2 19 0,2 7-54 0,-8-6-13 15,6 3-121-15</inkml:trace>
  <inkml:trace contextRef="#ctx0" brushRef="#br0" timeOffset="147320.65">18374 3867 722 0,'0'-2'101'0,"-1"0"14"0,-1 0-24 0,0 0-35 15,0-1-8-15,0-1 59 0,2 2 1 0,-4-5 3 16,3-1-12-16,-1 5-57 0,2 1-9 0,0 0 2 16,-2-2-4-16,0 0-3 0,0 1-12 0,0 1 1 0,0 0-3 15,1 0 5-15,-1 2 8 0,2 0-7 0,0 2 6 16,0 2-15-16,-6 22-1 0,1 0 0 0,-1-6 0 15,-1 4-4-15,1-3-3 0,0-3 2 0,3 3-2 16,1-5 0-16,0-1 3 0,0-2-6 0,2-2 4 16,0 2-13-16,0-3-28 0,0-1-4 0,0-2-12 15,2 1-71-15,0-3-67 0,2 1-22 0,-4-4-18 16,7 0-137-16</inkml:trace>
  <inkml:trace contextRef="#ctx0" brushRef="#br0" timeOffset="147632.45">18610 3763 611 0,'0'0'89'0,"-2"-2"179"0,1 0-222 0,-1 0 33 15,-2 0-1-15,0 2 11 0,-9-1-2 0,2 1-53 16,0 0 1-16,2 1-19 0,1 1-8 0,1 2 12 16,1 7-4-16,3 15 6 0,1 2-7 0,-17 0 4 15,8-2-5-15,5-4 3 0,5-3-4 0,1 1-1 16,1-3 8-16,3 0-5 0,2-1 13 0,-1-1-2 15,3 0-1-15,-1-2 0 0,1-2 4 0,-1 0 2 0,0 0-1 16,-1-3 0-16,1 1-9 0,-1-1 0 0,0-1 4 16,-1 0-2-16,1 1 1 0,-3-3 2 0,1 1-1 15,-4-4 2-15,2 2 12 0,0-1-3 0,-2-1-4 16,0 0 0-16,0 2-15 0,0-1-9 0,0-1 3 16,0 2-4-16,0-2-3 0,0 0 0 0,-6 1-4 0,-12 10 0 15,-1-3-30-15,1-5-33 0,-1-1-23 0,4-2-6 16,-2-2-111-16,1 0-89 0,3-2-4 0,0 0-37 15,5 0-95-15</inkml:trace>
  <inkml:trace contextRef="#ctx0" brushRef="#br0" timeOffset="147789.42">18564 3789 900 0,'0'-2'97'0,"0"0"164"0,0 0-201 15,0 0 41-15,0 1-12 0,0-1 23 0,0 0-31 0,0 0-43 16,2 0-8-16,0 0-9 0,-1 0-21 0,1 1 1 15,0 1 1-15,0 0 0 0,0 0 2 0,0 0-4 16,1 0 4-16,-1 0-4 0,11 0-4 0,2 1-36 16,-2 3-9-16,4 2-13 0,-4-3-80 0,2 3-80 15,5 3-10-15,-3-1-30 0,1-1-120 0</inkml:trace>
  <inkml:trace contextRef="#ctx0" brushRef="#br0" timeOffset="148101.93">18879 3874 217 0,'0'0'107'0,"0"0"-13"0,0-2 97 16,0 1-12-16,-1-1-76 0,-1 0-4 0,0 0-7 15,0 0 2-15,0 0-19 0,0 2-28 0,0 0-4 16,1 0-9-16,-1 0-13 0,0 2 8 0,0 0-2 16,0 2 4-16,-5 9-7 0,-3 7 5 0,5-3 1 0,1-2 0 15,0 1-3-15,3-1 2 0,1 0-2 0,0-2 4 16,0 0 1-16,0-2-2 0,1 0-2 0,1 1 0 16,2-3 1-16,-2-2-8 0,2 3 5 0,-1-3-6 15,1 2 1-15,-2-3-2 0,2 1 0 0,-3-1-2 16,3-1-7-16,0 1 7 0,-2-2-6 0,0-1 8 15,-2-1-7-15,3 0 1 0,3 2 2 0,-2-2 0 0,3 1 8 16,2 1 5-16,-3-2 1 0,7-2 0 0,-2 0-7 16,0-4 0-16,8-5-5 0,-6 0 4 0,2-8-9 15,-1-9-2-15,-2-2 1 0,1 0-2 0,-6 2 4 0,-1 0-13 16,-3 2 5-16,-1 7-7 0,0 3 3 0,0-3 0 16,0 4-2-16,1-2 0 0,7 2-3 0,-5 6-12 15,1-1-10-15,-4 4-4 0,5-1-54 0,4-3-177 16,2 3-8-16,4 1-89 0,3-9-349 0</inkml:trace>
  <inkml:trace contextRef="#ctx0" brushRef="#br0" timeOffset="150251.1">14693 6531 247 0,'0'0'0'0,"0"0"133"0,-2-2 5 0,0 1 6 16,0-1 3-16,0 0-119 0,0 0 2 0,0 0 30 15,1 0-2-15,-1 0 6 0,-2 1-12 0,0-1-21 0,-1 0 5 16,-5 0-11-16,-1 0-4 0,2 0 11 0,0 2-5 16,-1 0 7-16,3 0 3 0,0 0 13 0,-3 0-3 15,3 0 5-15,3 0-5 0,2 0-11 0,-1 0 0 16,-1 0-5-16,0 0-3 0,0 0 0 0,3 0 3 0,-1 0-3 16,0 0-4-16,0 0-11 0,0 0-1 0,0 0-4 15,0 0-5-15,1 0 7 0,1 0-2 0,0 0 3 16,0 0 0-16,0 0-5 0,1 0 1 0,1 0-2 15,0 0-3-15,2 0 4 0,3 0-2 0,12 0 1 16,1 0-5-16,4 0 2 0,2 0 3 0,4 0 0 16,2 0 1-16,1 0 1 0,2 0-7 0,3 0 5 0,0 0-2 15,3 0 2-15,2 0 2 0,-4-2-2 0,2 1-5 16,-4-3 9-16,-4 0-6 0,1 0 6 0,-4 1-8 16,-6-1 6-16,0 0-4 0,-4 1 3 0,-3 1-9 15,-2 0 3-15,-4 0 5 0,-4 2-2 0,-3 0 3 0,0 0 3 16,-2 0-2-16,1 0 7 0,1 0 32 0,0 0 1 15,-2 0-1-15,0 0-4 0,-1 0-28 0,1 0 1 16,-2 0-1-16,0 0 0 0,0 0-2 0,-2 0-2 16,1 0 0-16,-1 0-1 0,0 0-5 0,0-2 7 15,0 0-7-15,0 0 7 0,0 1-10 0,1-1 4 16,-1 0 1-16,0 0-1 0,-2-2-1 0,-1-5 2 16,-5-8-4-16,1-1 3 0,2-1-6 0,-1-3-1 15,4 1 4-15,-1-3-2 0,1 2 1 0,0 3 0 0,3 1-1 16,-1 1 2-16,-2-1-2 0,0-3 0 0,-1 1 3 15,1 5-1-15,2 0 3 0,0 6-5 0,2 1-1 16,0 1-1-16,0 3 2 0,0-1 1 0,0 3-2 16,0 0 1-16,0 0-6 0,-2-2 1 0,2 1 1 0,0-1 0 15,0 2-7-15,0 0 9 0,0 0-5 0,0 0 7 16,0 2 3-16,2 0 1 0,0 2-2 0,0 0 0 16,0 2-2-16,5 9-2 0,4 7 2 0,-1-1-1 15,-1-1 4-15,2 5-6 0,0-1 4 0,2 4-4 16,0 0 0-16,-2 0 6 0,1 0-3 0,-3-2 4 15,0-3-4-15,2 3-3 0,-3-4 3 0,-1 2-2 0,2 3 6 16,-1-5 0-16,-1-1-3 0,-1-1 1 0,-1-1-7 16,1 0 8-16,-2-4-1 0,-1-2 6 0,1-2-4 15,2 0 0-15,-4-3-1 0,1-1 1 0,-1-1-3 0,0 0 3 16,-2-2 2-16,0 0-1 0,4 1 1 0,-1 1 0 16,1 0-1-16,0-2 1 0,0-1-5 0,-1 1 6 15,1 0-2-15,0-2 2 0,-1 0-7 0,1-2 3 16,0 0 0-16,-1-1 3 0,7-12-5 0,-1-2 3 15,0-1-6-15,1-3 5 0,-3-1-3 0,0 0 4 16,1-1-4-16,-3 1 4 0,3 0-8 0,-3 1 3 16,1 3 5-16,0 1-3 0,-1 4-4 0,1 0 3 15,-1 2-3-15,-1 3 3 0,0 1 4 0,-2 3-6 16,1 1 2-16,1-1-5 0,0 2 2 0,3-2-4 0,2 1 3 16,-1 3-3-16,1 0 5 0,2 3 3 0,-1 3-1 15,-1 5 4-15,-4 11-6 0,-1 2 5 0,2-3-3 16,-3 1 5-16,7-3-5 0,-1-3-2 0,-2 1 2 15,1-4-2-15,-1 2 5 0,1-6 2 0,1 1-5 0,-3-3 2 16,5-1 1-16,-4-1-3 0,4-3 6 0,-1 0-6 16,-3 0 4-16,-1 1-4 0,-1 1 0 0,4 2 0 15,-1-4 3-15,3-1-1 0,0-1-1 0,0 0 1 16,2-3 0-16,4-3 2 0,-2-1-1 0,0-3-1 16,0 1-3-16,-1 0 1 0,-1 1 0 0,2-1 0 15,-2 2-3-15,-2 1 2 0,2 1 0 0,0-1 1 0,2 2-2 16,-2 2 2-16,2 1 0 0,-2 1 0 0,0 0-3 15,4 0 4-15,1 0-3 0,1 1 3 0,1 1 0 16,-1 0-3-16,3 0 2 0,2 0-3 0,0 0 7 0,6-2-4 16,0 0 4-16,1 0-5 0,-1 0-3 0,0-2 6 15,-4 0-2-15,4-2 6 0,-1 2-6 0,-5 1-1 16,2-1 1-16,-7 0 0 0,-2 2 0 0,-2 0-3 16,-4 0 1-16,0 0 0 0,-2 0 5 0,-1 0-1 15,-1 0-6-15,-1 0 4 0,1 0-3 0,-1 0-17 16,-1 0 0-16,-3 0-13 0,4 0-70 0,1 2-223 15,-1 0-52-15</inkml:trace>
  <inkml:trace contextRef="#ctx0" brushRef="#br0" timeOffset="150854.93">14759 5328 637 0,'0'-2'119'0,"0"0"-8"0,0-11-37 0,-3-11 15 15,1 6-62-15,0 1 25 0,2 4 11 0,0 0 1 16,0 4 1-16,0-1-5 0,0 7-8 0,0 1-6 15,0-2-4-15,0 0-37 0,0 1 2 0,0 1-5 16,0 0 5-16,0 2 4 0,0 2 1 0,0 0 3 16,2 13-2-16,0 18-2 0,0 2-3 0,-2 2 2 0,0 1-2 15,-2 1-2-15,0-6 5 0,-2 2-9 0,0-3 7 16,3-6-12-16,-3-2-4 0,2-2-5 0,0-5-1 16,0 0-36-16,2-6-52 0,0-2-19 0,0-3-15 15,0-3-100-15,0 1-107 0</inkml:trace>
  <inkml:trace contextRef="#ctx0" brushRef="#br0" timeOffset="151274.85">14737 5378 314 0,'0'-2'143'0,"-2"-1"-9"16,-7-29 37-16,-2-1-4 0,3 9-38 0,1-2-32 15,0 1-3-15,1 5-2 0,0 0-1 0,3-1-14 0,1 4-23 16,0-1-1-16,2 3-9 0,0 2-15 0,2 0-1 16,2 2-2-16,1 0-1 0,3 0-6 0,6 1 1 15,11 1-1-15,1 3 0 0,1 1-5 0,1-14-11 16,6 6 3-16,-5 8-4 0,-3 3 10 0,-2 2-8 15,-3 2 9-15,-6 0-9 0,3 3 8 0,-7-1 1 16,-1 1-2-16,-5-1 4 0,-3 2 2 0,11 12 0 16,-4 5-2-16,-5-3 1 0,-4 2-9 0,-4-1 6 15,-5 3 1-15,-4-2 1 0,11 0-12 0,-22-1 5 16,0-4-4-16,2-4 5 0,3-4-3 0,1 0-1 0,1 2-2 16,4-5 2-16,0 1 4 0,4-1-5 0,-1-2-2 15,5-1-1-15,1-1-2 0,0 0 0 0,3-2 5 16,-3 4-2-16,0-1 1 0,0-1-2 0,3 2-5 15,-1-2 3-15,0 0-6 0,0 1 10 0,2-1-3 0,0 2 5 16,0 0-3-16,2-1-2 0,0 1 2 0,7 7-2 16,0-5 5-16,13 3-2 0,6-1 6 0,-4-5-5 15,6 7 1-15,2-5 8 0,-4 1-9 0,1 1 9 16,-1-1-10-16,-4 1 7 0,-1 1-1 0,-1-3 2 16,0 3-6-16,-5-5 4 0,-2 3-4 0,-2-1 4 15,-4-1-10-15,-2 2 0 0,3-3 1 0,-3 1 1 0,2 2-3 16,1-3 5-16,-1 1-5 0,-3 0 2 0,-1-2-19 15,1-1-36-15,-4 1-38 0,1 0-2 0,1 0-150 16,2 2-101-16,1 1-40 0</inkml:trace>
  <inkml:trace contextRef="#ctx0" brushRef="#br0" timeOffset="151520.76">15476 5053 688 0,'0'-2'192'0,"-2"1"29"0,0-1-90 16,0 0-62-16,-1 0-40 0,-1-2 46 0,0 1 30 0,1-1-9 16,-1 0 6-16,0 0-70 0,2 3-16 0,1-1 0 15,-1 0-7-15,0 0-8 0,0 0 7 0,0 0-4 16,0 2 6-16,0 0 3 0,1 2 5 0,-1 0 5 16,2 2-1-16,-2 16 11 0,0 10-9 0,2 1 3 0,0 3-5 15,0-1 0-15,0 3-6 0,0 1-6 0,0-2 0 16,0-2-11-16,0 1 5 0,0-3 2 0,0-3 1 15,2 4 2-15,0-6-9 0,0-4 0 0,-1 2-5 16,1-5-20-16,0-6-71 0,0 0-16 0,0-4-26 16,0-2-123-16,0-1-233 0</inkml:trace>
  <inkml:trace contextRef="#ctx0" brushRef="#br0" timeOffset="152099.72">15060 5375 1227 0,'0'0'12'0,"0"0"1"0,-2 0 6 16,0 0 6-16,1 0-3 0,-1-2 34 0,0 0-33 16,2 2 1-16,0-2-11 0,2 0-2 0,0 0-6 15,12-3 1-15,27-10-3 0,0 0-1 0,0 0 2 16,5-2 0-16,-3 3 0 0,0 1-7 0,-4 0 2 16,-2-2 1-16,-4 2 0 0,-1 0 4 0,-4 2-2 15,1-2-2-15,-3 1 1 0,-1 1-2 0,-3 2 4 0,-5 0 0 16,-1-1 2-16,-6 5 0 0,-3-1 22 0,0-1 4 15,-5-8 7-15,2 2 17 0,5 2 1 0,-1-2-5 16,-5 4 3-16,-1-3-6 0,-2 3-14 0,0 2 9 16,0-1-11-16,0 3 5 0,0-1 1 0,0 1-6 15,0 1 6-15,-2 0-7 0,2 2-4 0,0 0 0 0,-1-1-3 16,-1-1-10-16,0 0-6 0,0 2-2 0,0 1-1 16,0-1-5-16,0 0 3 0,1 2-1 0,-1 0 3 15,0 2 3-15,0 0-7 0,-2 7 1 0,-3 15-2 16,1 4 10-16,3 2-4 0,-1-1-1 0,2 3-1 15,0-1-2-15,0 1-2 0,0 1 3 0,1 1-3 16,-1-4 3-16,2-1 1 0,0-6 1 0,0-5 0 16,0 1-2-16,0-6 4 0,0-2-6 0,2 0 6 0,-1-2-3 15,-1-5 2-15,2 0 1 0,-2-2-1 0,4 1 3 16,0 1-6-16,-1-2 6 0,9 0-6 0,1-2 3 16,1-4 0-16,3-5-6 0,-2-1 5 0,-2 5-6 0,0-10 0 15,-4 6 0-15,-1 1 0 0,-1 5 0 0,-3 1-3 16,0 0 4-16,-3 2-3 0,3-2-2 0,2 0 4 15,1 2-5-15,-1 0 5 0,-3 2 1 0,3 2-1 16,0 14 4-16,7 8-3 0,1-5 7 0,1-1-5 16,6-1 2-16,-5-6-2 0,1 0 2 0,11-4-1 15,-4 0 2-15,0-3-2 0,6-1 6 0,-6 12-6 16,-2-8-2-16,4-1 0 0,-5-6 2 0,-5-2 1 16,3-2 1-16,-2-2 0 0,-4 0-1 0,-2 1-9 0,-2-1-2 15,-3 0-4-15,-3 2-20 0,-1 2-97 0,8-13-18 16,-7 6-42-16,1-1-218 0</inkml:trace>
  <inkml:trace contextRef="#ctx0" brushRef="#br0" timeOffset="152679.64">14386 6721 626 0,'0'0'102'0,"0"-2"-11"0,-2 0 7 0,0 0 24 0,1-2-47 16,-1 1 33-16,2 1-12 0,-4-6 0 0,2 5-6 16,0-1-18-16,2 2-12 0,0 0-7 0,-2-1-1 15,1-1-26-15,-1 0-12 0,0 2 5 0,0 0-7 16,2 1 6-16,0 1 6 0,0 1-2 0,0 3 5 0,2 15-2 16,0 16 3-16,-2 0-1 0,2 6 1 0,-2 4-4 15,0-1-13-15,1 4 4 0,1 1-6 0,0-5 2 16,0-5 0-16,0-2-3 0,0-1 2 0,0-5 0 15,-1 1-4-15,1-2 0 0,2-4-2 0,2-2 1 0,-1-2 0 16,1-2 1-16,-1-3-2 0,1 2 3 0,-2-5-5 16,-1 1 2-16,1 0-1 0,0-2 8 0,-1-2-13 15,1 0-9-15,0-1-4 0,0-1-32 0,-3-2-100 16,3 3-9-16,-2-3-45 0,0 1-153 0</inkml:trace>
  <inkml:trace contextRef="#ctx0" brushRef="#br0" timeOffset="153174.47">13402 7772 662 0,'-4'0'317'0,"-20"-4"-433"0,-22-5 369 0,9-1-207 15,5 3-33-15,6-1 18 0,4 3 15 0,3-3-1 16,1 1 38-16,5 1-23 0,5 5-4 0,3-1-7 16,3 2-27-16,-2-2-8 0,0 0-6 0,1 0 0 0,-1 0-11 15,2 0 10-15,0 1 5 0,0-1 3 0,1 2 23 16,-1 0-5-16,0 0 6 0,2 0-5 0,0 2 11 16,0-1-11-16,0 1 4 0,0 0-7 0,0 0-5 0,0 0-9 15,2 0-1-15,0 1-3 0,-1 1-2 0,1-4 4 16,19 11-1-16,7-3 2 0,5-1-6 0,6-1 9 15,9-1-6-15,15 8 7 0,4 17-5 0,8-15-1 16,-1-11 3-16,0-8-4 0,6-4 2 0,5 3 0 16,6-4-2-16,8-3 1 0,7-1-1 0,5-1 2 15,-3-1 1-15,-10-4-2 0,-7 2-7 0,-9 1 3 16,-1-1-5-16,-4 6 5 0,-3 2-10 0,-9 3 7 16,-4 0-4-16,-11 3 4 0,-9 1-4 0,-8 0-4 0,-7 2 4 15,-1-2-4-15,-7 2 8 0,-7 0 2 0,2 0 2 16,-7 0 0-16,-2 0 13 0,-1 0 7 0,1 0-1 15,0 0 2-15,-1 0-7 0,1 0-13 0,0-2-2 16,-2 2-3-16,0-2-5 0,-1 2-14 0,1-1-8 16,0-1-4-16,0 0-31 0,0 0-72 0,0 2-15 0,0 0-27 15,-2 0-107-15,0 0-139 0</inkml:trace>
  <inkml:trace contextRef="#ctx0" brushRef="#br0" timeOffset="153443.98">14282 8280 694 0,'0'0'71'0,"-2"0"6"0,0 0 13 16,-1 0-14-16,-7 0-4 0,-3 0 33 0,10 0 1 16,1 0-4-16,-2 0-3 0,2 0-46 0,-1 0-16 15,-1 0 3-15,2 0-2 0,0 0 34 0,0 2-5 16,2 0 5-16,2 0-8 0,0 0-15 0,5-2 2 15,16 3-1-15,6 1 2 0,7-2 2 0,-3-2-20 16,4 0 5-16,-5-2-10 0,-1 0-10 0,-1 0-6 16,-2 1-10-16,-6-1 4 0,-1 0-12 0,-6 2 5 0,-2 0-2 15,-2 0 3-15,2 0-1 0,2 0-14 16,-6 0-2-16,2 0-7 0,-4 0-27 0,-3 0-109 0,2 2 2 16,-3-2-43-16,1 2-53 0,0-1-121 0</inkml:trace>
  <inkml:trace contextRef="#ctx0" brushRef="#br0" timeOffset="153711.24">14494 8395 1054 0,'-2'0'226'0,"0"0"-309"0,0 0 268 0,-1 0-150 16,-1 0-6-16,-7 0 52 0,3 0-13 0,1 0 24 15,-1 2-32-15,5 0-27 0,-5 2 5 0,3 1-12 0,-10 18 0 16,2 5 6-16,5 5-2 0,5 4 3 0,1 6-2 15,2 3-9-15,0 2 3 0,0 1-5 0,4 3 0 0,-1-2-6 16,3-4-5-16,1 1 1 0,-1-5-7 0,-1-1 3 16,1-4 0-16,0-1 2 0,1-1-6 0,2-2 4 15,1 3-1-15,-3-7 1 0,0 1-7 0,-1-2 7 16,0-4-5-16,-1 4 6 0,1-2-19 0,-1-4-14 16,1 2-8-16,-1-3-12 0,1-1-124 0,0 1-83 15,-1-5-45-15,3 8-16 0,-1-1-241 0</inkml:trace>
  <inkml:trace contextRef="#ctx0" brushRef="#br0" timeOffset="154022.54">13915 10026 970 0,'-2'0'122'16,"0"0"6"-16,0 0-15 0,0 0-23 0,-2 0-27 16,3 0-1-16,-1 0-12 0,0 0 12 0,0 0-12 15,2 0 18-15,0 0-24 0,2-2 0 0,2 0-7 0,29-9-1 16,12-4-11-16,1 2 6 0,6 0-8 0,2 0 6 16,0 2-16-16,-4 1-1 0,-6 3-3 0,-1 0-4 0,-6 1-9 15,-3 2 0-15,-5 2-5 0,-5 1 1 0,-3 1-13 16,-3 0-13-16,-3 0-7 0,-4 0-92 0,-3 0-34 15,-4 0-17-15,-1 1-8 0,1 1-109 0</inkml:trace>
  <inkml:trace contextRef="#ctx0" brushRef="#br0" timeOffset="154147.43">14108 10228 626 0,'0'0'86'0,"-2"0"182"0,0 2-217 0,0 0 15 15,2 0 3-15,0-1 6 0,2 1 32 0,0 2-2 0,5 2 5 16,23 8-10-16,5-2-21 0,-1-5-14 0,-1-1-10 15,-5-5 0-15,3-1-30 0,1 0-18 0,-2-1 0 16,1-3-8-16,-1 0-28 0,-4 0-225 0,-4-1-42 16</inkml:trace>
  <inkml:trace contextRef="#ctx0" brushRef="#br0" timeOffset="155105.46">11560 8004 209 0,'0'0'-1'15,"0"-2"1"-15,0 0-1 0,0 0-4 0,0-2 3 16,0-1 7-16,-2-14 11 0,1 6 11 0,1 2 1 16,-2-6 37-16,0 4 20 0,0-5-2 0,-2-3 10 0,2 5 5 15,-1-3 15-15,-1 1-8 0,0-1 8 0,1 4-35 16,-3-3-2-16,2 5-2 0,-1 0 1 0,-1 0-8 0,2 3-3 16,3 3 0-16,-1 1-2 0,0 3-7 0,0-1-25 15,0 0-6-15,0 0-5 0,0 3-15 0,1-1-4 16,-1 2 5-16,2 0-4 0,0 2 13 0,0 16-5 15,3 21 4-15,3 4-3 0,1 5 4 0,1 0 1 16,-1-1-1-16,1-4 1 0,-3-5-3 0,3 0 0 16,-1 1-1-16,-1-4 1 0,-1-2-4 0,1-3 5 15,-1 0-4-15,3-4 5 0,-1-2 0 0,1-4 3 16,-3-1-1-16,1-2 1 0,-1-6-7 0,1 0 3 0,-4-6 3 16,-2-3-1-16,0 0 11 0,2-2 16 0,5 6-1 15,2-3 6-15,1-1 11 0,1-2-30 0,0-3 7 16,-2-5-15-16,2-20 5 0,2-9-15 0,-2-2 5 15,4-5-7-15,-2-1 2 0,-2-1 0 0,1 1-7 16,-1 0 6-16,-2 5-5 0,-2 1 3 0,1 0 5 0,-3 2-4 16,5 5 2-16,-5 6-3 0,-1 6-2 0,2 3 1 15,5 0 2-15,-2 2-4 0,-3 4 2 0,-3 4-5 16,-1 3-2-16,-2 2-3 0,2-2-4 0,-2 3 0 16,2-3-22-16,0 0-85 0,0 0-27 0,-1 3-27 15,-1-1-155-15,0 2-292 0</inkml:trace>
  <inkml:trace contextRef="#ctx0" brushRef="#br0" timeOffset="155324.54">12205 8002 848 0,'-2'0'599'0,"0"0"-866"15,-2 0 726-15,-14 2-422 0,-1 1-26 0,4 3 47 16,0 3-2-16,4-3 19 0,2 20 16 0,1 0-43 15,3 3 4-15,1 3-17 0,-1 1-2 0,-18 5-10 16,10-1 1-16,6 0-5 0,3 2-6 0,4-2-6 0,2 2 0 16,2 0-2-16,-2-4 1 0,3-1-5 0,1-1 2 15,-1-5-3-15,3-2-9 0,-3-6-40 0,1-1-24 16,-1-2-12-16,-1-4-135 0,2 0-83 0,-1-2-60 16</inkml:trace>
  <inkml:trace contextRef="#ctx0" brushRef="#br0" timeOffset="155914.29">11720 8481 1201 0,'0'0'77'0,"-2"0"169"16,0-2-242-16,0 0-4 0,2 0-2 0,0 0 2 0,0-1 14 16,2-1-7-16,4-11 4 0,29-2-7 0,10-1-4 15,7-1 1-15,-2-1-5 0,-4 1 4 0,1-1-10 16,1 3-4-16,-5 0-1 0,1 3 0 0,-5-1-1 0,-9 0-1 15,-2 0 8-15,-4 0-5 0,-2 2 14 0,-5 0 0 16,-2-2 0-16,-4 0 1 0,-2 1 11 0,-5-1-2 16,-1-2 6-16,9 2 0 0,-3-2 41 0,-4 3-2 15,-3 2 4-15,0-1-6 0,-2 4-11 0,0-2 3 16,-2 0 1-16,0 3 0 0,-1-3-2 0,1 6 3 16,0 1-7-16,0-2 4 0,0 3-17 0,0-1-10 15,-1 0 1-15,1 3-6 0,0-1-10 0,0 0 5 16,0 2-1-16,0 0 3 0,1 2 1 0,-1 1-5 0,-8 14-1 15,-1 13 1-15,2 5 8 0,3-2-4 0,3 3 2 16,-1 1-3-16,2 0-3 0,0 0 11 0,2 2-7 16,0-2 7-16,0 0-11 0,0-3 5 0,0-1-4 15,0-3 5-15,2-4-7 0,0-2 4 0,0-3 5 16,0-5-3-16,0-1-5 0,-1-4 3 0,1-1-7 0,0-3 7 16,0-3-2-16,0-1 4 0,0 1-1 0,1-2 2 15,1 0-4-15,0 0 1 0,-2-2-1 0,9-2 1 16,-2-2-7-16,0-1 6 0,1-21-4 0,-3-4 3 15,2 2-2-15,1 4-4 0,-3-2 3 0,2 7-3 16,1 1 1-16,-3 5-1 0,1 3-2 0,-1 3 1 16,-3 3 1-16,1 2-4 0,1-1 5 0,-1-1-5 0,3 0 2 15,-1 2 4-15,3 1-2 0,3 1 3 0,-4 1-7 16,-2 1 10-16,4 6-6 0,-7-3 8 0,5 18-8 16,1-3 1-16,1 4 5 0,4-3-3 0,-2-3-3 0,2-1 1 15,-2-2-4-15,3 3 4 0,5-3 0 0,-3-4 0 16,6 2 2-16,-3-9-1 0,-4 0 11 0,3-2-13 15,-5 7 7-15,3 0-7 0,-1-3 0 0,2-4 1 16,-1-1 0-16,1-1 1 0,-2-1-8 0,-4-3-32 16,-2-2-6-16,0-1-18 0,2 3-115 0,3-18-286 15</inkml:trace>
  <inkml:trace contextRef="#ctx0" brushRef="#br0" timeOffset="175136.56">15543 8007 174 0,'0'0'23'15,"0"0"-1"-15,0-2 5 0,0 1 10 0,0-1-8 16,0 0 39-16,0 0 2 0,0 0 0 0,0 0 0 0,-2 0-11 15,0 1-14-15,0-1 7 0,0 0-9 0,1 0 11 16,-1-2-18-16,0 1 6 0,0-1-10 0,2 2 4 0,-4-7-10 16,-1-4 4-16,1 0-3 0,0-2 1 0,-1-2-8 15,1 2 2-15,0-1-2 0,1-8 7 0,1 5-3 16,0-1-10-16,2-5 5 0,0 3-14 0,0-2 7 16,2 0-5-16,0 3 5 0,-1-1-5 0,1 0-4 15,0 0 8-15,0 1-7 0,0 3 10 0,0-1-5 16,0 2-2-16,-1 2 0 0,1-3 0 0,0 3 4 15,0 0-2-15,0 0 1 0,0 2-6 0,0 0 6 16,1 0-4-16,1 0 5 0,2 0-7 0,-1 0-1 0,3 0 3 16,-1-2-4-16,0 2 2 0,1 2 6 0,-3-3-4 15,14-1 5-15,0-2 0 0,3-2 0 0,2 5 0 16,-2-1-1-16,2-2-8 0,6 2 6 0,-4-5-2 16,2 1 2-16,0 4-6 0,-2 0 1 0,0 6 1 0,2 0-1 15,-2 3 1-15,-6-3-2 0,4 5-5 0,-3 2 2 16,-5-1-5-16,3 1 6 0,-6-7 6 0,0 1-1 15,4 1 0-15,-4 1-3 0,2 2-2 0,-1 1 0 16,5-1 0-16,-1 2 6 0,-1 0-3 0,5 0 4 16,-3 2-6-16,1-1 3 0,1-1-1 0,-1 2 0 15,3 0-4-15,-3 0 10 0,2 0-9 0,-3 0 10 16,3 0-9-16,2 3-2 0,0 1 4 0,2 2-3 0,-3 1 6 16,5 2-6-16,-2 1 7 0,0-1-7 0,0 2 5 15,-4 0 0-15,-2 0-8 0,6 6 5 0,0 0-2 16,-3-2 1-16,-1-10 4 0,-4 14-3 0,-3-2-3 0,4-3 3 15,-3 3-4-15,-1 0 3 0,2 0-6 0,-2 1 8 16,2-1 0-16,-1 0 2 0,1-1-1 0,0 1-5 16,1 1 1-16,1 1-2 0,-1 0 7 0,1 3-5 15,-2 2 0-15,1 0-3 0,-1 4 2 0,0 2 3 16,-1 3-1-16,1 2 2 0,0 3 0 0,0 1-3 16,-3 0 3-16,1-4-4 0,0 2 1 0,0-2 5 15,-2-5-3-15,-2 0 5 0,-2-1-8 0,1-1 4 16,-3 0-4-16,-1-2 4 0,-1-4 4 0,12 2-10 15,-8-3 7-15,-1 3-9 0,-3-2 5 0,-1 1 7 0,-2 1-5 16,-2 0 6-16,0 2-6 0,-2 2-2 0,-2 0 0 16,-1 1-1-16,-3 5 4 0,1-1-2 0,-2 2 4 15,1 3-3-15,-1 1 2 0,-2 1 2 0,-2-2-5 0,-2 1 4 16,0 1-1-16,-2-1-1 0,1 0 4 0,-1 0-2 16,2-3 6-16,-2-3-2 0,1-3 4 0,1-6-2 15,0 0 16-15,0-2-6 0,0-1 5 0,11-1-6 16,-12-1-6-16,-3-3 2 0,1 3-7 0,-5-2 7 15,1-2-10-15,-4 1-2 0,-4-1 4 0,-1 0-3 16,-3 0-2-16,-5-2 4 0,-1 0-4 0,-3-2 5 16,0-2-3-16,4 1 0 0,0-3 2 0,4-1-1 15,-2-5 2-15,1 3 4 0,5-2-2 0,-1 17 3 0,3-8 0 16,3-4-6-16,0-3 5 0,1-4-4 0,3 0 5 16,2 0 0-16,1-2-3 0,1-2 2 0,1 1 3 0,0-3-7 15,0 0 4-15,3-1-5 0,-1 0 8 0,2-1-7 16,4 3 6-16,-3-3-7 0,5 3 2 0,3 3 2 15,-1-4-5-15,-1-7 5 0,1 2-5 0,1 0-3 16,0 2 2-16,-1 1-3 0,-5-3 0 0,5 4 2 16,1-1-2-16,0 1 1 0,1 1-7 0,1 1 4 15,-2-1 0-15,4 4 1 0,-2-2 2 0,2 3-1 16,0-1 0-16,0 0 0 0,-2-2-6 0,0 0 2 16,1 1 0-16,-1-1 2 0,0 2 3 0,0 0-12 15,0 0-1-15,0 1-7 0,0-1-24 0,1 0-45 0,-1 0-5 16,2 0-16-16,0 0-58 0,0 0-42 0,0 1-31 15,2-1-9-15,-1 0-171 0</inkml:trace>
  <inkml:trace contextRef="#ctx0" brushRef="#br0" timeOffset="175569.14">16215 8752 825 0,'0'0'31'16,"0"0"-1"-16,-2 0 22 0,0-2 4 0,0 0-3 15,1 0 27-15,-1 0-31 0,0 1-1 0,0-1-10 0,-2 0-5 16,1 0-6-16,-1 0 1 0,0 0-4 0,2 0-3 16,0 1-3-16,1-1 1 0,-1 0-2 0,0 2 4 15,0 0 9-15,0 0-2 0,0 0 4 0,0 0-14 16,1 0 1-16,-3 0 2 0,0 2-1 0,2-2 5 0,-7 5-3 16,-2 3-4-16,-4 3 2 0,2-9-5 0,-4 13-6 15,1 3 4-15,-3 1-5 0,-1-1-3 0,-4 1 6 16,-2-2-4-16,-2-1 5 0,2-1-1 0,-2 0-8 15,4 0 3-15,1-2-4 0,-1 0 2 0,4-2 3 16,3-2-1-16,-1 2 1 0,3-3-2 0,-4 1 7 16,6-3-3-16,2 1 4 0,-4 1-7 0,2-3-7 15,2 3 0-15,0-3-2 0,3 3 3 0,3-1 2 0,3 0 0 16,0 3 0-16,0-1-9 0,-5 0 6 0,-1 2 2 16,3-1 2-16,1-1 0 0,0 4 3 0,3-4-6 15,-1 2 6-15,2 1 7 0,0-3-3 0,3 2 5 16,1-2-3-16,4 2 11 0,1-3-4 0,13-3 1 15,2-1-2-15,2 0-7 0,0-2 3 0,2 0-8 0,-6 3 4 16,-1 10-6-16,1-4 0 0,0-2 2 0,1-1-2 16,-3-3-4-16,-3-1 5 0,0 0-1 0,-8-2 2 15,0-1-4-15,-1-1 3 0,-1 2-5 0,2 0 3 16,-3-2-20-16,1 2-40 0,-3-2-1 0,-2 0-16 16,5 2-50-16,-1-2-149 0,-1 0-36 0</inkml:trace>
  <inkml:trace contextRef="#ctx0" brushRef="#br0" timeOffset="175993.67">16180 7920 1019 0,'-2'-2'22'16,"0"0"33"-16,0 1-31 0,0-3 1 0,0 0-1 0,2 2 5 15,-3-5 32-15,1 3-12 0,-2-1 8 0,0-3-13 16,1 1-15-16,1 1-5 0,0-1-8 0,0 3 3 15,0 0-14-15,0 1 2 0,2-1 2 0,0 2 0 16,0 0-2-16,0 0 9 0,0 2 0 0,0 0 3 16,0 2 0-16,0 0 7 0,0 2-1 0,0 5 6 15,2 19 10-15,0-2 2 0,0 0 0 0,-2-2-1 0,0 0-10 16,0-2-7-16,0-3 0 0,0-1-2 0,0-1-4 16,0-2 0-16,-2 0-1 0,2-2 1 0,0-4-9 15,-2 4-5-15,0-2-5 0,2-1 1 0,0 3-3 0,0-2-26 16,0 2-12-16,0-2-14 0,2-2-115 0,0-1-354 15</inkml:trace>
  <inkml:trace contextRef="#ctx0" brushRef="#br0" timeOffset="188156.39">16772 6680 65 0,'0'0'0'0,"0"0"8"0,0 0 85 16,0 0 4-16,0 0 11 0,0 0-27 0,-2 0-3 0,0 0-32 15,0 0-1-15,1 0-3 0,-1 0 0 0,0 0 0 16,-2 0 5-16,2 0-4 0,0 0 5 0,-1 0-1 15,-1 0 2-15,0 0-1 0,1 0 14 0,-1 0-21 16,0 0 7-16,1 0-11 0,-1 0 4 0,2 0 2 16,0 0-2-16,0 0 1 0,0 0-7 0,1 0 6 15,-1 0-6-15,2 0 6 0,0 0-14 0,0 0-4 16,2 0 2-16,-1 0-2 0,1 0-1 0,2 0-11 0,2 0-3 16,6-2-1-16,1 2-1 0,2-2-4 0,-2 2 6 15,-2 0-7-15,2 0-1 0,-5 0 3 0,1 0-4 16,0 0 4-16,-1 0-12 0,1 0-15 0,-1 0 2 15,-1 0-7-15,0 0-13 0,-1 0-11 0,0 0-11 16,-1 0-7-16,-1 0-105 0,1 0-89 0,1 0-8 0</inkml:trace>
  <inkml:trace contextRef="#ctx0" brushRef="#br0" timeOffset="188474.12">16770 6570 572 0,'0'0'43'0,"0"0"0"0,-2 0 26 15,0 0-2-15,1-2-3 0,-1 1 14 0,0-1-15 16,-2 0-5-16,0 0-1 0,3 0-17 0,-1 0 2 16,0 0-1-16,0 1 0 0,2-1-7 0,0 0 2 15,0 0-1-15,0 0 2 0,0 0 7 0,2 0-9 0,0 2 2 16,0 0-6-16,-1 2-13 0,1 2-14 0,4 9 1 16,5 13-4-16,-2 2 9 0,-1 2-10 0,-1 1-2 15,1-1-6-15,-1-1-17 0,0 1-23 0,5 4 2 16,-1-3-16-16,0 1-62 0,4 3-314 0</inkml:trace>
  <inkml:trace contextRef="#ctx0" brushRef="#br0" timeOffset="188904.52">17619 7619 658 0,'-2'0'81'0,"0"0"8"0,0 0-20 0,0 0-8 15,-1 2-21-15,-1 0 46 0,0 0-7 0,0 0 4 16,1 0-8-16,-1-1-21 0,2 1-22 0,0 0-1 0,0 0-4 16,1 2 3-16,-1-2 3 0,0-1-2 0,2 1 2 15,0 0 0-15,0 0 3 0,2 0-4 0,0 0 1 16,-1-2-19-16,14 0-8 0,2 0-4 0,-2 0-1 15,0-2-3-15,0-2-26 0,-2 0 5 0,0 1-13 16,1-1-5-16,1-2-61 0,0 1-48 0,-2-1-19 16,0-1-284-16</inkml:trace>
  <inkml:trace contextRef="#ctx0" brushRef="#br0" timeOffset="189602.24">16637 7280 217 0,'0'0'25'0,"0"-2"52"15,0 0-33-15,-2 0 42 0,0-2 2 0,0 1 9 0,2 1-23 16,-2-6-8-16,0 3-10 0,0-1 6 0,1 2-7 16,1 3-3-16,0-1-1 0,-2 2-3 0,0 0-7 15,-6-6-4-15,-3 1 1 0,6 3-1 0,-6 2 1 0,5 0-6 16,2 2-2-16,1 1-3 0,-3 5-12 0,-7 16 4 16,6-2 2-16,1 0 1 0,2 1 0 0,2-1-10 15,2-2 3-15,0 1-5 0,2-5 3 0,2 1 0 16,0 0 2-16,-1-4 0 0,3-2 0 0,1-2 7 15,1-1-3-15,5-5 6 0,5-1 1 0,5 13-8 16,-7-7 0-16,10-1-2 0,-3-5-3 0,-5-2 0 16,5-2-2-16,-3-4 1 0,0-1-10 0,-3-2 1 15,-4 1 2-15,-4 1 0 0,1-2 4 0,-3-6-5 0,-1 0 0 16,-3 0-1-16,1-2-1 0,7 2 4 0,-2-1 0 16,-3 1 1-16,-2-2-5 0,-2 1 9 0,-2 1 3 15,-2-2 3-15,-2 2 11 0,-3-2-5 0,-1 3 1 16,-1 1 0-16,7 1 2 0,-17 3-6 0,-3 4-1 0,2 1-2 15,-1-2-4-15,1-9 0 0,3 8 0 0,1 1 1 16,-1 5-5-16,6 1-8 0,-4 1 4 0,4 1-5 16,1 2-3-16,1 2 1 0,4-1-5 0,1 16 5 15,-5-5 2-15,3 3-7 0,4-1-2 0,-9-1-3 16,4 2-7-16,3-4-15 0,4-2 0 0,0-2-8 16,4 0-36-16,-1-2-72 0,1-3-7 0,3-1-31 0,16-1-117 15</inkml:trace>
  <inkml:trace contextRef="#ctx0" brushRef="#br0" timeOffset="189775.79">16978 7235 1098 0,'0'0'45'0,"0"0"-1"0,-2 0-3 15,0 0 1-15,1 0-12 0,-1 0 45 0,0 2-13 16,-2 0 1-16,0 0-11 0,1-1-35 0,-1 1-17 15,0 0 1-15,2 0-4 0,1 0 4 0,-1 0-34 0,0 1 1 16,0 1-17-16,0 0-13 0,2 0-109 0,0-1-58 16</inkml:trace>
  <inkml:trace contextRef="#ctx0" brushRef="#br0" timeOffset="190119.52">17064 7177 778 0,'-2'0'73'0,"0"-1"164"16,0-1-225-16,0 0 21 0,0 0 0 0,0 0 9 15,1 0 15-15,-1 0-27 0,0 1 3 0,0-1-13 0,0 0-2 16,2 0 20-16,0 0-4 0,2 0 9 0,0 0-6 16,2 1 7-16,-3 1 1 0,16-6 2 0,4 0-1 15,-5 3-10-15,7-1-4 0,-1 2-2 0,-2 2-20 0,3 2 4 16,-7 2 3-16,-1-1-2 0,2 5 4 0,-2 1-2 15,-2 0-1-15,-2 1 0 0,-6 8-3 0,1 6 3 16,-2 1 1-16,1 1 0 0,1 0 2 0,11-2-9 16,-6-2 1-16,-4 0-2 0,-3-1 3 0,-2-1-9 15,0 0 2-15,-2-1-4 0,0-2 2 0,0-1 3 16,-2-1-1-16,0 0 1 0,2-2-6 0,-2-4-19 16,0 3 0-16,2-7-8 0,0 1-17 0,0-1-4 15,0-3-27-15,0 0 6 0,0 2-111 0,0-1-106 0,0-1-81 16</inkml:trace>
  <inkml:trace contextRef="#ctx0" brushRef="#br0" timeOffset="190307.4">17136 7450 742 0,'0'0'135'16,"0"0"16"-16,-2 0-44 0,0 0-37 0,0-2-28 15,1 1 24-15,1-1 55 0,0 0-14 0,0 0 20 16,0 0-62-16,0 0-21 0,1 0-1 0,3-1-7 15,7-5-10-15,15-7-8 0,0 4-5 0,0 2 0 0,0 3-8 16,-5 3-11-16,5-1-2 0,-8 2-5 0,1 2-10 16,7 0-15-16,-8 0-2 0,5 0-12 0,1 2-79 15,0 0-258-15</inkml:trace>
  <inkml:trace contextRef="#ctx0" brushRef="#br0" timeOffset="192063.83">576 5935 256 0,'0'0'122'16,"-2"0"-34"-16,0 0 73 0,0-2 10 0,-1 1-73 0,-1-1-15 16,0 0-37-16,0 0-3 0,1 0-3 0,-1 0-5 15,0 0-7-15,1 1 0 0,1 1-3 0,-2 0-4 16,0-2-7-16,1 0 15 0,1 0-11 0,0 0 19 0,0 0 4 15,0 2-5-15,0 0 4 0,2 0-6 0,0 0-2 16,0 0-1-16,0 0 0 0,0 0 1 0,0 0-22 16,0 0 2-16,0 0-9 0,0 0 0 0,0 2 4 15,2 0-3-15,0 0 3 0,0 0 0 0,2 0 5 16,3-2 2-16,15 1 0 0,10-1-6 0,1 0-1 16,3-3-3-16,-1-3 2 0,0 1 2 0,0-3-4 0,-3 1 0 15,1 1-1-15,-3 1 3 0,0 1-3 16,-4 0-1-16,-4 2 0 0,0 0 2 0,-7 2 0 0,0 0 3 15,-4 0-3-15,0 0 0 0,-5 0 3 0,-1 0-2 16,-1 0 3-16,0 0-4 0,0 0 6 0,-1 0 1 16,1 0 1-16,-2 0-6 0,0 0-24 0,0 0-13 0,-1 0-6 15,1 0-53-15,0 0-97 0,0 0-77 0</inkml:trace>
  <inkml:trace contextRef="#ctx0" brushRef="#br0" timeOffset="192559.89">1372 5627 687 0,'-1'-2'65'0,"-1"0"17"0,-2-1-15 15,-7-14-36-15,0 0 6 0,0-1 16 0,3 3 9 16,3 2 1-16,1 0 0 0,2 3-11 0,2 5-14 15,-2-3-6-15,2 5-1 0,0 1-10 0,0-2 6 16,0 2-1-16,0 0 3 0,0 1 7 0,0 1-5 16,0 1 3-16,0 1-6 0,0 4-3 0,0 16 10 15,0 4-6-15,4 2 6 0,0 0-12 0,-1-2-6 16,1 0 4-16,0-2-6 0,1 0-1 0,-1 0 2 0,0 2-8 16,-2 0 6-16,-1-2-12 0,1 2 9 0,2-1-3 15,0 1 3-15,1-2-8 0,1 0 0 0,1 2 4 16,3-2-2-16,-1 0 2 0,-4 0-4 0,1-5 4 0,0 1-5 15,-3-1 5-15,1-3-4 0,0 1-2 0,-1 0 2 16,-1-4 1-16,0-4 5 0,-2-1-7 0,2-5 6 16,-2 1-7-16,0 0 5 0,0-2 0 0,2 1 1 15,0 1-3-15,0-2-1 0,-1 0 2 0,1-2-3 16,0 0-7-16,2-2 8 0,0-2-4 0,-3-13 7 16,9-5-6-16,1-6 2 0,-2 0 2 0,4 1 0 15,0-1 2-15,-4 0-8 0,1-4 0 0,-3 5-2 0,0-5 7 16,1 2 3-16,-1-1-1 0,1 1-1 0,1 0-7 15,-2 2 2-15,1-1-2 0,-3 1 3 0,-1 6 6 0,0 1-4 16,-2 4 5-16,7 6-5 0,-2 0 3 0,-7 9-2 16,0 0-2-16,2-1 0 0,0-1-6 0,0 0-30 15,0 2-3-15,-2 1-11 0,0 1-34 0,0 1-169 16,0 1-39-16</inkml:trace>
  <inkml:trace contextRef="#ctx0" brushRef="#br0" timeOffset="194475.61">2007 6331 130 0,'0'-2'86'0,"0"0"-13"16,0-5 63-16,-5-18 15 0,-6-1-35 0,3 8-12 15,-1-6-17-15,-4-4 5 0,6 6-8 0,-1 1-6 16,3 6-6-16,-1-1 0 0,0-1-1 0,1-2-4 0,-3-3-15 16,3 5 1-16,1 3-7 0,2-1-6 0,0 4-9 15,2 1-3-15,0 3-1 0,0-1-5 0,0 5-14 16,2-1 6-16,0 0-9 0,0 2 6 0,0 1 10 16,0 1-2-16,0 0 6 0,11 5 5 0,-4-1 2 15,-2 33-3-15,-1 4 2 0,-1 1-9 0,5 1 4 16,-5 0-1-16,1 1 2 0,-4-1 4 0,22 0-11 15,-11-4 5-15,-8-4-6 0,-1 0 8 0,0-1-5 0,0-3 3 16,-1 1-4-16,1-2-2 0,0-4-6 0,-1 2 1 16,3-4-2-16,-2-2-5 0,-1 0 3 0,1-1-8 15,-2-3 6-15,0-3-3 0,0-2-6 0,0-2 7 16,-1-2-7-16,3-1-3 0,-2-3-2 0,0-1-5 0,-2-2 2 16,2 2-12-16,0-1-28 0,-1 1-9 0,1-2-11 15,0 0-60-15,0 0-37 0,0 0-7 0,-2-2-11 16,0 0-46-16,0 0-48 0,0-2-38 0</inkml:trace>
  <inkml:trace contextRef="#ctx0" brushRef="#br0" timeOffset="194722.7">1824 6604 220 0,'0'0'59'0,"-2"0"-11"16,0-2 57-16,-2 0 7 0,-7-4-8 0,-8-5-4 16,5 2 10-16,-1 0-4 0,0-1 3 0,4 3-17 0,0 0 7 15,-2-1-5-15,5 4 4 0,1-1-12 0,3 3-11 16,0 0-1-16,2 2-8 0,-1-4-33 0,-1 1-9 15,2-1-4-15,0 0 1 0,0 1 12 0,2 1 1 16,2-6 1-16,6-3-1 0,5-4 1 0,24 2-6 16,6-3 0-16,5-1-3 0,6 2-15 0,1-4 3 15,-1 5-9-15,2 1 6 0,-8 0-12 0,0 1-1 16,-1 1 3-16,-8 0-1 0,-2 2 2 0,-9 5-2 16,-2 0-1-16,-4-10-4 0,0 4-14 0,-5 5-20 15,2 1-19-15,-4 2-4 0,-2 2-88 0,0 0-30 0,0 0-22 16,0 0-6-16,0 0-116 0</inkml:trace>
  <inkml:trace contextRef="#ctx0" brushRef="#br0" timeOffset="195143.23">2548 5943 476 0,'0'0'127'16,"-2"0"17"-16,0-2 23 0,0 0-51 0,-2 0 3 16,-1-2-18-16,-1 1-6 0,-3-3-8 0,3 4 3 15,1 0-24-15,-3 1-24 0,3 1-3 0,-3 0-9 16,3 0-19-16,3 0 9 0,-2 1-2 0,2 24 4 15,1 10 5-15,-1 2-4 0,-22 8 7 0,11-3-5 0,5-1 18 16,3 2-4-16,3-2-1 0,0-4-1 0,2 4-3 16,0-12-3-16,0 1-3 0,0-4-1 0,0-2-12 15,2-3 0-15,0-3 1 0,-1-1-2 0,1-2-8 0,0-2 4 16,0-4-6-16,0-2 6 0,0 1-6 0,-2-4-4 16,0-3 3-16,0 1-5 0,2 2 0 0,1 0 0 15,1-2 2-15,-2-2-3 0,11 0-3 0,2-2-1 16,1-4 2-16,3-5-2 0,0 5-2 0,-3-20 8 15,5-1-8-15,-3 4 9 0,1 1-4 0,-4 2-2 16,-2 1 6-16,-4 4-4 0,0 2 9 0,-1 8-5 16,1 3-3-16,-5 0-1 0,3-4 6 0,-1 4-2 15,-1 1 4-15,6 1-4 0,-3 0 16 0,5 5-4 16,-4 3-1-16,2 5-2 0,0 13-7 0,-3-4 1 0,5-2 0 16,0 3 1-16,-2-3 2 0,2-3-5 0,-4-1 4 15,4-1-5-15,0-2-3 0,-2-3 1 0,6-3-5 16,-4 0 1-16,7-1-22 0,-1-4-52 0,-2 9 4 15,1 0-22-15,1-5-13 0,-1-3-83 0,5-3-16 0,-3-1-39 16,1-5-219-16</inkml:trace>
  <inkml:trace contextRef="#ctx0" brushRef="#br0" timeOffset="195411.03">3168 6030 922 0,'0'0'275'0,"-2"0"-379"0,0 0 331 0,0 0-185 0,0 0 1 0,1 0 27 16,-1 0 6-16,0 0 4 0,0 2 7 0,0 0-51 15,0 0 9-15,0-1-19 0,2 1 33 0,2 0 3 16,0 0 1-16,15 0-2 0,18-2-7 0,10-2-10 16,1-4 2-16,8-1-4 0,0 0-10 0,0-3-25 15,3 1 4-15,-10 2-10 0,1-1 3 0,-5 3-4 16,-12 1-3-16,4 0 0 0,-3 2-3 0,-6 0-8 15,-2 1-8-15,-2-1-1 0,-1 0-26 0,-4 2-54 16,-1-2-9-16,-5 2-23 0,-1 0-81 0,-3 0-98 0,-1 0-63 16</inkml:trace>
  <inkml:trace contextRef="#ctx0" brushRef="#br0" timeOffset="195676.75">3550 5657 607 0,'-2'-2'149'0,"1"0"333"16,-1 0-415-16,0-2 7 0,0 1 9 0,-2-1-5 16,2 2 7-16,1 0-45 0,-1 0 3 0,0 1-19 15,0-1-6-15,0 2 10 0,2 2 3 0,0 1 0 0,4 16-2 16,1 16-4-16,3 4-1 0,-3 4 1 0,1 3 9 16,1 4-4-16,-1 2 3 0,-2-1-4 0,-1 1-5 15,-1-2-1-15,0-4-2 0,2 4 0 0,0-9-9 0,-1-2 5 16,3-4-4-16,-1-5 5 0,3-2-10 0,-3-4 0 15,3-2-3-15,-1-3 2 0,-1-4-9 0,1 0 2 16,-1-2-3-16,-1-4 2 0,3 2-12 0,-3-4-25 16,1 1-14-16,3-1-11 0,1-3-123 0,1-2-340 15</inkml:trace>
  <inkml:trace contextRef="#ctx0" brushRef="#br0" timeOffset="197593.91">4575 5625 175 0,'0'-2'0'15,"0"-1"22"-15,0-3 222 0,0-11-54 0,0 1 20 16,0-1-95-16,0 2-4 0,0 0-23 0,0-3-4 16,0 3-1-16,0-2-26 0,0 2-12 0,0 8-8 15,0-1 1-15,0 3-19 0,2 1-18 0,0 0 6 0,0 3-9 16,0-1 5-16,0 2 4 0,-1 0 0 0,1 2 2 15,9 16-5-15,4 23 6 0,-4 2-3 0,-3 3 3 16,-3 2 1-16,-3 1-8 0,-2 4 2 0,0-1-4 16,-2 2 6-16,1-2-2 0,-1 0 2 0,2-5-3 15,0-1 6-15,0-11-1 0,0-1 0 0,0-8-1 0,0-8-4 16,0 1-3-16,0-2-7 0,0-3-1 0,0-1-41 16,0-1-45-16,0-7-21 0,0-3-15 0,0 2-131 15,0-1-101-15</inkml:trace>
  <inkml:trace contextRef="#ctx0" brushRef="#br0" timeOffset="198006.21">4523 5822 490 0,'0'-4'83'0,"-3"-20"130"0,-1-6-136 0,2 3-22 15,0-1 6-15,2 2-6 0,0 0 30 0,0 2-2 16,4-1-2-16,1 1-1 0,3 2-21 0,1 3-4 16,2-1-5-16,-7 1 4 0,16 1 13 0,5 1-14 15,2 6 5-15,1 4-12 0,2 1-22 0,-2-12-12 16,0 6-3-16,-2 9-2 0,-4 3-11 0,-4 3 10 0,1 5-9 15,-4 1 9-15,-2 2-6 0,-4 13-1 0,-3 6 6 16,10-4-5-16,-4 0 9 0,-7 0-2 0,-3 0-1 16,-2-2-1-16,-4 2-7 0,-5-2 8 0,-2-1 1 15,-2-1 3-15,0-2-8 0,11-1 4 0,-17-1-3 0,1-3 5 16,-1-2 2-16,3-2-8 0,1-1 1 0,0-3-2 16,4-3 8-16,1 0 1 0,1-3 0 0,2 5 0 15,1-2 3-15,2-2-1 0,1-1 0 0,-1 1 0 16,0 0-3-16,1 0-5 0,1 0 3 0,0 0-5 15,0 0 0-15,0-1 4 0,2 1-7 0,0 0 4 16,2 0-13-16,0 0 7 0,0-2 0 0,16 13 3 0,3 2-1 16,-1-12 1-16,1 14 2 0,1 4-1 0,0-1 4 15,4-1-4-15,-2-1 0 0,2 1-1 0,0-4 3 16,0-1-3-16,0 1 2 0,0-4-2 0,-3 2 0 0,-3-2 0 16,-3-3 5-16,-4 1-4 0,3-1 3 0,-3-1-4 15,0-1-7-15,4-1 1 0,-6 3-20 0,4-7-11 16,-4 7-4-16,-1-4-3 0,3-3-12 0,-2 3-69 15,0 0 11-15,4 0-33 0,-6-1-2 0,0 5-53 16,-1-3-1-16,1 1-24 0,-2-2-74 0</inkml:trace>
  <inkml:trace contextRef="#ctx0" brushRef="#br0" timeOffset="198250.92">5374 5835 491 0,'0'-2'110'16,"0"-2"91"-16,-2-3-41 0,-2-8-42 0,0 2-29 15,2 4 10-15,-1 0-24 0,1 3-7 0,2 2 3 0,0 2-7 16,0 1-17-16,0-1-22 0,-2-2-1 0,0 0-8 16,0 2-5-16,0 1 14 0,2 1 0 0,0 1 4 15,0 1 0-15,0 2-4 0,2 24-2 0,2 0 2 16,2 3 5-16,1 1-12 0,2 3-1 0,1 2-5 16,-3 0-6-16,0 2-4 0,1-3 8 0,-3 1-7 15,1-6 4-15,-2-5-7 0,1 2-2 0,-1-4-2 16,2 4-23-16,-3-2-31 0,1-2-8 0,0-3-18 15,-1-3-146-15,1 1-223 0</inkml:trace>
  <inkml:trace contextRef="#ctx0" brushRef="#br0" timeOffset="198842.3">5246 6089 1249 0,'0'0'31'0,"-2"0"-4"0,0-2 27 16,-2 1 11-16,0-1-7 0,1 0 17 0,1 2-9 15,2-2-7-15,-4-3-2 0,-1-3-42 0,3 3-6 16,2-5-5-16,3-1 0 0,1 0-7 0,31-2 4 16,1 0 0-16,1 2 3 0,2 0-5 0,-2-2 2 0,2 0-3 15,0 2 2-15,0 1-8 0,-4 3-2 0,-3-2 1 16,-1 1 0-16,-7 1 5 0,-1-1 4 0,-1 3 0 16,-9-3 0-16,4 3 0 0,-10-3 0 0,1-1 1 15,3 2 1-15,-9-5 8 0,1 3-5 0,-1-2 4 0,6 0-4 16,-3 2 6-16,1-3-3 0,-4 5 3 0,-2 0-2 15,0 1 4-15,0 2 3 0,0 1-4 0,0 1 4 16,0 0 1-16,-2-2-7 0,-2 0 2 0,2 4-5 16,-5-3-6-16,-1 1-1 0,1 2 1 0,-1 0-2 15,3 2-1-15,-1 1 2 0,4 14 1 0,1 15 1 16,-1-3 2-16,-19 5-3 0,8 1-1 0,4 2 1 16,3 0 7-16,5 2-9 0,1 0 5 0,0-3-6 0,1-3 10 15,1-7-2-15,2 4-4 0,-2-4 2 0,2-6 1 16,-1 2 7-16,3-5 2 0,-2-2 1 0,1-2 3 0,-3-7 7 15,0-1 1-15,-2-3 1 0,2 2-2 0,1-1 8 16,1 1-6-16,-2-4 6 0,5 2-9 0,5 0-13 16,2-2 0-16,-6-2-4 0,5-5-5 0,0 1-2 15,-6-20 1-15,6 4-1 0,-2-6 0 0,1 4 2 16,1 0-5-16,-8 3 4 0,4 3-1 0,3 6-2 16,-5 5 4-16,4 5-4 0,-5 0-4 0,-1-1-1 15,-1 1-2-15,0 0 2 0,-1 2 5 0,3 0-2 16,1 2 4-16,8 5-3 0,-9-3 3 0,5 13-3 15,0 7 0-15,-2-2 0 0,8 4 3 0,0-4 2 0,-1-1-2 16,1-3 4-16,4-3 0 0,-5-4-4 0,3 2 5 16,-1-2-4-16,-1-3 1 0,2-3 0 0,-1 3 1 15,3-4 1-15,1 1 0 0,-2 10-1 0,1-4-4 0,-4-5 1 16,1-1-27-16,-3-3-41 0,-2-2-55 0,2 0-3 16,-4 0-252-16</inkml:trace>
  <inkml:trace contextRef="#ctx0" brushRef="#br0" timeOffset="200302.54">16130 6037 32 0,'0'0'19'0,"0"0"13"15,0 0 44-15,0 0 19 0,0 0 11 0,0 0-4 0,0 0-27 16,0 0-9-16,0 0-4 0,-2 0-33 0,0 0-11 16,0 0 3-16,0 0-6 0,0 0 11 0,0 0-3 15,1 0 7-15,-3 0-4 0,2 0 5 0,-5 0 6 16,-1 0 0-16,1 0 2 0,-1 0 1 0,3 0 2 15,-3 0-10-15,3 0 5 0,-1 0-20 0,3 0 11 16,-1 2-1-16,0 0 4 0,0 0-7 0,3 0 0 0,-1 0-2 16,0 0 2-16,0-1 8 0,0 1 6 0,0 0 1 15,2 0 1-15,0 0-3 0,0 0-1 0,2 0 2 16,2-1-3-16,5 3-5 0,17 2-3 0,2-3-1 16,3-3-1-16,1 0 2 0,3-1-5 0,1-5 0 15,3 2-3-15,-4-1-13 0,0-1 1 0,-3 2-2 0,-3 1 2 16,1-1-6-16,-9 2 4 0,-5 0-1 0,-3 0 2 15,2 1 1-15,-6 1 2 0,3 0-4 0,-7 0 5 16,-1 0-2-16,0 0-8 0,-3 0 4 0,1 0-4 16,0 0 0-16,0-2-7 0,0 2-5 0,0 0-2 15,0 0-17-15,-1-2-35 0,1 0-18 0,-2 0-10 16,0 0-104-16,0 0-62 0,0 1-41 0</inkml:trace>
  <inkml:trace contextRef="#ctx0" brushRef="#br0" timeOffset="200677.94">16432 5943 194 0,'0'0'86'0,"-2"0"-2"0,1-2 23 15,-1 0-8-15,0 0-18 0,-2 0-21 0,0 0 11 16,-1 1-1-16,-4-3 5 0,1 2-5 0,3 0-5 16,-1 0-9-16,2 2 4 0,2 0-21 0,1 0 2 0,-3-2-5 15,0 1 2-15,0-1-17 0,3 0 10 0,-1 2 4 16,0 0 3-16,0 0 19 0,2 0-12 0,0 0-1 15,0 0-4-15,2 0-6 0,2 0-13 0,3 0 3 16,15-4-7-16,4 2-13 0,-3 0 2 0,4 2-7 16,-4 0 4-16,-3 0-2 0,1 2 2 0,-5 2-3 15,1 0 1-15,-6-1-3 0,2 3 2 0,-2 0 0 0,-1-1 1 16,1 1 2-16,-4-3-3 0,2 5 4 0,-3-4-4 16,1-3 6-16,1 9-3 0,-4-1-3 0,1 4 0 15,4-2 0-15,-3-2 10 0,0 1-4 0,-5-3 7 16,1 2-9-16,0 3 11 0,-2 1-2 0,0-2 3 15,-2-4-7-15,-1 4 3 0,-1-2-3 0,-2 1 2 0,-3 5-10 16,7-6 0-16,-18 0 5 0,-1 0-4 0,-1-1 0 16,5 1-1-16,2 4-1 0,-1 0-1 0,3 0-12 15,0-5-23-15,0 3-7 0,7 2-8 0,-3-2-44 0,3 6-177 16,-1-6-34-16</inkml:trace>
  <inkml:trace contextRef="#ctx0" brushRef="#br0" timeOffset="201491.26">16278 4890 72 0,'0'0'48'0,"0"0"-2"0,0-2 53 15,0 0-1-15,-2 0 3 0,0-1 3 0,1-1 9 16,1 0-19-16,-4-5 11 0,2 3-48 0,0-1-3 16,0-1 3-16,0 1-2 0,-1-4 0 0,1 2 1 15,0-2-4-15,2 1 3 0,0-1-12 0,0 4-2 16,0 1 4-16,0 2-4 0,0 1 2 0,0-3-8 16,2 2-6-16,0 1 0 0,0-1-22 0,-1 2-4 15,1 0 1-15,0 0 0 0,0 1 2 0,-2 1 4 0,0 0 2 16,0 1 2-16,0 3 7 0,2 15-9 0,0 5 3 15,-2 2-6-15,0 0-8 0,0 0 8 0,0 0-8 16,0 0 8-16,0-2 0 0,2 4-3 0,-2-2 2 16,1 0-2-16,3 0 0 0,0-4 6 0,1 2-3 0,1-3 3 15,0-1-3-15,-1-1-6 0,1-1 4 0,-1-1-4 16,-1-4 5-16,2 2-5 0,-3-6 2 0,-1-2-3 16,2 3 3-16,-4-8-3 0,2 3 3 0,-2-1-2 15,2 0 0-15,-1-1-3 0,1 1-9 0,-2 0 0 16,0-2-34-16,0-1-72 0,0 1-14 0,0-2-28 15,-2 0-115-15,1-2-119 0</inkml:trace>
  <inkml:trace contextRef="#ctx0" brushRef="#br0" timeOffset="201664.95">16241 4600 1131 0,'0'-2'44'0,"0"1"-3"0,0-1 30 16,0-2 5-16,0-2-7 0,-2-7 30 0,-2-3-29 15,3 6-2-15,-1 1-15 0,2 4-42 0,0 1-8 16,0 2-2-16,0 0-1 0,0-2-7 0,0 1-5 16,0-1-10-16,0 2 0 0,0 0-40 0,2 0-84 15,-1 2-6-15,1 0-37 0,0 2-127 0</inkml:trace>
  <inkml:trace contextRef="#ctx0" brushRef="#br0" timeOffset="202171.26">16416 4786 248 0,'0'0'71'16,"0"-2"116"-16,0 0-122 0,1 0-3 0,1 1 10 0,0-1-2 16,0 0 47-16,0 0-23 0,0 0-5 0,0 0-9 15,-1 0-40-15,1 1-26 0,0-1-1 0,0 0-7 16,2 2 1-16,-1 0-3 0,1 2 9 0,0 0-6 16,3 7 11-16,8 17 7 0,-2 2-7 0,-2 3 8 15,-3-3 6-15,-3 4-3 0,1 1 3 0,-2 0-3 16,-3 3 9-16,1-3-4 0,-2 2 4 0,0 1-5 0,0-5-6 15,0-1 15-15,0-2-10 0,0-8 10 0,-2 3-15 16,1-9-5-16,1 3 6 0,0-6-6 0,0-1 2 0,0-5-7 16,0-3 2-16,0 4-2 0,0-5 7 0,0 3 11 15,0 0 0-15,0-2 4 0,1 0-3 0,1-1-10 16,0 1-10-16,0-2 3 0,0 0-12 0,2-2-1 16,-3 2 1-16,11-11-2 0,-3-9-1 0,0-2-7 15,2 1 3-15,2 1-4 0,-5-1 7 0,8 6-5 16,1 1 5-16,-2-1-6 0,4 4 4 0,-3-1-1 15,-1 5-2-15,2 3 2 0,-2 2-5 0,-2-7 2 16,1 2-4-16,1 1 3 0,-2 4-4 0,-2 2 4 16,1 2-2-16,-9 0 2 0,5 4-2 0,-3 5 6 0,-1 13 3 15,3 2 0-15,-5-2-3 0,15 2 2 0,-6-2-2 16,-3 0 4-16,-7-5 0 0,-1-2 4 0,0-1-2 16,0-1 3-16,-1-2-5 0,-3 2 4 0,2-9 2 15,-2 1 0-15,-1 2-1 0,3-5 3 0,-7 2 2 0,-8 5 2 16,-4 0 11-16,-5-2-14 0,0-5 1 0,-3-2-4 15,3-2-4-15,2-2-5 0,-4-2 2 0,6 0-3 16,-4-1 0-16,3 1 2 0,8 0-6 0,2 3 1 16,2-3-35-16,4 2-107 0,3 2-53 0,2 0-36 15,-1-2-325-15</inkml:trace>
  <inkml:trace contextRef="#ctx0" brushRef="#br0" timeOffset="203757.03">6458 5675 168 0,'0'0'28'0,"0"0"18"0,0-2 50 0,0 1 27 0,0-1 18 15,0-2-5-15,0-5-45 0,0-6-1 0,0 2-15 16,0-2-9-16,0 2 0 0,0 0 6 0,2-4-7 16,-2 4-4-16,2-3-19 0,-2 1-1 0,0 5-6 15,0-1-7-15,0 6-1 0,0-1-5 0,0-1 2 16,0 3-3-16,0 0 6 0,0 1-2 0,0-3 2 15,0 0-8-15,0 5 4 0,0-7 2 0,0 4 0 0,0 1-8 16,0-1 4-16,0 2-5 0,0 0 4 0,0 1-9 16,0-1 1-16,0 0-2 0,0 0 0 0,0 0-11 15,0 0-1-15,0 2 3 0,0 0-1 0,0 2 3 0,0 0-2 16,0 11 0-16,0 11 1 0,0 2 3 0,0 0 0 16,0 0-5-16,2 6 2 0,-1-5-5 0,1 1 4 15,0 2-2-15,0-2 3 0,-2 0 0 0,0-2-1 16,0 2 3-16,0-1-3 0,0-1 3 0,0-3-9 15,0 1 7-15,0-4-6 0,0-1 9 0,0-2-2 16,0-4-3-16,0-4 2 0,0 0 6 0,0-3-4 16,0-3 5-16,0 3-5 0,0-4 7 0,0 0 27 15,0 1 1-15,0 1 8 0,-2 0-7 0,0-2-15 0,0 0-2 16,1-1-3-16,-1 1-6 0,-2 0 1 0,0-2-3 16,1 0 3-16,-7 0-1 0,1 0 0 0,2 0-3 15,1 0 2-15,0-2-5 0,3 2-1 0,1 0 4 16,0 0-4-16,-2-2-3 0,1 1-5 0,1-1-4 0,0 0 1 15,0 0-3-15,2 0 4 0,2 0-1 0,2 0 2 16,20-9 0-16,9-2 4 0,1 2-1 0,-1 2 3 16,6 1 0-16,-2 1-7 0,-9 3 5 0,0 1-5 15,-10 1 2-15,5 0 1 0,-1 2-1 0,-5 0 1 16,-3 0 0-16,-4 0 0 0,-3 0-6 0,2 0 5 16,1 0-6-16,-3 0-12 0,-1 0 5 0,-1 0-8 15,-3 0-7-15,0 0-13 0,2 0-31 0,-1 0 5 0,1 0-112 16,0 0-51-16,0 0-7 0,-3 0-23 0,1-2-100 15</inkml:trace>
  <inkml:trace contextRef="#ctx0" brushRef="#br0" timeOffset="203958.01">6105 5530 1126 0,'-2'0'30'0,"0"-1"-5"0,1-1 25 15,-1 0 7-15,-2-2-5 0,2 0 36 0,-5-7-5 0,3 4 0 16,2-1-6-16,0-1-34 0,2 2-3 0,4-3-3 16,3-3 3-16,5 2 2 0,21 0-4 0,2-4 0 15,6 1-4-15,4-5-12 0,-3 4-6 0,7 2-2 16,-3 4-1-16,1 3-10 0,-1 4-12 0,-5-1-3 0,0-20-4 16,-4 12-13-16,-4 8-71 0,-3 3-15 0,-2 3-28 15,-2 3-109-15,-4 3-137 0</inkml:trace>
  <inkml:trace contextRef="#ctx0" brushRef="#br0" timeOffset="204240.56">7082 5690 840 0,'0'0'107'0,"0"0"25"15,0-2-56-15,0 0-46 0,-2 2-12 0,0 0 27 0,0 0 18 16,0 0-2-16,1 2 7 0,-1 0-4 0,0 2-12 15,-7 14 0-15,-3 8-5 0,3 2-13 0,4 2 1 16,1 0-1-16,0 1 2 0,2 1-2 0,0-1-1 16,1 3-4-16,1-3 2 0,0-5-6 0,1 2-13 15,1-4 4-15,0 0-6 0,2 1-5 0,-2-5 2 16,1-1-2-16,-1-8 3 0,0 2 4 0,0-4-13 16,0 0-1-16,0 1-6 0,0-5-18 0,-2-1-32 15,1 1-40-15,1-1 1 0,0 0-140 0,0 0-82 0,0-3-54 16</inkml:trace>
  <inkml:trace contextRef="#ctx0" brushRef="#br0" timeOffset="204629.38">6972 5826 984 0,'0'-2'74'16,"0"0"18"-16,0 0-13 0,0-2-38 0,0 1 5 15,0-5 29-15,0-1 10 0,2-2 1 0,2 0-2 16,3-2-24-16,3 2-15 0,3-1-1 0,14 5-5 15,-1 1-19-15,6-12 1 0,-2 7-4 0,-1 3 3 16,-1 5-11-16,-5 3-3 0,-1 3 1 0,-9 1 0 0,-4 2 8 16,-7-6-6-16,11 18 4 0,-2 4-4 0,-7 3 2 15,-4 1-5-15,-6-2 2 0,-7 0-3 0,4 0 8 16,-23-2-5-16,-3 1-3 0,5-3 0 0,3-3-3 16,4-4 3-16,1-2 1 0,3-2 0 0,5 0-6 0,4-5 2 15,3 2 0-15,3-4 2 0,2-2-3 0,-1 3-8 16,-1 1-1-16,2 0-1 0,0-1 6 0,0-1-1 15,2 0-1-15,0 0 2 0,2 0 6 0,2 0-3 16,9 3 0-16,9 3-2 0,0-3-6 0,4 3 4 16,-1-1 2-16,4 2 1 0,1 1 5 0,-2 1-1 15,0 0-1-15,3 2 1 0,-5-2 0 0,0 0 3 0,-4-2 0 16,-9-3 1-16,2 3 5 0,-9-5 6 0,-1 0 5 16,-1-1-1-16,-2 1 3 0,2 4 0 0,-2-1-3 15,-1 4 2-15,-1 0-14 0,-3-1 1 0,-7 1-3 16,-8 2 3-16,-21-4-5 0,0 4 0 0,-2-6-2 15,0-1 0-15,4 5-19 0,0-5-77 0,0 3-41 16,3 0-30-16,3 1-293 0</inkml:trace>
  <inkml:trace contextRef="#ctx0" brushRef="#br0" timeOffset="205562.59">16174 5289 60 0,'0'-2'127'0,"0"0"-4"15,0 1 103-15,-2-1 2 0,0 0-85 0,1 0-55 0,1 0-27 16,0 0 1-16,0 0 11 0,0 1 1 0,0-1-20 16,0 0-3-16,0 0-5 0,0 0-2 0,0 0-1 15,0 0 1-15,0 1-4 0,0-1-6 0,1 0 15 16,1 0-3-16,0 0 6 0,0 2-3 0,2 0-12 15,-2 0 0-15,9-2-7 0,0 2-18 0,0 0-10 16,-2 0 3-16,2 0-4 0,1 0 3 0,-3 0-7 16,2-2-6-16,-2 1-1 0,2-3-15 0,1 0-30 0,1-1-19 15,-2-1-8-15,2-1-93 0,-2-1-37 0,-2 3-25 16</inkml:trace>
  <inkml:trace contextRef="#ctx0" brushRef="#br0" timeOffset="205827.18">16048 4786 802 0,'-2'-2'82'0,"0"0"160"0,-1 0-203 15,-1 1 27-15,0-1 12 0,0-2 6 0,3 0 47 16,-1 1-49-16,0-1-6 0,0 0-13 0,2 0-21 15,0 1-1-15,2-3 4 0,7-9-5 0,2 2-4 0,15 2-13 16,2-2-3-16,2 2-4 0,-1 4-6 0,-1-3-9 16,0 3 0-16,2-12-5 0,-4 8-21 0,2 2-26 15,-2 3-23-15,0 4-3 0,2 1-98 0,-1 1-58 16,5 1-17-16,1 5-28 0,-5 3-188 0</inkml:trace>
  <inkml:trace contextRef="#ctx0" brushRef="#br0" timeOffset="206524.1">16755 5024 738 0,'-2'0'64'0,"1"0"5"0,-1-2 28 0,-2 0-13 0,0 0 1 15,1 0 27-15,-3-2-26 0,-3-1 0 0,7 5-11 16,-4-4-16-16,3 2-25 0,1 2 4 0,0 0-13 15,-2-2-4-15,1 1-18 0,1-1-2 0,0 0-3 16,0 0 2-16,0 2 3 0,0 2 4 0,0 0-2 0,-1 3 2 16,-12 25 7-16,2 3-2 0,0 1 4 0,2-3-6 15,0 3 1-15,1-4-6 0,3 1 4 0,1-3-5 16,3-4-1-16,1-3 3 0,0-3-3 0,2-1 4 16,0-6-7-16,0-2 7 0,0-3-7 0,0-1 10 0,0-3 0 15,0 4-2-15,2-2 2 0,-2-1 5 0,0-1-6 16,0 0 1-16,0-2-4 0,0 0-7 0,0-2 1 15,-2-2 1-15,-2-10 1 0,-7-14 5 0,0 0-10 16,2 4 7-16,-3 0-7 0,-2-4 9 0,-1 2-6 16,-2 0 0-16,0 2 0 0,1-1 6 0,1 3-5 15,0 0-1-15,2 0 0 0,4 3 0 0,1 0 5 16,3 3 3-16,-1-3-1 0,4 2 3 0,2 3 0 16,0-3-3-16,4 4 3 0,1-2 4 0,3 2-12 0,-1 0 6 15,19 2-6-15,4 0 11 0,3 1-8 0,-1 1 2 16,5 4-3-16,0-1 5 0,0 0 3 0,1 3-1 15,-3-3 1-15,-2-14-6 0,1 9-5 0,-7 7 3 16,-1 4-4-16,-5 2 2 0,-6 2 6 0,-6-1-3 16,-3-1 5-16,-1 2 3 0,1 3-4 0,5 12 6 0,-4 1-6 15,-3-1 10-15,-4-1-12 0,-4 3 4 0,-1-3-6 16,-6 1 6-16,9 1-9 0,-22 1 2 0,-4-3-4 16,5-1 2-16,3-2 2 0,-2-2 0 0,7-2 1 15,2-2-4-15,0-1 4 0,7-1-7 0,3-1 4 16,1-3-4-16,2-1 1 0,0 0 1 0,-4 2 0 15,2 0-2-15,0-1 2 0,1 1 0 0,1 0 0 0,0-2-6 16,1-1 7-16,3 1 0 0,-2-2 3 0,22 10-6 16,-2-5 0-16,2 1-3 0,1-1 3 0,-3 3 6 15,0-1-5-15,0 2 4 0,-1 1-5 0,-4 1 0 0,-3-9-1 16,-2 18 3-16,-3 2 0 0,-4-1 6 0,10 1 0 16,-4 2-6-16,-3-5 5 0,-4 1-3 0,-4-1 6 15,-2-4 3-15,-2 0-1 0,-3-1-2 0,-3 1 3 16,5-2-3-16,-18 2 4 0,-1-4-2 0,-5-3-1 15,-3-3-1-15,0-1 0 0,-1 0-1 0,0-3 0 16,1 18 0-16,2-8-2 0,3-5-5 0,2-3-36 16,-4-1-7-16,5-2-23 0,-2 2-143 0,-2 0-237 15</inkml:trace>
  <inkml:trace contextRef="#ctx0" brushRef="#br0" timeOffset="207717.28">7797 5621 21 0,'0'0'8'0,"0"0"4"0,0 0 31 16,0 0 18-16,0 0 21 0,0 0 12 0,0-1-10 0,0-1 3 16,0 0-3-16,0 0 28 0,0 0-36 0,0 0 16 15,0 0-26-15,0 1-1 0,0-1-28 0,0 0 1 16,-2 0-9-16,0 0 4 0,0 0-2 0,0 0 7 15,0 1-4-15,1-1 11 0,-1 0-3 0,-2 0 4 0,0 0-1 16,1 0 14-16,-1 2-12 0,0 0 1 0,2 0-5 16,-1 0 0-16,1 0-12 0,0 0-6 0,-2 0-2 15,0 0-14-15,3 0 1 0,-1 0 6 0,0 0-4 16,0 0 20-16,2 0-1 0,0 0 0 0,2 0-2 16,2 0-11-16,14 0-8 0,12-2 2 0,1 1-5 15,3 1 5-15,1-2-2 0,-2 0 2 0,1 0-3 16,-6 0-7-16,1 0 4 0,1 0-2 0,-6 2 3 0,-1 0-1 15,-5 0 10-15,-9 0 1 0,1 0 3 0,-3 0 5 16,-5 0-1-16,5 0 2 0,-3 0-1 0,0 0 12 16,0 0-4-16,-1 0 3 0,-1 0-5 0,0 0-11 0,0 0-9 15,0 0-2-15,0 0-2 0,-1 0-7 0,1 0 1 16,0 0-6-16,0 0 4 0,0 0-17 0,0 0-19 16,0 0-26-16,1 0-11 0,1 0-223 0,9 0-343 15</inkml:trace>
  <inkml:trace contextRef="#ctx0" brushRef="#br0" timeOffset="210413.84">7906 5332 136 0,'0'0'25'0,"0"-2"8"0,0 0 41 0,-2 0 19 15,0-1 4-15,1-5-1 0,-5-5 3 0,0 0-14 0,1 0 8 16,-1 0-53-16,3 2 6 0,-3-2-1 0,2 2 3 15,1 2 0-15,-1-1 1 0,0 1 0 0,2 3 3 16,0-1 4-16,1 1-10 0,-1 1 5 0,2 1-7 16,0 2-4-16,0 0 0 0,-2-1-13 0,0-1 7 15,0 2-32-15,0 0 5 0,1 0-2 0,-1 2 3 0,0 0 4 16,0 2 15-16,0 9 0 0,-2 25 4 16,3 5 1-16,-1-6-13 0,2 6 5 0,0-6-7 0,0-2 2 15,0 3-8-15,0-5 1 0,0 3-2 0,0-7 5 16,0 3-3-16,0-2-3 0,0 0 1 0,0-2-6 0,2-4 2 15,-1 2-4-15,1-3 3 0,0-1-2 0,2-1 2 16,0-3-1-16,-1-1 0 0,1 0-7 0,0-4-18 16,-1-1 0-16,3-1-13 0,-2-4-52 0,-3-1-128 15,5 0-15-15,7-2-51 0,4 0-203 0</inkml:trace>
  <inkml:trace contextRef="#ctx0" brushRef="#br0" timeOffset="210861.23">8500 5235 970 0,'0'0'47'0,"0"0"13"0,-2 0-20 0,1 0-20 0,-1 0-2 16,0 0 17-16,0 0 11 0,0 2-5 0,-2 0 7 16,1 2-7-16,-8 12-15 0,-4 12-1 0,2 4-4 15,4-1-2-15,1 3 5 0,4 1 2 0,3 0 1 16,-1-5 5-16,2-2-3 0,0 0 0 0,0-2-3 15,0-2-9-15,2-4 3 0,3-1-1 0,1-1 2 16,-1-5 2-16,3 2-4 0,-3-4 7 0,1-3-4 0,1 1 19 16,1-5 0-16,6 0 0 0,1-3 2 0,2 11-7 15,0-3 2-15,1-4-5 0,3-3 3 0,-1-4-11 16,-1-3-3-16,-1-3 0 0,-3-1-3 0,0 2-10 16,-2-19-3-16,-4-4-2 0,1 4 2 0,-3-6 0 0,-5-1 0 15,0 0 1-15,18-3 0 0,-11 3-2 0,-5 0 10 16,-4 1-4-16,-5 0 6 0,-3 1 1 0,-1 5-5 15,0 4 3-15,-3 3-4 0,3 4-3 0,5 2-2 16,-16 2-1-16,0 2 0 0,1 5 1 0,2-7-4 16,-1 2 0-16,-1 3-1 0,2 4-2 0,3 2-1 15,1 2 1-15,0 4-1 0,1 1-4 0,1 6 2 16,4 11-4-16,-1 2 3 0,7 2-10 0,-1-2-5 0,-15-2-4 16,8 4-2-16,5-6-25 0,4 1-90 0,2-3 13 15,2-2-39-15,3 1-1 0,2-2-57 0,1-2-43 16,-3-4-16-16,15 2-248 0</inkml:trace>
  <inkml:trace contextRef="#ctx0" brushRef="#br0" timeOffset="211062.28">9052 5352 1243 0,'0'0'31'0,"0"0"70"15,0 2-88-15,0 0 50 0,0 0 4 0,2 0 17 16,0 0 16-16,-1-1-35 0,1 3-1 0,0 0-13 15,0 0-22-15,0-1-6 0,0 1-8 0,0 0 4 0,3 7-17 16,-1 0 2-16,-2-5 0 0,1 3 0 0,-1-4 1 16,2 3-27-16,0-1-3 0,-2-3-20 0,-1 0-113 0,3-1-63 15,0 1-35-15,1 0-13 0,8 1-197 0</inkml:trace>
  <inkml:trace contextRef="#ctx0" brushRef="#br0" timeOffset="211389.5">9273 5057 696 0,'0'-2'117'0,"-2"0"254"0,0 0-334 0,0 1 37 15,0-1-8-15,0 0 18 0,1 0 1 0,1 0-12 0,0 0-4 16,0-1-6-16,1-1-30 0,1 0 1 0,6-1-1 16,25-16 1-16,1 6 7 0,1 2-2 0,0 2-2 15,2 2-2-15,-1 3-14 0,-1 3-12 0,2 1 0 0,-5 2-4 16,-1 2 4-16,-10 1 3 0,-3 3 4 0,-7-1-1 15,0-3 6-15,1 24-2 0,-3 4-1 0,-5 7 0 16,1 0 3-16,-3 6-1 0,22 0 3 0,-13-2-3 16,-5 3-1-16,-4-1-6 0,-2 0 0 0,-4-1-1 15,0-3 10-15,-3 0-13 0,1-4 8 0,1-3-11 16,-1 1 3-16,2-7-3 0,1 2-5 0,1-5 4 16,0-3-3-16,0-1 4 0,0-1-1 0,0-3 1 0,2-2-8 15,0-2-1-15,0 0-2 0,0-3-1 0,0-1-23 16,0-5-41-16,0 2-18 0,0-1-9 0,0 1-69 15,0-2-49-15,0 0-7 0,0 0-22 0,0-2-87 0</inkml:trace>
  <inkml:trace contextRef="#ctx0" brushRef="#br0" timeOffset="211572.78">9429 5412 1295 0,'0'0'51'0,"0"0"6"0,-2 0 9 15,0-2 0-15,0 0-5 0,0 0 68 0,2 2-25 0,0-2-2 16,0 0-11-16,0 1-39 0,2-1-17 0,2 0 0 16,14-9-5-16,16-4 3 0,1 0-13 0,2 0 5 15,2 2-9-15,-2-2-7 0,-1 4-3 0,-3 2-5 16,-3 1 4-16,-1 3-5 0,-1-1-31 0,-7 4-14 0,-1 1-15 16,-5-1-133-16,4 0-187 0,-3 0-79 0</inkml:trace>
  <inkml:trace contextRef="#ctx0" brushRef="#br0" timeOffset="213257.32">9989 5269 256 0,'0'0'272'0,"0"0"-131"15,-1 0 86-15,-1 0 14 0,0-2-184 0,0 2 9 16,0 0 18-16,0 0-8 0,0 0 6 0,1-2-37 15,-1 2-5-15,2 0-1 0,0-2 1 0,2 0 7 0,-1 0 4 16,3 1 2-16,2-1-2 0,16-6-9 0,2 1-11 16,2-1 0-16,2 1-4 0,0 1-8 0,0 3-7 15,-2 1-4-15,2 0 2 0,-4 0-8 0,0 0 2 16,0 2-4-16,-2 0 3 0,-1 0-3 0,3 0 0 16,-6 0-2-16,-1 0-2 0,2 0-10 0,-8 0-7 15,0-2-4-15,-2 1-5 0,2-1-52 0,0-2-65 16,1 0-5-16,-3 1-20 0,0-3-24 0,-3 2-86 15,-1 1-49-15</inkml:trace>
  <inkml:trace contextRef="#ctx0" brushRef="#br0" timeOffset="213523.87">10218 4973 764 0,'0'0'67'0,"-2"-1"120"15,0-1-128-15,0 0 6 0,0 0 5 0,-1 0 2 16,-1 0 25-16,0 0-22 0,1 1 2 0,1-1-13 16,0 0-34-16,0 0-22 0,0 0-1 0,0 2-4 15,0 0 5-15,1 2 4 0,-1 0-3 0,0 13 3 0,0 20-3 16,2 6 9-16,0-2-3 0,0 7 4 0,0-3-9 16,0 3-2-16,0-3-1 0,2-4-1 0,0 0-6 15,0-5 5-15,-1 3-2 0,1-9 4 0,-2-3 1 0,2-2-6 16,-2-7 5-16,2 5-7 0,-2-4-1 0,2-3-70 15,0-1-46-15,0-3-12 0,1-1-185 0</inkml:trace>
  <inkml:trace contextRef="#ctx0" brushRef="#br0" timeOffset="214193.76">10656 4920 705 0,'-2'0'42'0,"0"0"74"15,0 0-85-15,-1 0 11 0,-1 0 4 0,0 0 4 0,1 0 19 16,-3 0-2-16,2 0-14 0,1-2 4 0,1 2-43 16,0 0 5-16,0 0-3 0,2-2 4 0,0 0 4 15,2 0 14-15,0 0-3 0,1 0 5 0,20-7 0 0,1 2-5 16,0-1 3-16,-2 3-6 0,-1 1-5 0,-1 0-12 16,-3 2 0-16,0 2-5 0,-4 0-5 0,-4 0 5 15,0 2-6-15,-3 0 5 0,-1 2-4 0,-1 0 5 16,7 12 1-16,0 5 0 0,-3-1-10 0,-5 2 14 15,-1 3-3-15,-2-5 6 0,-3 2-5 0,-3 1 1 16,-1-3 2-16,-3 2-1 0,1-1-3 0,0-5-2 16,-2 1-3-16,3-4 2 0,1-2-1 0,3-3-1 15,0-1-1-15,1-1-1 0,-1-1-5 0,0 1 4 16,2-2 1-16,0-1 3 0,1 1 2 0,-1 0-9 0,0-1 5 16,0-1-5-16,0 0 6 0,0 0 3 0,0 0-8 15,1 0 6-15,-1 0-3 0,0-2 1 0,2 0 0 16,0 0-2-16,0 0-7 0,0-2 4 0,2 0-1 15,0 0 4-15,-1 2-2 0,18-6-3 0,1 1 1 0,1 1-2 16,1 4-1-16,0 0 1 0,1 4-1 0,-3 1 2 16,-1 3 1-16,-3 1 0 0,3 2-3 0,-2 0 0 15,-4-5-2-15,-2 14 5 0,-2 1 3 0,-3-4 1 16,-1 1-4-16,-3 3 4 0,9-5-2 0,-3 1 5 16,-5 2 3-16,-3-3-2 0,-2-1-5 0,-3 2 3 15,-4-2-4-15,-1-1 11 0,-19 1 2 0,1-2 2 0,0-3 15 16,2-3 8-16,0 2 7 0,-2-5-3 0,4 0-2 15,2-1-6-15,-1 12-3 0,3-5 0 0,-2-3-5 0,5-3-15 16,4-4 2-16,4 0-7 0,1 0-9 0,5 0 0 16,-5 0-8-16,3 0 5 0,1 0-20 0,2 0-60 15,0 0-27-15,-2-2-20 0,1 0-153 0,1-2-132 16</inkml:trace>
  <inkml:trace contextRef="#ctx0" brushRef="#br0" timeOffset="-213245.84">11471 4671 216 0,'0'-2'0'0,"0"-2"10"0,0-5 110 0,0-6-17 0,0 2 18 15,0-2-32-15,0 0-2 0,0 1-25 0,0 1-1 0,2 1-8 16,0-1-8-16,0 0 4 0,0 4 6 0,-2 2-2 16,1-3 8-16,-1 7-1 0,0-3-5 0,0 1 3 15,0 1-4-15,0-2 3 0,0-3-1 0,0 2 1 16,0 1-5-16,0 2-12 0,0 2 5 0,-1-1-7 15,-3-1 0-15,2 4-4 0,-9-7-2 0,0 1 1 16,-4 2-6-16,0 2-6 0,0 2 1 0,-2 2-2 0,3 2-2 16,-1 3-2-16,-2 5-6 0,2-1 2 0,0 15-8 15,-1 3 0-15,4-1 4 0,1 0-4 0,8 6-1 0,-3-1 3 16,2 4-1-16,-18 0 1 0,11-1-10 16,7 1 7-16,4-2-3 0,4 2 4 0,1 2 0 0,3 0-3 15,5 2 3-15,0 2-4 0,0 1 0 0,2 3 3 16,0-1-1-16,1-5 1 0,-1 0-4 0,2-4 3 15,-2 0 0-15,0-4 3 0,1-1 2 0,1-2-3 16,0-4 1-16,-2-4 0 0,-14-2 3 0,18-3 0 16,1 0 2-16,-1-1-2 0,0-1 0 0,-5-5 0 15,3-1-3-15,-2-2 2 0,0-1-6 0,-2-2 2 16,-2-1-2-16,-4-1 3 0,3 2 2 0,-7-2 2 0,5 0-5 16,-4-1 3-16,-3-1-12 0,3 4 1 0,0 0 3 15,-1 0-3-15,1-3-13 0,-2 1-23 0,0 0-25 16,0 0-3-16,0 0-117 0,-1 0-49 0,1-2-25 15,0 0-12-15,0 0-134 0</inkml:trace>
  <inkml:trace contextRef="#ctx0" brushRef="#br0" timeOffset="-212885.7">11640 4931 667 0,'0'0'89'0,"-2"0"11"0,0-2-19 16,1 0-32-16,-1 0-10 0,0 0 7 0,0 0 44 15,0 1-12-15,0-1 16 0,0 0-44 0,1 0-35 16,-1 0 5-16,0 0-14 0,0 0 9 0,0 1 10 16,0-1 2-16,0 2 2 0,1 0 1 0,-1 2 1 15,2 1-2-15,-2 10 3 0,-2 19 3 0,2 3-1 16,0 2 1-16,1 4-2 0,1 0-2 0,0 2-4 15,0-1-4-15,0 3 1 0,0-2-5 0,0-1 0 16,0-3-3-16,0 0 1 0,0-1 1 0,0-3-5 16,0 0 5-16,0-5-9 0,0-4-10 0,0-2 6 0,0-2-1 15,1-1 5-15,1-1-2 0,-2-5 0 0,0-2-5 16,2-2 2-16,0 0-7 0,-2-3-5 0,0-1 0 16,2 0-4-16,-2-3-23 0,0 0-13 0,2 0-9 15,0-1-3-15,-1 1-44 0,1-2-50 0,0 0-15 0,0 0-13 16,0-2-82-16,0 0-76 0</inkml:trace>
  <inkml:trace contextRef="#ctx0" brushRef="#br0" timeOffset="-212431.17">11594 5063 126 0,'0'-2'109'0,"-2"0"-3"15,0-2 59-15,0 0-26 0,-3-9-6 0,1 2-51 16,-2 0 5-16,3 2 2 0,-1 0-2 0,0-1-7 15,0 3-31-15,1-2 2 0,1 1-14 0,0-1-10 0,2 1-1 16,0-1 4-16,2-4-1 0,2 2 11 0,1 0-2 16,4-2-6-16,4 4 2 0,10-1-15 0,-1 7-16 15,-2-12 6-15,-1 5-9 0,-2 7 3 0,-3 3 3 16,1 0-1-16,-5 3 2 0,-3 1 1 0,-5 7 6 16,0 17 1-16,16 0 3 0,-8-2-2 0,-5 2 1 15,-5-2-4-15,-2 0 3 0,-1-2-8 0,-3-4-2 16,-1 3-1-16,-1-5 1 0,1-3 3 0,1-2-3 15,2-4-2-15,3-3 0 0,-3 1-4 0,2-1-3 0,2-2-1 16,-2 1-1-16,0-1-1 0,2 0 5 0,0-1 1 16,2 1 1-16,0-2 9 0,0 0-12 0,2 0 2 15,-3-2-5-15,16 2 1 0,0-1 7 0,0-1-3 0,-3 2 3 16,-2 0-2-16,1 0-1 0,-4 0 0 0,-2 0 0 16,3 1 1-16,-9-3 11 0,3 4 0 0,0 0 1 15,-4-2-2-15,5 9 15 0,-3 0-2 0,-2 2 7 16,-2-2-2-16,-3 0-2 0,-3 0-1 0,-3-1-1 15,-9-1-1-15,1 0-7 0,-1-3 1 0,1-1-4 16,1-3-1-16,1 9-9 0,2-1 4 0,4-5-7 16,0-1 2-16,5-2-17 0,1 0-6 0,3-2-6 0,-2 0-41 15,0 0-59-15,1 0-10 0,1-2-21 0,0 0-73 16,0-2-131-16</inkml:trace>
  <inkml:trace contextRef="#ctx0" brushRef="#br0" timeOffset="-212227.3">11956 5063 899 0,'0'0'94'0,"0"0"18"0,0 0-50 15,0 0-36-15,0 0-13 0,0 0 56 0,0 0 40 16,0 0-8-16,2 0 8 0,-1 0-66 0,3 0-16 16,0 0 2-16,3 0-7 0,6 0-2 0,-3 0-5 0,1 0-3 15,4 0-1-15,-4 0-10 0,2 0 6 0,2 0-4 16,-1 0 2-16,-1 0-17 0,0 0-20 0,0 0-16 15,-3 0-9-15,1 0-132 0,6 0-92 0,-4 0-47 16</inkml:trace>
  <inkml:trace contextRef="#ctx0" brushRef="#br0" timeOffset="-212036.86">12192 4927 518 0,'0'0'219'0,"0"0"-245"0,-2 0 237 0,0 0-116 16,0 0-56-16,-2 0 42 0,1 0-13 0,-1 0 18 15,0 0-39-15,0 0-13 0,1 2-1 0,1 0-3 0,0 0 11 16,0 1 2-16,-5 14 5 0,-3 3-6 0,1 3-5 16,2 1-6-16,1 0-5 0,2 4 1 0,4-2-14 0,0-2-4 15,0 0-1-15,0-3-3 0,0-3-4 0,2 3 0 16,0-5 5-16,0 1-4 0,0 0-6 0,2-1-26 16,-1-4-8-16,1-3-11 0,0-2-84 0,-4-5-88 15,2 2-33-15,18-2-23 0,-1 11-195 0</inkml:trace>
  <inkml:trace contextRef="#ctx0" brushRef="#br0" timeOffset="-211817.89">12401 4934 286 0,'0'-1'224'0,"0"-1"-161"0,0 0 209 16,0-2-74-16,-2 0-145 0,1 1 39 0,-1-1-11 15,0 2 14-15,0 0-49 0,0 0-20 0,0 1-4 0,0 1-3 16,1 0 7-16,-1 1 5 0,0 3 2 0,0 5-1 15,-4 14 5-15,3 1-6 0,-1 0-3 0,2-2-1 16,0 1-10-16,2-1-9 0,0-2 4 0,0 3-8 16,0-7-2-16,0 1-1 0,0-2 2 0,0-2-2 15,2-2-4-15,0 2-41 0,0-6-3 0,-2-5-15 16,0 0-61-16,4 2-105 0,-1 0-24 0</inkml:trace>
  <inkml:trace contextRef="#ctx0" brushRef="#br0" timeOffset="-211460.39">12362 4584 933 0,'0'0'60'0,"-2"0"11"16,1-2-6-16,-1 0-21 0,0 0 1 0,-2 0 47 0,0 0-8 15,1-1 2-15,1 1-13 0,0 0-61 0,0 0-9 16,0 0-2-16,0 0 0 0,1 0-1 0,-1 2 6 15,2 0 0-15,0 0 6 0,2 2 10 0,-1 0 2 16,3 2 2-16,13 7-1 0,5-4 2 0,0 18-8 0,3 1-4 16,-5 1 0-16,2 3-6 0,-1-4-1 0,-1 2 0 15,-1 4-1-15,3-5 0 0,-3 5-3 0,-5-2 3 16,-1 1-2-16,-3-1 12 0,-5 3-11 0,3 1 8 0,-3 3-9 16,1 0 16-16,16 0-5 0,-11-2 2 0,-7-1-3 15,-4-3 9-15,-4 8-5 0,1-1 3 0,-5-9-4 16,-1 7-5-16,-2-9 0 0,-2-2-3 0,-2 2 2 15,4-6-4-15,-2-3 0 0,-2 5-3 0,4-7 2 16,7-3-7-16,-7-2-17 0,2 1-3 0,1-5-9 16,4 0-32-16,3-3-65 0,1-2 0 0,-4 2-25 15,0-1-30-15,2-1-134 0,0 0-35 0</inkml:trace>
  <inkml:trace contextRef="#ctx0" brushRef="#br0" timeOffset="-210996.05">12977 4847 910 0,'0'0'33'0,"0"0"1"0,0 0 33 16,0-2 7-16,0 0 1 0,-2 1 42 0,0-1-46 16,0 0-5-16,0 0-15 0,1 0-31 0,1 0-6 15,0 0 1-15,0 2-1 0,0 0 25 0,0 0-2 16,0 2 5-16,0 0-5 0,0 2-2 0,0 0-13 0,-2 16 1 15,0-1-6-15,2 1-5 0,0-1-2 0,-2 1-4 16,0-1 2-16,0 1 2 0,0 0-7 0,1-1 4 0,-1 0-7 16,0-1 4-16,2-1-4 0,0 0 6 15,0-3-6-15,0 1 4 0,0-2 3 0,0-2-6 0,0-3 5 16,0-1-4-16,0 3 2 0,-2-1 1 0,2-2 0 16,-2-1 3-16,0-2-3 0,0-1-1 0,2-1-1 15,-3 0 1-15,-7 0-3 0,-1 2 3 0,6 1-3 16,-6-1 1-16,1-2 6 0,5 0-1 0,-1 1 4 15,4-3 1-15,1 0 2 0,-3 4-4 0,0 0 3 0,2-1-7 16,0 1 6-16,1 0 0 0,-1-2 3 0,2 0 5 16,0-1-2-16,2 1-4 0,-1 0 0 0,3 0-8 15,5 0-2-15,10-2 3 0,3 0-3 0,-3-2-2 0,-3 0 1 16,1 0-1-16,-6 0 2 0,2 1-4 0,-2-1-2 16,-1 0-2-16,-5 2 1 0,3-2-7 0,-3 2-20 15,1 0 1-15,-1-2-9 0,-1 2-20 0,0 0-63 16,-2 0-6-16,0 0-24 0,-1 0-66 0,1 0-90 15,8-11-46-15</inkml:trace>
  <inkml:trace contextRef="#ctx0" brushRef="#br0" timeOffset="-210796.08">12715 4786 1206 0,'0'-2'30'0,"0"0"-5"0,-2 0 10 0,0 1 23 16,1-1-15-16,-1 0 74 0,0 0-57 0,0 0 4 0,2 0-26 15,0 0-18-15,2 1 19 0,0-1-4 0,0 2 7 16,16-10-10-16,10 1-9 0,2 2-1 0,-8 1-5 16,6 1-13-16,-6 1 3 0,2 2-3 0,2 0 3 15,-5 2-7-15,-3 0-16 0,1 0-3 0,-4 2-7 16,1 2-34-16,-1 1-125 0,-2 1-10 0,2 3-56 16,-2 0-186-16</inkml:trace>
  <inkml:trace contextRef="#ctx0" brushRef="#br0" timeOffset="-210527.56">13254 4908 862 0,'0'0'52'0,"-2"0"9"0,0 2-10 16,0 0 1-16,-2 0-10 0,2-2 87 0,-9 15-24 16,0 3-7-16,2 5-8 0,0 1-26 0,1 0-16 15,-1 0 5-15,1 2-9 0,1 0 4 0,1 0-4 16,5-2-1-16,-1 0-2 0,0 1-12 0,-15-1-7 15,6 2-6-15,4-2 0 0,3-6-9 0,2 1-2 16,2-8 3-16,0-2-3 0,0 3 0 0,0-5 1 0,0 0-3 16,2 3 1-16,-2-7-10 0,0-1-22 0,0 0 4 15,2 2-10-15,0 0-15 0,-1-1-6 0,1-1-17 16,0 0 1-16,2 0-84 0,0-2-51 0,-1 0-18 16,1-2-11-16,-2 2-91 0</inkml:trace>
  <inkml:trace contextRef="#ctx0" brushRef="#br0" timeOffset="-210125.68">13209 4957 598 0,'0'0'86'0,"0"-2"162"16,-2 0-171-16,0 0 30 0,0 0 3 0,1 0 6 0,-1-1-13 16,0-1-26-16,0 0-8 0,0 1-4 0,2-1-23 15,0 0-7-15,0 0-6 0,0 1 3 0,0-1 3 0,2 0-4 16,0 1 4-16,2-1-6 0,7-4-16 0,5 1-1 15,1 1-3-15,-6 5 2 0,2 1-8 0,-2 0 2 16,-5 0 1-16,0 1 0 0,-3 1 4 0,1 2 2 16,2 3-2-16,1 10 1 0,-3 2 2 0,-4 1-6 15,0 1 3-15,-4-1-4 0,-2 0 1 0,-3 1 1 16,0-3-3-16,-2 1 2 0,0 0-11 0,3-6 3 16,-1 1-2-16,3-2 2 0,1-1 0 0,1-2-6 15,2 4 1-15,2-4-2 0,0 2 0 0,0 1 8 0,2-5-3 16,2 6 3-16,1-2-8 0,3 2 8 0,3 4 0 15,-2-4 1-15,0 0 1 0,-5-4-2 0,9-1 0 16,-2-1 0-16,0 2-5 0,-1 1 10 0,-3-1-5 16,-1-2 6-16,-4-1-1 0,-2-4 19 0,1 1-4 15,1 1 9-15,-2-2-6 0,0 7 0 0,0-3-1 0,-3 1-1 16,-1 6-9-16,-26 0-1 0,-1 4-2 0,-1-2-1 16,0-4-3-16,3-2-3 0,1-5 4 0,4 1-4 15,3-3-1-15,5 4-34 0,3 3-2 0,3-3-14 16,7-4-40-16,1-2-155 0,-2 1 8 0,2 1-69 15,0 0-99-15</inkml:trace>
  <inkml:trace contextRef="#ctx0" brushRef="#br0" timeOffset="-209624.34">13669 4853 436 0,'0'0'152'15,"0"0"-14"-15,-1 0-7 0,-1 0 30 0,0-2-72 0,-2 0 49 16,0 0-14-16,3 2-7 0,-7-2-7 0,3 2-42 15,1 0-20-15,0-2 4 0,0 1-11 0,3-1-15 16,-1 2-1-16,0 0-6 0,0 0 4 0,0 0-3 0,0 0 5 16,2 0-5-16,0-2 4 0,2 0-9 0,0 0 5 15,2 2-1-15,20-7 0 0,-4 1-12 0,-1 2-3 16,-1 1-1-16,-1-1-1 0,-4 2-3 0,-2 0 4 16,-3 1 0-16,1-1 4 0,-3 2-4 0,-1 0-5 15,1 0-7-15,-3 0-1 0,1 0-31 0,0 0-14 16,0 0-15-16,-1 0-4 0,-1 0-92 0,0 2-95 15,0-1-43-15</inkml:trace>
  <inkml:trace contextRef="#ctx0" brushRef="#br0" timeOffset="-209444.28">13597 5037 558 0,'-2'0'180'0,"0"0"15"0,0 0-63 0,1 0-33 0,-1 0-47 16,0 0 76-16,0 0 0 0,0 0-3 0,0 0-10 15,0 0-64-15,2 0 0 0,0 0-1 0,0 0 1 16,0 0-6-16,2 0-21 0,0 0 1 0,0 0-9 16,0 0-10-16,18-4-2 0,3-4-3 0,-3 3 1 15,4-3-4-15,-3 3-30 0,-1-1-12 0,-1 1-18 16,-1 1-147-16,-1 0-152 0,1 1-97 0</inkml:trace>
  <inkml:trace contextRef="#ctx0" brushRef="#br0" timeOffset="-208629.48">14121 4712 359 0,'0'-2'58'0,"0"0"-4"0,0 0 94 15,0-2-18-15,0 1 21 0,0-5-37 0,0-1-16 0,-2-4-1 16,2 11-6-16,0-2-7 0,0 3-19 0,-2-3-2 16,0 0-7-16,0 0-20 0,0 1-4 0,1 1-4 15,-1 0 0-15,0 0-14 0,0 0 5 0,0 2-1 16,0 0 2-16,0 0 3 0,1 2 7 0,-1 0-4 15,0 4 4-15,-4 12-3 0,-1 3 0 0,-1 1 1 0,3-2-2 16,-1 1-3-16,3-1-1 0,-1-1-1 0,0-3-1 16,2 3-10-16,0-2 0 0,1-1-1 0,1 1 0 15,0 2 2-15,0-6-3 0,1 1-2 0,1 1 1 16,2-2 4-16,2 0-2 0,-1-2 0 0,1-1-3 16,1-1-6-16,-5-2 5 0,11-1 3 0,4 0-2 15,-2-5-2-15,-1 11 7 0,-1-5 1 0,-1-1 2 16,6-1-2-16,-3-3-2 0,3-2-3 0,-1-2 2 0,-6-2 2 15,8-5-2-15,-6 2-3 0,0 5 1 0,0-19-5 16,-8-1 7-16,3-2-2 0,-4-2 4 0,-1 2 0 16,14-2 6-16,-4 0 1 0,-6 2 1 0,-3-2 7 0,-2 2-8 15,0 3 6-15,-2-1-8 0,0 5-4 0,-2 2-6 16,-2 2 0-16,1 0 0 0,-1 4-2 0,-4-2 0 16,7 7-2-16,-3 2 0 0,-17-11-5 0,8 8-20 15,-3 1 1-15,-3 4-10 0,2 2-34 0,-5 9-212 16,-2-9-80-16</inkml:trace>
  <inkml:trace contextRef="#ctx0" brushRef="#br0" timeOffset="-199412.68">18594 6761 47 0,'0'0'0'0,"0"0"65"15,0-1 23-15,0-1-16 0,0 0 30 0,-2 0-4 16,0 0 14-16,0 0 39 0,0 0 0 0,0-1-23 0,0-1-67 16,1 0-4-16,-1 2-5 0,0-1 3 0,0 1 7 15,0-2-8-15,0 2 4 0,0-1-6 0,1 1 4 16,-1 0-15-16,0-2 9 0,0 2-11 0,0 1 4 0,0-1-10 16,0 0-2-16,1 0 0 0,-1 0 8 0,0 0-4 15,0 0 3-15,-2 1-5 0,2-1-4 0,-1 2 0 16,1 0 2-16,0 0-1 0,0 2-9 0,0-1 1 15,-1 3-7-15,-7 11 6 0,-1 7-6 0,2 2-2 16,1 0 2-16,3 4-1 0,1-4-2 0,-1 4-1 16,1 4 0-16,0-4 1 0,0 3-1 0,3-1 2 15,-1 0-8-15,0 1 6 0,2 1-8 0,0-4 1 16,0-4 0-16,0 2 0 0,0-4-2 0,0-1 5 16,2 1 0-16,-2-5 2 0,2 3-2 0,-1-3-1 0,1 1 0 15,0-1-2-15,0-2 0 0,0 0 3 0,0-1-1 16,-2-1 2-16,0-1-8 0,0-3 7 0,0 0-5 15,0-3 7-15,0-1-3 0,0 1-6 0,0-4 4 16,0 0-4-16,0-1 3 0,0 3-5 0,0 0 2 0,0 0-1 16,0-1 4-16,0-1-6 0,0 0-2 0,0 0-2 15,0 0-14-15,0 0-6 0,0-1-6 0,0 1 0 16,0-2-26-16,0 0-36 0,0 0 0 0,0 0-14 16,0 0-19-16,0 0-19 0,0 0-6 0,0 0-6 15,0 0-51-15,0 0-29 0,0 0-50 0</inkml:trace>
  <inkml:trace contextRef="#ctx0" brushRef="#br0" timeOffset="-199003.24">18380 7391 158 0,'-2'0'61'15,"0"0"-20"-15,0 0 71 0,1-2-16 0,-1 0 3 0,-2 0-17 16,-2 0-3-16,-3-3-2 0,-2-1 12 0,2 1-9 16,1 1 0-16,1 0-7 0,3 2-19 0,0 1-3 15,1-1 4-15,1 2-4 0,-2-6-5 0,4 4 0 16,-4-3-9-16,1 1 6 0,1 0-17 0,0 1-9 15,0 1 6-15,0 0-7 0,0 0 9 0,1 0-9 16,1 2 1-16,0 0-4 0,0 0-6 0,0 2 1 0,1 0 1 16,1 2 1-16,2 5 0 0,3 8 6 0,3 1-8 15,-1 1 8-15,0 1-7 0,1 1-3 0,-1-1 9 16,0-1-8-16,0 1 3 0,1-3 9 0,-3-2-9 16,1-2 10-16,1 0-6 0,-2-2 2 0,-5-4-2 15,13 1 0-15,-4-1-6 0,4-3 3 0,-2-2 1 0,0 7-1 16,-2-4-5-16,0 1 3 0,0-4-1 0,-1 0 2 15,-1-2-2-15,0 0-2 0,-1-2 0 0,-3 0 0 16,1-2 5-16,1-1-7 0,1-6 0 0,-1-8-3 16,1 0-2-16,-1 1 1 0,4-3 0 0,-2 1 1 15,3 1 6-15,1 1-1 0,-1-3-3 0,1 5 0 16,2-1-4-16,-5 4 4 0,3 0 1 0,-4 2 2 16,-4 2-2-16,3-1 3 0,-6 5-1 0,1-1 1 15,-3 4-4-15,0 1-24 0,0-1-9 0,4-2-8 0,-2 0-58 16,0 1-166-16,0 1-40 0</inkml:trace>
  <inkml:trace contextRef="#ctx0" brushRef="#br0" timeOffset="-198472.67">19286 6680 539 0,'0'0'428'0,"-2"0"-606"0,0-2 507 16,0 0-291-16,1 0-21 0,-1-1 36 0,-2-1 7 15,0 0 4-15,1 0-10 0,-1 1-16 0,0-1-9 0,1 0 2 16,1 1-9-16,0 1 8 0,0 0-4 16,0 0 5-16,0 0-6 0,0 0 1 0,1 2 7 0,-1 0-5 15,0 2-3-15,0 2-4 0,-4 11 2 0,-3 13-1 16,4-1 0-16,1 3-10 0,4 0 0 0,0-1-1 15,0 3-2-15,2 3 2 0,0 1-3 0,-2-3 3 16,0 0 0-16,0-3-5 0,0 0 0 0,0 1-2 16,0-1-1-16,0-8 5 0,0 3-4 0,-2-9 5 0,0-1-3 15,-2 4 3-15,0-6-4 0,1-2 3 0,-1 0 0 16,2-5-7-16,-2 1 9 0,3-3-9 0,-5-1 6 16,-1-1 5-16,1 0-3 0,0 0 5 0,3 0-2 0,-1 0 9 15,0 0-4-15,1-1 3 0,1-1-7 0,-2 2-5 16,0 0 0-16,1 0-2 0,1 0-9 0,0 0 10 15,0-2-5-15,2 0 8 0,0 0-5 0,0 0-4 16,2 0 7-16,0 0-7 0,1-2 1 0,1 0 3 16,9 0-5-16,4-2 6 0,0 1 2 0,-1-1-5 15,-1 2 1-15,0 0-2 0,0 2 4 0,-2 0-1 16,-2 0 3-16,2 0-4 0,0 0-4 0,-2 0 4 16,0 0-1-16,-2 0 3 0,3 0-4 0,-3 0-2 0,0 0 2 15,-1 0-1-15,-1 0 10 0,-1 0-4 16,-3 0-4-16,3 0 1 0,-2 0-4 0,-3 0-24 0,1 0-6 15,0 0-9-15,2-2-37 0,0 1-65 0,-1-1-3 16,1-2-29-16,-2 0-75 0,0 1-58 0,0-3-88 16</inkml:trace>
  <inkml:trace contextRef="#ctx0" brushRef="#br0" timeOffset="-198239.97">18969 6734 1048 0,'-2'0'28'0,"0"-2"-1"16,0 0 23-16,0 0 3 0,0-2-1 0,2 2 36 16,-5-9-24-16,1 0 0 0,0 0-10 0,4-2-19 15,2 2 15-15,4-2 1 0,3 0 5 0,11 0 5 16,14-2-6-16,-1 0-6 0,1 4 0 0,-3 0-29 0,-3 4-13 16,0 1 1-16,-2 4-5 0,-2-15 3 0,-3 8 4 15,-3 4-2-15,-3 3 1 0,0 2-19 0,-2 2-48 16,2 1 5-16,-1 1-22 0,1 2-29 0,-2-1-160 15,2 4-20-15</inkml:trace>
  <inkml:trace contextRef="#ctx0" brushRef="#br0" timeOffset="-197896.87">19737 6825 764 0,'0'0'46'0,"0"0"-2"0,-2 0 17 0,1 0 10 0,-1 0-8 15,-2-2 80-15,-5 0-50 0,-4 0 9 0,5 2-28 16,3 0-20-16,-6 0-15 0,5 0-3 0,-3 4-2 16,3-1 2-16,2 3 5 0,3 20-3 0,-1 2 2 15,-2 0-12-15,2 1-5 0,-5-3 3 0,5 6-5 16,-6-2-5-16,5 1 3 0,-3-1 0 0,1-2 1 16,1 0-4-16,-4-4-2 0,3-2-2 0,3 0 2 15,-9-5 3-15,2 2 6 0,5-6-6 0,2-6 6 0,2 1-9 16,0-3-5-16,0-1 5 0,0 0-6 0,2-1 11 15,2 1-5-15,3 2 0 0,13 3-2 0,-1-4 0 16,0-1 1-16,1-2 0 0,-1-2 1 0,5 0-6 0,2-2 3 16,-6 0-3-16,2-1 4 0,-5-1-4 0,0 0-5 15,0 0 1-15,-1 1-3 0,-3-1 1 0,0 2 5 16,-3 0-2-16,-3 0 2 0,2 1-6 0,-5 1 8 16,2-2-8-16,-3 2 6 0,1 0-14 0,0 0-25 15,-3 0-6-15,1 0-11 0,0 0-47 0,2-2-91 16,0-2-5-16,-1 0-39 0,1 1-103 0</inkml:trace>
  <inkml:trace contextRef="#ctx0" brushRef="#br0" timeOffset="-197614.44">19715 7038 800 0,'-2'0'74'0,"0"0"166"16,0 0-204-16,-1 0 53 0,1 0 4 0,-2 0 15 15,-3 0 3-15,5 0-45 0,-2 0-10 0,0 0-10 16,3 0-20-16,-1 0 19 0,0 2 2 0,2 0 3 16,0-2-6-16,2 0-1 0,0 0 1 0,5 0-2 15,21 0-13-15,-2-2-8 0,0 0-2 0,-4-2 0 0,-5 3-8 16,3-3-5-16,-3 2-2 0,-4 0 1 0,2 0 2 16,-4 0-5-16,-2 2 1 0,-1 0-3 0,-1 0-6 15,-3 0-25-15,1 0 2 0,-1 0-10 0,0 0-6 0,-2 0-57 16,1-1-15-16,1-1-19 0,0 0-82 0,-2 0-21 15,-1 0-18-15</inkml:trace>
  <inkml:trace contextRef="#ctx0" brushRef="#br0" timeOffset="-197430.48">19639 6784 719 0,'-2'0'78'0,"0"0"-4"0,0 0 36 16,-1 0-4-16,-5 0-10 0,-1 0 15 0,7 0-18 0,-2 0 1 15,1 0-14-15,1 0-34 0,0 0 23 0,2 0-4 16,0 0 10-16,2 0-6 0,1 0-10 0,18 0 2 15,14 0-4-15,-3 0 3 0,-1-2-10 0,6-2-8 16,-3-1-1-16,-3 1-30 0,-1 0 2 0,-4 0-3 16,-5 3 3-16,-1-1-10 0,-2 0-4 0,1 0-13 0,0 0 0 15,-5 0-65-15,1 0-193 0,0-1-98 0</inkml:trace>
  <inkml:trace contextRef="#ctx0" brushRef="#br0" timeOffset="-196397.21">20071 11450 88 0,'0'0'126'0,"0"0"-25"0,-1-2 55 15,-1 0 12-15,0 0-72 0,0-2-25 0,0 1 30 16,-2-7-15-16,-1-3 17 0,-1 0-32 0,3 2-15 15,-1-4 6-15,0 2-11 0,2 2-13 0,0-2-9 16,1 0-1-16,1 2-2 0,0 2-4 0,0 1 6 16,0 5-7-16,0-1 6 0,0 2-6 0,1 0 10 15,1 0 3-15,0 2 1 0,0 2 4 0,-2 0-8 0,11 30-3 16,-2 1 0-16,-1 4-11 0,-3 2 0 0,-1 0 0 16,0 2 0-16,-2 0 0 0,0-2-7 0,-2 4-3 15,0-6 0-15,0 6 2 0,0-6-3 0,0-4 5 16,0 6-5-16,0-9-6 0,-2-1 8 0,2-3-8 0,-2-3 9 15,0-1-7-15,0-3 2 0,0-3 1 0,0-3 1 16,-1-2 3-16,-1 1-5 0,0-1 2 0,4-9-3 16,-2 1 1-16,1 1-2 0,-3 0 5 0,2-4-4 15,-7 5 2-15,-1-1 0 0,1 0-5 0,-2-2 3 16,0-2-2-16,2 0 0 0,1 0 1 0,1 0-1 16,1 0 6-16,1 0 3 0,-3 0 1 0,3-2 0 0,-1 0-1 15,4 2 6-15,-2-2-1 0,1 0 1 0,1 2-5 16,0-2-1-16,0 0 3 0,2 1-2 0,0-1 7 0,2 0-9 15,0 0 0-15,11-2-3 0,15-3 0 0,3-2 0 16,5-1-4-16,1 3 3 0,-2-1-6 0,0 5 1 16,2-1 3-16,1 0 0 0,-5 4 0 0,-1 0-2 15,-3 0 2-15,-5 0-1 0,2 2 7 0,-1 0-8 16,-7 2 4-16,-1-1-4 0,-2-1 0 0,-4 0-9 16,0-2-1-16,-4 0-5 0,1 0-16 0,-3 0-12 15,-1 0-20-15,0 0 0 0,0 0-95 0,-3-2-64 16,1 0-22-16,0 1-15 0,-2-3-95 0</inkml:trace>
  <inkml:trace contextRef="#ctx0" brushRef="#br0" timeOffset="-196164.2">19875 11401 1418 0,'-2'0'60'0,"0"0"-56"0,0 0 64 0,-2 0-27 15,1 0-26-15,-1 0 29 0,0-1-6 0,2-1 16 16,1 0-2-16,1 0-11 0,0 0-1 0,1 0-6 16,9-3-22-16,21-8-4 0,3 2-4 0,-1 3 2 0,0 3-2 15,1 3-7-15,-1 0-4 0,1 2-5 0,-3 4-35 16,5 3-19-16,1 4-4 0,0 2-18 0,4 2-158 16,0 0-232-16</inkml:trace>
  <inkml:trace contextRef="#ctx0" brushRef="#br0" timeOffset="-195821.2">20794 11686 723 0,'-2'0'91'0,"0"0"193"0,0 0-260 0,0 0 13 16,-1 1 6-16,-1 1 6 0,0 0 45 0,2-2-21 0,-3 6 1 15,1 14-11-15,-2 2-14 0,3 4-14 0,-3 2 4 16,2 2-9-16,-14 1-3 0,5 3-1 0,4 1-5 15,1-1 3-15,3 3-1 0,1 0-3 0,0 0 4 16,2 0-4-16,2-2 5 0,0-7-1 0,-2 0 3 16,2-2-2-16,0 0-1 0,0-4 9 0,0 1-9 0,0-5 9 15,0 1-15-15,0-2 0 0,2-3 4 0,0-2-2 16,2-1 3-16,0-2-8 0,-3-3-5 0,-1-5 1 16,8 3-5-16,9 7 5 0,1-1 1 0,3-3 0 15,1-3-6-15,0-4 2 0,2-2-3 0,-1-2 3 16,1-1 3-16,-6-1-5 0,1 0 4 0,-2 1-7 15,-1 1 1-15,-1 0-1 0,-2 3 0 0,-2-1-2 16,-3 0-6-16,-1 0-20 0,1 0-10 0,-3 0-3 0,3 0-36 16,-3 1-81-16,1-1-4 0,1 0-33 0,1-2-59 15,-3 2-80-15</inkml:trace>
  <inkml:trace contextRef="#ctx0" brushRef="#br0" timeOffset="-195545.43">20775 12168 1014 0,'0'0'36'0,"-2"0"3"0,0 0 6 0,-1 0-1 16,-1 0-2-16,2 0 52 0,-3 0 5 0,-1 0-2 16,-1 0-3-16,5 0-37 0,0 0-14 0,-2 0-7 15,0 0 0-15,3 0-6 0,-1-2 3 0,2 1 5 16,0-1-4-16,2 0-2 0,-1 0 7 0,5 0-6 15,22-7 6-15,2 1-5 0,-4 3-15 0,0 1 3 0,-2 0-8 16,0 3-5-16,-4-1-7 0,-1 2 2 0,-2 0-4 16,1 0 8-16,-1 0-8 0,-4 0 2 0,2 0-6 15,-6 0-12-15,2 2-22 0,-3-2-1 0,-3 0-7 16,3 0-9-16,-7 0-87 0,5 0-4 0,-2 0-36 16,-1 0-83-16,1 0-72 0</inkml:trace>
  <inkml:trace contextRef="#ctx0" brushRef="#br0" timeOffset="-195324.65">20747 11804 1355 0,'-2'0'56'0,"-1"0"106"0,-3 0-126 0,-3-2 4 16,3 1 6-16,3-1 0 0,-1 0 27 0,2 0-22 15,0 0 1-15,0 0-8 0,2 1 10 0,2-1-13 16,0 2 6-16,31-2-11 0,6-11-14 0,2 2-8 15,2 1-4-15,2-3 1 0,-1 4-4 0,1 2 2 16,-3-1-5-16,-3 3 2 0,-5 1-18 0,1 2-36 16,-5 0-3-16,-4-14-19 0,3 3-95 0,-4 7-112 0,-3 2-46 15</inkml:trace>
  <inkml:trace contextRef="#ctx0" brushRef="#br0" timeOffset="-195088.54">21629 11606 1504 0,'0'0'18'16,"0"0"1"-16,-2 0 15 0,1 0 2 0,-1 0 2 0,0 0 41 16,2 0-18-16,0 0 2 0,0 0-10 0,2 0-19 15,0 0-12-15,1 0-4 0,7 0-1 0,14 0-9 0,-4-2-2 16,1 0-5-16,-1 0 2 0,-3 0-9 15,-2 0-30-15,-4 2 2 0,0 0-15 0,2 0-19 0,-9 0-75 16,1 0-29-16,-1 0-24 0,0 0-159 0</inkml:trace>
  <inkml:trace contextRef="#ctx0" brushRef="#br0" timeOffset="-194932.21">21590 11838 965 0,'-2'0'46'0,"1"0"98"0,-1 2-124 0,0-1 45 0,0 1 1 16,0 2 18-16,0 9 32 0,2-4-28 0,0 4 6 15,2-3-14-15,0-5-5 0,4 4-13 0,-5-5-7 16,16 0-1-16,5 1-6 0,4 12-8 0,0-6 2 16,-1-3-8-16,1-5-13 0,-2-3-9 0,4-1-2 0,-2-1-3 15,-4-2-21-15,-2 0-74 0,2-3-68 0,-5-1-32 16,9-5-511-16</inkml:trace>
  <inkml:trace contextRef="#ctx0" brushRef="#br0" timeOffset="-194263.8">23230 10841 481 0,'0'0'170'0,"-2"-2"-216"16,0 0 201-16,0 0-106 0,-2 0 5 0,3 2 16 16,-11-5-4-16,1-1 7 0,2 2-7 0,0 3-18 15,-2-1 4-15,-1 2-9 0,-1 0 5 0,4 2-6 16,-4 3 3-16,2 3-5 0,-2 8 1 0,0 18 1 16,0 5 3-16,2 2-2 0,-2 11-5 0,6 3 1 0,-5 5-6 15,5 5 5-15,-2-6-7 0,-1 2-6 0,1 1 0 16,0-3-1-16,5 2 0 0,0-1 0 0,1 1-2 15,-25 2 1-15,15 0-4 0,7 0 6 0,6 0 2 16,6-5 0-16,3-2-9 0,0-6 0 0,3-6-4 0,-1-5 4 16,2 0 4-16,0-5-6 0,2-4 5 0,-2-4-7 15,1-2 0-15,-12-2-9 0,19-5 3 0,-1-1-4 16,2-4-1-16,-1-1 4 0,-1 0 0 0,-1-4 3 16,-4 1 0-16,-2-5-27 0,-2 7-10 0,-2-5-7 15,0-1-46-15,1-2-92 0,-1 0-6 0,2-2-44 16,2-2-164-16</inkml:trace>
  <inkml:trace contextRef="#ctx0" brushRef="#br0" timeOffset="-193968.21">23389 11491 1220 0,'0'0'13'0,"0"0"0"0,-1 0 5 16,-1 0 12-16,0-2-4 0,-2 2 64 0,0 0-3 16,1 0-4-16,-1 0-3 0,0 0-29 0,2 0-7 15,1 0-2-15,-1 0-1 0,0 2-5 0,0-1 6 16,0 3-4-16,-2 4 4 0,-3 12-2 0,3 6-1 0,2 2 4 16,1 2-4-16,1 3-4 0,0 0-14 0,0 3 5 15,0 3-7-15,0 0-1 0,0 0-11 0,0-4-1 16,0-4-1-16,0-3-2 0,0-2-1 0,0 0-1 15,0 0-1-15,1-3-8 0,1-3-50 0,0-5-7 0,0-4-21 16,2 2-93-16,-1-6-113 0,-1-3-50 0</inkml:trace>
  <inkml:trace contextRef="#ctx0" brushRef="#br0" timeOffset="-193770.1">23575 11721 1283 0,'-2'0'44'0,"0"0"86"0,1 0-111 0,-1-2 0 16,2 0 9-16,0 0 0 0,0 0 44 0,0 1-11 16,2-1 2-16,-1 0-7 0,1 2-18 0,24-11-2 15,2 0 1-15,-2 1 0 0,4 1-3 0,1 0-12 16,1-1 1-16,-1 1-5 0,-1 0-7 0,-2 1-5 16,-2 1-4-16,-4 1 1 0,2 1-6 0,-3 1-21 15,-3 0-8-15,-3 3-4 0,-2-1-20 0,-3 2-59 16,1-2-23-16,-6 2-26 0,1 0-185 0</inkml:trace>
  <inkml:trace contextRef="#ctx0" brushRef="#br0" timeOffset="-193502.34">23911 11431 679 0,'0'0'166'0,"-2"0"23"0,0-2-55 0,1 0-52 0,-1 1-31 16,0-1 10-16,-2 0 34 0,0 0-3 0,1 0 9 15,-1 0-31-15,0 0-10 0,1 1-10 0,-1-1 3 16,0 2-20-16,2 0 2 0,0 0 0 0,1 2 0 16,-1-1-2-16,0 3-12 0,-7 20 2 0,1 6-5 15,3 2-2-15,1 1-13 0,2 2 3 0,0 2-5 16,2 1 9-16,-2-1-5 0,0 0-1 0,2-4-2 0,0 4-7 16,0-5-16-16,0-1-4 0,4-3-7 0,0-5-38 15,1-5-10-15,3-3-31 0,-1-4 4 0,-1-3-146 16,9-5-158-16</inkml:trace>
  <inkml:trace contextRef="#ctx0" brushRef="#br0" timeOffset="-193237.76">24366 11492 816 0,'-2'0'158'0,"0"-1"24"0,0-1-60 15,1 0-50-15,-3 0-29 0,0 0 23 0,1 0 15 0,-1 0-1 16,0 1 1-16,-1-1-28 0,-1 0-18 0,2 2 0 15,-1 0-5-15,3 0 8 0,0 0-6 0,0 0-1 16,-2 4-3-16,-9 14-7 0,0 14 9 0,4 3 1 16,4 4 1-16,1 6-8 0,2 1 9 0,0 2-3 15,0 4 5-15,2-2-9 0,-3-1 0 0,3 3-6 0,-2-2 4 16,0-2-7-16,2 0-1 0,-2-7 4 0,-2-2-4 16,1-4-3-16,-1-3-7 0,-2-2-1 0,3-2-1 15,-1-2 5-15,0-2-9 0,2-4 1 0,0-5-5 16,1 0-9-16,1-6-32 0,0-1-7 0,0-5-10 15,0 1-50-15,1 0-87 0,1-2-1 0,0-1-39 16,2-1-109-16</inkml:trace>
  <inkml:trace contextRef="#ctx0" brushRef="#br0" timeOffset="-192737.87">24216 11439 1075 0,'-2'0'21'0,"0"0"0"0,0 0 13 15,0-2 7-15,0 0-2 0,1 0 43 0,-1 0-28 16,0 0 0-16,0 0-11 0,2 1-6 0,0-1-5 0,2 0 2 16,2-2-3-16,10-5 5 0,9-2 3 0,1 1 1 15,4 3-2-15,1 1-1 0,-1 5-1 0,0 1-4 16,-9 1 0-16,-5 3-15 0,-1 2 9 0,-7-3-5 15,0 16 5-15,-5 5-7 0,16 2-4 0,-6 0 11 0,-5 2-10 16,-6 2 6-16,-4-4-4 0,-3 0-5 0,-4-2 1 16,-1-4-5-16,-1-1-5 0,8-2 0 0,-16-3-1 15,5-1 2-15,3-3 1 0,-2-3-4 0,6-1 2 16,3-4-3-16,2-1-9 0,3-1 5 0,-3 4-8 16,0 0 4-16,2-2-2 0,0 0-2 0,2-1 2 15,0 1 9-15,2 0-5 0,2 0 5 0,2-2-6 0,10 2 4 16,5 0 4-16,1 1-2 0,0 1 3 0,-3 0-8 15,-3 0 4-15,1 1 0 0,0 3 2 0,-4-1-7 16,-2 0 11-16,-5-3-3 0,-3-2 9 0,3 11 3 16,5 4 2-16,-2-3-4 0,-3-1 4 0,-1 4 0 0,-3-4 2 15,-2-2 2-15,-2 0-2 0,-1 1-7 0,-3-1 3 16,1-2-5-16,-1-2 5 0,-3 1-5 0,-10-4-7 16,-3 1 7-16,3-1-8 0,3 7 6 0,1-2-16 15,4-3-6-15,1-4-6 0,-3 0-34 0,4-2-24 16,3 0-15-16,3 0-8 0,-1-2-98 0,2 0-123 15,-2-9-12-15</inkml:trace>
  <inkml:trace contextRef="#ctx0" brushRef="#br0" timeOffset="-192446.31">24609 11145 1375 0,'-2'-2'25'0,"1"1"47"15,-1-1-59-15,-2 0 53 0,0 0 0 0,1 0 20 16,-1 0 12-16,0 0-48 0,0 1-2 0,1-1-16 16,1 0-22-16,0 0 2 0,0 0 0 0,2 0 2 15,0 0 6-15,2 1 10 0,0-1 0 0,0 2 3 16,24 0-3-16,3 3-6 0,5 5 5 0,1 3-4 0,0 4 8 16,3 5-15-16,-5-14 0 0,-3 25-5 0,-1 8 2 0,-3-2-6 15,-3 6 4-15,-7 0-4 0,1 0 3 16,-9-1-8-16,1 1 5 0,-4 0-5 0,20-1 1 0,-13 3 3 15,-6-2-1-15,-6 1 2 0,-2-1 7 0,-5-2-8 16,-2 0-1-16,-1-8-2 0,-3 0 2 0,0-1-6 16,2-8-1-16,-2 0-5 0,0-1-23 0,4-7-46 15,0-1-18-15,3-4-16 0,0-1-112 0,5-7-174 16,-1 1-18-16</inkml:trace>
  <inkml:trace contextRef="#ctx0" brushRef="#br0" timeOffset="-191943.26">25456 11338 1243 0,'-2'-2'41'0,"0"1"93"15,0-3-114-15,1-2 62 0,-3-3 5 0,2 3 17 16,-2-1-3-16,2 3-50 0,1 1-8 0,-1 1-10 15,0 0-16-15,0 0 8 0,0 2 0 0,2 2 4 16,0 0-4-16,0 0 1 0,0 24-3 0,0 1 4 0,2 1-2 16,0 0 0-16,0 2-3 0,1 0 2 0,1-3 2 15,-2 3-13-15,0 0 5 0,0 0-9 0,0-1 2 16,-2-1-11-16,0 0 6 0,-2 0-5 0,0 0 6 16,0-2-22-16,0 0-8 0,0-4-6 0,0 4-26 0,-1 2-7 15,1-4-12-15,0-4-2 0,0-3-60 0,0-2 1 16,0-2 0-16,1 0 5 0,-1-6 32 0,2-5 49 15,0 0 10-15,-2 2 12 0,-2-1 35 0,0-1 30 16,-3 2-8-16,-2-2 16 0,1 0 9 0,-3-2 19 16,4 0 0-16,-1 0 4 0,1 0-4 0,3 0-12 15,2 0 1-15,-1 0-7 0,-1 0-9 0,0 0 9 16,2 0-2-16,0 0 5 0,1 0-9 0,1 0-1 16,0-2-6-16,1 0 3 0,1 0-8 0,4 0-6 0,20-9 3 15,0 0-5-15,2-2-1 0,-2 2-6 0,2-4-6 16,-2 2 1-16,1 0-11 0,-2 2-6 0,-5 2 7 15,2-1-7-15,-5 3 8 0,-2 1-13 0,0-1-4 16,-6 3-3-16,0-1-16 0,-1 1-29 0,5-4-12 0,-2 3-11 16,2-1-84-16,-2 1-24 0,-2-1-14 0,-1 3-4 15,-1-3-84-15</inkml:trace>
  <inkml:trace contextRef="#ctx0" brushRef="#br0" timeOffset="-191725.51">25222 11435 765 0,'-4'-2'206'0,"-18"-9"437"0,-4-2-603 16,9 4-7-16,4-1 7 0,8 7-1 0,3-1 39 0,-2-4-16 15,-1-3-4-15,3 4-4 0,2-2-17 0,2-3 11 16,5 1-5-16,6-4 6 0,20 2-15 0,5-1-9 16,1-1 0-16,1 4-5 0,3-1-10 0,-4 3 3 15,4 2-3-15,-4 3 2 0,-6 0-8 0,1-16-5 16,-5 9-4-16,-1 5-4 0,-2 4-30 0,-4 2-70 15,3 4-19-15,-5 0-23 0,6 3-128 0,2 2-307 16</inkml:trace>
  <inkml:trace contextRef="#ctx0" brushRef="#br0" timeOffset="-191488.67">25931 11591 1150 0,'-2'2'97'15,"1"0"10"-15,-3-1-43 0,2-1-9 0,-7 12-30 16,5 8 58-16,0 4 21 0,-3 2-4 0,-1 4 3 16,3 1-46-16,-1 1-12 0,3 3-7 0,-18 0 1 15,10 1-8-15,5-1-3 0,5 0 0 0,-3 2-2 16,0 1 1-16,2-3-7 0,0-4 2 0,1-1-6 16,1 0-8-16,0-6 1 0,-2 2-2 0,0-4 1 0,0-3 0 15,0-2-10-15,2-4-2 0,0-4-7 0,0-2-33 16,0-3-39-16,0-2-12 0,0 2-16 0,0-1-132 15,0-1-169-15</inkml:trace>
  <inkml:trace contextRef="#ctx0" brushRef="#br0" timeOffset="-191113.67">25844 11583 1436 0,'0'-1'37'0,"0"-1"90"0,-2 0-124 0,2-2 62 0,0 0 1 16,0-1 22-16,6-6 6 0,3 0-44 0,6 3-4 16,13-1-11-16,0 1-17 0,-1 3-2 0,3 3 5 15,-2-17-5-15,-2 10-6 0,-7 5-6 0,-1 4-1 0,-7 2 0 16,-3 0 7-16,-5 0 5 0,-1 9-2 0,15 15 3 16,-8 2-2-16,-7 0-5 0,-4 3 4 0,-7 1-4 15,-4 0-3-15,-4-3-1 0,15 3-2 0,-20-4 0 16,-4-4-4-16,6 0 1 0,-1-7-4 0,3-3 2 15,5-1-18-15,5-5-12 0,3-1-6 0,1-1 1 16,0 1 7-16,2 1 6 0,2-3 2 0,0 1 0 16,2-2 6-16,0-3 6 0,20 3 6 0,4 2-1 0,-1 3 8 15,-1 4-6-15,4 4 6 0,-6 1-4 0,-2 5 11 16,-1-1 25-16,-4-7-10 0,-2 3 16 0,-4-5-4 16,-2 4 17-16,1 2 8 0,-4-3 1 0,-3 5 17 15,11-5-9-15,-3 3-6 0,-5 0-1 0,-4-5-26 0,-4 5-14 16,-2-2-2-16,-5-1-5 0,4 3-8 0,-23 0-13 15,-2-3 1-15,-3-1-10 0,0 0-36 0,-4-2-110 16,2-4-48-16,5-5-43 0,8-2-382 0</inkml:trace>
  <inkml:trace contextRef="#ctx0" brushRef="#br0" timeOffset="-189286.83">19043 9042 258 0,'0'0'25'0,"-2"0"-2"0,0 0 29 0,0 0 1 0,-1 0 3 16,-1 0 24-16,-2 0-10 0,-7 1 2 0,6-1-7 15,-1 0-16-15,-3 2 7 0,6-2-11 0,-8 2 9 16,2 0-10-16,-1 0-1 0,-6 2 6 0,10-3-5 16,-5 1-1-16,-1 2 3 0,4-2 0 0,-1 0 3 15,2 0 0-15,-8 1-3 0,4 1 4 0,-2 0-3 16,0-2 6-16,4-1-9 0,0 1 1 0,0 0-1 15,0 0 9-15,3-2-5 0,-1 0-4 0,0 0 0 0,1 0-4 16,3 0-7-16,1 0 1 0,0 0-5 0,3 0-12 16,-3 0-5-16,0 0-3 0,0 0-2 0,1 0-12 0,1 0 5 15,0 0 0-15,0 0 2 0,2 0-2 0,0 0 2 16,2 0 0-16,0 0 3 0,28-4-7 0,3 1 7 16,6-3-5-16,2 0 7 0,0 1-6 0,3-3 2 15,-1 1 2-15,0 1-2 0,-1 1-3 0,-6-1 3 16,-3 3-1-16,-5 1 3 0,0 0 3 0,-4 2-8 15,-2 0 5-15,-1 0-5 0,-5 0 2 0,-3 0 6 16,0 0-4-16,-2 0 6 0,1 2-6 0,-5-2 7 16,0 0-5-16,-1 0 5 0,-4 0-7 0,0 0 13 0,1 0-1 15,1 0 4-15,-2 0-7 0,0 0 0 0,0 0-6 16,0 0 3-16,-2 0-10 0,0 0 6 0,-2 0 1 16,-2 0 0-16,-3 0 0 0,-14 2-4 0,-3 1 1 15,0 1-2-15,-2 0-2 0,-4-1 6 0,-1 1-6 0,-6 2 6 16,-2-1-1-16,-4 1-5 0,2-1 2 0,0 1-2 15,0 1 5-15,-1-1-7 0,3 1 1 0,5-1-4 16,3-2 6-16,8-1-2 0,1 1 1 0,5-2-3 16,4 0 3-16,6-2-5 0,1 0 1 0,4 0-3 15,1 0 2-15,-3 2 2 0,0 0 0 0,2-2 0 16,0 1 4-16,2-1 5 0,2 0 1 0,0 0 0 16,11 0 0-16,28 0 0 0,2 0-1 0,3-3 2 0,8-5 0 15,2-1-6-15,-2 0 4 0,-2-2-4 0,-2-1 2 16,-6 1-2-16,-1 0-3 0,-2 2 2 0,0 0 4 15,-6 1-5-15,0 3 7 0,0-1-6 0,-3 2 4 0,-4 1-4 16,-6 1 0-16,-1 0 0 0,-7 2 0 0,-1 0 0 16,-5 0 4-16,-4 0 0 0,-1 0 4 0,-1 0 9 15,2 0-10-15,0 0 9 0,-3 0-15 0,1 0 2 16,-2 0 2-16,-2 0-1 0,-1-2-2 0,-21-2 3 16,-12 1-2-16,3 1 3 0,-1 0-3 0,-1 2-4 15,-2 0 2-15,0 0-1 0,-6 0 3 0,2 2 0 16,-1-2-4-16,-7 2 3 0,3-2-6 0,-2 0 1 15,5 0 2-15,2 0 0 0,2 0-2 0,8 1 2 0,1-1 0 16,8 0 1-16,3 0-4 0,2 0-2 0,8 0 2 16,2 0-2-16,3 0-1 0,0 0-8 0,0 0 1 15,3 2-1-15,-1 0 9 0,2 0 12 0,2 0-7 16,1 0 9-16,3 0-12 0,27 9 2 0,6-2 2 0,-5-3-1 16,7-3 1-16,1 1-1 0,-5-2-1 0,6-2 1 15,-2 0-2-15,-6 0 5 0,-1 0 0 0,-3 0 2 16,-1-2-5-16,-2 0 2 0,0 0-4 0,-2 0 2 15,-4 1 2-15,0-1-3 0,-3 2 3 0,-3 0-3 16,-1 0 8-16,-4 0-5 0,-1 0 2 0,-5 0-3 16,-3 0 4-16,2 0-1 0,0 0 1 0,-1 0 0 0,1 0 0 15,-2-2-1-15,0 0 2 0,0 0-2 0,-1 0-4 16,-1 0 7-16,0 1-5 0,0-1 8 0,0 0 1 16,0 0 2-16,-1 0-3 0,-1 0 0 0,0 0-16 15,0 1 8-15,0 1-2 0,2 0 6 0,0 0-4 0,0 0-1 16,0 0-1-16,0 0-2 0,0 0-4 0,0 0 6 15,0 0 2-15,0 0 2 0,0 0-1 0,0 0-1 16,0 0-4-16,0 0 2 0,0 0 2 0,0 0-3 16,0 0 2-16,0 0-3 0,0 0 3 0,0 0 0 15,0 0 3-15,0 1-2 0,0 1 1 0,0-2 0 16,0 0 5-16,0 0-3 0,0 2 3 0,0-2-19 16,-2 0-12-16,0 0-7 0,1 0-72 0,-1 0-108 15,0 0-23-15,0 0-38 0,0 0-183 0</inkml:trace>
  <inkml:trace contextRef="#ctx0" brushRef="#br0" timeOffset="-184461.23">11087 5963 256 0,'0'0'-34'0,"0"0"23"15,0 0 15-15,0 0 20 0,-2 0 54 0,0 0 14 16,0 0-30-16,0-2-2 0,0 0-13 0,1 1-9 0,-1-1-15 16,0 0 4-16,0 0-10 0,-2 0 5 0,1 0-15 15,-1 0 6-15,0 1-8 0,-3-3 13 0,-1 2 6 16,1 0 7-16,-1 0-2 0,3 0 9 0,-2 1 11 15,1-1-3-15,-1 0 6 0,-1 0-1 0,3 0-1 16,-3 0-3-16,3 0 2 0,-1 1-14 0,-1-1 1 16,-3 0-3-16,3 2 2 0,-2 0 0 0,-1 0-5 15,-3 0 0-15,0 0-1 0,0 2 10 0,-2 0-7 16,1 1 5-16,-1 1-6 0,-2 0 6 0,4-1 3 0,-2 1 0 16,0 0 0-16,0-2-3 0,4 0 4 0,-4-1 1 15,6-1 0-15,0 0-6 0,-2 0-3 0,5 0-6 16,-1 0 3-16,-1 0-11 0,3 0-6 0,-1 0 5 15,4 0-7-15,-3 0-5 0,3 0 1 0,-2 0-5 0,0 0 5 16,1 0 1-16,1 0-14 0,0 0 6 0,0 0-8 16,0 0 20-16,0 0-11 0,1 0 6 0,-1 0-7 15,2 0 3-15,0 0 6 0,0 0-9 0,2 0 9 16,-1 0 0-16,1 0-4 0,0 0 4 0,2 0-6 16,5 0-2-16,8 0-1 0,1 0 1 0,3 0 0 15,3 0 2-15,-2 0-3 0,4 0 6 0,-2-1-4 0,2-3 2 16,4 0 0-16,2 0-4 0,5-1 1 0,4 1 4 15,-1-1-5-15,5-1 1 0,1 0-2 0,-3 1 1 16,7-3 2-16,0 3 2 0,1-1-1 0,1 1-6 16,-6-1 8-16,-3 1-5 0,-4 1 6 0,0 0-6 0,-2 0-2 15,6-1 5-15,-1 1-4 0,1 0 2 0,1 1 2 16,-1-1-4-16,4 0 2 0,-3 1-1 0,1-1 1 16,-4 0 2-16,-2 2-1 0,0 0-1 0,-2 1-1 15,-2 1 2-15,-3 0-2 0,-5 0 6 0,3 0-9 16,-4 1 3-16,-2 1-2 0,0 0 7 0,2 2-2 15,0 0-3-15,-2-3 1 0,4 3 1 0,-2 0-4 16,2 0 4-16,0-1-4 0,0 1 2 0,0-2-2 16,1 0 2-16,3-2 0 0,0 0 9 0,-3 0-11 0,3 0 4 15,-1 0-5-15,-3 0 5 0,-2 0-2 0,-3-2 0 16,-1 0 0-16,0 0 3 0,0-2 1 0,3 1-1 16,-7 1 1-16,3-2 2 0,-5 2-8 0,1 0 4 0,-2 1-5 15,0-1 0-15,-1 0 6 0,-2 0-3 0,-3 2 5 16,0-2-7-16,-3 2 2 0,1 0-3 0,-1 0 3 15,-1 0 2-15,-1 0-1 0,2 0 3 0,-3 0-3 16,3 0-1-16,-1 0 0 0,1 0-4 0,3-2 4 16,-1 0 0-16,-1 1 2 0,1 1 3 0,-3 0-3 15,3-2-2-15,-5 2 2 0,1 0-2 0,-2 0 2 16,0 0 1-16,0 0 4 0,1-2-4 0,1 2 3 16,0 0-8-16,-2 0 12 0,-1 0-4 0,1 0 6 0,0 0-10 15,0 0 0-15,-2 0 2 0,0 0-3 0,0 0-1 16,-2 0 0-16,0 0 2 0,0 0-1 0,-1 0 7 0,-5 0-6 15,-8 0 0-15,-1 0-1 0,-5 0 4 0,-1 0-1 16,-3 0-3-16,0 2 1 0,0 1-2 0,-7 1-3 16,3 0 2-16,-3 1-3 0,3-1 7 0,-1 2-4 15,-5-1 2-15,3 1-1 0,-4-1 9 0,0-1-11 16,-1 0 6-16,3 0-8 0,0-1 11 0,-2 1-4 16,0 0 0-16,-2-1-2 0,-2 1 0 0,-2 2 2 15,-3-1-3-15,-3-1 4 0,1 2-2 0,-6-3-2 16,2 1 2-16,-5 2-2 0,1-1 0 0,0 1 6 15,2-3-10-15,12 3 6 0,-1 0-9 0,6-3 8 0,2 3 0 16,1-1 2-16,4-1-2 0,6 0 0 0,4-2-1 16,1 0 0-16,3-1 2 0,-3 1-1 0,2-2 1 15,1 0-2-15,-5 0-1 0,3 0 0 0,-5-2 4 0,-1 1-3 16,0-3 0-16,-6 0-1 0,1 2 0 16,-5-1 0-16,6 1 4 0,-1 0-2 0,3 0 3 0,0-2-1 15,0 2 9-15,3-1-6 0,3 1-3 0,1 0 0 16,1 0-1-16,-1 0-3 0,3 2 5 0,3 0-5 15,-2 0 4-15,4 0-3 0,-1 0 0 0,1 0 1 16,0 0 3-16,2 0-4 0,0 0-1 0,-1 0-1 16,1 0 4-16,2 0 1 0,-1 0 0 0,3 0 0 15,-1 0-5-15,1 0 2 0,-1 0-1 0,2 0 1 0,-1 0-4 16,1 0 6-16,2 0 1 0,-2 0 2 0,1 2-5 16,-1 0-2-16,0 0-1 0,1-2-1 0,1 2 3 0,0 0-1 15,0-1 2-15,2 1-1 0,0 0-9 0,2-2 11 16,0 2-5-16,1-2 7 0,25 4-3 0,6-2-7 15,5-1 4-15,11-1-3 0,2 0 7 0,5-1 0 16,1-1-1-16,-1-2 0 0,3-2 2 0,1 1-2 16,2-3-1-16,0 1-1 0,6 0-2 0,5-1 4 15,10 1 2-15,3-3-1 0,4 1-5 0,2 0 8 16,-6 0-7-16,-1-1 6 0,-6-1-7 0,-3-2 4 16,7 2 2-16,3-2 1 0,4 2-6 0,2 2 4 0,-11-1-1 15,-8 3 3-15,-9-1-3 0,-13 5 4 0,-4-1-2 16,-11 0 3-16,-3 2-1 0,-8 2-4 0,-2 0 5 15,-5 0-5-15,-3 0 10 0,-5 0-10 0,-1 0 6 16,-7 0-6-16,1 0 6 0,-2 0-2 0,2 0-1 16,-1 0 0-16,1 0-3 0,-2 0-19 0,0 0-21 0,0 0-9 15,0 0-171-15,-1 0-325 0</inkml:trace>
  <inkml:trace contextRef="#ctx0" brushRef="#br0" timeOffset="-183318.28">20903 7714 351 0,'0'0'0'0,"0"-2"144"16,-2 0 8-16,1 0 26 0,-1 1 27 0,0-1-112 15,0 0 19-15,0 0-25 0,0 0-5 0,0 0-13 16,1 0-46-16,-1 1 0 0,0 1 1 0,0 0 2 0,2 0 15 16,0 1-11-16,0 1-1 0,-4 32-3 0,2 3-1 15,1 6 6-15,1-8 11 0,0 2-3 0,0-5 17 0,1-5 4 16,1-1-4-16,2-7 4 0,0-2-14 0,-1-4 1 15,3 0-7-15,-2-8 7 0,-1 1-4 0,14-4-16 16,7 12 2-16,12-2-8 0,3-11-6 0,9-6-6 16,0-8 0-16,4-11-2 0,4 14-2 0,-1-30-3 15,5-1-2-15,-8-4-2 0,-2-1-23 0,-4 5-67 16,1-4-30-16,3 1-22 0,2 1-190 0</inkml:trace>
  <inkml:trace contextRef="#ctx0" brushRef="#br0" timeOffset="-180171.19">1278 8965 32 0,'0'0'0'0,"0"0"8"0,0 0 97 15,-2 0-1-15,0 0 22 0,0 0-26 0,2-1-7 0,-2-1-49 16,0 0 2-16,1 0-11 0,-1 0 8 0,0 0-3 15,0 0-2-15,0 1 2 0,0-1 9 0,0 0-10 16,1 0 9-16,-1 0-11 0,0 0-2 0,-2 0-3 16,0 1-1-16,1 1 2 0,-8-2 3 0,3 0-5 15,-3 0 7-15,5 2-6 0,-8-2 11 0,-3 0 2 16,4 0-7-16,-6 1 6 0,10 1-9 0,-4 0 9 0,2 0-2 16,3 0 4-16,1 0-10 0,-2 0-4 0,3 0-4 15,2 0 1-15,-3 0-6 0,1 0-4 0,-1 0 4 16,1 0-5-16,1 0 4 0,1 0 3 0,0 0 0 15,3 0-1-15,-1 0-10 0,0 0 3 0,-2 0-7 0,0 0 5 16,1 0-15-16,1 0-5 0,0 0 2 0,0 0-4 16,0 0 7-16,0 0 4 0,2 0-1 0,0 0 3 15,2 0 2-15,0 0-6 0,0 0 5 0,24-8-4 16,9 1 6-16,4 1-7 0,2 1-4 0,7-1 0 16,-7 0 2-16,9-1 0 0,-3 3 0 0,-3 1 0 15,-1 1 2-15,-6 2-2 0,-5-2 5 0,-3 0-5 16,1 0 0-16,-4 2 0 0,0 0 0 0,-4 0 1 15,1 0 3-15,-7 0-4 0,-1 0 1 0,-4 0-1 0,-1 2 3 16,-3-2 4-16,-1 0 1 0,-1 0 1 0,-3 0 10 16,2 0 19-16,0 0-1 0,-3 0 5 0,1 0-28 0,0 0-4 15,0 0-9-15,0 0 4 0,-2 0-19 0,0 0-31 16,0 0-34-16,0 0-3 0,0 0-156 0,0 0-198 16</inkml:trace>
  <inkml:trace contextRef="#ctx0" brushRef="#br0" timeOffset="-179577.36">2327 8622 909 0,'0'-2'24'16,"0"0"-2"-16,0 0 25 0,-2 1 16 0,0-3-4 0,2 0 58 15,-2-7-28-15,0 0-5 0,0 0-9 0,1 1-31 16,-1 1-5-16,2 4-1 0,0 1-2 0,0 0-11 0,0 0 13 15,-2 1-7-15,2-1 11 0,0 0-6 0,0 2-16 16,-2 1 2-16,2-1-7 0,-2 0-10 0,0 0 4 16,0 2-2-16,1 0 3 0,-1 2 1 0,0 2 0 15,-4 7 0-15,-5 15 1 0,0 3 1 0,-2 1-4 16,2 2-1-16,-2-1-1 0,4-1 6 0,3-4-15 16,0-2 7-16,3 0-11 0,1-2 4 0,2 1-1 15,4-5 2-15,1-1 0 0,3-2-2 0,1 0 3 16,2 0-1-16,-5-2 1 0,12-2 0 0,1 0-1 0,1 0 1 15,-1 0-1-15,1 2-2 0,-3-2 6 0,0 2-4 16,-3-2 6-16,1 2-5 0,-4 0 4 0,-1 0 2 16,-3 2 1-16,-3-2 3 0,-2 0 15 0,9 2 2 15,-4-2 6-15,-1 0 16 0,-2 4-10 0,-4-2 1 16,0 0-4-16,-4-2-4 0,-2 0 1 0,1-2-2 0,-3 0 0 16,3-2-11-16,-10 0 2 0,0 1-9 0,-4-1 6 15,5 0-10-15,-3-3-3 0,0 1 0 0,2 1-3 16,-1-1 1-16,1-1-3 0,-2-1 3 0,2 6-4 15,4-3-4-15,2-5 6 0,-1 1-2 0,3-2 2 16,1 0-7-16,-1-2-16 0,0 0-7 0,3 0-4 16,0 0-34-16,0-2-59 0,3 0-12 0,-1 0-21 0,0-1-85 15,2-9-147-15</inkml:trace>
  <inkml:trace contextRef="#ctx0" brushRef="#br0" timeOffset="-179302.09">2219 8544 1344 0,'-2'0'22'0,"0"0"-2"0,0 0 10 0,1 0 2 15,-1 0-5-15,0 0 8 0,0 0-8 0,0 0-4 16,0 0-1-16,2-2-1 0,0 0 8 0,2 0 2 15,7-1 3-15,25-14 7 0,-1 0 13 0,6 1-6 16,0 1 7-16,2 0-17 0,-2 4-28 0,0 1 7 0,-2 3-13 16,-1 1 6-16,-5 3-3 0,-5 1-4 0,-7 2 2 15,-4 0 2-15,-4 0 0 0,-4 0 6 0,-3 0-5 16,1 0-4-16,-3 0-18 0,0 0-13 0,2 0-8 16,0 0-95-16,-1 0-118 0,1 0-34 0</inkml:trace>
  <inkml:trace contextRef="#ctx0" brushRef="#br0" timeOffset="-178929.17">3073 8990 896 0,'0'0'19'0,"-2"0"2"0,0 0 34 0,1 0 5 15,-1 0 8-15,0 0 48 0,-2 0-15 0,0-2-9 16,1 0-3-16,-1 0-43 0,0 2-18 0,1-2 0 16,1 2-4-16,0 0 5 0,0-2 9 0,0 2 6 15,0 0-1-15,2 0 13 0,0 0-9 0,0 0-1 0,2 0-2 16,0 0-8-16,2 0-7 0,5-2 4 0,13-1-4 15,1-1 3-15,1 2-17 0,2 0-1 0,0 0-4 16,0 1 0-16,2 1-3 0,-1 0 2 0,1 0-3 16,-2 0-3-16,-2 0 2 0,-1 0-2 0,-1 0 1 15,-3 0-4-15,-1 0 0 0,-5 0 2 0,2 0 0 16,0 0-2-16,-2 0-21 0,0 0-11 0,-2 0-6 16,-4 0-75-16,-1 0-162 0,-2 0-57 0</inkml:trace>
  <inkml:trace contextRef="#ctx0" brushRef="#br0" timeOffset="-178472.56">3279 8650 858 0,'0'0'82'0,"0"-2"17"0,-2 0-36 15,1 0-31-15,-1-2-7 0,0 1 55 0,0-1-1 0,0 0 1 16,0 1-7-16,0-1-30 0,1 0-30 0,-1 1 8 16,0 1-14-16,2 0 11 0,0 0 6 0,0 0 1 15,0 0 3-15,0 0 17 0,0 1-14 0,0-1 0 16,0 2-5-16,0 0-10 0,2 0 2 0,0 2 4 0,-1-1-3 16,1 3-1-16,0 9-9 0,0 6-3 0,0 3-1 15,0 4-1-15,0 4 0 0,-1-3-3 0,3 7 1 16,-2-3-2-16,0 1 2 0,0 1 2 0,-2-3-1 15,2 2 2-15,-1-1 0 0,1-3-2 0,0-2 0 16,0 2-3-16,2 0 6 0,-2-2 0 0,1 0 5 16,1 0 10-16,-2-4-2 0,0 0 2 0,0-3-4 0,-2-4 2 15,1 0 6-15,-1-6-1 0,2 0 1 0,-2-1-5 16,0-3 1-16,0 1-1 0,0-4 1 0,0 1-3 16,2 1 2-16,0 0 0 0,0-1-1 0,0 1-2 0,0 0-1 15,-1-2-3-15,1 0 1 0,0-1-8 0,0 1-5 16,0 0 3-16,0 0-4 0,0 0 0 0,-1 0-11 15,-1 0-6-15,0-2-5 0,0 0-46 0,0 0-256 16,0 0-172-16</inkml:trace>
  <inkml:trace contextRef="#ctx0" brushRef="#br0" timeOffset="-177441.69">4137 8531 965 0,'0'0'34'0,"-2"0"5"0,0-2-9 0,0 0-9 16,1 0-3-16,-1 1 44 0,0-1 0 0,0 0 2 15,0 0-6-15,0-2-18 0,0 1-16 0,1-1-1 16,-1-4-6-16,2-1 6 0,2-4 14 0,1 0 2 0,5 2 3 16,-1 0 5-16,21 0-8 0,0 1-8 0,-2 1 0 15,0 4-20-15,-2 3-4 0,0-15 8 0,-3 8-7 16,-7 5 16-16,1 2 10 0,-2 2-9 0,-2 0 7 15,2 2-22-15,-9 0 9 0,0 0-2 0,-2 1 4 16,11 16-4-16,-6 0-3 0,-3 3-1 0,-4-2-1 16,-4 3-3-16,-3-1 4 0,-3 0-2 0,-1 2 1 15,-2-1-11-15,-2-3 8 0,4-3-4 0,-13-1 4 0,2 1-10 16,1 2 2-16,3-5 3 0,1-1 2 0,0 2 4 16,4-7-8-16,0-3-2 0,2-1 1 0,4 2 5 0,3-5-7 15,2 3 1-15,-1 0-3 0,-1 0-3 0,2-1-7 16,0-1 1-16,0 0-2 0,0 0 5 0,2 0 5 15,2 0-1-15,0-1 1 0,4 1-2 0,23 2 6 16,1-2-3-16,2 0 4 0,-3 1-5 0,-4 1 5 16,-5 0-3-16,-3 0 4 0,7 3 3 0,-4 0-8 15,-3 1 6-15,-4-1-6 0,-2 3 11 0,-3 1 2 16,-5 7-1-16,1-1 1 0,7 0 7 0,-2-1-1 16,-3 1-1-16,-4-2-1 0,-2 2-8 0,-4-2 5 15,-5 1-1-15,0-3 1 0,-1 0 6 0,-14 0 5 0,-7-5 1 16,5-1 0-16,0 1-2 0,-4-5-1 0,9 1-1 15,-1-2 0-15,-4 15-5 0,2-6-2 0,2-4-3 16,-1-3 1-16,9-2-10 0,1-2 0 0,3 0 0 16,3 0-1-16,1 0-10 0,4 0-17 0,1 0-2 15,-3 0-7-15,0-2-22 0,0 0-52 0,3 0 5 0,-1 0-24 16,0 0-32-16,2-1-146 0,2-3-49 0</inkml:trace>
  <inkml:trace contextRef="#ctx0" brushRef="#br0" timeOffset="-176866.11">4611 8347 1157 0,'0'0'19'0,"-2"0"0"0,0 0 18 16,0 0 6-16,-2 0-1 0,1 0 33 0,-1 0-1 15,0 0-9-15,0 0 0 0,1 0-59 0,1 0 0 16,0 0-4-16,0 0 5 0,2 0 9 0,0 0 7 16,2-2 1-16,0 0 0 0,2 1 3 0,10-5 5 15,7-3-1-15,3-1 2 0,4 1 0 0,-4 4-18 0,0 1 7 16,-2 2-10-16,-1 2 3 0,-3 2 1 0,-1 2-5 16,0 3 4-16,-4 0 3 0,-2 1 10 0,-2-1 1 15,-5 14 2-15,-2-1-5 0,11 1-4 0,-2 3-4 16,-6 0 1-16,-5 0 1 0,-1-2-5 0,-5-1 0 0,-5 3-4 15,0-4-5-15,-6 6-2 0,13-5 4 0,-14-5-2 16,-1 3 4-16,2-1-14 0,3-3 6 0,1-4-7 16,1 2 10-16,5-11-3 0,3 6-2 0,1-6 1 15,1-2-11-15,-2 3-8 0,0 1-3 0,2 0 1 16,1-1 2-16,-1 1 3 0,2-2 5 0,0 0-3 16,0 0 7-16,2 0 3 0,-1-1 1 0,3-1 1 15,15 2 1-15,3 2 1 0,-2 0-4 0,5 1 2 16,-1 3 1-16,-4 1-1 0,2 2 4 0,-7-2-3 0,0 1 6 15,-6-3 1-15,-3-5 3 0,-4 13-2 0,7-4 14 16,-1 0 0-16,-3 2-3 0,-1 0 1 0,-2-2-10 16,-2 2 5-16,-2-2 4 0,-2 1 0 0,-1-3 7 0,3-2 0 15,-17 3-8-15,2-5 4 0,3 3-18 0,-1-1 5 16,2-1-7-16,2-1 5 0,1-3-7 0,5 0 2 16,1 0-1-16,2 0-1 0,0-2-11 0,0 0-27 15,1 0-14-15,-3 3-10 0,0 1-111 0,0 0-56 16,3-2-34-16,-1-1-27 0,0 1-327 0</inkml:trace>
  <inkml:trace contextRef="#ctx0" brushRef="#br0" timeOffset="-176677.9">5323 8741 1719 0,'0'0'9'16,"0"0"1"-16,0 0 17 0,0 0-2 0,0 0 9 15,0 0 44-15,0 0-2 0,0 0-3 0,-1 0-9 16,-1 0-58-16,2 2 0 0,0-1-6 0,-2 1 5 16,2 0-6-16,0 2-13 0,0 0-4 0,0-1-10 15,0 1-78-15,0 0-63 0,2-1-29 0,0 1-21 16,-1 0-222-16</inkml:trace>
  <inkml:trace contextRef="#ctx0" brushRef="#br0" timeOffset="-176103.04">5366 8286 714 0,'0'0'31'0,"0"0"3"0,0 0 23 0,-2-2 6 15,0 0-1-15,1 0 47 0,-1 0-27 0,0-1-6 16,2-1-5-16,0 2-17 0,0-7-11 0,2-2 6 16,1 0-8-16,5-1 14 0,-6-1 0 0,18 0 4 15,2 2-2-15,3-2 6 0,1 4-26 0,1 2-3 0,1 5-8 16,-2-15-9-16,-3 8 2 0,-3 5-3 0,-1 4 1 16,-3 0-9-16,-3 2 0 0,0 3 3 0,-3 1-2 15,-1 1-1-15,-5 1 7 0,-3 10 2 0,14 3 3 16,-5-3 4-16,-5 3-1 0,-3-3-4 0,-2 1 3 15,-4 0-6-15,-3 1-1 0,-2 0 1 0,-3 3-1 16,-1-1-7-16,-1 0-3 0,12 1-3 0,-19-3 3 16,3-3 3-16,1-2-6 0,2-2 5 0,2-4-6 0,2 2 7 15,2-2-9-15,1-1 3 0,3-3-5 0,1 1 6 16,2-4-2-16,-2 1-4 0,1 1 0 0,-1 0-14 16,2-2-7-16,0 0 3 0,0-1-3 0,1 1 16 0,1 0 1 15,0-2 5-15,1 0-3 0,3 0 5 0,4 0-2 16,14-5-3-16,2-1 3 0,0 2 2 0,2 1-6 15,2 1 6-15,0 2-5 0,-2 0 10 0,0 2-5 16,0 1-2-16,-8 3 0 0,-1-1 6 0,-6 1 8 16,0 1 1-16,-3-1 1 0,-4 1-4 0,-3 12 17 15,9-4-8-15,-5 0 10 0,-1 1-14 0,-4 3 1 16,-4-2 4-16,-5 7-2 0,-2-4 5 0,0-5 0 16,1 2 1-16,-14-4-1 0,4 0-7 0,-1 0-11 0,1-2-2 15,5-2 0-15,0-1 6 0,8-1-8 0,-1-3 0 16,3-2-5-16,3-2-10 0,0 1-18 0,0-1-7 15,-1 4-9-15,-1 0-67 0,2 0-39 0,0-1-21 16,0-1-9-16,2 0-114 0</inkml:trace>
  <inkml:trace contextRef="#ctx0" brushRef="#br0" timeOffset="-175586.03">6345 8139 940 0,'0'0'252'0,"-2"0"-352"15,0-2 309-15,0 0-171 0,0 1 50 0,0-1 29 16,1 0-6-16,-1 0 6 0,0 0-42 0,0 0-41 16,0 0-3-16,0 1-12 0,0-1-10 0,1 2 20 15,-1 0 0-15,2 0 7 0,0 0 0 0,0 2 1 16,0-1 1-16,2 3-2 0,-1 5-1 0,7 14-15 15,-1 1-2-15,1 2-2 0,-1 4 3 0,-1-1-12 16,-1 1 6-16,-1 2-9 0,0 3 0 0,-2-4-4 16,1 5 0-16,-1-1-2 0,0-3-1 0,0-1-4 0,-2 3-7 15,0-10 4-15,0 5-11 0,0-5-9 0,0-3-7 16,0-1-2-16,0-5-26 0,0-4 22 0,0 0 2 16,0-3 7-16,0-1 19 0,0-1 10 0,0-2-3 15,-2-1 4-15,0 1-1 0,-2 2 9 0,-5-5 3 16,-9 3 0-16,1-2-4 0,-2 11 11 0,1-4 0 0,1-3 5 15,4-2 4-15,0-1 14 0,4-1-3 0,-2 0 8 16,3 0 3-16,4-2-12 0,1 0-4 0,-1 0-3 16,0 0-13-16,1 0-14 0,1 0 1 0,0 0-5 15,0 0 14-15,0 0-5 0,2 0 10 0,0 0-9 16,2 0 10-16,0 0 4 0,2 0-9 0,20-11 8 16,2 0-7-16,2-1 6 0,-1 3-1 0,3 2-2 15,-4-1-18-15,0 3 3 0,4-1-2 0,-8 2 2 0,0 3-1 16,-1-1 3-16,-8 2-5 0,5 0 4 0,1 0-10 15,1 0-17-15,-3 0 2 0,-4 0-15 0,2 0-57 0,-6 0-56 16,2 0-6-16,-5 0-14 0,-1 0-18 0,5 0-136 16,-7 0-55-16</inkml:trace>
  <inkml:trace contextRef="#ctx0" brushRef="#br0" timeOffset="-175379.13">6213 8137 1318 0,'-2'0'29'0,"0"0"2"0,0-2 38 0,0 1-2 15,1-1 9-15,-1 0 30 0,0 0-32 0,0-2-2 16,0 1-13-16,0-1-32 0,2 0-5 0,0 0 0 0,0 1 1 16,6-7 15-16,5 3-9 0,19 0 1 0,-2 1-6 15,1 0-10-15,-1 3-8 0,0-16 0 0,0 6-4 16,0 6-9-16,0 3-9 0,-1 2-26 0,-4 2 1 15,3 4-140-15,2 3-176 0,-4 1-140 0</inkml:trace>
  <inkml:trace contextRef="#ctx0" brushRef="#br0" timeOffset="-175101.01">6848 8559 1396 0,'0'0'46'0,"-2"0"8"0,0-2-8 15,0 0-13-15,0 0 0 0,1 0 65 0,-1 1-18 16,0-1-2-16,0 2-14 0,0 0-55 0,0 0-4 16,0 0 3-16,1 2-2 0,-1 1 7 0,0 16 2 15,2 9 2-15,2 3 0 0,1-1 7 0,1 0-3 0,0 1-4 16,-2-7 0-16,0 6-10 0,1-4 6 0,-1-2-1 15,0 2 2-15,0-4-8 0,0-1-6 0,-2-6 4 16,0-2-5-16,0 0-4 0,0-4-53 0,0 0-22 16,0-3-17-16,2-1-123 0,-2-3-222 0</inkml:trace>
  <inkml:trace contextRef="#ctx0" brushRef="#br0" timeOffset="-174663.41">6820 8600 1193 0,'0'-2'5'0,"0"0"1"0,0 0 66 15,0 0-4-15,0-1 25 0,0-3 13 0,0-9-30 16,0 2-1-16,4-2-11 0,1 0-22 0,3 2 0 16,-5-1 0-16,18 1 2 0,-1 1-2 0,1 5-20 15,-3 1-3-15,-3-5-5 0,2 2-3 0,-4 3-1 16,0 5 0-16,-2 1-2 0,-2 1-4 0,-3 1 5 15,-2 0 3-15,5 11 0 0,4 9 7 0,-4 6-6 16,-7-2-3-16,-2 2 0 0,-4 4 0 0,-3-8-1 16,-2 0-1-16,-1-6-1 0,1 1-8 0,2-6 2 15,-1 0 0-15,1 0 2 0,1-2 0 0,2 0-14 16,3-3 2-16,-1-3-8 0,2-1-1 0,0-2-1 0,0 2 0 16,0-1 2-16,2 1 7 0,-1 0 1 0,3-1 4 15,5 3-1-15,10 5 6 0,0-2-2 0,1 1-1 16,0-1 1-16,-1 0 5 0,1 2-5 0,-1 1 4 15,-2-1-3-15,-2-9 8 0,-4 12 10 0,-2 1-2 0,-2 0 6 16,-5-4 11-16,8 0 15 0,-3 2 1 0,-3-3 5 16,-2 1 5-16,-2 0-1 0,0 0-6 0,-2 0 1 15,-4 0-20-15,-1-1-10 0,-8-1 3 0,-9 0-6 16,-2 2-11-16,-2-1-3 0,-2 1-1 0,0 0 0 16,1-2-4-16,1 1-10 0,0-3-3 0,2-1-9 15,0-3-76-15,6 1-177 0,-5-2-62 0</inkml:trace>
  <inkml:trace contextRef="#ctx0" brushRef="#br0" timeOffset="-173779.94">7381 8561 1085 0,'0'0'24'16,"-2"0"46"-16,0 0 21 0,0 0 17 0,0 0 11 15,0 0-6-15,1 0 0 0,-1 0-37 0,0 0-5 0,0 0-13 16,0 0-38-16,0 0 12 0,2 0 0 0,0 0 6 15,0 0 14-15,2 0-8 0,0 2 2 0,2-1-6 16,1-1-10-16,21 4-7 0,2-2-1 0,4-2-2 16,3-2-6-16,0-3-8 0,-1-3-5 0,1-1 1 15,-2 0-7-15,-1-1-8 0,0 1-5 0,-3 0-1 16,-3 1-16-16,-5 3-41 0,1-1-22 0,-3 1-12 0,-3 1-96 16,-3 0-57-16,-4 2-13 0,-5 2-34 0,0-2-215 15</inkml:trace>
  <inkml:trace contextRef="#ctx0" brushRef="#br0" timeOffset="-173568.97">7648 8336 749 0,'0'0'53'0,"0"0"-4"0,-2 0 49 16,0-2 5-16,1 0-2 0,-1 0 24 0,0 1-12 15,0-1-8-15,0 0-1 0,0 0-31 0,0 2-45 16,1 0 9-16,-1 0-20 0,0 0 5 0,0 2 0 0,2 0 1 15,0 1 0-15,-2 25-1 0,0 6 1 0,2-1-11 16,0 2 9-16,2 4-10 0,0-3-4 0,2 1 0 16,-1-2-3-16,1-3-5 0,2 1-4 0,-1-3 1 15,-1-4-3-15,2 2-9 0,-1-4-70 0,1-2-2 16,1-3-31-16,1-3-89 0,-3-5-320 0</inkml:trace>
  <inkml:trace contextRef="#ctx0" brushRef="#br0" timeOffset="-173036.67">8125 8156 1402 0,'0'0'2'0,"-2"0"0"0,1-2 29 16,-1 0 9-16,0 0 8 0,0 0 54 0,0 1-33 15,0-1-2-15,0 0-13 0,1 0-33 0,-1 2-12 16,0 0 5-16,0 0-5 0,0 0 14 0,0 0 6 15,2 2-3-15,0 0 5 0,0 0-3 0,0 22-4 16,0 2-1-16,-2 2 0 0,2 1 7 0,0 1-8 16,0 0 1-16,0-1-5 0,0 5-8 0,2-3 0 15,0-1-2-15,2 2 1 0,-4-8 1 0,2 4-4 16,1-2 2-16,1-2-4 0,4 2-2 0,-1-4-2 16,2-2 0-16,-1-5 0 0,1 2-3 0,0-4 2 0,-5-7-1 15,7 3 1-15,6-5-6 0,3 9 1 0,3-2 0 16,-3-4 2-16,-3-7 5 0,1 0 1 0,-3-4 4 15,4-5-2-15,1-2 8 0,-5 4-6 0,2-18-3 0,-2-6 0 16,-4 7-5-16,-2-6 8 0,-3 0-2 0,-1 3 4 16,-3-7-8-16,0 6 3 0,16-3 3 0,-8 1 0 15,-5 2 0-15,-3-2-6 0,-4 3 0 0,-3-1 0 16,-3 0 7-16,-1 2-5 0,-2 2 7 0,-2 0-6 16,-2 1 20-16,9 5-9 0,-12-3 3 0,-3 5-4 15,1 1 7-15,-2 2-7 0,-1 2 1 0,10 9-4 16,-1 0 3-16,-1-9-11 0,2 3 1 0,0 5-5 0,0 1-9 15,0 2 2-15,2 3-2 0,-1 5 3 0,1-3 2 16,4 21 6-16,3 4 3 0,2 0 0 0,-16 1 1 16,7 3-2-16,9-3 0 0,2 1 0 0,2 1-2 15,3-1 0-15,3 0-3 0,1-5 1 0,0 1-4 16,0 2-1-16,1-6 0 0,1-2-3 0,0-1-14 0,2-3-53 16,-9 1-9-16,12 1-17 0,9-7-60 0,-5-3-46 15,2-5-25-15,1-1-22 0,-7 0-235 0</inkml:trace>
  <inkml:trace contextRef="#ctx0" brushRef="#br0" timeOffset="-172832.92">8699 8295 1540 0,'0'0'13'15,"0"0"35"-15,0 0-28 0,0 0 62 0,0 0-5 16,0 2 21-16,0 0-20 0,0 0-36 0,0 0-1 0,0 1-11 15,0-1-8-15,0 11-6 0,0 0-4 0,0-4-1 16,0 3-10-16,0-5-1 0,0 0-1 0,0 1-2 16,0-4-9-16,0-1-46 0,0 1-12 0,2 0-16 15,0-1-83-15,0 1-166 0,-1-2-86 0</inkml:trace>
  <inkml:trace contextRef="#ctx0" brushRef="#br0" timeOffset="-172422.09">8894 7918 1330 0,'0'0'48'0,"-2"0"-41"16,0 0 64-16,-1 0-23 0,-5-2 38 0,1 1 1 16,-3-1-7-16,9 2-1 0,-3 0-50 0,0 0-25 15,0 0-2-15,3 0-3 0,-1 0 2 0,0 0 8 16,2 0-4-16,2 0 4 0,0 0-1 0,1 0 19 15,10 0 7-15,6 0 0 0,5 0 1 0,-2-2-10 0,4 0-5 16,2 0 1-16,-6 2 5 0,8 0-16 0,-6 0 6 16,-5 2-9-16,1 2-1 0,-3-1 0 0,-4 1-4 15,0 4 4-15,0 1 4 0,-4 0-1 0,2 13 8 16,-3-1-6-16,-3 5 10 0,1-4-3 0,-1 4-5 16,1 0 2-16,-2-2-6 0,-2 2 1 0,1 0 5 0,14 0-2 15,-4 2 9-15,-4-2 5 0,-3-2 0 0,-2 0 0 16,-3-1-11-16,1-1-6 0,0 0 1 0,-2 0-1 15,0-1 3-15,0 1-6 0,0-1 3 0,0-1-4 16,0-1 2-16,0-3-1 0,0-3-7 0,0 0 3 16,-2 2-7-16,2-6 1 0,-2 1 3 0,2-5-2 15,0 1-14-15,0-2-16 0,0-1-22 0,0 1-1 0,0 0-96 16,0-1-83-16,0-1-25 0,0 0-47 0,0 0-365 16</inkml:trace>
  <inkml:trace contextRef="#ctx0" brushRef="#br0" timeOffset="-172191.53">9108 8210 1571 0,'-2'0'42'0,"0"0"87"0,0 0-113 0,-2-2 57 16,1 2-17-16,1 0 28 0,0 0-41 0,0 0-14 0,2 0 1 15,0 0-4-15,2 0 3 0,2 0 13 0,14-4 0 16,10-1 1-16,3 1-12 0,-1 0-10 0,4-1-5 15,-3 1 0-15,1 0-11 0,-3 0-4 0,-1 1-1 16,0-1-2-16,-4 2-5 0,-5 0-2 0,-2 2-3 16,-4 0-1-16,1 0-32 0,-2 0-89 0,-3 0-13 15,4 0-35-15,0 0-143 0</inkml:trace>
  <inkml:trace contextRef="#ctx0" brushRef="#br0" timeOffset="-171220.95">4963 9951 599 0,'0'0'48'0,"-2"0"7"0,1 0 3 0,-3 0 2 15,-2 0-8-15,-9-2 62 0,2 1-5 0,-3-3-7 16,5 2 2-16,-1 0-22 0,5 2-15 0,0 0-3 15,1 0-5-15,-1 0-14 0,1 0-6 0,4 0 0 16,0 0-4-16,0 0-10 0,-1 0-3 0,-1 0 4 0,2 0-2 16,0 0 10-16,0 0-7 0,2 2 2 0,0 0-3 15,2 0 7-15,0 0-5 0,11 1 0 0,21 3-3 16,3-2-4-16,2-3 3 0,-4-1 1 0,4 0 0 16,-6-1 4-16,10-3-10 0,0-2-1 0,0 1-3 15,-3 1-4-15,-8 0-11 0,-4 1 3 0,-10 1-5 16,1 0 0-16,-4 2 3 0,-4 0-3 0,-4 0 2 15,-1 0-6-15,-2 0-13 0,-1 0-8 0,-1 0-9 0,0 0-91 16,2 0-45-16,-1 0-22 0,-1 0-8 0,0 0-111 16</inkml:trace>
  <inkml:trace contextRef="#ctx0" brushRef="#br0" timeOffset="-170973.79">5171 9714 814 0,'-2'0'134'0,"1"0"22"0,-1-2-43 16,0 0-43-16,0 0-18 0,0 0 45 0,0 0 10 16,0 1-5-16,1-1 1 0,-1 0-42 0,0 0-35 0,0 2 4 15,0 2-13-15,0 0 18 0,-1 13 2 0,-3 18 7 16,4 2-4-16,2 2 7 0,0 2-15 0,2 4-3 16,0-2-3-16,2 0-9 0,-1-2-2 0,5-2-3 15,-1-2 1-15,1-5-8 0,-1-4 1 0,2 2 1 0,-1-6-2 16,-1 0-9-16,1 1 0 0,-3-10-6 0,3 3 3 15,-3-3-22-15,3 2-175 0,-3-4-21 0,4 6-93 16,4 5-449-16</inkml:trace>
  <inkml:trace contextRef="#ctx0" brushRef="#br0" timeOffset="-168951.45">6358 9821 145 0,'0'0'45'0,"0"0"49"0,-2 0-4 0,0 0 0 15,0 0-7-15,0 0 4 0,0 0-3 0,1-1-3 16,-1-1 3-16,0 0-6 0,-2 0-12 0,0 0-1 16,1 0-6-16,-1 0 4 0,0 1-9 0,1-1-8 15,-1 0 9-15,0 0-7 0,0 0 14 0,1-2-24 16,-1 1-7-16,2-1-4 0,0 0-20 0,0 1 0 16,2 1 3-16,-1-6-3 0,1 3 6 0,0-3-6 0,1 1 5 15,1 1-5-15,4-1 0 0,3 5 8 0,10-2-6 16,-1-9 7-16,1 4-12 0,-2 5 11 0,3 4-7 15,-7 0 7-15,2 2-6 0,-4 2 0 0,-4 0 8 16,1 1-5-16,-6 4 8 0,0 10 3 0,9-2-1 16,-2 1 2-16,-5-1-6 0,-4-2 7 0,-4 3-6 0,-2-1 7 15,-1-2-10-15,-4 2-3 0,2-4 1 0,-1 0-1 16,-6-2 8-16,1-2-15 0,0 0 5 0,2-3-9 16,4-1 2-16,3 1 0 0,2-4-2 0,1 0 1 15,-1 1-5-15,0 1-13 0,0 0 3 0,3 0-4 16,-1-1 5-16,0-1 5 0,2 0-1 0,0 0 1 15,2 0 4-15,0 0 2 0,3 1 1 0,19 10 0 0,2 0-7 16,-2-2 8-16,1 1-3 0,1-1 4 0,-4-2-8 16,2 2 5-16,-4-2 4 0,-5-1 2 0,-2-1 6 15,-5-1 13-15,-7-4-10 0,9 11 10 0,-1 2-7 16,-3-2 4-16,-3 1 8 0,-3 3-4 0,-2-4 12 0,-7 6-9 16,0-4 1-16,-23-1-3 0,-1 1 2 0,0-5 4 15,1 1 0-15,0 0 3 0,-1-6-4 0,5 7-15 16,-2-1-1-16,4-6-4 0,2 3 0 0,6-6-7 15,-1 11 2-15,4-4-4 0,4-4-2 0,4-3-3 16,1 0-7-16,4-2 0 0,0 0-30 0,-1 0-39 16,-1 0-7-16,2 0-14 0,0 0-64 0,2-2-86 15,2-1-44-15</inkml:trace>
  <inkml:trace contextRef="#ctx0" brushRef="#br0" timeOffset="-168704.27">6835 9773 1683 0,'-2'0'11'15,"2"0"3"-15,-2 0 14 0,0 0-6 0,2 0 7 16,0 0 6-16,0 0 22 0,0 0-9 0,0 0 11 16,2 2-27-16,0 0 0 0,0-2 1 0,20 15-1 0,0 0 2 15,3-14 0-15,-1 16-1 0,0 0 0 0,2 0-4 16,-2-3-11-16,0 3-1 0,-2 0-4 0,3-1-11 15,-5-3 0-15,0 0 3 0,-5-1-3 0,0 1 2 16,-6-6-7-16,-3 0 0 0,1-1-3 0,-3-2-2 0,0-1-27 16,0 1-13-16,-4-2-9 0,3 2-72 0,1-1-68 15,-2-1-12-15,0 0-30 0,0 0-147 0</inkml:trace>
  <inkml:trace contextRef="#ctx0" brushRef="#br0" timeOffset="-168504.42">7117 9740 1178 0,'0'0'36'0,"0"0"-7"0,0-2 84 0,-2 0-3 16,0 0 15-16,1 0-16 0,-1 0-16 0,0 1-15 15,0-1-1-15,-2 0-54 0,1 2-12 0,-1 2 4 16,-2 0-6-16,-5 11 19 0,-2 20 8 0,-2 0-9 16,-1 5 6-16,-1-3-18 0,2 2-14 0,0-2 7 0,4 2-8 15,-2-3 8-15,4-1-10 0,-1 1 0 0,5-7-6 16,1 1-9-16,-11-7-33 0,6-3-22 0,3-3-9 15,5-6-103-15,1-1-25 0,0-4-43 0</inkml:trace>
  <inkml:trace contextRef="#ctx0" brushRef="#br0" timeOffset="-168221.2">7537 9595 1389 0,'0'0'8'0,"0"-2"-1"0,0 0 42 16,0 0 17-16,0 0 6 0,0 1 62 0,0-1-37 16,0 0-18-16,0 0-7 0,0 0-64 0,0 0 11 15,0 2 3-15,0 2 2 0,0 0 4 0,3 13 7 16,3 20-1-16,0 0 2 0,-3-1-7 0,-1-1-15 16,0 1 2-16,-2-1-6 0,0-1-8 0,0-3 6 0,0-1-9 15,0-4 6-15,0-1-11 0,0-3-4 0,0-1-1 16,0-5-2-16,2-2-22 0,0-5-62 0,0-1 0 15,-1-3-26-15,3 1-42 0,2 0-68 0,14 5-24 16,-3-5-32-16,1-4-252 0</inkml:trace>
  <inkml:trace contextRef="#ctx0" brushRef="#br0" timeOffset="-167865.38">7895 9628 642 0,'0'0'292'0,"0"0"-369"0,0-2 349 0,0 1-182 16,0-1 3-16,0 0-7 0,-2 2-3 0,0 0-4 15,0 2-29-15,1 0-12 0,-1 1-3 0,-4 12-2 0,-5 11-5 16,4-2 9-16,-1 0-7 0,3 2 7 0,-1-1-9 16,2-1-8-16,3 0 5 0,-1-2-8 0,2-1-5 15,0-1-2-15,2 0-4 0,1-1 1 0,5-1 1 16,-1-5-6-16,0-1 3 0,-3-1-3 0,17-2 6 0,-3 0-4 16,1-3 2-16,3-4-3 0,-2 0 1 0,1 12 9 15,1-2-6-15,-5-7 7 0,5-3 0 0,2-2-1 16,-1-2 1-16,-3-3-1 0,-5-3 3 0,-4 1-8 15,-4 3 4-15,6-16-5 0,0-1 10 0,-3 1-4 16,-3-1 3-16,8-3-4 0,-8 4 0 0,-1-2 0 16,-4-3-4-16,-2 5 3 0,0-4-7 0,-4 3 12 15,-1 5-6-15,-5-3 9 0,1 6-1 0,-4 2 0 16,-17 0 5-16,4 7-4 0,0 2-1 0,0-14-16 16,0 6 7-16,2 7-9 0,0 3 8 0,4 0-14 0,3 3 5 15,0 3-9-15,4 1 5 0,4 1-23 0,1-1-13 16,5 10-7-16,-12 3-76 0,7-1-51 0,5-2-9 15,3-3-15-15,3 1-53 0</inkml:trace>
  <inkml:trace contextRef="#ctx0" brushRef="#br0" timeOffset="-167402.08">8489 9463 1285 0,'0'0'16'0,"0"-2"-2"0,-2 0 68 16,0 0 1-16,1-1 19 0,-1-1 14 0,0 0-36 15,0 1-6-15,0-1-10 0,0 0-32 0,0 0-1 16,1 3-1-16,-1-1-3 0,0 0-19 0,0 0 8 16,2 0 1-16,0 0 5 0,0 2 14 0,0 0-5 15,0 2-7-15,0 0 2 0,0 2-5 0,0 14-7 16,0 6 12-16,0 2-12 0,0 2-1 0,2 0-2 15,0 0-8-15,0-2 5 0,-1 0-3 0,3 2-3 16,0-2 2-16,0-2-1 0,-1 0 3 0,1-2-1 16,0 3-3-16,-1-3 1 0,1-2-6 0,0 1 5 0,0-3-1 15,1-1 4-15,1 0-6 0,-3-3 1 0,1 1 5 16,0-2-1-16,-2-2 4 0,0-1-5 0,-1-1-4 16,1-3 2-16,0 1 3 0,-2-3 9 0,0-1 4 0,0-1-1 15,2 2-4-15,0 0 5 0,0-1-1 0,0 1 2 16,-1-2-3-16,-1 0-2 0,0 0-4 0,0 0 2 15,0-1 0-15,0 1-8 0,0 0 2 0,0 0-5 16,0 0-1-16,0 0 0 0,0 0-3 0,0-1 3 16,0-1-3-16,0 2-3 0,0-2 4 0,0 2-3 15,2 0 3-15,-2-2 3 0,0 0-2 0,0 0 1 16,0 0-9-16,0 0-3 0,0 2-15 0,0-2 1 16,2 0-97-16,0 0-73 0,0 0-34 0,0 0-26 0,0 0-283 15</inkml:trace>
  <inkml:trace contextRef="#ctx0" brushRef="#br0" timeOffset="-166295.87">9234 9517 632 0,'0'-2'34'0,"0"0"-30"16,-2-2 57-16,-2-9-21 0,-3-14 64 0,-1 1 18 15,1 0-11-15,-1 3 8 0,1 3-34 0,0-1-8 16,-1 7-1-16,3 1-4 0,-1 1-8 0,0 1 2 15,5 6 2-15,-1 1-1 0,0 0-10 0,0 1-5 16,0-1-11-16,0 0 3 0,0 0-32 0,1 3-5 0,-1-1-1 16,0 0 0-16,0 2 2 0,0 0 6 0,2 2-1 15,0 1 2-15,0 9 2 0,0 17-9 0,2 5 3 16,0-3-6-16,2 3-4 0,-1-5 6 0,1 3-4 16,0 0 4-16,-1 1-7 0,1-5 2 0,-2-2-2 0,2-2 2 15,-1-2 1-15,1 2-6 0,0-1 2 0,-2-5-4 16,0 1 0-16,-2-2 7 0,0-3-9 0,0 1 7 15,0-2-14-15,-4 0 6 0,0-2 3 0,-1-1-1 16,-1-1 4-16,2-3 1 0,-16-1 1 0,3-1 1 16,-1-2 7-16,1 9-4 0,2-2 2 0,0-3-2 15,2-3 7-15,6-1-3 0,-4 0 3 0,1-2-3 16,9 0-2-16,-3 0 8 0,0 0-3 0,0 0 4 16,1 0-3-16,-1 0-9 0,2 0 1 0,0-2-4 0,2 0 4 15,0 1 7-15,2-1 0 0,0 0 2 0,2 0-3 16,18-13 8-16,10-2-1 0,-1 4 3 0,-3 2-3 15,0 0 0-15,0 0-8 0,-2 2 3 0,0 1-8 0,-2 1-3 16,-6 1 6-16,-1 3-6 0,-2-1-1 0,-4 2 1 16,-2 0-5-16,-1 0 4 0,-1 2-11 0,-3 0 1 15,1 0-1-15,-3 0 0 0,2 0-10 0,0 0-59 16,-1 0-8-16,1 0-24 0,-2 0-78 0,0-2-83 16,0 1-28-16</inkml:trace>
  <inkml:trace contextRef="#ctx0" brushRef="#br0" timeOffset="-166129.14">8786 9266 1322 0,'-2'0'21'0,"1"-2"-2"0,-1 0 27 0,0 1 4 0,0-3 3 16,0 0 37-16,2 1-14 0,0 1 1 0,0-6-9 16,2-1-24-16,5-2-6 0,8 2-2 0,17-1-2 15,7 1-16-15,-2 2-6 0,0-3-4 0,2 7 0 16,-4-1-14-16,-1-17-3 0,-4 10-7 0,-3 4 0 15,-1 3-56-15,0 4-140 0,2 2-41 0</inkml:trace>
  <inkml:trace contextRef="#ctx0" brushRef="#br0" timeOffset="-165870.89">9535 9587 1335 0,'0'0'24'0,"-2"0"41"0,0 2-51 0,0 0 34 16,-4 9 6-16,-5 15 12 0,-2 2 34 0,2 4-18 16,0-1-6-16,2 1-4 0,1 1-25 0,3-1-3 15,-1-1 2-15,2 1-2 0,1-4-10 0,1-2-13 16,2-2-5-16,0-4 0 0,0-3-2 0,4 0-12 16,-1-4 4-16,1 0-7 0,0-4-7 0,-2-3-15 15,-1-3 0-15,1 1-6 0,2 0-6 0,0-1-36 0,-1-1-26 16,-1-2-6-16,6 0-109 0,1 0-132 0,2-2-71 15</inkml:trace>
  <inkml:trace contextRef="#ctx0" brushRef="#br0" timeOffset="-165464.25">9451 9628 1271 0,'0'0'11'16,"0"-2"-1"-16,0 1 39 0,0-1 5 0,0-2 10 15,0 0 34-15,0 2-15 0,0-7-9 0,0-4-3 0,0 6-39 16,4-4 10-16,-1 3-1 0,1 1 4 0,18-1-1 16,-1 6-18-16,-1-12-1 0,3 4-6 0,-3 7-15 15,-1 3 2-15,-5 3-3 0,-4 1 3 0,-1 2 0 0,-2 21 5 16,-3 3-2-16,17 4 2 0,-10-3-5 0,-8 1 0 16,-4-3 1-16,-5-3 0 0,-3 0 4 0,1-5-13 15,-1-3 4-15,3-3-6 0,1-2 5 0,-1-2 0 16,3-1-2-16,1-5 0 0,2 1-6 0,0-2-8 15,0-1 4-15,0-1-4 0,0 0 0 0,2 2 5 16,-1-1-3-16,3-1 5 0,9 6 2 0,4-1 6 16,5 0 0-16,-3-1 3 0,5 0-1 0,-4-1 1 15,-3-1-2-15,-6 0 2 0,0-1 15 0,-2 1 5 0,-3-2 6 16,0 0-2-16,-3 0 12 0,1 1-1 0,-2 1 3 16,-2-2-4-16,0 7-2 0,-2 0-11 0,-4 3-4 15,1-1-2-15,-23 2-12 0,-7-2 2 0,1 2-2 16,-5-4 2-16,4 2-5 0,0-7 0 0,1 0-1 0,8-1 0 15,0 14-10-15,6-8-12 0,3-3-4 0,4-2-6 16,4-2-43-16,3-2-86 0,3 0-22 0,-1-2-28 16,2 0-139-16</inkml:trace>
  <inkml:trace contextRef="#ctx0" brushRef="#br0" timeOffset="-165255.28">9923 9372 1747 0,'0'0'20'0,"0"0"38"0,0 0-45 0,0 0 44 16,0 0 0-16,0 0 17 0,0 0 14 0,0-2-42 16,1 0 1-16,3 0-16 0,2 1-17 0,16-7-8 15,-2 1-2-15,1 1-1 0,1 1-3 0,-3 1-5 16,1-2 1-16,-3 3-6 0,-2-1-24 0,-2 2-134 15,-2 0-19-15,-6 2-53 0,1 0-212 0</inkml:trace>
  <inkml:trace contextRef="#ctx0" brushRef="#br0" timeOffset="-165093.4">10006 9641 1418 0,'0'0'22'0,"0"0"4"0,0 0-14 0,0 0-3 0,0 0-3 16,0 0 52-16,0 0 9 0,0 2-5 0,0 0 0 15,0 0-48-15,0-2-10 0,2 0-2 0,0 0-4 16,2 0-25-16,12 0-54 0,8 0-30 0,2-4-17 16,2-1-202-16</inkml:trace>
  <inkml:trace contextRef="#ctx0" brushRef="#br0" timeOffset="-164673.41">10712 9147 1316 0,'0'0'31'0,"-2"0"3"0,0-1 36 15,0-1 3-15,0 0 7 0,-1 0 62 0,-1 0-25 16,0 0-8-16,0 0-7 0,1 1-35 0,-1-1-42 16,0 0 6-16,1 0-20 0,-1 0-5 0,0 2 10 15,2 0 1-15,-1 0 4 0,-3 4 5 0,2 13-6 16,-1 10-1-16,-1 3 0 0,4 4 0 0,-1-1-2 16,-1 2 0-16,2 0-2 0,-18-1-2 0,8-1-7 15,5 3 3-15,3-5-3 0,2 1 1 0,2-8 0 0,2 4-3 16,2-6 2-16,2 0 0 0,3 2-7 0,0-5 1 15,0-4-3-15,3 0 3 0,-9-4-2 0,14-2 2 16,2-1 0-16,-1-3-1 0,1-1 5 0,3-2-5 16,0 13 4-16,1-4-3 0,1-4-4 0,-4-5 3 0,2-2-3 15,-1 0 4-15,-1-4 6 0,3-1-3 0,-3-5 2 16,0-1-10-16,-1 0 9 0,-2 6-1 0,-2-21 4 16,-4 1-5-16,0-2 11 0,0-5-1 0,-4 4 5 15,1-3 8-15,-6 1-13 0,1-2 7 0,-1-1-8 16,19-1 7-16,-12 1 4 0,-7 1-7 0,-4 3 7 15,-4 3 1-15,-3 2 0 0,0 3 1 0,-2 3-3 0,-1 3-7 16,1 2-1-16,-11 0-2 0,0 4 1 0,0-1-3 16,3 5-10-16,-1 1 3 0,-1 0-7 0,3-9-24 15,3 6-24-15,0 1-4 0,0 3-13 0,0 1-95 0,0 2-200 16,0 0-73-16</inkml:trace>
  <inkml:trace contextRef="#ctx0" brushRef="#br0" timeOffset="-163286.89">3636 11273 408 0,'0'0'56'0,"0"0"-9"0,-2-2 39 0,0 1 15 0,0-1-16 15,0 0-2-15,-1 0 15 0,-1 0-3 0,0 0 3 16,0-1-27-16,1-1-13 0,-1 0-5 0,4 2-3 15,-4-3-24-15,2 1-4 0,1-3 1 0,1-1 0 16,0-3 7-16,1 2-10 0,3-1 7 0,2 1-6 16,7 5 23-16,11-1-19 0,2 3 5 0,-4-13-10 15,2 4-1-15,-3 6 1 0,-3 3-4 0,1 2 3 0,-6 0-8 16,0 2 10-16,-2 3 1 0,-4-1 3 0,-1 1 7 16,-4 18-8-16,15 1 5 0,-10-4-5 0,-3 2 3 15,-4-1-5-15,-2-1-3 0,-6 4 1 0,-1-1-8 0,-4-1 0 16,2-5-5-16,2-1 4 0,-12-3-2 0,-1-3-2 15,2-1-1-15,1-2-1 0,8-3-3 0,2 0 3 16,3-2 0-16,2 0-1 0,1-1-12 0,-1 3-5 16,0 0-1-16,2 0-1 0,0-3 3 0,1 1 10 15,-1 0-4-15,2 0 5 0,0 0-6 0,2 0 2 16,1 0 3-16,12 7-1 0,7 2 0 0,-1-2 8 16,1 2-6-16,-3-1 6 0,-6-3-5 0,2 2 2 15,-2 1 3-15,-4-5-3 0,-2 10-2 0,-1 0 17 0,-2-2-1 16,5-2 8-16,-2 2 1 0,-1-2 2 0,-2 2 5 15,-4 2-2-15,0 0 6 0,-4 0-8 0,-2-2-3 16,-1-2 1-16,5 0-4 0,-20-2 3 0,-1 1-1 16,3-1 2-16,-6-3-4 0,2-1-2 0,0 12-9 15,-4-4 4-15,9-8-15 0,1 1 4 0,-1-2 6 0,8-3-3 16,-4 1-13-16,4-2 3 0,2 0-7 0,3 0 6 16,-1 0-17-16,5 0-73 0,-2 0-20 0,0 0-22 15,1 0-94-15,1 0-55 0,2-2-47 0</inkml:trace>
  <inkml:trace contextRef="#ctx0" brushRef="#br0" timeOffset="-162927.42">4323 11329 1526 0,'-2'0'6'0,"0"0"0"0,-2 0 4 16,1 0 2-16,-5 0 0 0,1 2 19 0,-6 3 12 15,-2 3 4-15,2 1 1 0,0 0-8 0,5 14-17 16,3 1-4-16,-12 2-3 0,6 0-8 0,4 0 5 16,3-4-1-16,4 0 2 0,2 1-2 0,1-3 2 15,5-1-7-15,3-3 5 0,-4 1 0 0,18-6 15 16,2 0 0-16,-2-3 4 0,1-4-1 0,1-1-14 0,-2 14 7 16,4-6-9-16,-1-5 9 0,0-4-1 0,-2-4-2 15,-2-4 1-15,-2-1 2 0,-1-4 11 0,-1-2-6 16,-5 7 6-16,2-18-11 0,-4 3-2 0,-4 1 4 0,-3-2-3 15,-1 1 4-15,10-1 6 0,-6 2-6 16,-5-1 4-16,-4-1-16 0,0 3 0 0,-4-1 0 0,-1 5-1 16,-4 0 0-16,7 2-4 0,-24 4 0 0,0 1-2 15,-4 3-5-15,2-14-4 0,-2 8-9 0,3 4 1 16,2 5-27-16,3 2-27 0,4 4-20 0,3-1-8 16,0 3-117-16,7-2-105 0,5-1-18 0</inkml:trace>
  <inkml:trace contextRef="#ctx0" brushRef="#br0" timeOffset="-162356.34">4898 11162 855 0,'-2'0'211'15,"1"0"-291"-15,-1-2 262 0,-2 0-144 0,0 0 35 0,-3 1 30 16,-2-1-5-16,1 0 11 0,3 0-18 0,3 2-38 0,0 0-3 16,-2-2-12-16,0 0-24 0,3 0-7 0,-1 1 3 15,2-1-4-15,0 0 12 0,2 0 9 0,-1 0 1 16,3 0 2-16,22-13 3 0,4 4-1 0,0 2-3 16,-1 2-1-16,5 3-19 0,-5 4 2 0,-3 2-2 0,-5 3 2 15,-8 1-1-15,2 1 3 0,-6-1-3 0,4-1 4 16,-7 16 3-16,-5-1 7 0,1 6 5 0,9-5 1 15,-3 1 11-15,-6-4-18 0,-2 1 4 0,-4 0-9 16,-2-1 8-16,-1 1-13 0,-2-3 5 0,-1-1-8 16,3-2-9-16,-15-3 1 0,5 1-2 0,2-4 3 15,6 1 6-15,1-5-9 0,1 1 0 0,5 0-4 16,-2-1-2-16,4-1-5 0,0 0 3 0,0 0-4 0,0 0 8 16,0 0-5-16,-1 1 2 0,1-1-1 0,0 2 8 15,0 0-6-15,1-1 4 0,1 1-3 0,4 0 8 16,16 11-8-16,2-4 4 0,2 0-4 0,-3-2 13 15,1 1-8-15,-2-3 2 0,-5 0-3 0,-2 1 1 0,-6-3 6 16,-4-1-4-16,-1-2 5 0,4 2-7 0,-7 7 7 16,9 0 0-16,-3 2 4 0,-1 0 0 0,-3 0 3 15,-3 0-2-15,0 0 3 0,-3-2-3 0,-5 2 2 16,-1 0 3-16,-4 2 0 0,-9-2 2 0,-2 0-8 16,-2-4-1-16,1-1-1 0,-1-3 2 0,2 1-2 15,6-2-5-15,-5-1 2 0,5-1-13 0,3 9 5 16,-2-1-5-16,8-7 3 0,2-1-25 0,5-2-42 0,-2 2-17 15,0-2-14-15,2 0-110 0,1 0-86 0,1-2-36 16</inkml:trace>
  <inkml:trace contextRef="#ctx0" brushRef="#br0" timeOffset="-162030.34">5591 11437 1303 0,'0'0'46'0,"-2"0"2"0,0 0 22 15,0 0 3-15,-1 0-3 0,-1 0 53 0,2 0-26 16,0 0-2-16,0 0-11 0,0 0-43 0,1 0-19 15,-1 0-6-15,0 0-1 0,2 0 7 0,2 0 2 16,0 0 4-16,3 0-3 0,25-6-5 0,3 1 2 16,3-1-1-16,1-1 1 0,2 1-1 0,-2-1-14 15,4-1 1-15,-10 4-5 0,3-1 2 0,-5 1-8 16,-6 0 1-16,1 1-5 0,-6 1 0 0,-1 0-15 16,-2 0-3-16,-4 0-15 0,2 0-114 0,-2 1-96 0,-5 1-58 15</inkml:trace>
  <inkml:trace contextRef="#ctx0" brushRef="#br0" timeOffset="-161828.89">5881 11153 1647 0,'0'0'12'0,"-2"2"34"15,0-1-54-15,0 1 39 0,0 2-2 0,-5 11 20 16,-6 9 28-16,2 4-15 0,-1-2-4 0,3 0-8 0,4 3-38 15,1-3-6-15,0 4 6 0,2-2-7 0,2-2 1 16,0-4-7-16,0 2-7 0,0-3 1 0,0-4-13 16,2-3-42-16,4-1-32 0,-1-1-13 0,-1-5-181 0,2 2-263 15</inkml:trace>
  <inkml:trace contextRef="#ctx0" brushRef="#br0" timeOffset="-161271.09">6425 11047 947 0,'0'0'23'0,"0"0"-4"0,-2 0 86 0,0 0-9 0,0 0 25 16,0 0-22-16,0 0-14 0,0 0-11 0,1 0-1 15,1 0-49-15,0-2 0 0,0 0-5 0,0 0 4 16,0 0 4-16,1 1 10 0,1-1 2 0,2 0 0 16,9 0 5-16,11-2-2 0,0 2-7 0,-1 2 0 15,-3 0-29-15,-3 2 3 0,-1 4 3 0,-6-2-1 16,-1 1 0-16,2 3-2 0,-4 12 5 0,1-1-2 16,7 1 1-16,-6-1 16 0,-5-3-5 0,-4 5 11 0,0-1 0 15,-6 0-14-15,-1 3-1 0,-4-3-5 0,7-1 2 16,-15-3-12-16,-3-3 5 0,4-1-8 0,1-1 10 15,2-4-7-15,4 1 2 0,0-3-3 0,3-3-3 0,3 2-1 16,1-1 0-16,0 1-1 0,1 0 2 0,-1 0-7 16,2-1-3-16,0-1-2 0,0 0-1 0,0 0 1 15,1 0 6-15,-1 0-3 0,2-1 8 0,0 1-3 16,2 0 2-16,-1 0-2 0,3-2 3 0,4 0 1 16,10 2-1-16,-1 0-1 0,7 1-5 0,-2-1 6 15,2 0-1-15,2 2 1 0,-7-2 0 0,3 1 1 16,-1 1 1-16,1 2 1 0,-4-1-3 0,-1 1 0 0,-6-1 2 15,-5-1 0-15,-1 0 4 0,-3 1 6 0,8 8-1 16,-3 2 3-16,-1 4 7 0,-6-2-9 0,-2 3-2 16,-6 0-2-16,-1-1-5 0,-4 1 10 0,4-3-1 15,-17 2 4-15,2-4 3 0,-2-4 3 0,-2 0-6 0,7-2 3 16,-1-1-18-16,7-3 0 0,0-1 0 0,2 5 0 16,2-1-6-16,4-5-1 0,1-1-11 0,3-2 4 15,-1 0-27-15,0 0-32 0,0 0-8 0,1-2-16 16,1 0-96-16,2-3-102 0,2-16-39 0</inkml:trace>
  <inkml:trace contextRef="#ctx0" brushRef="#br0" timeOffset="-160754.39">6917 11039 1327 0,'0'0'24'0,"-2"0"-3"0,0 0 86 0,0-1-9 16,0-1 23-16,0 0-36 0,0 0-15 0,1 0-12 15,-1 0-1-15,0 0-49 0,0 1-7 0,0-1-6 16,0 0 2-16,2 0 5 0,0 0-4 0,2 0 11 15,2 2-8-15,9 0 14 0,13 0 1 0,0 0-2 16,-2 4 1-16,-2 0 4 0,-1 3-8 0,-3 2-1 0,-3 1-2 16,-2-7 1-16,-2 16 0 0,-5 3 4 0,-2-3-2 15,-3 5 3-15,11-7-4 0,-3 1-1 0,-4 3 0 16,-5-1 4-16,-1 0-3 0,-5-1-1 0,-1 0 0 16,-3-3 1-16,-1 1-5 0,2-4 3 0,5-4-4 15,-9 2 0-15,6-5-2 0,-1 1-1 0,5-3-1 16,1-2-10-16,0 2 1 0,2-2-1 0,0-1 2 15,0 1-3-15,0 0 9 0,-2 2-4 0,0 1 6 0,2 1 2 16,0 3 0-16,0 1 3 0,0-1-4 0,4 4-5 16,0 0 1-16,1 2-2 0,3 0 3 0,1-1 0 15,0 1 5-15,-1-2 0 0,1 2 2 0,-2-2 4 0,1 2 11 16,-3-2-2-16,1 0 5 0,-2-2-3 0,-1 0 3 16,-1 0 2-16,-2 1-1 0,0 1-15 0,-2 0-3 15,-1 0-5-15,-3 0 4 0,0 0-6 0,-1-2-8 16,1-2-4-16,1-2-3 0,1-1-34 0,2 0-121 15,-3-3-7-15,-1 1-49 0,4-4-114 0</inkml:trace>
  <inkml:trace contextRef="#ctx0" brushRef="#br0" timeOffset="-160560.64">7427 11543 1563 0,'0'0'72'0,"0"0"9"0,0 0-8 0,0 0-9 15,0 0-10-15,0 0 73 0,0 0-21 0,0 0-5 0,0 0-10 16,0 0-59-16,0 0-23 0,0 0 0 0,0 0-6 16,0 0-2-16,0 0 4 0,0 0-8 0,0 0 3 15,0 0-28-15,0 0-75 0,2 0-16 0,0 0-30 16,0 0-146-16</inkml:trace>
  <inkml:trace contextRef="#ctx0" brushRef="#br0" timeOffset="-160053.17">7596 11166 1027 0,'-2'0'95'0,"0"0"212"0,1-2-280 0,-1 0 50 15,0 0-3-15,0 0 20 0,0 0-2 0,0 1-34 0,0-1-5 16,1 0-9-16,1-2-14 0,0 0 10 0,1 1 1 16,1-1 2-16,-2 2-1 0,10-3-5 0,10-10 4 15,0 5-3-15,-1 3-4 0,0 1-10 0,-1 3-9 16,-3 3 1-16,0 0-18 0,-4 2 8 0,-2 1-1 0,-1 1 4 16,-3 0-3-16,-3 9 7 0,0 5-3 0,13 5 3 15,-6 1 2-15,-5-2-8 0,-4-2 6 0,0 4-8 16,-6 1-2-16,-1-3 7 0,-2-2-7 0,-3-1 7 15,3-4-3-15,5-2-6 0,-7 0-1 0,0-2-2 16,4-2-6-16,1-5 1 0,4 0 0 0,2-3-1 16,-3 3-3-16,-1 0-6 0,2 0 4 0,0-3-3 15,0 1 5-15,2 0 6 0,0 0-2 0,2 0 4 0,0 0-4 16,0-2 5-16,15 2-1 0,-1-1 3 0,1 1 10 16,-2 0-10-16,0 2 2 0,1 1-3 0,3 1 4 15,1 1-2-15,1 1 4 0,-1 1-5 0,-1-1 0 0,-3-1 8 16,1 2-2-16,-6-3 4 0,0 1 0 0,-1 1 12 15,-8-8-3-15,-1 9 6 0,7 2-3 0,-3 2-2 16,-3 0-6-16,-2 2 2 0,-3 0-8 0,-7 0-3 16,1 0-1-16,-21-1-1 0,1-2-4 0,1 1 1 15,-2-4 2-15,2 0-2 0,0-3-3 0,4-4-15 16,4-1-9-16,3 11-6 0,4-5-80 0,6-5-88 16,3-2-31-16,0 0-28 0,1 0-195 0</inkml:trace>
  <inkml:trace contextRef="#ctx0" brushRef="#br0" timeOffset="-159720.89">7850 10837 1347 0,'0'0'95'0,"-1"0"-128"0,-1-2 123 0,0 0-65 15,0 0 47-15,0 1 11 0,0-1-4 0,1 0 3 16,-1 0-34-16,2 0-10 0,0 0 3 0,0 2-3 0,2 0 21 16,-1 0-15-16,3 0 3 0,7 2-5 0,11 4 13 15,6 5-13-15,-4 0 2 0,6 6-7 0,-4-15 1 16,6 24-10-16,-1 5 2 0,5 4-6 0,-5 3-4 16,3-1 0-16,-10 0 1 0,-4 2-1 0,6 2-3 0,-9 1-1 15,1 3-3-15,-6 1 2 0,-7 1 1 0,1-3-4 16,-4 1 2-16,20-4-4 0,-15-4-5 0,-7 0-6 15,-3-2 1-15,-7-1-2 0,-1-1-6 0,-4 1-24 16,-3 3-15-16,8-6-9 0,-12 5-122 0,-17-3-219 16,-5 6-140-16</inkml:trace>
  <inkml:trace contextRef="#ctx0" brushRef="#br0" timeOffset="-159068.64">3456 10948 1052 0,'-2'0'67'0,"-2"0"-57"0,-26 4 69 0,3 4-27 0,2-1-16 16,3 2 7-16,0 2 14 0,1 4-4 0,3-4 31 16,1 19-24-16,-1 4-3 0,3 3-7 0,-2 2-20 15,4 7 19-15,0 0-1 0,-2 3 8 0,2 1 15 0,2 0-6 16,0 2-3-16,2 4-2 0,1-1-11 0,4 3-10 15,3 1 3-15,-27 3-7 0,18-3-2 0,10-1-6 16,4-6 2-16,7-4-5 0,2-2-12 0,6 1-5 16,3-6-2-16,-11-6 1 0,26-2 2 0,4-3-12 15,0-6 2-15,6-2-7 0,3-1-6 0,3-6-35 16,7-2-32-16,1-8-15 0,4-1-232 0</inkml:trace>
  <inkml:trace contextRef="#ctx0" brushRef="#br0" timeOffset="-158082.7">9109 11290 113 0,'0'0'11'0,"0"0"0"0,-1-2 41 16,-1 0 6-16,0-1 12 0,0-1 57 0,2 2-25 15,-6-9 13-15,-1-2-18 0,-2-4 8 0,1 4-11 0,-1-2 0 16,0 0-3-16,-4-3-1 0,3 3-1 0,3 2-3 16,-2-2-1-16,3 6-17 0,-1-4 8 0,1 2-5 15,1 2 6-15,5 7-16 0,-2-2-1 0,0 0-9 16,2 2 6-16,-4-3-14 0,4 3-4 0,-2-2-7 15,0 1-1-15,1 1-27 0,-1 0 3 0,0 2 1 0,0 0 1 16,2 2 11-16,0 7-2 0,-2 23-3 0,0-3-1 16,-1 3-8-16,-1-1 3 0,2 1-1 0,0-1-1 15,0 1-2-15,2-2-8 0,0-1 5 0,-2 3-5 16,1-4 1-16,-3 2-11 0,0-1 4 0,-1 1-6 16,-1 0 6-16,0 1-15 0,1-3-6 0,-1-4-2 15,1-3-15-15,-1-6 26 0,1-4-2 0,-1-2 12 0,4-2 10 16,-11-3-2-16,0 0 2 0,0 5-2 0,0-1 7 15,0-3 1-15,0-1 3 0,0 0-1 0,2-3 14 16,4-1-8-16,-1 0 15 0,3 0-12 0,1 0 18 0,2 0-8 16,0 0-4-16,-2 0 0 0,1 0-10 0,1 0-9 15,0 0 2-15,0-1-2 0,0-1 18 0,2 0-2 16,2 0 2-16,2 0-3 0,14-9 10 0,20-6-9 16,-1 2-1-16,-2 1-4 0,2-1-11 0,-7 4 4 15,0 1-2-15,-3 1 2 0,-1 2-7 0,-1-1-1 16,-5 3-1-16,0-1-1 0,-1 0-2 0,-2 1-13 15,-3 1 2-15,-4 0-6 0,3-1-8 0,-6 1-50 16,-1 2-16-16,-3 0-14 0,1 1-73 0,2-7-51 0,1-3-1 16,-1 0-27-16,-3 2-100 0</inkml:trace>
  <inkml:trace contextRef="#ctx0" brushRef="#br0" timeOffset="-157909.39">8712 11116 1194 0,'0'-2'44'16,"-2"0"-4"-16,0-2 49 0,0 0 0 0,-1-3 3 15,-1 0 13-15,4 5-29 0,-2-2 0 0,0 0-14 16,0 1-24-16,2 1 3 0,0-4 1 0,2-1-1 16,0 1-14-16,9-1-11 0,23 3-7 0,-1-2 1 15,4 5-7-15,-5-1-5 0,-1-17-1 0,-1 8-4 0,4 5-24 16,1 5-81-16,-2 1-11 0,3 1-31 0,-5 3-106 16</inkml:trace>
  <inkml:trace contextRef="#ctx0" brushRef="#br0" timeOffset="-157721.89">9462 11260 590 0,'0'0'187'0,"0"0"39"0,0 2-97 15,-2 2-80-15,-1 5-25 0,-7 15 26 0,1 2 55 16,-2 2-6-16,0 2 21 0,1 0-13 0,1-1-22 16,0 1 3-16,0 2-12 0,-1-1-18 0,3-1-1 15,1 1-8-15,1-5 4 0,-1 2-19 0,1-4-17 0,1-3 4 16,2-3-9-16,0-1-6 0,2-2-10 0,0-2-7 15,0-6-1-15,0-1-14 0,0-2-52 0,0-1-7 16,2 1-20-16,0-2-62 0,0 0-98 0,0 0-34 16</inkml:trace>
  <inkml:trace contextRef="#ctx0" brushRef="#br0" timeOffset="-157302.45">9362 11353 1108 0,'0'0'80'0,"0"-2"-99"0,-2 0 97 0,0 1-47 16,0-3 44-16,0 0 2 0,1-1 7 0,-1-3-8 0,2 1-9 16,0-1-13-16,0-1-3 0,0-2-3 0,3-2-7 15,3 2 2-15,0 3 2 0,7 3-2 0,9 3-7 0,-2-13-18 16,1 6-3-16,1 3-5 0,0 6-9 0,-3 4 9 16,-2 1 0-16,-4 3 4 0,-6-1 0 0,-1 16-1 15,-3 8 0-15,16-3 0 0,-8 2-4 0,-7 1 4 16,-8 1-3-16,-5-2 3 0,-4-3-13 0,0-4 4 15,-2-1-6-15,2-2 5 0,2-3-3 0,3-4 0 16,3-4 2-16,1-1-2 0,0-1-5 0,2-3-12 16,2 0 7-16,0-2-6 0,0-1 7 0,0 3 6 15,0-2-7-15,0 0 8 0,21 0 0 0,7 3 2 16,3-1 1-16,1 2 0 0,-4 1-1 0,-2 0 3 0,-4 6-3 16,-7 0 4-16,-2 2 1 0,-6 2 14 0,-1 0 0 15,7 1 5-15,-4 1 2 0,-5 1 20 0,-4-1-1 16,-6-1 7-16,-5 1-5 0,6-1-12 0,-23-1-5 15,2-4-1-15,-8-2-15 0,-1-5-3 0,-2-1-1 0,5-1-1 16,3-2-3-16,6 13-9 0,1-4-2 0,3-7-5 16,6-4-11-16,4 0-18 0,4 0-2 0,1-2-9 15,2 2-43-15,-11-21-35 0,6 1-16 0,5-4-7 16,4-4-78-16,9-5-119 0</inkml:trace>
  <inkml:trace contextRef="#ctx0" brushRef="#br0" timeOffset="-157114.73">10220 11149 1932 0,'0'0'59'0,"-2"0"-83"16,0 0 75-16,0 0-41 0,0 0 25 0,0 0 15 15,1 0-7-15,1 0 6 0,0 0-30 0,0 0-12 16,0 0-7-16,1 0 0 0,1 0-9 0,0 0-17 15,2 0-27-15,1 0-8 0,8 4-173 0,-1-1-202 16</inkml:trace>
  <inkml:trace contextRef="#ctx0" brushRef="#br0" timeOffset="-156958.59">10300 11422 1650 0,'0'0'71'0,"0"0"14"0,0 0-46 0,0 0-26 0,0 0-13 16,0 0 28-16,0 0 38 0,1 0-10 0,1-2 14 15,0 0-37-15,4-2-27 0,22-12-4 0,3-3-9 16,8-1-37-16,0-1-46 0,0 1-32 0,4-4-15 16,-4 3-200-16</inkml:trace>
  <inkml:trace contextRef="#ctx0" brushRef="#br0" timeOffset="-156677.39">11107 10599 1152 0,'0'0'130'0,"-2"0"26"0,0-2-66 16,1 1-42-16,-1-1-21 0,0 0 68 0,0 0-12 16,0 0-4-16,0 0-7 0,0 0-41 0,1 2-3 15,-3 0 4-15,0 2-2 0,0 0 23 0,1 2-2 16,-8 14 3-16,-1 7-4 0,5-1-7 0,1 0-6 16,5 0 0-16,1-2-2 0,3-1 3 0,1-5-7 15,2 1-3-15,1-2 0 0,2 0-10 0,-1-6 6 0,21 0 0 16,-1-1 1-16,6-4-11 0,-5-3 6 0,-1 18-7 15,9-6 6-15,-5-7-9 0,7-6-5 0,-2-4 3 16,-7-2-5-16,3-5-3 0,1-2-15 0,-3 0-1 16,3-2-8-16,-3 0-19 0,-1 1-10 0,-2-1-14 15,-4 2-1-15,-4 0-91 0,-5 3-101 0,-2 1-20 0,-7 5-42 16,-6 3-249-16</inkml:trace>
  <inkml:trace contextRef="#ctx0" brushRef="#br0" timeOffset="-156472.4">11412 10562 1676 0,'0'0'10'0,"0"0"-1"15,0 0 48-15,-2 0-1 0,2 0 16 0,-2 2 21 16,0 0-21-16,0 0 3 0,2 1-13 0,-5 20-24 0,1 5-4 16,0 1-8-16,2 5 4 0,2 1-17 0,0 4 8 15,0 0-1-15,0-2 2 0,0 2-13 0,0-4 6 16,0 4-5-16,0-5 5 0,2-1-11 0,0 1 3 15,0-12-5-15,0 0 5 0,0-3-5 0,0-6-19 16,-1 4 2-16,1-6-10 0,0 2-10 0,0-6-119 16,2 0-10-16,-1-1-51 0,1 0-169 0</inkml:trace>
  <inkml:trace contextRef="#ctx0" brushRef="#br0" timeOffset="-156287.71">11818 10883 2137 0,'0'0'78'0,"0"0"-110"0,-2-1 96 0,1-1-50 15,-1 0 47-15,0 0 20 0,2 0-8 0,0 0 4 16,0 0-53-16,0 1-24 0,0 1 0 0,0 0-9 16,0 0-4-16,0 0-24 0,0 0-22 0,2 0-9 0,0-2-137 15,-1 0-116-15,1 0-59 0</inkml:trace>
  <inkml:trace contextRef="#ctx0" brushRef="#br0" timeOffset="-155800.45">12089 10488 1316 0,'-1'-2'132'0,"-1"0"28"0,0 0-75 16,0 1-55-16,0-1-18 0,0-2 50 0,0 0 2 15,1 1 8-15,1 1-7 0,0-6-16 0,0-3-8 16,3 2-6-16,-1 5 0 0,26-1-17 0,2-3 6 0,-1 6-3 16,-1-3 3-16,0 3-8 0,-4-13-6 0,0 8-2 15,-3 5 0-15,-5 2 0 0,-4 3-3 0,-3 3 8 16,-4-2-7-16,-3 22 10 0,15 0 5 0,-6 2 1 16,-7-1 2-16,-4 1 6 0,-8-2-17 0,-5 2 5 0,-3 0-8 15,8-4 2-15,-20 2-4 0,4-2-3 0,-2-3 2 16,0-3-1-16,4-1-8 0,2-4 2 0,3-2-5 15,6-2-2-15,7-3-8 0,2-2-6 0,2-3 1 16,0 1-7-16,-2 2 9 0,1 0 3 0,1-1 3 16,1-1 9-16,1 0-6 0,6 0 7 0,14 4-6 15,6-3 13-15,-6-1-2 0,0 0-2 0,4-2 1 16,-2 2 0-16,-1 0-2 0,1 1 5 0,-2 1-4 0,2 2 5 16,-1-1 0-16,3 1 1 0,0 1 0 0,-2-1 9 15,-2-1 11-15,-5 1 0 0,-1 1 2 0,-4-1 2 0,-5-2 10 16,2 1-6-16,-5-1 7 0,0 0-1 0,-4-2-3 15,7 12 8-15,-3-1-7 0,-4 2-3 0,-4 0-13 16,-3-2-6-16,1 4-1 0,-22 1-11 0,-1 1-6 16,-3 1 3-16,0-5-4 0,3-4-3 0,1 2-23 15,-2-7-12-15,4-4-14 0,0 5-141 0,0-5-296 16</inkml:trace>
  <inkml:trace contextRef="#ctx0" brushRef="#br0" timeOffset="-154509.58">11764 12272 353 0,'0'0'0'0,"-1"-2"5"15,-1 1 54-15,0-1-20 0,0 0 21 0,0-2-5 0,-2-1 17 16,-5-10 15-16,-2-4-1 0,0 1-3 0,2-1-15 16,1 0 3-16,1 1-8 0,-1-4 6 0,1-4-6 15,-1-2-6-15,5 4 2 0,-1-1-3 0,0 1 5 16,2 6-7-16,1-3 0 0,1 8-5 0,0 4-12 0,0 0 2 15,0 7-7-15,0 0 2 0,0 0-17 0,0-2 8 16,0 3 4-16,0-1 1 0,0 2 9 0,0 3-10 16,3 23 0-16,3 19-4 0,-1 7-1 0,-1 2 0 15,-2-4 1-15,0 4 0 0,0-6 5 0,0-1-19 16,-1-3 4-16,1-1-9 0,0-2 1 0,0-4-4 16,0-4 2-16,2-3-3 0,-1 0 3 0,-1-8-3 15,2 0-2-15,-2-7-1 0,0-2-7 0,-1-2-12 16,1 0-3-16,0 2-5 0,-2-11-13 0,0 2-28 0,0 0-1 15,0-3-12-15,0 1-22 0,0 0 30 0,-2 0-1 16,0 0 13-16,-1-2 17 0,-10 0 17 0,-8 2-2 16,-1-2 7-16,0 2 2 0,0 1 22 0,-3 1-6 15,-1 2 11-15,-1 1-4 0,-1 0 10 0,-6 3 4 0,1-3 1 16,1 1 20-16,1-1 11 0,7-3 5 0,3-1 2 16,3 1 12-16,5-2 17 0,3-2-10 0,5 0 10 15,1 0-25-15,0 0-37 0,2 0 5 0,1 0-13 16,-1 0 22-16,2 0 1 0,2 0 6 0,1-2-4 15,20-9 3-15,8-6-3 0,3 1-3 0,3-3 0 16,-2 0-12-16,0 1-6 0,-3 1-3 0,-1 2-1 0,1 2-10 16,-4 2-1-16,0 4 2 0,-4 1-3 0,-6 2-2 15,-1 1 4-15,-4 1-8 0,-2 0 6 0,0 0-11 16,-3 2 7-16,-1 0-7 0,-1 0 4 0,-3 0-12 16,1 0-13-16,-2 0-9 0,2-2-7 0,-1 0-67 0,1 1-42 15,-2-1-6-15,0-2-14 0,0 0-32 0,-2-3-47 16,0-4-53-16</inkml:trace>
  <inkml:trace contextRef="#ctx0" brushRef="#br0" timeOffset="-154347.1">11410 12139 1282 0,'0'-2'36'0,"-2"0"63"0,0-2-76 0,0-1 30 16,0-7 0-16,2 3 13 0,0 0 22 0,2-2-3 0,0 3-1 15,4-3-1-15,1 0-3 0,6 2-34 0,13-4-1 16,0 5-13-16,0 1-18 0,-2 1-6 0,0 3-5 15,2-1 0-15,-3 2-5 0,-1-13-10 0,0 6 6 0,-3 5-9 16,-1 2-14-16,-1 2-40 0,2 0-26 0,-1 4-8 16,-1 0-113-16,0 1-96 0,1 6-40 0</inkml:trace>
  <inkml:trace contextRef="#ctx0" brushRef="#br0" timeOffset="-153746.04">12002 12263 1297 0,'0'0'4'0,"0"0"-1"15,0 2-3-15,0 0 4 0,0 1-3 0,0 7 23 16,-2 14 17-16,-1 4 6 0,-1 0 6 0,0 3 35 0,-1-1-13 16,-3 3 3-16,3 1-8 0,-1 1-10 0,0-2-9 15,1-1-3-15,-4 3-2 0,-1-3-10 0,5-3-9 16,-1-1 3-16,2-7-6 0,1-1-10 0,1-7-5 16,0-2-8-16,0 0 3 0,2-5-10 0,0 1-14 15,0-3-4-15,0 0-3 0,0 0-18 0,0-1-3 16,0-1-5-16,0 0-2 0,0-2-38 0,0 0-18 15,0-2-4-15,0-5-2 0,4-23 8 0,0-5 28 16,-3 1 4-16,-1 1 9 0,0-1 33 0,-3 5 27 16,-1-1 6-16,2 4 5 0,-2 2 17 0,-1 2 20 0,-1-1 1 15,3 3 10-15,-1-1 30 0,0 5 1 0,2 1-6 16,2 2 1-16,0-2-25 0,2 0-6 0,2 0 1 16,5 1-2-16,-7-1 9 0,28 2-5 0,-4 0-2 0,3 3-3 15,3 5-19-15,0 3-12 0,-3-17 0 0,-5 10-4 16,-1 5-3-16,-10 4 16 0,2 4-5 0,-1 4 8 15,-4-1-2-15,-5 6 1 0,-1 17 1 0,15 1-1 16,-10 3-13-16,-9 1-3 0,-4 0 2 0,-9 2-2 16,-2 0-5-16,-3 1 0 0,-3-1-3 0,5-4 1 15,-1-5-1-15,4-4 0 0,4-7-2 0,3-6 1 16,2-2-5-16,2-5-4 0,1 2-4 0,-1-1-1 0,2-1-10 16,0 1 15-16,0-1-1 0,2 0 5 0,1 0-2 15,7 3 9-15,14 8-1 0,0-4 2 0,0-2-2 16,0-1 5-16,0-3 0 0,-1 3 1 0,-3-3-5 15,-7-1 11-15,-2 0 1 0,-3-1 6 0,-5-1 21 0,-1-2 11 16,2 4 2-16,-1 2 2 0,1 1-4 0,-2 4-10 16,-2 0-3-16,-2-1-1 0,-3 3-6 0,-3-2-6 15,-1 0-4-15,-19 2-1 0,-5-4-16 0,-1 0 2 16,-1 3-3-16,-2-5 2 0,2 0-1 0,1-3-7 16,1 0 1-16,5-2-5 0,4 14-4 0,9-8-19 15,2-3-4-15,5-3-11 0,5 0-73 0,-1-2-40 16,2 0-13-16,0-2-7 0,2-1-47 0,6-10-123 15</inkml:trace>
  <inkml:trace contextRef="#ctx0" brushRef="#br0" timeOffset="-153496.22">12635 12172 1735 0,'0'0'17'16,"-2"0"1"-16,1 0 2 0,-1 0 10 0,0 0-7 16,0 0 49-16,0 0-18 0,0 0 5 0,0 0-8 0,1 0 11 15,1 0-9-15,1 0-2 0,3 0-5 0,15-4-20 16,16-5-14-16,-2 2-1 0,3-1-6 0,-8 3-10 16,-1 1 1-16,-2 0-7 0,-7 2 5 0,-1 0-5 0,-4 2-28 15,-6 0-12-15,1 0-9 0,-3 0-68 0,3 0-20 16,-5 0-12-16,1 2-10 0,0 2-109 0</inkml:trace>
  <inkml:trace contextRef="#ctx0" brushRef="#br0" timeOffset="-153365.96">12576 12369 1127 0,'0'0'108'0,"-2"0"-125"16,0 0 114-16,0 0-56 0,0 2-24 0,2 0 60 16,0-1-1-16,0 1 19 0,2 0-3 0,0 0-8 0,0 0 0 15,4 0 0-15,16 7 4 0,9-3-15 0,3-5-1 16,-1-1-7-16,4-5-24 0,-3-3-25 0,-4 1-2 15,-1-2-8-15,-1-1-12 0,-4 3-15 0,-1 0-6 16,-5 1-15-16,4-1-142 0,-3 1-343 0</inkml:trace>
  <inkml:trace contextRef="#ctx0" brushRef="#br0" timeOffset="-152787.89">13786 11082 670 0,'0'-2'45'15,"0"0"2"-15,0-20-1 0,0-13 1 0,0 5-7 16,2 4 77-16,0 11-3 0,-2 2 10 0,0 8-10 16,0 1-3-16,0 2-4 0,0-2-10 0,0 1 1 15,0-1-40-15,0 2-17 0,0 0 2 0,0 2-7 16,0 2 8-16,0 4 8 0,-9 40-3 0,0-1 3 0,-1 3-22 16,1 2 3-16,2-5-2 0,-3-3 3 0,3-3 5 15,1-11-7-15,3-2-2 0,1 0-2 0,2-5-12 16,0-3 0-16,2 1-3 0,1-6 1 0,3 0-6 0,-1-4 6 15,1-2-1-15,18-5 2 0,4 17 2 0,2-8-8 16,3-5 4-16,4-6-7 0,2-4 5 0,2-4-11 16,0-3 6-16,7-5-6 0,-1-3 9 0,3-1-7 15,-6-1-2-15,-1 1 0 0,0-1-14 0,-8 3-8 16,2-1-1-16,-7 2-3 0,-8 4-9 0,-3 2-22 16,-4 0-24-16,-6 4-1 0,0-1-104 0,-5 6-52 15,-2 1-32-15,-2-1-24 0,2-2-268 0</inkml:trace>
  <inkml:trace contextRef="#ctx0" brushRef="#br0" timeOffset="-152528.77">14182 11082 1215 0,'0'0'52'0,"-2"0"103"16,0 0-123-16,0 0 41 0,1 0-3 0,-1 2 17 15,0 0 2-15,0 0-3 0,0 1-1 0,0 25-2 16,-3 2-17-16,-3 1-5 0,5-1-14 0,-3 2 7 15,2 1-18-15,1-1-16 0,-1 3 11 0,-15-3-13 16,6-1 1-16,6-3-1 0,1 0-11 0,4-4 7 0,2 0-13 16,0-2 2-16,2-1 5 0,0-3-4 0,0-3-8 15,0-2-5-15,0-2-4 0,0-1 2 0,-1-3-16 16,1-1-15-16,0-1-21 0,-2-3-3 0,0 0-121 16,2 2-37-16,0-1-43 0,0-1-9 0,0 0-284 0</inkml:trace>
  <inkml:trace contextRef="#ctx0" brushRef="#br0" timeOffset="-152327.67">14633 11314 1840 0,'0'0'54'0,"0"0"127"0,0 0-195 0,0 0 32 0,-2 0 6 15,0 0 13-15,1 0 36 0,1 0-10 0,-2 0-8 16,0 2-2-16,0 0-41 0,0 0-8 0,2 0-3 15,0-1 0-15,0 1-2 0,0 0-24 0,0 0 3 16,0 0-15-16,0 2-47 0,2-3-101 0,0 1-23 0,0 0-35 16,1 0-186-16</inkml:trace>
  <inkml:trace contextRef="#ctx0" brushRef="#br0" timeOffset="-151898.92">15064 10831 1396 0,'-2'-1'20'0,"0"-1"36"0,0 0-43 0,0 0 32 16,1 0-9-16,-1 0 16 0,0 0-10 0,2 1 11 16,2-3-5-16,0 0 7 0,5-1-10 0,21-12-5 15,0 4 6-15,5 2-5 0,-1 5 10 0,3 4-8 16,-3 2-7-16,-6 2 0 0,-2 4-25 0,-6 1-1 15,-1 2 1-15,-6 1-1 0,-3 3 9 0,-7 11 10 16,16 0-3-16,-6 2 5 0,-7 0-11 0,-4 0 1 16,-4 2-2-16,-1-2 1 0,-5-2-8 0,-1-2-3 0,0-5-2 15,9-4 0-15,-14 0-3 0,1-4-5 0,0 2-1 16,6-1-3-16,1-5-2 0,6-1-6 0,2-2-5 16,0 0 2-16,-3 1-2 0,1 1 1 0,0 0 7 15,2 0-5-15,0-3 11 0,2 1 2 0,1 0-4 16,1 0 3-16,15 7-2 0,-1-1 4 0,1-1 4 0,-1 1-2 15,3 1 4-15,-3-2 3 0,3 4-1 0,-3 0 2 16,-1 1-1-16,-4-11 0 0,0 14 7 0,-4-4-2 16,-3 4 22-16,-4-2-3 0,7-2 3 0,-2 2-1 15,-3-3 9-15,-2 3-17 0,-2 2 3 0,-4-1-8 16,-7 5-10-16,-2-2-5 0,-20-1-3 0,-2 1 1 0,-6 0-4 16,4 0-2-16,-6-4-5 0,4-2 0 0,2 0-27 15,3-2-77-15,6 0-15 0,-1-3-26 0,3 0-102 16,2-1-118-16,1 4-95 0</inkml:trace>
  <inkml:trace contextRef="#ctx0" brushRef="#br0" timeOffset="-151367.02">13902 12137 1133 0,'-2'0'126'0,"-15"-2"274"15,-11-2-367-15,0 0 29 0,6 3 1 0,-2 1 11 16,5 0 18-16,6 0-17 0,-2 0 2 0,12 0-10 15,1 0-23-15,0 0-29 0,-2 0 1 0,1 0-11 16,-1 0-10-16,2 0 7 0,0 0-9 0,0 0 8 16,2 1-6-16,0 1 13 0,2 0 0 0,0 0 5 0,0-2-7 15,22 6 1-15,4-1 0 0,3-1 1 0,5-4 6 16,6 0-4-16,10-4 9 0,8-3-7 0,14-4 13 16,10-2-9-16,5-2 2 0,9-6-1 0,-1-3 7 15,3-4-5-15,6-3 1 0,5 1-2 0,8-2-2 0,5 5 0 16,-1-5-6-16,-8 2 4 0,-7 1-12 0,-4-1 7 15,-2 4-3-15,-2 2 3 0,-1 3-9 0,-16 7 1 16,-10 2 4-16,-16 5-1 0,-12 1 6 0,-6 3-10 16,-10 1 3-16,-6 2-4 0,-5 0 2 0,-3 0 5 15,-2 0 0-15,-6 0 4 0,-1 0 7 0,-4 0 11 16,2 0-5-16,-1 0 5 0,1 0-19 0,0 0 7 16,-1 2-8-16,1 0 8 0,-2-1-7 0,0 1-2 15,0-2 2-15,0 2-3 0,1 0-6 0,-1 0 5 0,0 0-3 16,0 0 5-16,2-1-8 0,-3 1-2 0,3 0-6 15,-2 0 2-15,2 0-17 0,-2 0-14 0,1 0-26 16,-1-1-4-16,2-1-165 0,0 0-263 0</inkml:trace>
  <inkml:trace contextRef="#ctx0" brushRef="#br0" timeOffset="-149082.64">13968 12675 111 0,'0'0'42'0,"0"0"-5"0,0 0 39 16,0 0-2-16,0 0 0 0,0 0 0 0,0 0-4 16,0 0 0-16,0 0-3 0,0 0-12 0,0 0-4 15,0 0 2-15,0 0-2 0,-1 0 4 0,-1 0-4 16,0 0 4-16,0-2-2 0,0 0 10 0,0 1-18 15,0-1 2-15,1 0-6 0,-1 2 8 0,0-2 3 0,0 0-10 16,0 0 6-16,0 0-11 0,0 1-13 0,1-1 10 16,-1 0-12-16,0 0 1 0,-2 0 9 0,0 0-8 15,1 0 8-15,-1 1-7 0,0-1-6 0,2 0 2 16,-1 0-2-16,1 0 9 0,0 0-12 0,0 0 10 0,0 1-11 16,0-1 3-16,1 0-10 0,-1-2-3 0,0 0-1 15,0 1 4-15,2-1 6 0,0 0 3 0,0-1 2 16,4-6 7-16,1-1 2 0,-1-1-8 0,16 2 5 15,3 4-16-15,-1 1-7 0,-2 3 3 0,1-1-5 16,-1 2-4-16,-3-9 7 0,-2 3-3 0,2 3 4 16,-1 1-16-16,1 2 9 0,-2 2-3 0,-2 0 6 15,-6 2 13-15,3 2-8 0,-1 1 8 0,-2-3-9 0,-1 15 12 16,-4 0 3-16,12 3 0 0,-4 1 1 0,-5 3 1 16,-3 0 5-16,-2 0-3 0,-2-2 3 0,-3-1-10 15,-5 3 2-15,-2 0-4 0,-5 2 2 0,13-4-13 0,-20 1 7 16,0-1-4-16,0-4 5 0,1 1-11 0,3-4 2 15,1 2 1-15,3-4 2 0,1-4 0 0,6-2 0 16,-1-3 1-16,5-2-1 0,-1 2-4 0,4-4 2 16,0 0 2-16,-1 3-1 0,-1 1-3 0,0 0-4 15,2-2-3-15,1-1 1 0,-1 1 1 0,0 0 0 16,2-2 2-16,2 0-1 0,0-2 3 0,1 0 0 16,16-9-5-16,9-4 4 0,0 2 2 0,1 2-1 15,1 2 1-15,-4 2-2 0,-2-1 0 0,-2 4-1 16,3 3 1-16,-1 1 0 0,-4 1 2 0,0 3-6 0,-5 0 7 15,-2 0-6-15,0 1 3 0,-7-3 8 0,5 5-6 16,-9-7 8-16,5 10-3 0,1 1 8 0,-5 0-5 16,1 0 5-16,-2 4-14 0,-2-4 13 0,-4 2-8 15,-3 0 10-15,1 0-18 0,-22 0 9 0,-3 0-2 0,1 0 6 16,0-2-10-16,-1-2 4 0,1 1 3 0,1-3 1 16,1 1 6-16,4-3-4 0,-1-1-2 0,5 0-1 15,-2-1-5-15,3-1 0 0,2 2 1 0,4-2-1 16,4 5-3-16,2-1-2 0,1-3-3 0,2-1 1 15,3-2-18-15,-1 0-17 0,-2 2-30 0,0 0 4 16,1 0-106-16,1 0-42 0,0-2-10 0,2 0-22 0,0 0-135 16</inkml:trace>
  <inkml:trace contextRef="#ctx0" brushRef="#br0" timeOffset="-148504.46">14577 12436 911 0,'-1'0'78'0,"-1"0"-92"0,0 0 84 15,0 0-42-15,0 0-2 0,0 0 52 0,-1 0-1 16,1 0 16-16,-6 0-13 0,5 0-11 0,-3 0-7 15,2 0-1-15,2 0-29 0,-1 0-9 0,-1 0-4 0,0 0-1 16,2 0-8-16,1 0-2 0,-1 0 7 0,0-2-4 16,2 0 16-16,0 0 9 0,2 0-7 0,0 0 8 15,1 1-8-15,10-7-5 0,8-3 5 0,1 2-7 16,0-1 1-16,1 3-15 0,3 1 1 0,-4 3-4 16,-2 1-4-16,-3 2 6 0,0 0-7 0,-6 2 5 15,0 1-4-15,-4 1 15 0,-1 0 5 0,0 0 0 16,-3 9 6-16,8 1 9 0,-1 5 0 0,-3-1 4 0,-5 3-3 15,-2 1-10-15,-4 0-1 0,-5 3-2 0,-2-3-5 16,-4 2 3-16,13-2-3 0,-20 2 2 0,1-5-10 16,5-4 1-16,-1 0 0 0,2-4 0 0,4 0-8 0,0-4 0 15,3-3-2-15,3 0 3 0,1-2-3 0,2-2-7 16,-1 3-7-16,-1 1 0 0,0 0-10 0,2-2 11 16,0 0 1-16,1-1 3 0,1 1 1 0,0 0 7 15,1-2-1-15,1 0 3 0,2 0-1 0,20-5-4 16,2-1 5-16,-2 0-5 0,0 3 6 0,-1 1-1 15,-3 2-4-15,-1 0 1 0,-3 2-6 0,-1 0 3 16,2 3 3-16,-4-1 0 0,2 1 5 0,-2 1-6 16,-4 0 3-16,-3-3-3 0,-1 1 6 0,-3-4 4 0,0 4 0 15,0-1 3-15,1 5 6 0,1 1-2 0,-2 6-7 16,-2 0 3-16,-2-6-9 0,-3 4 2 0,-1-4 3 16,-3 3-4-16,-14 4-4 0,1-5 3 0,-2-1-3 0,2 1 1 15,1-2-3-15,3 2-2 0,-1-1 0 0,4-3-3 16,2-1-6-16,6-1-48 0,-2-1-20 0,5 0-19 15,2-4-144-15,2 1-77 0,-2 3-46 0</inkml:trace>
  <inkml:trace contextRef="#ctx0" brushRef="#br0" timeOffset="-147943.59">15380 12183 830 0,'0'0'286'0,"0"0"-402"16,-2-2 340-16,0 0-195 0,0 1-16 0,0-1 52 16,0 0-7-16,0 0 22 0,1 0-8 0,-1 0-9 15,0 0-5-15,0 1-1 0,0-1-18 0,0 0-16 16,0 2 8-16,1 0-10 0,-3 2 13 0,0 0 6 16,2-2-1-16,-11 20 3 0,2 4-4 0,0 2 9 15,-6 2-5-15,2 2 5 0,1 1-14 0,-1 3-6 0,2-3-1 16,-2 1-2-16,2-3-2 0,0 3-10 0,5-2 3 15,-10-1-5-15,7-1 0 0,5-4-10 0,4-3 6 16,2-1-6-16,0-1 13 0,2-2-13 0,4-1-2 16,1-3-3-16,1-3-4 0,5-7 10 0,7 3 2 15,0 9 2-15,3-4 3 0,-1-4-5 0,0-3-1 0,1-4-2 16,1-2-7-16,-4-2 13 0,1-1-6 0,-3-3 8 16,-3 1-12-16,-4 0 8 0,-2-1 1 0,-1 6 3 15,-3-7 1-15,-1 0-8 0,-2-4 4 0,7 0-4 16,0-2 8-16,-1 0-1 0,-4 0-4 0,-3-2 2 15,-1 4-1-15,0-1-4 0,-1 1 6 0,-3 0-5 16,0 1 10-16,-1 3 1 0,-1 2-4 0,-1 1 3 16,-10 1-6-16,0 3 2 0,1 0 0 0,3-7 0 0,-2-1 3 15,0 5-9-15,0 1 4 0,2 2-5 0,4 2 7 16,1 0-7-16,1 0-1 0,-1 2-2 0,1 2-6 16,3-2 8-16,1 9 0 0,1 7 3 0,-13 3-6 0,6-3 5 15,1 3-3-15,4-3 3 0,3 3-2 0,1-3 3 16,0-1 1-16,0 0 0 0,0-1-4 0,1-4-8 15,1 2 6-15,0-2-6 0,-2-5 4 0,2 0-7 16,0 1-2-16,-2-4-2 0,0-1-18 0,2 3-65 16,-2-4-3-16,2 1-24 0,-2-1-48 0,3 0-80 15,8 6-21-15</inkml:trace>
  <inkml:trace contextRef="#ctx0" brushRef="#br0" timeOffset="-144129.67">15914 12200 693 0,'0'0'172'0,"0"0"-212"16,0-2 195-16,0 0-103 0,0 0-38 0,0 0 50 15,0-1-7-15,0-1 23 0,0-3 0 0,2-3-4 16,0 3 2-16,2-2-5 0,3-4-14 0,1 1 7 16,-7-1-3-16,18-1 6 0,3 4 1 0,1-3-16 15,-1 2-4-15,2 2-5 0,-2-2-11 0,-1 5-22 16,1 4 7-16,-2-13-12 0,-3 6 8 0,0 4-6 16,-2 3 0-16,-2 2-3 0,0 2-4 0,-4 1 6 15,-2 1 1-15,-1 5 2 0,-4 4 5 0,9 2 0 0,-4-2 0 16,-1 0 0-16,-2 2 5 0,-3 0 0 0,-1-2 4 15,0 0-3-15,-3 0-1 0,-3 0-6 0,1-2 0 16,-3 0-1-16,1-2-3 0,-1-1-2 0,-5-1 1 16,0 1-1-16,2-3 4 0,2 1-7 0,0-1-1 0,3-1-2 15,4 0-3-15,0 0 0 0,0-3 4 0,2 1-3 16,0 0 3-16,-1-2-5 0,-3 4 0 0,0 0-2 16,2-1 0-16,0 1 1 0,1-2-3 0,1 0 4 15,0 0 7-15,1-1-6 0,1 1 1 0,2 0-3 16,13 2-2-16,3 0 4 0,2-1-2 0,-1 1 3 15,-1 2-2-15,-3-1-2 0,-2 1 5 0,-4-1-2 16,-4-1 1-16,-3-2 4 0,-2 2-1 0,7 9 1 0,1 1-1 16,-5-1 2-16,-1 0 4 0,-4-1-2 0,0-1 4 15,-4 2-2-15,-1-2-7 0,-3 2 5 0,3 0-3 16,-14-4-1-16,-1 2 2 0,1-3-3 0,-1 3-2 0,3 0-1 16,-2-4-1-16,4 1 0 0,-1-5-2 0,3 1-15 15,-2 0 6-15,0 1-12 0,0-1-19 0,4-2-62 16,2 2-9-16,1 1-17 0,3-1-37 0,-3 2-71 15,1-3-6-15,0 3-37 0,-3 1-153 0</inkml:trace>
  <inkml:trace contextRef="#ctx0" brushRef="#br0" timeOffset="-143827.02">15782 12476 1495 0,'0'0'191'16,"0"0"18"-16,-1-1-81 0,-1-1-48 0,0 0-54 16,0 0-14-16,0 0 56 0,0 2-4 0,0 0 22 0,2-2-5 15,0 2-8-15,0 0-15 0,0-2 3 0,0 2-43 16,0-1-7-16,0 1 1 0,0-2-3 0,2 2-8 15,0 0 3-15,0 0-2 0,0 0 1 0,0 0-4 0,0 0-7 16,1 0-5-16,-1 0-1 0,2 0-21 0,-2 0-56 16,1 0-9-16,1 0-24 0,0 0-105 0,0 0-113 15,3 0-67-15</inkml:trace>
  <inkml:trace contextRef="#ctx0" brushRef="#br0" timeOffset="-142052.56">16783 11221 236 0,'0'0'36'16,"0"0"12"-16,0-2 67 0,-2 1 26 0,0-1 34 15,1 0 4-15,-1 0-82 0,0 0 20 0,0 0-46 16,-2 0 1-16,1 1 9 0,1 1 3 0,-9-4-1 16,9 4-8-16,-8-2-19 0,7 2-1 0,-1 0-5 15,0 0-9-15,1 0-13 0,-1 0 5 0,0 0-8 16,2 0 6-16,1 0 15 0,-1 0-11 0,2 0 12 15,0 0-18-15,2 0-3 0,1 0 2 0,12 0-3 0,9-2-5 16,2 0-10-16,2-1 2 0,-2-1-5 0,-2 0-3 16,-2 0-4-16,-3 1-2 0,0-1-1 0,-3 0-5 0,-1 1-6 15,-2 1-5-15,-2 2-3 0,0-2-36 0,-1 0-76 16,-5 2 4-16,1 0-32 0,-4 0-38 0,1 0-58 16,1 0-41-16</inkml:trace>
  <inkml:trace contextRef="#ctx0" brushRef="#br0" timeOffset="-141898">16759 11390 853 0,'-2'0'108'0,"0"0"226"0,0 0-319 0,2 0-5 15,0 0 17-15,0 0-1 0,0 0 97 0,0 0-6 0,0 0 1 16,0 0-7-16,2 0-18 0,0 0-11 0,2 0-5 16,11 0-5-16,7 0-29 0,10-2-16 0,-5-3-5 15,3-3-5-15,4 1-23 0,-5 0-18 0,1-1-29 0,0 3-8 16,-2-1-207-16</inkml:trace>
  <inkml:trace contextRef="#ctx0" brushRef="#br0" timeOffset="-121892.53">17637 10817 268 0,'0'0'58'16,"0"0"11"-16,-2 0 57 0,1-2 12 0,-1 0-26 0,0 0-29 15,0 0-25-15,0 0 7 0,0 0-6 0,0 2-5 16,1-1-16-16,-1-1-9 0,-2 2 2 0,2 0-12 16,0 0 3-16,0 0-4 0,-1 0 3 0,-1 0-4 0,0 0 10 15,1 0-1-15,-1 0 2 0,0 0-5 0,0 2-3 16,3-1 7-16,-3 1-5 0,0 2 10 0,4-2-6 15,-11 15 3-15,-2 1-5 0,2 3-2 0,0 1 4 16,0 2-11-16,3 0 9 0,1 2-17 0,1-2 1 16,1 2 0-16,1-2-1 0,2-3 1 0,0 3-3 15,0-7 6-15,0 3-5 0,2 1 0 0,0-3 0 16,2 1-4-16,0-3 4 0,2-1 6 0,0 0-8 0,-3-6 6 16,3 2-6-16,0-1 8 0,1-1-6 0,1 0 5 15,0 1-5-15,-3-3 9 0,-1-3-8 0,2-1 3 16,5 5-4-16,4-1 5 0,0 1 0 0,0-3-5 15,2-1 4-15,0-4 5 0,0 0-4 0,0-4 2 16,-1-1-5-16,1-3-8 0,2-3 7 0,-2 6-1 0,0-18 4 16,0-1 3-16,-4 0-7 0,2 2 2 0,-4-1-3 15,0-1 4-15,1 0 2 0,-3-2-1 0,0 2 2 16,-1 2 1-16,-4-4-1 0,13 4 2 0,-2-6-3 16,-6 0 6-16,-5 2-2 0,-2 0 3 0,0 0-3 15,-4 0 5-15,1 4-3 0,-3 1 6 0,-1 3-6 16,-1 1 0-16,3 4-6 0,-1 2-3 0,2 3 0 15,2 5 0-15,1 1-5 0,-11-8 5 0,3 5-4 0,0-1 3 16,-2 3 3-16,0 1-7 0,-1 2 5 0,1 0-7 16,-2 3 2-16,2 3 0 0,-6 3 1 0,3 1 0 15,-3-5 0-15,0 14-2 0,6-3 0 0,-2 1-5 0,7 0-1 16,1 1 3-16,1-1-2 0,2 2 3 0,0 1-3 16,-9-3 0-16,2 1-1 0,3 1-7 0,3-2-19 15,3 1-3-15,0-3-6 0,2 2-26 0,1-2-40 16,3-2-43-16,3 2 2 0,0-2-119 0,-3-4-155 15</inkml:trace>
  <inkml:trace contextRef="#ctx0" brushRef="#br0" timeOffset="-121691.87">18142 10896 1013 0,'0'0'161'0,"0"0"24"0,-2 0-72 0,1 0-54 16,-1 0-33-16,0 0 17 0,0 0 63 0,0 0-18 15,0 0 27-15,-1 0-57 0,-1 0-32 0,0 0 2 0,0 0-11 16,1 2-10-16,1 0 3 0,-2 0-5 0,2 0 3 16,0 0-4-16,1 0-4 0,-1-1-3 0,0 3-4 15,0 0-13-15,0 0-36 0,0-1-3 0,2 1-16 16,0 0-52-16,2-1-87 0,0 1-43 0</inkml:trace>
  <inkml:trace contextRef="#ctx0" brushRef="#br0" timeOffset="-121077.73">18558 10636 686 0,'0'0'181'0,"0"0"-221"16,0-1 201-16,-2-1-104 0,1 0-29 0,-1 0 66 16,0 0-4-16,0 0 21 0,0 0-25 0,0 1-27 15,0-1-5-15,1 0-4 0,-1 0-1 0,0 0-12 16,0 0 4-16,0 0-6 0,-2 1-4 0,1-1 3 15,-1 0-5-15,0 2 4 0,1 0-10 0,1 0-1 0,-2 0-3 16,2 0 0-16,-2 2-1 0,1 0-2 0,-1-1 3 16,0 12-4-16,1 4-7 0,1 2 4 0,-2 1 1 15,0 1 1-15,1-1 1 0,-1 0-6 0,0 1 1 16,2-1-3-16,-1 1-3 0,-12-1 1 0,5-1-1 0,3-3 1 16,1 1-1-16,3-2-3 0,1-2 4 0,0 2-4 15,2-2 1-15,0-2-2 0,0 0-1 0,0-5 0 16,2 3 9-16,0-3-6 0,0-3 2 0,1 3-3 15,1-2-2-15,0-3 1 0,9 9 2 0,2-1 0 16,-1-2 3-16,-1-1 0 0,2 0-6 0,-2-3 2 16,2-1-8-16,0-2 7 0,0 0-1 0,0-2 3 15,-2 0 4-15,2-1-7 0,-2-3 1 0,1-1-3 0,1-3 3 16,2-1 1-16,0 6-3 0,-1-16 1 0,-1 1-3 16,-2-2 6-16,0 1-1 0,-2-1 2 0,-3 1-1 0,-3 1-2 15,5 0 4-15,-3-3-4 0,-3 3 1 16,11-1 4-16,-4-1-4 0,-6 0 4 0,-1-2 2 0,-4 1-5 15,0-1 5-15,-4 2-6 0,-1 0 1 0,-3 1 3 16,-1 3-3-16,0 1 4 0,-2 2-4 0,7 2 4 16,-15 2 0-16,1 0 2 0,-3 4-8 0,3-1 9 15,-1 6-6-15,1-11 7 0,1 4-6 0,2 3-2 16,0 5 3-16,2 1-2 0,0 1 2 0,2 3 0 16,-4 4-5-16,6-3 1 0,-2 6-4 0,5 13 2 15,1 4 1-15,-1-2 0 0,4 2-5 0,0 0 4 0,-16 0-1 16,7-4 2-16,3-2-5 0,5 0-5 0,1-3-4 15,2 0 0-15,0-1-17 0,0-3-16 0,2 0-5 16,1-2-4-16,1-2-23 0,0-2-102 0,-1-3 13 16,-1-1-47-16,15 7-44 0</inkml:trace>
  <inkml:trace contextRef="#ctx0" brushRef="#br0" timeOffset="-120688.59">19229 10260 788 0,'0'0'239'0,"0"0"-300"16,-2-2 275-16,0 0-144 0,0 0-15 0,0 0 66 16,0 0-11-16,-1 0 22 0,-1 1-41 0,0-1-33 15,0 0 1-15,1 0-12 0,-1 0-10 0,0 0-1 16,1 2-6-16,-1 0 3 0,0 0-8 0,0 0-9 15,3 0 7-15,-3 0-8 0,2 0 4 0,0 2-9 16,0 0 1-16,0 0-3 0,1 2 2 0,-3 3-1 16,-2 12-1-16,1 7 0 0,3 0-7 0,0 1 7 15,0 3-7-15,2-2 8 0,0 2-3 0,-2-2-3 0,2-1 7 16,0-2-7-16,0-1 11 0,0-2-10 0,-2-2 1 16,1-1-3-16,1-2 3 0,0-1 2 0,0-1-3 15,0 0 2-15,0 0-3 0,0 0 0 0,0-2 5 16,0-2-3-16,0 0 3 0,0-2-7 0,0 1 1 0,0-5-1 15,0 3 0-15,0-3 3 0,0 1-2 0,0-3 1 16,0-1-3-16,0 0-7 0,0 2-11 0,0 0 0 16,0-1-45-16,0 1-49 0,0-2 8 0,1 0-25 15,1 0-36-15,0-2-156 0,0 0-88 0</inkml:trace>
  <inkml:trace contextRef="#ctx0" brushRef="#br0" timeOffset="-119566.62">19423 10410 72 0,'0'0'9'0,"0"0"2"0,0 0 21 0,0 0-6 16,0 0 9-16,0-2 6 0,0 0 17 0,0 0-7 0,0 1 11 15,0-1 3-15,0 0 0 0,0 0 5 0,0 0-3 16,0 0 11-16,0 0-13 0,0 1 5 0,0-1-10 16,0 0 0-16,-1 0-14 0,-1 0 0 0,0 0-4 15,0 0 2-15,0 1-1 0,0-1 5 0,0 0-3 16,1 0 2-16,-1 0 12 0,0 0-12 0,0 0 11 15,0 1-23-15,0-1-4 0,0 0 2 0,1-2-3 16,-1 0 0-16,0 1-7 0,0-1-5 0,0 0 0 0,0 1-8 16,0-1 9-16,2 2-2 0,0-2 3 0,0 1-2 15,0-1 1-15,0 0 4 0,2-5-2 0,0 3 2 0,2-1-6 16,0 1-7-16,-1 1 2 0,8 1-5 0,1 0 1 16,-1 2-2-16,0 1-1 0,-2-7-7 0,0 3 3 15,6-5 2-15,-4 5-1 0,1 1-2 0,-3 2 2 16,0 0 2-16,-1 2 0 0,-3 0 2 0,1 0-1 15,-4 0-1-15,7 2 1 0,-2 2-1 0,-1 0 0 16,-2-3-1-16,5 11 0 0,0 4 2 0,-1 1 7 16,-3 5 3-16,-1 2 0 0,-4 1 5 0,-2 2-12 15,0 1 1-15,-2-4-4 0,-1 1 3 0,-4-1 4 0,-4 4-2 16,-2-4 2-16,0 0-8 0,13 0 0 0,-13-4 0 16,-3-1 2-16,3-1 5 0,0-1-6 0,0-4 3 15,4 0-4-15,-2-4 5 0,2-1-1 0,3-1-5 16,3-5 2-16,1 0 0 0,2 0 3 0,-2 2 4 15,1-1-3-15,-1 1 3 0,2-2-4 0,0 0 5 0,0 0-4 16,1-1 1-16,-1 1-10 0,0-2-1 0,0 0-2 16,2 0 5-16,0 0-4 0,0 0 4 0,0-2-5 15,2 1 1-15,0-1 5 0,0 0-3 0,-1 0 4 16,1 0-4-16,0 2 0 0,2 0 0 0,-2 0 0 16,9 0 2-16,4 0-4 0,-2 0 3 0,-2 0-3 15,4 0 8-15,-2 0-7 0,2 0 2 0,1 0-2 0,-1 2 2 16,4 0 8-16,-3 0-5 0,3 0 6 0,-8-2-6 15,4 0 4-15,0 0-3 0,-8 0 2 0,8 0-5 16,-7 0-2-16,-1 0 0 0,-1 0-1 0,-3 0 6 0,3 0-5 16,-1 0 0-16,-3 0-4 0,6 0-3 0,-5 0-24 15,1 0-5-15,5-2-7 0,-5 2-29 0,5-2-48 16,3 0-49-16,-3 0-6 0,8-3-211 0</inkml:trace>
  <inkml:trace contextRef="#ctx0" brushRef="#br0" timeOffset="-118850.29">19851 10291 1161 0,'0'0'30'0,"-2"0"-2"15,0 0 43-15,0 0 15 0,-2-2 1 0,1 0 52 0,-1 1-59 16,-2-1 2-16,3 0-23 0,-1 0-24 0,2 2-23 15,-2-4 4-15,1 1-10 0,1-1 2 0,0 0-4 16,0-7 0-16,2 2-1 0,0-1 6 0,4-3-1 16,3 0 0-16,2 0 1 0,3-1 5 0,10 6-8 15,-2 3 4-15,-3 1-6 0,0 0-4 0,-1-7 3 16,-3 4-4-16,0 1 3 0,-2 2 3 0,-1 2 4 16,-5 2-3-16,1 0 1 0,-2 0-7 0,-3 0 6 15,3 0 0-15,0 2 2 0,0 2 5 0,-3 0-1 0,7 11 3 16,-1 7-3-16,-3-2 2 0,-2 4-1 0,-2 1 2 15,-2-1-1-15,-4 2-2 0,1 0-9 0,-4 5 3 16,1-5-3-16,1-2 1 0,-3 4 0 0,3-4 1 16,0 1-1-16,-1-3-4 0,1-2 1 0,1-5-2 0,1 2 3 15,1-2-2-15,0-4 1 0,0 4-4 0,3-6 3 16,1 2 1-16,0-4-5 0,0 1 4 0,0-3-4 16,0 1 5-16,0-2-3 0,1-1 2 0,-1-1-3 15,0 0 0-15,4 2 1 0,4 1 2 0,3 1-1 16,-2-2 2-16,4-1-1 0,0-1-2 0,0-2 0 15,0 0 0-15,-2-2 2 0,2-3 2 0,-2-1 2 16,-1 1 3-16,-1-3-3 0,-2 3 1 0,-3-8 0 16,0-2 7-16,-2-2-6 0,9 0 1 0,-2 1-1 0,-3-1 3 15,-5 0 13-15,-1 1 2 0,-1-3 3 0,-5 1 3 16,-1-1 0-16,-5-1-5 0,1 3 4 0,4 0-4 16,-17 0 0-16,0 4-3 0,-1-1 1 0,-1-5-13 0,0 2-9 15,2 1 6-15,2 3-7 0,4 1 4 0,5 5-4 16,-2 3-1-16,4-1-1 0,1 1 2 0,7 2-12 15,3 0-6-15,0 0-2 0,-4-1-25 0,2-1-31 16,0 0 4-16,0 1-21 0,2-1-83 0,2 0-38 16,0 0-34-16,0 4-1 0,24-13-153 0</inkml:trace>
  <inkml:trace contextRef="#ctx0" brushRef="#br0" timeOffset="-117483.65">20294 10284 60 0,'0'0'33'0,"0"-2"-4"0,0 0 48 16,0 0 3-16,0-2 1 0,0 1-13 0,0-5-5 16,0-3-3-16,0 0 2 0,0 0-4 0,0 2-6 0,0 1 3 15,0 3 0-15,2-5 27 0,0 3-10 0,0 1 1 16,-2 3-6-16,0-1-5 0,0 0-2 0,2 0 0 15,0 1-4-15,-1-1-8 0,1 2-10 0,0 0 2 16,0 0-6-16,-2 1-15 0,2-1-6 0,-2 0-5 0,0 0 1 16,0 2-1-16,0 0-6 0,0 0 5 0,0 2-6 15,0 0 7-15,0 1-7 0,0 12 0 0,0 8-2 16,0-1 11-16,0 0-5 0,0-1 7 0,0-1-7 16,0-1 6-16,0 1 7 0,0-1-5 0,0 1 5 15,0-1-6-15,0-5 9 0,0 1 2 0,0-2 1 16,0-2 2-16,0-1-9 0,0-1 3 0,0-3-5 15,0-5 5-15,0 5-7 0,0-2 1 0,-2-1-3 0,0 1 0 16,0 0 2-16,0-2 3 0,1 0-1 0,-1-1 14 16,0 1-9-16,0 0-3 0,0 0-2 0,0 0-9 15,0-2-3-15,1 0-3 0,-1-2 0 0,0 0 2 0,2-2-8 16,-2-22 8-16,2-1-7 0,2 2 12 0,3 1-9 16,1 2 1-16,1 0-6 0,3-2 5 0,-1-1 0 15,2 3 1-15,0 4-1 0,0 1 2 0,-1 4-6 16,-8 0 5-16,9 4-5 0,4 3 3 0,-4-1 4 15,-2-1-1-15,2 3 3 0,-3-1-2 0,-1 2 4 16,2-3-2-16,1 1 3 0,-7 4-8 0,5-1 11 16,-5 3-6-16,3 0 11 0,1 0 5 0,-5 0-9 15,2 2 3-15,0-1-6 0,-1 3 0 0,5 7 5 0,1 10 0 16,-3-1 0-16,-3-5-5 0,-1 5-2 0,0-1 1 16,-2-4 0-16,0 0-2 0,0-4 4 0,0 2-4 15,0-2 3-15,0 0-7 0,0-3 0 0,0-7 0 16,0 7 1-16,0-6 5 0,0 1-7 0,0 1 3 15,0 0-3-15,0 0 8 0,0-1-8 0,0-1 1 0,0 0-3 16,0 0 2-16,2 0 4 0,0-2-1 0,0 0 3 16,0-2-8-16,-1 0 3 0,1-2-2 0,4-7 3 15,5-11-1-15,2-4-3 0,-6 5 1 0,4-6-1 16,-3 4 8-16,-1 1-5 0,1 0 3 0,-1 1-5 16,1 1 2-16,-1 3-5 0,0 2 2 0,-1 2-3 15,0 2 0-15,-1 2 5 0,1 1-4 0,-1 1 5 0,-3 1-4 16,9 1 2-16,-1 1 2 0,-3-1 0 0,0-1 2 15,1 2-3-15,-3 2-3 0,5-1 0 0,-3 3 6 0,-1 0 4 16,1 0 0-16,-1 0 1 0,-1 2 8 0,-1-1-4 16,-2-1 5-16,0 8-7 0,0 5-1 0,7 0 5 15,0 2-1-15,-1 1 1 0,-3-1-7 0,-1 2 3 16,-2-2-5-16,-2-2 5 0,0 0-9 0,0 0 4 16,0 0 2-16,-2 0 0 0,0 4-9 0,-2-3-2 15,1 1-6-15,-1-2 2 0,0-2-23 0,0 4-15 16,3-4-1-16,-1-3-12 0,0 3-82 0,2-5-34 15,0 1-15-15,0-3 5 0,0-1-2 0,2 1-102 0,1-2-26 16</inkml:trace>
  <inkml:trace contextRef="#ctx0" brushRef="#br0" timeOffset="-116905.64">21273 9808 488 0,'-2'0'247'0,"0"0"-251"0,0-1 259 0,0-1-116 15,0 0-68-15,1 0 36 0,-1 2-9 0,0 0 11 16,0 0-51-16,0 0-12 0,0 0 1 0,0 0-3 16,1 0 8-16,-1 2-4 0,0 0-2 0,0 0-1 15,2-1-13-15,-11 18 8 0,2 1-3 0,-1 1 4 16,-1 3-12-16,0 0 3 0,2 2-5 0,-2 2 4 0,1 0-17 16,1-2 6-16,0 2-8 0,1-4 7 0,1-2-13 0,0 2 10 15,1-7-6-15,0 1 5 0,1 1-15 0,1-8 10 16,0 6-7-16,3-8 6 0,1-3-9 0,-2 1 0 15,0-3 2-15,2 0-2 0,0-1 0 0,0 1 3 16,0-2-2-16,0 0 0 0,0 0-17 0,0-1 14 16,0 1-6-16,0-2 8 0,0 0-6 0,0-2 0 15,0-1 2-15,2-12-1 0,0-9-1 0,1-4 5 16,-1-2-1-16,0 0 3 0,0-3-4 0,-2 0-2 16,2-3 1-16,0 1 0 0,-1 0 0 0,3 1 0 15,2 3-2-15,-1 1 2 0,1 4 6 0,1 4-7 0,1 1 4 16,1 3-5-16,0 1 3 0,-1 4 1 0,-1 0 1 15,-1 4 0-15,-1 1-1 0,-3 5 1 0,4-1-3 16,-1 0 4-16,4-3 2 0,-1 1 3 0,1 3 4 16,0-1-2-16,-1 2 2 0,-1 2 3 0,-1 0-4 0,3 2 4 15,-3 0-2-15,5 3 0 0,6 5 1 0,-6-3-1 16,0-5-5-16,-4 13 6 0,-5 0 1 0,4-1 1 16,1 1-2-16,1 2 0 0,1 0-5 0,-2 1 3 15,1-1-3-15,1 2 3 0,-3-3-3 0,-1 3 3 16,1-1-2-16,-3 1-1 0,1 1 4 0,0 1-3 15,-2-1 3-15,1 1-3 0,1-3-1 0,0 4 0 16,-2-3 2-16,13 1-4 0,-6-1 3 0,-4-4-3 0,1 3 0 16,-2-5-1-16,-1 2-3 0,-1-2 3 0,0-2-1 15,-2-3-1-15,0-3-1 0,0 1-1 0,0-4-13 16,0 2-17-16,0-1-1 0,0 1-6 0,0 0-17 16,0-1-98-16,0-1-2 0,0 0-38 0,0 0-57 0,-2 0-80 15,0 0-2-15</inkml:trace>
  <inkml:trace contextRef="#ctx0" brushRef="#br0" timeOffset="-116703.08">21063 10189 577 0,'0'0'144'0,"0"0"9"0,-2 0-46 15,0-2-9-15,0 0-46 0,1 0 69 0,-1 1-3 16,0 1-3-16,0 0-7 0,0-2-51 0,0 0-6 0,0 0 1 16,2 0 0-16,0 0 15 0,2 0 5 0,2 1-9 15,5-5 4-15,15-7-35 0,6-2-8 0,-2 2 1 16,2-2-4-16,-3 2-13 0,5 0-5 0,0 0 1 15,-3 0-1-15,1 2 4 0,-6 2-4 0,-3 1-3 0,-5 3 0 16,-1-1-17-16,-4 3-20 0,-1-1-9 0,-3 2-5 16,0 0-53-16,-5 2-114 0,4-2-2 0,-2 2-50 15,-1 0-136-15</inkml:trace>
  <inkml:trace contextRef="#ctx0" brushRef="#br0" timeOffset="-114769.96">3036 13407 256 0,'0'0'23'0,"-2"0"-13"0,0 0 9 16,0 0-3-16,1 0-13 0,-1 0-1 0,0 0 1 0,0 0 7 15,-2 0-4-15,1 0 12 0,1 0-6 0,0 0 2 16,0 0-3-16,-2 0 10 0,1 0 22 0,-1 0-6 15,2 0 12-15,0 0-7 0,0 0 8 0,0-2-2 16,1 0 4-16,-1 0 7 0,0 0-10 0,0 0 7 0,0 1-9 16,0-3 2-16,0 0-8 0,1 0 3 0,1 1-2 15,0-1 16-15,0 2-8 0,-2-5 6 0,0-1-6 16,0 1 7-16,0-1 2 0,-2-3-2 0,-1 0 4 16,-1 0 7-16,1-2-15 0,-1 0 4 0,2 2-9 15,-1-2-3-15,-1 2-16 0,1-2 4 0,-1 2-8 16,1-2 3-16,1 1-15 0,-2-1 3 0,3 2-6 15,-3-2 2-15,2 2-2 0,1-2 2 0,1 0-2 0,2 2 0 16,0 2 3-16,0-2-4 0,0-1 2 0,0 3-12 16,0 0 5-16,0 2 2 0,0 3 1 0,0-2 0 15,0 4 5-15,0 1-1 0,0-1 3 0,0-2-8 0,0 0 10 16,0 1-8-16,0 1 10 0,0 0-5 0,-2 0-5 16,0 2 4-16,0 0-4 0,0 2 7 0,0 0-2 15,1 7-2-15,-7 15 0 0,1 6-10 0,-3 1 1 16,5 1 4-16,-3 1-2 0,3 1 5 0,-1-1-3 15,1 2 1-15,1 1-2 0,2-5-1 0,0 1 6 16,0 1-9-16,1-3 9 0,-1 2-1 0,0-5-7 16,0-4 5-16,2 1-6 0,0-2 3 0,0 0-1 15,0 3 5-15,0-5-4 0,-2-1 0 0,0-5 3 0,0-2-5 16,1-3 4-16,-1-2-2 0,2-3 2 0,0-2 2 16,0 0-2-16,0-1 1 0,-2 3-6 0,2-2 2 15,-9 5-2-15,-3 1 3 0,3-3 0 0,0-1 0 16,-4 0 0-16,7-4 0 0,-7 2-1 0,6-2-4 15,0 0 1-15,-5 0 3 0,9 0-3 0,-3 0 3 0,-1 0-3 16,3 0-1-16,0 0 5 0,2 0-3 0,-1-2 4 16,-1 0-12-16,0 0 7 0,1 0 0 0,-1 0 1 15,2 1-1-15,0-1 0 0,0 0 3 0,0 0-2 16,1 2 0-16,-1 0-1 0,0 0-1 0,0 0 1 16,2 0 3-16,0 0-6 0,2 0 4 0,0 0-3 15,1 0 8-15,20-4 0 0,1-1-1 0,7-1-1 0,3-1 0 16,1-3 3-16,2-1-1 0,4-3 0 0,2 1-1 15,-4 0-2-15,2 3 1 0,-8 3-2 0,-3 1-6 16,-4 3 5-16,0-3-2 0,-6 4 3 0,1-2-2 0,-5 3 2 16,-3 1-2-16,-2 0 1 0,-1 0 1 0,-3 0-2 15,-3 0 4-15,0 0-4 0,-1 0 4 0,1 0-11 16,0 0-1-16,-2 0-4 0,-1 0-5 0,1 0-14 16,0 0 0-16,-2 0-8 0,0 0-42 0,-2 0-65 15,0 0 1-15,1 0-20 0,-3 0-1 0,-9 0-23 16,-2-2-29-16,0 0-3 0,0-2-136 0</inkml:trace>
  <inkml:trace contextRef="#ctx0" brushRef="#br0" timeOffset="-114533.56">2375 13227 759 0,'0'0'138'0,"-2"-2"32"0,0 0-60 0,0 0-74 0,1 0-9 16,-1-2-23-16,0-3 28 0,2-4 12 0,0 0 9 15,2-4 71-15,1 0-20 0,5-2 7 0,5-1-14 16,-4 1-13-16,19 0-19 0,5 2 1 0,5 1-9 16,4 1-18-16,3 2-17 0,-1-1-5 0,7 9-2 15,-9-21-11-15,-5 12 2 0,-1 11-2 0,-3 1 1 0,-5 1-2 16,2 5-2-16,-3 0-1 0,-4 1-1 0,1 0-11 16,-4 1-22-16,-1-1-6 0,-4-1-8 0,3 1-39 15,1 1-116-15,-1-3-1 0,7 1-69 0,-3-1-292 16</inkml:trace>
  <inkml:trace contextRef="#ctx0" brushRef="#br0" timeOffset="-113992.65">3584 13620 970 0,'0'0'57'0,"0"0"8"0,0 0-30 0,0-2-13 0,0 1-14 16,0-1 28-16,0 0 34 0,0-2-1 0,0 0 12 16,2 1 1-16,-1-1-9 0,-1 0-4 0,0-5-2 15,0 0-15-15,0-4-13 0,-1 0 2 0,1 7-7 16,-2-3-11-16,2 5 2 0,0 2-3 0,-2-1 3 15,2 1 4-15,-4 0-7 0,-5-6 5 0,-4 1-6 0,4 3 7 16,-3 1-13-16,-1 3-1 0,0 0-4 0,-1 3-1 16,-5 7-1-16,-1 1 2 0,-1-9-2 0,1 16-4 15,5 8 1-15,-2-4-2 0,2 3 2 0,1 2 0 16,1-6-5-16,-2 7 0 0,2-4-1 0,3-2 4 0,1 2-3 16,2 0 2-16,1-1-2 0,1-1 7 0,1-2-7 15,-11 1 0-15,6-3 0 0,1 1 9 0,5-1-4 16,3-1-2-16,0-2 0 0,1 0 7 0,3-2-2 15,2-2 5-15,1-2-5 0,4 1 2 0,10-5 2 16,-1 1-1-16,8-4 2 0,0-1-2 0,2 18-2 16,1-8 1-16,-7-5-2 0,8-3 3 0,-4-3-6 15,-2 0 4-15,0 0-4 0,-8-1 4 0,-1-1-5 16,-2 0 1-16,-4 0-3 0,2 0-2 0,2 0 3 16,-4 0-2-16,-4 2 2 0,3-1-2 0,-7 1 0 0,3 0-2 15,-2 0-1-15,-3 0-17 0,3 0-31 0,2-2-12 16,-3 2-7-16,5-2-63 0,-3 0-139 0,3 0-56 15</inkml:trace>
  <inkml:trace contextRef="#ctx0" brushRef="#br0" timeOffset="-111828.23">4066 13407 19 0,'0'0'14'0,"0"0"13"0,0 0 38 15,0 0 40-15,0-2 13 0,-1 0 11 0,-1 0-49 16,0 0-15-16,0 0-5 0,0 1-25 0,2-1 5 16,-2 2 7-16,0 0-3 0,2 0 4 0,0 0 5 15,0 0-4-15,-1 0 6 0,-1 0 0 0,2 0 0 16,-2 0 3-16,2 0-2 0,0 0-1 0,0 0-31 0,0 0 1 15,0 0-8-15,0 0 18 0,0 0 5 0,0 0 10 16,0 0-1-16,2 0 40 0,0 0-24 0,1 0 3 16,12-4-13-16,11-3-16 0,4-1-7 0,-2-1 0 15,7-2-2-15,-3 1-5 0,1-1-10 0,2 0 2 0,-7 2-4 16,2 0 3-16,0-1-10 0,-4 3 1 0,-2-1-3 16,-4 3 1-16,-7 1 1 0,4 0-3 0,-6 3 3 15,0-1-2-15,-5 2-2 0,-3 0 3 0,-1 0-2 16,2 0 6-16,0 0-4 0,-1 0 0 0,1 0-2 15,-2 0-4-15,0 0-30 0,0 0 2 0,0 0-14 16,-1 0-16-16,1 0-4 0,0 0-5 0,-2 0-1 16,0 0-45-16,0 0-43 0,-2 2-11 0,0-1-10 0,1 1-52 15</inkml:trace>
  <inkml:trace contextRef="#ctx0" brushRef="#br0" timeOffset="-111578.27">4074 13641 544 0,'-2'0'83'0,"0"0"152"0,0 0-185 0,0 0 23 16,1 2-2-16,-1-1 11 0,0-1 3 0,0 0-23 15,0 0-1-15,0 0-5 0,2 0 5 0,0 0 11 16,2 0 3-16,0 0 0 0,2 0-12 0,27-11-25 0,6-2-7 16,6-2-4-16,4-1-8 0,-5 3-10 0,-6 2 5 15,1 3-8-15,-6 1 0 0,-3-1 2 0,0 3-6 16,-8 1 6-16,-3 0-4 0,2 1 0 0,-4 1 3 15,-4 2-4-15,-2 0 2 0,-2 0 0 0,-1 0-1 0,0 0 2 16,-5 0 2-16,3 0-15 0,0 0-6 0,-2 0-8 16,1 0-39-16,1 0-72 0,0 0-22 0,1 0-48 15,7-2-368-15</inkml:trace>
  <inkml:trace contextRef="#ctx0" brushRef="#br0" timeOffset="-109649.46">5160 13243 318 0,'0'0'0'16,"0"0"11"-16,0-2 109 0,-2 1-53 0,0-1 2 0,1 0-58 15,1 0-5-15,0 0 5 0,0 0-6 0,0-1 3 16,0-1-7-16,0 0 2 0,0 0 9 0,0 3-6 15,0-5 4-15,0 0 16 0,0 1-2 0,0-1 10 16,0-1 20-16,0-1 4 0,-2-1-4 0,2 0 4 16,-2-2-2-16,0 1 16 0,0-3-4 0,0 2 5 15,0 0-24-15,-1 0 10 0,-1 2-2 0,2 1 3 0,0 1-7 16,2 3-9-16,0 1 4 0,0-1-5 0,0 2 2 16,-2-2-14-16,1 1-2 0,-1-1-4 0,0 2-14 0,0 0 5 15,0 2-4-15,0 2 3 0,0 0-11 0,-3 11 8 16,-6 22-4-16,3 2 6 0,3 6-5 0,1 0-1 15,0 1 2-15,1 4-1 0,-3-1 7 0,0-1 0 16,1 3-1-16,-3-5 0 0,-1-3-1 0,0 0 9 16,-2-2-4-16,0-4 6 0,-1 2-9 0,5-3-3 15,1-7 0-15,1 1-1 0,1-9-2 0,2-2-7 16,0-3-2-16,2-4 0 0,0 1-3 0,0-6-2 16,0 1 0-16,0-2-1 0,0-2-12 0,0 1-27 15,0 1-7-15,0-2-10 0,2 0-59 0,0-2-88 0,0-2-17 16,2-2-38-16,5-20-202 0</inkml:trace>
  <inkml:trace contextRef="#ctx0" brushRef="#br0" timeOffset="-109168.93">5166 12965 992 0,'-2'0'56'15,"0"0"5"-15,0-2-19 0,0 0-19 0,0 0-12 16,1 0-14-16,1 1 17 0,0-1 9 0,0-2 4 15,0 0 41-15,3-7-8 0,5-2 11 0,-5 4-10 0,22 1 2 16,2 1-25-16,1 0-3 0,0 5-6 0,-2-15-5 16,-2 6-15-16,-2 7 6 0,-1 4-9 0,-4 0 13 15,-3 4-5-15,-2 1-1 0,-3 1-1 0,-2 1 3 0,-3 16-1 16,11-1 9-16,-6 0-7 0,-3 4 5 0,-6 0-3 16,-6 0-7-16,-5 2 4 0,-4-2-6 0,10-2-3 15,-25 2 5-15,-2-4-6 0,1 1-4 0,1-5 11 16,2-1-12-16,6-4 10 0,2 0-13 0,5-6-1 15,5 1 5-15,3-6-4 0,3 0-3 0,4-1-4 16,-3 3-5-16,1 0 4 0,0 0 9 0,2-3 2 16,0 1 6-16,2 0-4 0,1 0 6 0,14 2 0 15,11-1 0-15,0-1 1 0,2-2-4 0,-6 0 1 0,2 0-1 16,-4 2 2-16,-2 2-6 0,-1 0 4 0,-2 1-1 16,-4 1 3-16,-2-1-4 0,-4-1 10 0,-1 0-5 15,-1 3 8-15,5 6 0 0,-5-2 25 0,-1 2-4 16,-2 2 9-16,-2-2-17 0,-4 0-1 0,-2 0-6 0,-5 2 3 15,4 0-17-15,-17-2-3 0,-2-4 3 16,-2-3-4-16,0 1 0 0,4-1 0 0,-2-1-4 0,2 1 2 16,2-1-1-16,5-1-6 0,6-2-5 0,1 5-1 15,7-5-14-15,-1 0-27 0,0 0-3 0,2 0-12 16,1-2-39-16,1 0-40 0,0 0-6 0,1-2-17 16,11-4-80-16</inkml:trace>
  <inkml:trace contextRef="#ctx0" brushRef="#br0" timeOffset="-108707.43">6202 12788 979 0,'-2'0'127'0,"0"0"273"0,0 0-375 0,-9-1 9 15,2 1 16-15,-1 0-1 0,3 0 52 0,0 0-15 16,-3 0-4-16,3 0-4 0,5 0-34 0,-2 0-19 15,1 1-3-15,-1 1-2 0,2 0-2 0,0 2-9 16,0 1 4-16,-3 16-4 0,3-1 4 0,0 3-6 0,2 3-3 16,0 0 1-16,0-2 0 0,2 4-6 0,0-1 2 15,0-1-4-15,-2 2 4 0,0 0-5 0,0 0 1 16,0-2-4-16,0 0-6 0,0 0-4 0,-2-2-7 16,0-4 2-16,0 1-13 0,0-4-22 0,0-3 9 0,0-2-11 15,1 1 27-15,-1-2 17 0,-2-2-1 0,0-2 7 16,1 1 5-16,-1-3 5 0,0 1 1 0,-5 0 1 15,-6-5 6-15,2 5 2 0,-4-2 6 0,4-1-3 16,2 1 10-16,-6 0-4 0,10-2 2 0,-4 0 0 16,3-1 23-16,3 1 7 0,1 2-3 0,4-2 0 15,-2-2-30-15,-1 4 1 0,-1-1-5 0,2 1 5 16,0-2 5-16,2 0 0 0,0 0 0 0,0-1 0 0,2 1 2 16,2-2-13-16,22 0 6 0,7-2-9 0,-7-1 1 15,2-5-10-15,-6 3 2 0,4-3-4 0,-3 3 3 16,1-1-2-16,-4 1 1 0,2-1-2 0,-1 2 4 15,-3 1-16-15,1-1 3 0,-2 2-9 0,1-2 2 0,-3 2-14 16,0-1-5-16,-2-1-8 0,0 0-61 0,-4 2-16 16,1-1-5-16,-1-1 1 0,-5 2-4 0,-1 0-25 15,1 0 10-15,2-5-17 0,1-4-24 0</inkml:trace>
  <inkml:trace contextRef="#ctx0" brushRef="#br0" timeOffset="-108483.81">6096 12796 1146 0,'0'0'29'0,"0"0"-2"0,0-2-6 0,0 0-2 15,0 0-10-15,0-1 0 0,0-1 54 0,0-9-2 0,2 5 21 16,3-5 14-16,1 2-15 0,-1 2 0 0,1-4-7 16,14 6-25-16,6-3-27 0,2 3-5 0,2 3-7 15,0 0-11-15,-1-14 3 0,-1 7-7 0,0 7 3 16,-4 4-20-16,2 4-15 0,-3 1-8 0,-3 5-11 15,-1-1-104-15,3 6-71 0,-2-12-35 0</inkml:trace>
  <inkml:trace contextRef="#ctx0" brushRef="#br0" timeOffset="-108256.83">6746 13137 1255 0,'-2'0'21'0,"0"0"1"0,0 0 24 15,-2 2 4-15,-5 2 5 0,-6 3 43 0,4 1-9 16,0-6-6-16,-4 22-1 0,2 2-18 0,-4 2-8 16,3 5-3-16,4 1-4 0,-5 1-24 0,8 2-7 15,0 2 1-15,-5-4-1 0,11 4 5 0,-3-3-9 16,-2-3 3-16,-12-1-5 0,5 1 0 0,5-7-9 0,3-2 0 16,3-3-2-16,0-5-1 0,2 1-9 0,0-6-2 15,0-4-3-15,2 3-9 0,-2-5-15 0,2 1-11 16,0-2-3-16,1-1-53 0,1-1-49 0,2 0-13 15,3-2-16-15,2-2-88 0</inkml:trace>
  <inkml:trace contextRef="#ctx0" brushRef="#br0" timeOffset="-107814.39">6703 13147 1069 0,'0'0'43'16,"0"0"3"-16,0-2-5 0,0 0-6 0,0 0-8 15,0-2 23-15,0 1 15 0,0-1 1 0,4-5 2 0,1-2-14 16,1 3-9-16,1 4 1 0,10 1-4 0,-2 1-7 16,2-9-3-16,1 1-7 0,-5 7 4 0,0 3-11 0,-4 0 3 15,-3 2-5-15,0 1 3 0,-5 12-13 0,16 13 10 16,-8 4-3-16,-7 1 4 0,-4 0-13 0,-5 1 5 16,-4-3-3-16,-4-1 3 0,0-4-5 0,13 2 1 15,-18-6-1-15,1-1 1 0,1-3 0 0,1-7-2 16,4-1 0-16,2-3-3 0,5-3-8 0,4 0 4 15,2-3-5-15,-3 3 4 0,1 0 2 0,0 0-1 16,0-1 2-16,2 1-2 0,2-2 5 0,0 0-1 16,3 0 10-16,16 1-8 0,1 1 0 0,-1-2 5 0,-1-2-3 15,4 0 5-15,-5 0 0 0,3 0 2 0,0 2-2 16,-1 0 3-16,-1-1 4 0,-3 1 9 0,0 2 3 16,-4-2 1-16,-4 0 8 0,-4 0 11 0,-1-1 1 0,0 3 3 15,0 0 3-15,-4-2-12 0,5 9-2 0,-3-2-4 16,-2 6-6-16,-4 0-18 0,-3 0 2 0,3 0-8 15,-22 1-4-15,-2 3-3 0,-1-2 3 0,-3-1-3 16,-3-5 7-16,1 2-24 0,1-3-3 0,-2-3-12 16,7 0-50-16,-6 14-138 0,8-10-28 0,6-5-57 15,7-3-293-15</inkml:trace>
  <inkml:trace contextRef="#ctx0" brushRef="#br0" timeOffset="-106463.54">7074 14094 256 0,'0'0'282'0,"-1"0"-132"0,-1 0 79 0,0 2 17 0,0-1-187 15,-2 1 9-15,1 0 8 0,1-2-1 0,-6 2-4 16,5 0-18-16,-1 0-17 0,2-2-6 0,-2 2-2 16,1-1-10-16,1 1-3 0,0 0 7 0,0 0-7 15,2 0 3-15,2-2 3 0,2 0-7 0,22 0 5 16,9-2-12-16,6 0 1 0,0 0-1 0,3 0 0 0,-1 1-3 16,-2 1-5-16,-2 0-1 0,-10 0-1 0,1 0 9 15,2 0-7-15,-6 1 6 0,0 1-6 0,-8 0 3 16,-3-2 0-16,0 0-3 0,-8 0 0 0,6 0-10 0,-7 0 5 15,-1 0-2-15,-1 0 3 0,0 0-11 0,0 0-85 16,-3 0 2-16,1 0-35 0,0 0-33 0,-2 0-65 16,0 0-31-16</inkml:trace>
  <inkml:trace contextRef="#ctx0" brushRef="#br0" timeOffset="-106211.54">7147 14218 716 0,'-2'0'141'0,"0"0"-148"16,0 0 148-16,-1 2-69 0,-1-2-42 0,-5 2 30 0,1 0-3 15,4-2 12-15,-1 2 4 0,3-2-17 0,0 0 6 16,0 0-11-16,-1 3-10 0,-1 1 8 0,2 0-10 16,0-1 9-16,0 1-8 0,2 0 4 0,0 0-5 15,2-1 3-15,0 1-11 0,5 2-5 0,23 8 2 0,2-2-5 16,3-3-5-16,0-4 1 0,0 1 1 0,-3-2-1 16,-2-2-3-16,1 1 6 0,-3-1-5 0,-4-2 4 15,0 0-10-15,-3 0-9 0,-4 0 5 0,-4 0-5 16,-4 0-1-16,-2 0 0 0,-3 0-2 0,3 0 1 15,-3 0-4-15,4 0-16 0,-1 0 2 0,-1 0-7 16,-1 0-12-16,4 0-87 0,3-2-13 0,1-1-33 0,7-3-127 16</inkml:trace>
  <inkml:trace contextRef="#ctx0" brushRef="#br0" timeOffset="-100685.7">7301 13085 914 0,'-2'0'140'0,"0"-1"-142"16,0-1 153-16,-9-2-71 0,-9 0-42 0,3 2-11 15,0 2-1-15,4 0-2 0,4 0 13 0,0 0-10 16,3 0 4-16,3 0-5 0,1 0 8 0,-2 0-5 16,0 0 4-16,2 0-4 0,1 0 8 0,1 0 9 15,0 0-2-15,1-1 4 0,7-3 0 0,34-18-19 16,9-1 7-16,-1 3-12 0,0 0-2 0,2 1-12 16,-4 4-5-16,0 2-2 0,1 4-3 0,-8 3-1 0,-4 3 4 15,-6-1-2-15,-1 2 7 0,-4 0-5 0,-4 2-2 16,-3 0 0-16,-1 0-1 0,-1 0 0 0,0 0 3 15,-2 2-3-15,-4 0 0 0,-4 0-3 0,-1-2 0 16,-1 2-4-16,-3-2-8 0,0 0 1 0,2 1-7 0,-1 1 3 16,-1 0-14-16,0 0-20 0,0 0 3 0,0 0-14 15,-2 0-56-15,0-1-49 0,0 1-16 0,-2 2-14 16,0 0-105-16</inkml:trace>
  <inkml:trace contextRef="#ctx0" brushRef="#br0" timeOffset="-100453.79">7410 13312 683 0,'-1'0'220'0,"-1"0"-244"16,-6 0 238-16,-8-4-117 0,3 2-76 0,0 1-6 16,5 1 3-16,1 0-1 0,1 0 22 0,2 0 1 15,1 0-3-15,-1 0 2 0,2 0-9 0,0 0 8 16,-1 0 4-16,-1 0 1 0,2 0 16 0,0 1 3 15,0 1 0-15,0-2 0 0,2 0-13 0,0 0-14 16,2 0-5-16,2 0-1 0,22-3-15 0,6-3-14 16,-1-1 1-16,-3-1-6 0,7-1-9 0,1 1-12 15,-3 1-6-15,0 0-1 0,-3-1-22 0,-4 3-127 16,-2-1-48-16</inkml:trace>
  <inkml:trace contextRef="#ctx0" brushRef="#br0" timeOffset="-99939.68">8337 12664 421 0,'0'-2'50'0,"-4"-13"81"0,-3-18-69 0,1 1-7 16,3 6 3-16,-1 4-3 0,2 3 13 0,0 1-12 16,2 3-3-16,0 2-6 0,0 2-17 0,0 2-4 15,0 3 2-15,0 4-3 0,2-2-3 0,0 1 18 16,0 1-10-16,-2 0 11 0,0 0-4 0,0 2-12 15,0 2 8-15,0 0-10 0,0 2 9 0,0 10-13 16,0 14 6-16,-2 6-9 0,2-1 3 0,-2 8 0 0,2 0 0 16,0 0 1-16,0 7-6 0,0-2 3 0,0 1-5 15,-2-1 6-15,-2-1-2 0,3-6-4 0,-1 0-1 16,0-4 1-16,0-1 6 0,0-7 3 0,0-1 10 16,0-2-5-16,1-1 9 0,-1-1-11 0,0-3-1 0,2-3-2 15,-2-1-5-15,2-4-4 0,0-1-3 0,0-3 0 16,0-1-5-16,0-3-7 0,0-1 2 0,0 0-4 15,0 2-1-15,0-1-5 0,2 1 1 0,-2-2-3 16,0 0-9-16,0 0-14 0,0 0-3 0,0-2-5 16,0 0-37-16,0 0-80 0,0 0-19 0,2-2-31 15,0 0-166-15</inkml:trace>
  <inkml:trace contextRef="#ctx0" brushRef="#br0" timeOffset="-99755.61">8537 13065 830 0,'0'-2'124'0,"-1"0"252"0,-1 1-327 0,0-1-15 16,0 0 5-16,0 0-7 0,2 0 11 0,0 0 1 15,0 2-3-15,0 0 1 0,-2 0-12 0,0 0-10 16,1 0 0-16,-1 2-3 0,0 0-7 0,0 0 0 16,0 0-4-16,0 0 1 0,0-1-15 0,1 3-7 15,-1 0-10-15,0-2 3 0,2-1-14 0,0 1 2 16,0 0-1-16,0 0-2 0,2 0-24 0,0 0-99 0,-1 0-14 15,3-2-37-15,2 0-132 0</inkml:trace>
  <inkml:trace contextRef="#ctx0" brushRef="#br0" timeOffset="-99248.2">8777 12712 1013 0,'-2'-2'91'0,"-2"1"190"0,3 1-258 16,-7-6-15-16,1 0 0 0,3 5-6 0,2 1-4 15,-2-4 8-15,1 0 0 0,1 0 4 0,0 1-10 16,0-3 11-16,2-3-5 0,2-4 10 0,4-2 11 0,1 0 25 16,4 0-3-16,2 2 8 0,15 4-9 0,-2 2-19 15,-4 3 2-15,4-13-10 0,-2 8-15 0,4 3-1 16,4 6-4-16,-10 4 3 0,-3 2-3 0,1 3-5 15,-3 0 3-15,-2-7-5 0,-2 22 5 0,-8 0 6 16,-3 4-5-16,17 0 7 0,-10-2 5 0,-3 6-6 16,-6-3 7-16,-4 3-8 0,-4 3 7 0,-5-1-4 15,-3-3 2-15,14-1-2 0,-28-2 4 0,-3-6 0 0,1 0 1 16,-1-3 0-16,9-2 5 0,7-4 0 0,-2-2-5 16,8-4 4-16,-4 0-2 0,2-1 5 0,8-2-5 15,-5-2 4-15,9-2-7 0,-3 3 7 0,0 1 1 16,0 0-1-16,3-2-12 0,-1-1 6 0,0 1-1 15,2 0 3-15,0-2 0 0,2 0 0 0,1 0-5 0,10 0 2 16,10-4-6-16,-1 1-6 0,0-1 8 0,1 0-6 16,-1 1 14-16,-2 1-15 0,3 0 0 0,-5 0-5 15,1 2 4-15,1 0 3 0,-3 0 0 0,0 0 0 16,-4 0 0-16,1 0-3 0,1 0-1 0,-2 0-3 16,2 0-6-16,-4 0 3 0,0 0-4 0,4-2 2 15,-4 0-18-15,0 0-8 0,1-1-9 0,-5 1 0 0,2-2-41 16,-1 1-75-16,-3 1 10 0,3-4-35 0,-1 1-48 15</inkml:trace>
  <inkml:trace contextRef="#ctx0" brushRef="#br0" timeOffset="-98738.64">9288 12647 1134 0,'-2'-2'63'0,"0"-1"140"0,-2-5-196 0,-1-3 1 16,1 2-2-16,2 1 2 0,0 1-9 0,0 0 1 16,2-3 0-16,0-1 0 0,2 2 0 0,2-2 3 0,3-2 1 15,-3 3 0-15,18-3 4 0,1 2 15 0,1 0 3 16,0 2 6-16,0 0 18 0,-4 3-11 0,1 2-3 16,-3-9-3-16,-1 4-17 0,-4 5-5 0,0 2 0 0,-2 2 0 15,-1 0 1-15,-3 2-1 0,-3 0-2 0,-1 2 0 16,-1 0-9-16,8 18 12 0,-7 0-4 0,-3 4 9 15,-3 2-6-15,-7 4 1 0,-1 1 3 0,-2 2-2 16,-4 2 0-16,1-5 1 0,-3 0-1 0,-1 3 0 16,1-4-2-16,1 1-6 0,1 0 3 0,4-6-3 15,2-4 4-15,1-4-5 0,3-1-1 0,1-2-2 16,3-2-1-16,1-6 3 0,0 1 1 0,2-3 2 16,0-1-2-16,0-2 3 0,2 2-3 0,0-1 2 0,0-3-2 15,18 10 2-15,2-5-1 0,1-3 1 0,-1-2-6 16,-4-2 5-16,-1-1-4 0,-4-1 6 0,0-2-4 0,-2 1 1 15,-1-1 2-15,-5 2 0 0,-1-9 6 0,9-7-5 16,-6 1-1-16,-3-3-1 0,-4 4-1 0,-4-7 14 16,-3 1-2-16,-2 2 5 0,-6-6-7 0,0 2 5 15,0 4-2-15,8-4 2 0,-18 7-2 0,5 6-6 16,-2 0 0-16,5 8-2 0,-2-5-1 0,6 5-6 16,0 1 4-16,2-1-5 0,4 3-8 0,-1-4-3 15,1 1-5-15,5 5 2 0,-2-2-14 0,3 2-13 16,-3-2-2-16,0 0-4 0,0 0-15 0,1 2-107 0,1 0 12 15,0 0-43-15,0 0 9 0,0 2-120 0</inkml:trace>
  <inkml:trace contextRef="#ctx0" brushRef="#br0" timeOffset="-98012.66">9845 12644 996 0,'-2'0'69'16,"0"0"-5"-16,-2-2-17 0,0 2 3 0,-1 0-33 0,-3 0-13 15,1 0 5-15,1 0 2 0,-3 2-1 0,5-2-4 16,1 1 2-16,-1 7-3 0,-11 14 4 0,4-1 5 0,2 1 13 16,0 2 3-16,-1 2 3 0,1 0 16 0,-2 2 2 15,3 0-5-15,1-2 3 0,0-2-5 0,1 0-8 16,0-5 3-16,1 1-7 0,1-1-8 0,2-3-3 15,0-3 2-15,1 0-1 0,1-3 1 0,0-3-11 16,0 0 2-16,0-3-2 0,0 2 15 0,0-4-12 16,0-1 3-16,0 3-4 0,0 0 13 0,0-1-12 15,0-1 5-15,0 0-10 0,0 0-8 0,1-2 2 16,1 0-1-16,0-2 3 0,0 0 5 0,0 0-11 0,0-1 2 16,3-6-4-16,5-12-3 0,1-1 5 0,-4 3-4 15,4-1 4-15,0-1 0 0,1 3 0 0,-11-6 1 16,10-4-2-16,4 4-5 0,-5-2 7 0,1 2-1 15,2 5 2-15,-2 2-3 0,2 1 2 0,0 4-1 0,-6 3 0 16,-1 4-6-16,1 3 7 0,-5 2-3 0,2-2 3 16,1 0-4-16,-1 2 3 0,4 0 4 0,-5 0-1 15,-1 0-7-15,2 4 4 0,0 1-2 0,5 12 5 16,-2 3 6-16,-3-3-5 0,-2 0 6 0,0 0-6 16,-2-8 14-16,0 0-9 0,0 2 2 0,0-7-3 15,0 2 7-15,0 1-8 0,0-5 1 0,0 0-3 16,0 0 7-16,0 1-8 0,0 1 5 0,0 0-6 0,0-2 7 15,0-1-6-15,0 1 2 0,2-2-3 16,-1 0 2-16,1-2-4 0,0 1-3 0,0-5-1 0,7-14 2 16,2-1-6-16,1-1 10 0,-3 1-8 0,2 1 2 15,2-8 2-15,-2 6 0 0,-2 1 1 0,-1 3-1 0,-3 5 1 16,-1 4-4-16,2-3 5 0,-4 7-1 0,-1 1-2 16,1 0 2-16,0 3-1 0,0-1 3 0,2 2 1 15,-1 0-1-15,1 2 2 0,0-1 1 0,-2 3 1 16,7 13 0-16,0 1 1 0,-1 3 1 0,-3 1-4 15,1 2-4-15,-2-3 1 0,-3-1-2 0,1-1 0 16,-2-4 3-16,2 5-2 0,-2-5 0 0,0 0-10 16,0-2 0-16,0-4-6 0,0 2-13 0,0-2-5 15,0-1-3-15,0-3 0 0,0-3-15 0,0 2-48 0,0 0 4 16,0-1-19-16,0-1-2 0,0 0 14 0,0 0-11 16,0-2 8-16,0 0-47 0,2 0-3 0,0-2-5 15,0 0 0-15,1-1-36 0</inkml:trace>
  <inkml:trace contextRef="#ctx0" brushRef="#br0" timeOffset="-97516.18">10275 12647 134 0,'0'0'69'16,"0"-2"0"-16,0 1 30 0,0-1-12 0,-1-15-4 16,-1 0 6-16,0 4-5 0,0 0 4 0,0 2-6 15,0 2-12-15,0 1 0 0,2 5-2 0,-1-1 3 16,-1 0 6-16,0 1-20 0,0-1-4 0,0 0-5 0,0 2-13 16,0 0 4-16,1 2 2 0,1 2-3 0,0 0-15 15,0 0 7-15,-2 26-3 0,2 2 4 0,0-3-6 16,0 7 2-16,0-6 0 0,0-2 2 0,-2 2 0 15,0-4 6-15,-2 2-3 0,1 0 4 0,-1-4 0 0,0-3-4 16,2-5-1-16,0-2-2 0,-1 1-14 0,1-2 4 16,0-2-7-16,0 0 4 0,2-5-15 0,0 0 14 15,0-1-6-15,0-1 7 0,0 0-9 0,0 0-7 16,0-2 6-16,2 0-6 0,0-2 4 0,0-2-6 16,5-12 1-16,6-14-3 0,-2 2 6 0,0-3-6 15,-1-1 4-15,-3-1-5 0,2-5 3 0,-1 1 2 16,1-2-2-16,0 2 2 0,-1 4-1 0,-1 1-2 15,-1 2 0-15,1 3 0 0,1 1 0 0,-1-2 4 0,1 6-1 16,-3 3 3-16,3 2 6 0,-3 6-5 0,1-2 3 16,-1 4-3-16,1 1-5 0,-3 3 9 0,3 3-7 15,3-5 9-15,2-1-10 0,1 3 7 0,-5 3-3 16,-1 2 3-16,-3 0-4 0,3 2 0 0,1 3 5 16,-3 6-4-16,0 19 1 0,-2-4-2 0,14 4 3 0,-3-1-2 15,-3 3 8-15,-3 1 0 0,0 1-3 0,-3 1 3 16,-2-2 8-16,0 3 1 0,0-3 5 0,0-3-4 15,-1-2-2-15,1-2-6 0,0-4 4 0,-2 0-5 16,2-1-6-16,0-5 4 0,0 1-10 0,0-2 10 16,-1-4-5-16,1 0-4 0,0-1 3 0,0-3-5 15,0-1-6-15,-2-3-1 0,0-1-3 0,0 0 1 16,2 2-14-16,0-1-6 0,-1 1-4 0,1-2-1 0,0 0-18 16,0 0-39-16,0-2 1 0,-2 0-15 0,0-2-19 0,0 0-38 15,-2 0-11-15,-2 0-19 0,-3-1-125 0</inkml:trace>
  <inkml:trace contextRef="#ctx0" brushRef="#br0" timeOffset="-97346.36">10160 12788 726 0,'0'0'43'0,"0"0"-2"0,0 0 31 15,0-1-1-15,0-1-5 0,0 0-4 0,0-2 4 16,0 0-2-16,2 1 4 0,0-3 4 0,4-3 2 16,1 0-2-16,6-3 3 0,7 3 9 0,3 2-12 15,-1-1 3-15,2 1-11 0,4-1-20 0,4 1-25 16,3-2 4-16,-4 3-11 0,1-3-3 0,-6 3-17 0,0-10-8 15,0 3-3-15,0 5-19 0,-6 4-10 0,-1 1 2 16,-1-1-8-16,-8 4-38 0,-3 0-139 0,-1 0-27 16</inkml:trace>
  <inkml:trace contextRef="#ctx0" brushRef="#br0" timeOffset="-96768.75">8500 13524 599 0,'-2'0'40'0,"1"0"3"0,-3 0-5 16,-7 0-9-16,-11-4-8 0,3 0-2 0,0 1 11 15,-1-1 4-15,0 0 1 0,-1 2 3 0,1 0 18 0,-3 1-7 16,5 1 10-16,-4 0-12 0,1 0 16 0,3 1-11 16,1 1 13-16,6 0-3 0,-2 0-2 0,2 2 7 15,1-2-7-15,1-1 2 0,3-1 1 0,3 0-6 16,-1 2 2-16,0 0-19 0,1 0 6 0,1-2-4 0,0 0 4 15,2 0-14-15,0 0-8 0,2 0 1 0,1 0-4 16,16-4-6-16,18-3-1 0,4-2 0 0,7-3 0 16,1 3 5-16,1 0-13 0,2 0 6 0,5 1-7 15,1 1 10-15,5-1-3 0,4 1 0 0,7-2-1 16,2 1 3-16,4-1 5 0,4-4-1 0,-1-2 2 16,-1 0 0-16,1-3 3 0,3 1-3 0,1-2 3 0,6-1 2 15,0 1-10-15,-4-1 10 0,-2 1-10 0,-7 1 4 16,-10 3-13-16,-3 2-1 0,-7 2-3 0,-8 1 2 15,-4 3 1-15,-3 1-5 0,-10 3 4 0,-2-1-9 16,-7 2 8-16,-3 0 2 0,-7 2 2 0,-5 0-3 0,-5 0-2 16,1 0 3-16,-3 0-2 0,0 0 5 0,-2 0-5 15,0 0 0-15,-1 0 0 0,-1 0-3 0,0 0-4 16,0 0 0-16,-1 0-1 0,-1 0-9 0,-2 0-15 16,-3 0-5-16,-14 0-5 0,1 0-26 0,-1 0-36 15,1 0-2-15,-2 0-13 0,-1 2-28 0,1 0-8 16,0 2 4-16,-1-1-6 0,-3 3-25 0,4 0-170 15</inkml:trace>
  <inkml:trace contextRef="#ctx0" brushRef="#br0" timeOffset="-96413.23">8610 13750 1040 0,'-2'0'85'15,"0"0"1"-15,-35 0-24 0,0 4-6 0,3 0-32 16,3-1 0-16,1 3 5 0,4-1 1 0,2 1 0 16,4 0-5-16,3-3 1 0,4-1 2 0,0 0-1 15,6 0 12-15,3-2 14 0,0 0-4 0,0 2 7 0,1 0 7 16,-1-2-15-16,2 0 9 0,0 0-12 0,2 0-5 16,0 0-16-16,2-2-1 0,6 0-3 0,27-11-3 15,6 0 11-15,5-2-5 0,8-4 6 0,5 1-5 16,6-2-3-16,10-5 4 0,8 3-4 0,3-2 11 0,6 2-7 15,1 1 1-15,-7 3-5 0,-3 5-16 0,-5 2 3 16,-5 1-9-16,1 7 6 0,6-1-4 0,-10 2 0 16,-1 2 5-16,-2 2-4 0,-13 0 2 0,5 1 0 15,-5-1-2-15,-6 2 2 0,-1 0 1 0,-7-2 0 16,1-2 4-16,-4 0-4 0,1 0-2 0,-5 0 1 16,-3-2-8-16,1-2 4 0,-3 0-19 0,0-1-27 15,0-1-20-15,-6-1-18 0,4-4-214 0</inkml:trace>
  <inkml:trace contextRef="#ctx0" brushRef="#br0" timeOffset="-92116.88">26815 11288 763 0,'-2'0'0'0,"0"0"8"0,-1 0 81 0,-1 0-28 16,0 0 3-16,1 0-40 0,-1 0-1 0,0 0-7 15,0 0 6-15,1 0-6 0,-1 0 10 0,2 0-12 16,0 0-2-16,0 0-1 0,1 0 14 0,-1 0 12 16,0 0 11-16,0 0-5 0,0 0 5 0,0 0 0 0,2 0-10 15,0 0 7-15,0 0-16 0,0 0 7 0,0 0-5 16,2 0 5-16,0-2-15 0,2 0 11 0,5-1-5 15,11-8 6-15,3-1-11 0,1-1-1 0,4 0-1 16,1 2-3-16,1-2-13 0,3 0 0 0,3 2-2 16,-5 2 2-16,3 2 8 0,-5 1-10 0,1 2 4 0,-2 1-6 15,-4 1 5-15,-3 0 3 0,-1 0-1 0,-5 0 2 16,-2 0-1-16,-4 2 0 0,-5 0 1 0,-2 0-1 16,1 0-4-16,1 0-2 0,-2 0 2 0,0 0-2 15,0 0-3-15,0 0-15 0,-1 0-8 0,-1 0-1 16,0 0-29-16,0 0-44 0,-1 0-22 0,-1 0-14 15,0 0-119-15</inkml:trace>
  <inkml:trace contextRef="#ctx0" brushRef="#br0" timeOffset="-91853.26">26912 11487 922 0,'-2'0'47'0,"-8"0"99"0,-15 0-116 0,2 0 34 16,3 0 3-16,3 0 10 0,8 0 13 0,5 0-34 16,0 0 0-16,1 0-13 0,1 0-14 0,0 0 10 15,2 0-1-15,2-2 5 0,0 0-5 0,11-3-5 0,18-10-3 16,6 0 0-16,0 2-4 0,1 2-1 0,1 3-3 16,-2 1 0-16,0 3-13 0,-6 2-1 0,1 0-2 15,1 2 1-15,-1 0-4 0,0 2-2 0,-3 0-3 16,-6-2-1-16,-1 2-17 0,-5-2-19 0,-1 0 2 0,1 0-10 15,0 0-34-15,5 0-130 0,2 0-10 0</inkml:trace>
  <inkml:trace contextRef="#ctx0" brushRef="#br0" timeOffset="-91494.89">27922 10867 524 0,'0'-2'41'0,"0"0"58"0,-2 0-34 0,0-2 50 16,0-3-18-16,-2-6 26 0,3 2-42 0,-3 0-27 15,2 1 7-15,0 1-13 0,0 2 0 0,0 1 11 16,1-1-10-16,1 3 11 0,0 0 6 0,0 2-2 15,0 1 7-15,-2-3-7 0,0 0 2 0,0 0-26 16,0 3 2-16,0-1-11 0,0 0 0 0,1 2-4 0,1 2-1 16,0 0-1-16,0 5-3 0,-2 23 2 0,0-1-1 15,0 3 0-15,2 5-12 0,0 0 1 0,0 4 4 16,-2 2-2-16,0-2 9 0,2-2-9 0,0 3-2 16,0-1-1-16,0-4-10 0,0 0 5 0,0-7-3 0,0-4 3 15,0 0-7-15,0-5-5 0,0-1-7 0,0-3 0 16,2-2-32-16,0-2-55 0,0-4-26 0,2-2-14 15,-3-3-126-15,11 5-100 0</inkml:trace>
  <inkml:trace contextRef="#ctx0" brushRef="#br0" timeOffset="-91101.41">28445 10805 1226 0,'-2'0'23'0,"1"0"3"0,-1 0 2 15,-2-1-1-15,0-1 1 0,2 2 65 0,-7-2-20 16,0 0 4-16,-8 2-17 0,4 0-32 0,2 2-16 16,2 3 2-16,3-3-6 0,-1 24 7 0,-3 2-4 15,1 0 9-15,4 4-6 0,-1-1 12 0,4 1 7 16,-18 1-9-16,9-3 8 0,5-2-18 0,2 0-10 16,4-4 7-16,0 2-6 0,2-4 4 0,2-2-5 15,0-3 0-15,3 0 0 0,0-2 3 0,1-4 3 0,-1 0-3 16,10-2 3-16,2-7-9 0,1 0 3 0,0 11-2 15,3-6 3-15,1-3 1 0,0-4-5 0,2 0 3 16,-4-6-3-16,2-3 8 0,-1-2 1 0,-3-2-1 16,-1 6 0-16,-3-18-3 0,-1 1 11 0,-2 0-2 0,-5 0 6 15,-3-2 0-15,-1-4-7 0,15 1 8 0,-8-3-7 16,-8 1 10-16,-3 1-5 0,-1 4-1 0,-5 0-1 16,-1 4 4-16,-3 1-2 0,1 6-6 0,3 2 3 15,-14 4-13-15,0 3 1 0,-1 3 5 0,-3-14-5 16,2 8-8-16,-1 5 4 0,3 2-11 0,1 2 10 15,1 4-13-15,5 1-6 0,0 3 2 0,5-4-8 16,3 16-20-16,3 0-24 0,-11-1-21 0,4 1-3 0,5-1-97 16,4-2-61-16,4 1-22 0</inkml:trace>
  <inkml:trace contextRef="#ctx0" brushRef="#br0" timeOffset="-90771.95">29039 10648 1025 0,'-1'0'54'0,"-1"-2"4"0,0 0-11 15,-2 0-2-15,0-2-14 0,-3-5 45 0,-2-4 10 0,1 0-2 16,5 6 1-16,-1-1-23 0,2 4-6 0,0 1-9 16,0-1 1-16,0 0-30 0,1 2 3 0,-1 1 6 15,0-1-1-15,0 2 15 0,0 0 0 0,0 2-6 16,0 1 3-16,1 8-10 0,-5 19 3 0,0 0-3 15,3 1 2-15,-3 5-11 0,1 1 5 0,-1 0-7 0,0 2 5 16,3 2-13-16,1-2 12 0,2 4-5 0,0-4 5 16,0 3-12-16,0-3-8 0,0 0 5 0,0-5-6 15,0-3-1-15,0 1 6 0,0-6-3 0,2 0 5 16,0-6-4-16,-1-1-3 0,1-3 1 0,0-3-1 16,0 0 2-16,2-1-8 0,-2-5-1 0,-2-3-3 15,0-1-9-15,0 1-43 0,0-2-8 0,1 2-19 0,1-1-100 16,2-1-58-16,3 2-30 0</inkml:trace>
  <inkml:trace contextRef="#ctx0" brushRef="#br0" timeOffset="-90357.02">29383 10822 651 0,'0'0'102'0,"-2"0"-113"0,0-2 122 15,0 0-57-15,1 1 16 0,-1-1 28 0,0 0-6 16,0 0 12-16,0 0-15 0,0-2-18 0,0 1-2 16,1-1-6-16,-1 0-4 0,0 2 6 0,0 1-2 0,0-1 1 15,0 0-13-15,0 0-3 0,1 0-4 0,-1 0 2 16,0 0-10-16,0 1-6 0,0-1 0 0,0 2-3 15,0 0 4-15,1 0-6 0,-1 0 1 0,2 2-2 16,0-1-2-16,0 1-1 0,0 2 6 0,2 0-6 16,1 3-3-16,7 6 2 0,-5 2-3 0,17-2 3 15,1 2-4-15,1-2-2 0,0 2-5 0,4 1 2 16,-2 1-2-16,-2 4-5 0,-2-5 1 0,-1-1-4 16,-3 0-7-16,-3-2 2 0,0 6 4 0,-6-1 0 0,2-1-2 15,2 0-19-15,-5-4 0 0,1 0-5 0,-2-4-4 16,3 2-21-16,1-4-23 0,-4-1 0 0,1-2-97 0,3-2-28 15,0 5-4-15,4 0-11 0,-2-1-39 0</inkml:trace>
  <inkml:trace contextRef="#ctx0" brushRef="#br0" timeOffset="-90076.05">29747 10772 712 0,'-2'0'317'0,"0"-2"-390"0,0 0 351 16,-1 0-184-16,-1 1-74 0,0-1 45 0,0 0 4 16,1 0 12-16,-1 0 7 0,0 0-39 0,2 2-2 15,-5-2-13-15,-2 1-15 0,3 1 5 0,4 0 0 0,-1 0 2 16,-3 3 7-16,-9 1 7 0,-2 20-1 0,-1 2 1 16,-4 2-8-16,-1 4-7 0,-1 1 1 0,-4-1-5 15,6 3-7-15,-2 0 0 0,2-1-2 0,1-1 1 16,1-5-5-16,3 2-11 0,0-8 3 0,4 6-7 15,2-2 0-15,4-10-27 0,3 7-3 0,-7-9-9 16,2 3-31-16,3 0-99 0,4-2-21 0,2-2-35 16,4 0-164-16</inkml:trace>
  <inkml:trace contextRef="#ctx0" brushRef="#br0" timeOffset="-88584.96">30306 10607 397 0,'0'0'157'0,"0"-2"-149"0,-2 0 169 16,0 0-73-16,0 0-35 0,0 0 8 0,0 1 10 16,1-1-4-16,-1-2 2 0,-2 2-15 0,0 0 1 15,1 0-4-15,-1 1 2 0,0-1-13 0,0 0-4 0,1 0-1 16,-1 0-8-16,-2 0-14 0,-3 0 9 0,0 2-8 15,-2 0 17-15,0 4-23 0,-1 2 1 0,-1 1-7 16,2-5 3-16,0 20-4 0,0 1 2 0,4-1-4 16,-5 4-9-16,5 0 4 0,-2 2-2 0,3 0 3 15,-1-1-4-15,1 3 2 0,1 0-5 0,1-2 4 16,2 0-3-16,-15-2-2 0,6-2 2 0,6-4-2 16,1 1 4-16,2-3-7 0,2 1 3 0,0-3-3 0,2-6 8 15,2-1-6-15,-2-5-1 0,1 1-2 0,1-3 3 16,14 9-2-16,1-3 3 0,3-6-4 0,-1-2 4 15,-1-6-2-15,4-5 7 0,-3-2-6 0,-1 2 3 16,-3-15-5-16,-2 3 0 0,-6-1 0 0,-5 2-1 0,1 0 6 16,-1-2-5-16,0-1 7 0,-1 1-5 0,12 2-1 15,-4-2 5-15,-3 0-4 0,-6 0 8 0,-2 3-3 16,-2 1 4-16,-4 1-3 0,3 4 11 0,-3 2-3 16,0 2-4-16,1 4 3 0,-3-1-5 0,-3 6 1 15,-4 1 2-15,4-9-3 0,0 5-7 0,0 1-2 16,2 2-2-16,-1 2 0 0,3 0-7 0,0 2 1 15,1 0 0-15,2 0 0 0,2 3-5 0,-1 16-10 0,-10-3-3 16,2 3-2-16,3-3-23 0,3-1-91 0,1 0-13 16,4-2-35-16,0-1-115 0</inkml:trace>
  <inkml:trace contextRef="#ctx0" brushRef="#br0" timeOffset="-88381.13">30634 10794 1055 0,'0'0'270'0,"0"0"-335"0,-1 0 308 0,-1 0-162 16,0 0-40-16,0 0 55 0,0 0-3 0,0 0 20 0,0 0-16 15,1 0-48-15,-1 0-4 0,0 0-15 0,0 0-18 16,0 2 0-16,0 0-5 0,0 0 2 0,1 0-14 16,-1 0-12-16,2 1-2 0,0 1-4 0,0 0-22 15,0-1-18-15,0 1-6 0,0 0-14 0,2 0-131 0,-1-1-128 16</inkml:trace>
  <inkml:trace contextRef="#ctx0" brushRef="#br0" timeOffset="-87976.95">31009 10399 1228 0,'-1'0'34'0,"-1"0"-2"0,0 0 50 0,0 0 10 16,-2 0 2-16,1 0 25 0,-7 0-38 0,-3 4-7 15,0 1-11-15,2 1-33 0,2 1-11 0,1 2-1 16,-1 12-2-16,4-1 8 0,-1 3 1 0,-1 3 3 16,3-1-2-16,-4 3-4 0,5 2-1 0,-1-2-9 0,0 0 6 15,2 1-8-15,1 1 6 0,-18-2 3 0,8-2-1 16,5 0-2-16,3-4-7 0,3 1-4 0,0-5 0 16,0-1-5-16,1-2 0 0,3-2 1 0,2 0-1 15,-3-6-4-15,1-1 4 0,2-3-6 0,12 10 5 16,3-1-3-16,-3-7 3 0,5-1 3 0,-3-4-1 15,6-2 5-15,-4-2-8 0,2-3 2 0,1-2-6 16,-7-1 6-16,4-1 4 0,-5 0-4 0,-4 9 1 0,0-16-2 16,-5-3 1-16,1 3 3 0,-2-1 0 0,-3-1 7 15,11-1-4-15,-6 1 5 0,-1-3-5 0,-7 3 8 16,-1-2-6-16,0-2 2 0,-3 1-4 0,-5 1 1 0,-3 0 4 16,0 3 1-16,-2-1 1 0,9 3-3 0,-12 6-8 15,-7 3-4-15,3 7 1 0,3-11 1 0,-1 1-3 16,1 6 0-16,0 1-5 0,2 4-4 0,0 4-2 15,2 1-1-15,4 3-3 0,-2 1-22 0,4 13-40 16,1-3-19-16,4-1-10 0,-13 3-98 0,8-4-42 16,3-1-38-16</inkml:trace>
  <inkml:trace contextRef="#ctx0" brushRef="#br0" timeOffset="-87710.89">31531 10419 775 0,'-2'-2'386'0,"0"1"-475"0,1-3 440 0,-1 0-230 16,0 0-71-16,-2 1 58 0,0-1-13 0,1 0 24 15,-1 1-42-15,0 1-32 0,1 0-4 0,-1 0-8 16,2 0-7-16,0 2 3 0,0 2 2 0,0 0 0 16,1 5 5-16,-3 17-9 0,2-1 6 0,0 5-8 15,2-1-2-15,0 5-2 0,0-1-5 0,-2 3 3 0,0-1-12 16,-3 1 4-16,-1-1-5 0,1-1 6 0,-5-1-3 15,3-3-2-15,-2 0-3 0,1-4-1 0,1-3-9 0,-1-3 0 16,1 1-5-16,3-4 0 0,1-2-28 0,1-4-24 16,2-5-8-16,0-1-14 0,2 1-110 0,-1-2-91 15,3 0-62-15</inkml:trace>
  <inkml:trace contextRef="#ctx0" brushRef="#br0" timeOffset="-87326.16">31685 10453 1170 0,'0'-2'87'0,"-2"0"5"0,1 0-36 0,-1 0-6 16,0-1-33-16,0-1 23 0,0-2 24 0,0-3-4 16,2 0 9-16,0 3-16 0,2-1-9 0,0 1-5 0,0 2 1 15,0 1-7-15,16 1 0 0,1-2-2 0,1-11 0 16,-1 6-8-16,-2 5-10 0,-1 4 1 0,-5 0-4 15,-5 2-8-15,-2 2 9 0,1 5 0 0,6 19 3 16,-5 0 5-16,-8-4 2 0,-3 4-1 0,-7 0 2 16,-2-1 4-16,-3 3-7 0,15-4 2 0,-20-2-3 15,1 0 6-15,3-3-1 0,1 1-2 0,4-3 1 0,2-1 1 16,3-3-10-16,5 0 4 0,1-4-6 0,-7 0 1 16,3 0-1-16,2-1-1 0,2-1-1 0,2 0 4 15,0-3-4-15,0-1 8 0,2-1-5 0,0 0 14 0,13-2-4 16,7 0-3-16,1-1 0 0,1 16-5 0,2-6-3 15,0-3-4-15,-2-6 0 0,0-2-8 0,0-2-6 16,-5-2-3-16,-1-2-2 0,-1 1-22 0,-4-1-23 16,0-1-13-16,0-2-7 0,2 7-72 0,1-13-134 15,1 0-6-15</inkml:trace>
  <inkml:trace contextRef="#ctx0" brushRef="#br0" timeOffset="-86817.71">32127 10269 1347 0,'-2'-2'52'16,"0"0"109"-16,1 0-144 0,-1-1 25 0,0-1-1 0,0 0 12 16,2 2 15-16,0-3-28 0,0-3 1 0,0 1-12 15,2 1-10-15,2-1 3 0,7-1 7 0,15-1-2 16,2 4 16-16,-2-3-12 0,1 3-5 0,-1 3 0 15,0 0 0-15,-1-15-7 0,1 6 8 0,-4 5-8 16,0 3 12-16,-1 3-9 0,-5 0 3 0,-3 2-6 0,-3 1-6 16,-5-1 3-16,-1 0-7 0,7 13 6 0,0 5-6 15,-2 8-1-15,-5 2 3 0,-4-4-2 0,-4 0 0 16,-5 5-1-16,-2-1-1 0,-2 0 0 0,-2 3-3 0,0-3-2 16,-1 2-2-16,-1-3 0 0,-2 3-1 0,3-3 1 15,1-1 4-15,2-2-2 0,2-2-4 0,1-1 9 16,3-1-9-16,1-2 8 0,1-1-12 0,1-2 5 15,2-2-1-15,0-4 1 0,2 0 1 0,0-2 1 16,0 0 1-16,0-3-2 0,2 0 6 0,-2-5-7 16,4 3 5-16,0 0-5 0,1 0 8 0,8 1-2 15,4 1 0-15,0-4-1 0,-1-2-4 0,1-4 8 16,3-4-3-16,-1-3 6 0,-2 0-7 0,-2 7 2 0,-4-16-2 16,0 1 2-16,-2 1 4 0,-1-3-2 0,-7 3 1 15,1-3-1-15,13 1 4 0,-7 0 10 0,-5-1 5 16,-3-1-1-16,-2 0 6 0,-3 3-8 0,-4-3 5 15,-3 3-6-15,1 4 7 0,4-1-7 0,-14 5-6 0,1-1 1 16,0 1-6-16,1 4-7 0,0-1 4 0,-1 5-7 16,1-5 0-16,3 1-4 0,-1 1-1 0,4-3-4 15,0 3-20-15,2-1-33 0,3-4-11 0,3-2-11 16,1-4-75-16,-9-1-172 0,2-7-48 0</inkml:trace>
  <inkml:trace contextRef="#ctx0" brushRef="#br0" timeOffset="-82741.66">27545 12404 256 0,'0'0'-41'0,"-2"0"14"0</inkml:trace>
  <inkml:trace contextRef="#ctx0" brushRef="#br0" timeOffset="-82506.91">27233 12423 278 0,'-2'0'25'0,"0"0"107"16,-9-2 68-16,-8-4-55 0,3 3 64 0,-3-1-79 15,4 0-1-15,0 0-58 0,1 3 8 0,-1-1-22 0,4 0 12 16,-1 0-21-16,5 2 9 0,3 0-16 0,-1 0-3 16,1 0 5-16,0 0-8 0,1 0 6 0,1 0-10 0,0-2-6 15,2 0 2-15,0 0-1 0,2 1 16 0,3-1-14 16,29-9-2-16,3-1-7 0,6 3-19 0,1 2 2 16,3-1 1-16,-3 3-1 0,4 1 4 0,-9 0-4 15,-3 2-2-15,-3 1-2 0,-3-1-21 0,-4 0-37 16,-2 2-1-16,-6 0-14 0,-6 0-21 0,-5 0-57 15,-3 0-14-15,-1 2-21 0,1 0-110 0</inkml:trace>
  <inkml:trace contextRef="#ctx0" brushRef="#br0" timeOffset="-82350.18">27188 12493 414 0,'-2'0'287'0,"-1"2"-286"0,-21 4 313 16,-2 3-143-16,1 0-95 0,9-1-26 0,5-3 4 16,5-1-8-16,4 0 7 0,-7 9 2 0,1 0-6 15,5-4 4-15,3-2-8 0,0 3-10 0,2-3 5 16,3 0-7-16,19-1-2 0,15-2-19 0,2 18 3 15,2-11-9-15,3-5-14 0,1-6-26 0,1 0-8 0,-3-4-3 16,-3-2-17-16,-3-1-26 0,-3-2 3 0,-5-2-13 16,1-4-36-16,-3-2-288 0</inkml:trace>
  <inkml:trace contextRef="#ctx0" brushRef="#br0" timeOffset="-82020.11">28145 12059 952 0,'-2'-2'41'0,"0"0"-1"0,0-2 8 16,2 2 2-16,-7-16-7 0,-1 3 37 0,3 2 4 16,-1 2 2-16,2 2-3 0,-1-4-4 0,3 7-9 15,0-1-2-15,0 1-6 0,0 2-22 0,0 1-5 16,1-1-6-16,-1 0 0 0,0 2-19 0,0 0-2 16,0 1 7-16,0 1-5 0,0 0 14 0,1 1-1 15,-3 7-2-15,-7 22 2 0,3 3-5 0,1 2-1 16,1 2 0-16,3-1 0 0,-3 3 0 0,2-2 3 15,2 0 0-15,1-2 1 0,1 1 3 0,0-1-4 0,1-2 4 16,3 1-4-16,0-3-1 0,1-1-12 0,3-2 3 16,-1 0-5-16,1-1 5 0,-3-4-3 0,-1-3 0 15,0 2-1-15,-2-7 0 0,-1 2-8 0,1-4 0 16,-2-6-2-16,0 5-8 0,0-11-58 0,0 3-6 0,0 0-20 16,0 0-37-16,0-3-65 0,0 1-15 0,2 0-32 15,0-2-188-15</inkml:trace>
  <inkml:trace contextRef="#ctx0" brushRef="#br0" timeOffset="-81816.96">28462 12387 1188 0,'0'0'143'0,"0"0"19"16,0 0-56-16,0 0-50 0,-2 0-28 0,2 0-8 0,0 0 59 15,-2 0-3-15,2 0 21 0,-2 0-1 0,1 0-36 16,-1 0 4-16,0 0-16 0,0 0-21 0,0 0-17 15,0 0-5-15,0 0-3 0,1 0-13 0,-1 0-1 16,2 0-9-16,0 0-1 0,0 0-61 0,0 0-31 16,0 0-11-16,2 0-5 0,-1 0-44 0,3 0-158 15</inkml:trace>
  <inkml:trace contextRef="#ctx0" brushRef="#br0" timeOffset="-81645.65">28618 12172 1230 0,'0'0'18'0,"0"0"3"0,0-2 5 0,-2 0-3 16,0 0 3-16,0-1 41 0,1-1 4 0,1-2-3 0,-2-7 1 16,2 2-23-16,0 0-7 0,0 2 4 0,2-2-5 15,1-4-2-15,3 4-8 0,3-4 8 0,-7 7-5 16,22-3 19-16,2 4-8 0,4 3-4 0,0 0-1 16,-1-14-21-16,-3 9-5 0,-4 3 0 0,-1 6 0 15,-8 2-3-15,2 3-5 0,-2 5 0 0,-2 1 1 16,0 13 3-16,-4 0 3 0,8-3-6 0</inkml:trace>
  <inkml:trace contextRef="#ctx0" brushRef="#br0" timeOffset="-81211.92">29790 12061 1125 0,'0'-2'14'16,"0"0"0"-16,0 0 14 0,0-2 8 0,0-1 0 15,-4-14 45-15,0 2-30 0,2 3-1 0,-3-9-11 0,-1 5-16 16,2 1-7-16,-1-3 4 0,1 7-8 0,2 1-8 15,-1 1 2-15,1 4-6 0,0-2 3 0,2 5-4 0,0 2-24 16,-2-2-1-16,0 1-17 0,0-1-83 0,0 2-274 16</inkml:trace>
  <inkml:trace contextRef="#ctx0" brushRef="#br0" timeOffset="-80199.33">28755 12068 461 0,'-1'0'38'0,"-1"0"-23"0,-2-2 39 0,-3 0-10 15,-14-5 6-15,4 1 38 0,1 1-6 0,-3-1 16 16,1-1 11-16,-3-1 3 0,1-1 9 0,3 2-7 15,2-1-5-15,4 3-27 0,4 1-3 0,3 2-8 0,2 2-22 16,-2-2-16-16,1 0 5 0,-1 0-9 0,2 1 5 16,0-1-6-16,0 0 3 0,0 0-3 0,1 0 9 15,1 0 3-15,1-1-4 0,5-5 4 0,13-5-9 0,16-2-12 16,8 2 0-16,-3 4-5 0,1 3-12 0,0 5 3 16,-7-20-7-16,-1 10 4 0,-3 7-8 0,-6 4 6 15,0 6-3-15,-2 3 2 0,0 4-4 0,3-2-4 16,-3 19 9-16,-7 5-8 0,-6-1 11 0,0-1 0 15,-1 6-1-15,-3-7 0 0,3 1 9 0,8-7 10 16,-6 0-1-16,-7-4 5 0,-3 3-5 0,-1-3-10 16,-3-2 8-16,-4 3-8 0,-3 1 15 0,-2-2-7 0,-3 2-3 15,12-3-1-15,-15-1-10 0,-5-3 5 0,4-1-6 16,-6-1 4-16,2 0-10 0,-1-4 8 0,3-2-3 16,7-1 4-16,-1-3-6 0,-1-1 6 0,2-2-1 15,-2 9 2-15,4-3-2 0,4-5-3 0,0 1 6 16,1-2-4-16,5-2 10 0,-1 0-7 0,0 0-4 0,1 0 1 15,-1 0 1-15,2 0-5 0,0 0 5 0,2-2-7 16,0 0-7-16,2 0 7 0,2-1 0 0,11-3 2 16,20-11 2-16,-2 4-1 0,-7-2-2 0,0 4 1 15,-2 4 2-15,2 3-4 0,0 2 2 0,-5-11-2 16,-6 6 3-16,-1 3 0 0,-1 4-1 0,-3 0-1 16,5 2-2-16,-2 2 10 0,-4-1-3 0,4 5 5 15,-2-1-13-15,-5-3 5 0,3 11 0 0,2-2 3 0,0-2 0 16,2 0-4-16,-4 0-1 0,1-3-1 0,-3 1 5 15,1-3-10-15,3-3 0 0,-4 3-7 0,1-2-10 16,-3-3-63-16,1 3 6 0,1 2-29 0,1-3-35 0,1 1-43 16,2-2-24-16,2-2-13 0,2 0-147 0</inkml:trace>
  <inkml:trace contextRef="#ctx0" brushRef="#br0" timeOffset="-79622.4">29977 11895 1172 0,'0'0'29'16,"0"-2"-2"-16,0 1 21 0,-2-1 16 0,0-2-8 15,1-5 53-15,-7-10-3 0,1 2-14 0,-3-1 5 16,-1-3-44-16,0 5 20 0,-2-3-11 0,11 3 11 16,-16 1-35-16,-1-2-2 0,1 6-8 0,-1 0 4 0,0 3-20 15,5 5 3-15,-3-1 3 0,4-5-3 0,2 1-7 16,0 4 0-16,-1 1 0 0,-2 1 0 0,1 2 1 16,-4 5-3-16,0 5-1 0,0 6 0 0,-1 22-5 0,-1 10 5 15,3-4-2-15,-1 3 4 0,0-3-3 0,2-3-4 16,4-2 4-16,2-5-4 0,5-1 1 0,2-11 3 15,-13 1-1-15,8-5 2 0,1-1 2 0,5-4 1 16,1-2-7-16,0-4 4 0,1-1-7 0,1-2 7 16,-2-2 3-16,8 3 2 0,8 6 3 0,7-1-7 15,-1-7 6-15,-3-3-6 0,-1-2 4 0,1-3-1 16,3-4-6-16,-3-3 4 0,7 9-4 0,-10-20-2 16,3-3 3-16,-2 2-3 0,-6-4 3 0,2 8-3 0,-8 1-1 15,3 6 0-15,-1 8 2 0,-3-3 5 0,3 7 1 16,-3-3 1-16,0 0 3 0,-1 2-8 0,1 0 1 15,-2 1-3-15,2-1 7 0,-1 0 3 0,1 2 1 16,0 0 0-16,0 2-7 0,-1 1 9 0,8 16-8 16,1 7 8-16,-5 0-12 0,-1 6 4 0,-3-5 2 15,-3 3-2-15,0-2-6 0,-2 0-1 0,2 2-2 0,0-3 2 16,0 1 3-16,0 2-3 0,0 0 0 0,0-2-2 16,0-1-10-16,0-3-2 0,0 2 1 0,0-1-1 15,0-5-5-15,2 0-53 0,-2-5-5 0,2 0-21 16,0-2-68-16,0-7-33 0,0 1-22 0,-2-5-1 15,3 2-61-15</inkml:trace>
  <inkml:trace contextRef="#ctx0" brushRef="#br0" timeOffset="-79028.92">30235 12100 1379 0,'0'-2'38'0,"0"0"66"0,0 0-86 0,0 0 45 16,0-2 0-16,0 3 19 0,0-3 14 0,0 2-32 15,0 0-7-15,0 0-8 0,0 0-30 0,0 1 4 16,0 1-2-16,0 1 4 0,0 1 1 0,0 4-7 16,0 18 4-16,2 4-6 0,0-2-1 0,0-2 2 15,0 4-7-15,-1-2 5 0,-1-2 4 0,0-2-8 0,2 2 7 16,-2-1-8-16,2-1 3 0,-2-3 9 0,0-3-3 16,0-5 5-16,0-1-12 0,0-5-2 0,0-1-3 15,0-2 2-15,0 2-3 0,0-1 18 0,0 1 1 16,0-2 5-16,0 0-5 0,0-1-18 0,0 1-3 0,0-2-3 15,0-2-2-15,0-1 0 0,0-8 0 0,0-13 0 16,2-2 1-16,2-2-2 0,-1 0-5 0,3 0 2 16,3-2 3-16,-1 4-5 0,3-2 4 0,0 4-4 15,0 0 5-15,0 6-3 0,0-3 3 0,2 1-2 16,-5 9 3-16,9-1 0 0,5 5-1 0,-2-8-1 16,-1 6 2-16,5 0-5 0,-2 5 5 0,-3 4-3 15,-2 4 10-15,-3 1-2 0,-1 3 3 0,-5-7-5 0,-3 22-6 16,-3 1 10-16,13-2-7 0,-4 0 10 0,-3-1-8 15,-5-4-1-15,-1-1 4 0,-2-3-3 0,0 0 1 16,0-3-3-16,0-1-1 0,0-5 0 0,0 1 1 0,0-1 7 16,0 0-1-16,0-1 2 0,0-1 0 0,0 0-6 15,0 0 6-15,0 0-7 0,2-2 0 0,0 0 0 16,0-2-2-16,0-2 2 0,9-14 0 0,6-14-2 16,-3-1-2-16,1-1 0 0,-2 3 4 0,4-3 2 15,-2 4-2-15,-4 10 1 0,2 1-5 0,-4 8 6 16,0 4-1-16,8-1 3 0,4 7 0 0,-1-12-6 15,6 3 5-15,-2 10-4 0,0 4 4 0,0 5 2 16,-3 4-6-16,-6-9 5 0,0 20-5 0,-2 2 4 16,-8 2-4-16,1 2 3 0,-3 1-15 0,16-3-3 0,-8-2 4 15,-5-4-3-15,-4-3-7 0,-2-4-63 0,0-4-3 16,0-4-22-16,0-3-37 0,0-2 4 0,0 2-1 16,0-1 0-16,0-1-27 0,0 0-100 0,0-2-40 0</inkml:trace>
  <inkml:trace contextRef="#ctx0" brushRef="#br0" timeOffset="-78615.84">31132 11912 404 0,'2'-2'194'0,"0"-2"-158"0,3-20 207 0,3-5-81 16,-3 3-61-16,3 0-10 0,1 5 9 0,0 3-7 16,-1 1 10-16,-5 8-20 0,3-1-4 0,-4 7-3 15,-2 1-16-15,2-2-21 0,1 0 4 0,-1 3-8 16,0-1 22-16,0 0-8 0,2 2 1 0,-1 0-6 0,1 2-10 16,0 1 5-16,11 22 0 0,1 10 1 0,-4-2-2 15,-5 2-11-15,-3 4 6 0,-4-7-8 0,0 3-6 16,0-3-6-16,-2-4-6 0,2-2 4 0,0 0-1 0,0-8-6 15,0 1 7-15,0-4-8 0,0-2-2 0,0-4-2 16,0 2 1-16,0-5-2 0,0-4-2 0,0 1 4 16,0 1 3-16,0 0 2 0,0-2-2 0,0-1-3 15,0 1-4-15,0-2 2 0,2-2-3 0,0-1 3 16,-1-18 1-16,5-14 1 0,-2 0 0 0,-1-6 3 16,-1-4-3-16,0 3 4 0,-2-5-4 0,2-1 0 15,4 3-3-15,1-3 2 0,0 4-3 0,3 3 8 16,-1 2-4-16,2 5 6 0,2 6-3 0,0 4 0 0,0 6 3 15,-9 1-4-15,16 8-2 0,2 3 0 0,-1 2 4 16,1-10-1-16,-1 6 1 0,1 4 7 0,2 4-5 16,-2 6 6-16,1 5-3 0,-3-7 5 0,-1 27 1 15,-3 5 1-15,-1 5-7 0,0-1 3 0,-4 5-7 16,-2 1 5-16,3-1-8 0,-5 1 1 0,0-3 2 0,-1-4-1 16,-4 0 8-16,2-6-12 0,16 3 1 0,-9-7-3 15,-3-1 3-15,-5-2-2 0,-1-2-1 0,-2-3-2 16,0-4-11-16,0-3-13 0,0-2 0 0,0-5-9 15,0-1-55-15,0-5-65 0,-2 3-15 0,0 0-18 16,1 0-73-16,-3-3-115 0,-15 5-66 0</inkml:trace>
  <inkml:trace contextRef="#ctx0" brushRef="#br0" timeOffset="-78457.43">31303 12133 1342 0,'-2'0'46'0,"0"0"97"0,0 0-137 0,2 0 30 15,0 0 12-15,0 0 9 0,2 0 55 0,2-2-23 16,16-3-4-16,17-5-6 0,0 1-11 0,8-2-13 15,1-2-8-15,3-2-3 0,1-2-30 0,0 1-8 16,0 3 0-16,-2 3-4 0,-5 1-2 0,-2 2-15 16,-13 3 4-16,-6 0-12 0,-3 2-47 0,-14 2-112 15,1 0-2-15,-2 0-39 0,-3 0-65 0</inkml:trace>
  <inkml:trace contextRef="#ctx0" brushRef="#br0" timeOffset="-77888.83">27820 13241 1315 0,'-2'0'30'0,"-2"0"0"0,-15-1-1 15,-8-1 7-15,4 0-9 0,7 2 51 0,1 0-3 16,2 0 5-16,3 0-7 0,3 0-15 0,5 0-33 15,0 0-1-15,-1 0-10 0,-1 0-6 0,2 0 3 16,0 2 6-16,0 0-1 0,2-1 25 0,2 1 8 16,0 0 0-16,9 4 3 0,23 5 5 0,8-4-11 15,10-3-2-15,13-4-4 0,13-7-8 0,11-5-4 0,4-2-1 16,9-5-2-16,4-1-10 0,11-5-11 0,15-1 3 16,9-1-5-16,4 1 2 0,3-2-1 0,1 2 1 15,7 0-2-15,2-2-5 0,0 2 8 0,-4 2-5 0,-11 3 5 16,-4 7-6-16,2-1-2 0,-5 2 1 0,-8 5 0 15,-9-1 2-15,-19 3 0 0,-9 1 0 0,-8-3 0 16,-1 7 1-16,-6 1 0 0,-13 0-2 0,-14 0 1 16,-10-2 3-16,-15 2-4 0,-6 0 4 0,-7 0-4 15,-1 0 1-15,-8 0 5 0,1 0-1 0,-1 0 3 16,0 0-7-16,-2-2-25 0,-2 0-2 0,0 0-8 16,-14-2-13-16,-23-1-35 0,-6 3-9 0,-5 2-9 0,2 6-49 15,-6 5-65-15,2 4-40 0,-2 5-23 0,-2 6-260 16</inkml:trace>
  <inkml:trace contextRef="#ctx0" brushRef="#br0" timeOffset="-77555.68">28024 13455 1364 0,'-8'0'32'0,"-21"0"-2"0,-31 4-3 15,6-1 4-15,14 1-15 0,6 2 5 0,8-1 42 0,2-1-7 16,7 0 18-16,6-1 2 0,4-1-35 0,5-2-8 16,-2 2-9-16,2 0-25 0,0 0 22 0,2 0 7 15,2 0 5-15,32 9 31 0,31-6 0 0,16-5 0 16,20-9-4-16,10-6-17 0,12-3-16 0,3-3 4 16,9-5-8-16,7 0 1 0,12 2-9 0,2-2-4 0,-2 6 0 15,2-3-5-15,0 3 3 0,0-1-2 0,-2 3 2 16,-4-1-5-16,-12 4-3 0,-1 1 9 0,-5 1-9 15,-10 1 3-15,-8 1 7 0,-18 2-2 0,-12 2 6 16,-10-1 6-16,-9 4-4 0,-8-1-2 0,-6 1 1 16,-7 2 1-16,-3 0-1 0,-9 1-4 0,-5-1 1 0,1 0-11 15,-11 2 2-15,0 0-2 0,-10 0 1 0,-3 0-3 16,0-2-11-16,-1 0-12 0,1 0-6 0,0 0-84 16,-1 1-183-16,1-1-47 0</inkml:trace>
  <inkml:trace contextRef="#ctx0" brushRef="#br0" timeOffset="-73041.84">32628 2558 256 0,'0'0'-15'0,"0"0"15"0,0 0 21 0,0 0 10 0,0 0 25 15,0 0 0-15,0 0-8 0,0 0 0 0,-1 0 2 16,1 0 12-16,-2 0-13 0,2-2 8 0,0 0-11 15,0 0-1-15,0 0-7 0,0 1-2 0,0-1 0 16,0 0-13-16,0 0 2 0,0 0-5 0,0 0 5 16,0 0 6-16,0 1-14 0,0-1 8 0,0 0-11 15,0 0 3-15,0 0-5 0,0 0-4 0,0 0 2 0,0 1-1 16,0 1 25-16,2 0-6 0,-1 0 11 0,1 0-10 16,0 0 2-16,0 0 2 0,0 1-2 0,0 1-11 15,0 0-1-15,-1 2-3 0,-1-2 2 0,2 9-7 0,0 0 6 16,0 0-10-16,-2-3 8 0,0-1-17 0,0-1 6 15,0-1 6-15,2 1-1 0,-2-3-3 0,0-1 6 16,0 2-9-16,2 0 9 0,0-1-14 0,-1 1 8 16,1 0-2-16,0 0 6 0,0-1-1 0,0 1-8 15,0 0 6-15,0-2-5 0,-1-1 5 0,1 1 6 16,0 0-1-16,0 0 5 0,0 0 12 0,2 0 11 16,-1-2-12-16,-1 0 9 0,9-2-24 0,2-2-4 15,0 0 6-15,-2-1-7 0,6-6-3 0,0 0-1 0,3 7 2 16,1-17-1-16,-3 1 7 0,8 0-11 0,-3-3 1 15,-3-1-2-15,2 2 12 0,-1-2 2 0,-1 3 4 16,1 3-2-16,-1-3 11 0,-3 3-9 0,-1 1-3 16,-4 6-2-16,-1 3-8 0,-2 3 1 0,-5 3-2 0,-1 0 0 15,-1 2-1-15,0 0 0 0,2-4 1 0,0 1-4 16,-1-1-30-16,1 2-53 0,-2 0-13 0,0 0-19 16,0 1-107-16,-1 1-327 0</inkml:trace>
  <inkml:trace contextRef="#ctx0" brushRef="#br0" timeOffset="-72273.05">33364 3988 309 0,'0'0'85'0,"0"0"-2"0,0-2 35 15,0 0-8-15,0 0-15 0,0 0-34 0,0 0 1 16,0 0-6-16,0-1 6 0,0-1-5 0,0 2-13 15,0-9 3-15,0 2-7 0,0 3-7 0,0-1-5 16,0 5-11-16,0 0 5 0,0 0-14 0,0 0-4 0,0 0 4 16,0 1-4-16,2-3 11 0,-1 0 1 0,1 2 10 15,0 0-5-15,0 1 22 0,0-1-11 0,2 2-1 16,-1 0-2-16,1 2-5 0,0-1-3 0,-1 1 1 16,1 2-2-16,-4-2-7 0,9 11-5 0,-1-2-2 0,-3-2 1 15,1 1-7-15,-4-5 4 0,2 3 4 0,-3-3-1 16,1-1 5-16,0 0-8 0,-2-3 0 0,4 1 0 15,1 2 13-15,-1-2-5 0,-2-2 7 0,5 4-6 16,-1-3 6-16,3 3-1 0,2-2 0 0,-3-2 0 16,3 0-6-16,2-2 2 0,4-3-4 0,-1-5 5 15,1-1 3-15,2 6 9 0,-1-18-2 0,3-5 4 16,3 2-6-16,-2-5-11 0,2 7 2 0,0-4-4 0,-3-4 0 16,-3 10-7-16,3-4 3 0,-6 7-5 0,-2 3-3 15,-4-1-18-15,0 0-15 0,1 1-2 0,-5 1-68 0,3 2-162 16,-3 0-75-16</inkml:trace>
  <inkml:trace contextRef="#ctx0" brushRef="#br0" timeOffset="-66238.86">26032 5774 25 0,'0'0'22'0,"0"0"9"0,-2-2 54 16,0 0 13-16,0 0 8 0,0-2-5 0,-2-3-32 0,-3-4 9 15,0-2-9-15,-3-2 2 0,3 2 7 0,-1-2-15 16,1 0 11-16,-2 0-20 0,-2-1-7 0,5 5 5 15,-1-4-7-15,1 4 0 0,0-1-6 0,5 5 6 16,-1 1-6-16,0 1 6 0,0-3-12 0,0 3 6 0,0-3-8 16,2 7-4-16,-2-3 3 0,1 0-6 0,-1 0 6 15,0 1-8-15,0-1-4 0,0 2 1 0,0 0-2 16,0 0-8-16,1 2-6 0,1 0 0 0,0 0-1 16,0 2-1-16,0 0-1 0,0 2 2 0,0 3-1 15,1 12 3-15,1-2-2 0,0 1-1 0,4 4 2 16,-1 3 1-16,3 1-2 0,1 0 1 0,0 3-1 15,1 1-2-15,-1 2 9 0,-2 1-4 0,3-1 7 0,-1 3 0 16,0-4-1-16,0 3-3 0,1-3 0 0,-1-1-2 16,2 2-1-16,-3-8 8 0,-1 5-5 0,-1-4 8 15,-3-7-10-15,3 6 1 0,-2-11-2 0,1 2 3 0,1 2-8 16,-3-6 6-16,-1-2-6 0,0 2 8 0,-2-7 3 16,4 5-10-16,-4-7 7 0,0 0-12 0,2 2 7 15,0 0 8-15,-1-1-1 0,1 1 5 0,0-2 6 16,0 0-5-16,0 0 5 0,0-2-6 0,0-2-2 15,-1 0 0-15,3-6 1 0,9-18-4 0,-2-5 0 16,-3-1 0-16,-1-5 0 0,-1 0-4 0,-3-4-3 16,3-3 2-16,-2 3-1 0,-1-4 8 0,1 3-8 15,2-1-3-15,-3 2 1 0,3 4-1 0,0 0-1 0,-3 7 3 16,1 2-1-16,0 4 3 0,-2 7 0 0,-1 1-3 16,1 4 2-16,-2 5-3 0,0 3-3 0,0 2 5 15,2-1-4-15,-2-1 3 0,0 0-2 0,0 2-3 16,0 1 0-16,0-1-4 0,0 2-7 0,0 0-1 0,2 2-6 15,-2-1-50-15,2 1-69 0,-2 0-8 0,4 17-16 16,1 3-24-16,1-2-46 0,-1-1-44 0</inkml:trace>
  <inkml:trace contextRef="#ctx0" brushRef="#br0" timeOffset="-65989.36">26436 5868 468 0,'-2'0'51'0,"1"0"96"0,-1 0-128 15,0 2 42-15,0 0-5 0,0 0 19 0,0 0-3 0,-1 2-39 16,1-1 2-16,-9 14-11 0,1 2 27 0,3 3-11 16,1 2 15-16,1 4-12 0,1 0 36 0,2 0-4 15,0-1-5-15,0-3 0 0,2 1-16 0,0-3-8 16,0 0 4-16,0-1-10 0,0-5-20 0,0 1 2 16,0 0-5-16,0-2 3 0,0-1-18 0,0-6 0 15,0-3 1-15,0-1 1 0,0 0-1 0,2 0-9 16,-2-1-4-16,0 1-3 0,0-2-21 0,0 0-67 15,0-2 4-15,2 0-27 0,0-2-29 0,0 0-42 16,0-2-26-16,3-14-10 0,1 1-143 0</inkml:trace>
  <inkml:trace contextRef="#ctx0" brushRef="#br0" timeOffset="-65413.59">26392 5885 504 0,'0'0'53'0,"0"0"-1"0,-2-2 19 0,0 0 0 0,0 1-10 16,0-1 20-16,0 0-2 0,1-2-2 0,1 2-2 15,-2-5-29-15,0-2-8 0,0-1 3 0,2-1-5 16,0 0 6-16,0 0 9 0,4-2-6 0,1 0 8 16,5-2-4-16,-7 2 6 0,18-2-8 0,5 4 5 15,0 2-18-15,-2 1-20 0,0 5 4 0,-5-10-10 0,-5 5 0 16,1 4 1-16,-2 4-1 0,-7 0 1 0,1 2-7 16,-3 0 14-16,-4 0-7 0,15 22 8 0,-6 0-9 0,-3 4 3 15,-6 0 1-15,-4 2-2 0,-3-1 4 16,-6 1 0-16,-6 0 7 0,12 0-3 0,-25-1 15 0,8-3-16 15,-2-3 7-15,4-3-12 0,1 2-4 0,4-11 0 16,4 2-5-16,2-2 6 0,4-3 1 0,3 1-10 16,0-3 1-16,3-4-3 0,-1-2 5 0,-2 3-2 15,0 1-2-15,1 0 0 0,1-1 0 0,0-1-1 16,0 0 5-16,0 0-4 0,0 0 1 0,2 0 5 16,0 0-2-16,2-2 4 0,0 0-4 0,2 0-2 15,5-2 1-15,17-4-1 0,4-1 4 0,-2-1-6 16,1-1 5-16,1 0-4 0,3-2 9 0,1-1-11 0,1 3 1 15,-11 2-4-15,-1 1 10 0,-3 3-1 0,-5 1-1 16,2 2-1-16,-4 0-2 0,-4 0 0 0,0 2 2 16,-1-1-1-16,-1 3-1 0,-5-4 9 0,-2 2-3 0,13 16 4 15,-6-5-3-15,-1 4 0 0,-4 0-2 0,-2-2 3 16,-4 0 3-16,-2-2 0 0,-5 7 12 0,6-1-4 16,-19-1 31-16,-10 1 8 0,3-4-5 0,3-2 4 15,-11-2-8-15,2-2-8 0,-4 0 3 0,0 2-6 16,4-1-2-16,5-3-7 0,4 4 0 0,2-3-2 15,4-1-5-15,0-1-3 0,3-3 0 0,2 1-2 16,4 5-7-16,6-5-4 0,0 0-5 0,1-2 2 0,2 0-3 16,1-1-1-16,1-1 1 0,0 0-1 0,-2 2-4 15,1 0-29-15,-1 0-5 0,2 0-18 0,0 0-99 0,0 0-105 16,0-1-21-16,2 1-32 0,2 0-156 0</inkml:trace>
  <inkml:trace contextRef="#ctx0" brushRef="#br0" timeOffset="-62332.86">16904 6359 169 0,'0'0'17'0,"0"0"15"0,0 0 23 15,0 0 7-15,0-2 5 0,0 0-13 0,0 0-2 16,0 0 1-16,0 0-5 0,0 2-19 0,0 0 15 16,0-2-3-16,0 1 8 0,0-1 7 0,0 0 5 15,0 0 1-15,0 0 2 0,-2 0 13 0,0 0-5 16,0 1-1-16,0-1-3 0,1 0-16 0,-1 0 0 16,0 0-2-16,0 0 2 0,0 0-1 0,0 1-14 0,0-1 3 15,1 0-6-15,-1 0-1 0,0 0-4 0,0 0-6 16,0 0 1-16,0 1-9 0,0-1 5 0,1 0 1 15,-1 0-1-15,0 2-6 0,0 0-1 0,0 0 0 16,0 0 1-16,0 0 9 0,1 0 2 0,-1 0 2 16,0 0-1-16,0 2-1 0,0 0-3 0,0 0 0 0,0-1-2 15,1 3-8-15,-3 0 1 0,2 0-6 0,2-3 5 16,-4 9 1-16,1 1-13 0,-1 0 8 0,4-5-8 16,-2 5 12-16,2-2-8 0,0-2 2 0,0 3-3 15,0-5 0-15,0-1 1 0,0 2-1 0,0-1 1 16,2 1-3-16,0-1 6 0,-2-3-2 0,2 2 2 15,-2-2-9-15,0 0 7 0,5 1-5 0,3 3 7 16,-1-1 2-16,0-1-4 0,1 0 1 0,-3-2-4 0,3 1-6 16,-1 1 9-16,1 0-4 0,-1-2 6 0,1 0-7 15,-3-2 1-15,1 0 3 0,-3 0 0 0,3 0 14 0,0 0-11 16,-3 0 4-16,3 0-7 0,-2 0 4 0,-1 0-4 16,1-2 6-16,0 0-5 0,-1 0 8 0,-1-2-6 15,2-7-5-15,-2 0 2 0,7 0 6 0,-3 2-9 16,-1-1 7-16,-1-1-8 0,0-4 7 0,-2 4-4 15,-1-4 1-15,-1 0-2 0,0 8 8 0,0-2-6 16,-1-2-2-16,1 9-1 0,-6-9-2 0,2 1 5 16,4 8-4-16,-5-5 4 0,1 3-4 0,0 2 3 15,-3-3-1-15,-1-1 1 0,1 3-4 0,1 1 5 0,-1-2-2 16,0 2 2-16,1 0-10 0,0 2 6 0,-1 0-2 16,0 0 2-16,1 2 4 0,0 0-5 0,1 2 3 15,1-2-4-15,-1 11-1 0,-1 1 6 0,4 5-3 16,-3-2 4-16,1 1 1 0,0-3-6 0,-7 2 2 0,4-6-3 15,1 2-1-15,2-2 2 0,1 0 3 0,1-1 0 16,2-3-2-16,0 4 3 0,0-3-5 0,0 1 3 16,0-2-2-16,2-1 6 0,-1-1-4 0,1 3 5 15,0-4-10-15,0-1 3 0,0 1 1 0,-2-2 0 16,5 2-2-16,3 1 3 0,1 1 1 0,0-1 2 16,3 1-2-16,-3-4-2 0,2 0-2 0,0-2 1 15,2 0 2-15,-4-2-3 0,4-4 2 0,-3 1-2 16,1-3 9-16,-2 6-4 0,-1-14 0 0,-1-1-2 0,-1-2-1 15,-3 3 1-15,8 1 3 0,-1-2-1 0,-3 2 3 16,-1-2-6-16,-3-1 3 0,-3 7-3 0,0-2 7 0,0 2-5 16,-1 1-1-16,-3-1 0 0,2 7 3 0,0-1-3 15,-2-1 0-15,-1-1 0 0,1 1 6 0,-3 1-7 16,-4 3 2-16,1-6-2 0,1 3 5 0,0-1-4 16,1 3 3-16,-1-1-4 0,2 2 0 0,-1 2-2 15,-1 0 1-15,3 0-2 0,-1 0 1 0,-1 2 5 16,3 0-3-16,-1 1 3 0,3 10-6 0,-1 6 2 15,-2 1 2-15,4 1-1 0,-1-4 0 0,1-1 4 16,-11 3-2-16,5-4 3 0,1 3-6 0,3-5-3 16,2-2 1-16,2 1 2 0,0-5 6 0,0 0-4 0,0 1 1 15,0-3-2-15,0 3 7 0,0-4-7 0,0-3 0 16,0 1-3-16,2 2 2 0,0 0 1 0,2-1 4 16,0 1-2-16,-1-2 0 0,3 0 0 0,3 2-2 0,2-3 0 15,-1-1-1-15,1 0-2 0,0 0 5 0,-2-1-1 16,0-3 9-16,1 0-6 0,-3 0-5 0,2-3 1 15,-3 3-4-15,0-7 6 0,-1-2-1 0,-1 0 3 16,-2-2-2-16,5 6-2 0,1-4 5 0,-1 0-4 16,-1-4 2-16,-3 2 3 0,-3 2-3 0,0 0 3 15,0 2-8-15,-2-2 2 0,-1 2 3 0,-1-2 1 16,0 4 2-16,1 3-1 0,-1 1-6 0,2-3 3 16,-11 5 0-16,4-3-1 0,-1-1 1 0,1 1-2 0,0 2 3 15,1 2-2-15,-1 1 4 0,0-1-3 0,1 2 0 16,1 0-4-16,-6 0 1 0,7 2-2 0,-3 1 3 0,4 1 0 15,3 2 0-15,-4 14 0 0,4 6 1 0,-1-9 2 16,-12 3-3-16,5 1 2 0,5-5-4 0,-1 3 4 16,3-4-3-16,3-2 2 0,0 2-5 0,0-4 1 15,1 2 3-15,1-2-1 0,2 0-1 0,0-2-1 16,-1 1 0-16,1-3 2 0,0 0 6 0,1 1-5 16,-1-3 0-16,2-1-1 0,5 0 1 0,-2 3-1 15,0-1 1-15,1-1 0 0,-1-1 3 0,2 0-2 16,-3-2 0-16,-1-2-1 0,2 0 0 0,-1 0 0 0,-1 0 6 15,1-2-4-15,-1-2 5 0,-1 0-1 0,-1-10-6 16,1-5 5-16,-3 0-2 0,12-1-1 0,-5 0-2 16,-3-1 0-16,-1-1 2 0,-5 3-1 0,-1 1 9 15,-1-1-7-15,-3 1 5 0,0 3-8 0,-1 2 1 16,-1 2-2-16,0 1 8 0,-1-1-7 0,3 6 1 0,2 1-1 16,-9 0 3-16,2-3 0 0,0 1-2 0,-1 1 0 15,1 1-1-15,0 2-1 0,0 2 1 0,-1 0 0 16,3 2-4-16,-1 0 2 0,-1 3-2 0,7 3 3 15,-5 12 1-15,3 1-1 0,2 5 3 0,0-6-2 16,-14 4 0-16,6 0 1 0,7-5-2 0,1-1 1 16,2-1-8-16,0-4 7 0,0-2-1 0,2 0 2 15,0-1-3-15,-1-5 3 0,3 3-1 0,-2-5 1 0,-2-1 0 16,11 8 3-16,0-3-1 0,0-1 2 0,-1-3-2 16,-1-1-5-16,0 0 2 0,-1-2-3 0,3 0 7 0,-4 0 0 15,3-2-3-15,-1-2 1 0,0 1-4 0,-1-1 1 16,1-3 4-16,-2-1-1 0,-1-5 7 0,1-2-8 15,-1-1 2-15,-2 1-3 0,-1 0 4 0,8 0 2 16,-3 2-4-16,-3 2 4 0,1-8-5 0,-2 3 3 16,-4-1-3-16,0 0 3 0,0 4-3 0,-2 2 1 15,-4-2 3-15,4 7 0 0,-3-3-4 0,3 0 4 16,-13 1-2-16,0 1 2 0,0 1-3 0,1 3 6 16,1 1-7-16,-2 0 4 0,2-7-8 0,0 1 3 0,-2 3 2 15,4 3 0-15,-2 0 3 0,2 2-5 0,1 0 2 16,5 0-3-16,-3 2 5 0,3 0-7 0,-1 1 1 15,2 12-4-15,-10 6 6 0,2 3 2 0,5-4 0 16,3 1 1-16,2 1-5 0,2-2 2 0,0 1-2 16,2-1 2-16,2-3 0 0,0 0 1 0,-1-4 2 0,1-2 1 15,2 0-3-15,-1 0 0 0,-1-3-2 0,3 1 2 16,-5-5 0-16,9-3-2 0,2 3 2 0,-3 4-1 16,5 1 1-16,-2-2 1 0,-2-3-2 0,0 0 1 15,0-2 0-15,0-2 0 0,-2 0 1 0,3-2-1 16,-3 0 0-16,2-4 3 0,0 1-3 0,-2-3 2 15,1 5-3-15,-3-16 3 0,-1 2 0 0,-3-1 3 0,1 1-4 16,7 0 0-16,-1 2 3 0,-5 2-3 0,1-7-1 16,-4 3 0-16,-2-3 2 0,-2-1 1 0,-2 5 4 15,-3-1-5-15,1 6 1 0,-1 0-2 0,-3 0 0 0,7 1-1 16,-12-1 0-16,-2 0 0 0,2 7 10 0,4-1-12 16,-2-5 2-16,2 3-4 0,-2 1 2 0,0 3 5 15,-4 1-3-15,4 2 5 0,2 2-5 0,-2 1-2 16,7-1 0-16,-3 6-2 0,2-1 0 0,3 21 4 15,-3-8 0-15,5 5 0 0,0 1 0 0,-13-4 0 16,6 2-3-16,3 0 1 0,4-7-3 0,2 0 4 16,0-3 1-16,2 1-1 0,2 0 1 0,0-2-3 15,-1-4 3-15,1 1-3 0,0-3 9 0,-1-1-3 16,-1-3-3-16,8-1-1 0,1 0-5 0,-2 6 6 0,2-1 3 16,2-1-1-16,-2-5-6 0,2-1 7 0,0 0-3 15,0-1 5-15,0-5-5 0,-3 0-2 0,-1-1 0 16,0-2-1-16,-1-10 6 0,-5 1 0 0,3-1 4 15,5 4-4-15,0-3-5 0,-5 3 7 0,-3-2-6 16,-1-2 8-16,-2 3-1 0,0 3-7 0,-3 0 6 0,-3 0-7 16,6 11 2-16,-6-6 5 0,5 3-4 0,-12-4 4 15,1 1-5-15,1 3 0 0,-2 3 0 0,2 2 0 16,-2 0 1-16,2 2-1 0,2 1-1 0,5-1-1 16,-2 19-1-16,5 5 2 0,-16-2 1 0,6-2 0 15,3-2 1-15,3-3-1 0,1 2-3 0,4-3 1 0,0-1 3 16,2-4 1-16,0-1-2 0,0-5 0 0,-1 1-7 15,1-2 5-15,-2-3 2 0,2-1-3 0,9 10-26 16,-5-7-63-16,3 1-43 0,-1-2-18 0,1 0-248 0</inkml:trace>
  <inkml:trace contextRef="#ctx0" brushRef="#br0" timeOffset="-10881.95">27491 5844 236 0,'0'0'63'0,"0"0"-7"16,-2-2 55-16,0 1 29 0,0-1-21 0,1 0-1 0,-1 0-37 15,0 0-5-15,0 0-5 0,0 0-3 0,0 1-5 16,0-1-5-16,1 0 1 0,-1 0-7 0,0 0 0 16,0 0 3-16,0 0-3 0,0 1-4 0,0-1-5 15,1 0-6-15,-1 0 1 0,-2 0-13 0,0 0-5 16,1 0 3-16,-1 2-6 0,-2 0-3 0,-3 0-2 16,2 0 1-16,1 0-2 0,-5 2 3 0,-2 4-6 15,5-2 1-15,-8 5-3 0,6-4 9 0,3-1-13 16,-4 9 5-16,0 2-7 0,1-2 8 0,5-2 5 15,1-2-3-15,0 1 3 0,1 1-10 0,1-2 1 0,0 0 3 16,2-3 1-16,0-2 13 0,0 1-9 0,0-1 4 16,0-2-7-16,0 0-4 0,4 1 2 0,-1 1 0 15,10 5 1-15,-1-3 2 0,6 1-6 0,-5-3 1 16,0-2-1-16,6 0-3 0,-1-2 4 0,1 0-4 0,-1-2 4 16,-3 0-2-16,-5 0 2 0,1-1-4 0,0-1 4 15,-4 0-3-15,1 0-2 0,-1 1 6 0,-5 3-3 16,4-4 14-16,-3 0-9 0,1 1 7 0,-2-1-8 15,3-5 0-15,-1-1 11 0,-2 3-12 0,0-2 11 16,-2 1-10-16,0-1 7 0,0 0-3 0,-2-1 3 16,-2 1-2-16,1 2 0 0,-1-1 5 0,-2 1-4 0,-7 3-2 15,-2 0 0-15,1 1-6 0,4-5 5 0,-5-1-1 16,2 3-7-16,0 1 3 0,-5 1-5 0,5 4 1 16,2 0 5-16,0 2-6 0,-1 2 4 0,1 1-9 0,-5 6 7 15,4-3 0-15,7-5 2 0,-3 7-5 0,7 1 1 16,-1 0 2-16,-2-2 0 0,2 1 2 0,-3-3-1 15,1 0-3-15,2-1 0 0,0 1-1 0,2-3-2 16,0 4 4-16,0-5-3 0,0 1 2 0,0 2 0 16,0-5 0-16,2 3 0 0,2 0 6 0,3 1-5 15,2 1 1-15,4 0-1 0,-1-3 0 0,-1 1 0 16,-2-2 0-16,0-2-1 0,2 0 3 0,1 0 2 16,-1-2-2-16,-4 0 2 0,2-2-7 0,-3 3 3 0,-2-1-1 15,1-6 2-15,5-5 1 0,-3 0 0 0,0-2 1 16,-3 2-1-16,0 0-2 0,-2 2 4 0,-2 0-3 15,0 2 3-15,-2 1-1 0,0 3-5 0,2 3 6 16,-4-2-5-16,-12-7 9 0,-1 2-5 0,2 3 4 0,2 4-4 16,-6 1 5-16,1 1 4 0,-1 1-6 0,1 1 6 15,7 0-13-15,1 0 2 0,7-2 3 0,-1 2-2 16,0 0-1-16,0 0 2 0,3-1-5 0,-1 3 2 16,0 0-4-16,0 0 3 0,0-1 0 0,2-1 0 15,0 4-3-15,2-1-11 0,0-1 2 0,18 0-7 16,4-2-21-16,1 14-72 0,1-5-19 0,3-1-21 15,3-5-96-15,3-1-101 0,-3 0-30 0</inkml:trace>
  <inkml:trace contextRef="#ctx0" brushRef="#br0" timeOffset="-10321.85">27990 5798 301 0,'0'-2'241'0,"-1"0"-230"16,-1 0 252-16,0 0-111 0,0-1-110 0,-2-3 47 16,-1-3-9-16,-1-2 22 0,2 1-5 0,3 3-18 0,-1 0-1 15,0 1-7-15,2 2-9 0,0 1 15 0,0 1-1 16,-2-2 6-16,0 0-6 0,0 1-24 0,0 1-7 16,1 0-6-16,-1 0-25 0,2 0 3 0,0 0 4 15,0 0-2-15,0 2 1 0,0 0 8 0,0 0-6 16,0 2 6-16,0 0-12 0,0 2-2 0,0 5 1 0,0 12-2 15,2 1-3-15,1 2 0 0,1 2-1 0,2 4 0 16,-1 1-3-16,3 3-1 0,-3 3-3 0,1 2 0 16,-1 0-2-16,1 2 1 0,-1-2-1 0,1 0 3 15,1-4 2-15,1-2 1 0,1-1 3 0,0-2-3 16,1-4-3-16,-1-2-5 0,-2-4 2 0,-1-1-3 16,1 1 11-16,1-1-5 0,-4-10-2 0,-1 2 1 0,-1-5 5 15,0-3-7-15,0 1 7 0,-2-2-7 0,0 0 8 16,4 2-5-16,-1-1 2 0,1 1-3 0,-2 0 5 15,2-2 0-15,-3-1 0 0,1 1 0 0,0-2-5 16,0 0 0-16,2-2-1 0,-2 1 0 0,1-3-2 0,1-20 4 16,13-4-3-16,-3-6 3 0,1-1-8 0,-2-2 5 15,0-8 0-15,2 1 1 0,2 1 1 0,0-1 1 16,-1-1-2-16,7-1 1 0,-7 1-7 0,7 4 9 16,-5 2-2-16,1 4 4 0,-1 3-6 0,-3 6 2 15,2 2-2-15,-4 4 3 0,-2 1-3 0,-4 4 9 16,-3 2-2-16,-2 6 5 0,0 1-4 0,0 3-3 15,0-1 3-15,1 0-5 0,1 1-3 0,-2-1 4 0,0 0-7 16,0 2 3-16,-1 0-16 0,1 1-14 0,0-1-4 16,0 0-9-16,0 2-72 0,0 0-113 0,0 2-6 15,-1 1-41-15,1 12-109 0</inkml:trace>
  <inkml:trace contextRef="#ctx0" brushRef="#br0" timeOffset="-9990.71">28887 6152 1108 0,'0'0'69'16,"0"0"8"-16,0-1-15 0,-2-1-7 0,0 0-14 15,1-2 68-15,-1 0-28 0,2 1 0 0,-4-7-12 0,-2-3-26 16,1 2-9-16,1 2 7 0,0 0-8 0,4 5 1 16,-1-1-2-16,1 3-4 0,-2-2 2 0,2 2-6 0,0 0 0 15,-2-1-2-15,0-1 1 0,-2 0-13 0,1 2 4 16,1 2-3-16,-8-3 4 0,-1 1 0 0,-7 0 1 15,1 4 0-15,-3 3 1 0,1 5-3 0,1 3 3 16,-3-8 1-16,-1 19-1 0,1 0 0 0,3-3-1 16,3 1 0-16,2 0 0 0,2-3-2 0,5 5-3 15,3-5 0-15,-9-3 0 0,1 3 2 0,6-4-8 16,3 0 2-16,2 1-4 0,2 1 2 0,3-2 2 16,1-6-2-16,3 0 2 0,19-3-5 0,4-4 5 15,5 0 0-15,-2 18 1 0,8-9-4 0,-2-7 0 0,-3-6-1 16,3-5 0-16,-2-4-3 0,2-2-4 0,-6-2-1 15,-1 0-5-15,-4-2-20 0,-4 2-22 0,0 12-43 16,-2-18 0-16,-4-3-206 0,-3 4-235 0</inkml:trace>
  <inkml:trace contextRef="#ctx0" brushRef="#br0" timeOffset="-8451.43">28831 4207 68 0,'0'0'38'15,"0"0"10"-15,0-2 42 0,0 0-3 0,0 0-13 16,-1 0-32-16,-1 0-3 0,0 0-6 0,0 1-6 0,0-1-6 16,0 0 2-16,0 0-5 0,1 0-10 0,-3 0 12 15,0 0-2-15,1 1 6 0,-5-3-6 0,3 2 13 16,-5-2-13-16,5 3 12 0,-3-3-9 0,3 2 8 16,-3-2-4-16,3 2 3 0,1 1-10 0,-2-3-1 15,1 0 7-15,-3 0-6 0,-1-1 0 0,4 1-4 16,-3 0-6-16,1 1 2 0,-1-1-11 0,-1-2 13 15,0 1-7-15,1 1 10 0,-3-1-4 0,2 1-11 0,0 0 6 16,-1 2-7-16,1 0 11 0,-2 1-6 0,-2-1 1 16,-2 0-4-16,4 2-1 0,-4 0 7 0,2 0-2 15,-2 0 2-15,-3 0-8 0,1 2 0 0,-2 0 1 16,4-1 0-16,1 1 7 0,2 0-6 0,-1 0 1 0,4 0-2 16,0 0-4-16,0 0 8 0,3-2-6 0,-1 0 5 15,1 0-10-15,2 0 7 0,-1 0 2 0,-1 0 1 16,1 0 7-16,1 0-13 0,-2 0 6 0,4 0-7 15,-3 1 6-15,-6 3-1 0,0-2-2 0,-4 2 0 16,0-1-3-16,0 1 2 0,2 0 5 0,-6 1-2 16,-1 3-4-16,0-3 4 0,-3 3-6 0,3-1 7 15,0 1-7-15,-5-1 2 0,3 0 1 0,2-1 2 0,-1 0 3 16,-1 1-1-16,0 0-4 0,3-1 2 0,1 1-1 16,1-1 0-16,2 0 5 0,2-1-3 0,0-1 3 15,2 0-3-15,2-1-1 0,-3 1 0 0,7-2-1 0,-1 0-3 16,-1 1 2-16,1-1-2 0,1 0 0 0,-1 2 10 15,1 0-7-15,-1-1 7 0,-1 3-5 0,-1-1-1 16,1 1 0-16,-1-2-1 0,-1 3-5 0,0 1 6 16,-2-1 1-16,1 0 1 0,-1 1 3 0,0 1-6 15,-2 2-1-15,2 0-2 0,-4-1 8 0,2 1-4 16,-2-2 1-16,-2 0-2 0,4 1 0 0,-1-1 1 16,-1 0 7-16,2 4-3 0,-4 0 2 0,10-2-7 15,-5 6-2-15,3-8-2 0,5 8-2 0,1-2 7 16,-5-2-2-16,7 9 4 0,-7-3-4 0,1-1 2 0,3 5 0 15,0-3 3-15,-11 2-3 0,2 4 3 0,6-1-3 16,0-3 4-16,1 0-12 0,0 0 13 0,3-1-9 16,-1-1 10-16,0-1-6 0,1 1-2 0,-1-1 4 0,0-3-4 15,0 1 0-15,3-2 2 0,-3 2-1 0,0-1 1 16,0 1 0-16,1 2-3 0,1-3 7 0,-2 5-5 16,0-4 1-16,3 1 4 0,-1 4-4 0,2-3 3 15,0 1-9-15,0 1 8 0,2-1-4 0,1 3 6 16,1-3-1-16,3 4-5 0,3-3 2 0,1 1-2 15,2 2 3-15,0-5 2 0,-2-3 1 0,2 3-1 0,-11-1-3 16,13 3-4-16,1-1 0 0,-3-1 1 0,0-1 7 16,-2-5-4-16,2 4 5 0,0-2-5 0,-1-2-3 15,-1 4 6-15,2-4-8 0,0-2 7 0,0 2-2 0,2 0 6 16,-1-4-3-16,1 0 3 0,2 1-8 0,2-3 1 16,1-1 5-16,2 1-3 0,4-3 0 0,0-1 4 15,2 1-1-15,6-2 3 0,-1 18 1 0,10-5-9 16,1-7 5-16,1-5-5 0,5-3 3 0,-7 0 1 15,-1-1-5-15,-1-1 3 0,-6 0-1 0,-3 0 0 16,-6 0 3-16,-2-2-2 0,-2 1 1 0,3-1-5 16,-3 0-1-16,0 1 0 0,0-3 7 0,1 0-1 15,-1-1-2-15,2-4 0 0,0 0-1 0,2 0-3 16,2-2 10-16,2-2-8 0,0-2 2 0,1-2 2 0,8-1-1 16,-2 0 3-16,-1 1-9 0,-1 0 4 0,-7 3-4 15,1 1 5-15,1 0 3 0,-4 2 3 0,0 0-7 16,-4 2 5-16,1-2-5 0,-1 0-2 0,-2 2 6 15,-1 0-4-15,-4 1 7 0,0 1-6 0,-2 2-2 16,-2-1 1-16,0 6 8 0,0-12-3 0,-2-1 0 0,2 2-4 16,-1-4-3-16,-3-2 23 0,2-1 9 0,-1 0 4 15,-1-3 22-15,-1 3-19 0,-2-2 2 0,-1-1-6 16,-1 1 15-16,13 2-13 0,-4-3 2 0,-3 1-6 16,-3-2 0-16,-1 0-7 0,-2 0 5 0,-2-2-6 15,0 0 4-15,0-2 6 0,-2 0-6 0,0 2 6 16,-2-2-15-16,1 2-1 0,-3-2 0 0,-1 4-2 0,-3-4-8 15,-1 2 0-15,-2 4-4 0,-2-4 3 0,10 4-4 16,-19-4-14-16,-6 0 3 0,-4 2-11 0,3 3-36 16,-8-1-117-16,2 7-16 0,-2 2-38 0,-6-2-99 0</inkml:trace>
  <inkml:trace contextRef="#ctx0" brushRef="#br0" timeOffset="-7766.96">28538 2974 146 0,'-2'-2'56'0,"0"0"-2"16,-1-5 47-16,-7-18-14 0,-10 7 0 0,-2-2-55 15,3 8 0-15,-1 1-12 0,-3 2 9 0,3 3-8 0,-6 5-4 16,0-16 6-16,-4 4-6 0,-3 5-6 0,1 7 2 15,-5 1-7-15,0 5 6 0,-2 4-2 0,0 4-1 16,-2 4 10-16,4 2-6 0,2-1 3 0,3 1-7 16,1-12 4-16,-1 17-1 0,2 4 7 0,1-2-1 15,1-2-3-15,2 4 3 0,0-2-2 0,4 0-8 16,-3 2 3-16,3-2-5 0,0 4-3 0,-2-1 7 16,5 7-8-16,2 5 8 0,3 1-5 0,2 8-8 15,3 1 7-15,4 4-6 0,1 3 7 0,-24 3-8 16,17 2 3-16,11 0-3 0,6-5 14 0,5-6-14 0,2-6 2 15,1-7-7-15,5-2 6 0,0-3 2 0,-16-4 0 16,21-1 1-16,4-3-2 0,0 0-10 0,6-2 8 16,1 1-7-16,2-5 5 0,6-3 5 0,1-3-8 15,16-2 8-15,-5-7-2 0,12 1 2 0,2 23-2 0,-6-19 1 16,0-10-3-16,-7-6 7 0,-4-3-2 0,0-4 4 16,2-4-8-16,0-1 0 0,3-3 4 0,4-1-1 15,6-2 6-15,6-2-4 0,-5 0-1 0,-3 0 2 16,-3 0 10-16,-7 0-5 0,-6 22 2 0,-9-26-3 15,-6-7 8-15,-12 6 6 0,0-1 9 0,-7-1-1 16,-4 5 24-16,-5-7-10 0,-2-1 5 0,18-3-7 16,-9-2 6-16,-7-1 3 0,-6-8-3 0,-8 3 3 0,-5-3-2 15,-4 0-15-15,-5 0 5 0,20 2-8 0,-29 1-4 16,-8 3-5-16,-6 3 0 0,-5 4-1 0,-6 3 2 0,-3 10-12 16,-1 4 4-16,-1 7-7 0,0 7-6 0,7-18-16 15,4 20-7-15,4 12-4 0,3 8-37 0,0-5-82 16,6 34-23-16,-2 5-27 0,2 4-157 0</inkml:trace>
</inkml:ink>
</file>

<file path=ppt/ink/ink233.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18:05.713"/>
    </inkml:context>
    <inkml:brush xml:id="br0">
      <inkml:brushProperty name="width" value="0.05292" units="cm"/>
      <inkml:brushProperty name="height" value="0.05292" units="cm"/>
      <inkml:brushProperty name="color" value="#FF0000"/>
    </inkml:brush>
  </inkml:definitions>
  <inkml:trace contextRef="#ctx0" brushRef="#br0">8749 3234 119 0,'0'0'16'0,"0"0"5"0,0 0 31 15,0 0 10-15,0-2 14 0,0 0 0 0,0 0-30 16,0 0 12-16,0 0-18 0,0 1 21 0,0-1-22 16,0 0 12-16,0 0-15 0,0 0 1 0,0-2 10 15,0 1-12-15,0-1 11 0,0 0-6 0,0 1 1 16,0-1-1-16,0-5-1 0,0-1 0 0,0 1 6 16,-2-2 6-16,0 2-2 0,-1-1-1 0,1 3-3 0,-2-2-11 15,0-1 6-15,3 3-15 0,-3-2 7 0,0 1-2 16,2 3 0-16,0-3-11 0,1 4 2 0,-1 1-2 15,0-1 1-15,0 0-3 0,0 1-4 0,0 1 10 16,0-2-9-16,2 2 4 0,0 0-18 0,0 0 2 16,0 1-4-16,0-1 8 0,0 0-3 0,0 2-3 0,0 0 0 15,0 2-2-15,0 0 4 0,0 1 3 0,0 5-2 16,0 12 4-16,2 4-4 0,0-1 4 0,2 1-4 16,0 0 8-16,1 2-2 0,3 5-4 0,-1 1 1 15,0 3-6-15,1 2 9 0,1 4-3 0,0 0 4 16,3 2-14-16,-1 1 9 0,-2 1-2 0,0-1 7 15,2 7 1-15,-1-7-10 0,-1-1 7 0,2 0-7 16,0-8 17-16,0 2-11 0,1 0 4 0,-3-3-6 0,-2-5 18 16,1-1-9-16,-3-2 7 0,1-4-7 0,-1 1 13 15,1-5-9-15,0-1 3 0,-1 2-4 0,-1-5 1 0,0 1-1 16,-1-2-6-16,1-2 3 0,0 1-6 0,-1-5 7 16,-1-1-1-16,2 1 3 0,-2-3-4 0,0-1-3 15,0 1-3-15,-2-2 1 0,1 2-2 0,1-1 0 16,0 1 7-16,0 0-4 0,0-2 13 0,0-1 5 15,0 1 0-15,-1 0 0 0,1 0-14 0,0 0-3 16,0 0 0-16,-2 0 0 0,2-2 1 0,0 0-9 16,0 0-1-16,-1 0-1 0,1-2 3 0,0 0-5 15,0-2 2-15,-2 2-2 0,9-16 0 0,1 1 0 0,3-3-3 16,-12-6 1-16,14-2-3 0,-4-6-1 0,4 1 4 16,-4-8-2-16,2-2 3 0,-2-5 4 0,-3-8-1 15,1-1 1-15,-1-4-6 0,-3-3 6 0,3-2-2 16,-3-3 4-16,1 0 1 0,-1 6-3 0,-1 4 0 0,0 5-1 15,-2 4-6-15,1 11 10 0,1 5-4 0,0 8 6 16,12 2-6-16,-6 4 0 0,-5 5 7 0,-1 4-5 16,-2 3-1-16,-2 5 6 0,0-1-8 0,2-2 6 15,0 3-6-15,-1-1-1 0,1 2 2 0,0 0 0 16,0 0 0-16,0 2-1 0,0 0-4 0,0 0 0 16,-1 2-3-16,1 0-9 0,0 0 2 0,2 2-6 15,-2-1-11-15,7 12-33 0,0 0-8 0,2 4-10 0,-1 1-42 16,-1 0-46-16,0 3-9 0,1 5-23 0,-3 1-123 15</inkml:trace>
  <inkml:trace contextRef="#ctx0" brushRef="#br0" timeOffset="280.55">9681 3759 559 0,'-2'-2'134'0,"1"0"266"0,-1-1-359 0,0-1 45 15,-6-9-4-15,1 0 22 0,3 6 16 0,1-1-41 0,1 4-4 16,0 1-13-16,0-1-33 0,0 2-11 0,0 0 2 16,0 2-2-16,1 0 8 0,-1 2 0 0,-4 13-1 15,-3 28 1-15,3-4-4 0,3 7 6 0,1 1-3 16,0-5 5-16,-2 1 7 0,2-2-5 0,-1-4 0 16,-3 4-5-16,2-2-13 0,-3-2-1 0,-1 2 1 0,3-4-1 15,-1-1 6-15,3-5-11 0,-1-3 3 0,0-3-7 16,2-5-5-16,0-5 0 0,2-2-3 0,0-1 0 15,0-7-23-15,0-1-22 0,0 2-13 0,0 0-2 16,0-3-42-16,2 1-34 0,0 0-1 0,0-2-17 16,0-2-49-16,2-1-137 0</inkml:trace>
  <inkml:trace contextRef="#ctx0" brushRef="#br0" timeOffset="778.14">9562 3859 703 0,'-1'-1'124'0,"-1"-1"9"16,0 0 12-16,-4-6-28 0,-1-1-15 0,3-4 1 0,-5-2-13 15,1 2-6-15,3 0-5 0,3 8-43 0,-2-1-9 16,1 1-3-16,-5-7-1 0,6 7-11 0,0-4-2 16,2 1-6-16,0 6 5 0,12-9 0 0,27 6 5 15,0-5-2-15,1 1 2 0,-1 5-2 0,6 2-1 16,-2-22-1-16,-6 17-2 0,4 5-3 0,-10 6 1 16,-7 3-2-16,-1 4 2 0,-5-7-5 0,-7 20 13 0,2 0 1 15,-7 4 4-15,-2 0 0 0,12-2 13 0,-5 0-4 16,-5-2 7-16,-6-2-6 0,-2 3-3 0,-5-1-1 15,-6-2-1-15,9 0-11 0,-26 1 0 0,-1-3-2 16,-3 0 1-16,-3-1-6 0,4-4-5 0,5 0 6 16,2 0-5-16,6-2 1 0,-3-2 2 0,3 0-5 0,7-4 3 15,0-1 0-15,7-1-8 0,4-3 6 0,1 0-6 16,-1 0-1-16,-2 2 4 0,0-1-8 0,2 1 8 16,1 0-1-16,-1-1-3 0,2 1 3 0,0 0-3 15,2-2 7-15,1 1-4 0,12 5 3 0,13 3-4 16,2-2 4-16,3-1-4 0,0-3 4 0,-1-1-5 15,1 2 4-15,-3-3 3 0,0 1-2 0,-2 0 1 16,-2-1-5-16,-4 1 4 0,0 0 2 0,-5 0 1 0,-2-1 0 16,-2 3-1-16,-4-2 0 0,-3-1 2 0,-3-1 3 15,7 11 3-15,-1 4 1 0,-3 1 3 0,-5 1 11 16,-4 3-6-16,-3-5 2 0,-7 2-2 0,0-1 5 16,-20 1 2-16,-3-4-3 0,-1 1 1 0,0-3-8 0,-4-3 6 15,4 3-6-15,-7-10 5 0,3 1-12 0,7 16-4 16,3-8-1-16,9-5-2 0,1-3-5 0,-1-1-6 15,1-1-4-15,7-2-3 0,1 0-40 0,3-2-56 16,1 1-14-16,5 1-23 0,2 0-145 0,-1-2-142 16</inkml:trace>
  <inkml:trace contextRef="#ctx0" brushRef="#br0" timeOffset="1137.23">10714 3535 1332 0,'-2'0'34'16,"0"0"-3"-16,-2 0 57 0,-20-2 5 0,5 0 5 0,1 0 11 15,3 0-34-15,4 0-5 0,-2 0-10 0,9 2-32 16,2 0-5-16,-1 0-4 0,-1 0 1 0,2 0-5 0,0 0-3 16,2 0 1-16,2 0-3 0,2 0 0 0,29-1 0 15,4 1-6-15,2 0 3 0,2 0-7 0,2 0 3 16,1 0 3-16,3 0-3 0,-1 0 0 0,3 0-1 16,-3 0 1-16,0 0 0 0,-1 0 6 0,-1 0-8 15,-6 1 4-15,-9-1-4 0,-3 0 8 0,-7 0-9 16,-1 2 2-16,-3-2-3 0,-4 0 1 0,-3 0 1 15,-4 0-1-15,-1 0 0 0,1 0-9 0,-2 2-31 16,0 0-5-16,0 0-11 0,-1 0-35 0,1 0-60 16,-2-1-23-16,0 3-20 0,-2 0-138 0</inkml:trace>
  <inkml:trace contextRef="#ctx0" brushRef="#br0" timeOffset="1447.19">10706 3908 850 0,'-2'0'166'0,"-1"2"-216"0,-18 1 200 0,-3 3-105 16,4-1 23-16,3 1 27 0,4-2-7 0,4-1 8 15,3-1-41-15,2 0-26 0,2 0-2 0,1 0-6 0,1 0 7 16,1 0-1-16,3-1-4 0,13 1 1 0,16-2-4 16,6-3 2-16,0-7 12 0,2-1-9 0,4-4 6 15,1-1-9-15,2-1-5 0,3 0 2 0,2 2-2 16,-1 0-4-16,2 2-1 0,-7 4-2 0,-5 0-4 0,-3 3 3 15,-2 3-1-15,-3-3 1 0,-6 2-2 0,-8 2-4 16,-5 1 8-16,-6 1-7 0,-1 0 4 0,-1 0 2 16,-3 0-4-16,0 0 5 0,-1 0-3 0,1 0 0 15,-2 0-5-15,0 1 1 0,0 1-19 0,-1 0-27 16,1 0-9-16,0 0-11 0,-2 2-97 0,0-1-413 16</inkml:trace>
  <inkml:trace contextRef="#ctx0" brushRef="#br0" timeOffset="5486.44">12450 3208 513 0,'0'-2'0'0,"0"0"16"0,0 0 160 15,-2-2-18-15,0-3 25 0,-4-6-58 0,3 4-1 16,-1 3-42-16,0 1-9 0,-14 3-3 0,1-9-27 0,2 1 3 16,0 5 1-16,-3 1-1 0,1 4-14 0,4 4-9 15,-8 7-5-15,5-7 0 0,-3 23-9 0,6 5 5 16,-2 3-1-16,8 2 2 0,-2 2-2 0,-1-1 0 16,7-1 2-16,-1 0 0 0,-16-2 5 0,7 4-5 15,7-4 0-15,6 1-1 0,2-3 2 0,3-1-6 16,5-1 5-16,-1-3-4 0,2-2 8 0,2-2-2 15,2 0-3-15,-13 0 2 0,18 1-3 0,3-9-1 16,-1-3 2-16,2-2-3 0,2-5-3 0,-2-4 3 0,4 0 0 16,3 16 0-16,-1-8-10 0,0-9 10 0,3-2-5 15,1-9 6-15,-1-3-11 0,2-5-1 0,-5-1 0 16,-2 10 0-16,-4-25 3 0,-7-3 7 0,-2-2-2 16,-4-2 2-16,0 1-10 0,-5-1 3 0,-3-4 2 0,-1 1 0 15,22 1 3-15,-11 0-3 0,-9 4-3 0,-4 0 2 16,-6 4 0-16,-5 5 5 0,-2 4 0 0,10 2 2 15,-22 4 0-15,-4 1 2 0,-3 6-2 0,-1 2 1 16,-3 5-3-16,5-12-1 0,-3 3 3 0,3 9-2 16,1 6 3-16,2 8-10 0,2 3 0 0,2 4-3 15,0-6 1-15,4 23 0 0,3-1-3 0,0 3 2 0,4-1-5 16,2 2 6-16,4-1-2 0,5-3 1 0,-17-1-9 16,10 0 1-16,5-2-5 0,4-2 1 0,6 0-25 15,5-2-40-15,2-4-2 0,-8-1-19 0,21-3-60 16,2-4-139-16,4-1-55 0</inkml:trace>
  <inkml:trace contextRef="#ctx0" brushRef="#br0" timeOffset="5704.28">13343 3505 1677 0,'0'0'92'0,"0"0"-117"16,0 0 113-16,0 0-55 0,0 0 51 0,-2 0 50 0,0 0-16 15,0 0 16-15,0 0-88 0,0 0-33 0,1 0 0 16,-1 0-10-16,0 0 5 0,0 0-8 0,0 0 2 16,0 0-3-16,0 0 0 0,1 2-1 0,-1 0-3 0,0-1-1 15,2 3-19-15,0 0-48 0,0 0-3 0,0-1-16 16,2 1-35-16,1 0-129 0,5-1 9 0,20 7-79 16,9-7-299-16</inkml:trace>
  <inkml:trace contextRef="#ctx0" brushRef="#br0" timeOffset="6046.34">13744 3063 1068 0,'-2'0'13'0,"0"0"-1"16,0-2 72-16,0 2-3 0,-13-9 24 0,-3-4 1 0,7 5-46 16,7 6 2-16,-3-3-16 0,5 5-11 0,-2-4-16 15,0 0-5-15,2 1-2 0,1-1 1 0,1 0 7 16,1 1 8-16,1-1-3 0,6 2 15 0,21-4-10 15,3 3-1-15,3-5-3 0,-1 3-17 0,1 3 1 16,0-2-5-16,1 2 5 0,-1-16 3 0,-2 8-10 16,1 9 2-16,-1 2-5 0,-5 5 8 0,2 1-7 15,-4 3 8-15,-6-1-7 0,-5 0 2 0,-4 4 14 16,0 15-4-16,-9 2 10 0,0-2 6 0,16 1 0 16,-6 7-2-16,-7-3 1 0,-3 1 3 0,-4 1-4 0,-2 0 0 15,-3 0-3-15,-2 1-10 0,-2-1 5 0,0 0 0 16,-1 1 1-16,1-3 2 0,2 0-7 0,0 3 2 15,3-9-5-15,1 1-5 0,-1-4-1 0,2-5-1 0,1 0-1 16,-1-1-5-16,2-1 2 0,0 3 0 0,2-7 2 16,0-3 1-16,0-1-7 0,0-4-6 0,0 3-1 15,0-4-23-15,0-3-28 0,0 1-12 0,0 2-10 16,0 0-82-16,0-1-131 0,0 1-37 0</inkml:trace>
  <inkml:trace contextRef="#ctx0" brushRef="#br0" timeOffset="6280.9">13879 3527 1714 0,'-2'0'31'0,"1"0"-4"0,-1 0 17 16,0-2 20-16,-2 0-10 0,0 1 94 0,1-1-75 16,1 0 4-16,0 0-36 0,0 0-42 0,2 0 5 15,0 0 0-15,2 1 2 0,7-5-7 0,30-14-3 16,8 1 4-16,10 2-2 0,5 4 7 0,3 0-9 15,1 2-5-15,-4 2-4 0,1 3-40 0,-2 1-67 16,-7 3 1-16,-6 0-24 0,-3 0-22 0,-3 2-64 16,-3 2-122-16</inkml:trace>
  <inkml:trace contextRef="#ctx0" brushRef="#br0" timeOffset="6542.6">15138 3356 1703 0,'-2'0'24'15,"0"0"0"-15,-1 0 68 0,-7 0-4 0,3 0 18 16,-2 0-3-16,5 0-58 0,0 0 1 0,2 0-19 0,1 0-6 16,1 2-5-16,0 0-2 0,1 0-1 0,16 2-3 15,18 3 4-15,8-1-6 0,-4-3 4 0,4 1-6 0,-2 0-3 16,1-2 4-16,-1-2-5 0,-2 0 3 0,0 0-4 15,0 0-1-15,2 1 0 0,-2-1-4 0,-6 0-18 16,-1 0-1-16,-2 0-7 0,-2 0-22 0,-4 0-45 16,-4 0-2-16,-5 0-24 0,-2 0-120 0,-6 0-98 15,-1 0-137-15</inkml:trace>
  <inkml:trace contextRef="#ctx0" brushRef="#br0" timeOffset="6794.4">15658 2942 936 0,'-2'-2'425'0,"0"0"-577"0,0 1 509 16,1 1-279-16,-16-12 16 0,0 1 48 0,2 2-15 0,2 2 16 15,0 1-78-15,4 2-31 0,2 3 2 0,1 1-12 16,2 0-6-16,2 0-1 0,1 0 2 0,-1 0 0 16,-9 16 1-16,-6 19-1 0,8 8 0 0,5 2 0 15,4-3 6-15,0 3-7 0,4 1-1 0,1 1-1 16,1-3-3-16,-1 1-4 0,-1 0-2 0,0-3-1 15,-1 1 2-15,1 0-4 0,-2-2 2 0,0-1-4 16,-2-4 2-16,0 3-4 0,0-2-4 0,0-4-3 0,0 6-35 16,0-7-148-16,0 1-40 0,0 6-53 0,0 2-298 15</inkml:trace>
  <inkml:trace contextRef="#ctx0" brushRef="#br0" timeOffset="13644.21">16690 2868 115 0,'0'0'0'0,"0"0"11"0,0 0 122 0,0 0-5 0,-1-2 18 15,-1 0-42-15,0 0-8 0,0 1-35 0,0-1 1 16,0 0-4-16,0 0 0 0,1 0-1 0,-1 0-8 15,0 0 5-15,-2 1-17 0,2-1 0 0,-1 0 3 16,-1 0-3-16,0-2-8 0,0 1 7 0,1-1-10 16,1 0 10-16,0 0-2 0,0 1 1 0,0-1 1 0,0 0-2 15,-1-3-5-15,3 3-12 0,0-1 8 0,0-1-11 16,0 0-4-16,0-1 10 0,2 0-7 0,1-1 7 16,7-3-15-16,1 4 5 0,13-5 2 0,4 3 2 15,1-2 1-15,3 4-5 0,-2-1 0 0,-3 3-2 16,-2 3-5-16,-1-15 4 0,-4 8-9 0,1 3 7 15,-5 4-4-15,-3 2-3 0,0 2 2 0,-3 0-3 0,-1 4 5 16,-2-5-2-16,-3 24 5 0,0 2-4 0,-2-1 5 16,14 0 2-16,-5 2-2 0,-5 0 3 0,-4 4 10 15,-2-6 12-15,-6 1 5 0,-1-1 1 0,-2-1-2 0,-3 2-11 16,-1-1-6-16,0-1 1 0,2-5 0 0,-2-1-13 16,10-3 8-16,-14-1-11 0,0 2 7 0,-1-4-7 15,1-2 4-15,-2 0-5 0,1 0 2 0,3-1 1 16,-2-3-1-16,2 0 1 0,0-3-5 0,6 2 3 15,2-3-4-15,5-1 2 0,2 0-4 0,-4 0 3 16,2-2-2-16,0 0 2 0,-1 4-10 0,-1-1 7 16,2 1-4-16,0-2 5 0,0 0-5 0,1 0 7 15,1 0-2-15,0-1 2 0,1-1-6 0,1 0 6 0,8 0 1 16,19-1 2-16,-3-1 5 0,2 0-7 0,2 0 2 16,1 0-4-16,-1 2 1 0,2 0-4 0,-4 2 5 15,-1 2-3-15,1 3 7 0,-4 2-3 0,1 3-2 16,-5-1 1-16,-1 0 0 0,-6-2-2 0,-2-5 0 0,2 13 0 15,-8 1 6-15,1-3 3 0,5 2 3 0,-4-2-3 16,-3-1-9-16,-4 3 11 0,-2 0 2 0,-3 0 5 16,-5 1 18-16,7-1 11 0,-25-2-3 0,-7 3 4 15,-1-3-13-15,-1 0 12 0,-2 0-9 0,0-4 9 16,-4-2-13-16,1-1-3 0,-7-3-3 0,1-3-2 16,5 22-20-16,6-13 2 0,2-7-1 0,7-4 1 0,2-2-3 15,8 0-5-15,3-1 1 0,4-1-3 0,0 0-1 16,3 0-5-16,3 3 0 0,3 1-3 0,-2-2-15 15,0-2-19-15,1 0-22 0,-1 1-1 0,2-1-99 16,0 2-51-16,2 0-19 0,2 0-15 0,15-7-120 0</inkml:trace>
  <inkml:trace contextRef="#ctx0" brushRef="#br0" timeOffset="14240.19">18066 2378 478 0,'0'-2'75'0,"0"0"-9"0,0 0 50 16,0 0-8-16,0-1-9 0,-2-3-38 0,0-1-3 15,-1-5 11-15,1 7-8 0,0-1 22 0,-2 1-6 16,2 1-2-16,-3 2-1 0,-8-2 2 0,-2-7 13 16,0 4-5-16,0 3 6 0,-1 4-25 0,-1 2-7 15,-3 4-2-15,-1 3-3 0,-1 6-14 0,3-2-20 0,1 20-3 16,-3 6-5-16,5 4 1 0,-1 5-2 0,2 6 6 15,0 5-6-15,2 6 0 0,2 4 1 0,2 2-5 16,-1-3 4-16,1-3-8 0,4-2 8 0,-1-5-4 16,-20-4 4-16,15-6 0 0,9-5 3 0,6-2-2 15,3-4 1-15,2-2-2 0,4-3 4 0,2-4 4 0,2-2-4 16,-11 0-10-16,21-4-4 0,3-4 0 0,2-3 0 16,-1-4 4-16,5-1-8 0,-3-5-2 0,2 1-3 15,-1 14-10-15,1-7-12 0,-4-7-7 0,1-4-10 16,0-2-100-16,-3-2-33 0,3-6-16 0,1-3-3 15,-1-2-50-15</inkml:trace>
  <inkml:trace contextRef="#ctx0" brushRef="#br0" timeOffset="14530.3">18412 2833 1070 0,'0'0'37'0,"-2"0"-2"0,0 0 40 15,0 0 14-15,0 0-3 0,-2 0 41 0,1-2-60 0,-1 2-3 16,2-2-22-16,0 2-36 0,0 0 27 0,1 0-3 16,-1 0 12-16,0 2-4 0,0 0 1 0,2 0-4 15,0-1 5-15,2 22-1 0,2 3-5 0,-1 0-3 16,3 1-1-16,-1 3-2 0,1-2-10 0,0 2 1 0,-3-2-6 15,-1-2-10-15,0 1 2 0,0 3-1 0,-2-6 2 16,0 2-2-16,2-2-10 0,-2-1-1 0,2-1-5 16,-1-2-14-16,1-1-5 0,2 0-16 0,-2-5-6 15,2 1-146-15,-3-5-104 0,3-1-53 0</inkml:trace>
  <inkml:trace contextRef="#ctx0" brushRef="#br0" timeOffset="15934.04">17990 2682 1316 0,'-2'0'37'0,"0"0"53"16,-14-5-25-16,8 3 35 0,1-2-4 0,5 4 9 15,-2-2-46-15,1 0-28 0,1 1-6 0,2-1-2 16,0 0 5-16,3-2 7 0,23-11-6 0,23-5 4 16,1 5-15-16,7 2-15 0,1 2 7 0,-6 3-11 15,-2 1-1-15,-5 3-7 0,-3 1-3 0,1 1-2 0,-2 2-22 16,-4 0-6-16,-2 3-54 0,-5 3 15 0,0 1-169 16,-2 3-91-16,-1 3-58 0</inkml:trace>
  <inkml:trace contextRef="#ctx0" brushRef="#br0" timeOffset="16185.79">18881 3178 978 0,'0'0'39'0,"0"0"1"0,-2-2 9 15,1 0 17-15,-1 0-14 0,-2 1 73 0,-5-5-52 0,-4-1-4 16,3 1-19-16,-1-1-39 0,6 5-6 0,1 0-5 15,0 0 0-15,1 0-8 0,1 0-9 0,0 0 7 16,0 1-7-16,0 1 13 0,0 0 4 0,0 0-4 16,2 0 4-16,0 0 2 0,0 0-13 0,0 0 3 15,0 0-10-15,0 0-15 0,0 1-208 0,0 1-77 0</inkml:trace>
  <inkml:trace contextRef="#ctx0" brushRef="#br0" timeOffset="16636">18140 3444 1064 0,'0'0'41'0,"-1"0"-6"0,-1 0 38 0,0 0 20 0,0-2-12 15,0 0 32-15,0 0-55 0,0 0 1 0,2 0-16 16,0 0 15-16,2 1 6 0,2-1 3 0,22-11-1 16,11 0 6-16,0 2-16 0,10 1-3 0,-5 5-5 15,-3-1-4-15,6 1-3 0,-4 1 8 0,0 0-7 16,0 0-5-16,-6 1-10 0,-5 1-3 0,-1 0-2 0,-5 0-10 16,0 2-8-16,-1 0 0 0,-8 0-1 0,-4 0 3 15,-4 0-4-15,-5 0-1 0,4 0-1 0,-1 0-15 16,-1 0-13-16,1 0-5 0,-1 0-8 0,2 0-75 15,5-2-145-15,6-1-17 0,7-3-60 0,5-1-251 16</inkml:trace>
  <inkml:trace contextRef="#ctx0" brushRef="#br0" timeOffset="18449.88">18924 3321 102 0,'0'0'307'15,"0"-2"-118"-15,-2 0 107 0,0-5 12 0,-5-10-212 16,1 6-22-16,1 2 5 0,1 3-2 0,0 1 6 15,2 1-20-15,-1 0-16 0,-1 0-6 0,2 3-2 16,0-1-13-16,0 2-3 0,1 0 5 0,-1 2-3 0,2-1 11 16,0 25-1-16,0 4 8 0,3 0-4 0,1 0 7 15,0 1-1-15,1 1-12 0,1 1 7 0,0 2-11 16,1 3-4-16,-1-5 7 0,-3 6-8 0,-3-8 4 0,2 1-4 16,0-2 6-16,-2-8-6 0,4 4 7 0,-1-11-8 15,1 0-3-15,2-2 1 0,-4-8-7 0,-1 1-8 16,1-2 0-16,4-1-1 0,16 10 5 0,4-3-4 15,2-7 0-15,2-3-3 0,1-3-1 0,1-5 2 16,3-3 2-16,0-2-1 0,-3 0-1 0,1 0 0 16,-5 2 0-16,-6 3 1 0,-1 1-5 0,-4 1 4 15,-4 3-7-15,-4-1 3 0,-2 2-11 0,-3 2 2 16,0-2 1-16,-1 0-2 0,1 1-22 0,-2-3-31 0,0 0-22 16,0 0-4-16,0 1-88 0,-2 1-76 0,0 0-13 15,0 0-46-15,-2 0-304 0</inkml:trace>
  <inkml:trace contextRef="#ctx0" brushRef="#br0" timeOffset="18688.37">18918 3612 1282 0,'-1'0'104'0,"-3"0"-107"0,-20 0 116 0,13 0-51 15,1 0 2-15,5 0 62 0,3 0-21 0,-2 0 25 16,0 0-85-16,3 0-15 0,-1 0-1 0,2-1-1 0,2-1 15 15,16-9 13-15,21-8-2 0,4 2 3 0,1 1-14 16,5-3-9-16,-1 2 0 0,2 1-4 0,-3-1-12 16,-5 2-16-16,1 2 2 0,-10 4-5 0,-1 1-4 0,-8 3-6 15,-2 1-3-15,-5 2-2 0,-2 2-18 0,-2 0-14 16,-2 0-13-16,-4 0-5 0,-3 0-92 0,-2 0-58 16,2 0-5-16,-1 0-26 0,-1 0-118 0</inkml:trace>
  <inkml:trace contextRef="#ctx0" brushRef="#br0" timeOffset="19280.13">19128 3217 844 0,'-2'-2'131'0,"1"0"10"0,-1 0-28 0,0 1-21 15,0-3-33-15,0 0 25 0,0 0 17 0,2 1-8 16,0-7 7-16,0-1-42 0,4 2-24 0,3-2 1 16,10-2-10-16,17 2-18 0,1-4 2 0,2-2-8 0,6 0 6 15,-3 3-12-15,5 2-15 0,0 1 7 0,-3 4-8 16,5-1 10-16,-8 3-5 0,0 1 3 0,-4 0-3 15,-5-14 13-15,1 5-1 0,-3 5 4 0,-6 5-3 16,3-1 7-16,-9 0 5 0,-1 2-5 0,-6 1 4 16,-5 1-6-16,0 0 14 0,0 0-5 0,-1 1 7 15,-1 1-5-15,0 0 8 0,0 7 0 0,-2 19 2 16,-6 2 0-16,-5 2 19 0,-2-5 1 0,-5 1 6 16,12 2 4-16,-16 0-10 0,-4 1 2 0,7 3-5 0,1-5 1 15,3 3-4-15,7 0-4 0,5-1 1 0,-16 1-15 16,8-3-1-16,5 3 3 0,4-4-2 0,2-2-3 0,6-2 7 15,3-6-6-15,4 1 7 0,-2-4-5 0,15-6 2 16,0-1-3-16,2 10 2 0,6-5-6 0,3-5 3 16,6-8 0-16,-1-4 0 0,-3-7-7 0,0-6-1 15,0-5-2-15,-5 11 1 0,1-19 2 0,-9 0-10 16,-4 2 6-16,-7 1-6 0,-8-1 10 0,-5-2-9 16,17 0 1-16,-10 1-2 0,-7-1 1 0,-6-2-1 15,-7 3-3-15,-6 1 1 0,1 2-3 0,-20 3-7 16,1 9 5-16,-8-1-5 0,3 5 9 0,-5 3-7 0,-3 1 3 15,9-16-4-15,-4 9 5 0,4 8 3 0,4 5-1 16,3 1 1-16,10 5 0 0,5 0-3 0,10-3 1 16,1 1-1-16,3 0 3 0,-3 5-4 0,0 6 2 15,5 0-3-15,1 1 6 0,3 1 7 0,7 2-5 16,-9-1 5-16,29 3-8 0,5-1 3 0,3 2 4 0,1 1-2 16,-4-1 9-16,-2 2 2 0,1-2 2 0,-1-1-2 15,-1 3-7-15,-3 0-1 0,-3-2-2 0,0 3 2 16,0-1 4-16,-5-6-5 0,-1 4-4 0,-1-1 1 15,-4-6-8-15,-2 1-8 0,-2-3-2 0,-2-5-6 16,0-3-35-16,1 1-74 0,1 3-9 0,0-1-28 16,2-1-95-16,0-1-148 0</inkml:trace>
  <inkml:trace contextRef="#ctx0" brushRef="#br0" timeOffset="19673.12">20097 2376 973 0,'-1'-2'34'0,"-1"-2"34"0,0 1 5 0,-4-10 32 16,-1-2-10-16,1 4 14 0,1-1-28 0,1 5-19 16,2 3-2-16,2 1-5 0,0 1-9 0,-2-2 11 0,0 0-4 15,2 2 8-15,0 1 13 0,0-1-19 0,0 0 8 16,2 2-14-16,2 0-4 0,2 2 1 0,20 11-4 15,1 3 2-15,5 3-12 0,1 1-9 0,6-16-4 16,6 20-1-16,0 4-10 0,1 4 0 0,-7 1 0 16,-2 8-1-16,0 4-5 0,-5 10 4 0,-1 3-2 0,-3 11 3 15,-7-1-7-15,-7-3 2 0,-2 2-1 0,-7-8 1 16,-1-1 6-16,1-2-3 0,21-4 3 0,-14-10-3 16,-7 1 7-16,-5-2 5 0,0-2 0 0,-4 0 2 15,-3-2-1-15,0 0 1 0,-1-3-4 0,-3 1 3 16,-2-2-3-16,-2-3-4 0,-3 2 6 0,1-8-6 0,13 0 2 15,-16-4-3-15,1-1-1 0,1-2-2 0,-5-4-11 16,3 1 5-16,-2-4-2 0,5-7 3 0,6 3 0 16,5-4-2-16,-3 5-2 0,3-3-1 0,5-4-14 15,-7 4-21-15,6-4-3 0,0 0-10 0,-3 2-57 0,1-1-133 16,0 1-5-16,3 0-52 0,-1 0-114 0</inkml:trace>
  <inkml:trace contextRef="#ctx0" brushRef="#br0" timeOffset="21396.25">21481 2942 226 0,'-2'-2'327'0,"0"0"16"16,-2 1 15-16,1-1 15 0,-1 0-291 0,2 0 4 15,0-5-8-15,-5-3-1 0,-1-3-17 0,5 4-48 16,3 0-4-16,0 1-1 0,1 1 0 0,5-2 3 0,9-1-3 16,11 5 1-16,5-1-2 0,-1 1-4 0,-2-1-2 15,0 1-3-15,-2 3-1 0,0-15-11 0,-2 6-3 16,-2 5-6-16,-1 3 2 0,-5 1-16 0,3 2-2 15,-4 0-4-15,-2 0-5 0,-2 2-60 0,-2-1-38 16,-5 1-9-16,-2-2-5 0,-2 2-11 0,9 17-99 16</inkml:trace>
  <inkml:trace contextRef="#ctx0" brushRef="#br0" timeOffset="21565.94">21611 3039 189 0,'-2'0'114'0,"0"0"-1"0,-9 2 97 16,-13 3-4-16,3 1-74 0,3-1-16 0,5-1 0 15,3-2-6-15,1 0-15 0,5-2-19 0,3 0-4 16,-3 0-5-16,0 2-3 0,2-1-2 0,0 1-1 15,2 0-2-15,0-2-1 0,2 0-7 0,0 2 1 0,2-2-6 16,11 2-9-16,9-2-8 0,4-2 1 0,-2-2-6 16,0-1-21-16,-4-3-10 0,0 3-12 0,1 1 2 15,-7 2-28-15,-1 2-32 0,0 0-41 0,-2 0-7 16,4 0-211-16</inkml:trace>
  <inkml:trace contextRef="#ctx0" brushRef="#br0" timeOffset="22170.21">23085 2619 850 0,'0'-2'109'0,"-2"0"-3"0,2 1-24 0,-9-22 13 16,0 3-46-16,1-1 70 0,1 3-27 0,-1-1 1 15,1 3-18-15,-1 1-53 0,3 2 10 0,-1 2-6 0,4 5 9 16,-1 0-1-16,3 5-4 0,-4-3-5 0,0 0 1 15,-1 2-18-15,-6 0 2 0,-4 2-3 0,-4 8 3 16,-3-4-4-16,1 36 6 0,5 5 7 0,-1 3-2 16,8 2 5-16,-4 1 1 0,5 2-3 0,3-1 3 15,-1-3-7-15,-18-5 8 0,11-7 0 0,7 0 3 16,6-3-5-16,2-6 2 0,4-4-4 0,-1-7 6 0,3-4 5 16,-6 0-9-16,20-4 4 0,0-5-7 0,1 10 5 15,1-2-8-15,2-9 5 0,0-3-4 0,5-7 5 16,-3-8-5-16,0 13-2 0,0-29-1 0,0-7-8 0,-6 5 1 15,-4-10-2-15,-1 1 4 0,-6 1-3 0,-1-4 4 16,-7 1-5-16,21-1 5 0,-11 1-5 0,-11 3-6 16,-4 2 7-16,-5 2-6 0,-2 5 6 0,-4 0 0 15,-2 6-3-15,-2 2 3 0,8 0-2 0,-17 7 8 16,0 4 0-16,-2 2 1 0,2 8-4 0,0-1 0 16,-2-15-3-16,2 8 1 0,0 6-5 0,2 5 1 15,4 1-1-15,-3 7 1 0,7 1-6 0,3 0 0 16,0 6 1-16,7 11 0 0,-1 0 5 0,-10 0-8 0,4 2 4 15,6 0-6-15,7 2 3 0,1-2-8 0,9 1-4 16,3 1-1-16,2-2-21 0,-14-2-10 0,22 0-13 16,-1 0-1-16,2-2-64 0,0 0-53 0,0-3-4 15,-1-5-19-15,-1 1-52 0</inkml:trace>
  <inkml:trace contextRef="#ctx0" brushRef="#br0" timeOffset="22341.81">23551 2816 898 0,'0'0'388'0,"0"0"-542"0,0 0 462 0,0 0-259 0,0 0 15 16,0 2 116-16,0 0-34 0,0 0 43 0,0-1-143 15,0 1-23-15,-2 0-6 0,0 0-2 0,0 0-10 16,1 0-17-16,-1 1 3 0,0 1-11 0,0 0-11 16,0 0-21-16,0-1-15 0,0 1-3 0,2-2-71 0,2 0-114 15,0 0-117-15</inkml:trace>
  <inkml:trace contextRef="#ctx0" brushRef="#br0" timeOffset="22652.28">23883 2359 1138 0,'-2'-2'115'0,"1"0"14"0,-1 1-54 0,-2-1-20 15,-7-8-28-15,2 3 89 0,1 5-16 0,4-3-5 16,-3-5-12-16,3 3-67 0,2 3 3 0,2-3 5 15,0-1-2-15,2 3 10 0,4-8 5 0,27 0 1 16,3 4 1-16,1-3 8 0,5 5-10 0,-1 0 3 0,4 1-5 16,1-18 4-16,1 13-6 0,-6 9-6 0,-4 7 0 15,-8 3-16-15,-3 5 2 0,0-8 4 0,-9 23-1 16,-2 6 4-16,-8 1-3 0,1 2 0 0,14 0 0 16,-11 2 4-16,-7 4-11 0,-6 0 4 0,-7 1-5 15,-4 4 3-15,-4-1-9 0,-1 3 0 0,1 0-2 16,0-5 5-16,4-6-3 0,-4 0-2 0,6-8-1 15,-2-3-16-15,2 2-7 0,4-10-15 0,-3 2 2 0,5-1-58 16,1-6-69-16,2-6-10 0,0 0-23 0,1-3-62 16,-1 1-87-16</inkml:trace>
  <inkml:trace contextRef="#ctx0" brushRef="#br0" timeOffset="22779.82">24017 2740 1367 0,'0'-2'60'0,"-2"0"115"0,0-2-120 0,2 3 76 15,0-12-25-15,0 1 33 0,2-2-97 0,2 1-30 16,5-2-9-16,4 0-1 0,22-2-5 0,12 2-25 16,5 0-4-16,0 2-10 0,5 2-41 0,-1-2-51 0,-2 2-31 15,2 4-26-15,-4-1-295 0</inkml:trace>
  <inkml:trace contextRef="#ctx0" brushRef="#br0" timeOffset="23012.62">24832 2435 1532 0,'0'0'32'16,"0"0"3"-16,0 0 32 0,0-2 20 0,0 1-3 16,0-1 72-16,0 0-80 0,2 0 0 0,0 2-25 15,2 0-6-15,3 0 9 0,17 0-7 0,4 4 6 16,0-1-20-16,0 3-10 0,3 3 3 0,-1 1-5 16,-4 1-1-16,2 4-8 0,-4-1-4 0,4 5 1 0,-6-15-7 15,2 18 2-15,-5 0-4 0,-3 1 0 0,-3-3-9 16,0 2-8-16,2-3-3 0,-5-1-5 0,1 7-42 0,-4-11-61 15,2 3-10-15,1-6-21 0,-1-3-79 0,2 3-51 16,-2-6-86-16</inkml:trace>
  <inkml:trace contextRef="#ctx0" brushRef="#br0" timeOffset="23213.25">25356 2365 979 0,'-2'-2'148'0,"0"0"290"0,-2 0-384 0,-3-2 77 0,-6-1-22 15,0 1 39-15,2 2-49 0,1 2-29 0,-3 2-11 16,-3 4-2-16,1 3-13 0,-4 10-15 0,-1 16-3 16,-4 6-5-16,0 5-14 0,-6 6-5 0,4 4 3 15,-4 3-5-15,2 3 3 0,0-7-23 0,4-1-3 16,8-6-11-16,1-3-30 0,7-4-78 0,7-4-1 0,-16-7-32 16,9-3-55-16,8-4-48 0,8-5-125 0</inkml:trace>
  <inkml:trace contextRef="#ctx0" brushRef="#br0" timeOffset="23699.04">26210 2175 1407 0,'-2'-1'23'0,"0"-1"46"0,-2 0-18 0,3 2 44 16,-5-13-12-16,-3 0 14 0,3 4-65 0,2-1-9 16,4 3-2-16,0-1 1 0,4-5 4 0,4 4 3 15,19-4-1-15,11 2 2 0,-1 7 1 0,-2 2 0 16,-2-16 3-16,3 9-2 0,-1 9-2 0,-2 5-8 16,3 10-3-16,-10 2-1 0,-8-2-13 0,-9 18 7 0,12 0-5 15,-10 1 5-15,-11-1-6 0,-7-3 3 0,-10-2 1 16,0 0 0-16,-24-2 4 0,2-4-5 0,-3-2 3 15,1-3-3-15,4 0-2 0,3-2-2 0,4-2-1 16,8-4 0-16,6-2 1 0,6 1-6 0,8-3 1 16,1-1-3-16,-1 0-2 0,2-2 11 0,-2 1-9 0,2 1 8 15,0 0-12-15,2-2 4 0,16 5 1 0,16 0 0 16,-3-3 0-16,-1-2 2 0,1 0 6 0,-1 0-1 16,0 0 2-16,0 1 0 0,-1 5-1 0,-1 1 2 15,-4 0 8-15,-5 1-8 0,-8-3 10 0,-2 2-8 16,-5 12 17-16,11 1 12 0,-4 0-11 0,-7-1 11 15,-4-5-19-15,-6 1 0 0,4 2 1 0,-40-4-2 0,-5 1-8 16,4-3-5-16,-9-2-3 0,4 1 1 0,0 1-4 16,3 1-9-16,6-2 1 0,4-1-6 0,7-4-25 15,8-3-56-15,1 0-12 0,14-3-17 0,1 1-79 0,4 0-34 16,-2 2-18-16,2-2-35 0,2 0-398 0</inkml:trace>
  <inkml:trace contextRef="#ctx0" brushRef="#br0" timeOffset="23932.04">27164 2252 1387 0,'0'-2'51'0,"-2"0"117"0,0 0-143 0,1 0 99 0,-1 0-20 16,0 0 38-16,0 1-74 0,2 1-15 0,0 0-3 15,0 0 1-15,0 1 10 0,2 1-16 0,0 2 3 16,5 7-9-16,-3 11-14 0,20-1 4 0,6 1-11 0,1 0 8 15,3 1-19-15,-5-1-3 0,1-4 3 0,-4 3-3 16,-2-3-4-16,4-1-5 0,-7 0-3 0,1-2-1 16,-4 1-9-16,-3-4-13 0,-4-1-8 0,-3 0-7 15,-1-2-72-15,-1-3-107 0,-4-3-8 0,3-1-33 16,-5 0-32-16</inkml:trace>
  <inkml:trace contextRef="#ctx0" brushRef="#br0" timeOffset="24117.97">27530 2214 1507 0,'-2'0'27'0,"0"0"2"0,-1 0 66 15,-10 0-3-15,-10 4 18 0,1 2 13 0,-6 5-56 16,2 2-2-16,-7 7-18 0,-3-7-13 0,1 21 9 16,-6 1-8-16,0 4 4 0,-1 2-33 0,-3 0-6 15,2 1 0-15,4-1-3 0,6 0-18 0,7 0-34 16,4-2-18-16,5 0-13 0,6 0-141 0,0-4-139 15</inkml:trace>
  <inkml:trace contextRef="#ctx0" brushRef="#br0" timeOffset="28548.17">24962 2632 538 0,'-2'0'33'0,"0"0"-7"0,-1 0 42 0,-16-2-8 16,-9 0 27-16,6 2 42 0,0 0-13 0,1 0 20 15,3 0-43-15,3 0-7 0,2 0-9 0,7 0 2 16,1 0-26-16,1 0-10 0,0 0-6 0,1 0 0 16,1 0-16-16,0 0 34 0,0 0 0 0,2 0 11 15,0 0 1-15,2 0-10 0,13 2 2 0,27 4-4 16,3-6 6-16,13-2-21 0,-3-4 0 0,-1-1-10 15,0-2-14-15,-8-1 0 0,4 1-5 0,-5 0 2 16,-6 1-11-16,-6 3 2 0,-3-1-1 0,-2 1 0 0,0-1 1 16,-8 2-1-16,-1 3 1 0,-4-1-3 0,-2 0-5 15,-4 2 3-15,-3 0 1 0,-1 0 3 0,-3 0 1 0,2 0-3 16,-1 0 3-16,1 0-2 0,-2 0 8 0,0 0-12 16,0 0 0-16,-2 0-5 0,0 0-8 0,-2 0 11 15,-2 0-4-15,-18 4 7 0,-12 1-2 0,3 1 3 16,-3-1 0-16,-1 1 0 0,0-2 1 0,-6-1-3 15,4-1 4-15,0 0-2 0,0-2 0 0,7 0 8 16,-4-2-8-16,7 0 8 0,2 0-9 0,5 1 4 16,0-1 6-16,10 2 1 0,3 0 21 0,3 0-22 15,1 0 2-15,-1 0-9 0,0 0 4 0,2 0-4 0,0 0 3 16,2 0-3-16,2 0 11 0,13 0 0 0,33 0 1 16,6 0 0-16,4-6 3 0,10-1-3 0,-3-3-3 15,2-3 0-15,-2 2-10 0,-5 0 2 0,-1 2-1 16,-7 1 0-16,-2 3-3 0,0-1-4 0,-5 3 5 15,-8-1-5-15,-5 2 3 0,-3 0-10 0,-1 0 2 0,-6 0-3 16,4 2 0-16,-9 0-57 0,-4 0-8 0,2 0-22 16,-8 0-80-16,-3 0-54 0,0 0-38 0,0 0-34 15,-3 0-407-15</inkml:trace>
  <inkml:trace contextRef="#ctx0" brushRef="#br0" timeOffset="28877.83">25367 2053 994 0,'-2'-4'104'0,"-4"-14"203"0,1-3-244 0,-1 4 10 16,3 4 7-16,-1 4-1 0,0 0 12 0,2 3-30 16,0 3 0-16,1-1-12 0,1 2-23 0,0 0-4 15,-4-2-13-15,2 3 8 0,0-1-7 0,0 0 5 16,0 2 4-16,-1 2-3 0,-3 5 0 0,-11 30 2 15,8 2-1-15,7 6 1 0,2-2-2 0,0 1 0 16,4 1-1-16,0-4 2 0,1 1 1 0,3-1-9 0,1 0-2 16,2 3-2-16,2 1-2 0,-2 5 2 0,0 4 2 15,-1 0-1-15,-1 5 0 0,0 4-1 0,-1-5 2 16,-5 0-1-16,-1-6 13 0,0-6-10 0,-2-3 3 16,0-1-6-16,0-5 5 0,-2-3-2 0,0-3 4 0,1-5-3 15,-1 0-2-15,0-5-5 0,0-3 0 0,0-3 0 16,2-2-4-16,0-2-9 0,0-1-10 0,0-1 3 15,0-2-29-15,0-1-107 0,0 0-18 0,0-5-45 16,2 3-181-16</inkml:trace>
  <inkml:trace contextRef="#ctx0" brushRef="#br0" timeOffset="29481.43">28276 1923 962 0,'0'-2'44'0,"0"0"-2"15,-2-16 33-15,-3-16 9 0,1 3-4 0,0-7 47 16,3 7-12-16,-1-3-4 0,2 5-6 0,0-1-27 0,0 6-10 16,0 0-2-16,0 5-2 0,0 4-3 0,0 2 2 15,0 4 0-15,0 4-4 0,0 3-32 0,0-2-16 16,0 0-8-16,0 2-1 0,0 1-9 0,0-1 6 15,0 0 0-15,0 2 2 0,2 2 1 0,-1 1 8 16,5 16 1-16,3 16 1 0,-3 4-7 0,-2 4 0 16,-3 3-2-16,-1 3 2 0,0 1 3 0,0 5-5 15,0-3 1-15,-3-1-1 0,1-1 8 0,0-2-6 16,0-5 2-16,2 1-4 0,-2-7 3 0,0-7-3 0,1-2-1 16,-1-2 0-16,2-6 0 0,-2 1 0 0,0-5 2 15,0 1-3-15,0-2-6 0,0-4-1 0,1 2-6 16,-1-5 2-16,0 1-19 0,0-2-26 0,2-1-43 15,0-2-1-15,0-1-190 0,0-1-122 0</inkml:trace>
  <inkml:trace contextRef="#ctx0" brushRef="#br0" timeOffset="29689.31">28664 2140 1807 0,'0'0'23'0,"0"0"2"16,0 0 40-16,0 0 10 0,0 0 5 0,0 0 50 15,0 0-71-15,0 0-4 0,0 0-21 0,0 0-16 0,0 0-6 16,0 0 2-16,0 0-5 0,0 0-5 0,0 0 1 16,0 0-3-16,0 0 3 0,0 2 2 0,0 0-17 15,0 0 3-15,0 1-10 0,0 1-3 0,0-2-65 16,0 7-5-16,0 1-26 0,2-1-61 0,2-2-53 16,-4-5-31-16,9 0-27 0,14 13-291 0</inkml:trace>
  <inkml:trace contextRef="#ctx0" brushRef="#br0" timeOffset="30120.45">28898 1867 1096 0,'0'-2'69'0,"0"0"1"0,0-1-15 0,-2-7 17 16,-1-8-30-16,1 1 81 0,0-1-37 0,2 3-1 16,4-2-16-16,-1 2-32 0,5-2 3 0,1 4 1 0,8 0 1 15,18 2 9-15,0 0 2 0,1 2-1 0,-1 3 1 16,0 1-1-16,1-16-23 0,-3 10 1 0,-5 8-11 15,-2 3-9-15,-6 3 3 0,1 5-4 0,-6 1 3 16,-2 6-7-16,-6 16-3 0,-3 5 7 0,-2-1-4 16,18 6 4-16,-11-4 10 0,-7 2-4 0,-4 2 7 15,-5-4 5-15,-4 0-7 0,-4-4 4 0,-2-3-4 16,0-4 5-16,8 2-6 0,-15-4-2 0,-4-3-2 0,2-1-11 16,2-9-1-16,5-2 0 0,5-1 2 0,4-1 8 15,3-1 8-15,-2-1 3 0,5-3 0 0,-5 2 1 16,1-2-14-16,4-2 0 0,-3 0-4 0,3-2-5 0,1 0 5 15,1-2-7-15,0 1 4 0,-2-7-6 0,2 1 1 16,0-6 0-16,2 8 1 0,0 3 0 0,4-5 3 16,-2 5-2-16,4 0 2 0,20-3-6 0,1-12 4 15,5 6-1-15,1 6 1 0,1 1-6 0,1 3 5 16,0 3 3-16,3 0 0 0,-1 2 2 0,-2-1-4 16,-2 3-1-16,-3 0 0 0,-6 0 0 0,-2-1-15 15,1 1 3-15,-3 2-9 0,6 1-5 0,-5-1-47 16,1-1-15-16,-4-1-17 0,5 0-96 0,3-1-56 0,0 1-14 15,3 2-22-15,-1-1-127 0</inkml:trace>
  <inkml:trace contextRef="#ctx0" brushRef="#br0" timeOffset="30542.1">30191 1927 722 0,'0'-2'371'0,"0"-2"-496"0,0-16 434 0,1-16-236 16,-1 1 5-16,0 0 25 0,0 1 6 0,-1 1-2 15,-5-1-29-15,0 5-29 0,-1-3-1 0,-2 1-7 16,-1-1-1-16,1 2 17 0,0 3-7 0,0 2 9 15,-3 3-23-15,3 5-7 0,0 1-3 0,1 5-1 16,1 1-4-16,2 5-9 0,-10-6 0 0,-2 3-3 0,-2 4-5 16,-5 4-2-16,-2 4 3 0,-3 7-2 0,3 6-1 15,0-8 1-15,0 21-2 0,5-6 2 0,-1-2 5 16,5 1 4-16,12-3-3 0,-3-1 3 0,-3-3-6 16,2 3-1-16,5-4-1 0,4 0 1 0,2-2 1 0,2-4-7 15,3 0 7-15,15-5-7 0,12 16 8 0,1-9-1 16,4-5 1-16,0-6 0 0,4-6 0 0,-1-5-1 15,7-4-3-15,-7-1 2 0,1-1-2 0,-4 0-3 16,-6 3 3-16,3-1-3 0,-3-2 0 0,-3 4-3 16,-6 2 2-16,-9 5 0 0,-4 1 12 0,-7 5-1 15,-1 0-4-15,-1 0 2 0,4 0-8 0,-4 0 5 16,1 0 5-16,1 2-1 0,-4-1 9 0,17 27-9 16,-8 6 4-16,-5 1-5 0,-2 2 4 0,-2 0-8 0,0 4 0 15,-2 0-2-15,0 2 2 0,0-1-1 0,2-1 1 16,0-4-1-16,0-3 3 0,2-6-2 0,0-2-3 15,0 0 2-15,1-4-3 0,1-4 2 0,0 1 2 0,-2-6-2 16,1 0-2-16,1-2-8 0,-2-5-6 0,0 1-2 16,-2-3-21-16,2 0-64 0,0-1-45 0,-1 1-21 15,1 0-271-15</inkml:trace>
  <inkml:trace contextRef="#ctx0" brushRef="#br0" timeOffset="36861.08">21765 4118 776 0,'-2'0'0'16,"0"0"15"-16,-2 0 145 0,-9 0-10 0,-1 0 26 15,1 0-51-15,1 0 13 0,3 0-55 0,2 0-4 0,1 0-9 16,2 0-11-16,3 0-25 0,-3 0-1 16,0 0-11-16,0 0-26 0,3 0 13 0,-1 0 2 0,2 0 6 15,0 0 1-15,2 0 5 0,3 0-10 0,30 1 6 16,4 3-14-16,4 0-4 0,2-2 6 0,3 1-6 16,-4 1 3-16,-1 0-8 0,-2 0 1 0,-4-1-3 15,0 1 9-15,0 0-19 0,-1-1 4 0,-10 1-13 16,0 0-8-16,-6 0-119 0,-3-1-7 0,-6 1-48 15,-2 0-116-15</inkml:trace>
  <inkml:trace contextRef="#ctx0" brushRef="#br0" timeOffset="37015.06">21826 4377 1356 0,'0'0'120'0,"-2"0"-139"16,0 0 129-16,0 0-65 0,1 0-33 0,-1 0 54 15,0 0-16-15,0 0 23 0,0 0-43 0,2 0 4 16,2 0-6-16,0 0 4 0,5 0-19 0,27-7-7 15,1 0 1-15,-2-1-2 0,3 3-1 0,-5-1-14 16,5-1-6-16,3-1-5 0,0 1-31 0,3-1-129 16,1 1-2-16,-2-1-61 0,0 3-164 0</inkml:trace>
  <inkml:trace contextRef="#ctx0" brushRef="#br0" timeOffset="37376.31">23269 3828 1018 0,'0'-2'103'0,"-2"-2"169"16,2 2-217-16,-4-5 50 0,0 1-16 0,4 5 29 15,-13-9-22-15,-1 1-57 0,-3 2 3 0,2 3-20 16,-2 4-8-16,1 0 5 0,-3 5-9 0,-1 7 10 16,-3-9 5-16,1 25-2 0,-6 2 1 0,-5 0-4 0,-2-1-6 15,-4 1 8-15,3 0-1 0,1-2 5 0,-4-2 9 16,4 0-8-16,-4-4 0 0,7-2-4 0,4 1-5 15,8-5-9-15,7 1 3 0,4-4-6 0,5 0 2 0,-5-2 0 16,1 2-2-16,4-2 2 0,3 0-1 0,1 1 2 16,1-5 2-16,5 0-1 0,26 1-3 0,7-6 1 15,3 0-4-15,3 22 3 0,3-11-1 0,-1-10 1 16,3-3 3-16,0-1-4 0,-4-5-2 0,2 0 3 16,-1 1-3-16,-4-1 3 0,-4 3-12 0,-10-1 6 15,-5 0-4-15,-1 0 3 0,-5 3-12 0,-3-1-5 16,-2 0-9-16,-5 2 3 0,-5 0-29 0,1 0-7 15,3-2-44-15,-3 0 7 0,0 0-177 0,0 0-122 0</inkml:trace>
  <inkml:trace contextRef="#ctx0" brushRef="#br0" timeOffset="37624">23161 3895 1604 0,'0'0'31'16,"-2"-2"0"-16,0 0 38 0,0 0 12 0,1 0 1 15,-1 0 52-15,-2 1-81 0,0-1-5 0,1 2-26 16,1 0-24-16,-4 0 2 0,1 3 2 0,-5 9 0 16,5 21 6-16,-1 2-6 0,1 2-1 0,3 2-1 15,0 0 3-15,-20 2-1 0,9 2 2 0,5-2-1 0,6 0 9 16,2-4-10-16,0 2 3 0,2 0-5 0,0-8 2 16,2 5 0-16,0-5 3 0,-1 1-4 0,3-3-1 15,-2-4-4-15,-1-3-4 0,-1-4 1 0,2 7-17 16,-1-5-17-16,-1-3-32 0,0-4 1 0,0-4-118 0,2 0-70 15,-1 1-54-15</inkml:trace>
  <inkml:trace contextRef="#ctx0" brushRef="#br0" timeOffset="37811.06">23779 4242 1850 0,'0'0'5'0,"0"0"1"0,0 0 47 0,0 0 13 15,-2 0 10-15,1 0 37 0,-1 2-69 0,0 0-5 16,0-1-18-16,-2 1-18 0,1 0-3 0,-1 0 1 0,0 2 0 16,0-1 1-16,3 1-9 0,-7 7-3 0,4-3-3 15,1 1-14-15,1-2-70 0,2-1-3 0,0-4-32 16,2 2-90-16,0-1-137 0,1 1-82 0</inkml:trace>
  <inkml:trace contextRef="#ctx0" brushRef="#br0" timeOffset="38139.61">24359 4012 1279 0,'0'-2'79'15,"-2"0"-84"-15,0 0 84 0,-2-2-36 0,-1-1 9 0,-10-4 61 16,-2 3-22-16,-3 2 24 0,3 2-89 0,-2-11-17 16,6 8-6-16,6 3-1 0,0 2-3 0,5 0 1 15,-6 4 2-15,6-4-2 0,-9 16 2 0,0 9 0 16,6-1-1-16,5 0 1 0,7 2 3 0,4-4 2 15,-7 2 4-15,20-1-3 0,4-3-3 0,0 0 4 16,3-1-1-16,-1 1 3 0,-4-1 3 0,0-2 8 16,-8-1-2-16,1 1 4 0,0-2 5 0,-8 0 27 0,2 0-7 15,-8-2 12-15,-3-2-11 0,0 2 3 0,5-4-5 16,1 2 3-16,-4-2-10 0,-1 4 0 0,-3-3-3 16,0-3 0-16,-5 8-14 0,1-8-1 0,-3 5-1 15,-5-1-2-15,-6-6-8 0,-1 1 0 0,-1-2-5 16,1-1 2-16,1 5-10 0,-1-6 3 0,2 9-2 0,-5 0 1 15,4-6-14-15,-3-3-12 0,3-2-4 0,3-2-5 16,-2-1-26-16,2-3-75 0,2 1 3 0,-2-5-33 16,1 1-56-16,4 7-80 0,-1-15-59 0</inkml:trace>
  <inkml:trace contextRef="#ctx0" brushRef="#br0" timeOffset="38326.17">24073 4038 796 0,'0'-2'272'0,"0"0"45"0,0 0-139 16,-2 0-95-16,0-1-61 0,0-1-5 0,0 0 43 16,0 0-24-16,1 1 24 0,1 1-61 0,0-4-4 15,3-3 2-15,1 2-3 0,35-3-13 0,6 3-31 16,-3-1-24-16,3 3-5 0,3 3-111 0,-3 0-169 16</inkml:trace>
  <inkml:trace contextRef="#ctx0" brushRef="#br0" timeOffset="38636.83">24711 3915 975 0,'0'0'218'0,"0"-2"-268"16,-1 0 248-16,-1-1-124 0,0-1 20 0,-7-13 43 0,5 10-5 15,-2-2 6-15,3 3-68 0,-1-1-21 0,-4-5-11 16,5 5 0-16,-1-4-28 0,4 7 3 0,0 2 7 16,0-5-4-16,0 3 4 0,4-3-3 0,-2-1-7 0,27 6 5 15,1-3-9-15,5-16 4 0,1 10-3 0,-3 6 2 16,-1 3-17-16,-5 2 16 0,-2 4-7 0,-1 3 12 15,2 6-13-15,-6 2 10 0,0-2 2 0,-3 17 3 16,-9-4-3-16,1 3 4 0,-4 1-7 0,14 0 6 16,-4 1-6-16,-4 1 11 0,-5-1-7 0,-1-1 7 15,-3 2-6-15,-2-4-3 0,-2 1 5 0,-3-1-4 0,-3 2 5 16,1-2-10-16,-1-2 3 0,1-2-7 0,-1 2 4 16,1-4-6-16,0-2 6 0,-3-1-6 0,3-6 3 0,-2 2-7 15,1-2-5-15,-1 4 0 0,2-4-11 0,3-6-6 16,0 0-1-16,4-5-4 0,-2 2-16 0,-1 0-58 15,-1-1-1-15,0-1-25 0,0 0-56 0,1 0-114 16,1-2-54-16</inkml:trace>
  <inkml:trace contextRef="#ctx0" brushRef="#br0" timeOffset="38842.44">24754 4105 1666 0,'-2'0'44'0,"0"0"1"0,-1-2 63 0,-5 0 2 16,-7-4 8-16,2 3 13 0,2-1-58 0,2 0-10 16,5 4-13-16,2 0-30 0,-1-2-18 0,-1 0 6 0,2 1-9 15,0-1 4-15,2 0 4 0,2 2-5 0,11-2 4 16,34-5-2-16,8-1-8 0,8 3 5 0,4-1-5 16,0 0 3-16,4 1-9 0,-8-1-1 0,-6 4-3 15,-5 2-12-15,-11 0-93 0,-9 0-2 0,-10 0-39 16,-5 0-85-16,-6 2-125 0,-7 0-107 0</inkml:trace>
  <inkml:trace contextRef="#ctx0" brushRef="#br0" timeOffset="39445.25">23124 5061 1059 0,'-2'0'88'0,"-15"-2"140"0,-10-2-111 16,6 2 25-16,3 0-9 0,3 1 8 0,2-1-49 15,5 2-49-15,6 0-9 0,-1-2-11 0,1 2-32 0,0-2 14 16,0 0 1-16,2 0 8 0,2 0 11 0,20-7 2 16,27-8 4-16,4 3-3 0,12-3 0 0,11 2 0 15,10 2-1-15,5-2 0 0,4 2-4 0,1 0-11 16,-1 0 2-16,3 0-4 0,4 4 4 0,4 0-7 16,2 3-2-16,-4 0-1 0,-2 1-2 0,-11 3 2 15,-9 2-1-15,-14 0-1 0,-6 2-4 0,-5 2 2 16,-7-1 1-16,-5-1 2 0,-4 2-3 0,-8-2 3 15,-5 1-3-15,-8-1 4 0,-8 0-1 0,-3-2-3 0,-4 0 0 16,1 0-1-16,-4 0 3 0,2 0 1 0,-1 0 0 16,1 0 1-16,-2 0-6 0,0 0-7 0,0 2-5 15,-2-2-1-15,0 0-27 0,-2 0-71 0,-2 2 1 16,-18 2-29-16,-8 1-46 0,-2-1-28 0,-1 1-15 16,-2 1-5-16,-2 1-77 0</inkml:trace>
  <inkml:trace contextRef="#ctx0" brushRef="#br0" timeOffset="39700.47">23610 5168 870 0,'-3'0'110'15,"-25"2"-7"-15,-33 0 21 0,-1 2 8 0,8-2-34 0,8-2 13 16,3 2 13-16,4-2-7 0,8 1 9 0,3-1-14 0,7 0-34 16,8 0 0-16,6 0-14 0,5 0-28 15,0 0-26-15,-1 0 0 0,1 0-8 0,0 0 0 16,2 0 5-16,2 0 2 0,1 0 2 0,42 2 2 0,18-2-1 15,8-3-2-15,10-5 1 0,14-1-5 0,-2-4 11 16,7-2-6-16,2 0 5 0,2-2-11 0,10 3 2 16,3-1 0-16,1 0 0 0,-6 2-1 0,-10 2-7 15,-6 1 5-15,-10 5-5 0,-6 1 2 0,-13 2-4 16,-6 2-4-16,-11 0 0 0,-7 0-10 0,-10 2-8 16,-9 0-5-16,-9 0-7 0,-6-2-74 0,-3 0-55 0,-2 0-25 15,-1 0-10-15,-1 0-100 0</inkml:trace>
  <inkml:trace contextRef="#ctx0" brushRef="#br0" timeOffset="40610.81">25569 4041 323 0,'0'0'197'0,"0"-1"-192"16,-2-1 219-16,1-2-95 0,-1-2-28 0,-4-12-1 15,1-1 3-15,1-1-4 0,0-4-15 0,2 5-7 16,0-3-4-16,2 9 2 0,0 0-3 0,0 2-10 16,0 1-3-16,0 3-2 0,0 0-10 0,0 3 6 15,0 2-5-15,0 0 2 0,0-2-25 0,0 1 2 16,0 1-3-16,0 0 4 0,0 2 4 0,0 0-17 0,0 2 8 15,2 9-11-15,2 21 1 0,-2-3-6 16,0 1-3-16,0 0 1 0,-1-2 6 0,3 1-6 0,0-1 0 16,0 0-4-16,1 0-5 0,1 0 4 0,1 1 7 15,1-3-2-15,1 2 2 0,-2-2-6 0,1-2 0 16,-1-1-1-16,0-1 4 0,-1-4-2 0,-2-3 2 0,-1-4-1 16,-1-3 5-16,0-3 4 0,2 3-1 0,-2-4 4 15,0-1 14-15,-2-1 8 0,1 2 2 0,1 0 1 16,0-3 0-16,0 1-10 0,0-2-7 0,0 0 0 15,0-2-13-15,1-1-5 0,3-27 6 0,16-7-5 16,-1-4 6-16,5-4-12 0,0 1 5 0,1-1-6 16,1 1 5-16,8 1 2 0,-7 4-6 0,1-4 4 15,5 4-3-15,-3 2-2 0,3 4 2 0,2 7-2 0,-5 0 5 16,-2 2-1-16,-6-2 0 0,-4 2 0 0,1 5-3 16,-3 0-2-16,-1 5 0 0,0 2-1 0,-4-2-8 15,-2 2 4-15,-2 1-12 0,-2 0 6 0,1 2-34 0,-3 1-155 16,1-1-24-16,1 4-66 0,-3 1-270 0</inkml:trace>
  <inkml:trace contextRef="#ctx0" brushRef="#br0" timeOffset="41825.68">9512 6722 328 0,'0'-1'0'16,"-2"-1"15"-16,1-2 138 0,-1-3-29 0,-4-10 33 16,1 0-45-16,-1 1 14 0,2 3-27 0,1-2-7 0,1 4-8 15,0-1-36-15,0 3 13 0,0 0-6 0,0 0 11 16,-1-1 1-16,-1 1-7 0,2 3 6 0,0-1-7 15,0 3 4-15,2 2-10 0,-2-1 1 0,2 1-4 16,0 0 3-16,-1-2-18 0,-1 1-4 0,0-1-5 16,0 0-25-16,0 2 5 0,0 0-4 0,0 1 5 15,2 1-3-15,0 0 5 0,0 1-1 0,0 7 1 16,8 23-3-16,1 3 0 0,4 5 4 0,0 2-3 0,0 1 3 16,4 8-6-16,-2-1-1 0,1 5-1 0,5-1-2 15,-4-2 3-15,1 1-1 0,-5-6 1 0,-2 2-3 16,-1-3 5-16,-1-4-2 0,-2-2 3 0,1-2 2 15,-1-4-7-15,1-1 5 0,-3-3-6 0,-1-1 8 0,-2-4-7 16,0 4 1-16,-1-4-2 0,1-1 3 0,0-7 0 16,0 1-1-16,0-6 2 0,0-1 10 0,0-5-9 15,-1 3 5-15,-1-7-6 0,4 3 12 0,0 0-5 16,5 0 6-16,10-1-4 0,-1-5 17 0,6-7-10 16,-1 7-2-16,-3-35-4 0,6-4-14 0,-2-1 5 15,2-7 3-15,2-3 0 0,-4-1-1 0,0-7 4 16,0-3-5-16,1 2 5 0,-3-4-6 0,-2 3 5 0,-3-1 0 15,0 2 3-15,-2 5 9 0,-4 6-4 0,2 6 2 16,-6 8-3-16,1 3 2 0,-1 7-12 0,-1 0 4 16,1 7-7-16,-3 3 3 0,-2 3-1 0,3 2-5 15,-1 5 4-15,0 0-5 0,-4 5-2 0,3-3 0 16,1 0-4-16,0 2-10 0,-1 0-4 0,-1 1-7 0,0 1-3 16,0 0-54-16,0 1-115 0,0 5-9 0,9 35-42 15,-6 5-96-15</inkml:trace>
  <inkml:trace contextRef="#ctx0" brushRef="#br0" timeOffset="42026.26">10634 7541 226 0,'0'0'47'0,"0"0"-65"15,-2 0 53-15,0 0-29 0,0 0 6 0,0 0-7 16,0 0 4-16,1 0-8 0,-1 0-7 0,0 0-97 16</inkml:trace>
  <inkml:trace contextRef="#ctx0" brushRef="#br0" timeOffset="42382.73">10715 7443 434 0,'0'0'97'0,"0"-2"149"0,0 0-98 0,-1 0-12 0,-1 0 0 15,0 1-6-15,0-1-17 0,0 0-23 0,0-2-1 16,0 0-8-16,1 1-18 0,1 1-13 0,-2-6 5 0,0 3-8 16,-2-4 1-16,2 3 0 0,0-1-10 0,1 1 6 15,-1 0-12-15,0 1 4 0,0 1-2 0,0 0 1 16,0 1-11-16,0-1-4 0,2 2 5 0,-16 0-4 16,-1-9 9-16,0 2-10 0,-5 2 2 0,3 5-4 15,-3 2 7-15,-9 2-10 0,5 1 4 0,-8 8-6 16,4 1 1-16,1 4 1 0,-5 3 1 0,8-17 1 0,0 22 6 15,6 2-9-15,1 0 2 0,3 2-4 0,5-1 1 16,3 1 2-16,4-2 0 0,-12-2 0 0,5 4-8 16,7-5 3-16,4 1-3 0,4-4 3 0,1-3 4 0,4-2-4 15,-1-2-1-15,27 2-2 0,-1-6-2 0,5-2 2 16,-2 1 3-16,0-6-1 0,0-1-2 0,0 1-5 16,2 19-1-16,-6-10 0 0,5-4 5 0,-5-5-6 15,0-2 5-15,-3 0-5 0,-2-4 0 0,-4-1-9 16,2-3-3-16,-4 1-3 0,1-2-23 0,-5-1-24 15,1 1-7-15,-1 0-16 0,-1 0-137 0,0-1-157 16,1 1-40-16</inkml:trace>
  <inkml:trace contextRef="#ctx0" brushRef="#br0" timeOffset="42712.03">11417 6995 1182 0,'0'0'187'0,"0"0"-252"0,-2 0 228 0,1 0-120 0,-1 0 53 16,0 0 21-16,0 0-7 0,2 0 3 0,0 0-50 15,0 0-5-15,0 0-4 0,0 0 1 0,2 0 3 0,2 0-16 16,3 0 7-16,17 0-12 0,4 0-11 0,0 0-11 16,3-1 1-16,5 1-3 0,1-2 1 0,0-2-6 15,0-2-7-15,0 1 3 0,4 1-7 0,-2 0 0 16,0 3-3-16,-6 1 0 0,-7-2-16 0,-1 2-58 16,-9 0-12-16,-1 0-23 0,-6 0-103 0,-3 0-86 15,0 2-44-15</inkml:trace>
  <inkml:trace contextRef="#ctx0" brushRef="#br0" timeOffset="42884.1">11555 7265 1437 0,'0'0'9'0,"0"0"0"0,-2 0 13 0,2 2 6 16,0-1 5-16,0 1 72 0,0 0-17 0,0 0 4 0,0 2-13 16,2-1-23-16,0 1 8 0,-1-4 0 0,22 2 1 15,3 2-6-15,2 14-14 0,1-7-3 0,3-3-3 16,-1-4-14-16,3-4-16 0,-1-2-3 0,-1-4-5 15,7-3-12-15,3-2-54 0,1-2-41 0,5-6-17 16,3-1-245-16</inkml:trace>
  <inkml:trace contextRef="#ctx0" brushRef="#br0" timeOffset="52953.17">13721 6693 389 0,'0'0'0'0,"0"0"63"0,0-2 8 0,0 0 2 16,0 0 7-16,0-1-65 0,0-1-6 0,0-11 19 15,0 0-18-15,0-2 19 0,2-1-15 0,0-3-13 16,-2 1 13-16,0-2-12 0,0-4 14 0,0 2 40 15,0-1-9-15,0-1 22 0,-2 4 8 0,0 0 3 16,-1-4 5-16,-1 7-4 0,0 1-3 0,2 5-8 16,1 3-2-16,-1 1 0 0,2 7 9 0,-2-1-40 15,0-1 5-15,0 2-18 0,0 0-10 0,0 2 6 0,1 0 4 16,-1 4 0-16,-6 22 9 0,-3 17-11 0,4 1 3 16,-1 1-4-16,3 1-1 0,-1 2-1 0,4 1-1 15,0-1 1-15,2 0-4 0,0 0 3 0,0 1-2 16,0-3 3-16,0 1-5 0,0-5-4 0,0-5 1 0,0 1-2 15,0-7-2-15,0-3-3 0,0 2 0 0,0-8 0 16,0-2 5-16,0-3-4 0,0 0-5 0,0-6 0 16,2 2-24-16,-2-7-6 0,0-1-4 0,0-3-1 15,0 0-14-15,2 2-30 0,2-1-10 0,-2-3-8 16,13 4-41-16,9-4-85 0,0-7-16 0,4-10-36 16,0 2-158-16</inkml:trace>
  <inkml:trace contextRef="#ctx0" brushRef="#br0" timeOffset="53245.96">14317 6451 619 0,'0'-1'213'16,"0"-1"-221"-16,-1 0 236 0,-1-2-106 0,0-1-22 0,-6-10 13 16,1 4 15-16,0 1-8 0,-8 1-15 0,-6-6-54 15,1 6-2-15,-4 1-14 0,-2 5-5 0,5 3-8 16,1 3-4-16,3 3 0 0,1 5-14 0,3-3 7 16,0 16-2-16,5 4 2 0,4-1-11 0,-14 1 4 15,9 2-2-15,5 0 4 0,6 1-4 0,5 3 2 16,6-1 3-16,6-1-1 0,-6 3 6 0,20-5-2 15,2 5-4-15,2-2 2 0,-1-1-4 0,-3-1 4 0,1-3 2 16,-10 0 2-16,0 0 18 0,-2-6 10 0,-3-1 3 16,-4-3 1-16,-8-3-1 0,-1-2-6 0,-5 0 6 15,9-2-3-15,-3 0 24 0,-3-1-23 0,-4-1 3 16,0 2-11-16,-2-5-11 0,-5 3-7 0,-12-2-2 16,-11-1 0-16,1 1-12 0,-3-3 2 0,0 0-2 0,-5 18 2 15,0-11-6-15,4-5-10 0,-2-6-2 0,5 0-2 16,0-4-8-16,4-1-58 0,0-5-5 0,4 1-23 15,3-2-60-15,3 0-17 0,1 3-8 0,5-5-3 16,-3-5-54-16,4-3-200 0</inkml:trace>
  <inkml:trace contextRef="#ctx0" brushRef="#br0" timeOffset="53422.86">13879 6615 624 0,'0'-2'82'0,"0"0"138"0,2 0-146 15,0-1 28-15,2-5-5 0,5-5 14 0,-3-2 5 16,12 2-12-16,6 0-11 0,4 0-1 0,4 0-31 0,3 0 2 15,2 2 2-15,0-2-4 0,0 6-20 0,-1-3-15 16,-5 3-10-16,1-12 2 0,-6 6-13 0,-8 6-1 16,1 1 1-16,-4 3-3 0,5-1-12 0,1 0-6 15,-1 2-8-15,2 2 0 0,-5 0-33 0,7 0-135 16,-2 2-7-16,1 2-56 0,-1 2-143 0</inkml:trace>
  <inkml:trace contextRef="#ctx0" brushRef="#br0" timeOffset="53731.67">15131 6812 1147 0,'-2'0'181'16,"0"0"38"-16,-9 0-95 0,-15-2-80 0,11 0-21 15,2 0 66-15,7 2 4 0,1 0-3 0,1 0-9 0,0 0-72 16,3 0-2-16,1 0 5 0,0 0-2 0,1-2 15 16,14-2 6-16,24-5-4 0,8 0 5 0,1-2-2 15,0 1-1-15,-1 3-1 0,-3 0-2 0,1 1-10 16,-4 2-5-16,-6 1-4 0,-2 1 0 0,-3 2-7 0,-4 0 1 16,-6 0 1-16,-1 0-2 0,-4 0-17 0,-6 0-13 15,4 2-27-15,-5-2-5 0,-1 0-185 0,2 1-276 16</inkml:trace>
  <inkml:trace contextRef="#ctx0" brushRef="#br0" timeOffset="54369.91">16980 6050 569 0,'0'-1'88'0,"-2"-1"116"0,0 0-96 0,0-2 3 15,-1-1-4-15,-5-7 8 0,-8 5 7 0,1 5-21 16,0 0-9-16,-2-9-5 0,2 4-37 0,0 3-9 16,-3 4 0-16,1 2-5 0,2 5-12 0,8-5-5 15,-4 28 1-15,5 7-1 0,-1-2-3 0,5 2-8 16,-20 8-1-16,16-6 0 0,6 2 14 0,7-2-13 16,5-6 7-16,2-3-9 0,5 0 6 0,-13-8 3 15,20 2-5-15,1 0 4 0,-2-5-10 0,1 3 12 16,-2-2-4-16,-4-1 6 0,-1 0-4 0,-4-3 21 0,-2 1 0 15,-4-2 6-15,-4 0-3 0,-3 0 14 0,9-1-2 16,-3-1 6-16,-3 0-3 0,-3-1-6 0,-2-1-3 16,-2-2 0-16,-3 2-9 0,-3-2-14 0,-8 1 1 0,-8-3-6 15,-2 0-2-15,0-1-3 0,0-2-2 0,-2-2-1 16,0 16-6-16,-4-5-2 0,4-5 2 0,-1-5-2 16,1-1 0-16,8-2-19 0,-3 0 2 0,3-2-9 15,9 0-7-15,-4-1-34 0,4-1-23 0,5 2-8 16,-3-5-114-16,5 3-38 0,0-11-27 0,-1-2-17 15,-6 1-216-15</inkml:trace>
  <inkml:trace contextRef="#ctx0" brushRef="#br0" timeOffset="54546.2">16921 6197 1703 0,'-2'-2'84'0,"0"0"170"0,0-1-238 0,0-1 44 15,0 0-1-15,-1-3 19 0,-5-6 9 0,3 2-55 16,1-1-2-16,4-1-16 0,0-1-12 0,4-1-5 16,3 0-1-16,2 4-1 0,6 3 1 0,9-1-13 15,2 2-2-15,2 1-7 0,2 2-42 0,0 1-123 16,1-1-10-16,3 2-46 0,3-20-121 0</inkml:trace>
  <inkml:trace contextRef="#ctx0" brushRef="#br0" timeOffset="54920.31">17877 5725 1143 0,'-2'-1'42'0,"0"-1"97"0,0 0-132 16,-1 0 79-16,-1 0-1 0,2 2 28 0,-7-5-9 16,-1-1-37-16,1 0-5 0,2 3-8 0,-3-1-9 0,3 2-16 15,-4 0 2-15,0 2-9 0,-2 2-13 0,-2 6 6 16,2-5-8-16,-4 34 8 0,2 4-12 0,0 6 0 16,-3 8 4-16,1 5-3 0,2 7 6 0,2 3 2 15,2 1-2-15,4-3 3 0,1-1-2 0,4-9-1 16,-24-4 1-16,15-4-1 0,9-4 4 0,6-1-1 15,7-1-2-15,2-5-1 0,6 0-7 0,-17-3 7 16,24-5-4-16,3-3 6 0,3-2-10 0,-1-6 8 0,7 3-4 16,-1-8 3-16,-2-4-12 0,6-2-1 0,-4-5 1 15,-4-1-2-15,1-1-4 0,-5 17-47 0,1-10 8 16,-4-7-30-16,0-2-86 0,-2-6-248 0</inkml:trace>
  <inkml:trace contextRef="#ctx0" brushRef="#br0" timeOffset="55910.79">18417 6288 290 0,'0'-2'36'0,"0"0"-5"0,0 0 45 15,0-1 9-15,0-10 0 0,2-8 28 0,0 1-27 16,0-1 3-16,1-1-12 0,-1 2-4 0,0-4-4 16,0 1 5-16,0 3-4 0,-2 1 7 0,0 1-6 15,0 3 2-15,0 0-3 0,0 2 8 0,0 2-6 0,0 5 3 16,0 1-2-16,0-1 3 0,0 1-8 0,0 3-8 16,0-2-1-16,-2 0-45 0,2 1-11 0,0 1 2 15,0 0-3-15,0 2 2 0,0 0 6 0,0 2-7 16,-4 16 7-16,1 18-6 0,1 1 6 0,2 0-1 15,0 2 0-15,2-2-17 0,-1-2 12 0,1 2-7 0,0-1 9 16,0-1-3-16,2-2-7 0,-1-5 6 0,-1-2-7 16,0-3 5-16,0-3 0 0,0-1-4 0,-2-3 2 15,0-1-10-15,0-2 6 0,0 0 0 0,0-4 3 16,0 1 7-16,0-1-3 0,0 0-2 0,-2 1-1 16,0-3-3-16,-2 2 7 0,3-3-3 0,-3-1 3 15,2-1-2-15,-11-2-2 0,-4 0 8 0,8 5-8 0,-2 1 8 16,-2-3-3-16,0-1 2 0,0-2-2 0,0 0-1 15,2-2 1-15,0 0 3 0,3 0 0 0,-1 0 11 16,3 0-2-16,3 0 3 0,1 0-1 0,0 0 1 16,-2 0-7-16,0 0-2 0,1 0-2 0,1 0-7 0,0-2 2 15,0 2-2-15,2-2 2 0,0 0 4 0,2 0-2 16,0 0 2-16,0 2-2 0,20-5 1 0,2-1 12 16,4-1-5-16,-2 1 7 0,0-1-10 0,4-1 2 15,-1 1-8-15,-1 0 6 0,2 1-6 0,-10 0-4 16,3 1 5-16,-7 1-7 0,1 0 1 0,0 3-7 15,-4-1 1-15,2 0-3 0,-4 0-8 0,-2 2-10 16,-2 0-9-16,-3 0-5 0,0 0-72 0,-2 0-36 16,1-2-17-16,1 0-5 0,0 0-74 0,-2 1-204 0</inkml:trace>
  <inkml:trace contextRef="#ctx0" brushRef="#br0" timeOffset="56082.63">18196 5943 1164 0,'-2'-2'88'0,"0"0"178"16,1 0-252-16,-1 0 10 0,0 0 15 0,2 1 3 16,0-1 63-16,2 0-53 0,0 0 2 0,1 0-20 15,27-9-7-15,3 4 4 0,5 3-7 0,-1 4 3 16,0 0-22-16,0 0-4 0,0 2-1 0,-2 0-1 0,-1 1-8 16,-8 3-44-16,2 1-25 0,-2 3-14 0,0 1-145 15,-4 4-176-15</inkml:trace>
  <inkml:trace contextRef="#ctx0" brushRef="#br0" timeOffset="56357.59">19126 6425 1374 0,'0'0'16'0,"0"-1"38"0,0-1-23 0,-1 0 95 15,-1-2-18-15,-2-3 37 0,-3-4-51 0,5-1-45 0,-15 5 9 16,0 0-20-16,2-1 14 0,1 6-6 0,2-7-7 15,-1 2 1-15,0 3-23 0,-1 2-1 0,-1 4 1 16,-4 5-2-16,-1 4 4 0,1 1-10 0,-3 17 3 16,3 5-6-16,1 1 7 0,5 0 5 0,-2 2-1 15,7 2 1-15,-3-1-8 0,6-1-1 0,3 0-1 16,0-2-1-16,-17 0-6 0,10-3 3 0,7-2 3 0,6-4-1 16,3-2-3-16,1-8-14 0,3-1-5 0,6 0-1 15,9-9-10-15,5-1-20 0,3 14 1 0,1-14-12 16,10-5-51-16,1-9-62 0,-1-4-10 0,-5-5-16 15,-1-5-58-15,-5 12-62 0,-1-20-31 0</inkml:trace>
  <inkml:trace contextRef="#ctx0" brushRef="#br0" timeOffset="56815.34">19507 6437 593 0,'0'-2'76'0,"0"0"-6"16,0 0 93-16,0-7-12 0,-4-12 9 0,-1 3-29 16,-1-3-21-16,2 6 2 0,-1 2-8 0,-1 0-4 0,4 10-13 15,-1-5-7-15,1 5-4 0,-2 1-32 0,-7-6-7 16,-4 1-3-16,2 5-1 0,-2 2-15 0,0 6 0 15,1 3-1-15,1 8 0 0,-2 14 0 0,2 4-1 16,0 1-3-16,2-5 1 0,1-1-10 0,3 2 0 16,5-3 0-16,0-1 0 0,-16 0 5 0,8-4-3 15,5-2 1-15,3 1-2 0,2-5 4 0,2-3-9 16,3 0 6-16,1-4-6 0,1 0 5 0,-3-7-5 16,16 1 3-16,3 10-3 0,1-4 6 0,0-5-1 0,4-2 1 15,0-4-2-15,-2-4-3 0,2-3 5 0,-2-5-4 16,-6 3 3-16,8-8-10 0,-8 4 3 0,-7 10-6 15,6-19 4-15,-14-1-10 0,12-1 4 0,-6 0 0 16,-1-4 0-16,-7 2-6 0,-3 0 8 0,-2-2-4 0,-3 4 6 16,-6 0 4-16,-4 2 0 0,7 1 2 0,-16 8-2 15,0 0 2-15,-2 10-1 0,4 1 4 0,0 0-3 16,-1-2 8-16,3-11-3 0,1 6-4 0,3 3 2 16,1 3-3-16,4 1 11 0,-1 2-5 0,5 0 5 15,0 0-11-15,1 0 12 0,0 2-2 0,3 0 4 16,1 5-14-16,-11 12 15 0,2 3-5 0,3-2 9 0,5 3-6 15,1 1 2-15,2-2 1 0,3 2 0 0,5 4 1 16,1-4 2-16,4 2-2 0,2-2 3 0,-8-1-8 16,19-3 2-16,0 2-4 0,4-3 3 0,-4-1-9 15,0-3-3-15,-2 2 2 0,-1-4-2 0,-5-2-6 0,1-4-10 16,-1-1-4-16,5 3 0 0,-5-1-13 0,3-5-71 16,-1 1-23-16,-5 7-27 0,5-1-156 0,-1-3-196 15</inkml:trace>
  <inkml:trace contextRef="#ctx0" brushRef="#br0" timeOffset="57186.99">19706 5696 1308 0,'0'-2'52'0,"-2"0"-5"0,0 0 6 0,-2-2 20 0,1 1-21 16,1 3 88-16,0-2-39 0,0 0 1 0,-4 0-23 16,5 2-59-16,-1 0-16 0,-2-4 5 0,2 1-8 15,0 1 10-15,0 0 2 0,2 2-3 0,0 0 5 16,2 0 16-16,2 2 7 0,-2-2 4 0,22 4-2 16,9 18-14-16,-1 4-5 0,3 2-4 0,6 5 1 0,-11 1-10 15,1 6 9-15,1 1-8 0,-4 8 7 0,-4 1-15 16,-2 2 6-16,-3 1 2 0,-3-1 1 0,1 2-1 15,-4-4-8-15,-2 2 7 0,-1-5-7 0,-5-3 9 0,1 1 2 16,-3-4-5-16,-1-2 5 0,21-2 9 0,-10 2-2 16,-10 0 3-16,-3-2-4 0,-3 2-6 0,-5-2-5 15,-5 4-2-15,-2-6-2 0,-3 8 1 0,-1-6-8 16,-1-3-2-16,14 3-4 0,-18-6-17 0,2 3-79 16,-2-1-21-16,1-3-35 0,1 0-213 0</inkml:trace>
  <inkml:trace contextRef="#ctx0" brushRef="#br0" timeOffset="57904.91">21195 6377 690 0,'-2'0'0'0,"0"0"153"16,-2-2 20-16,2 2 21 0,-5-2 25 0,2 2-118 15,1 0 5-15,0-1-16 0,0-1-7 0,1 2-11 16,1 0-43-16,0 0 4 0,0 0 1 0,0 0 1 16,2-2 13-16,0 0-12 0,2 2-1 0,0 0-6 15,0 0-8-15,20-4-17 0,-2 1 7 0,3-1-10 16,1 0 0-16,-4 2-6 0,1 0-3 0,-1-1-1 0,-5 1-9 15,2 2-18-15,-2 0-26 0,-6 0-2 0,4 2-119 16,-4 0-54-16,-5-1-18 0,-4 1-34 0,17 26-276 16</inkml:trace>
  <inkml:trace contextRef="#ctx0" brushRef="#br0" timeOffset="58042.41">21063 6606 1283 0,'0'0'69'0,"0"0"-1"0,-2 0-13 15,0 0-5-15,0 0-19 0,1 0 52 0,-1 0 23 16,0-2-6-16,0 2 0 0,0 0-73 0,0 0-13 15,2-2 4-15,0 2-5 0,2-2 11 0,4 0-12 16,25-3-1-16,3-3-4 0,3 1-6 0,-2 1-14 16,2-1 1-16,-9 3-6 0,7-2-12 0,4 3-73 0,-2-1-22 15,6 0-25-15,-4 1-159 0</inkml:trace>
  <inkml:trace contextRef="#ctx0" brushRef="#br0" timeOffset="58341.03">22236 6058 1208 0,'-1'-2'41'0,"-7"-15"84"15,-7-12-107-15,2 1 71 0,4 4-12 0,2 3 33 16,-1 3 1-16,3 3-36 0,-1 2 6 0,2 3-18 0,2 5-7 16,1-1-12-16,1 4-11 0,-2-1 0 0,0-1-30 15,0 2 3-15,0 0 11 0,2 0-4 0,0 2 28 16,0 2-13-16,0 0-2 0,0 15-3 0,0 20 0 0,2 8-2 15,2 1 2-15,-2-1-2 0,-1 6-3 16,-1-2-4-16,0-1-5 0,0 4 1 0,0-6-8 0,0-1 1 16,0-2 2-16,0-2-1 0,0-4-1 0,-1-4-3 15,-1 2-4-15,0-1-1 0,0-4-9 0,2-1-8 16,0-1-1-16,0-4-3 0,0-3-16 0,0-5-113 16,2-3 0-16,2-2-46 0,-1-1-63 0,-1-7-209 15</inkml:trace>
  <inkml:trace contextRef="#ctx0" brushRef="#br0" timeOffset="58639.97">22806 6017 1370 0,'-1'0'68'0,"-1"-2"-96"0,0 2 82 0,-22-11-43 16,-4 2 35-16,0 1 29 0,4 6-7 0,2 2 5 15,-1 8-62-15,7 1 4 0,-1-5-7 0,4 24 6 16,2 0-1-16,7 7-3 0,-16-2-2 0,8 2 0 15,9 1 0-15,3-7-3 0,7 5 6 0,6-1-6 16,4-1 3-16,-12-4 1 0,27 0-3 0,1-6 3 16,1 0-1-16,-1-1 11 0,3-3 0 0,-1 1 4 0,0-3 18 15,-3 1-2-15,-4-2 6 0,-8-2-7 0,0 2 0 16,-5 0-1-16,-4-2 0 0,-5-2 2 0,-2-2 12 16,1-1 7-16,1-1 1 0,-4-3 0 0,0 3-4 0,-2-1-18 15,0 1-4-15,-2 1-4 0,-6 1-17 0,-14-4-6 16,-13 1 1-16,-4 0-3 0,0-5-3 0,-2 22-1 15,-2-9 0-15,2-8-2 0,-5-4-9 0,5-2-7 16,0-6-9-16,0-3-2 0,10 0-65 0,3-4-100 16,6 0-10-16,5 2-38 0,6 1-111 0</inkml:trace>
  <inkml:trace contextRef="#ctx0" brushRef="#br0" timeOffset="58855.03">22871 5985 1876 0,'0'0'3'0,"0"0"1"0,0 0 36 0,0 0 17 0,2 0 8 16,0 0 71-16,0 0-69 0,0 0-2 0,2 0-24 15,9 2-23-15,7 0-3 0,2 0 0 0,1-2-2 16,4 0-5-16,3-2-8 0,2-3 2 0,1-3-3 16,2 1-2-16,-1-1-9 0,1-1-7 0,-2 0 0 15,-1-1-15-15,-2 3-121 0,1 0-3 0,-7 3-54 16,1 0-123-16</inkml:trace>
  <inkml:trace contextRef="#ctx0" brushRef="#br0" timeOffset="59069.06">23518 6370 1988 0,'0'0'16'0,"0"0"5"0,0 0-2 16,0 0 6-16,0 0 0 0,0 0 77 0,1 0-45 16,1 0 2-16,0 0-21 0,26-8-28 0,5-1 1 0,5-2-2 15,-1 0 0-15,2 0-9 0,0 1 0 0,-2 1-8 16,-2 0 3-16,-2 1-26 0,3 3-105 0,-3-1-19 16,2 1-41-16,1-1-173 0</inkml:trace>
  <inkml:trace contextRef="#ctx0" brushRef="#br0" timeOffset="59477.74">24812 5781 1455 0,'0'0'30'0,"0"-2"3"0,-2 0 35 15,0 1 19-15,0-1-1 0,-2 0 81 0,-3-2-85 16,-8-1-3-16,2 1-27 0,0 2-31 0,4 2-6 16,-2 0-1-16,1 2-2 0,3 2-10 0,1-1 3 15,5 18-3-15,-16 5 3 0,6 3-3 0,3 5 9 16,6-1-5-16,2 1 6 0,6 1-10 0,3-2 10 0,4 3-8 15,0-7 8-15,4 1-1 0,-2-6 1 0,-13-2 8 16,20-1-6-16,0 1 12 0,1 0 5 0,1-3-3 16,-4 0 3-16,1-6-4 0,1 0 0 0,-7-2-1 15,-2 0 0-15,-6 0-13 0,-5-2 16 0,5 1-5 0,-3-5 9 16,0 3 0-16,-4-3-12 0,0 6-1 0,-2-1-6 16,-4-1-8-16,-14 0-17 0,-17-1 5 0,0-1-11 15,-2 0 3-15,3-1-74 0,1-2-18 0,-2-2-28 16,5 16-146-16,-1-5-217 0</inkml:trace>
  <inkml:trace contextRef="#ctx0" brushRef="#br0" timeOffset="59641.96">24966 5813 1635 0,'0'0'192'0,"2"-2"-262"15,0 0 228-15,-1 0-123 0,1 0 32 0,2 0 55 16,0 1-18-16,9-5 18 0,0 0-85 0,3-1-24 15,5 0 2-15,-1-1-10 0,6 1 1 0,0-1-6 16,-2 3 0-16,6-3-3 0,-2 3-11 0,2-3-33 16,3 1-43-16,0-1-8 0,1 3-251 0</inkml:trace>
  <inkml:trace contextRef="#ctx0" brushRef="#br0" timeOffset="60202.49">26126 5330 1267 0,'0'-2'52'0,"0"0"6"0,0-7-34 0,-3-13-12 0,1 7-17 15,-2-2 12-15,2 4 77 0,-2 2-27 0,3 4 40 16,-3-1-40-16,0 3-4 0,4 3 7 0,-15 0-7 16,2-7-1-16,-9-1-18 0,-2 10 4 0,-4 10-9 15,0-7 0-15,2 51-6 0,-4 4 4 0,3 5-4 16,-7 4 4-16,4-1-14 0,3 3 4 0,-1 0-5 0,7 0-1 15,5-4 13-15,1 3-1 0,9-3 7 0,-22-5 6 16,19 1-7-16,11-11-7 0,7-4 2 0,8 1-3 16,3-8-5-16,-9-2 6 0,28-2-7 0,-1-1-1 15,1-6-5-15,1-4 1 0,5-6-3 0,1-1-7 0,-1-2-2 16,-4-4-3-16,-4-5 0 0,0-3-19 0,-7 16-20 16,1-6-4-16,-1-8-8 0,-2-3-56 0,-2-2-96 15,0-3-18-15,-6-3-43 0,3-3-244 0</inkml:trace>
  <inkml:trace contextRef="#ctx0" brushRef="#br0" timeOffset="60475.2">26644 5495 1749 0,'0'-2'62'0,"-2"0"-4"0,1-1-9 0,-3-3 31 16,0-5-34-16,-7 4 105 0,2 3-50 0,1-2-4 0,1 1-23 15,-1 1-57-15,7 4-13 0,-5-2 1 0,2 2-5 16,1 2-3-16,-1 2 4 0,-17 35 5 0,7 5-1 16,6 3 3-16,4-1-5 0,4 1-2 0,0-1 1 15,2 0-2-15,2-1-3 0,0 1 5 0,1-3-3 16,-3 2 3-16,-2-6-3 0,0 0 0 0,0-2-3 16,2-6-7-16,0 1-8 0,2-4-5 0,-1-8 1 0,3 2-23 15,-1-3-138-15,1-2-5 0,1-1-55 0,1-3-107 16</inkml:trace>
  <inkml:trace contextRef="#ctx0" brushRef="#br0" timeOffset="60637.75">27010 5883 1385 0,'0'0'255'0,"0"0"53"0,0 0-144 15,0 0-104-15,0 0-43 0,0 0 42 0,0 0 43 16,0 0-10-16,0 0 11 0,0 0-66 0,0 0-19 0,0 0-3 15,0 0-3-15,0 0-10 0,0 0-7 0,0 0-5 16,0 0-1-16,2 0-19 0,0-2-82 0,0 1-22 16,-1 1-34-16,18-4-199 0</inkml:trace>
  <inkml:trace contextRef="#ctx0" brushRef="#br0" timeOffset="65772">27599 5517 318 0,'0'0'41'0,"0"-1"-2"16,0-3 29-16,1-11 2 0,1-7-5 0,0-1 11 0,-2 5 15 16,-2-2 2-16,0 3 4 0,-1 2 2 0,-5-2 2 15,1 4-12-15,1 2 7 0,-1 0-24 0,3 4 14 16,-1-3 0-16,1 1 5 0,-5-2-6 0,1 0-12 16,5 0 2-16,-5 1-7 0,4 3-17 0,1-1-29 15,-1 1-3-15,2-2-5 0,2-4-3 0,2-2 12 16,4-2-6-16,5 0 7 0,3-1-7 0,20-1 15 15,3-1 0-15,0 1 4 0,0 3-8 0,-1 4-13 16,-1 5-1-16,-7 5-5 0,0-16-10 0,-8 10-1 0,-3 4-2 16,-1 4 1-16,1 4-1 0,-6 2 4 0,0-3 0 15,-7 33 0-15,18 1 3 0,-9 4-3 0,-7 7 2 16,-8 0-2-16,-5 2 6 0,-4-3-2 0,-4-4 0 0,-2-4 0 16,-3-2 7-16,18-4 10 0,-24-3-3 15,2-2 5-15,-4-1-6 0,4-2-6 0,-1-1 7 0,1-2-6 16,4-3-1-16,5-3 1 0,-2-1-12 0,4-4 8 15,4 0-7-15,0-3 1 0,5-1 4 0,0-3-3 16,2 0 7-16,-1-1-6 0,-1 1 0 0,2 0-2 16,0 0 7-16,0-1-4 0,1 1 9 0,1 0-8 15,0-2 10-15,1 5 2 0,1-1-7 0,2-1 5 16,18-1-10-16,8 0 3 0,3-3 2 0,5 22-1 0,1-10-3 16,1-6 8-16,3-3-7 0,-2-4 5 0,-4 0-10 15,0-4-3-15,-5 0 0 0,-1 1-1 0,-5 1-3 16,-5-2-6-16,-1 0 0 0,-5 3-3 0,0-3-9 0,-2 0-25 15,-2 2 3-15,-7 2-15 0,3-2-47 0,4-1-117 16,-7 3 0-16,5-2-46 0,-1 2-79 0</inkml:trace>
  <inkml:trace contextRef="#ctx0" brushRef="#br0" timeOffset="66268.46">28345 5350 1025 0,'-2'-1'116'16,"-3"-1"237"-16,-10-17-318 0,4 6-3 0,5 4 21 16,-1-2-5-16,-1 0 83 0,1 1-57 0,-1-3-2 15,5 4-22-15,1-2-39 0,2 0 12 0,5-2-3 0,-3-4 7 16,33 0 10-16,6 1 12 0,4 1-6 0,3 2 6 16,-1 0-12-16,-1 5-13 0,0 3-1 0,-3-19-6 15,0 12-13-15,-12 11 2 0,-6 1-4 0,-7 5 3 16,-7 1 1-16,-3-1 3 0,-3 21 2 0,14 10-2 15,-10 6 2-15,-13 8-4 0,-12-1 3 0,12 5-2 16,-42-2 4-16,1-4-6 0,-1 6-1 0,1-8-1 0,2 2 8 16,6-7-9-16,4-4 3 0,5-5-6 0,2-2-4 15,11-3 4-15,2-2 4 0,6-3-1 0,-8-2 0 16,5-1-3-16,5-2 2 0,5-4-1 0,0 0 7 0,2-4-1 16,0-4-6-16,-1-1 4 0,20 11-4 0,5-4 7 15,4-3 2-15,3-7 1 0,0-2 6 0,3-5 2 16,-3-5-2-16,-1-2 1 0,-3-2-7 0,-6 2 0 15,-3 0 2-15,-7 9 0 0,-2-14 16 0,-3-3 0 16,-6 1 1-16,14-6-2 0,-6 2-8 0,-7-6 2 16,-3-2-5-16,-7-1 5 0,-4 0-10 0,-6-1 10 15,-3-1-9-15,8 3 7 0,-17-3-13 0,-1 9-2 16,-3-2 3-16,-1 8-4 0,1-1-2 0,-1 3 0 16,1 5 1-16,5 0-1 0,2 2-6 0,6 1-3 0,5 5-5 15,5-3 3-15,3 3-5 0,5 5-23 0,-2-2 5 16,1 0-13-16,1 0-4 0,0 0-47 0,0 1 0 15,2 1-17-15,2 0-14 0,2 0-29 0,22 0-3 16,9 0-14-16,4 0-50 0,-2 0-96 0,2 0-93 0</inkml:trace>
  <inkml:trace contextRef="#ctx0" brushRef="#br0" timeOffset="66606.06">29136 4754 1340 0,'-2'-1'87'0,"-2"-1"14"16,-9-8-16-16,-9 7-29 0,4-16-5 0,5 10 51 16,-2-2 19-16,2 0 0 0,5 7-2 0,5-5-58 0,1 9-22 15,-2-4-13-15,2 0 1 0,0 0-16 0,0 1-8 16,2 1 6-16,0 0-7 0,2 0 8 0,6 0-2 16,25-1 4-16,4 4-4 0,4 7 5 0,0 3-2 15,4 8 1-15,-3 3-1 0,5-11 1 0,-5 28-7 16,3 4 5-16,-2 3-4 0,-4 4-3 0,-6 8 10 15,-9 3-8-15,4 8 8 0,-8 3-9 0,-5-1 3 16,-2 1-2-16,-11 1 2 0,28-3 3 0,-19 1-4 16,-13-5 8-16,-7-1-7 0,-10 0 2 0,-3 0 1 0,-6 2 1 15,-2 0 2-15,29-2 9 0,-37-2-2 0,5-7-1 16,0-4 0-16,-1-2-2 0,3-2-4 0,1-1-3 16,0-10 2-16,4-2-5 0,2-5 0 0,2-4-2 15,0-2 0-15,3-4-3 0,2-3 0 0,1-2-2 16,4-2 0-16,-2 0-18 0,2-2-54 0,-1-2-2 15,0 1-34-15,-1 1-174 0,-5 2-466 0</inkml:trace>
  <inkml:trace contextRef="#ctx0" brushRef="#br0" timeOffset="76390.42">29994 5486 615 0,'0'0'99'15,"-2"0"-29"-15,0-2 34 0,0 0 15 0,0 0-40 16,1 0-2-16,-1 1 21 0,0-1 5 0,0 0-9 0,-2 0-15 16,2 0-21-16,1 0-11 0,-1 0-2 0,0 1-33 15,0-1 33-15,0 0-6 0,0 0 16 0,2 0 4 16,0 0-5-16,2 0 1 0,0 1-5 0,2-1-12 0,1 0-6 16,16-5 2-16,3-1-4 0,0 3-3 0,-4 1-10 15,4 0-1-15,-1 2-3 0,-5 0-11 0,3 1-2 16,-3 1 0-16,3 0 0 0,-1 0 7 0,-1 0-4 15,-1 0-7-15,6 0 1 0,-7 0-23 0,7 0-3 16,-5 1-12-16,-4 1-1 0,1 0-79 0,-4 0-95 16,2 0-6-16,-8-2-41 0,0 0-137 0</inkml:trace>
  <inkml:trace contextRef="#ctx0" brushRef="#br0" timeOffset="76590.7">29856 5724 1258 0,'-1'0'41'0,"-1"0"-2"0,-2 0 43 0,0 0 12 0,1 0-1 16,-1 0 54-16,0 0-48 0,0 0-7 0,3 0-15 16,-1 0-42-16,0 0-1 0,2 0 2 0,2 0-1 15,1 0-5-15,20 0-10 0,16 0 0 0,2 0-2 16,3-4-9-16,4-2-1 0,3 1-8 0,-1-1 6 16,2 1-2-16,-2-1-21 0,-2 2 5 0,-3 1-13 15,-6 1-11-15,-2 0-23 0,-2 0-24 0,0 2-6 16,-1-2-137-16,-1 2-64 0,-1-2-27 0</inkml:trace>
  <inkml:trace contextRef="#ctx0" brushRef="#br0" timeOffset="77202.52">30857 5137 810 0,'-2'-2'121'0,"0"0"261"0,1-2-344 0,-5-3-1 0,-1-4 18 15,1 2-6-15,0-1 57 0,3 1-33 0,-1 0-1 16,2 1-12-16,0-1-17 0,2 0 17 0,0 1 1 0,2-1 5 16,2 0-2-16,0 3-16 0,1-1-2 0,8 1-4 15,9 1-10-15,6-1-10 0,4 2 1 0,-1 2-4 16,5 1-2-16,3-22-12 0,0 12-1 0,-2 7-3 15,-4 4 7-15,-1 0-6 0,-8 2 2 0,-4 2-4 16,1 2-1-16,-3 1 0 0,1 2 4 0,-4 1-1 16,-2-1 3-16,-9 0-2 0,-1 12-4 0,12 1 1 15,-4 4-8-15,-3 4 8 0,-6 1 1 0,-4 4 3 0,-8 3-4 16,-4-1 4-16,-3 0-3 0,-2-2 5 0,16-3-4 16,-25-1 3-16,0-1-2 0,2 3 3 0,0-7-2 15,5-2-3-15,5-1 1 0,6-5-2 0,5 3 5 16,3-3-4-16,0-3-1 0,-9 2 0 0,4-2 0 0,3-2 0 15,2-2 1-15,2 0-1 0,4-2 1 0,-1-3-2 16,16-1 1-16,3-3-1 0,4 15 1 0,2-6 1 16,0-3 1-16,9-7 1 0,-7-1-1 0,3-5 6 15,-5-3-8-15,-8 1 7 0,3-2-3 0,-7 1-1 16,-1-1 3-16,-4 2-3 0,-5 3 6 0,-4-17 2 16,11 3 2-16,0-10-1 0,-9 4-5 0,-4-4 12 15,-6 0-6-15,-5 2 7 0,-6 0-5 0,6 4 5 16,-21-2-1-16,1 2 1 0,-1 1-6 0,5 4-5 15,-7 1 1-15,4 3-1 0,-3 3 1 0,1-1 0 0,6 2 1 16,2 3 0-16,2-1-1 0,3 3-8 0,-1 1 2 16,7-1-4-16,2 2-2 0,5 0 4 0,1-2-2 15,1 1 3-15,0-1-3 0,1 2-1 0,1 0-3 0,0 0 0 16,0 1-10-16,0-1-4 0,0 0-2 0,2 0 0 16,0 0-8-16,0 0-27 0,2 0-9 0,0 1-16 15,2 1-121-15,5 0-133 0,10-2-48 0</inkml:trace>
  <inkml:trace contextRef="#ctx0" brushRef="#br0" timeOffset="77406.86">31934 5341 1778 0,'0'0'164'0,"-2"0"-227"15,0 0 196-15,1 0-109 0,-3 0 9 0,0 0 63 16,-16-2-18-16,1 2 28 0,-1 0-54 0,-1 0-31 15,3 0 0-15,5 0-11 0,3 0-4 0,5 0-10 16,1 0 3-16,0 2-7 0,1 0-6 0,-1 0-15 16,2 0-9-16,0 0-8 0,0-1-88 0,2 1-95 15,0 0-15-15,2 0-34 0,8 4-170 0</inkml:trace>
  <inkml:trace contextRef="#ctx0" brushRef="#br0" timeOffset="77915.8">32406 4897 1420 0,'0'-2'35'0,"0"1"-3"0,0-9 31 0,3-18 9 0,1 2-4 16,0 2 40-16,0 2-18 0,-3 5-5 0,1 3-7 15,-2 2-33-15,0 5-5 0,0 3-4 0,0 1 2 16,0-3 3-16,0 4-17 0,0-2 11 0,-2 1-14 16,1 1 1-16,-1 0 2 0,0 0-7 0,-2 2 6 15,-1 0-6-15,-10 6-2 0,-2 5 2 0,0-6-3 0,-1 23 0 16,-1 2 2-16,1 1-2 0,1 1 1 0,0 0-3 15,0 1-5-15,3 0 4 0,1 5-3 0,1 1 3 16,3-2-7-16,-2 4 4 0,5 1-4 0,1-1 3 16,3 2-2-16,-20-4-3 0,11-6 3 0,5-1-1 0,4 1 4 15,4-1-5-15,4-1 5 0,3-1-8 0,0-8-1 16,2 1 2-16,2-3 1 0,-11-1 4 0,17-6-5 16,3 1 3-16,-2-2-3 0,-3-5 6 0,5 0-4 15,1-5-1-15,-1 0 0 0,4 0 4 0,-2 13-8 16,2-6 2-16,2-5-3 0,-2-4 6 0,0-2 0 15,-2-4-2-15,-2-1 0 0,-3-2-3 0,-2-1 2 16,-2 1 2-16,-4 2 0 0,0-14 3 0,-6-5-1 16,-1 0 1-16,11 4-1 0,-6 2 7 0,-5-3-8 15,-4 5-2-15,-2-3-1 0,-2 3 4 0,-1 3-5 0,-3 2 7 16,3 6-6-16,-19-1 7 0,-4 6-5 0,-2-16 2 16,0 8-3-16,-1 9 3 0,1 4 1 0,0 5-4 15,1 5 4-15,1 2-5 0,4-1-1 0,1-10 4 0,1 20-2 16,7-3 3-16,2-5-2 0,6 3-5 0,5-6 3 15,-7-2-7-15,-1 4 5 0,5-2-2 0,1-2 1 16,2 2-10-16,2-4-21 0,0 1-1 0,2-5-8 16,0-1-23-16,0-2-111 0,18 13 0 0,4-6-46 15,2-4-80-15,2-3-181 0</inkml:trace>
  <inkml:trace contextRef="#ctx0" brushRef="#br0" timeOffset="78335.72">32970 4918 1191 0,'-2'-2'100'0,"0"0"214"0,-1 0-278 0,1 2 43 16,-9-7-1-16,1 1 16 0,5 4 0 0,3 2-45 16,-2-2-4-16,1 1-13 0,-1-1-24 0,0 0 1 15,0 2 3-15,1 0-2 0,1 0 2 0,0 2 3 16,0 1-2-16,-2 5 3 0,-5 16 2 0,4 4-3 15,1 2 4-15,2 3-5 0,2 2 6 0,0 2-9 0,0 2 1 16,-2 2-3-16,2-4 2 0,0 2-10 0,0-3 5 16,2-5-5-16,0-1 13 0,-2-6-7 0,0-2 2 15,2 1-4-15,0-3-1 0,-1-3 5 0,3-4-4 16,0-2 5-16,0 0-8 0,-1-4 3 0,3 5 4 0,-2-7-2 16,-3-3 8-16,11 7-11 0,1-1 2 0,0-3-3 15,5 1 5-15,-3-4 3 0,2-2-4 0,-1-4 2 16,1-3-11-16,2-6 11 0,-1 7-4 0,-1-22 8 15,2-3-8-15,-3-5 0 0,-1-1 3 0,-2-5-2 16,-2 1 0-16,0 0 3 0,-1 0 2 0,-3 8 0 16,1-3-1-16,-5 7-4 0,1 1 4 0,-2 4-3 15,0 1 7-15,3 7-15 0,-3 1 1 0,2 4-6 0,1-4 5 16,-1 4-2-16,0-2-4 0,3 1 0 0,-1 1-17 16,3 0-40-16,-1 0-20 0,1 0-22 0,0 0-213 0,6 1-237 15</inkml:trace>
  <inkml:trace contextRef="#ctx0" brushRef="#br0" timeOffset="95404.07">24021 8204 143 0,'0'0'40'0,"0"0"10"0,0-2 77 16,-2 0 27-16,0 1-7 0,0-1-7 0,0 0-57 16,0 0-8-16,1 0 1 0,-1 0-13 0,0-1 5 15,0-1-5-15,0 0 1 0,0 0-27 0,-3-5-4 16,-1 0-3-16,2 1 2 0,1-1 0 0,-1-4 0 0,0 2 3 15,1-2-3-15,1 2 3 0,0 0-7 0,0 1 3 16,0 3-4-16,2 0-3 0,0 3 5 0,0-2-7 16,0 3 8-16,0-1-2 0,-2 0-6 0,0 0 4 15,1 3-6-15,-1-1-12 0,0 2 1 0,0 0 1 16,2 2 2-16,0 1 6 0,-6 31-7 0,5-1 3 0,-1 2-3 16,2 4 3-16,0-1-4 0,0 1-7 0,2 1 4 15,-1 3-8-15,3 4 1 0,2 3 3 0,-1 0-2 16,1 6 5-16,-1-3-4 0,3 3 0 0,-3 2 0 15,3 1 4-15,-3 0-4 0,1 3 3 0,-2-3-2 16,-1-3 5-16,-1-4 11 0,0-2-6 0,2-2 7 16,0-3 0-16,-1-4-4 0,1-4 4 0,0-4-5 15,-1-1 2-15,1-3-3 0,0-3 0 0,0 0-1 0,-1-3 0 16,-1-8-5-16,2 5 3 0,0-5-3 0,-1 2 3 16,-1-10 1-16,2 8 0 0,-2-4-1 0,-2-5-2 0,2 3-3 15,-2-5-6-15,0-3 3 0,0 3-7 0,0-2 7 16,0 0 1-16,1 2 2 0,1-1-5 0,0 1-7 15,0 0 2-15,0-1-5 0,0 1-10 0,0-2-67 16,-1 0-7-16,1 0-25 0,0 0-70 0,-2-2-83 16,2 0-43-16</inkml:trace>
  <inkml:trace contextRef="#ctx0" brushRef="#br0" timeOffset="95870.77">24099 8754 665 0,'0'0'189'0,"-2"0"-216"0,0 0 205 0,0 0-101 0,-2 0-40 16,3 0 63-16,-11 0 2 0,1 0 19 0,2 0-3 15,0 0-34-15,-1 0-7 0,5 0-8 0,-1 0-28 0,4 0-12 16,1 0-1-16,-1 0-4 0,-2 0-9 0,0 0-6 16,2 0 5-16,1 0-2 0,1-2 18 0,0 0 5 15,1-2 0-15,1-12 0 0,35-16-12 0,14-3 12 16,1-6-8-16,5-5 8 0,6-3-18 0,-1-3 2 15,-1 4-9-15,0-2 6 0,-2 2-11 0,-1 5 0 16,1 0 3-16,-1 2-4 0,-4 2 4 0,0 2-3 16,-4 2-1-16,0 1-2 0,-4 5 1 0,-10 1 1 0,-1 4 2 15,-15 3-1-15,-1 5-2 0,-4 1 1 0,-6 4 3 16,-5 0-1-16,1 3 8 0,-5 6-2 0,6-5-5 16,-2 3 2-16,-3 0-9 0,1 1-3 0,0-1-4 15,-2 0-1-15,0 1-19 0,0 1-62 0,0 0-16 0,0 0-26 16,0 0-138-16,0 2-88 0,0 0-116 0</inkml:trace>
  <inkml:trace contextRef="#ctx0" brushRef="#br0" timeOffset="96308.85">24147 9207 912 0,'0'0'34'0,"0"0"63"0,0-2-78 0,0 0-2 15,0 0 22-15,0 0-6 0,0 1 76 0,0-1-32 0,2 0 0 16,0 0-13-16,1 0-18 0,5 0-2 0,16-3-5 16,-5 3 5-16,1 0-3 0,0 2-3 0,-1 2 4 15,11 3-4-15,-1 3-6 0,-1 1 12 0,2 2-7 0,0 2 9 16,-3 0-3-16,9 6-7 0,-1-1 7 0,4 3-9 16,4 1-8-16,-1 2 2 0,3-2-11 0,3 3 8 15,2-5-14-15,4 2 2 0,-2-3 5 0,6-1-3 16,-8-3 5-16,0-2-12 0,-4-2 3 0,-8 1-6 15,4-1 6-15,-8-6-10 0,-3 3 5 0,-1-3-6 16,-6-1 0-16,-3 0-1 0,-5-2-4 0,-1-1 1 16,-4 1-13-16,-3-2-2 0,-3 0-11 0,-1 0-1 15,0 0-83-15,-1 0-74 0,-1 0-27 0,0 0-18 16,0 0-136-16</inkml:trace>
  <inkml:trace contextRef="#ctx0" brushRef="#br0" timeOffset="96592.02">24830 9127 1190 0,'-2'0'110'0,"1"0"9"0,-1-2-32 16,-2 0-34-16,0 0-20 0,1 1 19 0,-1-1 42 16,0 0-5-16,0 0 6 0,1 0-75 0,1 0-1 0,0 2-8 15,2 0 7-15,0 0-8 0,2 2-2 0,2 0-6 16,14 2 3-16,6 22-10 0,-5 2 11 0,1 1-1 15,-9 1 3-15,6 1-6 0,-2 1 2 0,-8 0 3 16,3 1-2-16,8 0 3 0,-10-3 19 0,-8 4 2 16,-6-5 8-16,-5 3 8 0,-8-1-14 0,3-3-6 0,-23 0-3 15,2-2-15-15,-1 0-5 0,1-4 3 0,2-5-5 16,3-2-9-16,5-4-5 0,4-2-5 0,5-1 0 16,3-3-27-16,9-1-129 0,1-2-8 0,5 0-46 15,0 0-73-15</inkml:trace>
  <inkml:trace contextRef="#ctx0" brushRef="#br0" timeOffset="96826.37">25363 9558 1781 0,'-2'2'29'0,"0"-1"4"0,1 1 6 15,-3 0 8-15,2-2-4 0,-7 6 68 0,-1 1-45 16,5 4-2-16,-4 12-16 0,5 4-30 0,2 7-3 15,-20 5 0-15,9 5-1 0,7 5 5 0,4 6 3 16,2 3 2-16,0 9-1 0,2 1 3 0,0 3-10 16,0 5 4-16,0-3-6 0,0-7 7 0,-1-2-12 15,1-7 4-15,-2-5-6 0,0 0 5 0,2-7-5 0,2-5-6 16,-2-2 2-16,0-3-11 0,-1-5 0 0,1-6 0 16,0-4-1-16,0-3-14 0,0-4-113 0,0-4-8 15,-2-7-48-15,2 2-130 0,-1-1-206 0</inkml:trace>
  <inkml:trace contextRef="#ctx0" brushRef="#br0" timeOffset="97361.87">25051 7981 857 0,'-2'0'51'0,"0"0"75"0,-3 0-58 0,-10 0 38 0,0 0-9 16,10 0 17-16,-6 0-19 0,9 0-46 0,0 0 6 16,-2-1-19-16,0-1-2 0,3 0-1 0,-1-2 4 15,2 2-2-15,-4-13 8 0,2-3-14 0,2-3 0 16,4-5-6-16,1-5-5 0,5-4 7 0,-3-4-4 16,0-4 5-16,1-4-9 0,-3-5 8 0,-1 0-1 0,-2-1 4 15,0-3-6-15,-2-4-6 0,0 1-2 0,-2-4-1 16,0 4-1-16,-2 3 7 0,3 6 1 0,-1 1 1 15,-4 3-4-15,1 3-4 0,-1 4 3 0,2 11-2 16,1 6 6-16,-1 4-5 0,2 5-1 0,2 3 0 16,0 3-2-16,0 3-6 0,0 0-2 0,0 1 0 15,0-1 0-15,0 0-2 0,0 2 1 0,2 1-1 16,0-1-2-16,0 0 1 0,-2 0 0 0,2 2 1 0,-1 0 1 16,1 0-6-16,0 0 1 0,0 2-5 0,0 0-12 0,0 1-12 15,-1 1-7-15,3 7-10 0,2 13-116 16,-1 4-64-16,1 4-27 0,-1 5-7 0,-1 2-96 0</inkml:trace>
  <inkml:trace contextRef="#ctx0" brushRef="#br0" timeOffset="97950.41">25116 7153 947 0,'-2'-2'28'0,"0"1"-1"0,1-1 23 0,1 0 11 16,-10-17-4-16,3 4 29 0,-2-5-11 0,-1 1-3 15,1 1 0-15,2-1-8 0,-1 3-15 0,4 4 0 16,3 5-6-16,-1-2-6 0,2 5 6 0,0 0 2 16,0 2 3-16,-2-1 6 0,2-1-3 0,-2 2-8 0,2 0 3 15,-2 0-18-15,0 1 5 0,0 1 0 0,1 0 0 16,-3 1-9-16,-5 5 4 0,-3-2-2 0,1 20 3 16,-2 0 0-16,6 2-12 0,-4 0 0 0,3-4-6 15,5-3-9-15,1-2 2 0,-9-3 0 0,3 1 1 16,5-2 3-16,1-2-6 0,2-1 2 0,0-7-3 15,0 3 12-15,0-4-7 0,0 0 2 0,18 11-3 0,-1-6 1 16,3-1 0-16,-1-4-1 0,-4-2 1 0,0-4-2 16,-4 0 5-16,4-3-5 0,-10 3 4 0,8-9-6 15,-4-11 0-15,-3-2 1 0,0 2-2 0,12-4-3 16,-9 4 4-16,-5 0 0 0,-4-1 2 0,-2 1 1 0,-1 6 0 16,-3 3 2-16,-1 2-1 0,-1 4 0 0,-1 1-5 15,-15-1 4-15,0 7-3 0,-6 0 6 0,-2-16-2 16,5 10-5-16,-3 8 2 0,4 4-7 0,2 3 5 15,-2 6 2-15,3 2 1 0,3-9-2 0,7 14 0 16,0 2-2-16,4-1 1 0,5 3-4 0,2-2-1 16,-15 4 1-16,8-3 0 0,5-7 3 0,4 5 2 15,0-8-2-15,4 0 2 0,4 2-3 0,-3-6 1 16,1-2 1-16,18-3 0 0,4 0-1 0,0 14 2 0,1-7-1 16,1-5 3-16,-2-6 0 0,-4-2 0 0,0-3-3 15,-7-1 2-15,-4 0-3 0,0-1 6 0,-8 3-1 16,-1 2 2-16,-2-12-7 0,9-3 2 0,-2-2 4 15,-5 4 0-15,-4 1 8 0,0 1-3 0,-2 3-1 16,-2 5 0-16,-5 1-4 0,-19 0 6 0,1-14 2 0,-1 7 0 16,0 3-5-16,2 6-2 0,4 2-4 0,-1 0 3 15,7 0-4-15,3 2-2 0,3 0-6 0,5 0 2 16,3-2-3-16,-2 2-6 0,2 0 2 0,0 1-6 16,2 1-20-16,0 3-46 0,6 5-41 0,3-5-3 15,32-1-151-15,9-1-62 0,4 1-36 0</inkml:trace>
  <inkml:trace contextRef="#ctx0" brushRef="#br0" timeOffset="98920.3">25890 7059 151 0,'0'0'87'0,"0"0"-2"0,-1-2 86 0,-1 0-7 15,0 0-27-15,-2-2-7 0,2 1-8 0,-7-14 2 16,-6 2-24-16,4-2 3 0,-2-1-6 0,7 7 1 16,5-1-32-16,-3-1-14 0,-4 4 0 0,-1-6-6 15,5 6-11-15,1-2-9 0,1 0-3 0,2 3 1 16,0 1 4-16,2-2-9 0,1 1 2 0,-1 4-5 15,8-1 1-15,8-8-4 0,4 2 3 0,-3 5-3 0,0 4-3 16,-1 4-5-16,-7 2 0 0,0 3 0 0,-5 16 5 16,16 14-5-16,-9 2 0 0,-9 2-1 0,-4 5 4 15,-7 0 7-15,-6 3 3 0,-6 1 0 0,0-2 6 16,-5-1 6-16,22-3-9 0,-24-3 7 0,-3-4-8 0,3 0-6 16,5-3 4-16,1-3-6 0,5-3-2 0,2-2-6 15,6-2-4-15,3-2-1 0,-9-3-8 0,4 0 6 16,5-5 2-16,4 1 1 0,0-4 6 0,2-3-10 15,0-4 5-15,5 1-6 0,15 8 8 0,2-5 1 16,2-5 0-16,0-3 0 0,-1-3 0 0,1-7 2 16,1-3-4-16,-6 0 3 0,3 10-2 0,-4-22 3 15,-8 1 1-15,-3 0 0 0,-4 0-5 0,12 0 4 16,-6-2 0-16,-3-2 1 0,-8 0 2 0,-4 0 7 0,-5 0-1 16,-4 4 4-16,-2 0 0 0,4 0 9 0,-19 6-5 15,10-3 5-15,-12 1-5 0,4 9-3 0,0-2 4 16,0 7-5-16,2 2-5 0,2 1-9 0,4-12 1 15,-2 4-3-15,5 5 4 0,6 2-6 0,1 2 0 0,5 2-1 16,1 0-4-16,0 0 0 0,1 0-4 0,-1 0 3 16,2 0-2-16,0 0-6 0,0 2 0 0,2 0-4 15,0 0-17-15,2 0-83 0,0 2-14 0,2-1-31 16,13 8-107-16,12 6-90 0,8-2-60 0</inkml:trace>
  <inkml:trace contextRef="#ctx0" brushRef="#br0" timeOffset="99078.76">26368 7343 1399 0,'0'0'149'0,"0"0"11"0,-2 0-54 15,0-2-18-15,0 0-46 0,0 0 58 0,0 0-25 16,-1 0 0-16,-5 2-18 0,-5-1-53 0,6 1-8 16,3 0-9-16,0 0 0 0,1 0-37 0,1 0-81 15,0 0-25-15,2 0-26 0,0 0-137 0</inkml:trace>
  <inkml:trace contextRef="#ctx0" brushRef="#br0" timeOffset="99451.41">26897 6745 1461 0,'-2'-2'29'16,"0"0"64"-16,0 0-73 0,-1 0 100 0,-9-5-24 0,-4-2 43 15,-3-1-61-15,1 5-50 0,5 3 5 0,0 2-18 16,-4 0 4-16,4 4-6 0,-2 5-1 0,2-2-2 15,2 23-6-15,-2 3 1 0,0 6 2 0,4 0 0 16,-1 4 3-16,3-2-3 0,3 2 1 0,-1-2-1 16,1-2 3-16,-18-2 2 0,9-2-2 0,7-3 1 15,4-1-2-15,2-5 0 0,6 0 2 0,1-4-1 16,1 1-2-16,-1-7 5 0,2-1-10 0,-7-2 8 0,19-2-9 16,1-3 7-16,-4-5-2 0,3 12 2 0,1-4 0 15,-3-5-5-15,-1-2 5 0,-3-4-5 0,0 0 8 16,-6 0-7-16,-1-2 7 0,-1 0-7 0,-5 2 6 0,2-4 4 15,3-7-1-15,1-9 4 0,-7-1 3 0,-2 5-7 16,-5-3 3-16,-3 6-4 0,-10 0 3 0,-12 4-12 16,-5 7-2-16,-1-20-2 0,-2 11 5 0,-2 9-6 15,2 4-5-15,4 5-2 0,2 4-15 0,5 0-2 16,7 0-4-16,6 1 0 0,6-3-20 0,-4 9-96 16,6-1 10-16,5-2-44 0,4 0-41 0,3-6-5 15,14-2-37-15,29 18 8 0,4-11-155 0</inkml:trace>
  <inkml:trace contextRef="#ctx0" brushRef="#br0" timeOffset="99842.45">27190 7057 1077 0,'0'-2'46'15,"0"-15"70"-15,-4-13-26 0,3 4 53 0,-3 0-8 0,0 4 16 16,2 5-59-16,-1-3-16 0,-1 7-9 0,0 4 1 16,2 1-28-16,2 6-9 0,-2-1-7 0,1-1 1 15,-1 2-21-15,0 0 10 0,0 2 2 0,0 2 1 16,0 2 6-16,-3 22 0 0,-1 15-3 0,2 0 2 15,3 3-7-15,-1 1-7 0,0 1 1 0,2 1-3 16,0-1 7-16,0 0-9 0,2-5 4 0,0 0-6 0,-1-2-3 16,3-4 6-16,2 1-5 0,-1-5 8 0,1 1-6 15,1-3-3-15,-1-3 0 0,1-1-1 0,1-5 10 16,-3-7-3-16,1 0 4 0,-2-7-4 0,-4-5 2 16,0 1 3-16,5 2-4 0,10 5 5 0,-2-5 1 0,4-4 1 15,1-2 2-15,-8-3-3 0,6-7 2 0,-8-25-3 16,8-4 4-16,1-1-3 0,-6-3 9 0,8-5-4 15,-12 0 1-15,10 0-1 0,-2 0 7 0,0 3-4 16,0 3 3-16,-14-1-5 0,7 4 5 0,14 2 2 16,-7 2-2-16,-6 6 0 0,-1 1-14 0,-3 2-1 15,-1 2-5-15,-2 4 2 0,0-1-5 0,0 3-10 16,1 3 1-16,1 1-7 0,0-1-13 0,-1 4-44 16,3 0-34-16,1 0-13 0,-5 4-177 0,15-3-146 0,7 3-124 15</inkml:trace>
  <inkml:trace contextRef="#ctx0" brushRef="#br0" timeOffset="100549.71">21739 9045 916 0,'-2'0'1'15,"0"0"0"-15,-2-2-5 0,-14-3 4 0,-4-3 0 16,-1 1 40-16,1 0 29 0,-2 1 4 0,-2 0 4 15,2 3-13-15,3 1-3 0,-5 0-4 0,2 0 5 16,-2 2 1-16,-2 2 4 0,-3 2 3 0,-1-1 0 0,2 3 10 16,1 0-8-16,1-1 1 0,6 1-6 0,-1-1-10 15,5-1 0-15,3-2-2 0,2 0 0 0,2 0-16 16,7-2-10-16,2 0-6 0,-2 1-1 0,1-1-24 0,1 2 4 16,0 0-3-16,0 0 2 0,2 0 0 0,2 0 5 15,4 0-2-15,31 7 2 0,9-2-6 0,12 1 3 16,1-5 1-16,4-1 0 0,4-2-4 0,6 0 2 15,8-2-1-15,10-3 3 0,2-1 5 0,5-1-9 16,-3-2 3-16,-4-1-5 0,2-1 1 0,-2 2 2 16,0 0 2-16,5-1 1 0,3 5 6 0,-6-1-10 15,-10 4 2-15,-10 2-3 0,-10 0 0 0,-7 4 3 16,-8 0-2-16,-7 1 3 0,-2 1-1 0,-4 1-1 16,-5-1 1-16,-4-1 0 0,-6 1 11 0,-1-2 5 0,-3-1 1 15,-1 1 1-15,2-2 7 0,0 0 4 0,-1 0-6 16,-1 0 4-16,2-2-10 0,-4 0 2 0,2 0-1 15,3-2 0-15,-1 0-13 0,2-2-5 0,-1 0 2 16,-3 1-3-16,-4-1 0 0,-5 2 1 0,3-2-4 0,-5 4 1 16,5-3-13-16,-3 1-20 0,-3 0 4 0,1 0-16 15,0 0-64-15,-2 0-143 0,-1 1-21 0,1-1-59 16,-2 2-285-16</inkml:trace>
  <inkml:trace contextRef="#ctx0" brushRef="#br0" timeOffset="101090.83">21321 9049 699 0,'-2'0'112'0,"0"0"-106"0,0-2 128 16,1 0-55-16,-1 0-14 0,-2 1 41 0,0-1-14 15,1 0 22-15,1 2-16 0,-8-4-21 0,1 0 4 0,0 1-12 16,0-1-7-16,1 2-18 0,1 2-7 0,-4 0-2 15,-2 2-3-15,1 2 6 0,-4 5 5 0,3 0-3 16,0 1-8-16,0 12 0 0,0 0-8 0,2-1 5 16,5-1-13-16,-9 0-2 0,6-3 1 0,5-2-3 15,2-2-6-15,2-2-1 0,0-3 0 0,2-1 1 16,-2-3 6-16,2-1-3 0,-2-1 0 0,17 9 0 16,3-1-2-16,3-5 3 0,1-3-1 0,-4-4 1 0,-5-2 5 15,0-1-10-15,-4-1 4 0,-2 1-7 0,2-4 7 16,-3 7 3-16,1-11-4 0,-2 0 4 0,-3 2-2 0,-2-1 1 15,-2 5 3-15,-2 0-2 0,-2-1 1 0,3 4 6 16,-7-1-3-16,-16-10 4 0,0 6-4 0,2 5 8 16,1 4-1-16,6 0 2 0,2 2-9 0,0 0-3 15,8 0 1-15,1-2-2 0,2 0-10 0,0 0 5 16,-1 1-7-16,1 3 5 0,0 0-4 0,0 0-4 16,2-1 1-16,0 1-3 0,2 0-3 0,2-1-5 15,14 7-7-15,5-3-1 0,4-3-27 0,-3-4-129 16,4-2 0-16,4-2-56 0,-4-1-108 0</inkml:trace>
  <inkml:trace contextRef="#ctx0" brushRef="#br0" timeOffset="101692.45">20194 7911 1157 0,'0'0'22'0,"0"0"2"0,0-2-1 0,-2 0 17 15,0 0-10-15,0-1 91 0,1-1-37 0,-1 2-4 16,0 0-16-16,0 0-36 0,0 0-17 0,0 1 10 15,0 1-10-15,1 0 30 0,-1 1 5 0,-2 3 5 16,-7 28-3-16,-8 3-4 0,3 2 2 0,-5 0-3 16,-1-2 4-16,3-3 10 0,1-4-15 0,1 0 0 0,4-4-7 15,2-2-10-15,0-3-6 0,5-3 1 0,1-1-4 16,3-2-8-16,-8-2 5 0,3 1-4 0,3-1 3 16,2-2-10-16,2 0 8 0,2-1-6 0,2-3 7 15,7-3 0-15,19 17-7 0,5-6 6 0,8-6-7 16,-2-5 7-16,7-2-9 0,0-6 1 0,8-1-3 0,-4 0 1 15,-6-3-3-15,-5 1 0 0,-7 2-3 0,-1-1-10 16,-1 1-5-16,-4-3-1 0,-3 3 0 0,1-2 0 16,-3-1-47-16,-1-1-6 0,-7 4-17 0,-6 1-34 15,0 1 8-15,-5 3 4 0,-2-2 0 0,4-3-3 0,-1-1-6 16,-1 1-14-16,0-1 4 0,-3 1-39 0,-1 1-76 16,0 3 21-16</inkml:trace>
  <inkml:trace contextRef="#ctx0" brushRef="#br0" timeOffset="101890.59">20615 8126 80 0,'0'0'71'0,"-1"0"-9"0,-1-2 68 16,-4 0 0-16,-14-5-3 0,7 1-7 0,0-1-9 15,2 0-3-15,1-1-2 0,-3 3-4 0,6-7 1 16,0 1 6-16,1 2-6 0,-1 2-1 0,-1 1 5 16,-1 0-4-16,1 5 3 0,5-1-22 0,-3-2-33 15,-3 0 2-15,1 2-13 0,-5 2-7 0,0 4-7 0,8 0-1 16,-6 26-1-16,1 7-5 0,3 4-10 0,-6-1 3 16,9 5-5-16,-3 1 0 0,3-1 3 0,-1 1-4 15,3-3 3-15,-22 0-13 0,12-6 10 0,7 2-6 0,3-4 8 16,2-3-13-16,0-1-6 0,2-3-2 15,0-4 0-15,3 0-6 0,1-3-7 0,-1-1-3 0,1-5-8 16,0-2-66-16,-1-2-54 0,3-1-11 0,3-9-8 16,4 11-10-16,5-3-93 0,0-4-10 0</inkml:trace>
  <inkml:trace contextRef="#ctx0" brushRef="#br0" timeOffset="102112.84">20866 8186 1078 0,'0'-2'118'15,"0"0"-86"-15,0 0 118 0,0 0-37 0,0 0-7 0,0 0 1 16,0 1 15-16,-2-1-16 0,0 0-19 16,1 0-28-16,-1 0-8 0,0 2-3 0,-2 0-19 0,0 2-17 15,1 0 1-15,-1 2-7 0,-2 14-4 0,3-1 0 16,-1-2 1-16,-7 0-2 0,3-2-6 0,3 0-10 16,-1 0-2-16,4-2-3 0,2-2-10 0,0-2-69 15,0 1-15-15,0-4-22 0,4-1-93 0,-2-3-72 16,18 10-32-16</inkml:trace>
  <inkml:trace contextRef="#ctx0" brushRef="#br0" timeOffset="102482.32">21284 7775 1119 0,'-2'0'72'0,"0"0"4"16,-2-2-28-16,-3 1-8 0,-13-3-25 0,3 0 17 15,0 2 43-15,2 2-19 0,2 0 19 0,0 2-63 0,8 0-8 16,1 0 3-16,4 0-4 0,-11 20 2 0,4 4-3 15,5 6 5-15,5-3-3 0,7 3 15 0,3-2-6 16,1-3 2-16,-12 1-2 0,26 0 7 0,-2-2 11 16,2-2 3-16,-4-5 2 0,-2-1 8 0,-5 1 5 15,-2-4-3-15,0 1 5 0,-2-1 5 0,-6 0 5 16,-1 0-2-16,3-4 2 0,-3 0-12 0,-1 2-15 16,-5-2-2-16,0 2-5 0,-5 4-10 0,-5-4-9 15,-6 4-4-15,-18-2-1 0,-7-2-7 0,2-2-5 0,4-2 1 16,0-1-3-16,0-3-16 0,3 14-55 0,1-6-24 15,3-8-15-15,5-3-126 0,9-2-154 0</inkml:trace>
  <inkml:trace contextRef="#ctx0" brushRef="#br0" timeOffset="102808.35">21224 7851 1395 0,'-3'0'80'0,"-14"-3"164"15,0-3-229-15,6 2 0 0,0 1 16 0,7 3-3 16,1 0 53-16,-1-2-51 0,2 0 1 0,0 0-19 0,2-2-9 16,4-7-4-16,7-7 0 0,32-3-1 0,1-1 4 15,-1-2-2-15,-4 3 2 0,-4 3-2 0,-1 5 1 16,-3 4 0-16,-5-1-2 0,0 8 0 0,-5 1-1 0,1-14 7 16,-3 7-3-16,-5 6 4 0,-1 2-8 0,-3 2 1 15,1 4 7-15,-2 1-2 0,-1 8 8 0,-1 19 23 16,-1-5-5-16,-1 8 13 0,1 2 4 0,-3-3 0 15,1 5-4-15,0-4 1 0,0 0-22 0,-1 0 0 16,1-4-2-16,0 3-1 0,-1-7-15 0,16 1 2 16,-6 0-2-16,-6-2 1 0,-1-2-5 0,-2 0 1 15,-2 0-3-15,-1-4 2 0,-1 0-11 0,0 0-18 0,0-1-2 16,-1-3-12-16,-1 1-90 0,-2-4-77 0,0-2-8 16,1-2-20-16,-1-4-47 0</inkml:trace>
  <inkml:trace contextRef="#ctx0" brushRef="#br0" timeOffset="103325.78">21451 8284 1046 0,'0'-2'73'0,"-2"0"-57"0,0 0 71 0,0-1-24 16,2 1-15-16,-5-11 63 0,1 2-12 0,4-2 23 15,0 0-50-15,4-6-31 0,1 2 0 0,7-3-10 16,1 1 0-16,1 3-15 0,16-3 1 0,2 1-6 16,-1-3-9-16,3 3-11 0,-3 3 5 0,1 4-8 15,1 3 4-15,1-5 2 0,1 6-6 0,2 1 4 16,-2-5-14-16,1 7 9 0,-5-1 0 0,-1-4 3 0,0 3-1 15,-3-5 12-15,5 2-8 0,-8 3 10 0,-3-5-10 16,-3 3 10-16,-5-3 0 0,-2-2 4 0,4 4-7 16,-7-2 10-16,-1 0-3 0,-1 3 8 0,-5-5-1 0,3 6 13 15,2-1 2-15,-1 1 5 0,-3 3 17 0,0 1-1 16,-2-1-1-16,0 0 0 0,0 0-4 0,0 1-12 16,0-1-1-16,0 0-5 0,0 2-10 0,0 1 1 15,0-1-1-15,-2 2 0 0,0 2-5 0,0-1-11 16,2 3 9-16,-3 20-10 0,-1 0 6 0,2 6-4 15,0 0 0-15,2-4 1 0,0 4 5 0,2-4-3 16,2 1 0-16,1 1-1 0,3-2-6 0,-1-2 4 16,1-1-2-16,-1-1 3 0,1-2 1 0,-1 1-1 0,0-1-1 15,1-1 1-15,-1-3 6 0,1-1-5 0,-1 0 4 16,1-4-4-16,-1 0-1 0,-3-5 7 0,-2 0-4 16,7 1 6-16,4 0-3 0,-2-1 9 0,2-2 4 15,2-2 0-15,2-2 15 0,1-8-14 0,3-5 1 16,3-5-6-16,0-21-8 0,4-6 3 0,3-3-2 0,4-8 1 15,-1-5-3-15,9-4-3 0,-8-4 0 0,-2 2-1 16,1 6 4-16,-10 5-9 0,-4 8 6 0,-3 9-6 16,-6 4 8-16,-2 7-7 0,-1 6 3 0,-4 3-4 15,3 4 0-15,-3 6-4 0,-2 0-7 0,3 3 3 16,-3 2-27-16,4 2-67 0,-3 1-41 0,1-1-23 0,3-4-241 16</inkml:trace>
  <inkml:trace contextRef="#ctx0" brushRef="#br0" timeOffset="104652.55">25367 10995 501 0,'0'0'0'0,"-2"-2"2"0,0 0 21 0,0 0-2 16,2 0 7-16,0 1 0 0,0-1 10 0,0-2 9 0,0 2-2 15,0-9 2-15,0-2-2 0,0 0-1 0,0 0 10 16,0 2-6-16,0-2 22 0,0 4-26 0,0-3 12 15,0 3-15-15,0 0 11 0,0 1 26 0,0 1-10 16,-2 0 16-16,2 1-9 0,-1 0-13 0,-1 1-3 0,0-1-3 16,0 3-5-16,0-1-4 0,0 0 5 0,2 2-5 15,0 0-6-15,-3-1 0 0,1 3-4 0,-9-8 3 16,-1 3-14-16,-2 1-1 0,-3 4-2 0,2 0 2 16,2 4-2-16,-2 3-5 0,-3 4-5 0,1 0 1 15,2-5-6-15,4 14 0 0,5-3 0 0,1-2 0 16,1 0-7-16,-3-6 4 0,1 0-2 0,4-3 1 15,0 1-5-15,2-3 8 0,0 2-3 0,0-4 6 0,2 1-6 16,2 1 3-16,7 2 3 0,11-3 1 0,-1-3 4 16,-1-2-8-16,1-3 2 0,-7-3-3 0,1 1 6 0,-4 0-3 15,-3 5 1-15,-3-11-1 0,1 0 1 0,-4 2 12 16,5 1-2-16,-3 5 7 0,-2 1 3 0,0 0-1 16,-2 2-1-16,0-1-1 0,0-1-11 0,-2 2-5 15,0 0-2-15,0 2 0 0,-2 0-1 0,-9 4 4 16,-1 3-6-16,2 3 4 0,9 1-5 0,-5 6-1 15,6-3 3-15,-9 1-3 0,2 0 0 0,5-4-2 16,1 0-1-16,1-3-1 0,2-3 0 0,0-1-5 16,2 0-2-16,1 0-2 0,5-1-12 0,16 7-56 0,6-9-54 15,1-4-11-15,4-12-264 0</inkml:trace>
  <inkml:trace contextRef="#ctx0" brushRef="#br0" timeOffset="113034.42">25705 10492 917 0,'-2'0'0'0,"0"0"6"16,-2-2 59-16,1 0 11 0,-5-2 15 0,-1 1 0 15,3 1 15-15,-3-4-13 0,3 4-2 0,-1-1-5 16,3 1-28-16,2 2-8 0,1 0 2 0,-3-2-7 16,0 0-24-16,0 0 1 0,3-2-2 0,-1 1 5 0,2-1 19 15,0 2-7-15,2-2 2 0,-1 1-6 0,9-5-4 16,25-12-7-16,6 3 2 0,-4 6-2 0,6 0 2 0,1 3-16 15,-5 3 2-15,0 1-6 0,0 2-3 0,-3 2 5 16,-9 4-4-16,-1 2 3 0,-5 1-5 0,-8 0 9 16,0 3-4-16,-4-3 5 0,-3 14-5 0,-4-3 8 15,11 3-6-15,-6 1 4 0,-7 0-11 0,-4 0 4 16,-3 1 1-16,-4-5 0 0,3 1-1 0,-16-3-2 16,0-3 6-16,5-3-4 0,-5-1 0 0,6-3 1 15,-1-1-5-15,8-1 4 0,5-2-9 0,3 0-1 16,-1 1-5-16,0 1 4 0,1 0-5 0,1-1 4 15,0-1 4-15,2 0-1 0,2 0 3 0,0 0 3 16,5 2-1-16,23 10 2 0,-1-2-5 0,-1-1 5 0,0 0-1 16,-4-2 3-16,0 2-2 0,-5-1-2 0,0 1-1 15,-6-4 1-15,-4 1 1 0,-4-5 13 0,-3 12-3 16,9 2 6-16,-1 0-4 0,-5 1 8 0,-3 3 5 0,-2 3 1 16,-5-4 12-16,-7 4-5 0,-1-1-4 0,8-5 0 15,-21 4-13-15,-2-7-11 0,-2 0 5 0,4 0-6 16,2-4-2-16,6-3 1 0,-5-1-4 0,3-5 3 15,7 7-3-15,4-3-17 0,5-4 1 0,0-1-7 16,2 1-6-16,0-2-24 0,1 0-13 0,1-2-8 16,0-1-79-16,7-16-64 0,13-16-21 0,-8-4-22 15,25 0-160-15</inkml:trace>
  <inkml:trace contextRef="#ctx0" brushRef="#br0" timeOffset="113216.26">26767 10445 1435 0,'-2'0'482'0,"0"0"-647"16,-2 0 567-16,-1 0-314 0,-10-2-46 0,0 2 58 15,8 0-14-15,-1 0 23 0,-1 0-48 0,2 0-34 16,-1 0-2-16,3 0-11 0,1 0-13 0,0 0-7 16,-1 0 1-16,1 0-4 0,0 2-2 0,2 0-26 0,0 0-3 15,1 0-18-15,-1 0-108 0,2-2-112 0,0 0-25 16,2 0-32-16,1 0-176 0</inkml:trace>
  <inkml:trace contextRef="#ctx0" brushRef="#br0" timeOffset="113670.43">26960 10094 1580 0,'-2'0'28'0,"-2"-2"51"16,-1 1-70-16,-5-3 53 0,1 0-7 0,5 2 23 15,1 0-7-15,-1-1-37 0,0-1-3 0,2 0-10 0,2 2-11 16,0-5 17-16,2-2 0 0,2 1 6 0,9-3 6 16,22 4-8-16,2 1 1 0,-1 4-5 0,-3-18-15 15,-5 11 1-15,-2 5-10 0,-4 4 8 0,-3 4 4 0,-6 1-2 16,-6 1 6-16,-1 14-7 0,-4 12 0 0,18 5-2 16,-9 4 0-16,-9 5 0 0,-4 1 3 0,-7-3-2 15,-4-1-4-15,-2-2 0 0,-2 0-10 0,-1-1 7 16,1-1 2-16,2-5 2 0,2-3-8 0,2-1 2 15,2-8-1-15,1-1 4 0,3-1-5 0,1-3 0 16,4-2-2-16,0-4 2 0,2 0 0 0,0-4 0 16,2 1-4-16,-3-4 3 0,-1-3-1 0,21 1-3 15,1 13 8-15,4-6-5 0,-4-5 8 0,-1-4 5 0,3-4 1 16,-7-1 1-16,-6-1 0 0,-2-1 1 0,-1-2-2 16,5-16 3-16,-6 1 5 0,-3-4 6 0,-4-3-3 15,-6-1 4-15,-5 1-6 0,-6-1 3 0,15 3-1 16,-27 3 0-16,-1 1-12 0,-2 7-2 0,3 9-2 0,-3-3 1 15,4 5-8-15,4 0-14 0,2 3-4 0,3-9-5 16,3 4-17-16,4 3-31 0,3 2-19 0,5 4-5 16,1 0-77-16,-1-2-35 0,0 2-3 0,2 0-12 15,2 0-22-15,0 0-59 0</inkml:trace>
  <inkml:trace contextRef="#ctx0" brushRef="#br0" timeOffset="113872.19">27498 10042 901 0,'0'0'71'0,"0"-2"94"0,0 1-57 15,0-1 30-15,2-2-9 0,-2 0 16 0,0 1-15 0,2-5-32 16,0 3-2-16,-2 1-12 0,2 0-27 0,-2 2-4 16,4-1-9-16,3-3 3 0,6-1-14 0,4 1-7 15,-1 2 8-15,1 4-8 0,2 2 9 0,1 4-3 16,0 3-5-16,-1 4 2 0,1-6-6 0,-1 21-2 16,0 2 1-16,-1 0-3 0,-5-2 2 0,-4 1-4 15,1 1-1-15,-5 0-3 0,1 1-13 0,-4-5 2 16,14 0-2-16,-3 6 2 0,-7-1-13 0,-6 1-19 15,-2-2-5-15,-2-2-11 0,-3-2-88 0,-2 3-131 16,-1-1-24-16,3-2-51 0,0-2-254 0</inkml:trace>
  <inkml:trace contextRef="#ctx0" brushRef="#br0" timeOffset="114306.68">27606 10456 1434 0,'-2'0'189'0,"0"0"-238"0,0-1 212 0,1-1-113 16,-1 0-44-16,0-2 41 0,0 0-9 0,2-3 15 15,2-8-39-15,5 0-11 0,4-1-8 0,12-3 2 16,14-3-13-16,2-2 0 0,2-2 3 0,0 3-1 16,-1 7 1-16,5-3 3 0,0 0-1 0,-1 1 2 15,-5-3 5-15,-4 5-1 0,-7 1 4 0,-11 2-2 16,5 2 8-16,-5-2 2 0,-10 2 2 0,6 3 0 16,-9-1 0-16,-2 7 16 0,0-2-1 0,2 2 9 0,-3 2 16 15,3-3-19-15,0-1 7 0,-1 2-13 0,1 0 0 16,0 2 5-16,0 2-3 0,-1 0 5 0,1 4 7 0,13 21 1 15,-2 3 5-15,-4 2-3 0,-2-3 2 0,0 5-13 16,-1-4 3-16,-1-4-5 0,2 3-1 0,-3-5-6 16,0 1 3-16,1 1-3 0,-3-10 1 0,1 3-8 15,1-4 2-15,1 0-2 0,1-2 6 0,-3-4-7 16,1 0 0-16,-4-5-2 0,0-2 4 0,9 7 2 16,-4-5-1-16,4 1 2 0,0-1 2 0,4-4-4 15,0-2 0-15,2-3-2 0,-2-3 1 0,1 3 1 0,1-25-2 16,2-4 0-16,-1 3-6 0,1-1-4 0,-1 4 7 15,5 1-6-15,-3-1 8 0,1-2-9 0,-3-2 0 16,4 3-2-16,-1-1 1 0,-1 0-4 0,3 2 0 16,-3-3-2-16,6-1-8 0,-4 1-17 0,-3-1-16 0,-1 2 0 15,-7-1-57-15,4-1-172 0,-2 5-47 0,2 1-90 16,2 9-612-16</inkml:trace>
  <inkml:trace contextRef="#ctx0" brushRef="#br0" timeOffset="115046.79">23055 8984 332 0,'-2'0'17'0,"-1"0"40"15,-12 2-16-15,-7 2 67 0,3-1-12 0,0 1 25 16,3 0-32-16,-1-2-15 0,2-1 3 0,0 1-8 16,4-2-4-16,4 0-2 0,3 0 0 0,2 0-1 0,-2 0-1 15,1 0-5-15,-1 0 6 0,2 0-4 0,0 0 14 16,0 0-6-16,1 0 2 0,-1 0-1 0,0 0 6 16,2 0-25-16,0 0 9 0,2 0-15 0,0 0 8 0,1 0-12 15,25-3-4-15,6 3-1 0,3 0-6 0,4 1-9 16,9 3 8-16,5 0-8 0,7 0 2 0,6-1-5 15,12-1-4-15,-2-2 3 0,0 2-7 0,-2 0-7 16,-16-2-2-16,-1 2-1 0,-3-2 6 0,-8 0-14 16,-5 2 5-16,-6-1-11 0,-4 1-4 0,-7 0-17 15,-3 0-33-15,-7-2 2 0,-5 0-142 0,-3 0-4 16,-4 0-17-16,-1 0 2 0,1 0-89 0</inkml:trace>
  <inkml:trace contextRef="#ctx0" brushRef="#br0" timeOffset="115375.57">22331 9541 1217 0,'-2'0'53'0,"-1"0"83"0,-10 0-86 0,-2 0 27 15,4 0 4-15,-4 0 11 0,11 0 29 0,2 0-52 16,0 0-7-16,-1 0-15 0,1 0-24 0,0 0 14 16,2 0 0-16,2 0 3 0,14-2-7 0,25-3-19 15,4-1 4-15,1 0-11 0,2 1-5 0,-1-1-4 16,3 1-7-16,0 1 2 0,-3-2-15 0,-3 3-12 15,-7-1-3-15,-1 2-10 0,1-2-72 0,-8 3-81 16,-3-1-7-16,-7-2-24 0,-2 0-57 0</inkml:trace>
  <inkml:trace contextRef="#ctx0" brushRef="#br0" timeOffset="115549.89">22676 9229 1020 0,'-1'0'92'0,"-1"0"-7"0,-2 0 14 0,-15-5 1 15,3 1-27-15,-3 0 10 0,10 4 12 0,-2 0-5 16,5 0 0-16,4 0-45 0,-1 4-13 0,-12 20-3 0,0 19-3 15,6 3-13-15,7 6-5 0,2 2 1 0,0 7-2 16,2 2-4-16,-1 2-6 0,1-2-7 0,0-1-1 16,2-3-24-16,1-1-54 0,3 1-35 0,3-5-17 15,4 2-195-15</inkml:trace>
  <inkml:trace contextRef="#ctx0" brushRef="#br0" timeOffset="115816.07">24062 10792 1556 0,'0'0'-6'0,"0"0"4"0,1 0 49 16,1 0 2-16,0 0 28 0,24-1 60 0,6-1-40 15,-1-2-6-15,6 0-15 0,1-1-43 0,4-3-10 0,-5-1-1 16,-1 0-4-16,3-1-10 0,-8 1-5 0,-1 0-1 16,-2 0-2-16,-6 1-13 0,-3 3-8 0,-5 1-5 15,-4 0-3-15,-1 0-45 0,-5 3-135 0,-2 1-6 16,-1 0-52-16,3-2-114 0</inkml:trace>
  <inkml:trace contextRef="#ctx0" brushRef="#br0" timeOffset="116234.88">22474 10399 867 0,'0'0'41'0,"-2"0"4"0,0-2 9 16,0 0-14-16,1 0 2 0,-1 0 16 0,-2 1 56 15,0-1-24-15,1 0 26 0,1 2-68 0,-7 0-4 16,-1 4 11-16,1 1-6 0,-2 10 17 0,0 22 3 16,0 4-8-16,-1 0 6 0,-1-2-11 0,4 3-16 15,0-3 1-15,1-1-8 0,3 1-10 0,3-6-5 16,-18 2-4-16,10-7-1 0,7 0-3 0,3-4-10 0,3-3 11 16,3-5-9-16,1-5 10 0,1-1 3 0,21-8 0 15,5 16 3-15,3-9 13 0,7-9-2 0,3-13-2 16,5-9-1-16,2 15-10 0,-8-32-1 0,-5 2 2 15,-11-1-4-15,-4 1-5 0,-2 2 12 0,-6 0-3 16,-3 1 7-16,-7-1 0 0,12 0 5 0,-11-1-4 16,-7 1 3-16,-5 7-10 0,-5 1-2 0,-1 4 0 0,-2 5-1 15,7-1-4-15,-22 10-10 0,-2 1-5 0,2 5-3 16,-7-16-22-16,1 10 0 0,6 5-4 0,2 4-1 16,5 2-39-16,8 0-66 0,2 2-9 0,5-3-21 15,1 3-59-15,-1 7-13 0,4 4-16 0,2-7-1 16,0-1-90-16</inkml:trace>
  <inkml:trace contextRef="#ctx0" brushRef="#br0" timeOffset="116361.04">23159 10304 727 0,'0'0'120'0,"0"0"-7"15,0 0-3-15,0 0 16 0,2 0-45 0,0 2 81 0,0 0 0 16,0 0 0-16,-1 1-10 0,-1 1-57 0,4 13-25 16,0 5-9-16,-2-1-4 0,0-1-29 0,-2 0-17 15,0-1-4-15,0 1-4 0,-2-1-5 0,0-2-19 16,0-4 5-16,0 0-14 0,0 0-27 0,2-6-183 15,0 0-7-15,0-3-79 0,0 0-217 0</inkml:trace>
  <inkml:trace contextRef="#ctx0" brushRef="#br0" timeOffset="116605.9">23324 10174 914 0,'0'0'264'0,"0"-2"44"0,-1 0-122 0,-1-1-98 0,2 1-48 15,-8-13 8-15,3 0 62 0,1 0-10 0,4 2 22 16,0 0-54-16,4 2-40 0,-1 4-4 0,10 3-9 16,23-16-7-16,3 7 1 0,-2 9-1 0,2 8 1 15,-6 5-4-15,1 8 4 0,-3-12-3 0,-7 36 4 16,2-2 3-16,-3 4-13 0,-5-1 6 0,1 3-8 16,-4 0 9-16,-6 3-7 0,-5-5 1 0,-1-1-3 15,20-1-8-15,-12 0-22 0,-8-2-6 0,-3-4-13 0,-1-3-98 16,-5-4-153-16,0-4-62 0</inkml:trace>
  <inkml:trace contextRef="#ctx0" brushRef="#br0" timeOffset="116762.46">23618 10308 1469 0,'0'0'237'0,"0"0"-307"16,0 0 264-16,2 0-143 0,0-2-41 0,-1 0 73 15,3 0-10-15,9-3 26 0,11-6-53 0,4-2-32 16,4 0-6-16,-1 1-8 0,1 1-13 0,-1 0-14 15,3-2 0-15,-1 2-8 0,1-2-25 0,-1 0-215 16,0 0-26-16</inkml:trace>
  <inkml:trace contextRef="#ctx0" brushRef="#br0" timeOffset="117614.91">22350 11815 687 0,'-2'0'265'0,"0"0"-355"15,-2 0 311-15,-12 4-171 0,-5 0-8 0,4-2 55 0,-3 1-8 16,3 1 22-16,2 0-17 0,1 0-16 0,1-1-1 16,-2 1-8-16,4-2-22 0,5 0-5 0,4-2-4 15,-2 2 0-15,1-1-23 0,1 1 3 0,0 0 2 16,0-2 2-16,2 0 10 0,2 0 13 0,2-2-4 0,22-11 7 15,20 11-10-15,4-29-1 0,8-4-5 0,5-4 2 16,6-2-3-16,5 2-6 0,-7 2 0 0,1 5-6 16,-6 2-15-16,-14 6 4 0,-2 0 0 0,-14 4 2 15,-4 3 3-15,-2 4-10 0,-6 6 0 0,-7-1-3 16,-3 3 10-16,-7 3-6 0,-1-2 8 0,0 4-9 16,2-4-2-16,-1 1-9 0,-1-1-9 0,0 0 1 0,0 2-24 15,0-1-41-15,-2 1-8 0,0 0-18 0,0 0-75 16,0 0-32-16,0 0-14 0,0 0-4 0,0 1-39 15</inkml:trace>
  <inkml:trace contextRef="#ctx0" brushRef="#br0" timeOffset="118045.57">22936 11216 923 0,'0'0'149'0,"-1"0"-140"16,-3 0 165-16,-11-4-68 0,-5-2-2 0,-3-1 35 15,-1 0-5-15,2-1 10 0,0 1-32 0,1-1-31 16,4 3-5-16,3 1-9 0,4 2-23 0,-1-1 0 15,0-1-5-15,5 2 1 0,-3-2-18 0,7 4-7 0,-1-2-3 16,-1 1-3-16,2 1-18 0,0 0 9 0,2 0-2 16,0 1 5-16,2 1 0 0,2 0-3 0,22 13 2 15,9 3-2-15,0-3 2 0,4 0 0 0,2-2 4 16,-2-2-3-16,-2-3 5 0,-1-3 3 0,-3-1-5 0,0 0 4 16,3-2-8-16,-5-1 3 0,1-1 0 0,-4 0 0 15,-4 0-5-15,-4 0 3 0,-1 0-2 0,-4 0 3 16,-2 0 4-16,0 2-7 0,0 0 7 0,-4 0-7 15,-4 0 2-15,-3-2 11 0,2 2-5 0,0 0 7 16,-1-1 3-16,-1 1 4 0,0 0-5 0,0 0 5 16,-2 2-12-16,-2 7-2 0,-3 6 0 0,-7 5 0 15,11-2-7-15,-27 4 6 0,-2 2-4 0,0 2 5 0,-1-4-3 16,1 2 3-16,2-1 1 0,-2 1 1 0,5-2-3 16,0-2 4-16,-2 0-1 0,10-1 2 0,-2-3 4 15,6-3-12-15,4 2 7 0,-4-6-9 0,7 2 5 16,3-6-10-16,1 1 2 0,-4-1-3 0,3-1 3 0,1-2 4 15,0-1-4-15,0 3 4 0,0-2-4 0,2-1-1 16,0 1 1-16,0-2 0 0,0 2 7 0,0-3-10 16,0 1 5-16,0 0-4 0,0 2 7 0,0 0-5 15,0-1-2-15,0 1-3 0,0 0-20 0,0-2-42 16,0-1-49-16,0 1-5 0,2 0-241 0</inkml:trace>
  <inkml:trace contextRef="#ctx0" brushRef="#br0" timeOffset="121468.69">22637 8462 146 0,'0'0'39'0,"0"-2"36"0,-1 1 65 16,-1-1 15-16,2 0-6 0,-6-11-40 0,1 0-15 16,-3 2-2-16,3 1 4 0,-3 1-18 0,4 4-5 15,-1 1 1-15,-6-2-3 0,1 4-6 0,1 1-8 16,0-7-7-16,3 4 2 0,-1 1-19 0,3 1-3 15,0 2-1-15,3 0 0 0,-3 0-2 0,0 2 3 16,0 0-4-16,-1 7 1 0,-6 22-15 0,3 3 2 0,5 3 1 16,1 0-1-16,2 4-8 0,0-4-3 0,0-3-2 15,0 6 2-15,0-4 5 0,0-1-3 0,0 2-2 16,0-13-1-16,0-2-7 0,0-1 4 0,0-4-6 0,0-1 4 16,0-5-13-16,0-1 5 0,0-7-4 0,0 1 1 15,2 0-27-15,-2-2-57 0,0 0 10 0,0-2-24 16,0 0 5-16,0-2-10 0,0 0 0 0,3-33-3 15,-1 1 7-15,-2 1 20 0,0 1 9 0,-2 4 7 16,0 2 60-16,-1 2 17 0,-3 0 3 0,1 5 4 16,-1 1 5-16,0 1 23 0,1 1 0 0,-1-3 9 15,3 4 7-15,-1 0 31 0,0-1-7 0,2-1 16 0,1 0-9 16,1 0-19-16,0 1 6 0,0 1-9 16,3-4 16-16,3 3-5 0,1-3-1 0,2 0-3 0,1 5-7 15,-1 1-23-15,0 1 1 0,10 9-10 0,-4 1-12 0,-4-6-2 16,2 3 0-16,-4 3 2 0,0 2 4 0,-3 2-5 15,5 15-1-15,6 23-1 0,-12 3-6 0,-5 4-1 16,-3 1 4-16,-7-4-2 0,-1 1 1 0,-2-6-1 16,0-2 0-16,2-2 0 0,2-5-4 0,1-4-1 15,3-4-4-15,1-5 3 0,2-2 2 0,2-6-10 16,0 0 8-16,0-7-7 0,0 0 18 0,10 6-6 16,17 6 2-16,9-4-3 0,3-7 0 0,5-3-3 15,-3 0 3-15,0 0-3 0,-2 0-2 0,-7 0 4 16,-5 0-4-16,-8 2 6 0,1 0-1 0,-7 0-3 0,-1 2 2 15,-7-2 0-15,-1-1 16 0,0 3 0 0,-3 0 5 16,1 1-3-16,-2 8-1 0,-3 0-10 0,-7 0-2 16,-14 0 0-16,-17 0-2 0,-7 0-8 0,-2-3 4 15,2-1-4-15,-1-2 3 0,7-1-6 0,4 0-3 0,11-5-3 16,2 1-8-16,11 9-8 0,4-5-30 0,7-4 4 16,-1 0-119-16,2-2-51 0,2 0-19 0,2-2-33 15,3 0-275-15</inkml:trace>
  <inkml:trace contextRef="#ctx0" brushRef="#br0" timeOffset="121951.14">24832 7406 968 0,'-2'-2'31'0,"0"0"-25"0,1 0 38 0,-1-2-12 16,2 3 38-16,-8-11 32 0,1 1-10 0,1 2 10 15,-1 0-44-15,3 3-20 0,-1-1 3 0,3 1-8 16,-4 4-1-16,-1-1 7 0,-4-7 2 0,-1 3 2 16,-2 1 0-16,1 5 15 0,-4-1-7 0,2 2 10 15,-4 3-3-15,5 3-7 0,-3 5 7 0,0-7-7 0,-1 18 6 16,5 4-8-16,0 2-3 0,1 0-1 0,5 1-9 15,-2 1-15-15,3-2 1 0,-11-2-7 0,6 0-3 16,8-4-1-16,3-1-4 0,1-3 2 0,5-1-1 0,3-2-8 16,-1-6 0-16,27-7-2 0,2 20 2 0,8-9-5 15,3-11 5-15,6-6-5 0,2-9 3 0,9-7-14 16,0-2-4-16,1-2-6 0,-3-1-56 0,-5-1-196 16,-4 23-49-16</inkml:trace>
  <inkml:trace contextRef="#ctx0" brushRef="#br0" timeOffset="144705.06">27957 7500 96 0,'0'0'0'0,"0"0"8"16,0 0 104-16,0-1-8 0,-2-1 17 0,0 0-13 16,0 0-12-16,1 0-11 0,-1-2 5 0,0 1-10 15,-2-1-8-15,4 2 2 0,-2-5 3 0,-3-1 1 16,-1 1 9-16,4 1-45 0,0 3 0 0,1-1-17 16,1 2-19-16,0 0-2 0,-4-2 5 0,2 1-3 15,0-1 1-15,0 0 0 0,0 2-1 0,2 1 1 0,0-1 4 16,2 0-12-16,0 2 0 0,2 0-3 0,7 0 8 15,13 0 0-15,0 2-2 0,8 3 0 0,-1 1-2 16,-1 1 0-16,0 3 6 0,-8-3-4 0,2 4 3 0,4 4-9 16,-9-2 3-16,-1-2-5 0,1 21 15 0,-1-1-9 15,-1 10 1-15,-2 2-2 0,-2-2 14 0,-4 5-6 16,2 1 2-16,-3 1-7 0,-1-2-5 0,-1-1 9 16,3-1-3-16,-2-5 7 0,1-2-7 0,1-3 3 15,-1-4 0-15,-1-3 1 0,2 5 1 0,2-2-8 16,1-2 4-16,-1 1-4 0,2-1 6 0,-2 0-5 15,0 2 0-15,-2-2-1 0,2-1 4 0,-1 3 1 16,1 0 0-16,-4 1 0 0,3 1 1 0,-3 5-2 0,-1 0 1 16,-1-3-2-16,-1 3 2 0,16-2-4 0,-7 2 2 15,-5 0-1-15,-6 0 8 0,-2 1-1 0,-4-1 2 16,-2-2-1-16,-5-2 7 0,0 3 4 0,-2-3 1 16,-2-1-1-16,0-3-2 0,0-3 8 0,-1 2 0 15,14-2 5-15,-22 0 0 0,3-3-5 0,-1 1 0 0,0-2-3 16,1 0-6-16,-3-1-2 0,2-1-3 0,1 2 2 15,-1 1-7-15,4-1 0 0,3-4-6 0,0 1 3 16,6-4-14-16,-1 3 7 0,3 1 1 0,1 0 1 16,-1 1 7-16,-4-3-8 0,1-1-1 0,5-3-3 15,1-1-3-15,1-1 2 0,1 2-3 0,0-2 0 16,2-2-26-16,0 0-30 0,0-3-28 0,0 1-6 0,0-1-131 16,0 0-229-16</inkml:trace>
  <inkml:trace contextRef="#ctx0" brushRef="#br0" timeOffset="145060.26">28126 9235 565 0,'-2'0'100'0,"-2"-2"162"0,-1 0-198 0,-3 0-31 0,1 0 0 16,1 2-4-16,5 0 24 0,-3 0-17 0,2 0-1 16,-2 0-7-16,2 0-14 0,1 0 1 0,-3 2 1 15,4 0 0-15,-4 22 1 0,2 2-7 0,-3 6 6 0,1-1-5 16,-15 1 13-16,5 1 3 0,4-5 3 0,5-6 0 16,-1 1 7-16,2-5-5 0,1 4 0 0,1-1 1 15,0-4 2-15,2-4-12 0,0-4 4 0,0-2-5 16,0 1 0-16,2-1 9 0,0-3-2 0,-2-2 6 15,9 0-4-15,13 12-8 0,1-2-6 0,-1-7 0 16,4-3-18-16,5-2-4 0,3-4-4 0,3-3 0 16,-4-2-16-16,-1-3-18 0,-1-2 4 0,-3-3-10 0,2 13 2 15,0-18-64-15,-2-2-16 0,3-4-27 0,-1 0-151 16</inkml:trace>
  <inkml:trace contextRef="#ctx0" brushRef="#br0" timeOffset="145712.78">27803 7738 174 0,'0'0'54'0,"-2"0"-3"0,0 0 41 15,0 0-5-15,-1 2-3 0,-1-2-12 0,-7 6-9 16,1-1 1-16,1 1-5 0,0-1-8 0,3-1 6 16,-1 0 1-16,1-1 2 0,3-1 4 0,1-2 12 15,-2 2-11-15,2-2 11 0,0 0-22 0,-1 2-4 16,-1 0-6-16,0 0 0 0,2 0-22 0,0-1-5 15,1 1-2-15,-1 0-2 0,0 0-6 0,0 0 2 16,0 0-4-16,0 0 2 0,0-1-13 0,1 1 6 0,-1 0 1 16,2-2 2-16,0 0-3 0,0 0-3 0,0 0 0 15,0-2-1-15,2 0 8 0,-1-1-3 0,5-10 0 16,3-10-1-16,4-4-4 0,-2 2 3 0,2-2 7 16,0-3-4-16,0 2 1 0,0 0 1 0,0 2-4 15,0 4 4-15,0 0-2 0,0 1 5 0,0 1-8 0,-11 3 6 16,17 2-2-16,1 4 8 0,1 2-1 0,1-1 2 15,-5 3-4-15,5 0 14 0,6-1-1 0,0 3 4 16,7 1-5-16,-5 0-2 0,1 2 1 0,3 0-1 16,-3-16 1-16,1 5 0 0,-4 6-2 0,-6 5 0 15,-4 2-7-15,-3 0-6 0,0 0 2 0,-4 2-4 16,0-1-1-16,-1 1-8 0,-3 2-2 0,1 0-4 0,1 1-12 16,0 1-18-16,0 1-12 0,3-1-13 0,-1 5-136 15,4 2-227-15</inkml:trace>
  <inkml:trace contextRef="#ctx0" brushRef="#br0" timeOffset="147285.93">29279 8056 275 0,'0'0'34'16,"-2"0"-4"-16,0-2 10 0,0 0 3 0,-1 0-11 15,1 2 7-15,-6-2 22 0,-3-2-6 0,2 3 6 16,2-1-35-16,-1 0-2 0,3 0 0 0,-1 0 1 15,-1 0 2-15,1 0-6 0,0 1 4 0,1-1-3 16,-1 0 3-16,4 2 5 0,1 0-3 0,-1 0 5 0,-2-2-6 16,0 0-3-16,1 0-7 0,-1 0 2 0,2 1-13 15,0-1 0-15,0 0 1 0,0 2-2 0,1 0-7 16,-1 0 4-16,2 0 5 0,0 0 0 0,2 0 4 0,-1 0-3 16,3 0-5-16,17-2 3 0,5 2 3 0,5 0 3 15,3 0 4-15,5 0-3 0,3 2-7 0,5 0 1 16,-1 0-6-16,4-2 5 0,-3 1 2 0,-1 1-6 15,-5 2 4-15,-8-2-5 0,-3 2-1 0,-8-1-2 16,-1 1 4-16,-8 0-1 0,0 1 8 0,-6-3 4 16,-3 0-2-16,0 0 5 0,-1 0 29 0,-1 0 21 15,0 1 0-15,0 1 4 0,-2-2-10 0,-2 5 2 16,-5 4-3-16,-5-1 1 0,-17 1-7 0,-3 0 2 0,-3-2 0 16,0 2 0-16,-3 1-7 0,1 1-14 0,8-2-4 15,-3 0-5-15,6 2-19 0,4 0 0 0,0 0-2 16,5-2 0-16,0 0-1 0,6-2-9 0,4 1-2 15,3-1-5-15,2 0-6 0,-7 2-18 0,3-1 7 16,2-1-12-16,3 0-5 0,1-3-48 0,0 1-17 0,0-3-15 16,1 0-94-16,3-1-196 0</inkml:trace>
  <inkml:trace contextRef="#ctx0" brushRef="#br0" timeOffset="147589.49">29862 7812 1069 0,'-2'0'55'0,"0"0"0"0,-14-1-15 16,-3-3-6-16,2 0-22 0,6 2-15 0,7 2 8 16,3 0-2-16,-3 0 4 0,2 0-16 0,2 0 9 15,0 0-1-15,2 0 4 0,7 2 1 0,26 4-8 16,3-3 1-16,-3-1-4 0,2-2 15 0,-2 0-11 15,4 0 5-15,-3 0-7 0,-3 2 12 0,-5 2-8 16,-2 0 5-16,-8-1-7 0,-3 3 5 0,-4-1 4 0,-5-1 0 16,-4 9 4-16,9 4 9 0,0 7 18 0,-7 0-2 15,-6 0 8-15,-7 6 11 0,-3-6-5 0,-2-2 4 16,4 2-6-16,-18-3-9 0,-1 1-22 0,-1-3-1 16,2-1-6-16,2-1 0 0,4-2-6 0,0 0-1 15,5 1-4-15,6-3-23 0,3 0-23 0,7-1-6 0,-7-1-13 16,3-2-112-16,3-2-147 0</inkml:trace>
  <inkml:trace contextRef="#ctx0" brushRef="#br0" timeOffset="148061.72">30930 7469 786 0,'-2'0'63'0,"0"0"121"0,-2 0-144 0,-1 0-1 15,-8 0 6-15,1 2-1 0,-1 1 26 0,0 3-18 16,0 3-5-16,2 2-6 0,0 17-27 0,4 2-11 16,-1 2 5-16,5-1-7 0,1 3 4 0,0-1-8 15,-17-1 1-15,8-3-3 0,4 1 8 0,5-4-3 16,2 0 4-16,2-2-4 0,1-5 5 0,1-3 0 15,2-1-2-15,-3-7 2 0,3 1 3 0,-2-3 9 0,5-5-4 16,6 11 5-16,2-3-8 0,3-4 10 0,-1-3-5 16,3-2 6-16,-2-5-7 0,4-5 2 0,1-1 5 15,-3-4-3-15,2 14 1 0,-4-24-2 0,-3-4-8 0,-4 1 5 16,0 0-5-16,-2 0 8 0,-5 4 3 0,-2-4 1 16,12 0-4-16,-8 0 15 0,-6 1-8 0,-4-1 9 15,-4 2-3-15,-3 2 23 0,-2 1-3 0,0 7 8 16,1 1-24-16,-16 4-7 0,0 1-2 0,2 7 0 15,4-1-9-15,-1-11-14 0,3 6 1 0,-1 3-5 16,2 4-6-16,4 2 3 0,0 2-5 0,4 2 3 16,0 1-20-16,1 5-9 0,5 14-2 0,1 0-3 0,-15 2-18 15,6 0-98-15,5-2-19 0,6 0-36 0,0 0-145 16</inkml:trace>
  <inkml:trace contextRef="#ctx0" brushRef="#br0" timeOffset="148202.32">31589 7556 1047 0,'0'0'180'0,"0"0"-241"15,0-2 211-15,0 0-115 0,0 1 1 0,0-1 27 16,0 0-2-16,0 0 6 0,0 0-30 0,0 0-35 16,0 0-2-16,0 1-12 0,0-1-27 0,0 0-14 0,2 0-19 15,-1 0-5-15,1 0-140 0</inkml:trace>
  <inkml:trace contextRef="#ctx0" brushRef="#br0" timeOffset="148543.59">31888 7322 863 0,'-2'-2'49'0,"0"1"112"15,-2-1-152-15,1-2 27 0,-1 0-1 0,0 1 12 16,0-3 17-16,3-1-13 0,1-1 2 0,1 1-8 0,1-3-17 15,35 1-14-15,2-4 3 0,6 2-7 0,-6 4 7 16,7-1-3-16,-5 3-5 0,-4-18 2 0,-1 12-10 16,-7 6 1-16,-6 5 2 0,-7 0-1 0,-3 1-8 15,-5 3 6-15,-5-2-1 0,9 13 4 0,-1 9-4 0,-6 4 9 16,-5-2-1-16,-7 2 5 0,-6 1 8 0,-4-1-7 16,8 2 5-16,-21-2-4 0,-1 0 13 0,-3-2-1 15,4 0 3-15,1 0-1 0,-1-2 10 0,8-2-1 16,3-2-10-16,4-3 5 0,6-2-23 0,3 0-1 15,5-2-1-15,-1-4 0 0,-6 2-3 0,5-3-2 16,1-1 2-16,2 2-3 0,0-7-4 0,3 2-4 16,23 11-3-16,6-8-1 0,1-7-15 0,6-3-8 0,0-7-2 15,-1-5-2-15,-1 1-8 0,-4-3-22 0,1-2-17 16,-5 1-8-16,3-1-121 0</inkml:trace>
  <inkml:trace contextRef="#ctx0" brushRef="#br0" timeOffset="148903.48">32679 7235 939 0,'0'-2'84'16,"0"0"-8"-16,-2 0 28 0,0 1 6 0,0-1-24 15,-2-2 6-15,1 0-2 0,-1 2-8 0,0-1-1 16,0-1-29-16,3 2-30 0,-1 0 6 0,0 0-16 16,0 1 0-16,0-1 0 0,2 0-3 0,0 2 2 0,0 0-2 15,2 2-4-15,0 0 1 0,0 1-2 0,5 10-6 16,4 6 6-16,0 1-4 0,1 3 5 0,-3-3-5 0,0 0 2 15,0 1-1-15,1-1 2 0,-3-1-4 0,2 1 0 16,-1-3 5-16,1 0-2 0,0-3 4 0,-1-1 0 16,-6-1-4-16,14-3 4 0,-3-2-2 0,0 1 1 15,-3-5-1-15,-3-1 2 0,4 0 1 0,6 9 3 16,0-1-7-16,-1-5 5 0,1-3-6 0,-4-2-2 16,2-2 6-16,0-2-6 0,0-3 4 0,-4 0 4 15,0-1-3-15,0-14 5 0,-2 0 5 0,4-6-9 16,-1-2 7-16,-5-2-7 0,0-5 4 0,1 0 4 15,-3-2 1-15,3 0 2 0,-3-2 2 0,1-3-5 16,0 3-7-16,1 0 4 0,-3 4-1 0,1 5-11 0,1 5 5 16,-1 1-8-16,1 3-5 0,1 1-32 0,-1 2-8 15,1 1-11-15,5-1-62 0,-1 1-197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48"/>
    </inkml:context>
    <inkml:brush xml:id="br0">
      <inkml:brushProperty name="width" value="0.05" units="cm"/>
      <inkml:brushProperty name="height" value="0.05" units="cm"/>
    </inkml:brush>
  </inkml:definitions>
  <inkml:trace contextRef="#ctx0" brushRef="#br0">190 186 2505 0 0,'0'0'108'0'0,"-3"-28"4627"0"0,4-88 697 0 0,-11 84-4478 0 0,3 22-540 0 0,7 10-404 0 0,0 0 0 0 0,0 0 0 0 0,0 0 0 0 0,-1 1-1 0 0,1-1 1 0 0,0 0 0 0 0,0 0 0 0 0,0 0 0 0 0,0 0-1 0 0,-1 0 1 0 0,1 0 0 0 0,0 0 0 0 0,0 0 0 0 0,0 0-1 0 0,0 1 1 0 0,0-1 0 0 0,-1 0 0 0 0,1 0 0 0 0,0 0-1 0 0,0 0 1 0 0,0 0 0 0 0,0 1 0 0 0,0-1 0 0 0,0 0-1 0 0,0 0 1 0 0,0 0 0 0 0,-1 0 0 0 0,1 1 0 0 0,0-1-1 0 0,0 0 1 0 0,0 0 0 0 0,0 0 0 0 0,0 1 0 0 0,0-1-1 0 0,0 0 1 0 0,0 0 0 0 0,0 0 0 0 0,0 1 0 0 0,0-1-1 0 0,0 0 1 0 0,0 0 0 0 0,1 0 0 0 0,-1 0-1 0 0,0 1 1 0 0,0-1 0 0 0,0 0 0 0 0,0 0 0 0 0,0 0-1 0 0,-10 232 552 0 0,-3-72 427 0 0,13-158-971 0 0,0 0 0 0 0,-1 0 0 0 0,1 0 0 0 0,-1 0 0 0 0,1 0 0 0 0,-1 0 0 0 0,0 0 0 0 0,0 0 1 0 0,0 0-1 0 0,0 0 0 0 0,0-1 0 0 0,0 1 0 0 0,0 0 0 0 0,0-1 0 0 0,-1 1 0 0 0,1-1 0 0 0,-1 1 0 0 0,1-1 0 0 0,-1 0 0 0 0,-2 2 0 0 0,-6 3 40 0 0,1-1-1 0 0,-19 8 0 0 0,4-2 14 0 0,10-4-57 0 0,11-6-9 0 0,0 0 0 0 0,0 1 0 0 0,1-1 1 0 0,-1 1-1 0 0,0-1 0 0 0,1 1 1 0 0,-1 0-1 0 0,1 0 0 0 0,-1 0 0 0 0,1 1 1 0 0,0-1-1 0 0,-3 4 0 0 0,5-5-3 0 0,0-1-1 0 0,0 0 0 0 0,0 1 1 0 0,1-1-1 0 0,-1 0 0 0 0,0 1 1 0 0,0-1-1 0 0,0 0 0 0 0,1 0 1 0 0,-1 1-1 0 0,0-1 0 0 0,0 0 1 0 0,1 0-1 0 0,-1 0 0 0 0,0 1 1 0 0,1-1-1 0 0,-1 0 0 0 0,0 0 1 0 0,0 0-1 0 0,1 0 0 0 0,-1 0 1 0 0,0 0-1 0 0,1 0 0 0 0,-1 0 1 0 0,0 0-1 0 0,1 0 0 0 0,-1 0 1 0 0,1 0-1 0 0,-1 0 0 0 0,0 0 1 0 0,1 0-1 0 0,-1 0 0 0 0,0 0 1 0 0,1 0-1 0 0,17 0 13 0 0,-16 0-12 0 0,100-9-21 0 0,-75 5 6 0 0,-1 2 0 0 0,50 0 0 0 0,-72 3 14 0 0,0-1 0 0 0,0 0 0 0 0,0 1 1 0 0,0 0-1 0 0,-1 0 0 0 0,1 0 0 0 0,0 0 0 0 0,-1 1 0 0 0,1-1 0 0 0,-1 1 0 0 0,1 0 0 0 0,-1 0 0 0 0,0 0 0 0 0,1 0 0 0 0,-1 1 0 0 0,-1 0 0 0 0,1-1 1 0 0,3 4-1 0 0,-4-3 28 0 0,0 0 1 0 0,-1 0 0 0 0,1 0 0 0 0,-1 0 0 0 0,1 0 0 0 0,-1 0 0 0 0,0 1-1 0 0,0-1 1 0 0,0 0 0 0 0,-1 1 0 0 0,1-1 0 0 0,-1 1 0 0 0,0-1 0 0 0,0 1-1 0 0,0 3 1 0 0,-1-5 2 0 0,1 1-1 0 0,-1-1 0 0 0,0 0 1 0 0,1 1-1 0 0,-1-1 0 0 0,0 0 1 0 0,0 0-1 0 0,0 0 1 0 0,-1 0-1 0 0,1 0 0 0 0,0 0 1 0 0,-1 0-1 0 0,0 0 0 0 0,1 0 1 0 0,-1-1-1 0 0,0 1 1 0 0,0-1-1 0 0,1 1 0 0 0,-1-1 1 0 0,-1 0-1 0 0,1 0 0 0 0,-4 2 1 0 0,-100 44 261 0 0,96-42-283 0 0,-1-1 0 0 0,-21 6 0 0 0,23-8-4 0 0,0 1 1 0 0,1-1 0 0 0,-1 2 0 0 0,1-1-1 0 0,-15 10 1 0 0,22-12-6 0 0,-1 0-1 0 0,1 1 1 0 0,0-1 0 0 0,0 1-1 0 0,0-1 1 0 0,0 1 0 0 0,0-1-1 0 0,1 1 1 0 0,-1-1-1 0 0,0 1 1 0 0,1 0 0 0 0,-1 1-1 0 0,1-2-1 0 0,-1 0 0 0 0,1 0-1 0 0,0 0 1 0 0,0 0 0 0 0,0-1 0 0 0,0 1-1 0 0,-1 0 1 0 0,1 0 0 0 0,0 0 0 0 0,1 0-1 0 0,-1 0 1 0 0,0-1 0 0 0,0 1 0 0 0,0 0-1 0 0,0 0 1 0 0,1 0 0 0 0,-1-1-1 0 0,0 1 1 0 0,1 0 0 0 0,-1 0 0 0 0,1 0-1 0 0,-1-1 1 0 0,1 1 0 0 0,-1 0 0 0 0,1-1-1 0 0,-1 1 1 0 0,1-1 0 0 0,0 2 0 0 0,9 2 6 0 0,0 0 1 0 0,0 0 0 0 0,0-1 0 0 0,0 0 0 0 0,1-1 0 0 0,-1 0 0 0 0,17 0 0 0 0,82-1-69 0 0,-55-3 54 0 0,-33 2 19 0 0,-13-1-9 0 0,0 1 1 0 0,0 0-1 0 0,0 0 0 0 0,0 1 0 0 0,15 4 1 0 0,-22-5 1 0 0,0 1 0 0 0,0 0 0 0 0,0-1 0 0 0,0 1 0 0 0,0 0-1 0 0,0 0 1 0 0,0 0 0 0 0,0 0 0 0 0,0 0 0 0 0,0 0 0 0 0,0 0 0 0 0,-1 0 0 0 0,1 1 0 0 0,0-1 0 0 0,-1 0 0 0 0,1 0 0 0 0,-1 0 0 0 0,1 1 0 0 0,-1-1 0 0 0,0 0 0 0 0,1 1 0 0 0,-1-1 0 0 0,0 0 0 0 0,0 3 0 0 0,0-2 5 0 0,0 0 1 0 0,0 0-1 0 0,0 0 0 0 0,0 0 0 0 0,0 0 0 0 0,-1 0 0 0 0,1 0 1 0 0,-1-1-1 0 0,1 1 0 0 0,-1 0 0 0 0,0 0 0 0 0,1 0 0 0 0,-1-1 1 0 0,0 1-1 0 0,0 0 0 0 0,0-1 0 0 0,-3 3 0 0 0,-5 3 36 0 0,-1-1 0 0 0,-1-1-1 0 0,1 0 1 0 0,-15 6-1 0 0,-4 1 81 0 0,-8 4 21 0 0,-43 12 0 0 0,-13 6-109 0 0,92-34-38 0 0,0 0 0 0 0,-1 1-1 0 0,1-1 1 0 0,0 1 0 0 0,0-1 0 0 0,0 1-1 0 0,0-1 1 0 0,1 1 0 0 0,-1 0 0 0 0,0-1-1 0 0,0 1 1 0 0,0 0 0 0 0,0 0 0 0 0,1 0-1 0 0,-1-1 1 0 0,0 1 0 0 0,1 0 0 0 0,-1 0-1 0 0,1 0 1 0 0,-1 0 0 0 0,1 0 0 0 0,-1 0-1 0 0,1 0 1 0 0,0 1 0 0 0,0-1 0 0 0,-1 0-1 0 0,1 2 1 0 0,0-2 2 0 0,1 0-1 0 0,-1 1 1 0 0,1-1-1 0 0,-1 0 1 0 0,1 0-1 0 0,-1 0 1 0 0,1 0-1 0 0,0 0 1 0 0,-1 0-1 0 0,1 0 1 0 0,0 0-1 0 0,0 0 1 0 0,0 0-1 0 0,0 0 1 0 0,0 0-1 0 0,0-1 1 0 0,0 1-1 0 0,0 0 1 0 0,0-1-1 0 0,0 1 1 0 0,0-1-1 0 0,0 1 1 0 0,2 0-1 0 0,9 2 14 0 0,-1-1-1 0 0,1 1 0 0 0,0-2 1 0 0,0 0-1 0 0,-1 0 0 0 0,22-2 0 0 0,-17 0-19 0 0,-1 1 0 0 0,1 1 0 0 0,18 2 0 0 0,-32-1 6 0 0,1-1 1 0 0,0 0-1 0 0,-1 1 0 0 0,1-1 1 0 0,-1 1-1 0 0,0 0 0 0 0,0 0 1 0 0,1 0-1 0 0,-1 0 0 0 0,0 0 1 0 0,-1 1-1 0 0,1-1 0 0 0,0 0 1 0 0,-1 1-1 0 0,1-1 0 0 0,-1 1 1 0 0,0 0-1 0 0,2 4 0 0 0,1 5-10 0 0,0-1 0 0 0,0 1-1 0 0,2 16 1 0 0,0 32 7 0 0,-3-1 0 0 0,-3 1 0 0 0,-9 82 0 0 0,0 42 10 0 0,18 63 66 0 0,-8-225-57 0 0,7 32 110 0 0,-7-48-287 0 0,2 4 147 0 0,1-4-4375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49"/>
    </inkml:context>
    <inkml:brush xml:id="br0">
      <inkml:brushProperty name="width" value="0.05" units="cm"/>
      <inkml:brushProperty name="height" value="0.05" units="cm"/>
    </inkml:brush>
  </inkml:definitions>
  <inkml:trace contextRef="#ctx0" brushRef="#br0">98 53 792 0 0,'0'0'783'0'0,"-5"-28"3350"0"0,5 27-3897 0 0,0 0 1 0 0,0 0-1 0 0,0 0 0 0 0,-1-1 1 0 0,1 1-1 0 0,-1 0 0 0 0,1 0 1 0 0,-1 0-1 0 0,0 0 0 0 0,1 0 1 0 0,-1 0-1 0 0,0 0 0 0 0,1 0 1 0 0,-1 0-1 0 0,0 0 0 0 0,0 0 1 0 0,-2-1-1 0 0,3 1-155 0 0,-1 1-1 0 0,1-1 1 0 0,-1 1-1 0 0,0 0 1 0 0,1-1 0 0 0,-1 1-1 0 0,1 0 1 0 0,-1-1-1 0 0,0 1 1 0 0,1 0 0 0 0,-1 0-1 0 0,0 0 1 0 0,1-1-1 0 0,-1 1 1 0 0,0 0-1 0 0,0 0 1 0 0,1 0 0 0 0,-1 0-1 0 0,0 0 1 0 0,1 0-1 0 0,-1 0 1 0 0,0 1 0 0 0,1-1-1 0 0,-1 0 1 0 0,0 0-1 0 0,1 0 1 0 0,-1 1-1 0 0,0-1 1 0 0,1 0 0 0 0,-1 1-1 0 0,1-1 1 0 0,-2 1-1 0 0,-3 5 43 0 0,1 0 0 0 0,-1 0-1 0 0,1 0 1 0 0,0 0 0 0 0,0 1 0 0 0,1 0-1 0 0,0 0 1 0 0,0 0 0 0 0,0 0-1 0 0,1 0 1 0 0,0 0 0 0 0,1 1-1 0 0,-2 10 1 0 0,3-18-100 0 0,0 0 0 0 0,0 0 0 0 0,0 1 0 0 0,0-1 0 0 0,0 0 0 0 0,0 1 0 0 0,0-1 0 0 0,0 0 0 0 0,1 1 0 0 0,-1-1 0 0 0,0 0 0 0 0,0 0-1 0 0,0 1 1 0 0,0-1 0 0 0,0 0 0 0 0,0 0 0 0 0,1 1 0 0 0,-1-1 0 0 0,0 0 0 0 0,0 0 0 0 0,0 1 0 0 0,0-1 0 0 0,1 0 0 0 0,-1 0 0 0 0,0 0 0 0 0,0 0 0 0 0,1 1 0 0 0,-1-1 0 0 0,0 0 0 0 0,0 0 0 0 0,1 0 0 0 0,-1 0 0 0 0,0 0-1 0 0,1 0 1 0 0,-1 1 0 0 0,14-5 342 0 0,9-12-93 0 0,-20 12-211 0 0,-1 0-1 0 0,1-1 1 0 0,-1 1 0 0 0,-1-1-1 0 0,3-6 1 0 0,6-13 242 0 0,-10 23-281 0 0,1 0 0 0 0,0 0 1 0 0,-1-1-1 0 0,1 1 0 0 0,-1 0 0 0 0,1 0 0 0 0,-1 0 1 0 0,1 0-1 0 0,-1 0 0 0 0,0-1 0 0 0,0 1 0 0 0,0 0 1 0 0,1 0-1 0 0,-1 0 0 0 0,0-1 0 0 0,0 1 1 0 0,-1 0-1 0 0,1-3 0 0 0,-1 4-11 0 0,1-1 1 0 0,-1 1-1 0 0,1-1 0 0 0,-1 1 1 0 0,1-1-1 0 0,-1 1 0 0 0,1 0 1 0 0,-1-1-1 0 0,1 1 1 0 0,-1 0-1 0 0,1-1 0 0 0,-1 1 1 0 0,0 0-1 0 0,1 0 0 0 0,-1-1 1 0 0,0 1-1 0 0,1 0 0 0 0,-1 0 1 0 0,0 0-1 0 0,1 0 0 0 0,-1 0 1 0 0,0 0-1 0 0,-1 0 1 0 0,-2 1 3 0 0,0-1 0 0 0,-1 1-1 0 0,1 0 1 0 0,0 0 0 0 0,0 1 0 0 0,0-1 0 0 0,0 1 0 0 0,-7 4 0 0 0,-8 13 52 0 0,18-19-74 0 0,1 1 1 0 0,-1-1-1 0 0,1 1 0 0 0,0-1 0 0 0,-1 0 0 0 0,1 1 1 0 0,-1-1-1 0 0,1 1 0 0 0,0-1 0 0 0,-1 1 1 0 0,1-1-1 0 0,0 1 0 0 0,0-1 0 0 0,-1 1 1 0 0,1 0-1 0 0,0-1 0 0 0,0 1 0 0 0,0-1 1 0 0,0 1-1 0 0,0 0 0 0 0,0-1 0 0 0,0 1 0 0 0,0-1 1 0 0,0 1-1 0 0,0 0 0 0 0,0-1 0 0 0,0 1 1 0 0,0-1-1 0 0,0 1 0 0 0,1-1 0 0 0,-1 1 1 0 0,0 0-1 0 0,0-1 0 0 0,1 1 0 0 0,-1-1 1 0 0,0 1-1 0 0,1-1 0 0 0,-1 1 0 0 0,0-1 0 0 0,2 1 1 0 0,2-1-2688 0 0,-1 0 455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0"/>
    </inkml:context>
    <inkml:brush xml:id="br0">
      <inkml:brushProperty name="width" value="0.05" units="cm"/>
      <inkml:brushProperty name="height" value="0.05" units="cm"/>
    </inkml:brush>
  </inkml:definitions>
  <inkml:trace contextRef="#ctx0" brushRef="#br0">137 22 7130 0 0,'-21'-21'6776'0'0,"20"21"-6755"0"0,1 0 0 0 0,-1 1 0 0 0,1-1 1 0 0,-1 1-1 0 0,1-1 0 0 0,0 0 1 0 0,-1 1-1 0 0,1-1 0 0 0,0 1 0 0 0,-1-1 1 0 0,1 1-1 0 0,0-1 0 0 0,0 1 0 0 0,-1-1 1 0 0,1 1-1 0 0,0-1 0 0 0,0 1 0 0 0,0 0 1 0 0,0-1-1 0 0,0 1 0 0 0,0-1 1 0 0,0 1-1 0 0,0-1 0 0 0,0 1 0 0 0,0 0 1 0 0,0-1-1 0 0,0 1 0 0 0,0-1 0 0 0,0 1 1 0 0,1-1-1 0 0,-1 2 0 0 0,5 19 69 0 0,10 28-90 0 0,-4-13 54 0 0,0 1 0 0 0,4 38 0 0 0,-5-13 73 0 0,-5-41 32 0 0,-1-1-1 0 0,-1 1 1 0 0,-1 0-1 0 0,-1 0 1 0 0,-1 0 0 0 0,-3 29-1 0 0,1-46-118 0 0,1-1-1 0 0,-1 1 0 0 0,1-1 1 0 0,-1 0-1 0 0,0 1 0 0 0,0-1 1 0 0,-1 0-1 0 0,1 0 0 0 0,-1 0 1 0 0,1-1-1 0 0,-1 1 0 0 0,0-1 1 0 0,0 1-1 0 0,0-1 0 0 0,0 0 1 0 0,0 0-1 0 0,-1 0 0 0 0,-4 1 1 0 0,-4 3 25 0 0,0-1 0 0 0,0-1 0 0 0,-1 0 1 0 0,-14 2-1 0 0,-19-4 69 0 0,31-3-273 0 0,14 1 108 0 0,31-1-6 0 0,1-3 36 0 0,1 2 0 0 0,0 1 0 0 0,0 2 0 0 0,47 7 1 0 0,-78-8 16 0 0,0 0 0 0 0,0 0 0 0 0,0 0 1 0 0,0 1-1 0 0,0-1 0 0 0,0 0 0 0 0,0 1 1 0 0,0-1-1 0 0,0 1 0 0 0,0-1 1 0 0,0 1-1 0 0,0 0 0 0 0,0-1 0 0 0,0 1 1 0 0,-1 0-1 0 0,1-1 0 0 0,0 1 0 0 0,0 0 1 0 0,-1 0-1 0 0,1 0 0 0 0,-1 0 0 0 0,1 0 1 0 0,-1 0-1 0 0,1 0 0 0 0,-1 0 0 0 0,1 0 1 0 0,-1 0-1 0 0,0 0 0 0 0,0 0 0 0 0,1 0 1 0 0,-1 0-1 0 0,0 0 0 0 0,0 0 1 0 0,0 0-1 0 0,0 0 0 0 0,0 1 0 0 0,0-1 1 0 0,-1 1-1 0 0,0 1 18 0 0,1 0 1 0 0,-1-1-1 0 0,0 1 0 0 0,0-1 1 0 0,-1 1-1 0 0,1-1 0 0 0,0 0 1 0 0,-1 1-1 0 0,1-1 0 0 0,-1 0 1 0 0,0 0-1 0 0,0 0 0 0 0,0 0 1 0 0,-3 2-1 0 0,-114 91 162 0 0,111-86-207 0 0,0-1 0 0 0,0 1 0 0 0,1 0 0 0 0,1 1 0 0 0,-7 10 0 0 0,13-19 5 0 0,-1-1 1 0 0,1 1-1 0 0,0 0 1 0 0,0-1 0 0 0,-1 1-1 0 0,1-1 1 0 0,0 1-1 0 0,0-1 1 0 0,0 1 0 0 0,-1 0-1 0 0,1-1 1 0 0,0 1-1 0 0,0-1 1 0 0,0 1 0 0 0,0 0-1 0 0,0-1 1 0 0,0 1-1 0 0,0-1 1 0 0,1 1 0 0 0,-1 0-1 0 0,0-1 1 0 0,0 1-1 0 0,0-1 1 0 0,1 1 0 0 0,-1-1-1 0 0,0 1 1 0 0,1 1-1 0 0,0-1 4 0 0,1 0 0 0 0,-1 0 1 0 0,0 0-1 0 0,0 0 0 0 0,1 0 0 0 0,-1 0 0 0 0,1 0 0 0 0,-1-1 0 0 0,1 1 0 0 0,1 0 0 0 0,4 1 12 0 0,0 0 1 0 0,0-1 0 0 0,-1 0-1 0 0,9 1 1 0 0,3-2-23 0 0,0-2 0 0 0,0 0 1 0 0,34-8-1 0 0,15-2 24 0 0,-65 12-12 0 0,-1 0 0 0 0,1 0 1 0 0,-1 0-1 0 0,1 0 0 0 0,-1 0 0 0 0,1 0 0 0 0,-1 1 1 0 0,1-1-1 0 0,-1 1 0 0 0,1-1 0 0 0,-1 1 1 0 0,1-1-1 0 0,-1 1 0 0 0,0 0 0 0 0,1 0 0 0 0,-1-1 1 0 0,0 1-1 0 0,1 0 0 0 0,-1 0 0 0 0,0 0 1 0 0,0 1-1 0 0,0-1 0 0 0,0 0 0 0 0,0 0 1 0 0,0 0-1 0 0,-1 1 0 0 0,1-1 0 0 0,0 1 0 0 0,0-1 1 0 0,-1 0-1 0 0,1 1 0 0 0,-1-1 0 0 0,0 1 1 0 0,1-1-1 0 0,-1 1 0 0 0,0 2 0 0 0,2 7-7 0 0,-2 0-1 0 0,1 1 0 0 0,-1-1 0 0 0,-2 12 1 0 0,1-13 6 0 0,-14 147 15 0 0,-2 20 22 0 0,14 65 189 0 0,3-177-129 0 0,0-63-252 0 0,1 12 175 0 0,1-5-3337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1"/>
    </inkml:context>
    <inkml:brush xml:id="br0">
      <inkml:brushProperty name="width" value="0.05" units="cm"/>
      <inkml:brushProperty name="height" value="0.05" units="cm"/>
    </inkml:brush>
  </inkml:definitions>
  <inkml:trace contextRef="#ctx0" brushRef="#br0">142 134 3937 0 0,'0'0'316'0'0,"-5"0"3543"0"0,-9 0-2272 0 0,0 0-457 0 0,3-1-642 0 0,0 1 1 0 0,1 0-1 0 0,-1 1 0 0 0,0 0 1 0 0,1 1-1 0 0,-1 0 1 0 0,-15 5-1 0 0,25-7-489 0 0,1 0-1 0 0,0 1 1 0 0,-1-1-1 0 0,1 0 0 0 0,0 0 1 0 0,-1 0-1 0 0,1 0 0 0 0,0 0 1 0 0,-1 1-1 0 0,1-1 0 0 0,0 0 1 0 0,0 0-1 0 0,-1 0 0 0 0,1 1 1 0 0,0-1-1 0 0,0 0 0 0 0,-1 0 1 0 0,1 1-1 0 0,0-1 0 0 0,0 0 1 0 0,0 1-1 0 0,0-1 0 0 0,-1 0 1 0 0,1 0-1 0 0,0 1 0 0 0,0-1 1 0 0,0 0-1 0 0,0 1 0 0 0,0-1 1 0 0,0 0-1 0 0,0 1 0 0 0,0-1 1 0 0,0 0-1 0 0,0 1 0 0 0,10 7-15 0 0,18 0 29 0 0,-28-7-11 0 0,16 1 37 0 0,0 1 0 0 0,0-2 0 0 0,0 0 0 0 0,30-3 1 0 0,65-12 129 0 0,-84 9-144 0 0,293-62 511 0 0,-187 35-273 0 0,161-17-1 0 0,-130 40 528 0 0,-93 8-7982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2"/>
    </inkml:context>
    <inkml:brush xml:id="br0">
      <inkml:brushProperty name="width" value="0.05" units="cm"/>
      <inkml:brushProperty name="height" value="0.05" units="cm"/>
    </inkml:brush>
  </inkml:definitions>
  <inkml:trace contextRef="#ctx0" brushRef="#br0">38 351 5985 0 0,'-2'-16'2656'0'0,"-19"-318"4437"0"0,21 334-7093 0 0,0 1 0 0 0,-1-1 0 0 0,1 0 0 0 0,0 0 0 0 0,0 0 0 0 0,0 0 0 0 0,0 0 0 0 0,0 0 0 0 0,0 0 0 0 0,0 0 0 0 0,0 0 0 0 0,0 0 0 0 0,-1 0 0 0 0,1 0 0 0 0,0 0 0 0 0,0 0 0 0 0,0 0 0 0 0,0 0 0 0 0,0 0 0 0 0,0 0 0 0 0,0 0 0 0 0,0-1 0 0 0,-1 1 0 0 0,1 0 0 0 0,0 0 0 0 0,0 0 0 0 0,0 0 0 0 0,0 0 0 0 0,0 0 0 0 0,0 0 0 0 0,0 0 0 0 0,-4 13 1 0 0,-2 85 56 0 0,5 0 0 0 0,11 106 0 0 0,0-37-10 0 0,19 150 578 0 0,-27-301-4288 0 0,-1-13 1718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3"/>
    </inkml:context>
    <inkml:brush xml:id="br0">
      <inkml:brushProperty name="width" value="0.05" units="cm"/>
      <inkml:brushProperty name="height" value="0.05" units="cm"/>
    </inkml:brush>
  </inkml:definitions>
  <inkml:trace contextRef="#ctx0" brushRef="#br0">11 8 9762 0 0,'-10'-8'4281'0'0,"10"13"-4212"0"0,1 0-1 0 0,0 0 1 0 0,0 0-1 0 0,0-1 1 0 0,1 1 0 0 0,0 0-1 0 0,0-1 1 0 0,0 1-1 0 0,4 5 1 0 0,8 20 57 0 0,-12-26-102 0 0,0 0-1 0 0,0 0 1 0 0,0-1-1 0 0,1 1 1 0 0,0 0-1 0 0,0-1 1 0 0,0 0-1 0 0,0 0 1 0 0,0 0-1 0 0,0 0 1 0 0,1 0-1 0 0,0-1 1 0 0,-1 1 0 0 0,1-1-1 0 0,6 3 1 0 0,11 4 205 0 0,37 12 0 0 0,-46-18-152 0 0,61 19 350 0 0,-30-9-209 0 0,0 1 0 0 0,41 20 0 0 0,-70-22-3523 0 0,-11-10 876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4"/>
    </inkml:context>
    <inkml:brush xml:id="br0">
      <inkml:brushProperty name="width" value="0.05" units="cm"/>
      <inkml:brushProperty name="height" value="0.05" units="cm"/>
    </inkml:brush>
  </inkml:definitions>
  <inkml:trace contextRef="#ctx0" brushRef="#br0">117 16 12091 0 0,'-2'0'126'0'0,"0"-1"0"0"0,0 1 0 0 0,0-1 0 0 0,1 1-1 0 0,-1-1 1 0 0,0 0 0 0 0,0 0 0 0 0,0 0 0 0 0,0 0 0 0 0,1 0 0 0 0,-1 0 0 0 0,0 0 0 0 0,1-1 0 0 0,-3-1 0 0 0,26 17-82 0 0,-2 7-52 0 0,17 25 1 0 0,-32-40 93 0 0,0 1 0 0 0,-1 0 0 0 0,0 0 0 0 0,0 0 0 0 0,-1 1 0 0 0,0-1 0 0 0,0 1 0 0 0,3 15 0 0 0,4 9 1043 0 0,-8-29-962 0 0,0 1-1 0 0,-1-1 0 0 0,1 1 0 0 0,-1 0 0 0 0,0 0 0 0 0,1 6 0 0 0,-2-8-139 0 0,0 0 0 0 0,-1 0 0 0 0,1 0 0 0 0,0 0 0 0 0,-1-1 0 0 0,1 1 0 0 0,-1 0-1 0 0,0 0 1 0 0,1 0 0 0 0,-1 0 0 0 0,0-1 0 0 0,0 1 0 0 0,0 0 0 0 0,0-1 0 0 0,0 1 0 0 0,-1-1 0 0 0,1 1 0 0 0,-2 0-1 0 0,-8 7-25 0 0,0 0-1 0 0,-1-1 0 0 0,0-1 0 0 0,0 0 0 0 0,-1 0 0 0 0,-17 5 1 0 0,-16 10-843 0 0,-8 7-4251 0 0,46-23 1714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5"/>
    </inkml:context>
    <inkml:brush xml:id="br0">
      <inkml:brushProperty name="width" value="0.05" units="cm"/>
      <inkml:brushProperty name="height" value="0.05" units="cm"/>
    </inkml:brush>
  </inkml:definitions>
  <inkml:trace contextRef="#ctx0" brushRef="#br0">4 17 5441 0 0,'-1'-6'8301'0'0,"-1"-4"-6261"0"0,3 10-2019 0 0,-1 1-1 0 0,1 0 1 0 0,0 0-1 0 0,-1-1 1 0 0,1 1-1 0 0,-1 0 1 0 0,1 0-1 0 0,-1 0 1 0 0,1 0-1 0 0,-1 0 1 0 0,1 0-1 0 0,-1 0 1 0 0,0 0-1 0 0,0 0 1 0 0,1 0-1 0 0,-1 1 1 0 0,2 5 55 0 0,19 73 315 0 0,-3 0-1 0 0,11 122 0 0 0,-24-163-327 0 0,-2-14-219 0 0,3 27-698 0 0,20 82 0 0 0,-24-129-1520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6"/>
    </inkml:context>
    <inkml:brush xml:id="br0">
      <inkml:brushProperty name="width" value="0.05" units="cm"/>
      <inkml:brushProperty name="height" value="0.05" units="cm"/>
    </inkml:brush>
  </inkml:definitions>
  <inkml:trace contextRef="#ctx0" brushRef="#br0">93 7 1832 0 0,'0'0'866'0'0,"-10"0"3934"0"0,-10 0-2153 0 0,-2 1 1872 0 0,22-1-4471 0 0,13 2 433 0 0,32 0-76 0 0,88-7 1 0 0,-14-1 378 0 0,-119 6-768 0 0,0 0 0 0 0,0 0 0 0 0,0 0 0 0 0,1 0 0 0 0,-1 0 0 0 0,0 0 0 0 0,0-1 0 0 0,0 1 0 0 0,0 0 0 0 0,0 0 0 0 0,0 0 0 0 0,1 0 0 0 0,-1 1 0 0 0,0-1 0 0 0,0 0 0 0 0,0 0 0 0 0,0 0 0 0 0,0 0 0 0 0,0 0 0 0 0,1 0 0 0 0,-1 0 0 0 0,0 0 1 0 0,0 0-1 0 0,0 0 0 0 0,0 0 0 0 0,0 0 0 0 0,0 0 0 0 0,0 0 0 0 0,1 1 0 0 0,-1-1 0 0 0,0 0 0 0 0,0 0 0 0 0,0 0 0 0 0,0 0 0 0 0,0 0 0 0 0,0 0 0 0 0,0 0 0 0 0,0 1 0 0 0,0-1 0 0 0,0 0 0 0 0,0 0 0 0 0,0 0 0 0 0,0 0 0 0 0,0 0 0 0 0,0 0 0 0 0,0 1 0 0 0,0-1 1 0 0,0 0-1 0 0,0 0 0 0 0,0 0 0 0 0,0 0 0 0 0,0 1 0 0 0,-6 7 532 0 0,-9 5-197 0 0,-17 6-49 0 0,0-2-1 0 0,-48 19 0 0 0,42-19-223 0 0,-54 30 1 0 0,83-41-61 0 0,-28 19-54 0 0,36-25 31 0 0,0 1-1 0 0,0 0 1 0 0,0 0-1 0 0,0-1 0 0 0,0 1 1 0 0,0 0-1 0 0,0 0 1 0 0,1 0-1 0 0,-1 0 0 0 0,0 0 1 0 0,1 0-1 0 0,-1 0 0 0 0,1 0 1 0 0,-1 0-1 0 0,1 0 1 0 0,-1 1-1 0 0,1-1 0 0 0,0 0 1 0 0,0 0-1 0 0,-1 0 1 0 0,1 1-1 0 0,0-1 0 0 0,0 0 1 0 0,0 0-1 0 0,0 0 1 0 0,1 1-1 0 0,-1-1 0 0 0,0 0 1 0 0,1 2-1 0 0,0-2 3 0 0,0 0 0 0 0,0 0-1 0 0,0 0 1 0 0,0 0 0 0 0,0 0 0 0 0,0-1-1 0 0,0 1 1 0 0,1 0 0 0 0,-1 0 0 0 0,0-1-1 0 0,0 1 1 0 0,1-1 0 0 0,-1 1-1 0 0,1-1 1 0 0,2 1 0 0 0,21 3 7 0 0,1-3-24 0 0,1-1 1 0 0,29-5-1 0 0,23 0 79 0 0,-78 5-51 0 0,-1 0 0 0 0,1 0 0 0 0,0 1 0 0 0,-1-1 0 0 0,1 0 0 0 0,-1 0 0 0 0,1 0 0 0 0,0 1 0 0 0,-1-1 0 0 0,1 0 0 0 0,-1 1 0 0 0,1-1 0 0 0,-1 0 0 0 0,1 1-1 0 0,-1-1 1 0 0,1 1 0 0 0,-1-1 0 0 0,0 1 0 0 0,1-1 0 0 0,-1 1 0 0 0,0-1 0 0 0,1 1 0 0 0,-1-1 0 0 0,0 1 0 0 0,1-1 0 0 0,-1 1 0 0 0,0 0 0 0 0,0-1 0 0 0,0 1 0 0 0,0-1 0 0 0,0 1 0 0 0,0 0 0 0 0,1-1 0 0 0,-1 1 0 0 0,-1-1 0 0 0,1 1 0 0 0,0 0-1 0 0,0-1 1 0 0,0 1 0 0 0,0 0 0 0 0,0-1 0 0 0,0 1 0 0 0,-1-1 0 0 0,1 1 0 0 0,0-1 0 0 0,-1 1 0 0 0,1-1 0 0 0,0 1 0 0 0,-1-1 0 0 0,1 1 0 0 0,0-1 0 0 0,-1 1 0 0 0,1-1 0 0 0,-1 1 0 0 0,1-1 0 0 0,-1 0 0 0 0,1 1 0 0 0,-1-1 0 0 0,0 1 0 0 0,-10 5 33 0 0,0-1 0 0 0,0 0 1 0 0,-1 0-1 0 0,0-1 1 0 0,-20 4-1 0 0,-5 3 19 0 0,21-6-39 0 0,1 1-1 0 0,-27 14 1 0 0,41-20-23 0 0,0 0-1 0 0,0 1 1 0 0,0-1-1 0 0,0 1 1 0 0,1-1 0 0 0,-1 1-1 0 0,0 0 1 0 0,1-1-1 0 0,-1 1 1 0 0,0 0-1 0 0,1-1 1 0 0,-1 1-1 0 0,1 0 1 0 0,-1 0-1 0 0,0 1 1 0 0,1-2-2 0 0,0 1 1 0 0,0-1 0 0 0,0 0-1 0 0,0 1 1 0 0,0-1-1 0 0,0 0 1 0 0,0 1-1 0 0,1-1 1 0 0,-1 0-1 0 0,0 1 1 0 0,0-1 0 0 0,0 0-1 0 0,0 0 1 0 0,1 1-1 0 0,-1-1 1 0 0,0 0-1 0 0,0 1 1 0 0,0-1-1 0 0,1 0 1 0 0,-1 0 0 0 0,0 1-1 0 0,0-1 1 0 0,1 0-1 0 0,-1 0 1 0 0,0 0-1 0 0,1 0 1 0 0,0 1-1 0 0,34 9-229 0 0,-13-5 152 0 0,-17-2 78 0 0,0 0 1 0 0,0 0-1 0 0,-1 0 1 0 0,1 0 0 0 0,-1 1-1 0 0,0 0 1 0 0,0-1 0 0 0,0 2-1 0 0,0-1 1 0 0,-1 0-1 0 0,0 1 1 0 0,1-1 0 0 0,-2 1-1 0 0,1 0 1 0 0,-1 0 0 0 0,4 10-1 0 0,1 7 9 0 0,-1 0-1 0 0,5 43 0 0 0,-5-25 29 0 0,-2-13-11 0 0,-3-18-8 0 0,0-1 0 0 0,1 1 0 0 0,-1-1 0 0 0,2 0 0 0 0,-1 1 0 0 0,1-1 0 0 0,5 8 0 0 0,-4-8-1833 0 0,-1 0-1 0 0,1 0 1 0 0,3 15 0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7"/>
    </inkml:context>
    <inkml:brush xml:id="br0">
      <inkml:brushProperty name="width" value="0.05" units="cm"/>
      <inkml:brushProperty name="height" value="0.05" units="cm"/>
    </inkml:brush>
  </inkml:definitions>
  <inkml:trace contextRef="#ctx0" brushRef="#br0">97 1 6561 0 0,'-8'0'1148'0'0,"1"-1"-570"0"0,1 1-1 0 0,-1 0 1 0 0,0 0 0 0 0,0 1-1 0 0,1 0 1 0 0,-1 0 0 0 0,0 1-1 0 0,1-1 1 0 0,-1 2-1 0 0,-6 2 1 0 0,13-5-555 0 0,-1 0 0 0 0,1 0 1 0 0,-1 1-1 0 0,0-1 0 0 0,1 0 0 0 0,0 1 0 0 0,-1-1 1 0 0,1 0-1 0 0,-1 1 0 0 0,1-1 0 0 0,-1 1 0 0 0,1-1 1 0 0,0 1-1 0 0,-1-1 0 0 0,1 1 0 0 0,0-1 0 0 0,-1 1 1 0 0,1-1-1 0 0,0 1 0 0 0,0 0 0 0 0,0-1 0 0 0,-1 1 1 0 0,1-1-1 0 0,0 1 0 0 0,0 0 0 0 0,0-1 0 0 0,0 1 1 0 0,0-1-1 0 0,0 1 0 0 0,0 0 0 0 0,0-1 0 0 0,1 1 1 0 0,-1 0-1 0 0,0-1 0 0 0,0 1 0 0 0,0-1 0 0 0,1 1 1 0 0,-1-1-1 0 0,0 1 0 0 0,0-1 0 0 0,1 1 1 0 0,-1-1-1 0 0,1 1 0 0 0,-1-1 0 0 0,0 1 0 0 0,1-1 1 0 0,-1 1-1 0 0,1-1 0 0 0,-1 0 0 0 0,1 1 0 0 0,-1-1 1 0 0,1 0-1 0 0,-1 1 0 0 0,2-1 0 0 0,32 14 356 0 0,-32-14-388 0 0,13 4 151 0 0,0-1 0 0 0,1 0 0 0 0,-1-2 0 0 0,0 0 0 0 0,1 0 0 0 0,18-3 0 0 0,94-16 743 0 0,-8 0-653 0 0,-73 13-205 0 0,10 0 123 0 0,-19 4-6711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8"/>
    </inkml:context>
    <inkml:brush xml:id="br0">
      <inkml:brushProperty name="width" value="0.05" units="cm"/>
      <inkml:brushProperty name="height" value="0.05" units="cm"/>
    </inkml:brush>
  </inkml:definitions>
  <inkml:trace contextRef="#ctx0" brushRef="#br0">0 5 10202 0 0,'0'3'6334'0'0,"49"-7"-5354"0"0,-24 2-1657 0 0,0 1-3823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9"/>
    </inkml:context>
    <inkml:brush xml:id="br0">
      <inkml:brushProperty name="width" value="0.05" units="cm"/>
      <inkml:brushProperty name="height" value="0.05" units="cm"/>
    </inkml:brush>
  </inkml:definitions>
  <inkml:trace contextRef="#ctx0" brushRef="#br0">94 96 712 0 0,'0'0'3844'0'0,"-7"-17"1774"0"0,-6 6-2786 0 0,10 9-2566 0 0,-1-1 0 0 0,1 1 0 0 0,0-1 0 0 0,1 0-1 0 0,-1 0 1 0 0,-3-5 0 0 0,6 7-248 0 0,0 0 0 0 0,0 0 0 0 0,0 0 0 0 0,0 0-1 0 0,0 0 1 0 0,0 0 0 0 0,0 0 0 0 0,0 0 0 0 0,0 0 0 0 0,1 0-1 0 0,-1 0 1 0 0,0 0 0 0 0,1 0 0 0 0,-1 1 0 0 0,1-1 0 0 0,-1 0-1 0 0,1 0 1 0 0,-1 0 0 0 0,1 0 0 0 0,0 1 0 0 0,-1-1 0 0 0,1 0 0 0 0,0 1-1 0 0,-1-1 1 0 0,1 0 0 0 0,0 1 0 0 0,0-1 0 0 0,0 1 0 0 0,0-1-1 0 0,-1 1 1 0 0,3-1 0 0 0,28-13 210 0 0,-30 14-203 0 0,0-1-1 0 0,0 1 1 0 0,1-1 0 0 0,-1 1 0 0 0,0-1-1 0 0,0 1 1 0 0,0 0 0 0 0,0 0-1 0 0,0 0 1 0 0,1 0 0 0 0,-1 0 0 0 0,0 0-1 0 0,0 0 1 0 0,0 0 0 0 0,0 0 0 0 0,1 0-1 0 0,-1 1 1 0 0,0-1 0 0 0,0 1-1 0 0,0-1 1 0 0,0 0 0 0 0,0 1 0 0 0,0 0-1 0 0,2 0 1 0 0,-2 1 11 0 0,-1-1 0 0 0,1 0 1 0 0,0 1-1 0 0,0-1 0 0 0,-1 0 0 0 0,1 1 0 0 0,-1-1 0 0 0,0 1 1 0 0,1-1-1 0 0,-1 1 0 0 0,0-1 0 0 0,0 1 0 0 0,0-1 0 0 0,0 1 1 0 0,0-1-1 0 0,0 3 0 0 0,-1 3 77 0 0,-1 1 0 0 0,1-1 0 0 0,-1 0-1 0 0,-1 1 1 0 0,1-1 0 0 0,-6 9 0 0 0,2-6-49 0 0,-1 0 0 0 0,0 0-1 0 0,-14 12 1 0 0,-8 12-5 0 0,28-32-66 0 0,-1-1 0 0 0,1 1 0 0 0,0-1 0 0 0,0 1 0 0 0,0 0 0 0 0,1-1 0 0 0,-1 1 0 0 0,0 0 0 0 0,1-1 0 0 0,-1 1 0 0 0,0 2 0 0 0,1-3 5 0 0,1-1 0 0 0,-1 1 0 0 0,0 0 1 0 0,0 0-1 0 0,0-1 0 0 0,1 1 0 0 0,-1 0 0 0 0,0-1 1 0 0,1 1-1 0 0,-1 0 0 0 0,0-1 0 0 0,1 1 1 0 0,-1-1-1 0 0,1 1 0 0 0,-1-1 0 0 0,1 1 1 0 0,-1-1-1 0 0,1 1 0 0 0,0-1 0 0 0,-1 1 0 0 0,1-1 1 0 0,-1 0-1 0 0,1 1 0 0 0,0-1 0 0 0,0 0 1 0 0,-1 1-1 0 0,1-1 0 0 0,0 0 0 0 0,-1 0 1 0 0,2 0-1 0 0,16 5 6 0 0,-9-3 16 0 0,-1 0-1 0 0,0 1 0 0 0,-1 0 1 0 0,1 0-1 0 0,0 1 1 0 0,11 7-1 0 0,-18-10 13 0 0,1 0-1 0 0,-1 0 1 0 0,0 0-1 0 0,1 1 1 0 0,-1-1 0 0 0,0 1-1 0 0,0-1 1 0 0,0 1-1 0 0,0-1 1 0 0,0 1 0 0 0,-1 0-1 0 0,1-1 1 0 0,0 1-1 0 0,0 3 1 0 0,-1-2 44 0 0,0 0 1 0 0,0-1 0 0 0,0 1-1 0 0,0 0 1 0 0,0 0-1 0 0,-1-1 1 0 0,1 1 0 0 0,-1 0-1 0 0,0-1 1 0 0,0 1-1 0 0,0 0 1 0 0,-2 3-1 0 0,-3 3-6 0 0,0-1 0 0 0,-1 0 0 0 0,0 0-1 0 0,0-1 1 0 0,0 0 0 0 0,-1 0-1 0 0,0-1 1 0 0,-1 0 0 0 0,-10 6 0 0 0,-17 13-65 0 0,15-10-544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0"/>
    </inkml:context>
    <inkml:brush xml:id="br0">
      <inkml:brushProperty name="width" value="0.05" units="cm"/>
      <inkml:brushProperty name="height" value="0.05" units="cm"/>
    </inkml:brush>
  </inkml:definitions>
  <inkml:trace contextRef="#ctx0" brushRef="#br0">19 50 9962 0 0,'0'-3'597'0'0,"-1"1"-1"0"0,1 0 1 0 0,-1-1-1 0 0,0 1 1 0 0,0-1-1 0 0,0 1 1 0 0,0 0-1 0 0,0 0 1 0 0,-2-3-1 0 0,2 3-369 0 0,0 0-1 0 0,0 0 1 0 0,0 0-1 0 0,0 0 0 0 0,0 0 1 0 0,0 0-1 0 0,1-1 1 0 0,-2-3-1 0 0,3 11-172 0 0,0 0 0 0 0,0 0 0 0 0,1 0 0 0 0,-1 0 0 0 0,1 0 0 0 0,5 9 0 0 0,5 16 48 0 0,-7-14-183 0 0,-1 0-1 0 0,0 1 0 0 0,-1 0 0 0 0,-1-1 0 0 0,-1 1 1 0 0,0 0-1 0 0,-1 0 0 0 0,-1 0 0 0 0,0 0 1 0 0,-2-1-1 0 0,1 1 0 0 0,-7 16 0 0 0,2-7-2705 0 0,5-18-13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1"/>
    </inkml:context>
    <inkml:brush xml:id="br0">
      <inkml:brushProperty name="width" value="0.05" units="cm"/>
      <inkml:brushProperty name="height" value="0.05" units="cm"/>
    </inkml:brush>
  </inkml:definitions>
  <inkml:trace contextRef="#ctx0" brushRef="#br0">188 2 11154 0 0,'-20'-1'3114'0'0,"15"1"-2910"0"0,-1-1-1 0 0,0 1 1 0 0,0 1-1 0 0,1-1 1 0 0,-1 1-1 0 0,0-1 1 0 0,1 2-1 0 0,-1-1 1 0 0,1 1-1 0 0,-1-1 1 0 0,-7 5-1 0 0,10-4-159 0 0,-1 0 0 0 0,1 0-1 0 0,0 1 1 0 0,0-1 0 0 0,0 1-1 0 0,0 0 1 0 0,0 0 0 0 0,0 0-1 0 0,1 0 1 0 0,-1 0 0 0 0,-2 5 0 0 0,1 1-11 0 0,0 0 1 0 0,1 1-1 0 0,-4 13 1 0 0,3-9-29 0 0,0 0-1 0 0,-1 0 1 0 0,-10 19 0 0 0,14-31-67 0 0,0-1 1 0 0,0 1 0 0 0,0-1-1 0 0,0 1 1 0 0,0-1 0 0 0,1 1 0 0 0,-1 0-1 0 0,1-1 1 0 0,-1 1 0 0 0,1 0-1 0 0,0 0 1 0 0,-1-1 0 0 0,1 1-1 0 0,0 0 1 0 0,0 0 0 0 0,1-1 0 0 0,-1 1-1 0 0,0 0 1 0 0,0 0 0 0 0,1-1-1 0 0,-1 1 1 0 0,1 0 0 0 0,0-1-1 0 0,-1 1 1 0 0,1-1 0 0 0,0 1-1 0 0,0 0 1 0 0,0-1 0 0 0,0 0 0 0 0,0 1-1 0 0,0-1 1 0 0,2 2 0 0 0,1 0-321 0 0,0-1 1 0 0,0 0 0 0 0,-1 0 0 0 0,1 0 0 0 0,0-1 0 0 0,1 1 0 0 0,-1-1 0 0 0,0 0 0 0 0,0 0 0 0 0,0 0-1 0 0,1-1 1 0 0,6 0 0 0 0,20 0-2739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2"/>
    </inkml:context>
    <inkml:brush xml:id="br0">
      <inkml:brushProperty name="width" value="0.05" units="cm"/>
      <inkml:brushProperty name="height" value="0.05" units="cm"/>
    </inkml:brush>
  </inkml:definitions>
  <inkml:trace contextRef="#ctx0" brushRef="#br0">122 50 9362 0 0,'-10'0'4493'0'0,"-22"9"-2433"0"0,30-9-2008 0 0,1 1 0 0 0,-1-1 1 0 0,1 1-1 0 0,-1 0 0 0 0,1 0 1 0 0,0 0-1 0 0,-1 0 0 0 0,1 0 1 0 0,0 0-1 0 0,0 0 0 0 0,0 0 1 0 0,0 0-1 0 0,0 0 0 0 0,0 1 1 0 0,0-1-1 0 0,0 0 0 0 0,0 1 1 0 0,-1 2-1 0 0,-12 30 477 0 0,12-30-437 0 0,0 0 0 0 0,0 1 0 0 0,0-1 0 0 0,0 0 0 0 0,1 1 0 0 0,0-1 0 0 0,0 1 0 0 0,0-1 0 0 0,0 9 1 0 0,2 0 175 0 0,0 0-1 0 0,2 0 1 0 0,-1 0 0 0 0,2-1 0 0 0,6 20 0 0 0,-6-23-145 0 0,0 0 0 0 0,-1 1 1 0 0,0-1-1 0 0,-1 1 0 0 0,0 0 0 0 0,-1-1 0 0 0,0 1 0 0 0,0 0 0 0 0,-1 0 0 0 0,-2 17 1 0 0,1-24-285 0 0,0-1 1 0 0,0 1-1 0 0,-1-1 0 0 0,1 0 1 0 0,0 0-1 0 0,-1 0 1 0 0,0 1-1 0 0,1-1 1 0 0,-1-1-1 0 0,0 1 1 0 0,0 0-1 0 0,0 0 1 0 0,0-1-1 0 0,0 1 1 0 0,-1-1-1 0 0,1 0 1 0 0,0 1-1 0 0,-1-1 1 0 0,1 0-1 0 0,-1 0 0 0 0,-4 0 1 0 0,3 1-816 0 0,4-2 535 0 0,-1 1 0 0 0,0-1 0 0 0,1 0 0 0 0,-1 0 0 0 0,1 0 0 0 0,-1 0 0 0 0,0 0 0 0 0,1 1 0 0 0,-1-1 0 0 0,0 0 0 0 0,1 0 0 0 0,-1-1 0 0 0,0 1 0 0 0,1 0 0 0 0,-1 0-1 0 0,1 0 1 0 0,-1 0 0 0 0,0 0 0 0 0,0-1 0 0 0,-2-2-1990 0 0</inkml:trace>
  <inkml:trace contextRef="#ctx0" brushRef="#br0" timeOffset="1">56 90 3873 0 0,'4'-12'5149'0'0,"9"-4"-3285"0"0,-2 1-799 0 0,-9 13-924 0 0,-1 0 1 0 0,1 0-1 0 0,0 0 1 0 0,-1 0-1 0 0,1 0 1 0 0,0 1-1 0 0,0-1 1 0 0,0 0-1 0 0,1 1 1 0 0,-1 0-1 0 0,0 0 1 0 0,0-1-1 0 0,1 1 1 0 0,-1 1-1 0 0,1-1 1 0 0,3-1-1 0 0,22-10 808 0 0,-27 11-916 0 0,0 0 1 0 0,0 0-1 0 0,0 1 0 0 0,0-1 1 0 0,0 0-1 0 0,0 1 1 0 0,0-1-1 0 0,0 1 1 0 0,0-1-1 0 0,0 1 1 0 0,1 0-1 0 0,-1-1 1 0 0,0 1-1 0 0,0 0 0 0 0,0 0 1 0 0,1 0-1 0 0,-1 0 1 0 0,0 0-1 0 0,0 0 1 0 0,1 0-1 0 0,-1 0 1 0 0,0 0-1 0 0,0 1 1 0 0,2 0-1 0 0,-1 0-12 0 0,-1 0 0 0 0,1 0 0 0 0,-1 0 0 0 0,0 1 0 0 0,1-1 0 0 0,-1 1 0 0 0,0-1 0 0 0,0 1 0 0 0,0-1 0 0 0,0 1 0 0 0,0-1 0 0 0,-1 1 0 0 0,1 0 0 0 0,0 2 1 0 0,2 5 60 0 0,-1 0 1 0 0,-1 0-1 0 0,0 1 1 0 0,0-1-1 0 0,-1 15 1 0 0,-2-5 118 0 0,-2-1 0 0 0,0 1 1 0 0,-1-1-1 0 0,-9 24 1 0 0,-12 40 233 0 0,25-74-405 0 0,-1 0 1 0 0,1 1 0 0 0,1-1 0 0 0,-1 0 0 0 0,1 1-1 0 0,1-1 1 0 0,2 16 0 0 0,-2-22 20 0 0,0 0 0 0 0,0 0-1 0 0,0 0 1 0 0,0-1 0 0 0,0 1 0 0 0,0 0 0 0 0,1-1 0 0 0,-1 1-1 0 0,1-1 1 0 0,-1 1 0 0 0,1-1 0 0 0,0 0 0 0 0,-1 1 0 0 0,1-1-1 0 0,0 0 1 0 0,0 0 0 0 0,0 0 0 0 0,0-1 0 0 0,0 1 0 0 0,0 0-1 0 0,0-1 1 0 0,0 1 0 0 0,0-1 0 0 0,0 0 0 0 0,3 0 0 0 0,4 1 5 0 0,0 0 1 0 0,0-1 0 0 0,0 0 0 0 0,14-2 0 0 0,-10-1-19 0 0,0-1 1 0 0,0 0 0 0 0,-1-1 0 0 0,0-1 0 0 0,0 0-1 0 0,18-11 1 0 0,7-4 28 0 0,-30 17-82 0 0,0 0-1 0 0,-1 0 0 0 0,1-1 0 0 0,-1 0 0 0 0,-1 0 0 0 0,1 0 0 0 0,-1-1 0 0 0,1 0 0 0 0,5-10 1 0 0,7-18-3933 0 0,-16 29 1617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4"/>
    </inkml:context>
    <inkml:brush xml:id="br0">
      <inkml:brushProperty name="width" value="0.05" units="cm"/>
      <inkml:brushProperty name="height" value="0.05" units="cm"/>
    </inkml:brush>
  </inkml:definitions>
  <inkml:trace contextRef="#ctx0" brushRef="#br0">127 5 8106 0 0,'0'0'96'0'0,"-19"-5"3187"0"0,15 6-3077 0 0,-1-1-1 0 0,1 1 1 0 0,-1 0-1 0 0,1 0 1 0 0,0 1 0 0 0,-1-1-1 0 0,1 1 1 0 0,0 0-1 0 0,-6 4 1 0 0,7-5-163 0 0,0 1 1 0 0,1 0-1 0 0,-1-1 1 0 0,1 1-1 0 0,0 0 1 0 0,0 0-1 0 0,-1 1 0 0 0,1-1 1 0 0,1 0-1 0 0,-1 1 1 0 0,0-1-1 0 0,0 1 1 0 0,1-1-1 0 0,-2 6 0 0 0,-4 15 88 0 0,6-20-116 0 0,-1-1-1 0 0,1 1 1 0 0,0 0-1 0 0,1 0 1 0 0,-1 0-1 0 0,0-1 1 0 0,1 1-1 0 0,0 0 1 0 0,0 0-1 0 0,0 0 1 0 0,0 0-1 0 0,0 0 1 0 0,0 0-1 0 0,1 0 1 0 0,-1 0-1 0 0,1 0 1 0 0,0-1-1 0 0,0 1 1 0 0,0 0-1 0 0,0 0 1 0 0,0-1-1 0 0,4 5 0 0 0,-2-3 9 0 0,0-1-1 0 0,0 0 0 0 0,0 0 1 0 0,0-1-1 0 0,1 1 0 0 0,-1-1 1 0 0,1 0-1 0 0,0 1 0 0 0,0-2 0 0 0,0 1 1 0 0,0 0-1 0 0,4 0 0 0 0,-3 0 37 0 0,0 0 0 0 0,1 0-1 0 0,-1 1 1 0 0,0-1-1 0 0,-1 1 1 0 0,1 0 0 0 0,6 6-1 0 0,-6-3 356 0 0,1 0-1 0 0,-1 0 0 0 0,0 1 1 0 0,0 0-1 0 0,4 9 1 0 0,-7-14-328 0 0,-1 0 0 0 0,0 0 1 0 0,0 0-1 0 0,0 0 1 0 0,-1 1-1 0 0,1-1 0 0 0,0 0 1 0 0,-1 0-1 0 0,0 1 1 0 0,1-1-1 0 0,-1 0 1 0 0,0 1-1 0 0,0-1 0 0 0,0 0 1 0 0,-1 1-1 0 0,1-1 1 0 0,0 0-1 0 0,-1 0 0 0 0,0 1 1 0 0,1-1-1 0 0,-1 0 1 0 0,0 0-1 0 0,-2 3 1 0 0,1-3-83 0 0,0 0 1 0 0,-1 0 0 0 0,1 0-1 0 0,-1 0 1 0 0,1 0 0 0 0,-1 0 0 0 0,0-1-1 0 0,0 0 1 0 0,-5 3 0 0 0,-32 8-48 0 0,34-10 11 0 0,-24 11-964 0 0,26-10 260 0 0,-1-1-1 0 0,0 0 1 0 0,0 0 0 0 0,0 0 0 0 0,-8 1-1 0 0,9-2-1444 0 0,-3-1-1228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5"/>
    </inkml:context>
    <inkml:brush xml:id="br0">
      <inkml:brushProperty name="width" value="0.05" units="cm"/>
      <inkml:brushProperty name="height" value="0.05" units="cm"/>
    </inkml:brush>
  </inkml:definitions>
  <inkml:trace contextRef="#ctx0" brushRef="#br0">1 157 7890 0 0,'0'-2'4292'0'0,"7"-7"-2964"0"0,36-15-673 0 0,2 2 0 0 0,0 3 0 0 0,56-17 0 0 0,-101 36-647 0 0,1 0-1 0 0,-1 0 0 0 0,0 0 1 0 0,1 0-1 0 0,-1 0 1 0 0,0 0-1 0 0,1 0 1 0 0,-1 0-1 0 0,0 1 1 0 0,1-1-1 0 0,-1 0 0 0 0,0 0 1 0 0,1 0-1 0 0,-1 0 1 0 0,0 1-1 0 0,0-1 1 0 0,1 0-1 0 0,-1 0 1 0 0,0 0-1 0 0,1 1 0 0 0,-1-1 1 0 0,0 0-1 0 0,0 1 1 0 0,0-1-1 0 0,1 0 1 0 0,-1 0-1 0 0,0 1 1 0 0,0-1-1 0 0,0 0 0 0 0,0 1 1 0 0,0-1-1 0 0,0 0 1 0 0,0 1-1 0 0,1-1 1 0 0,-1 0-1 0 0,0 1 1 0 0,0-1-1 0 0,0 0 0 0 0,0 1 1 0 0,-1-1-1 0 0,1 0 1 0 0,0 1-1 0 0,0 21 34 0 0,0-17 13 0 0,-4 61 107 0 0,2-49-128 0 0,1 0-1 0 0,0-1 1 0 0,1 1-1 0 0,1 0 1 0 0,0 0 0 0 0,8 31-1 0 0,-8-46 39 0 0,-1 0-1 0 0,1 1 1 0 0,1-1-1 0 0,-1 0 1 0 0,0 0-1 0 0,0 1 1 0 0,1-1-1 0 0,-1 0 1 0 0,1 0-1 0 0,0-1 1 0 0,0 1 0 0 0,0 0-1 0 0,-1 0 1 0 0,1-1-1 0 0,1 1 1 0 0,-1-1-1 0 0,0 0 1 0 0,0 0-1 0 0,1 0 1 0 0,-1 0-1 0 0,0 0 1 0 0,1 0-1 0 0,-1 0 1 0 0,6 0-1 0 0,-4-1-12 0 0,0 0-1 0 0,1 0 1 0 0,-1 0-1 0 0,1 0 1 0 0,-1-1-1 0 0,0 0 0 0 0,1 0 1 0 0,-1 0-1 0 0,0 0 1 0 0,0-1-1 0 0,0 1 1 0 0,0-1-1 0 0,6-4 1 0 0,-7 4-41 0 0,-1-1 1 0 0,0 1 0 0 0,0-1 0 0 0,0 0 0 0 0,0 0 0 0 0,-1 0 0 0 0,1 0 0 0 0,-1 0-1 0 0,1 0 1 0 0,-1-1 0 0 0,0 1 0 0 0,-1 0 0 0 0,1 0 0 0 0,0-1 0 0 0,-1 1 0 0 0,0-5-1 0 0,1 3 1 0 0,0 0 0 0 0,0-1-1 0 0,0 1 1 0 0,1 0-1 0 0,3-9 1 0 0,-3 10-4 0 0,1-1 1 0 0,-1 0-1 0 0,-1 1 0 0 0,1-1 1 0 0,-1 0-1 0 0,1 0 1 0 0,-2 0-1 0 0,1 0 0 0 0,0-1 1 0 0,-1 1-1 0 0,0 0 0 0 0,0 0 1 0 0,-1 0-1 0 0,-1-9 1 0 0,0 5 16 0 0,-1-1-1 0 0,0 1 1 0 0,0 0 0 0 0,-1 0 0 0 0,-1 0 0 0 0,-8-13 0 0 0,5 7-7 0 0,7 13-23 0 0,0 1 0 0 0,1-1 0 0 0,-1 1 1 0 0,0 0-1 0 0,0-1 0 0 0,1 1 0 0 0,-1 0 1 0 0,0-1-1 0 0,0 1 0 0 0,-1 0 0 0 0,1 0 0 0 0,0 0 1 0 0,0 0-1 0 0,0 0 0 0 0,-1 0 0 0 0,1 0 1 0 0,-1 1-1 0 0,1-1 0 0 0,0 0 0 0 0,-1 1 1 0 0,1-1-1 0 0,-1 1 0 0 0,-2-1 0 0 0,-18-10-25 0 0,-1-1-315 0 0,22 11 229 0 0,0 1-1 0 0,0 0 1 0 0,0-1 0 0 0,0 1-1 0 0,0 0 1 0 0,0 0-1 0 0,0 0 1 0 0,0 0-1 0 0,0 0 1 0 0,0 0 0 0 0,0 0-1 0 0,0 0 1 0 0,0 0-1 0 0,0 0 1 0 0,0 0 0 0 0,0 1-1 0 0,0-1 1 0 0,0 0-1 0 0,0 1 1 0 0,-1 0-1 0 0,0 1-129 0 0,0-1-1 0 0,0 1 0 0 0,1 0 1 0 0,-1 0-1 0 0,1 0 0 0 0,-1 1 1 0 0,1-1-1 0 0,0 0 0 0 0,0 1 1 0 0,0-1-1 0 0,0 0 0 0 0,-1 5 0 0 0,-5 31-4469 0 0,7-24 1076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6"/>
    </inkml:context>
    <inkml:brush xml:id="br0">
      <inkml:brushProperty name="width" value="0.05" units="cm"/>
      <inkml:brushProperty name="height" value="0.05" units="cm"/>
    </inkml:brush>
  </inkml:definitions>
  <inkml:trace contextRef="#ctx0" brushRef="#br0">47 2 12059 0 0,'0'-1'4863'0'0,"3"94"-4154"0"0,-1 31-256 0 0,-3-104-394 0 0,-1 0 1 0 0,-1 0-1 0 0,-1 1 1 0 0,-7 21-1 0 0,0-13-89 0 0,-4 16-799 0 0,10-16-3644 0 0,5-26 2154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7"/>
    </inkml:context>
    <inkml:brush xml:id="br0">
      <inkml:brushProperty name="width" value="0.05" units="cm"/>
      <inkml:brushProperty name="height" value="0.05" units="cm"/>
    </inkml:brush>
  </inkml:definitions>
  <inkml:trace contextRef="#ctx0" brushRef="#br0">203 0 11106 0 0,'-5'0'334'0'0,"0"1"-1"0"0,0 0 0 0 0,0 0 1 0 0,0 0-1 0 0,0 0 1 0 0,0 1-1 0 0,1 0 0 0 0,-1 0 1 0 0,0 0-1 0 0,1 0 0 0 0,0 1 1 0 0,0 0-1 0 0,-1-1 0 0 0,-6 8 1 0 0,4-2-210 0 0,-1 0 0 0 0,1 0 0 0 0,0 1-1 0 0,1-1 1 0 0,-10 18 0 0 0,-50 112 540 0 0,65-136-669 0 0,0 1 0 0 0,0-1 0 0 0,0 0 0 0 0,0 1-1 0 0,0-1 1 0 0,0 1 0 0 0,1-1 0 0 0,-1 1-1 0 0,1-1 1 0 0,-1 1 0 0 0,1-1 0 0 0,0 1 0 0 0,0 0-1 0 0,0-1 1 0 0,1 1 0 0 0,-1-1 0 0 0,1 1-1 0 0,0 2 1 0 0,0-3-99 0 0,0-1-1 0 0,0 1 1 0 0,1 0 0 0 0,-1-1-1 0 0,0 1 1 0 0,1-1-1 0 0,-1 1 1 0 0,1-1 0 0 0,0 0-1 0 0,0 0 1 0 0,-1 0-1 0 0,1 0 1 0 0,0 0 0 0 0,0 0-1 0 0,0 0 1 0 0,0 0-1 0 0,0-1 1 0 0,0 1-1 0 0,0-1 1 0 0,0 0 0 0 0,0 1-1 0 0,3-1 1 0 0,2 0-737 0 0,1 1 1 0 0,-1-1-1 0 0,1-1 1 0 0,0 0-1 0 0,-1 0 1 0 0,12-3-1 0 0,6-3-2176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8"/>
    </inkml:context>
    <inkml:brush xml:id="br0">
      <inkml:brushProperty name="width" value="0.05" units="cm"/>
      <inkml:brushProperty name="height" value="0.05" units="cm"/>
    </inkml:brush>
  </inkml:definitions>
  <inkml:trace contextRef="#ctx0" brushRef="#br0">98 66 7954 0 0,'-1'0'382'0'0,"0"0"-1"0"0,0 0 1 0 0,-1 0 0 0 0,1 0 0 0 0,0 0 0 0 0,0 0 0 0 0,0 0 0 0 0,0 0 0 0 0,-1 0 0 0 0,1 1 0 0 0,0-1-1 0 0,0 0 1 0 0,0 1 0 0 0,0-1 0 0 0,0 1 0 0 0,0 0 0 0 0,0-1 0 0 0,-2 2 0 0 0,2 0-346 0 0,1-1 0 0 0,-1 1 1 0 0,1 0-1 0 0,0-1 0 0 0,-1 1 1 0 0,1 0-1 0 0,0-1 0 0 0,0 1 0 0 0,0 0 1 0 0,0-1-1 0 0,1 1 0 0 0,-1 0 1 0 0,1 2-1 0 0,7 43 305 0 0,-3-18 301 0 0,2 33 0 0 0,-6-52-481 0 0,-1 0 1 0 0,-1 0-1 0 0,0-1 1 0 0,0 1-1 0 0,-1-1 1 0 0,0 1-1 0 0,-5 14 1 0 0,5-20-135 0 0,0 1-1 0 0,-1-1 1 0 0,1 1 0 0 0,-1-1 0 0 0,0 0 0 0 0,0 0 0 0 0,0 0 0 0 0,-1 0 0 0 0,0-1 0 0 0,1 1 0 0 0,-1-1 0 0 0,-6 4 0 0 0,-17 5-2981 0 0,19-11-1317 0 0</inkml:trace>
  <inkml:trace contextRef="#ctx0" brushRef="#br0" timeOffset="1">97 2 8554 0 0,'0'0'1780'0'0,"8"-1"1714"0"0,10 0-3086 0 0,-16 2-390 0 0,0-1-1 0 0,0 1 0 0 0,0-1 1 0 0,-1 1-1 0 0,1 0 0 0 0,0-1 1 0 0,0 1-1 0 0,-1 0 0 0 0,1 0 0 0 0,-1 1 1 0 0,1-1-1 0 0,-1 0 0 0 0,1 0 1 0 0,-1 1-1 0 0,0-1 0 0 0,0 1 1 0 0,0-1-1 0 0,0 1 0 0 0,0-1 1 0 0,0 1-1 0 0,0 0 0 0 0,0-1 0 0 0,0 1 1 0 0,0 2-1 0 0,2 7 91 0 0,0 0 0 0 0,-1-1 0 0 0,2 13 0 0 0,-2-8 5 0 0,1 26 264 0 0,3 17 553 0 0,-5-54-837 0 0,0-1 1 0 0,0 1-1 0 0,0 0 1 0 0,0 0-1 0 0,0-1 0 0 0,1 1 1 0 0,0-1-1 0 0,0 1 1 0 0,0-1-1 0 0,0 0 1 0 0,4 4-1 0 0,-3-4-50 0 0,1 0 0 0 0,-1 0-1 0 0,1-1 1 0 0,0 1-1 0 0,0-1 1 0 0,0 0-1 0 0,0 0 1 0 0,1 0-1 0 0,-1-1 1 0 0,0 1-1 0 0,1-1 1 0 0,-1 0-1 0 0,1-1 1 0 0,-1 1-1 0 0,1-1 1 0 0,-1 0-1 0 0,1 0 1 0 0,-1 0 0 0 0,1 0-1 0 0,-1-1 1 0 0,1 0-1 0 0,-1 0 1 0 0,1 0-1 0 0,-1-1 1 0 0,0 1-1 0 0,0-1 1 0 0,8-4-1 0 0,-4 0-606 0 0,-1 1 0 0 0,1-1 0 0 0,-2-1 0 0 0,1 1 0 0 0,-1-1 0 0 0,10-14 0 0 0,-16 21 554 0 0,16-20-3383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0"/>
    </inkml:context>
    <inkml:brush xml:id="br0">
      <inkml:brushProperty name="width" value="0.05" units="cm"/>
      <inkml:brushProperty name="height" value="0.05" units="cm"/>
    </inkml:brush>
  </inkml:definitions>
  <inkml:trace contextRef="#ctx0" brushRef="#br0">38 16 9546 0 0,'0'0'197'0'0,"-1"-16"5577"0"0,-1 23-5670 0 0,0-1 1 0 0,0 1-1 0 0,1 0 1 0 0,0-1-1 0 0,0 1 1 0 0,1 0-1 0 0,0 8 1 0 0,-2 11 55 0 0,-10 59 150 0 0,7-54-495 0 0,0 1 0 0 0,2-1 0 0 0,3 63 0 0 0,3-80-2446 0 0,-2-10 101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1"/>
    </inkml:context>
    <inkml:brush xml:id="br0">
      <inkml:brushProperty name="width" value="0.05" units="cm"/>
      <inkml:brushProperty name="height" value="0.05" units="cm"/>
    </inkml:brush>
  </inkml:definitions>
  <inkml:trace contextRef="#ctx0" brushRef="#br0">153 48 6969 0 0,'-4'0'460'0'0,"-1"1"0"0"0,1 0 0 0 0,0-1-1 0 0,-1 1 1 0 0,1 1 0 0 0,0-1 0 0 0,0 1-1 0 0,0-1 1 0 0,-7 5 0 0 0,7-3-383 0 0,-1-1 0 0 0,1 1 0 0 0,0 0 0 0 0,0 1 0 0 0,0-1 0 0 0,0 1 0 0 0,1 0 0 0 0,0 0 0 0 0,0 0 0 0 0,0 0 0 0 0,0 0 0 0 0,0 1 0 0 0,-2 4 0 0 0,2 4 23 0 0,-1 1-1 0 0,-2 23 1 0 0,5-27-55 0 0,0-1 1 0 0,-1 0-1 0 0,0 0 0 0 0,0 0 1 0 0,-1 0-1 0 0,0 0 0 0 0,-5 9 1 0 0,5-14-23 0 0,1 0-1 0 0,0 1 1 0 0,0-1 0 0 0,0 1 0 0 0,1-1-1 0 0,0 1 1 0 0,-1 0 0 0 0,0 7 0 0 0,2-10 18 0 0,0 0 0 0 0,0-1 0 0 0,0 1 1 0 0,0 0-1 0 0,1 0 0 0 0,-1-1 1 0 0,0 1-1 0 0,1 0 0 0 0,-1-1 0 0 0,1 1 1 0 0,-1 0-1 0 0,1-1 0 0 0,0 1 0 0 0,0-1 1 0 0,0 1-1 0 0,0-1 0 0 0,0 1 0 0 0,0-1 1 0 0,0 0-1 0 0,0 1 0 0 0,0-1 0 0 0,1 0 1 0 0,-1 0-1 0 0,0 0 0 0 0,1 0 1 0 0,2 1-1 0 0,6 3 247 0 0,-2 0-40 0 0,0-1 0 0 0,1-1 0 0 0,11 4 0 0 0,-16-6-200 0 0,-1 0 1 0 0,0-1-1 0 0,0 1 0 0 0,0-1 0 0 0,1 0 0 0 0,-1 0 1 0 0,0-1-1 0 0,0 1 0 0 0,1 0 0 0 0,-1-1 0 0 0,0 0 0 0 0,0 0 1 0 0,5-2-1 0 0,-5 2-21 0 0,-1-1-1 0 0,1 1 1 0 0,0-1 0 0 0,-1 0 0 0 0,1 0 0 0 0,-1 0-1 0 0,0 0 1 0 0,0 0 0 0 0,1-1 0 0 0,-2 1 0 0 0,1-1-1 0 0,0 1 1 0 0,0-1 0 0 0,-1 0 0 0 0,1 0 0 0 0,0-3-1 0 0,2-6 60 0 0,0 0 0 0 0,2-24 0 0 0,-4 26-55 0 0,-1 1-1 0 0,1 0 1 0 0,1 0-1 0 0,-1-1 1 0 0,6-8-1 0 0,-4 8-15 0 0,-1 0 0 0 0,0 0 0 0 0,0 0-1 0 0,-1 0 1 0 0,-1 0 0 0 0,1-1 0 0 0,-2 1 0 0 0,1-1 0 0 0,-1 1-1 0 0,-2-12 1 0 0,1-11-147 0 0,1 33 125 0 0,0-1 0 0 0,0 1 1 0 0,0-1-1 0 0,0 1 0 0 0,0-1 0 0 0,0 1 1 0 0,0-1-1 0 0,0 1 0 0 0,0-1 1 0 0,0 1-1 0 0,1-1 0 0 0,-1 1 1 0 0,0-1-1 0 0,0 1 0 0 0,0 0 0 0 0,1-1 1 0 0,-1 1-1 0 0,0-1 0 0 0,1 1 1 0 0,-1 0-1 0 0,0-1 0 0 0,1 1 0 0 0,-1 0 1 0 0,0-1-1 0 0,1 1 0 0 0,-1 0 1 0 0,1-1-1 0 0,-1 1 0 0 0,0 0 0 0 0,1 0 1 0 0,-1-1-1 0 0,1 1 0 0 0,-1 0 1 0 0,1 0-1 0 0,-1 0 0 0 0,1 0 1 0 0,-1 0-1 0 0,1 0 0 0 0,-1 0 0 0 0,1 0 1 0 0,-1 0-1 0 0,1 0 0 0 0,-1 0 1 0 0,1 0-1 0 0,-1 0 0 0 0,1 1 0 0 0,1-1 3 0 0,-1 0-1 0 0,0 1 1 0 0,0-1-1 0 0,1 1 0 0 0,-1-1 1 0 0,0 1-1 0 0,0 0 1 0 0,0 0-1 0 0,0-1 0 0 0,0 1 1 0 0,0 0-1 0 0,0 0 1 0 0,0 0-1 0 0,0 0 0 0 0,0 0 1 0 0,0 0-1 0 0,-1 1 1 0 0,2 0-1 0 0,4 16 9 0 0,-1 1-1 0 0,-1-1 1 0 0,4 38-1 0 0,5 28-5 0 0,-10-75 8 0 0,-1-1 0 0 0,1 1 1 0 0,1-1-1 0 0,-1 1 1 0 0,1-1-1 0 0,1 0 0 0 0,6 8 1 0 0,-9-13 34 0 0,0 0 0 0 0,0-1 1 0 0,1 1-1 0 0,-1-1 0 0 0,1 1 1 0 0,0-1-1 0 0,-1 0 0 0 0,1 0 1 0 0,0 0-1 0 0,0-1 0 0 0,1 1 1 0 0,-1-1-1 0 0,0 1 0 0 0,0-1 1 0 0,1 0-1 0 0,-1-1 0 0 0,1 1 1 0 0,-1 0-1 0 0,1-1 1 0 0,-1 0-1 0 0,1 0 0 0 0,-1 0 1 0 0,1 0-1 0 0,-1 0 0 0 0,1-1 1 0 0,-1 0-1 0 0,1 0 0 0 0,5-2 1 0 0,-8 3-19 0 0,0-1 1 0 0,0 0-1 0 0,0 0 1 0 0,0 0-1 0 0,0 0 1 0 0,0 0-1 0 0,0 0 1 0 0,-1 0-1 0 0,1 0 1 0 0,0 0-1 0 0,-1 0 1 0 0,1 0-1 0 0,0-1 1 0 0,-1 1-1 0 0,0 0 1 0 0,1 0-1 0 0,-1-1 1 0 0,1 0-1 0 0,2-29 204 0 0,-2 16-88 0 0,0 7-68 0 0,1 1 1 0 0,0 0-1 0 0,0 0 0 0 0,6-12 1 0 0,-5 14-22 0 0,-1 0 0 0 0,1-1 0 0 0,-1 1 0 0 0,-1-1 1 0 0,1 1-1 0 0,-1-1 0 0 0,0 0 0 0 0,0 0 0 0 0,-1-6 1 0 0,-1 0-5 0 0,-1 0 0 0 0,0 0 0 0 0,-1 0 0 0 0,0 0 0 0 0,-1 0 0 0 0,0 1 0 0 0,-1 0 0 0 0,-1 0 0 0 0,-8-15 0 0 0,11 23-68 0 0,0 0 0 0 0,0 1-1 0 0,0-1 1 0 0,-1 0 0 0 0,1 1 0 0 0,-1 0 0 0 0,1 0 0 0 0,-1 0 0 0 0,0 0 0 0 0,0 0 0 0 0,0 1 0 0 0,-7-2 0 0 0,-21-10-3835 0 0,25 12-2892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2"/>
    </inkml:context>
    <inkml:brush xml:id="br0">
      <inkml:brushProperty name="width" value="0.05" units="cm"/>
      <inkml:brushProperty name="height" value="0.05" units="cm"/>
    </inkml:brush>
  </inkml:definitions>
  <inkml:trace contextRef="#ctx0" brushRef="#br0">0 38 10010 0 0,'4'-30'4064'0'0,"-4"30"-4049"0"0,0-1 1 0 0,1 1-1 0 0,-1-1 1 0 0,0 1-1 0 0,1-1 1 0 0,-1 1-1 0 0,1-1 1 0 0,-1 1-1 0 0,1 0 1 0 0,-1-1-1 0 0,1 1 1 0 0,-1 0-1 0 0,1-1 1 0 0,-1 1-1 0 0,1 0 1 0 0,0 0-1 0 0,-1-1 1 0 0,1 1-1 0 0,-1 0 1 0 0,1 0-1 0 0,0 0 1 0 0,-1 0-1 0 0,1 0 1 0 0,-1 0-1 0 0,1 0 1 0 0,0 0-1 0 0,-1 0 1 0 0,1 0-1 0 0,1 0 1 0 0,-1 1 15 0 0,0 0 0 0 0,1 0 0 0 0,-1 0 0 0 0,0 0 0 0 0,1 0 0 0 0,-1 0 1 0 0,0 0-1 0 0,0 0 0 0 0,0 0 0 0 0,0 0 0 0 0,1 3 0 0 0,2 2 77 0 0,0 1 0 0 0,-1-1 0 0 0,5 14 1 0 0,-3-3-8 0 0,-1 0 1 0 0,-1 1-1 0 0,-1-1 1 0 0,0 1-1 0 0,-2 21 0 0 0,-8 89 101 0 0,7-117-171 0 0,-7 55 45 0 0,-2 27-4645 0 0,10-77 1590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3"/>
    </inkml:context>
    <inkml:brush xml:id="br0">
      <inkml:brushProperty name="width" value="0.05" units="cm"/>
      <inkml:brushProperty name="height" value="0.05" units="cm"/>
    </inkml:brush>
  </inkml:definitions>
  <inkml:trace contextRef="#ctx0" brushRef="#br0">126 0 12555 0 0,'-13'1'665'0'0,"10"-1"-602"0"0,0 1-1 0 0,1 0 1 0 0,-1 0-1 0 0,0 0 0 0 0,1 0 1 0 0,-1 1-1 0 0,0-1 1 0 0,1 1-1 0 0,0-1 1 0 0,-1 1-1 0 0,1 0 1 0 0,0 0-1 0 0,0 0 1 0 0,0 0-1 0 0,0 1 0 0 0,0-1 1 0 0,1 0-1 0 0,-1 1 1 0 0,-1 2-1 0 0,-2 6 41 0 0,1 0-1 0 0,0 1 0 0 0,-4 18 0 0 0,5-19 42 0 0,0 0 0 0 0,0 0-1 0 0,-6 11 1 0 0,4-11-50 0 0,0 0-1 0 0,2 0 1 0 0,-1 0 0 0 0,1 1 0 0 0,1-1 0 0 0,0 1 0 0 0,0 0 0 0 0,1-1 0 0 0,1 22 0 0 0,1-32-98 0 0,0 0 1 0 0,0 0 0 0 0,0 1-1 0 0,1-1 1 0 0,-1 0 0 0 0,0-1-1 0 0,0 1 1 0 0,1 0 0 0 0,-1 0-1 0 0,0-1 1 0 0,1 1 0 0 0,-1 0-1 0 0,1-1 1 0 0,-1 0 0 0 0,4 1-1 0 0,-5-1-1 0 0,5 1-386 0 0,0 0 1 0 0,0 0 0 0 0,-1 0-1 0 0,1-1 1 0 0,0 0 0 0 0,0 0-1 0 0,0-1 1 0 0,0 1 0 0 0,0-1-1 0 0,0 0 1 0 0,-1 0 0 0 0,1-1-1 0 0,0 0 1 0 0,-1 1 0 0 0,6-4-1 0 0,7-6-2326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4"/>
    </inkml:context>
    <inkml:brush xml:id="br0">
      <inkml:brushProperty name="width" value="0.05" units="cm"/>
      <inkml:brushProperty name="height" value="0.05" units="cm"/>
    </inkml:brush>
  </inkml:definitions>
  <inkml:trace contextRef="#ctx0" brushRef="#br0">97 0 8330 0 0,'0'0'815'0'0,"-2"1"-270"0"0,-1-1 0 0 0,1 1 1 0 0,0 0-1 0 0,0 0 0 0 0,0-1 0 0 0,0 1 1 0 0,0 0-1 0 0,-2 2 0 0 0,-2 10-332 0 0,1-4-54 0 0,1 1 1 0 0,0-1-1 0 0,1 1 1 0 0,-1 0-1 0 0,2 0 0 0 0,0 0 1 0 0,0 1-1 0 0,-1 15 0 0 0,5-6 215 0 0,0 1-1 0 0,1-1 0 0 0,7 27 0 0 0,-4-22 396 0 0,3 32 1 0 0,-8-54-752 0 0,-1 1 0 0 0,0-1-1 0 0,0 0 1 0 0,-1 0 0 0 0,1 0 0 0 0,-1 0 0 0 0,0 1 0 0 0,1-1 0 0 0,-1 0 0 0 0,-1 0 0 0 0,1 0 0 0 0,0-1 0 0 0,-1 1 0 0 0,1 0 0 0 0,-1 0-1 0 0,0-1 1 0 0,0 1 0 0 0,0-1 0 0 0,0 1 0 0 0,0-1 0 0 0,-3 2 0 0 0,-16 7-3376 0 0,-4-6-4925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5"/>
    </inkml:context>
    <inkml:brush xml:id="br0">
      <inkml:brushProperty name="width" value="0.05" units="cm"/>
      <inkml:brushProperty name="height" value="0.05" units="cm"/>
    </inkml:brush>
  </inkml:definitions>
  <inkml:trace contextRef="#ctx0" brushRef="#br0">1 11 8602 0 0,'21'-10'3337'0'0,"-20"10"-3303"0"0,0 0 0 0 0,0 0 0 0 0,-1 1 0 0 0,1-1 0 0 0,-1 0 0 0 0,1 1 0 0 0,0-1 1 0 0,-1 0-1 0 0,1 1 0 0 0,-1-1 0 0 0,1 1 0 0 0,-1-1 0 0 0,1 1 0 0 0,-1-1 0 0 0,1 1 1 0 0,-1 0-1 0 0,1-1 0 0 0,-1 1 0 0 0,0-1 0 0 0,1 1 0 0 0,-1 0 0 0 0,0-1 0 0 0,0 1 1 0 0,1 1-1 0 0,1 19 319 0 0,-1-16-258 0 0,0 3 51 0 0,0 0-1 0 0,1-1 1 0 0,0 1-1 0 0,0-1 1 0 0,6 12-1 0 0,-4-11 31 0 0,-1 0 1 0 0,0 1-1 0 0,0 0 0 0 0,1 10 0 0 0,1 24 1384 0 0,-4 73 0 0 0,-2-63-675 0 0,1-52-874 0 0,1 0 0 0 0,-1 1 0 0 0,0-1 0 0 0,0 0 0 0 0,1 1 0 0 0,-1-1 0 0 0,1 0 0 0 0,-1 1 1 0 0,1-1-1 0 0,0 0 0 0 0,-1 0 0 0 0,1 0 0 0 0,0 0 0 0 0,0 0 0 0 0,0 0 0 0 0,0 0 0 0 0,0 0 0 0 0,0 0 1 0 0,0 0-1 0 0,0 0 0 0 0,0 0 0 0 0,0-1 0 0 0,0 1 0 0 0,1 0 0 0 0,-1-1 0 0 0,0 1 0 0 0,0-1 0 0 0,1 1 0 0 0,-1-1 1 0 0,0 0-1 0 0,1 0 0 0 0,-1 0 0 0 0,1 1 0 0 0,1-2 0 0 0,3 2-15 0 0,0-1 0 0 0,0 0-1 0 0,0-1 1 0 0,0 1 0 0 0,0-1 0 0 0,9-2-1 0 0,28-18-986 0 0,-10 5-2701 0 0,-7 10-316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6"/>
    </inkml:context>
    <inkml:brush xml:id="br0">
      <inkml:brushProperty name="width" value="0.05" units="cm"/>
      <inkml:brushProperty name="height" value="0.05" units="cm"/>
    </inkml:brush>
  </inkml:definitions>
  <inkml:trace contextRef="#ctx0" brushRef="#br0">8 99 2240 0 0,'-8'-4'8530'0'0,"8"3"-8347"0"0,1 0 0 0 0,-1 0 0 0 0,0 0 0 0 0,1 0 0 0 0,-1 0 0 0 0,0 0 0 0 0,1 0-1 0 0,-1 1 1 0 0,1-1 0 0 0,-1 0 0 0 0,1 0 0 0 0,-1 1 0 0 0,1-1 0 0 0,0 0 0 0 0,-1 1 0 0 0,1-1 0 0 0,0 0-1 0 0,0 1 1 0 0,-1-1 0 0 0,1 1 0 0 0,0-1 0 0 0,0 1 0 0 0,0 0 0 0 0,0-1 0 0 0,0 1 0 0 0,0 0 0 0 0,0 0-1 0 0,1-1 1 0 0,34-4-596 0 0,-25 4 909 0 0,176-29 878 0 0,9-1-1258 0 0,-63 23-5052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7"/>
    </inkml:context>
    <inkml:brush xml:id="br0">
      <inkml:brushProperty name="width" value="0.05" units="cm"/>
      <inkml:brushProperty name="height" value="0.05" units="cm"/>
    </inkml:brush>
  </inkml:definitions>
  <inkml:trace contextRef="#ctx0" brushRef="#br0">1 0 11322 0 0,'0'0'763'0'0,"0"1"-595"0"0,1 0-1 0 0,0 0 1 0 0,0 0-1 0 0,0 0 0 0 0,0 0 1 0 0,0-1-1 0 0,0 1 1 0 0,0 0-1 0 0,0-1 0 0 0,0 1 1 0 0,0-1-1 0 0,2 1 1 0 0,123 2-298 0 0,-105-3-2099 0 0,-13 0-1744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8"/>
    </inkml:context>
    <inkml:brush xml:id="br0">
      <inkml:brushProperty name="width" value="0.05" units="cm"/>
      <inkml:brushProperty name="height" value="0.05" units="cm"/>
    </inkml:brush>
  </inkml:definitions>
  <inkml:trace contextRef="#ctx0" brushRef="#br0">10 260 6937 0 0,'0'0'686'0'0,"-10"-1"4538"0"0,17-4-5056 0 0,0 0 0 0 0,-1 1 0 0 0,2 0 0 0 0,-1 0 0 0 0,0 0 0 0 0,10-2 0 0 0,-1 0 12 0 0,208-79 1278 0 0,3 0-554 0 0,-192 67-707 0 0,14-5 413 0 0,-26 13-1953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9"/>
    </inkml:context>
    <inkml:brush xml:id="br0">
      <inkml:brushProperty name="width" value="0.05" units="cm"/>
      <inkml:brushProperty name="height" value="0.05" units="cm"/>
    </inkml:brush>
  </inkml:definitions>
  <inkml:trace contextRef="#ctx0" brushRef="#br0">236 308 5433 0 0,'-14'-129'4289'0'0,"16"63"-2374"0"0,-2-47 2389 0 0,-7 128-4051 0 0,-7 37-174 0 0,1 2-1 0 0,3-1 1 0 0,-2 58 0 0 0,13-25-18 0 0,1-61 43 0 0,-3 41-1 0 0,0-56 59 0 0,0 0 0 0 0,-1-1 0 0 0,0 0 0 0 0,-1 1 0 0 0,0-1 0 0 0,0 0 0 0 0,-10 16 0 0 0,12-23-110 0 0,-1 0 0 0 0,0 0 0 0 0,0-1 1 0 0,0 1-1 0 0,0-1 0 0 0,0 1 0 0 0,0-1 0 0 0,-1 1 0 0 0,1-1 0 0 0,0 0 0 0 0,-1 0 0 0 0,-3 1 0 0 0,-12 6 77 0 0,13-6-114 0 0,0 0 0 0 0,0 0 0 0 0,-1-1-1 0 0,1 1 1 0 0,-1-1 0 0 0,1 0 0 0 0,-1 0 0 0 0,0-1 0 0 0,1 0 0 0 0,-1 0 0 0 0,-7-1 0 0 0,-6 1-144 0 0,19 0 95 0 0,10-1-129 0 0,17-3 173 0 0,46-7 6 0 0,98-1-1 0 0,-170 12-1 0 0,-1-1 1 0 0,1 1-1 0 0,-1 0 0 0 0,1 0 0 0 0,-1 0 0 0 0,1 0 0 0 0,-1 0 0 0 0,1 0 0 0 0,-1 0 0 0 0,1 0 0 0 0,-1 0 1 0 0,1 0-1 0 0,-1 0 0 0 0,1 0 0 0 0,-1 0 0 0 0,1 0 0 0 0,-1 1 0 0 0,1-1 0 0 0,-1 0 0 0 0,1 0 0 0 0,-1 0 1 0 0,1 1-1 0 0,-1-1 0 0 0,0 0 0 0 0,1 1 0 0 0,-1-1 0 0 0,1 0 0 0 0,-1 1 0 0 0,0-1 0 0 0,1 0 0 0 0,-1 1 1 0 0,0-1-1 0 0,0 1 0 0 0,1-1 0 0 0,-1 1 0 0 0,0-1 0 0 0,0 1 0 0 0,0-1 0 0 0,1 1 0 0 0,-1-1 0 0 0,0 1 1 0 0,0-1-1 0 0,0 1 0 0 0,0-1 0 0 0,0 1 0 0 0,0-1 0 0 0,0 1 0 0 0,0-1 0 0 0,0 1 0 0 0,0-1 0 0 0,-1 1 1 0 0,1-1-1 0 0,0 1 0 0 0,0-1 0 0 0,0 1 0 0 0,0-1 0 0 0,-1 1 0 0 0,1-1 0 0 0,0 0 0 0 0,-1 1 0 0 0,-1 2 31 0 0,1 0 0 0 0,-1-1 0 0 0,0 1 0 0 0,0-1-1 0 0,0 0 1 0 0,-1 0 0 0 0,1 0 0 0 0,-3 2-1 0 0,-92 46 271 0 0,60-33-250 0 0,-55 35 1 0 0,88-49-73 0 0,0 0 0 0 0,1-1 1 0 0,-1 2-1 0 0,1-1 0 0 0,-1 0 1 0 0,1 1-1 0 0,0-1 0 0 0,1 1 1 0 0,-1 0-1 0 0,1 0 0 0 0,0 0 1 0 0,-1 0-1 0 0,2 0 0 0 0,-1 1 1 0 0,0-1-1 0 0,1 1 0 0 0,-1 6 1 0 0,3-10 5 0 0,0 0-1 0 0,0 0 1 0 0,0 0 0 0 0,0 0 0 0 0,0 0 0 0 0,0 0 0 0 0,0-1-1 0 0,0 1 1 0 0,0 0 0 0 0,1-1 0 0 0,1 2 0 0 0,-1-1-1 0 0,4 2 2 0 0,0 0 0 0 0,0-1 0 0 0,0 1 0 0 0,1-1 0 0 0,-1-1 0 0 0,0 1 0 0 0,1-1 0 0 0,0 0 0 0 0,-1 0 0 0 0,1-1 0 0 0,13-1 0 0 0,0-2 13 0 0,1 0 0 0 0,29-10 0 0 0,-27 7 10 0 0,29-5 0 0 0,-51 11-24 0 0,0-1 0 0 0,0 1 0 0 0,0 0 1 0 0,0 0-1 0 0,0 0 0 0 0,-1 0 0 0 0,1 0 0 0 0,0 0 0 0 0,0 0 0 0 0,0 0 1 0 0,0 0-1 0 0,0 0 0 0 0,0 0 0 0 0,0 1 0 0 0,0-1 0 0 0,-1 0 1 0 0,1 1-1 0 0,0-1 0 0 0,0 0 0 0 0,0 1 0 0 0,-1-1 0 0 0,1 1 0 0 0,0-1 1 0 0,-1 1-1 0 0,1 0 0 0 0,0-1 0 0 0,-1 1 0 0 0,1 0 0 0 0,0 0 0 0 0,0 2-1 0 0,-1 0 0 0 0,1-1-1 0 0,-1 1 1 0 0,0-1 0 0 0,1 1-1 0 0,-1 0 1 0 0,-1-1 0 0 0,1 5-1 0 0,-1-5 9 0 0,-17 119-41 0 0,1-3-40 0 0,13-43 88 0 0,4 0 0 0 0,3-1 0 0 0,14 81 0 0 0,-12-88 326 0 0,-3 91 1 0 0,-3-82 751 0 0,1-73-1169 0 0,0 8-720 0 0,0-3-3694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0"/>
    </inkml:context>
    <inkml:brush xml:id="br0">
      <inkml:brushProperty name="width" value="0.05" units="cm"/>
      <inkml:brushProperty name="height" value="0.05" units="cm"/>
    </inkml:brush>
  </inkml:definitions>
  <inkml:trace contextRef="#ctx0" brushRef="#br0">440 0 13379 0 0,'-1'0'146'0'0,"-1"0"1"0"0,1 1-1 0 0,-1-1 1 0 0,0 0-1 0 0,1 0 1 0 0,-1 1-1 0 0,1-1 1 0 0,-1 1-1 0 0,0 0 1 0 0,1-1-1 0 0,0 1 1 0 0,-1 0-1 0 0,1 0 1 0 0,-1 0-1 0 0,1 0 1 0 0,0 0-1 0 0,0 0 1 0 0,-1 0-1 0 0,1 0 1 0 0,0 1-1 0 0,0-1 1 0 0,0 0-1 0 0,1 1 1 0 0,-1-1-1 0 0,0 0 1 0 0,0 1-1 0 0,1-1 1 0 0,-1 1-1 0 0,1 0 1 0 0,-1 2-1 0 0,-1 6-167 0 0,0 0-1 0 0,1 0 0 0 0,0 0 0 0 0,2 12 1 0 0,-2 1 462 0 0,0-15-405 0 0,0-1-1 0 0,-1 1 1 0 0,0-1 0 0 0,0 1-1 0 0,-1-1 1 0 0,-5 10 0 0 0,4-7 23 0 0,0 0 1 0 0,-5 18-1 0 0,0 23-94 0 0,-2 57-1 0 0,9-89-321 0 0,2-3-1576 0 0,0-10-1988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1"/>
    </inkml:context>
    <inkml:brush xml:id="br0">
      <inkml:brushProperty name="width" value="0.05" units="cm"/>
      <inkml:brushProperty name="height" value="0.05" units="cm"/>
    </inkml:brush>
  </inkml:definitions>
  <inkml:trace contextRef="#ctx0" brushRef="#br0">229 0 6745 0 0,'-53'2'8159'0'0,"41"-1"-7317"0"0,1 0-1 0 0,-20 6 0 0 0,27-6-804 0 0,-1 1-1 0 0,1-1 1 0 0,-1 1-1 0 0,1 0 0 0 0,0 0 1 0 0,0 0-1 0 0,0 1 0 0 0,0-1 1 0 0,0 1-1 0 0,0 0 0 0 0,1 0 1 0 0,-1 1-1 0 0,1-1 0 0 0,0 1 1 0 0,0-1-1 0 0,0 1 0 0 0,1 0 1 0 0,-1 0-1 0 0,1 0 1 0 0,-2 6-1 0 0,-8 39 124 0 0,11-41-153 0 0,0 0-1 0 0,-1-1 1 0 0,0 1 0 0 0,0-1 0 0 0,-1 0 0 0 0,-5 11 0 0 0,6-15-42 0 0,0 1 1 0 0,0 0 0 0 0,1-1-1 0 0,-1 1 1 0 0,1 0-1 0 0,0 0 1 0 0,0 0-1 0 0,0 0 1 0 0,1 0-1 0 0,-1 0 1 0 0,1 0-1 0 0,0 0 1 0 0,0 0 0 0 0,0 0-1 0 0,1 0 1 0 0,-1 0-1 0 0,2 4 1 0 0,0-6-146 0 0,-1-1 1 0 0,0 1 0 0 0,1-1-1 0 0,-1 1 1 0 0,1-1 0 0 0,-1 0-1 0 0,1 1 1 0 0,0-1 0 0 0,-1 0-1 0 0,1 0 1 0 0,0 0-1 0 0,4 1 1 0 0,-4-1-119 0 0,4 1-141 0 0,0 0 0 0 0,-1 0-1 0 0,1 0 1 0 0,0-1 0 0 0,0 1 0 0 0,-1-2 0 0 0,1 1-1 0 0,0-1 1 0 0,0 1 0 0 0,0-2 0 0 0,0 1 0 0 0,0-1 0 0 0,0 0-1 0 0,6-1 1 0 0,7-4-1482 0 0,-1 0 0 0 0,34-17 0 0 0,-19 7 925 0 0,-26 12 1054 0 0,0 0 0 0 0,0 0 0 0 0,0 0 0 0 0,-1-1 0 0 0,0 0 0 0 0,0-1 0 0 0,0 1 0 0 0,0-1 0 0 0,-1 0 0 0 0,5-8 0 0 0,-5 7 459 0 0,-1 1 0 0 0,-1 0 1 0 0,1-1-1 0 0,-1 0 0 0 0,0 0 0 0 0,2-11 0 0 0,3 2 1506 0 0,3-8-17 0 0,-11 23-1843 0 0,0 0 0 0 0,0 1 1 0 0,1-1-1 0 0,-1 0 0 0 0,0 1 1 0 0,0-1-1 0 0,0 0 0 0 0,0 1 1 0 0,0-1-1 0 0,0 0 1 0 0,0 1-1 0 0,0-1 0 0 0,0 0 1 0 0,0 1-1 0 0,0-1 0 0 0,-1 0 1 0 0,1 1-1 0 0,0-1 0 0 0,0 0 1 0 0,-1 1-1 0 0,1-1 1 0 0,0 1-1 0 0,-1-1 0 0 0,1 1 1 0 0,0-1-1 0 0,-1 1 0 0 0,1-1 1 0 0,-2 0-1 0 0,1 0-96 0 0,0 1-1 0 0,-1-1 1 0 0,1 0-1 0 0,0 1 1 0 0,-1 0 0 0 0,1-1-1 0 0,-1 1 1 0 0,1 0-1 0 0,0 0 1 0 0,-1 0-1 0 0,1-1 1 0 0,-1 2-1 0 0,1-1 1 0 0,-1 0 0 0 0,1 0-1 0 0,-1 0 1 0 0,1 1-1 0 0,0-1 1 0 0,-1 0-1 0 0,1 1 1 0 0,0 0-1 0 0,-1-1 1 0 0,1 1 0 0 0,0 0-1 0 0,-1 0 1 0 0,0 0-1 0 0,-1 1 2 0 0,1 1 0 0 0,-1-1-1 0 0,0 0 1 0 0,1 1 0 0 0,0-1-1 0 0,0 1 1 0 0,0-1 0 0 0,0 1-1 0 0,-3 6 1 0 0,-11 25 278 0 0,11-26-226 0 0,1 0 0 0 0,0 0-1 0 0,1 0 1 0 0,0 1 0 0 0,0 0-1 0 0,0 0 1 0 0,2 0 0 0 0,-1 0-1 0 0,0 12 1 0 0,3 79 2458 0 0,-1-99-2584 0 0,0 0-1 0 0,-1 0 1 0 0,1 0 0 0 0,-1 0 0 0 0,1 0-1 0 0,-1-1 1 0 0,1 1 0 0 0,-1 0 0 0 0,0 0-1 0 0,1-1 1 0 0,-1 1 0 0 0,0 0 0 0 0,1-1-1 0 0,-1 1 1 0 0,0-1 0 0 0,0 1 0 0 0,0-1-1 0 0,-1 2 1 0 0,-19 6-813 0 0,-3-5-1627 0 0,8-4-4314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2"/>
    </inkml:context>
    <inkml:brush xml:id="br0">
      <inkml:brushProperty name="width" value="0.05" units="cm"/>
      <inkml:brushProperty name="height" value="0.05" units="cm"/>
    </inkml:brush>
  </inkml:definitions>
  <inkml:trace contextRef="#ctx0" brushRef="#br0">0 4 7026 0 0,'21'-3'4719'0'0,"-19"3"-4626"0"0,-1 0-1 0 0,1-1 0 0 0,-1 1 1 0 0,1 0-1 0 0,0 0 0 0 0,-1 0 1 0 0,1 0-1 0 0,0 1 1 0 0,-1-1-1 0 0,1 0 0 0 0,-1 1 1 0 0,1-1-1 0 0,0 1 0 0 0,-1-1 1 0 0,1 1-1 0 0,-1 0 1 0 0,1-1-1 0 0,-1 1 0 0 0,0 0 1 0 0,1 0-1 0 0,-1 0 0 0 0,0 0 1 0 0,0 1-1 0 0,0-1 1 0 0,0 0-1 0 0,0 0 0 0 0,0 1 1 0 0,0-1-1 0 0,0 1 0 0 0,0-1 1 0 0,0 1-1 0 0,0 2 1 0 0,2 5 115 0 0,0 1 0 0 0,-1 0 0 0 0,-1-1 0 0 0,1 18 1 0 0,3 9 737 0 0,-4-28-769 0 0,1-1 0 0 0,0-1-1 0 0,0 1 1 0 0,1 0 0 0 0,0 0 0 0 0,0-1 0 0 0,8 11 0 0 0,-9-14-145 0 0,1 0 1 0 0,0 0 0 0 0,0 0 0 0 0,0 0-1 0 0,0-1 1 0 0,0 1 0 0 0,1-1 0 0 0,-1 0 0 0 0,1 0-1 0 0,-1 0 1 0 0,1 0 0 0 0,0-1 0 0 0,0 0-1 0 0,0 0 1 0 0,5 2 0 0 0,-2-3-90 0 0,-1 1 1 0 0,0-1-1 0 0,1 0 1 0 0,-1-1-1 0 0,0 1 1 0 0,1-1-1 0 0,-1 0 1 0 0,0-1-1 0 0,0 0 1 0 0,0 0-1 0 0,0 0 1 0 0,10-6-1 0 0,-9 5-635 0 0,-1-1 0 0 0,1 0-1 0 0,-1-1 1 0 0,0 1 0 0 0,0-1-1 0 0,5-7 1 0 0,11-13-3485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3"/>
    </inkml:context>
    <inkml:brush xml:id="br0">
      <inkml:brushProperty name="width" value="0.05" units="cm"/>
      <inkml:brushProperty name="height" value="0.05" units="cm"/>
    </inkml:brush>
  </inkml:definitions>
  <inkml:trace contextRef="#ctx0" brushRef="#br0">25 558 1536 0 0,'-9'-4'10112'0'0,"8"4"-9956"0"0,0 0 1 0 0,0 1 0 0 0,0-1-1 0 0,1 0 1 0 0,-1 1-1 0 0,0-1 1 0 0,0 1-1 0 0,1-1 1 0 0,-1 1 0 0 0,0-1-1 0 0,1 1 1 0 0,-1-1-1 0 0,0 1 1 0 0,1 0-1 0 0,-1-1 1 0 0,1 1 0 0 0,-1 0-1 0 0,1 0 1 0 0,0-1-1 0 0,-1 1 1 0 0,1 0-1 0 0,0 0 1 0 0,-1 1 0 0 0,0 0 384 0 0,1-8 173 0 0,1 4-525 0 0,6-124 377 0 0,16-137-397 0 0,-23 262-174 0 0,0 0 0 0 0,0 0 0 0 0,1-1 0 0 0,-1 1 0 0 0,0 0 0 0 0,1 0 0 0 0,-1 0 0 0 0,1 0 0 0 0,-1 0 0 0 0,1 0 0 0 0,-1 0 0 0 0,1 0 0 0 0,0 0 0 0 0,-1 0 0 0 0,1 0 0 0 0,0 0 0 0 0,0 0 0 0 0,0 0 0 0 0,0 1 0 0 0,0-1 0 0 0,1-1 0 0 0,-1 2 16 0 0,0 0 0 0 0,0 0 1 0 0,0 0-1 0 0,0 0 0 0 0,0 0 0 0 0,0 0 1 0 0,0 0-1 0 0,0 0 0 0 0,0 0 0 0 0,0 0 1 0 0,0 0-1 0 0,0 1 0 0 0,0-1 1 0 0,0 0-1 0 0,0 1 0 0 0,0-1 0 0 0,0 1 1 0 0,0-1-1 0 0,0 1 0 0 0,-1-1 0 0 0,1 1 1 0 0,0 0-1 0 0,0-1 0 0 0,-1 1 1 0 0,2 1-1 0 0,2-1-9 0 0,0 0 0 0 0,1 0-1 0 0,-1 0 1 0 0,1 0 0 0 0,-1-1 0 0 0,1 0 0 0 0,-1 0 0 0 0,1 0 0 0 0,-1 0 0 0 0,6-2 0 0 0,0 2 6 0 0,166-23 21 0 0,-42 3-27 0 0,402 8 0 0 0,-221 13 17 0 0,-82-26 74 0 0,-101 7-78 0 0,-69 12 38 0 0,50-6 137 0 0,-108 10 214 0 0,1 0 1 0 0,0-1-1 0 0,-1 1 0 0 0,0-1 1 0 0,8-5-1 0 0,-12 7-115 0 0,-1 1-278 0 0,-14 0 74 0 0,5 0-110 0 0,5-1 25 0 0,1 1 0 0 0,-1 0 0 0 0,0-1 0 0 0,1 2 1 0 0,-1-1-1 0 0,0 0 0 0 0,1 1 0 0 0,-7 1 0 0 0,5 4-10 0 0,5-5 11 0 0,0-1 1 0 0,0 0 0 0 0,0 1-1 0 0,-1-1 1 0 0,1 0 0 0 0,0 1-1 0 0,0-1 1 0 0,-1 0-1 0 0,1 1 1 0 0,0-1 0 0 0,-1 0-1 0 0,1 1 1 0 0,-1-1-1 0 0,1 0 1 0 0,0 0 0 0 0,-1 0-1 0 0,1 1 1 0 0,0-1-1 0 0,-1 0 1 0 0,1 0 0 0 0,-1 0-1 0 0,1 0 1 0 0,-1 0-1 0 0,1 0 1 0 0,0 0 0 0 0,-1 0-1 0 0,0 0 1 0 0,-18 0 31 0 0,19-1-35 0 0,0 1 0 0 0,1-1 0 0 0,-1 0 0 0 0,0 0 0 0 0,0 0 0 0 0,0 0 0 0 0,1 1 0 0 0,-1-1 0 0 0,0 0 0 0 0,1 0-1 0 0,-1 1 1 0 0,0-1 0 0 0,1 0 0 0 0,-1 1 0 0 0,1-1 0 0 0,-1 0 0 0 0,1 1 0 0 0,0-1 0 0 0,0 0 0 0 0,0 0 3 0 0,-1 1 1 0 0,0-1-1 0 0,1 1 0 0 0,-1-1 1 0 0,0 1-1 0 0,1-1 0 0 0,-1 1 1 0 0,0-1-1 0 0,0 0 0 0 0,0 1 1 0 0,1-1-1 0 0,-1 1 1 0 0,0-1-1 0 0,0 0 0 0 0,0 1 1 0 0,0-1-1 0 0,0 0 0 0 0,0 1 1 0 0,0-2-1 0 0,0 2-2 0 0,0 0 0 0 0,0-1 0 0 0,0 1 0 0 0,0-1 0 0 0,0 1 0 0 0,0-1 0 0 0,0 1 0 0 0,0-1 0 0 0,0 1 0 0 0,0 0 0 0 0,0-1 0 0 0,0 1 0 0 0,0-1 0 0 0,0 1 0 0 0,-1-1 0 0 0,1 1 0 0 0,0 0 0 0 0,0-1 0 0 0,0 1 0 0 0,-1 0 0 0 0,1-1 0 0 0,0 1 0 0 0,-1-1 0 0 0,1 1 0 0 0,0 0 0 0 0,-1 0 0 0 0,1-1 0 0 0,0 1 0 0 0,-1 0 0 0 0,0-1 0 0 0,-8 1-23 0 0,-2-1-563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4"/>
    </inkml:context>
    <inkml:brush xml:id="br0">
      <inkml:brushProperty name="width" value="0.05" units="cm"/>
      <inkml:brushProperty name="height" value="0.05" units="cm"/>
    </inkml:brush>
  </inkml:definitions>
  <inkml:trace contextRef="#ctx0" brushRef="#br0">18 443 3209 0 0,'0'0'880'0'0,"-17"3"7268"0"0,30-31-2509 0 0,31-81-5004 0 0,-24 46-161 0 0,12-71 1 0 0,-25 100-370 0 0,-3 19-32 0 0,-1 0 1 0 0,-1 0-1 0 0,1-17 1 0 0,-3 32-95 0 0,-3 27-5225 0 0,1-2 920 0 0,2-11 709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5"/>
    </inkml:context>
    <inkml:brush xml:id="br0">
      <inkml:brushProperty name="width" value="0.05" units="cm"/>
      <inkml:brushProperty name="height" value="0.05" units="cm"/>
    </inkml:brush>
  </inkml:definitions>
  <inkml:trace contextRef="#ctx0" brushRef="#br0">24 204 9578 0 0,'-12'1'1987'0'0,"1"-2"972"0"0,11 1-2876 0 0,0-1-1 0 0,0 0 1 0 0,0 1-1 0 0,0-1 0 0 0,0 0 1 0 0,0 1-1 0 0,0-1 1 0 0,0 1-1 0 0,0-1 1 0 0,1 0-1 0 0,-1 1 0 0 0,0-1 1 0 0,0 1-1 0 0,0-1 1 0 0,1 0-1 0 0,-1 1 1 0 0,0-1-1 0 0,1 1 0 0 0,0-2 1 0 0,9-14 151 0 0,1 1 1 0 0,1 0-1 0 0,22-23 1 0 0,7-8-57 0 0,-34 38-141 0 0,1 0 0 0 0,-1 0 0 0 0,17-13 0 0 0,-20 18 8 0 0,16-9 376 0 0,-18 12-404 0 0,-1 0-1 0 0,0 0 1 0 0,1 0-1 0 0,-1 0 1 0 0,0 0 0 0 0,0 0-1 0 0,1 0 1 0 0,-1 1-1 0 0,0-1 1 0 0,0 1-1 0 0,0-1 1 0 0,1 0-1 0 0,-1 1 1 0 0,0 0 0 0 0,0-1-1 0 0,0 1 1 0 0,2 1-1 0 0,3 3 41 0 0,-1 0 0 0 0,0 0 0 0 0,0 0 0 0 0,7 10 0 0 0,-7-9-211 0 0,0 0-1 0 0,0 0 0 0 0,10 9 0 0 0,-12-13-228 0 0,-1-1-1 0 0,0 1 0 0 0,1-1 0 0 0,-1 0 1 0 0,1 1-1 0 0,0-1 0 0 0,-1 0 0 0 0,5 0 1 0 0,4 1-2212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6"/>
    </inkml:context>
    <inkml:brush xml:id="br0">
      <inkml:brushProperty name="width" value="0.05" units="cm"/>
      <inkml:brushProperty name="height" value="0.05" units="cm"/>
    </inkml:brush>
  </inkml:definitions>
  <inkml:trace contextRef="#ctx0" brushRef="#br0">61 54 9106 0 0,'1'-20'3998'0'0,"0"17"-3751"0"0,3-16 994 0 0,-4 19-1145 0 0,0-1 1 0 0,0 0 0 0 0,0 1 0 0 0,1-1-1 0 0,-1 1 1 0 0,0-1 0 0 0,0 0 0 0 0,1 1-1 0 0,-1-1 1 0 0,0 1 0 0 0,1-1 0 0 0,-1 1-1 0 0,0-1 1 0 0,1 1 0 0 0,-1-1 0 0 0,1 1-1 0 0,-1-1 1 0 0,1 1 0 0 0,-1-1 0 0 0,1 1-1 0 0,-1 0 1 0 0,2-1 0 0 0,-4 20 1689 0 0,-28 76-1149 0 0,-4 23-642 0 0,30-100-1940 0 0,2-1 0 0 0,-1 31 0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7"/>
    </inkml:context>
    <inkml:brush xml:id="br0">
      <inkml:brushProperty name="width" value="0.05" units="cm"/>
      <inkml:brushProperty name="height" value="0.05" units="cm"/>
    </inkml:brush>
  </inkml:definitions>
  <inkml:trace contextRef="#ctx0" brushRef="#br0">239 6 11346 0 0,'-31'-3'4398'0'0,"26"2"-4277"0"0,-1 1 0 0 0,0-1 0 0 0,0 1 0 0 0,0 0 0 0 0,0 0 0 0 0,0 1 0 0 0,0 0 0 0 0,-6 1 0 0 0,10-1-117 0 0,1 0 1 0 0,-1 0-1 0 0,1 0 0 0 0,0 0 0 0 0,-1 1 1 0 0,1-1-1 0 0,0 0 0 0 0,0 1 1 0 0,0-1-1 0 0,0 0 0 0 0,0 1 1 0 0,0-1-1 0 0,0 1 0 0 0,1-1 1 0 0,-1 1-1 0 0,0 0 0 0 0,1-1 0 0 0,-1 3 1 0 0,-4 32-31 0 0,5-32 26 0 0,0 0 0 0 0,0 0 1 0 0,0 0-1 0 0,1 0 0 0 0,0 0 0 0 0,0 0 1 0 0,0 0-1 0 0,0 0 0 0 0,0 0 0 0 0,1 0 0 0 0,0-1 1 0 0,0 1-1 0 0,0-1 0 0 0,4 6 0 0 0,1-1 19 0 0,1-1-1 0 0,0-1 1 0 0,0 1-1 0 0,14 8 1 0 0,-21-15-19 0 0,3 3 208 0 0,1 1 1 0 0,0-1-1 0 0,-1 1 1 0 0,0 0-1 0 0,8 9 0 0 0,-11-11-55 0 0,0 0 0 0 0,1 0 0 0 0,-1 0 1 0 0,0 0-1 0 0,0 0 0 0 0,0 0 0 0 0,0 0 0 0 0,-1 0 0 0 0,1 0 0 0 0,-1 1 0 0 0,1-1 0 0 0,-1 0 0 0 0,0 0 0 0 0,0 1 0 0 0,0-1 0 0 0,0 0 0 0 0,-1 4 0 0 0,1-5-146 0 0,-1 0-1 0 0,0 0 1 0 0,0 0 0 0 0,0 0 0 0 0,1 0 0 0 0,-1 0 0 0 0,0-1-1 0 0,0 1 1 0 0,0 0 0 0 0,0-1 0 0 0,-1 1 0 0 0,1-1 0 0 0,0 1-1 0 0,0-1 1 0 0,0 1 0 0 0,0-1 0 0 0,-1 0 0 0 0,1 1 0 0 0,0-1-1 0 0,0 0 1 0 0,0 0 0 0 0,-3 0 0 0 0,1 0 3 0 0,-56 11-24 0 0,53-10-21 0 0,-1 0 1 0 0,0 1-1 0 0,1 0 0 0 0,-1 0 0 0 0,-8 4 1 0 0,11-4-212 0 0,0 0 1 0 0,0 0 0 0 0,0-1 0 0 0,-1 1 0 0 0,1-1-1 0 0,0 0 1 0 0,-1 0 0 0 0,1-1 0 0 0,-1 1 0 0 0,1-1-1 0 0,-1 0 1 0 0,1 0 0 0 0,-1-1 0 0 0,1 1 0 0 0,-1-1-1 0 0,-4-1 1 0 0,-10-7-3290 0 0,12 4-54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8"/>
    </inkml:context>
    <inkml:brush xml:id="br0">
      <inkml:brushProperty name="width" value="0.05" units="cm"/>
      <inkml:brushProperty name="height" value="0.05" units="cm"/>
    </inkml:brush>
  </inkml:definitions>
  <inkml:trace contextRef="#ctx0" brushRef="#br0">1 90 7730 0 0,'0'0'45'0'0,"8"-5"1661"0"0,49-22 163 0 0,-37 17-1619 0 0,0 0 0 0 0,1 2 0 0 0,0 0 0 0 0,0 1 1 0 0,36-7-1 0 0,-55 14-101 0 0,-1 0 1 0 0,1-1-1 0 0,0 1 1 0 0,-1 0-1 0 0,1 0 0 0 0,0 0 1 0 0,-1 0-1 0 0,1 1 1 0 0,-1-1-1 0 0,1 0 1 0 0,-1 1-1 0 0,1-1 0 0 0,-1 1 1 0 0,1-1-1 0 0,-1 1 1 0 0,1 0-1 0 0,-1-1 1 0 0,1 1-1 0 0,-1 0 1 0 0,0 0-1 0 0,0 0 0 0 0,1 0 1 0 0,0 2-1 0 0,0 1-17 0 0,0 0 0 0 0,0 0 0 0 0,0 0 0 0 0,-1 0-1 0 0,0 0 1 0 0,0 0 0 0 0,1 7 0 0 0,9 71 287 0 0,-8-57-242 0 0,0 0 1 0 0,2 0-1 0 0,7 26 0 0 0,-11-50-151 0 0,-1-1-1 0 0,0 1 1 0 0,1 0-1 0 0,-1-1 1 0 0,0 1 0 0 0,1 0-1 0 0,-1-1 1 0 0,1 1 0 0 0,-1-1-1 0 0,1 1 1 0 0,0-1-1 0 0,-1 1 1 0 0,1-1 0 0 0,0 1-1 0 0,-1-1 1 0 0,1 0-1 0 0,0 1 1 0 0,-1-1 0 0 0,1 0-1 0 0,0 1 1 0 0,0-1 0 0 0,-1 0-1 0 0,1 0 1 0 0,0 0-1 0 0,0 0 1 0 0,-1 0 0 0 0,1 0-1 0 0,0 0 1 0 0,0 0-1 0 0,-1 0 1 0 0,1 0 0 0 0,0 0-1 0 0,0 0 1 0 0,-1-1 0 0 0,1 1-1 0 0,0 0 1 0 0,0-1-1 0 0,-1 1 1 0 0,1 0 0 0 0,0-1-1 0 0,-1 1 1 0 0,1-1-1 0 0,1 0 1 0 0,2-1 43 0 0,-1-1-1 0 0,1 0 0 0 0,0 0 1 0 0,-1 0-1 0 0,1 0 0 0 0,3-5 1 0 0,105-139 991 0 0,-87 109-759 0 0,-19 28-806 0 0,0 0-1 0 0,1 1 0 0 0,12-14 0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9"/>
    </inkml:context>
    <inkml:brush xml:id="br0">
      <inkml:brushProperty name="width" value="0.05" units="cm"/>
      <inkml:brushProperty name="height" value="0.05" units="cm"/>
    </inkml:brush>
  </inkml:definitions>
  <inkml:trace contextRef="#ctx0" brushRef="#br0">122 282 4425 0 0,'0'0'1403'0'0,"-18"-12"4345"0"0,-67 0-311 0 0,71 8-5039 0 0,9 2-447 0 0,12 2-137 0 0,71 5 175 0 0,0-3 0 0 0,126-14 0 0 0,155-40 328 0 0,-62 7-7 0 0,100-3-89 0 0,-141 30 15 0 0,-50-14 233 0 0,-171 27-369 0 0,7-1 571 0 0,81-1 1 0 0,21 7 32 0 0,-138 0-709 0 0,-1-1-1 0 0,1-1 1 0 0,-1 1 0 0 0,9-4-1 0 0,4-1-6 0 0,-3 2 12 0 0,-6 1 0 0 0,0 1 0 0 0,0 0-1 0 0,0 1 1 0 0,9-1 0 0 0,15-3 27 0 0,-9 6-26 0 0,29-2-2085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0"/>
    </inkml:context>
    <inkml:brush xml:id="br0">
      <inkml:brushProperty name="width" value="0.05" units="cm"/>
      <inkml:brushProperty name="height" value="0.05" units="cm"/>
    </inkml:brush>
  </inkml:definitions>
  <inkml:trace contextRef="#ctx0" brushRef="#br0">59 283 1432 0 0,'0'0'162'0'0,"-8"-15"2786"0"0,7-76 1390 0 0,0 4-773 0 0,1 80-3248 0 0,-1 1 0 0 0,0-1 0 0 0,0 0 0 0 0,0 1 0 0 0,-1-1 0 0 0,0 1 0 0 0,0 0-1 0 0,-1 0 1 0 0,0-1 0 0 0,0 2 0 0 0,0-1 0 0 0,-7-8 0 0 0,7 16 147 0 0,0 10-222 0 0,-1 17-114 0 0,3-24-110 0 0,-4 56 43 0 0,4 101-1 0 0,19 62 4 0 0,-10-130-54 0 0,2 448 202 0 0,-11-523-170 0 0,0-7 11 0 0,0 1 0 0 0,1 0 0 0 0,3 18 1 0 0,2-15 108 0 0,1 8-561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1"/>
    </inkml:context>
    <inkml:brush xml:id="br0">
      <inkml:brushProperty name="width" value="0.05" units="cm"/>
      <inkml:brushProperty name="height" value="0.05" units="cm"/>
    </inkml:brush>
  </inkml:definitions>
  <inkml:trace contextRef="#ctx0" brushRef="#br0">209 0 8962 0 0,'-25'5'7251'0'0,"-138"325"-4608"0"0,160-324-2585 0 0,1-3-19 0 0,0 1 0 0 0,-1 0 0 0 0,2 0 0 0 0,-1 0 0 0 0,0 0 0 0 0,1 0 0 0 0,0 0 0 0 0,0 0 0 0 0,0 1 0 0 0,1-1 0 0 0,-1 0 0 0 0,1 9 0 0 0,0-13-34 0 0,1 1-1 0 0,0 0 1 0 0,-1-1-1 0 0,1 1 0 0 0,0-1 1 0 0,-1 1-1 0 0,1-1 0 0 0,0 1 1 0 0,0-1-1 0 0,-1 1 0 0 0,1-1 1 0 0,0 0-1 0 0,0 1 0 0 0,0-1 1 0 0,-1 0-1 0 0,1 0 1 0 0,0 1-1 0 0,0-1 0 0 0,0 0 1 0 0,0 0-1 0 0,0 0 0 0 0,0 0 1 0 0,0 0-1 0 0,-1 0 0 0 0,1-1 1 0 0,0 1-1 0 0,0 0 0 0 0,1-1 1 0 0,24-5-11 0 0,32-18 46 0 0,-36 15 78 0 0,43-14 1 0 0,-55 20 41 0 0,-1-1-513 0 0,-2 4-4088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2"/>
    </inkml:context>
    <inkml:brush xml:id="br0">
      <inkml:brushProperty name="width" value="0.05" units="cm"/>
      <inkml:brushProperty name="height" value="0.05" units="cm"/>
    </inkml:brush>
  </inkml:definitions>
  <inkml:trace contextRef="#ctx0" brushRef="#br0">142 141 6241 0 0,'-2'0'340'0'0,"1"0"0"0"0,0 0 0 0 0,0 0 0 0 0,0 0 0 0 0,1-1 0 0 0,-1 1 0 0 0,0 0-1 0 0,0-1 1 0 0,0 1 0 0 0,0-1 0 0 0,0 1 0 0 0,0-1 0 0 0,0 0 0 0 0,-1 0 0 0 0,-10-15 1103 0 0,-5-19-1529 0 0,16 32 349 0 0,0 2-231 0 0,1-1 1 0 0,-1 1-1 0 0,1 0 0 0 0,-1 0 1 0 0,1-1-1 0 0,0 1 1 0 0,-1 0-1 0 0,1 0 0 0 0,0-1 1 0 0,0 1-1 0 0,0 0 0 0 0,0-1 1 0 0,0 1-1 0 0,0 0 0 0 0,0-1 1 0 0,1 1-1 0 0,-1 0 0 0 0,0 0 1 0 0,1-1-1 0 0,-1 1 0 0 0,1 0 1 0 0,-1 0-1 0 0,1-1 0 0 0,0 1 1 0 0,-1 0-1 0 0,1 0 0 0 0,0 0 1 0 0,1-1-1 0 0,2-1 70 0 0,0 1-1 0 0,0-1 1 0 0,0 1-1 0 0,0 0 1 0 0,0 0-1 0 0,7-2 1 0 0,11-4 96 0 0,-17 5-147 0 0,1 0 0 0 0,-1 1 0 0 0,1 0 0 0 0,0 0 1 0 0,-1 1-1 0 0,1 0 0 0 0,0 0 0 0 0,8-1 0 0 0,-10 2-20 0 0,0 0 1 0 0,-1 0 0 0 0,1 0-1 0 0,-1 0 1 0 0,1 1 0 0 0,-1-1-1 0 0,1 1 1 0 0,-1 0-1 0 0,1 0 1 0 0,-1 0 0 0 0,0 1-1 0 0,0-1 1 0 0,1 1-1 0 0,-1 0 1 0 0,3 2 0 0 0,-4-1 12 0 0,0-1 0 0 0,0 1 0 0 0,0 0 0 0 0,-1 0 0 0 0,1 0 0 0 0,-1 0 0 0 0,0 0 0 0 0,2 5 0 0 0,4 10 184 0 0,-5-13-153 0 0,0 0 0 0 0,0 0 0 0 0,0 0 1 0 0,-1 0-1 0 0,1 1 0 0 0,-1-1 0 0 0,-1 1 0 0 0,1-1 0 0 0,-1 1 1 0 0,0-1-1 0 0,0 1 0 0 0,-1-1 0 0 0,1 1 0 0 0,-1-1 0 0 0,-2 9 1 0 0,1-8-21 0 0,0 0 0 0 0,-1 0 0 0 0,1 0 0 0 0,-1 0 0 0 0,0 0 0 0 0,0-1 0 0 0,-1 1 0 0 0,0-1 0 0 0,0 0 1 0 0,0 0-1 0 0,0 0 0 0 0,-9 7 0 0 0,-8 2 221 0 0,-2 0 0 0 0,0-1 1 0 0,0-1-1 0 0,-1-1 0 0 0,0-1 0 0 0,-1-2 0 0 0,-46 11 1 0 0,59-14-172 0 0,3-1-98 0 0,18-9-145 0 0,-7 4 140 0 0,11-6-6 0 0,1-1 0 0 0,1 2-1 0 0,-1 0 1 0 0,1 0 0 0 0,0 2 0 0 0,0 0 0 0 0,1 0 0 0 0,-1 2 0 0 0,21-2-1 0 0,-23 4-27 0 0,-1 1-1 0 0,1 1 0 0 0,0 0 1 0 0,14 4-1 0 0,24 11-6329 0 0,-40-13 3845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3"/>
    </inkml:context>
    <inkml:brush xml:id="br0">
      <inkml:brushProperty name="width" value="0.05" units="cm"/>
      <inkml:brushProperty name="height" value="0.05" units="cm"/>
    </inkml:brush>
  </inkml:definitions>
  <inkml:trace contextRef="#ctx0" brushRef="#br0">78 64 8898 0 0,'-1'-5'728'0'0,"-1"0"0"0"0,1 0 0 0 0,-1 1 0 0 0,1-1 1 0 0,-1 0-1 0 0,0 1 0 0 0,-1 0 0 0 0,-3-7 0 0 0,-3-5 367 0 0,14 32-763 0 0,-1 1 0 0 0,0-1-1 0 0,-1 1 1 0 0,0-1 0 0 0,-1 27 0 0 0,-1-31-186 0 0,1 16-24 0 0,-2 0 0 0 0,-1 0 0 0 0,-1 0-1 0 0,-1-1 1 0 0,-1 1 0 0 0,-15 48 0 0 0,9-48-2520 0 0,-20 43-1 0 0,28-68 453 0 0,1 0-261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4"/>
    </inkml:context>
    <inkml:brush xml:id="br0">
      <inkml:brushProperty name="width" value="0.05" units="cm"/>
      <inkml:brushProperty name="height" value="0.05" units="cm"/>
    </inkml:brush>
  </inkml:definitions>
  <inkml:trace contextRef="#ctx0" brushRef="#br0">159 9 10234 0 0,'0'0'648'0'0,"-13"-9"4708"0"0,10 9-5271 0 0,-1 0 1 0 0,1 1-1 0 0,-1-1 0 0 0,1 1 1 0 0,0 0-1 0 0,-1 0 0 0 0,1 0 1 0 0,0 0-1 0 0,0 0 0 0 0,0 1 0 0 0,0-1 1 0 0,0 1-1 0 0,0 0 0 0 0,0 0 1 0 0,0 0-1 0 0,-3 4 0 0 0,1-1-29 0 0,1 1 0 0 0,0-1 0 0 0,0 1 0 0 0,0 0 0 0 0,1 0 0 0 0,-1 0 0 0 0,-3 12-1 0 0,0 6-58 0 0,0 0-1 0 0,2 0 1 0 0,-3 37-1 0 0,7-56-20 0 0,0 0 0 0 0,-1 0 0 0 0,1-1-1 0 0,-1 1 1 0 0,0 0 0 0 0,-2 4 0 0 0,1-5-47 0 0,2 0 1 0 0,-1 0-1 0 0,0 0 0 0 0,1 0 0 0 0,0 0 1 0 0,0 0-1 0 0,0 0 0 0 0,0 1 1 0 0,0 4-1 0 0,2-8 42 0 0,0 0 1 0 0,0 0-1 0 0,0 0 1 0 0,-1 0-1 0 0,1 0 0 0 0,0 0 1 0 0,1-1-1 0 0,-1 1 1 0 0,0 0-1 0 0,0-1 0 0 0,0 1 1 0 0,0 0-1 0 0,0-1 1 0 0,2 1-1 0 0,-1 0-39 0 0,2 1-12 0 0,0-1 1 0 0,0 1-1 0 0,1-1 1 0 0,-1 0-1 0 0,0 0 1 0 0,0 0-1 0 0,1 0 1 0 0,-1-1-1 0 0,1 0 1 0 0,-1 0-1 0 0,0 0 0 0 0,6-1 1 0 0,3-2-202 0 0,1 0 0 0 0,19-8-1 0 0,0 0 24 0 0,-20 6 242 0 0,-1 0 0 0 0,0 0 0 0 0,0-1 0 0 0,0-1 0 0 0,0 0 0 0 0,-1-1 0 0 0,-1 0 0 0 0,11-10 0 0 0,-4 3 4 0 0,-2-2-1 0 0,1 1 1 0 0,-2-2-1 0 0,13-20 1 0 0,-18 22 84 0 0,13-32 0 0 0,-22 46 21 0 0,1 0 0 0 0,0 0 0 0 0,-1 0 0 0 0,1 0 0 0 0,-1 0 0 0 0,0 0 0 0 0,1 0 0 0 0,-1 0 0 0 0,0 0 0 0 0,-1-1 0 0 0,1-1 0 0 0,0 3-53 0 0,0 0-1 0 0,-1 1 1 0 0,1-1-1 0 0,0 1 1 0 0,0-1-1 0 0,0 1 1 0 0,-1-1-1 0 0,1 1 1 0 0,0-1-1 0 0,-1 1 1 0 0,1-1 0 0 0,-1 1-1 0 0,1-1 1 0 0,0 1-1 0 0,-1-1 1 0 0,1 1-1 0 0,-1 0 1 0 0,1-1-1 0 0,-1 1 1 0 0,1 0-1 0 0,-1 0 1 0 0,1-1-1 0 0,-1 1 1 0 0,0 0 0 0 0,1 0-1 0 0,-1 0 1 0 0,1-1-1 0 0,-1 1 1 0 0,1 0-1 0 0,-1 0 1 0 0,0 0-1 0 0,1 0 1 0 0,-1 0-1 0 0,1 0 1 0 0,-1 0 0 0 0,0 1-1 0 0,1-1 1 0 0,-1 0-1 0 0,0 0 1 0 0,-14 28 217 0 0,12-22-216 0 0,1-1 1 0 0,0 0-1 0 0,1 0 0 0 0,-1 1 0 0 0,1-1 0 0 0,0 1 1 0 0,0 0-1 0 0,1-1 0 0 0,0 1 0 0 0,0-1 1 0 0,0 1-1 0 0,2 8 0 0 0,2 4 347 0 0,0-1 1 0 0,11 28-1 0 0,6 17 1604 0 0,-21-60-1944 0 0,1-1 0 0 0,-1 1-1 0 0,0-1 1 0 0,1 1 0 0 0,-1-1 0 0 0,0 1 0 0 0,0 0 0 0 0,0-1-1 0 0,0 1 1 0 0,0-1 0 0 0,0 1 0 0 0,0-1 0 0 0,-1 1 0 0 0,1-1-1 0 0,-1 1 1 0 0,1-1 0 0 0,-1 1 0 0 0,1-1 0 0 0,-1 1 0 0 0,0-1 0 0 0,0 0-1 0 0,0 1 1 0 0,1-1 0 0 0,-1 0 0 0 0,0 0 0 0 0,-1 0 0 0 0,1 0-1 0 0,0 1 1 0 0,0-2 0 0 0,0 1 0 0 0,-1 0 0 0 0,-1 1 0 0 0,-4 1-46 0 0,0-1 0 0 0,0 0 0 0 0,0-1 0 0 0,0 0 0 0 0,-1 0 0 0 0,-7 0 0 0 0,7-1-36 0 0,1 1 0 0 0,-1 0 0 0 0,0 0 0 0 0,-8 3 0 0 0,-2 7-573 0 0,-8 4 438 0 0,12-12-3333 0 0,2-5-4351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5"/>
    </inkml:context>
    <inkml:brush xml:id="br0">
      <inkml:brushProperty name="width" value="0.05" units="cm"/>
      <inkml:brushProperty name="height" value="0.05" units="cm"/>
    </inkml:brush>
  </inkml:definitions>
  <inkml:trace contextRef="#ctx0" brushRef="#br0">1 0 7154 0 0,'0'0'3498'0'0,"1"0"-3190"0"0,0 1 0 0 0,0-1 0 0 0,0 1 0 0 0,0-1 0 0 0,0 1 0 0 0,0 0 0 0 0,-1-1 0 0 0,1 1 0 0 0,0 0 0 0 0,0-1 0 0 0,-1 1 0 0 0,1 0 0 0 0,1 1 1 0 0,44 140 2333 0 0,-42-128-2433 0 0,4 7 222 0 0,0 0 0 0 0,19 32 0 0 0,-27-51-409 0 0,2 0 23 0 0,0 1 1 0 0,0-1 0 0 0,0 1 0 0 0,0-1-1 0 0,1 0 1 0 0,-1 0 0 0 0,0 0 0 0 0,1 0-1 0 0,0 0 1 0 0,-1 0 0 0 0,4 1 0 0 0,35 14 216 0 0,-34-15-220 0 0,-2 0-32 0 0,0 0 0 0 0,0-1 1 0 0,0 0-1 0 0,1-1 0 0 0,-1 1 0 0 0,0-1 0 0 0,0 0 0 0 0,1 0 0 0 0,-1 0 0 0 0,0-1 0 0 0,0 0 0 0 0,6-1 0 0 0,-5 0-544 0 0,-1 0-1 0 0,1 0 1 0 0,-1 0 0 0 0,0-1-1 0 0,0 0 1 0 0,8-5-1 0 0,-4-2-3060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6"/>
    </inkml:context>
    <inkml:brush xml:id="br0">
      <inkml:brushProperty name="width" value="0.05" units="cm"/>
      <inkml:brushProperty name="height" value="0.05" units="cm"/>
    </inkml:brush>
  </inkml:definitions>
  <inkml:trace contextRef="#ctx0" brushRef="#br0">35 23 1064 0 0,'-1'-3'14921'0'0,"-1"2"-15079"0"0,1-1 343 0 0,0 1-1 0 0,-1-1 0 0 0,1 1 0 0 0,0-1 0 0 0,-1 1 1 0 0,0 0-1 0 0,1 0 0 0 0,-1 0 0 0 0,0 0 0 0 0,1 0 1 0 0,-1 0-1 0 0,0 0 0 0 0,0 0 0 0 0,0 1 0 0 0,0-1 1 0 0,-4 0-1 0 0,6 1-216 0 0,12 1-91 0 0,125 29 193 0 0,-24-4 59 0 0,19 3 912 0 0,170 59 0 0 0,-276-81-497 0 0,-21-7-490 0 0,-1 1 1 0 0,0 0 0 0 0,0 0 0 0 0,0 0 0 0 0,0 0-1 0 0,0 1 1 0 0,0-1 0 0 0,-1 1 0 0 0,1 0 0 0 0,0 1-1 0 0,4 3 1 0 0,-2-4 29 0 0,-6-2-83 0 0,1 0-1 0 0,-1 0 0 0 0,0 1 0 0 0,0-1 0 0 0,0 0 1 0 0,1 0-1 0 0,-1 0 0 0 0,0 0 0 0 0,0 0 0 0 0,0 0 1 0 0,0 0-1 0 0,1 0 0 0 0,-1 0 0 0 0,0 0 0 0 0,0 1 0 0 0,0-1 1 0 0,0 0-1 0 0,0 0 0 0 0,1 0 0 0 0,-1 0 0 0 0,0 0 1 0 0,0 1-1 0 0,0-1 0 0 0,0 0 0 0 0,0 0 0 0 0,0 0 1 0 0,0 0-1 0 0,0 1 0 0 0,0-1 0 0 0,0 0 0 0 0,0 0 0 0 0,0 0 1 0 0,0 0-1 0 0,0 1 0 0 0,0-1 0 0 0,0 0 0 0 0,0 0 1 0 0,0 0-1 0 0,0 1 0 0 0,0-1 0 0 0,0 0 0 0 0,0 0 1 0 0,0 0-1 0 0,0 0 0 0 0,0 1 0 0 0,0-1 0 0 0,0 0 0 0 0,3 4 3 0 0,1 0-1 0 0,0-1 1 0 0,0 1-1 0 0,0-1 1 0 0,9 5-1 0 0,0-8 48 0 0,-12 0-19 0 0,-7 0-25 0 0,5 4-45 0 0,2-4 40 0 0,-1 1 0 0 0,0-1 0 0 0,0 0 1 0 0,0 1-1 0 0,0-1 0 0 0,0 1 0 0 0,1-1 1 0 0,-1 0-1 0 0,0 1 0 0 0,0-1 0 0 0,0 1 0 0 0,0-1 1 0 0,0 0-1 0 0,0 1 0 0 0,-1-1 0 0 0,1 1 0 0 0,0-1 1 0 0,0 0-1 0 0,0 1 0 0 0,0-1 0 0 0,0 0 1 0 0,0 1-1 0 0,-1-1 0 0 0,1 0 0 0 0,0 1 0 0 0,0-1 1 0 0,-1 0-1 0 0,1 1 0 0 0,0-1 0 0 0,0 0 0 0 0,-1 0 1 0 0,1 1-1 0 0,0-1 0 0 0,-1 0 0 0 0,1 0 1 0 0,0 1-1 0 0,-1-1 0 0 0,1 0 0 0 0,0 0 0 0 0,-1 0 1 0 0,0 0-1 0 0,-2 1 34 0 0,2-1-35 0 0,1 0-1 0 0,0 0 1 0 0,-1 0 0 0 0,1 0 0 0 0,0 0-1 0 0,-1 0 1 0 0,1 0 0 0 0,0 1 0 0 0,-1-1-1 0 0,1 0 1 0 0,0 0 0 0 0,-1 0 0 0 0,1 0-1 0 0,0 0 1 0 0,-1-1 0 0 0,1 1 0 0 0,0 0-1 0 0,-1 0 1 0 0,1 0 0 0 0,0 0 0 0 0,-1 0-1 0 0,1 0 1 0 0,0-1 0 0 0,-1 1 0 0 0,1 0-1 0 0,0 0 1 0 0,-1 0 0 0 0,1-1 0 0 0,0 1-1 0 0,0 0 1 0 0,-1 0 0 0 0,1-1 0 0 0,0 1-1 0 0,0 0 1 0 0,0-1 0 0 0,0 1 0 0 0,-1 0-1 0 0,1-1 1 0 0,0 1 7 0 0,0-31-43 0 0,12 243-308 0 0,-1-16 306 0 0,-15 48 141 0 0,-1-54-4 0 0,6-182-95 0 0,0 1 1 0 0,0-1-1 0 0,1 0 1 0 0,0 0-1 0 0,0 0 1 0 0,6 12-1 0 0,5 18 222 0 0,-12-36-216 0 0,-1-1 1 0 0,0 1-1 0 0,0-1 0 0 0,0 0 0 0 0,-1 1 1 0 0,1-1-1 0 0,0 1 0 0 0,-1-1 0 0 0,1 1 1 0 0,0-1-1 0 0,-1 0 0 0 0,0 1 0 0 0,1-1 1 0 0,-1 0-1 0 0,0 0 0 0 0,0 1 0 0 0,0-1 1 0 0,1 0-1 0 0,-1 0 0 0 0,0 0 0 0 0,-1 0 1 0 0,1 0-1 0 0,0 0 0 0 0,0 0 0 0 0,0 0 1 0 0,0-1-1 0 0,-1 1 0 0 0,-1 0 0 0 0,-6 4 6 0 0,0 0 0 0 0,-19 5 0 0 0,20-8 2 0 0,-144 48 90 0 0,152-50-112 0 0,-1 0-1 0 0,1 0 1 0 0,-1 0 0 0 0,0 0-1 0 0,1 0 1 0 0,-1 0 0 0 0,1 0 0 0 0,-1 1-1 0 0,1-1 1 0 0,-1 0 0 0 0,1 0-1 0 0,0 1 1 0 0,-1-1 0 0 0,1 0-1 0 0,-1 0 1 0 0,1 1 0 0 0,-1-1 0 0 0,1 1-1 0 0,0-1 1 0 0,-1 0 0 0 0,1 1-1 0 0,0-1 1 0 0,0 1 0 0 0,-1-1-1 0 0,1 1 1 0 0,0-1 0 0 0,0 1 0 0 0,-1-1-1 0 0,1 1 1 0 0,0-1 0 0 0,0 1-1 0 0,0-1 1 0 0,0 1 0 0 0,0-1-1 0 0,0 1 1 0 0,0 0 0 0 0,0 0 3 0 0,1 0 0 0 0,-1-1 0 0 0,1 1 0 0 0,0 0 0 0 0,-1-1 0 0 0,1 1 0 0 0,0 0 0 0 0,-1-1 0 0 0,1 1 0 0 0,0-1 0 0 0,0 1 0 0 0,-1-1 0 0 0,1 0 0 0 0,0 1 1 0 0,0-1-1 0 0,0 0 0 0 0,-1 0 0 0 0,1 1 0 0 0,0-1 0 0 0,0 0 0 0 0,1 0 0 0 0,37 2-13 0 0,0-2 1 0 0,0-2-1 0 0,56-10 0 0 0,-43 5 49 0 0,56 0 0 0 0,-102 7-39 0 0,-3 0 13 0 0,1-1 1 0 0,-1 1-1 0 0,0 1 1 0 0,1-1-1 0 0,-1 1 1 0 0,7 1-1 0 0,-10-2-6 0 0,1 1-1 0 0,-1-1 0 0 0,1 0 0 0 0,0 1 0 0 0,-1-1 0 0 0,1 1 0 0 0,-1-1 1 0 0,1 1-1 0 0,-1-1 0 0 0,0 1 0 0 0,1 0 0 0 0,-1-1 0 0 0,1 1 0 0 0,-1-1 1 0 0,0 1-1 0 0,0 0 0 0 0,1-1 0 0 0,-1 1 0 0 0,0 0 0 0 0,0-1 1 0 0,0 1-1 0 0,0 0 0 0 0,0 0 0 0 0,0-1 0 0 0,0 1 0 0 0,0 0 0 0 0,0-1 1 0 0,0 1-1 0 0,0 0 0 0 0,0 0 0 0 0,0-1 0 0 0,0 1 0 0 0,-1 0 1 0 0,1-1-1 0 0,0 1 0 0 0,-1-1 0 0 0,1 1 0 0 0,-1 1 0 0 0,-2 3 3 0 0,1 0-1 0 0,-1 0 0 0 0,0-1 1 0 0,0 1-1 0 0,0-1 0 0 0,-1 1 0 0 0,0-1 1 0 0,0 0-1 0 0,0-1 0 0 0,-7 6 1 0 0,-4 1 1 0 0,-31 16 0 0 0,0 0-3 0 0,29-15 4 0 0,-84 59-23 0 0,92-62 18 0 0,-1 1 1 0 0,1 0-1 0 0,0 0 0 0 0,1 0 0 0 0,0 1 1 0 0,1 0-1 0 0,-10 17 0 0 0,15-23-36 0 0,-7 16-3 0 0,9-20 35 0 0,0 0 1 0 0,0 0 0 0 0,0 1 0 0 0,0-1-1 0 0,-1 0 1 0 0,1 1 0 0 0,0-1-1 0 0,0 1 1 0 0,0-1 0 0 0,0 0-1 0 0,0 1 1 0 0,1-1 0 0 0,-1 0 0 0 0,0 1-1 0 0,0-1 1 0 0,0 0 0 0 0,0 1-1 0 0,0-1 1 0 0,0 0 0 0 0,0 0 0 0 0,1 1-1 0 0,-1-1 1 0 0,0 0 0 0 0,0 1-1 0 0,0-1 1 0 0,1 0 0 0 0,-1 0 0 0 0,0 1-1 0 0,0-1 1 0 0,1 0 0 0 0,-1 0-1 0 0,0 0 1 0 0,1 1 0 0 0,-1-1-1 0 0,0 0 1 0 0,1 0 0 0 0,-1 0 0 0 0,0 0-1 0 0,1 0 1 0 0,-1 0 0 0 0,0 0-1 0 0,1 0 1 0 0,-1 0 0 0 0,0 0 0 0 0,1 0-1 0 0,-1 0 1 0 0,0 0 0 0 0,1 0-1 0 0,-1 0 1 0 0,0 0 0 0 0,1 0 0 0 0,14-2 3 0 0,0-1 1 0 0,0 0 0 0 0,-1-2 0 0 0,1 1 0 0 0,23-12-1 0 0,-20 8-4 0 0,0 1-1 0 0,0 0 0 0 0,25-4 0 0 0,-42 11 4 0 0,-1 0-1 0 0,1 0 1 0 0,0 0 0 0 0,0 0 0 0 0,-1 0-1 0 0,1 0 1 0 0,0 0 0 0 0,0 0 0 0 0,-1 0-1 0 0,1 0 1 0 0,0 0 0 0 0,0 1 0 0 0,-1-1-1 0 0,1 0 1 0 0,0 0 0 0 0,-1 1 0 0 0,1-1-1 0 0,0 0 1 0 0,-1 1 0 0 0,1-1 0 0 0,-1 1 0 0 0,1-1-1 0 0,-1 1 1 0 0,1-1 0 0 0,-1 1 0 0 0,1-1-1 0 0,-1 1 1 0 0,1 0 0 0 0,0 2 0 0 0,0-1 0 0 0,0 0 0 0 0,0 0-1 0 0,-1 0 1 0 0,1 1 0 0 0,-1-1 0 0 0,0 0 0 0 0,0 0 0 0 0,0 4 0 0 0,0 6-12 0 0,-1-1 0 0 0,-5 21 1 0 0,-49 140-35 0 0,36-121 57 0 0,-22 101-1 0 0,28-57 113 0 0,5 1-1 0 0,5 125 1 0 0,3-148 12 0 0,-2-34-74 0 0,-2 1-1 0 0,-1 0 1 0 0,-13 42 0 0 0,17-68-291 0 0,-1 1-5550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7"/>
    </inkml:context>
    <inkml:brush xml:id="br0">
      <inkml:brushProperty name="width" value="0.05" units="cm"/>
      <inkml:brushProperty name="height" value="0.05" units="cm"/>
    </inkml:brush>
  </inkml:definitions>
  <inkml:trace contextRef="#ctx0" brushRef="#br0">13 48 9922 0 0,'-13'-1'6349'0'0,"38"-1"-4907"0"0,-13 1-1298 0 0,114-13 1286 0 0,253-16-310 0 0,-372 30-1370 0 0,8 0-383 0 0,-5 0-8085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8"/>
    </inkml:context>
    <inkml:brush xml:id="br0">
      <inkml:brushProperty name="width" value="0.05" units="cm"/>
      <inkml:brushProperty name="height" value="0.05" units="cm"/>
    </inkml:brush>
  </inkml:definitions>
  <inkml:trace contextRef="#ctx0" brushRef="#br0">12 0 6481 0 0,'-7'12'9436'0'0,"2"-3"-7026"0"0,5-9-2362 0 0,1 1 0 0 0,-1-1 1 0 0,1 1-1 0 0,-1 0 0 0 0,1-1 1 0 0,-1 1-1 0 0,1-1 0 0 0,-1 1 1 0 0,1-1-1 0 0,-1 1 0 0 0,1-1 1 0 0,0 0-1 0 0,-1 1 0 0 0,1-1 1 0 0,0 0-1 0 0,-1 1 0 0 0,1-1 1 0 0,0 0-1 0 0,-1 0 0 0 0,2 1 0 0 0,10 1-215 0 0,0 0 0 0 0,0 0 0 0 0,0-1-1 0 0,1 0 1 0 0,-1-1 0 0 0,0-1-1 0 0,0 0 1 0 0,0 0 0 0 0,0-1-1 0 0,17-5 1 0 0,-11 1-2003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9"/>
    </inkml:context>
    <inkml:brush xml:id="br0">
      <inkml:brushProperty name="width" value="0.05" units="cm"/>
      <inkml:brushProperty name="height" value="0.05" units="cm"/>
    </inkml:brush>
  </inkml:definitions>
  <inkml:trace contextRef="#ctx0" brushRef="#br0">140 33 10834 0 0,'-20'-14'6050'0'0,"13"35"-5735"0"0,1 1 0 0 0,1 0 1 0 0,-3 28-1 0 0,-1 3 111 0 0,-19 60 166 0 0,16-71-447 0 0,-13 85 0 0 0,24-109-1195 0 0,1-12-542 0 0,1-14 176 0 0,-1-31 1463 0 0,-1 1 0 0 0,-7-39 0 0 0,2 31 405 0 0,1-50-1 0 0,6 82-305 0 0,0-1-1 0 0,0 1 1 0 0,1-1 0 0 0,1 1 0 0 0,0 0 0 0 0,1 0-1 0 0,10-21 1 0 0,-12 31-83 0 0,0 0 0 0 0,0 1 0 0 0,1-1 0 0 0,-1 1 0 0 0,1 0 0 0 0,0 0 0 0 0,0 0 0 0 0,0 0 0 0 0,1 0 1 0 0,-1 1-1 0 0,1-1 0 0 0,-1 1 0 0 0,1 0 0 0 0,0 0 0 0 0,0 0 0 0 0,0 1 0 0 0,0-1 0 0 0,0 1 0 0 0,0 0 0 0 0,0 0 0 0 0,0 1 0 0 0,1-1 0 0 0,-1 1 0 0 0,0 0 0 0 0,0 0 0 0 0,1 0 0 0 0,-1 1 0 0 0,0-1 0 0 0,0 1 0 0 0,0 0 0 0 0,0 0 0 0 0,0 1 0 0 0,0-1 0 0 0,0 1 1 0 0,0 0-1 0 0,6 4 0 0 0,-7-3-23 0 0,-1 0 1 0 0,1 0-1 0 0,-1 0 1 0 0,0 0-1 0 0,0 0 1 0 0,0 1-1 0 0,-1-1 1 0 0,1 1 0 0 0,-1-1-1 0 0,1 5 1 0 0,6 11 111 0 0,-5-15-124 0 0,-1 1 1 0 0,0-1-1 0 0,0 1 0 0 0,0 0 0 0 0,-1 0 0 0 0,0-1 0 0 0,0 1 0 0 0,0 0 0 0 0,0 0 0 0 0,-1 0 0 0 0,1 0 0 0 0,-1 0 0 0 0,-1 0 1 0 0,1 0-1 0 0,-1 0 0 0 0,0 0 0 0 0,0 0 0 0 0,0 0 0 0 0,0-1 0 0 0,-1 1 0 0 0,0 0 0 0 0,0-1 0 0 0,0 1 0 0 0,-1-1 0 0 0,0 0 1 0 0,0 0-1 0 0,0 0 0 0 0,0 0 0 0 0,0 0 0 0 0,-1-1 0 0 0,1 1 0 0 0,-1-1 0 0 0,0 0 0 0 0,-5 3 0 0 0,4-3-29 0 0,-1 0 0 0 0,1 1-1 0 0,0 0 1 0 0,1 0 0 0 0,-1 0 0 0 0,1 0-1 0 0,0 1 1 0 0,0 0 0 0 0,0 0 0 0 0,0 0-1 0 0,1 0 1 0 0,0 1 0 0 0,0-1-1 0 0,-2 7 1 0 0,3-7 0 0 0,1 0 0 0 0,0 0-1 0 0,0 0 1 0 0,0 0 0 0 0,0 0-1 0 0,1 0 1 0 0,0 0 0 0 0,0 0-1 0 0,0 0 1 0 0,1 0 0 0 0,0 0-1 0 0,0 0 1 0 0,0 0 0 0 0,0 0 0 0 0,1 0-1 0 0,0-1 1 0 0,0 1 0 0 0,3 4-1 0 0,-3-4 6 0 0,1-1 0 0 0,0 0 0 0 0,0 0 0 0 0,0-1 0 0 0,0 1 0 0 0,1-1 0 0 0,-1 1 0 0 0,1-1 0 0 0,0 0 0 0 0,0-1 0 0 0,0 1 0 0 0,1 0 0 0 0,-1-1 0 0 0,0 0 0 0 0,1 0 0 0 0,0-1 0 0 0,-1 1 0 0 0,1-1 0 0 0,5 1 0 0 0,-6-1 19 0 0,1 0 0 0 0,-1 1 0 0 0,0-1 0 0 0,0 1 0 0 0,6 4 0 0 0,-7-4-227 0 0,1 0-1 0 0,0 0 1 0 0,0-1-1 0 0,-1 1 1 0 0,1-1-1 0 0,0 0 1 0 0,5 1 0 0 0,20 0-3022 0 0,-11-2 493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0"/>
    </inkml:context>
    <inkml:brush xml:id="br0">
      <inkml:brushProperty name="width" value="0.05" units="cm"/>
      <inkml:brushProperty name="height" value="0.05" units="cm"/>
    </inkml:brush>
  </inkml:definitions>
  <inkml:trace contextRef="#ctx0" brushRef="#br0">180 71 13779 0 0,'-8'-13'908'0'0,"3"6"-465"0"0,0 0-1 0 0,0 0 0 0 0,0 1 1 0 0,0 0-1 0 0,-11-9 1 0 0,15 14-406 0 0,0 0 0 0 0,0 0 1 0 0,0 0-1 0 0,0 0 1 0 0,0 1-1 0 0,-1-1 0 0 0,1 0 1 0 0,0 1-1 0 0,0-1 1 0 0,0 1-1 0 0,-1 0 1 0 0,1-1-1 0 0,0 1 0 0 0,-1 0 1 0 0,1 0-1 0 0,0 0 1 0 0,-1 0-1 0 0,1 0 0 0 0,0 0 1 0 0,-1 0-1 0 0,1 0 1 0 0,0 0-1 0 0,0 1 1 0 0,-1-1-1 0 0,1 0 0 0 0,0 1 1 0 0,0-1-1 0 0,-1 1 1 0 0,1-1-1 0 0,0 1 0 0 0,0 0 1 0 0,0 0-1 0 0,0-1 1 0 0,0 1-1 0 0,0 0 0 0 0,0 0 1 0 0,0 0-1 0 0,0 0 1 0 0,0 0-1 0 0,1 0 1 0 0,-1 1-1 0 0,0-1 0 0 0,1 0 1 0 0,-1 0-1 0 0,1 0 1 0 0,-1 2-1 0 0,-8 17 193 0 0,2 1-1 0 0,0 0 1 0 0,2 0 0 0 0,-6 34-1 0 0,8-37-73 0 0,1-11-91 0 0,0 1 0 0 0,0-1 0 0 0,-1 0 0 0 0,-6 11-1 0 0,6-12-42 0 0,0 0-1 0 0,0 0 0 0 0,1 0 0 0 0,0 0 0 0 0,0 1 0 0 0,0-1 1 0 0,-1 11-1 0 0,3-15-13 0 0,0 29 7 0 0,0-29-12 0 0,1-1 1 0 0,-1 0-1 0 0,0 0 1 0 0,0 0-1 0 0,0 0 0 0 0,0 0 1 0 0,1 0-1 0 0,-1 0 1 0 0,1 0-1 0 0,-1 0 0 0 0,1 0 1 0 0,-1 0-1 0 0,1 0 0 0 0,-1 0 1 0 0,1 0-1 0 0,0 0 1 0 0,0 0-1 0 0,-1 0 0 0 0,1-1 1 0 0,0 1-1 0 0,0 0 1 0 0,0-1-1 0 0,0 1 0 0 0,1 0 1 0 0,29 12-742 0 0,-25-10-103 0 0,-1-1-1 0 0,1 1 0 0 0,-1-1 1 0 0,1 0-1 0 0,0-1 0 0 0,-1 0 1 0 0,10 2-1 0 0,2-3-3451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1"/>
    </inkml:context>
    <inkml:brush xml:id="br0">
      <inkml:brushProperty name="width" value="0.05" units="cm"/>
      <inkml:brushProperty name="height" value="0.05" units="cm"/>
    </inkml:brush>
  </inkml:definitions>
  <inkml:trace contextRef="#ctx0" brushRef="#br0">6 34 14067 0 0,'-6'-10'2681'0'0,"7"8"-2630"0"0,0 0 0 0 0,1 1 0 0 0,-1 0 0 0 0,0-1 0 0 0,1 1 0 0 0,-1 0 0 0 0,1-1 0 0 0,0 1 0 0 0,-1 0 1 0 0,1 0-1 0 0,0 0 0 0 0,-1 1 0 0 0,1-1 0 0 0,0 0 0 0 0,0 1 0 0 0,3-2 0 0 0,0 1-10 0 0,0 0 0 0 0,0 1 0 0 0,0-1 0 0 0,0 1 0 0 0,5 0 0 0 0,-8 0-9 0 0,1 1-1 0 0,-1 0 1 0 0,0-1-1 0 0,0 1 1 0 0,0 0 0 0 0,0 0-1 0 0,0 1 1 0 0,0-1-1 0 0,-1 0 1 0 0,1 1-1 0 0,0-1 1 0 0,0 1-1 0 0,-1-1 1 0 0,1 1-1 0 0,-1 0 1 0 0,0-1-1 0 0,1 1 1 0 0,-1 0-1 0 0,0 0 1 0 0,0 0-1 0 0,1 4 1 0 0,2 2 42 0 0,-1 0 1 0 0,0 1-1 0 0,-1-1 1 0 0,2 12-1 0 0,-3-8 13 0 0,0-1 0 0 0,-1 0 0 0 0,0 1 0 0 0,-1-1 0 0 0,0 0 0 0 0,-1 1 0 0 0,0-1 0 0 0,-1 0 0 0 0,0 0 0 0 0,-6 11 0 0 0,-2 4 264 0 0,-2 0-1 0 0,-29 44 0 0 0,41-70-347 0 0,1 0-1 0 0,0 0 0 0 0,0 1 1 0 0,0-1-1 0 0,0 0 0 0 0,0 0 0 0 0,-1 0 1 0 0,1 1-1 0 0,0-1 0 0 0,0 0 0 0 0,0 0 1 0 0,0 0-1 0 0,0 1 0 0 0,0-1 1 0 0,0 0-1 0 0,0 0 0 0 0,0 0 0 0 0,0 1 1 0 0,0-1-1 0 0,0 0 0 0 0,0 0 0 0 0,0 1 1 0 0,0-1-1 0 0,0 0 0 0 0,0 0 0 0 0,0 0 1 0 0,0 1-1 0 0,0-1 0 0 0,0 0 1 0 0,0 0-1 0 0,0 0 0 0 0,0 1 0 0 0,0-1 1 0 0,0 0-1 0 0,1 0 0 0 0,-1 0 0 0 0,0 1 1 0 0,0-1-1 0 0,11 1 43 0 0,15-6-18 0 0,-24 4-25 0 0,161-48 569 0 0,-145 49-980 0 0,-8 0-2110 0 0,-1-1-3704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2"/>
    </inkml:context>
    <inkml:brush xml:id="br0">
      <inkml:brushProperty name="width" value="0.05" units="cm"/>
      <inkml:brushProperty name="height" value="0.05" units="cm"/>
    </inkml:brush>
  </inkml:definitions>
  <inkml:trace contextRef="#ctx0" brushRef="#br0">17 15 8346 0 0,'-4'0'6721'0'0,"-9"0"-2897"0"0,151-13-2175 0 0,-106 13-901 0 0,-16-1-1643 0 0,-1 1-5226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3"/>
    </inkml:context>
    <inkml:brush xml:id="br0">
      <inkml:brushProperty name="width" value="0.05" units="cm"/>
      <inkml:brushProperty name="height" value="0.05" units="cm"/>
    </inkml:brush>
  </inkml:definitions>
  <inkml:trace contextRef="#ctx0" brushRef="#br0">1 1 11250 0 0,'0'0'1714'0'0,"5"15"4497"0"0,-3-14-6165 0 0,1 1 0 0 0,-1-1-1 0 0,1-1 1 0 0,-1 1 0 0 0,1 0 0 0 0,0-1 0 0 0,0 1 0 0 0,-1-1 0 0 0,1 0 0 0 0,5 0-1 0 0,32-4-1486 0 0,-30 3 109 0 0,2-1-693 0 0,1-1-1366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4"/>
    </inkml:context>
    <inkml:brush xml:id="br0">
      <inkml:brushProperty name="width" value="0.05" units="cm"/>
      <inkml:brushProperty name="height" value="0.05" units="cm"/>
    </inkml:brush>
  </inkml:definitions>
  <inkml:trace contextRef="#ctx0" brushRef="#br0">5 35 8706 0 0,'0'0'1275'0'0,"11"-15"3729"0"0,-6 12-4896 0 0,-1 1 1 0 0,0 0-1 0 0,0 0 1 0 0,1 0 0 0 0,-1 0-1 0 0,1 0 1 0 0,0 1 0 0 0,-1 0-1 0 0,1 0 1 0 0,0 0 0 0 0,0 1-1 0 0,0 0 1 0 0,0 0-1 0 0,-1 0 1 0 0,1 0 0 0 0,0 1-1 0 0,0 0 1 0 0,0 0 0 0 0,-1 0-1 0 0,1 0 1 0 0,0 1 0 0 0,-1 0-1 0 0,1 0 1 0 0,-1 0 0 0 0,6 4-1 0 0,-8-4-52 0 0,0-1 0 0 0,0 1 0 0 0,0 0 0 0 0,0 0 0 0 0,0 0 0 0 0,-1 0-1 0 0,1 0 1 0 0,-1 0 0 0 0,0 0 0 0 0,1 1 0 0 0,-1-1 0 0 0,0 0 0 0 0,1 4 0 0 0,7 35 713 0 0,0 0-91 0 0,-3-25-516 0 0,-3-10-112 0 0,-1 0 0 0 0,1 0 1 0 0,-1 0-1 0 0,-1 0 0 0 0,1 0 1 0 0,-1 0-1 0 0,0 1 0 0 0,0 9 1 0 0,-1-10-25 0 0,0-1 0 0 0,-1 1 1 0 0,0-1-1 0 0,0 1 0 0 0,0-1 0 0 0,-1 1 1 0 0,0-1-1 0 0,0 0 0 0 0,0 0 1 0 0,-1 0-1 0 0,1 0 0 0 0,-1 0 0 0 0,0-1 1 0 0,-1 1-1 0 0,1-1 0 0 0,-7 7 0 0 0,3-6-7 0 0,1 0 0 0 0,-1 0 0 0 0,0-1 0 0 0,-1 0-1 0 0,1 0 1 0 0,-1-1 0 0 0,1 0 0 0 0,-1 0 0 0 0,0 0-1 0 0,-12 1 1 0 0,-39 16 173 0 0,59-20-190 0 0,-1 0 0 0 0,1 0 0 0 0,0 1 0 0 0,-1-1 0 0 0,1 0 0 0 0,-1 0 0 0 0,1 0 0 0 0,0 0 0 0 0,-1 0 0 0 0,1 0 0 0 0,-1 0 0 0 0,1 0 0 0 0,0 0 0 0 0,-1 0 0 0 0,1 0 0 0 0,-1 0 0 0 0,1 0 0 0 0,0 0 0 0 0,-1 0 0 0 0,1 0-1 0 0,-1 0 1 0 0,1-1 0 0 0,0 1 0 0 0,-1 0 0 0 0,1 0 0 0 0,0 0 0 0 0,-1-1 0 0 0,1 1 0 0 0,0 0 0 0 0,-1-1 0 0 0,1 1 0 0 0,0-14-26 0 0,0 12 24 0 0,1 0-1 0 0,0 0 0 0 0,-1 0 0 0 0,1 0 1 0 0,0 0-1 0 0,0 0 0 0 0,1 0 0 0 0,-1 0 1 0 0,0 0-1 0 0,1 1 0 0 0,-1-1 0 0 0,4-2 1 0 0,2 0 10 0 0,1 0 1 0 0,0 1-1 0 0,0 0 1 0 0,0 1-1 0 0,16-4 1 0 0,-19 6-1 0 0,0-1 1 0 0,0 1 0 0 0,0 1 0 0 0,0-1 0 0 0,0 1 0 0 0,0-1 0 0 0,0 1 0 0 0,0 1-1 0 0,0-1 1 0 0,-1 1 0 0 0,10 4 0 0 0,43 26 674 0 0,-29-15-5496 0 0,-23-14 2378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5"/>
    </inkml:context>
    <inkml:brush xml:id="br0">
      <inkml:brushProperty name="width" value="0.05" units="cm"/>
      <inkml:brushProperty name="height" value="0.05" units="cm"/>
    </inkml:brush>
  </inkml:definitions>
  <inkml:trace contextRef="#ctx0" brushRef="#br0">0 436 16147 0 0,'0'0'3713'0'0,"2"0"-3633"0"0,-1 0-32 0 0,1 0 16 0 0,-1 0-72 0 0,2 0-520 0 0,-1 0-224 0 0,7-3-192 0 0,3-1-1489 0 0</inkml:trace>
  <inkml:trace contextRef="#ctx0" brushRef="#br0" timeOffset="1">200 29 14843 0 0,'0'0'16'0'0,"2"-14"2642"0"0,2 12-2518 0 0,1 0 1 0 0,-1 0-1 0 0,1 0 1 0 0,0 1-1 0 0,0-1 0 0 0,-1 1 1 0 0,1 0-1 0 0,0 1 1 0 0,0-1-1 0 0,0 1 0 0 0,0 0 1 0 0,0 0-1 0 0,0 0 0 0 0,9 3 1 0 0,-10-3-67 0 0,0 1 0 0 0,1 0 0 0 0,-1 0 0 0 0,1 1 0 0 0,-1-1 0 0 0,0 1 0 0 0,0 0 0 0 0,0 0 0 0 0,0 1 0 0 0,0-1 0 0 0,0 1 0 0 0,-1 0 0 0 0,1 0 0 0 0,-1 0 0 0 0,5 6 0 0 0,2 9 172 0 0,-1 0 1 0 0,0 0-1 0 0,-1 1 0 0 0,-2 0 0 0 0,9 35 1 0 0,-12-42-114 0 0,1-1 0 0 0,9 17 0 0 0,-9-19-71 0 0,0 0 0 0 0,0 0 0 0 0,-1 1 0 0 0,0-1 0 0 0,2 13 0 0 0,-5-11-219 0 0,1 0 0 0 0,-1 0 1 0 0,-1 0-1 0 0,0 1 1 0 0,-1-1-1 0 0,0 0 1 0 0,0 0-1 0 0,-1 0 1 0 0,-1-1-1 0 0,0 1 0 0 0,0-1 1 0 0,-1 0-1 0 0,0 0 1 0 0,-10 14-1 0 0,8-16-752 0 0,0 0-1 0 0,0-1 1 0 0,-15 12-1 0 0,5-3-1053 0 0,-2 1-1092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7"/>
    </inkml:context>
    <inkml:brush xml:id="br0">
      <inkml:brushProperty name="width" value="0.05" units="cm"/>
      <inkml:brushProperty name="height" value="0.05" units="cm"/>
    </inkml:brush>
  </inkml:definitions>
  <inkml:trace contextRef="#ctx0" brushRef="#br0">0 333 13931 0 0,'0'0'368'0'0,"17"-19"2493"0"0,66-30-3015 0 0,-37 24-2356 0 0,68-51 1 0 0,-110 72 2474 0 0,1 0 1 0 0,-1-1 0 0 0,0 1 0 0 0,-1 0 0 0 0,1-1-1 0 0,-1 0 1 0 0,0 0 0 0 0,0 0 0 0 0,0 0 0 0 0,-1-1-1 0 0,0 1 1 0 0,0-1 0 0 0,0 1 0 0 0,-1-1 0 0 0,0 0-1 0 0,1-9 1 0 0,0 8 512 0 0,0 1 1 0 0,0 0-1 0 0,0 0 0 0 0,1 0 0 0 0,6-9 0 0 0,-1 0 2121 0 0,-8 15-2527 0 0,0-1-1 0 0,0 1 1 0 0,0 0 0 0 0,0-1-1 0 0,1 1 1 0 0,-1 0 0 0 0,0-1-1 0 0,0 1 1 0 0,0 0 0 0 0,0-1-1 0 0,1 1 1 0 0,-1 0 0 0 0,0-1-1 0 0,0 1 1 0 0,1 0 0 0 0,-1 0-1 0 0,0-1 1 0 0,1 1 0 0 0,-1 0-1 0 0,0 0 1 0 0,1 0 0 0 0,-1-1-1 0 0,0 1 1 0 0,1 0 0 0 0,-1 0-1 0 0,0 0 1 0 0,1 0 0 0 0,-1 0-1 0 0,1 0 1 0 0,0 0 0 0 0,6 9 983 0 0,1 23-495 0 0,-7-29-450 0 0,14 74 931 0 0,11 126-1 0 0,-26-188-1242 0 0,0 0-1 0 0,-2 17 1 0 0,-7 8-5340 0 0,6-31 2505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8"/>
    </inkml:context>
    <inkml:brush xml:id="br0">
      <inkml:brushProperty name="width" value="0.05" units="cm"/>
      <inkml:brushProperty name="height" value="0.05" units="cm"/>
    </inkml:brush>
  </inkml:definitions>
  <inkml:trace contextRef="#ctx0" brushRef="#br0">191 1 14403 0 0,'-11'0'389'0'0,"1"0"-1"0"0,0 0 1 0 0,0 1 0 0 0,0 0-1 0 0,0 1 1 0 0,0 0 0 0 0,0 1-1 0 0,0 0 1 0 0,1 0-1 0 0,-1 1 1 0 0,-17 10 0 0 0,25-11-363 0 0,-1-1 1 0 0,0 1-1 0 0,1 0 0 0 0,-1 0 1 0 0,1 0-1 0 0,0 0 1 0 0,0 0-1 0 0,0 1 1 0 0,1-1-1 0 0,-1 1 0 0 0,1-1 1 0 0,-1 1-1 0 0,1 0 1 0 0,0 4-1 0 0,-10 20 47 0 0,9-21-65 0 0,-1-1-1 0 0,1 1 1 0 0,0 0 0 0 0,1 0-1 0 0,-1 0 1 0 0,1-1-1 0 0,1 1 1 0 0,-1 0 0 0 0,1 0-1 0 0,0 0 1 0 0,1 0-1 0 0,0 0 1 0 0,0 0 0 0 0,0 0-1 0 0,1 0 1 0 0,0-1-1 0 0,0 1 1 0 0,1 0 0 0 0,4 7-1 0 0,-5-12-264 0 0,1 0 0 0 0,-1 0 0 0 0,1 0 0 0 0,0-1 0 0 0,-1 1-1 0 0,1 0 1 0 0,0-1 0 0 0,0 0 0 0 0,0 0 0 0 0,6 2 0 0 0,10 4-1422 0 0,3 3-875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9"/>
    </inkml:context>
    <inkml:brush xml:id="br0">
      <inkml:brushProperty name="width" value="0.05" units="cm"/>
      <inkml:brushProperty name="height" value="0.05" units="cm"/>
    </inkml:brush>
  </inkml:definitions>
  <inkml:trace contextRef="#ctx0" brushRef="#br0">150 0 14467 0 0,'0'0'233'0'0,"-1"0"59"0"0,0 1 0 0 0,0-1-1 0 0,0 0 1 0 0,0 1 0 0 0,0-1-1 0 0,0 1 1 0 0,0-1-1 0 0,0 1 1 0 0,0-1 0 0 0,0 1-1 0 0,0 0 1 0 0,0-1 0 0 0,1 1-1 0 0,-2 1 1 0 0,-1 7-153 0 0,1 1-1 0 0,-1 0 1 0 0,2 0 0 0 0,-1 0 0 0 0,2 0 0 0 0,-1 0 0 0 0,1 0 0 0 0,1 0-1 0 0,0 0 1 0 0,2 10 0 0 0,5 14 529 0 0,18 52-1 0 0,-3-13 248 0 0,-22-69-857 0 0,0 0 1 0 0,0 1 0 0 0,-1-1-1 0 0,1 0 1 0 0,-1 0 0 0 0,0 0-1 0 0,0 1 1 0 0,0-1 0 0 0,-1 0-1 0 0,0 0 1 0 0,-1 5 0 0 0,0-7-73 0 0,0-1 1 0 0,0 1 0 0 0,0-1-1 0 0,0 0 1 0 0,-1 1 0 0 0,1-1-1 0 0,-1 0 1 0 0,1 0 0 0 0,-1-1-1 0 0,1 1 1 0 0,-1 0 0 0 0,-3 0-1 0 0,-1 0-46 0 0,-27 7-364 0 0,26-6 91 0 0,0-1 1 0 0,0 1 0 0 0,0 0 0 0 0,1 1 0 0 0,-15 7-1 0 0,19-9-161 0 0,0 1 0 0 0,0-1 0 0 0,-1 1 0 0 0,1-1 0 0 0,0 0 0 0 0,0 0 1 0 0,-1 0-1 0 0,1-1 0 0 0,0 1 0 0 0,-1-1 0 0 0,-5 0 0 0 0,6 0-2544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0"/>
    </inkml:context>
    <inkml:brush xml:id="br0">
      <inkml:brushProperty name="width" value="0.05" units="cm"/>
      <inkml:brushProperty name="height" value="0.05" units="cm"/>
    </inkml:brush>
  </inkml:definitions>
  <inkml:trace contextRef="#ctx0" brushRef="#br0">1 0 12779 0 0,'0'0'767'0'0,"16"0"3291"0"0,-5 0-3861 0 0,0 1-1 0 0,-1 0 1 0 0,1 0 0 0 0,0 1 0 0 0,-1 0-1 0 0,1 1 1 0 0,-1 0 0 0 0,0 1 0 0 0,0 0-1 0 0,13 7 1 0 0,-20-8-171 0 0,0 0 1 0 0,-1 0-1 0 0,1 0 0 0 0,-1 0 0 0 0,1 1 0 0 0,-1-1 0 0 0,0 1 0 0 0,0-1 1 0 0,0 1-1 0 0,-1 0 0 0 0,1-1 0 0 0,-1 1 0 0 0,2 8 0 0 0,7 16 64 0 0,-7-22-63 0 0,0 0-1 0 0,-1 0 1 0 0,0 0 0 0 0,0 0-1 0 0,0 0 1 0 0,-1 0-1 0 0,0 1 1 0 0,0-1 0 0 0,0 1-1 0 0,-1-1 1 0 0,0 8-1 0 0,-2 2 235 0 0,-1 0 0 0 0,-9 30 0 0 0,-2 8 198 0 0,14-53-451 0 0,-1 0 1 0 0,1 0 0 0 0,0 1-1 0 0,0-1 1 0 0,0 0 0 0 0,0 0-1 0 0,0 0 1 0 0,0 1 0 0 0,0-1-1 0 0,0 0 1 0 0,1 0 0 0 0,-1 1-1 0 0,0-1 1 0 0,1 0 0 0 0,-1 0-1 0 0,1 0 1 0 0,-1 0 0 0 0,1 0-1 0 0,-1 0 1 0 0,1 0 0 0 0,0 0-1 0 0,0 0 1 0 0,1 1 0 0 0,-1 0-4 0 0,1-1 1 0 0,0 0 0 0 0,0 0-1 0 0,0 0 1 0 0,0 0 0 0 0,0 0-1 0 0,0 0 1 0 0,1-1-1 0 0,-1 1 1 0 0,0-1 0 0 0,0 0-1 0 0,3 1 1 0 0,2-1-2 0 0,0 0 1 0 0,0 0-1 0 0,1-1 0 0 0,-1 1 1 0 0,0-2-1 0 0,0 1 0 0 0,9-4 1 0 0,-6 1-29 0 0,0 0 0 0 0,0-1 1 0 0,0 0-1 0 0,-1 0 1 0 0,10-9-1 0 0,-14 10-379 0 0,0 0-1 0 0,-1-1 1 0 0,0 1 0 0 0,1-1 0 0 0,-1 0-1 0 0,-1-1 1 0 0,1 1 0 0 0,-1-1 0 0 0,5-10-1 0 0,-1 0-2343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1"/>
    </inkml:context>
    <inkml:brush xml:id="br0">
      <inkml:brushProperty name="width" value="0.05" units="cm"/>
      <inkml:brushProperty name="height" value="0.05" units="cm"/>
    </inkml:brush>
  </inkml:definitions>
  <inkml:trace contextRef="#ctx0" brushRef="#br0">123 47 200 0 0,'8'-8'8245'0'0,"6"-9"-4218"0"0,-10 12-3482 0 0,5-8 2593 0 0,-10 10-1891 0 0,-10 5-1107 0 0,8-1-117 0 0,-1 0-1 0 0,1 1 0 0 0,0-1 1 0 0,0 1-1 0 0,-1 0 1 0 0,2 0-1 0 0,-1 0 0 0 0,0 0 1 0 0,0 0-1 0 0,0 1 0 0 0,1-1 1 0 0,0 1-1 0 0,-1 0 0 0 0,1 0 1 0 0,0 0-1 0 0,0 0 1 0 0,1 0-1 0 0,-1 0 0 0 0,-2 6 1 0 0,4-8-20 0 0,-3 5 1 0 0,-2 2-4 0 0,1 0 0 0 0,0 0 0 0 0,1 0 0 0 0,-4 13 0 0 0,7-18-2 0 0,-1 1-1 0 0,1-1 1 0 0,0 0 0 0 0,0 0-1 0 0,0 1 1 0 0,0-1 0 0 0,0 0-1 0 0,1 0 1 0 0,0 0 0 0 0,0 1-1 0 0,0-1 1 0 0,0 0 0 0 0,0 0-1 0 0,0 0 1 0 0,4 5 0 0 0,0-2 8 0 0,0 0 1 0 0,0 0-1 0 0,0 0 1 0 0,1 0-1 0 0,0-1 1 0 0,0 0-1 0 0,9 5 1 0 0,15 14 25 0 0,-12-9 30 0 0,-15-13 113 0 0,0-1-1 0 0,0 1 1 0 0,-1 1 0 0 0,1-1 0 0 0,0 0-1 0 0,-1 1 1 0 0,0-1 0 0 0,1 1 0 0 0,-1 0-1 0 0,0-1 1 0 0,0 1 0 0 0,-1 0 0 0 0,1 1-1 0 0,0-1 1 0 0,-1 0 0 0 0,0 0-1 0 0,0 1 1 0 0,0-1 0 0 0,1 7 0 0 0,-4-8-138 0 0,0 0 1 0 0,0 0-1 0 0,0 0 1 0 0,0-1 0 0 0,0 1-1 0 0,0-1 1 0 0,0 1-1 0 0,0-1 1 0 0,-1 0 0 0 0,1 0-1 0 0,-4 2 1 0 0,3-2-4 0 0,-5 2 27 0 0,0 0 0 0 0,0 0 0 0 0,0 0 0 0 0,0-1 0 0 0,0-1 0 0 0,-16 2-1 0 0,-53-3-1018 0 0,39-1-3352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2"/>
    </inkml:context>
    <inkml:brush xml:id="br0">
      <inkml:brushProperty name="width" value="0.05" units="cm"/>
      <inkml:brushProperty name="height" value="0.05" units="cm"/>
    </inkml:brush>
  </inkml:definitions>
  <inkml:trace contextRef="#ctx0" brushRef="#br0">11 71 13067 0 0,'-11'-4'3320'0'0,"11"4"-3291"0"0,0-1 0 0 0,0 1 0 0 0,0 0 1 0 0,0 0-1 0 0,0-1 0 0 0,0 1 0 0 0,0 0 0 0 0,1-1 0 0 0,-1 1 0 0 0,0 0 0 0 0,0-1 0 0 0,0 1 1 0 0,0 0-1 0 0,0 0 0 0 0,0-1 0 0 0,1 1 0 0 0,-1 0 0 0 0,0 0 0 0 0,0-1 0 0 0,0 1 0 0 0,1 0 0 0 0,-1 0 1 0 0,0-1-1 0 0,0 1 0 0 0,1 0 0 0 0,-1 0 0 0 0,0 0 0 0 0,0 0 0 0 0,1-1 0 0 0,-1 1 0 0 0,0 0 1 0 0,1 0-1 0 0,-1 0 0 0 0,0 0 0 0 0,1 0 0 0 0,-1 0 0 0 0,0 0 0 0 0,1 0 0 0 0,-1 0 0 0 0,0 0 0 0 0,0 0 1 0 0,1 0-1 0 0,-1 0 0 0 0,180-44 724 0 0,-101 31-5854 0 0,-73 11 871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3"/>
    </inkml:context>
    <inkml:brush xml:id="br0">
      <inkml:brushProperty name="width" value="0.05" units="cm"/>
      <inkml:brushProperty name="height" value="0.05" units="cm"/>
    </inkml:brush>
  </inkml:definitions>
  <inkml:trace contextRef="#ctx0" brushRef="#br0">38 256 2873 0 0,'0'-10'2544'0'0,"3"-235"8843"0"0,-31 618-9503 0 0,24-308-1391 0 0,5-27-148 0 0,0-29-253 0 0,0 0-1 0 0,-1-1 1 0 0,0 1 0 0 0,-3 16-1 0 0,-5-14-1083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4"/>
    </inkml:context>
    <inkml:brush xml:id="br0">
      <inkml:brushProperty name="width" value="0.05" units="cm"/>
      <inkml:brushProperty name="height" value="0.05" units="cm"/>
    </inkml:brush>
  </inkml:definitions>
  <inkml:trace contextRef="#ctx0" brushRef="#br0">72 62 9010 0 0,'-6'-1'543'0'0,"0"0"1"0"0,0 0-1 0 0,0 0 0 0 0,1-1 0 0 0,-7-3 1 0 0,-1 1 1642 0 0,12 3-2052 0 0,-1 0-1 0 0,1 0 1 0 0,0 0-1 0 0,0 0 1 0 0,0-1-1 0 0,0 1 0 0 0,0 0 1 0 0,0 0-1 0 0,0-1 1 0 0,0 1-1 0 0,1 0 1 0 0,-1-1-1 0 0,0 1 0 0 0,1-1 1 0 0,-1-1-1 0 0,1 2-74 0 0,-1 0-1 0 0,1 0 1 0 0,-1 1 0 0 0,1-1-1 0 0,0 0 1 0 0,0 0-1 0 0,0 0 1 0 0,-1 0 0 0 0,1 1-1 0 0,0-1 1 0 0,0 0-1 0 0,0 0 1 0 0,0 0 0 0 0,0 0-1 0 0,1 0 1 0 0,-1 1-1 0 0,0-1 1 0 0,0 0 0 0 0,0 0-1 0 0,1 0 1 0 0,-1 0-1 0 0,1 1 1 0 0,-1-1 0 0 0,0 0-1 0 0,1 0 1 0 0,-1 1-1 0 0,2-2 1 0 0,-1 2-37 0 0,-1 0-1 0 0,1 0 1 0 0,-1 0 0 0 0,1 0-1 0 0,-1 0 1 0 0,1 0 0 0 0,0 0-1 0 0,-1 0 1 0 0,1 0 0 0 0,-1 0-1 0 0,1 0 1 0 0,0 0 0 0 0,-1 1-1 0 0,1-1 1 0 0,-1 0 0 0 0,1 0-1 0 0,-1 1 1 0 0,1-1 0 0 0,-1 0-1 0 0,1 1 1 0 0,-1-1 0 0 0,0 1-1 0 0,1-1 1 0 0,-1 0 0 0 0,1 1-1 0 0,-1-1 1 0 0,0 1 0 0 0,1-1-1 0 0,-1 1 1 0 0,0 0 0 0 0,1 0-1 0 0,9 18 91 0 0,-9-17-89 0 0,12 26 17 0 0,-7-17 5 0 0,-1-1 0 0 0,7 23 0 0 0,-9-26-12 0 0,0 0 0 0 0,0 1-1 0 0,1-2 1 0 0,-1 1 0 0 0,10 12 0 0 0,-8-12 170 0 0,0 0 0 0 0,-1 0-1 0 0,0 0 1 0 0,6 14 0 0 0,-10-20-160 0 0,1 0 0 0 0,0 0 1 0 0,-1 1-1 0 0,1-1 0 0 0,0 0 0 0 0,0 0 1 0 0,-1 0-1 0 0,1 0 0 0 0,0 0 0 0 0,0 0 1 0 0,0-1-1 0 0,0 1 0 0 0,1 0 0 0 0,-1 0 1 0 0,0-1-1 0 0,0 1 0 0 0,0-1 1 0 0,0 1-1 0 0,1-1 0 0 0,-1 1 0 0 0,0-1 1 0 0,1 0-1 0 0,-1 0 0 0 0,0 1 0 0 0,1-1 1 0 0,-1 0-1 0 0,0 0 0 0 0,1 0 0 0 0,-1-1 1 0 0,0 1-1 0 0,0 0 0 0 0,1 0 1 0 0,-1-1-1 0 0,2 0 0 0 0,3-1 3 0 0,0 1-1 0 0,-1-2 1 0 0,1 1 0 0 0,-1 0-1 0 0,0-1 1 0 0,6-4-1 0 0,-7 3-22 0 0,0 1-1 0 0,0-1 0 0 0,-1-1 0 0 0,0 1 0 0 0,1 0 0 0 0,-2-1 0 0 0,1 0 0 0 0,2-4 0 0 0,16-43-146 0 0,-10 17-3841 0 0,-5 24 459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5"/>
    </inkml:context>
    <inkml:brush xml:id="br0">
      <inkml:brushProperty name="width" value="0.05" units="cm"/>
      <inkml:brushProperty name="height" value="0.05" units="cm"/>
    </inkml:brush>
  </inkml:definitions>
  <inkml:trace contextRef="#ctx0" brushRef="#br0">163 115 768 0 0,'0'0'800'0'0,"0"-12"5725"0"0,0-10-2207 0 0,0 20-4141 0 0,0 1 1 0 0,0-1-1 0 0,-1 1 1 0 0,1-1-1 0 0,0 1 0 0 0,-1-1 1 0 0,1 1-1 0 0,-1-1 1 0 0,0 1-1 0 0,1-1 1 0 0,-1 1-1 0 0,0 0 1 0 0,0-1-1 0 0,0 1 1 0 0,0 0-1 0 0,0 0 1 0 0,0 0-1 0 0,0 0 1 0 0,0 0-1 0 0,0 0 1 0 0,-3-2-1 0 0,3 3-139 0 0,0-1 0 0 0,0 1 0 0 0,0-1 0 0 0,0 1 1 0 0,0 0-1 0 0,0 0 0 0 0,0-1 0 0 0,0 1 0 0 0,0 0 0 0 0,0 0 0 0 0,0 0 0 0 0,0 0 0 0 0,0 0 0 0 0,0 0 1 0 0,0 0-1 0 0,0 0 0 0 0,0 1 0 0 0,0-1 0 0 0,0 0 0 0 0,0 1 0 0 0,0-1 0 0 0,1 0 0 0 0,-1 1 0 0 0,0-1 1 0 0,0 1-1 0 0,0 0 0 0 0,0-1 0 0 0,0 1 0 0 0,1 0 0 0 0,-1-1 0 0 0,0 1 0 0 0,1 0 0 0 0,-2 1 0 0 0,2-2-28 0 0,-22 34 350 0 0,21-33-330 0 0,1 1-1 0 0,-1-1 0 0 0,0 0 0 0 0,1 0 1 0 0,-1 1-1 0 0,1-1 0 0 0,-1 0 0 0 0,1 1 1 0 0,0-1-1 0 0,0 0 0 0 0,-1 1 1 0 0,1-1-1 0 0,0 0 0 0 0,0 1 0 0 0,0-1 1 0 0,0 1-1 0 0,1-1 0 0 0,-1 0 0 0 0,0 1 1 0 0,0-1-1 0 0,1 0 0 0 0,-1 1 1 0 0,1-1-1 0 0,0 0 0 0 0,1 3 0 0 0,0-4-19 0 0,0 1 0 0 0,1-1 0 0 0,-1 0 0 0 0,1 0 0 0 0,-1 1 0 0 0,1-2 0 0 0,-1 1 0 0 0,1 0 0 0 0,-1 0 0 0 0,0-1 0 0 0,1 1 0 0 0,-1-1 0 0 0,3-1 0 0 0,-2 1-6 0 0,2 1 6 0 0,0-1-1 0 0,-1-1 1 0 0,1 1 0 0 0,-1-1-1 0 0,1 1 1 0 0,-1-1-1 0 0,1 0 1 0 0,-1-1-1 0 0,0 1 1 0 0,0-1 0 0 0,0 0-1 0 0,0 0 1 0 0,-1 0-1 0 0,1-1 1 0 0,-1 1-1 0 0,0-1 1 0 0,3-4-1 0 0,0-3 16 0 0,-4 8-2 0 0,0-1-1 0 0,0 1 1 0 0,-1 0 0 0 0,1-1 0 0 0,-1 1-1 0 0,0 0 1 0 0,1-7 0 0 0,-2 9-18 0 0,0 0 0 0 0,0 0 0 0 0,0 0 1 0 0,0 0-1 0 0,-1 0 0 0 0,1-1 0 0 0,0 1 0 0 0,-1 0 0 0 0,1 0 1 0 0,-1 0-1 0 0,1 0 0 0 0,-1 0 0 0 0,0 0 0 0 0,1 0 0 0 0,-1 1 1 0 0,0-1-1 0 0,1 0 0 0 0,-1 0 0 0 0,0 0 0 0 0,0 1 0 0 0,0-1 1 0 0,0 0-1 0 0,0 1 0 0 0,0-1 0 0 0,0 1 0 0 0,0-1 0 0 0,0 1 0 0 0,0-1 1 0 0,-2 1-1 0 0,-3-2 22 0 0,0 0 0 0 0,0 1 1 0 0,0-1-1 0 0,-1 2 0 0 0,1-1 0 0 0,0 1 0 0 0,0 0 1 0 0,-1 0-1 0 0,1 0 0 0 0,-11 3 0 0 0,-5 2 242 0 0,-35 14 0 0 0,29-10-210 0 0,27-8-61 0 0,0 0 1 0 0,0 0-1 0 0,-1 0 1 0 0,1 0-1 0 0,0 0 1 0 0,0 0-1 0 0,0 0 1 0 0,0 1-1 0 0,0-1 1 0 0,1 0-1 0 0,-1 0 1 0 0,0 1-1 0 0,0-1 1 0 0,0 3-1 0 0,0-3 3 0 0,1 0 0 0 0,0 0 0 0 0,-1-1 0 0 0,1 1 0 0 0,0 0 0 0 0,0 0-1 0 0,-1 0 1 0 0,1 0 0 0 0,0 0 0 0 0,0-1 0 0 0,0 1 0 0 0,0 0 0 0 0,0 0 0 0 0,0 0 0 0 0,0 0 0 0 0,1 0 0 0 0,-1 0 0 0 0,0-1-1 0 0,0 1 1 0 0,1 0 0 0 0,-1 0 0 0 0,0 0 0 0 0,1-1 0 0 0,-1 1 0 0 0,1 0 0 0 0,-1 0 0 0 0,2 1 0 0 0,4 1 6 0 0,1 1 1 0 0,0-1-1 0 0,0 0 0 0 0,1 0 1 0 0,-1-1-1 0 0,0 0 1 0 0,1-1-1 0 0,-1 1 1 0 0,1-1-1 0 0,0-1 1 0 0,-1 0-1 0 0,1 0 0 0 0,-1 0 1 0 0,1-1-1 0 0,0 0 1 0 0,-1 0-1 0 0,1-1 1 0 0,-1 0-1 0 0,0 0 1 0 0,1-1-1 0 0,-1 0 0 0 0,0 0 1 0 0,10-7-1 0 0,-15 9 29 0 0,0-1-1 0 0,-1 0 1 0 0,1 1-1 0 0,0-1 1 0 0,-1 0-1 0 0,1 0 1 0 0,-1 0-1 0 0,0 0 1 0 0,1 0-1 0 0,0-4 1 0 0,-1 6 1 0 0,-1-1 0 0 0,0 0 0 0 0,1 0 0 0 0,-1 1 0 0 0,0-1-1 0 0,0 0 1 0 0,1 0 0 0 0,-1 0 0 0 0,0 0 0 0 0,0 1 0 0 0,0-1 0 0 0,0 0 0 0 0,0 0 0 0 0,0 0 0 0 0,0 0 0 0 0,0 1 0 0 0,0-1 0 0 0,-1 0 0 0 0,1 0 0 0 0,0 0 0 0 0,0 0 0 0 0,-1 1 0 0 0,1-1 0 0 0,0 0 0 0 0,-1 0 0 0 0,1 1 0 0 0,-1-1 0 0 0,1 0 0 0 0,-1 1 0 0 0,0-1 0 0 0,1 1 0 0 0,-1-1 0 0 0,0 0 0 0 0,0 0 0 0 0,-4-1-29 0 0,1 0 0 0 0,-1 0 1 0 0,0 1-1 0 0,0-1 0 0 0,1 1 1 0 0,-1 0-1 0 0,0 1 0 0 0,0-1 0 0 0,0 1 1 0 0,0 0-1 0 0,0 0 0 0 0,0 0 1 0 0,0 1-1 0 0,0 0 0 0 0,0 0 1 0 0,0 0-1 0 0,0 1 0 0 0,1-1 1 0 0,-1 1-1 0 0,1 0 0 0 0,-8 5 0 0 0,10-6-389 0 0,0 1-1 0 0,1-1 0 0 0,-1 1 0 0 0,1 0 0 0 0,-1 0 0 0 0,1 0 0 0 0,0 0 0 0 0,0 0 1 0 0,-1 0-1 0 0,1 0 0 0 0,0 3 0 0 0,1-5 355 0 0,-4 7-4020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6"/>
    </inkml:context>
    <inkml:brush xml:id="br0">
      <inkml:brushProperty name="width" value="0.05" units="cm"/>
      <inkml:brushProperty name="height" value="0.05" units="cm"/>
    </inkml:brush>
  </inkml:definitions>
  <inkml:trace contextRef="#ctx0" brushRef="#br0">233 66 4225 0 0,'0'0'1076'0'0,"-6"-10"3965"0"0,-2-3-3430 0 0,7 10-1466 0 0,-1 0 0 0 0,0 0 1 0 0,1 1-1 0 0,-1-1 0 0 0,0 1 0 0 0,-1-1 0 0 0,1 1 0 0 0,0 0 0 0 0,-1-1 0 0 0,1 1 1 0 0,-1 1-1 0 0,0-1 0 0 0,0 0 0 0 0,0 1 0 0 0,1-1 0 0 0,-2 1 0 0 0,1 0 0 0 0,0 0 1 0 0,0 0-1 0 0,0 0 0 0 0,0 0 0 0 0,-1 1 0 0 0,1 0 0 0 0,0-1 0 0 0,0 1 1 0 0,-1 1-1 0 0,-4-1 0 0 0,3 1-75 0 0,0 0 0 0 0,1 0 1 0 0,-1 0-1 0 0,0 1 1 0 0,0 0-1 0 0,1 0 0 0 0,-1 0 1 0 0,1 0-1 0 0,0 1 0 0 0,0-1 1 0 0,-1 1-1 0 0,2 0 1 0 0,-1 0-1 0 0,0 1 0 0 0,1-1 1 0 0,-4 5-1 0 0,2-2 7 0 0,1 0 0 0 0,0 0 1 0 0,0 0-1 0 0,0 0 0 0 0,1 1 0 0 0,0 0 1 0 0,0-1-1 0 0,1 1 0 0 0,0 0 0 0 0,-2 9 1 0 0,-7 15 275 0 0,9-28-311 0 0,0 0 1 0 0,1 0-1 0 0,-1-1 0 0 0,1 1 0 0 0,0 0 1 0 0,0 0-1 0 0,0 1 0 0 0,0-1 0 0 0,1 0 1 0 0,-1 0-1 0 0,1 0 0 0 0,0 0 0 0 0,0 0 1 0 0,0 1-1 0 0,0-1 0 0 0,0 0 0 0 0,1 0 1 0 0,0 4-1 0 0,1-5-31 0 0,-1-1 1 0 0,1 1-1 0 0,0 0 1 0 0,-1 0 0 0 0,1-1-1 0 0,0 1 1 0 0,0-1-1 0 0,0 0 1 0 0,0 1-1 0 0,0-1 1 0 0,0 0-1 0 0,1 0 1 0 0,3 1 0 0 0,31 7 62 0 0,-26-7-132 0 0,0-1 1 0 0,0-1-1 0 0,-1 0 1 0 0,1-1-1 0 0,0 0 1 0 0,0 0-1 0 0,0-1 1 0 0,-1 0-1 0 0,14-5 1 0 0,-16 3-1748 0 0,0 1 0 0 0,0-1 0 0 0,15-10 0 0 0,-18 10-1293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7"/>
    </inkml:context>
    <inkml:brush xml:id="br0">
      <inkml:brushProperty name="width" value="0.05" units="cm"/>
      <inkml:brushProperty name="height" value="0.05" units="cm"/>
    </inkml:brush>
  </inkml:definitions>
  <inkml:trace contextRef="#ctx0" brushRef="#br0">20 171 4377 0 0,'0'0'48'0'0,"0"-16"3687"0"0,0-61-1354 0 0,0-1 3879 0 0,0 87-5515 0 0,-20 287 92 0 0,20-295-1012 0 0,0-1-285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8"/>
    </inkml:context>
    <inkml:brush xml:id="br0">
      <inkml:brushProperty name="width" value="0.05" units="cm"/>
      <inkml:brushProperty name="height" value="0.05" units="cm"/>
    </inkml:brush>
  </inkml:definitions>
  <inkml:trace contextRef="#ctx0" brushRef="#br0">377 247 2048 0 0,'1'-12'3667'0'0,"16"-76"-1288"0"0,1 4 793 0 0,-13 60-1892 0 0,0-14 1023 0 0,-5 38-2090 0 0,0 17 95 0 0,-2 13-230 0 0,-1-1 0 0 0,-2 0 1 0 0,-1-1-1 0 0,-1 1 0 0 0,-21 50 0 0 0,10-28 170 0 0,11-10 226 0 0,7-36-407 0 0,-1 0-1 0 0,1 0 1 0 0,-1 0 0 0 0,0 0-1 0 0,0 0 1 0 0,-1 0 0 0 0,0 0-1 0 0,0 0 1 0 0,-4 8 0 0 0,4-11-45 0 0,0 0 0 0 0,1 1 0 0 0,-1-1 0 0 0,-1 0 0 0 0,1 0 0 0 0,0 0 1 0 0,0 0-1 0 0,-1-1 0 0 0,1 1 0 0 0,-1-1 0 0 0,0 1 0 0 0,-2 0 0 0 0,-10 6 99 0 0,-21 14 671 0 0,27-22-771 0 0,-10 1-3 0 0,16 2-13 0 0,10 4-4 0 0,-1-5-2 0 0,0 0 0 0 0,0 0 0 0 0,0 0 0 0 0,1-1 0 0 0,-1 0 0 0 0,1 0-1 0 0,-1-1 1 0 0,8 0 0 0 0,1 1-5 0 0,9 1-7 0 0,3 0 1 0 0,53 10 0 0 0,-79-12 17 0 0,0 0 1 0 0,0 0-1 0 0,0 0 1 0 0,0 1-1 0 0,0-1 1 0 0,-1 0-1 0 0,1 1 0 0 0,0-1 1 0 0,0 1-1 0 0,0-1 1 0 0,-1 1-1 0 0,1-1 1 0 0,0 1-1 0 0,0 0 0 0 0,-1-1 1 0 0,1 1-1 0 0,0 0 1 0 0,-1-1-1 0 0,1 1 1 0 0,-1 0-1 0 0,1 0 0 0 0,0 1 1 0 0,-1-1-6 0 0,0-1 0 0 0,0 1-1 0 0,-1 0 1 0 0,1 0 0 0 0,0-1 0 0 0,0 1 0 0 0,0 0 0 0 0,0 0 0 0 0,-1-1 0 0 0,1 1-1 0 0,0 0 1 0 0,-1-1 0 0 0,1 1 0 0 0,-1 0 0 0 0,1-1 0 0 0,-1 1 0 0 0,1-1 0 0 0,-1 1-1 0 0,1-1 1 0 0,-1 1 0 0 0,1-1 0 0 0,-1 1 0 0 0,0-1 0 0 0,1 1 0 0 0,-1-1 0 0 0,0 0 0 0 0,1 1-1 0 0,-2-1 1 0 0,-20 11 16 0 0,-1-2 0 0 0,-24 6 0 0 0,0 1 10 0 0,26-10-9 0 0,16-5-16 0 0,0 1 0 0 0,0-1 0 0 0,1 1 0 0 0,-1 0 1 0 0,-7 4-1 0 0,11-5-1 0 0,0-1 0 0 0,1 1 0 0 0,-1 0 0 0 0,0 0 0 0 0,1 0 0 0 0,-1 0 0 0 0,1 0 0 0 0,-1 0 0 0 0,1 0 0 0 0,-1 0 0 0 0,1 0 0 0 0,0 0 0 0 0,-1 0 0 0 0,1 0 0 0 0,0 0 0 0 0,0 0 0 0 0,0 0 0 0 0,0 0 0 0 0,0 0 0 0 0,0 0 0 0 0,0 0 1 0 0,0 0-1 0 0,1 0 0 0 0,-1 1 0 0 0,0-1 0 0 0,0 0 0 0 0,1 0 0 0 0,-1 0 0 0 0,1 0 0 0 0,-1-1 0 0 0,1 1 0 0 0,0 0 0 0 0,0 1 0 0 0,13 3 1 0 0,0-1-1 0 0,0-1 1 0 0,1 0 0 0 0,-1-1-1 0 0,0-1 1 0 0,18 0-1 0 0,-13-1 6 0 0,-1 2 0 0 0,1 0 0 0 0,23 6 0 0 0,-33-6 6 0 0,-7-2-3 0 0,0 1 0 0 0,0-1-1 0 0,0 1 1 0 0,0 0-1 0 0,0-1 1 0 0,0 1-1 0 0,0 0 1 0 0,0 0 0 0 0,-1 0-1 0 0,4 2 1 0 0,-4-2-8 0 0,-1 0 0 0 0,0 0 0 0 0,1 0 0 0 0,-1 0 1 0 0,0 0-1 0 0,0 0 0 0 0,0 1 0 0 0,1-1 0 0 0,-1 0 1 0 0,0 0-1 0 0,-1 0 0 0 0,1 0 0 0 0,0 0 0 0 0,0 0 0 0 0,0 0 1 0 0,0 0-1 0 0,-1 0 0 0 0,1 0 0 0 0,-1 0 0 0 0,1 0 1 0 0,-1 0-1 0 0,1 0 0 0 0,-1-1 0 0 0,1 1 0 0 0,-1 0 1 0 0,-1 1-1 0 0,-2 4 6 0 0,-1-1 1 0 0,1 0-1 0 0,-2 0 1 0 0,1 0-1 0 0,0-1 1 0 0,-1 0-1 0 0,0 0 1 0 0,0 0-1 0 0,0-1 1 0 0,-1 0-1 0 0,1 0 1 0 0,-13 4-1 0 0,10-4 3 0 0,1 0 0 0 0,-1 1 0 0 0,1 0 0 0 0,-1 1 0 0 0,2 0 0 0 0,-15 11-1 0 0,21-15-6 0 0,1-1-1 0 0,-1 1 1 0 0,0 0-1 0 0,1-1 1 0 0,-1 1-1 0 0,0 0 1 0 0,1-1-1 0 0,-1 1 1 0 0,1 0-1 0 0,-1 0 1 0 0,1 0-1 0 0,0 0 0 0 0,-1-1 1 0 0,1 1-1 0 0,0 0 1 0 0,0 0-1 0 0,-1 0 1 0 0,1 0-1 0 0,0 0 1 0 0,0 1-1 0 0,0-1 0 0 0,1-1-1 0 0,-1 1 1 0 0,0-1 0 0 0,1 1-1 0 0,-1 0 1 0 0,1-1-1 0 0,-1 1 1 0 0,0-1 0 0 0,1 1-1 0 0,-1-1 1 0 0,1 1-1 0 0,0-1 1 0 0,-1 0 0 0 0,1 1-1 0 0,-1-1 1 0 0,1 0-1 0 0,0 1 1 0 0,-1-1 0 0 0,1 0-1 0 0,1 1 1 0 0,6 1 8 0 0,0-1 0 0 0,0 1 0 0 0,15-1 0 0 0,-5 1 14 0 0,-15-1-27 0 0,-1 0 1 0 0,0 1-1 0 0,1-1 1 0 0,-1 1-1 0 0,0-1 1 0 0,0 1-1 0 0,0 0 1 0 0,0 0-1 0 0,0 0 1 0 0,0 0-1 0 0,-1 0 1 0 0,1 0-1 0 0,-1 1 1 0 0,1-1-1 0 0,-1 1 1 0 0,0-1-1 0 0,0 1 1 0 0,0-1-1 0 0,0 1 1 0 0,0 3-1 0 0,2 5 19 0 0,0 1 0 0 0,-1-1 0 0 0,1 18-1 0 0,-3 112 1427 0 0,0-140-1319 0 0,-12-1-124 0 0,0 1 0 0 0,0 0 0 0 0,0 1 0 0 0,0 0 0 0 0,1 1 0 0 0,-1 1 0 0 0,-20 8 0 0 0,2 4 0 0 0,-42 27 0 0 0,47-30 11 0 0,19-11-10 0 0,1 1 0 0 0,0-1-1 0 0,0 1 1 0 0,-7 5-1 0 0,-3 5-30 0 0,-8 5 31 0 0,2 1 0 0 0,-29 33-1 0 0,28-33 63 0 0,12-12-62 0 0,-12 15 60 0 0,18-10-3706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9"/>
    </inkml:context>
    <inkml:brush xml:id="br0">
      <inkml:brushProperty name="width" value="0.05" units="cm"/>
      <inkml:brushProperty name="height" value="0.05" units="cm"/>
    </inkml:brush>
  </inkml:definitions>
  <inkml:trace contextRef="#ctx0" brushRef="#br0">16 256 3729 0 0,'0'0'2431'0'0,"-16"-6"5328"0"0,16 5-7729 0 0,1 0-1 0 0,-1 0 1 0 0,0 1 0 0 0,1-1-1 0 0,-1 0 1 0 0,0 0 0 0 0,1 1-1 0 0,-1-1 1 0 0,1 0 0 0 0,-1 1-1 0 0,1-1 1 0 0,-1 1-1 0 0,1-1 1 0 0,0 0 0 0 0,-1 1-1 0 0,1-1 1 0 0,0 1 0 0 0,-1 0-1 0 0,1-1 1 0 0,0 1 0 0 0,0 0-1 0 0,-1-1 1 0 0,1 1 0 0 0,0 0-1 0 0,0 0 1 0 0,-1-1 0 0 0,1 1-1 0 0,0 0 1 0 0,0 0 0 0 0,0 0-1 0 0,0 0 1 0 0,-1 0 0 0 0,2 1-1 0 0,8-3 33 0 0,10-5-1 0 0,0 0 1 0 0,-1-2 0 0 0,25-14 0 0 0,55-39 97 0 0,-92 58-145 0 0,43-36 59 0 0,-13 9 46 0 0,-20 10 275 0 0,-16 19-327 0 0,0 0-1 0 0,0 0 1 0 0,1 0 0 0 0,-1 0-1 0 0,1 0 1 0 0,-1 0 0 0 0,1 0 0 0 0,0 1-1 0 0,-1-1 1 0 0,1 1 0 0 0,0-1-1 0 0,0 1 1 0 0,0 0 0 0 0,0-1 0 0 0,0 1-1 0 0,0 0 1 0 0,4-1 0 0 0,-4 3-34 0 0,0 0 1 0 0,0 0-1 0 0,0 0 1 0 0,-1 0-1 0 0,1 0 0 0 0,0 0 1 0 0,0 0-1 0 0,-1 1 1 0 0,1-1-1 0 0,-1 1 1 0 0,1-1-1 0 0,-1 1 1 0 0,2 2-1 0 0,15 13 123 0 0,-7-11-637 0 0,1-2-1 0 0,-1 1 1 0 0,1-2 0 0 0,14 4 0 0 0,-15-6-1698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0"/>
    </inkml:context>
    <inkml:brush xml:id="br0">
      <inkml:brushProperty name="width" value="0.05" units="cm"/>
      <inkml:brushProperty name="height" value="0.05" units="cm"/>
    </inkml:brush>
  </inkml:definitions>
  <inkml:trace contextRef="#ctx0" brushRef="#br0">78 81 1352 0 0,'0'-7'3490'0'0,"0"-19"-820"0"0,0 23-2076 0 0,0 1-1 0 0,-1-1 0 0 0,1 0 0 0 0,0 0 1 0 0,-1 0-1 0 0,0 1 0 0 0,0-1 0 0 0,0 0 1 0 0,-2-4-1 0 0,3 6-553 0 0,0 1 0 0 0,-1 0 0 0 0,1-1 0 0 0,0 1 0 0 0,0 0 1 0 0,-1-1-1 0 0,1 1 0 0 0,0 0 0 0 0,-1 0 0 0 0,1-1 0 0 0,0 1 0 0 0,-1 0 0 0 0,1 0 1 0 0,0-1-1 0 0,-1 1 0 0 0,1 0 0 0 0,-1 0 0 0 0,1 0 0 0 0,0 0 0 0 0,-1 0 0 0 0,1 0 0 0 0,-1 0 1 0 0,1 0-1 0 0,0 0 0 0 0,-1 0 0 0 0,1 0 0 0 0,-1 0 0 0 0,0 0-14 0 0,-1 1-1 0 0,1 0 1 0 0,0-1-1 0 0,0 1 1 0 0,0 0-1 0 0,0 0 1 0 0,0-1 0 0 0,0 1-1 0 0,0 0 1 0 0,0 0-1 0 0,1 0 1 0 0,-1 0-1 0 0,-1 3 1 0 0,1-4-14 0 0,-16 31 369 0 0,16-29-293 0 0,0 0 0 0 0,0 0 0 0 0,0 0 0 0 0,1 0 0 0 0,-1 0 0 0 0,1 0 0 0 0,0 1 0 0 0,-1-1 0 0 0,1 0 0 0 0,0 0-1 0 0,0 0 1 0 0,0 1 0 0 0,1-1 0 0 0,0 3 0 0 0,-1-5-70 0 0,0 1-1 0 0,0-1 0 0 0,0 0 0 0 0,0 1 1 0 0,0-1-1 0 0,0 0 0 0 0,0 1 0 0 0,0-1 1 0 0,0 0-1 0 0,0 1 0 0 0,0-1 1 0 0,1 0-1 0 0,-1 1 0 0 0,0-1 0 0 0,0 0 1 0 0,0 0-1 0 0,1 1 0 0 0,-1-1 1 0 0,0 0-1 0 0,0 0 0 0 0,1 1 0 0 0,-1-1 1 0 0,0 0-1 0 0,0 0 0 0 0,1 0 0 0 0,-1 0 1 0 0,0 1-1 0 0,1-1 0 0 0,-1 0 1 0 0,0 0-1 0 0,1 0 0 0 0,-1 0 0 0 0,0 0 1 0 0,1 0-1 0 0,-1 0 0 0 0,0 0 1 0 0,1 0-1 0 0,-1 0 0 0 0,0 0 0 0 0,1 0 1 0 0,-1 0-1 0 0,0 0 0 0 0,1 0 0 0 0,-1 0 1 0 0,0 0-1 0 0,1-1 0 0 0,-1 1 1 0 0,0 0-1 0 0,0 0 0 0 0,1 0 0 0 0,-1 0 1 0 0,0-1-1 0 0,0 1 0 0 0,1 0 1 0 0,-1 0-1 0 0,0-1 0 0 0,0 1 0 0 0,1 0 1 0 0,-1 0-1 0 0,0-1 0 0 0,0 0 0 0 0,11-15 159 0 0,-4 0-190 0 0,-5 13 86 0 0,0 0 0 0 0,0 0 0 0 0,-1-1 0 0 0,1 1 0 0 0,-1-1 0 0 0,1-6 0 0 0,-2 9-59 0 0,0 0-1 0 0,0 0 1 0 0,0 0 0 0 0,0 0 0 0 0,0 0-1 0 0,0 0 1 0 0,-1 0 0 0 0,1 0-1 0 0,0 0 1 0 0,-1 0 0 0 0,1 0 0 0 0,-1 0-1 0 0,1 0 1 0 0,-1 0 0 0 0,1 0 0 0 0,-1 0-1 0 0,0 1 1 0 0,1-1 0 0 0,-1 0-1 0 0,0 0 1 0 0,0 1 0 0 0,0-1 0 0 0,1 0-1 0 0,-1 1 1 0 0,0-1 0 0 0,0 1 0 0 0,0-1-1 0 0,-1 0 1 0 0,-2 0 23 0 0,0 0 1 0 0,1 0-1 0 0,-1 0 1 0 0,0 0-1 0 0,0 0 0 0 0,1 1 1 0 0,-1-1-1 0 0,0 1 1 0 0,-6 0-1 0 0,4 0-3 0 0,6 0-33 0 0,12 5-3519 0 0,10 0 106 0 0,-10-2 590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1"/>
    </inkml:context>
    <inkml:brush xml:id="br0">
      <inkml:brushProperty name="width" value="0.05" units="cm"/>
      <inkml:brushProperty name="height" value="0.05" units="cm"/>
    </inkml:brush>
  </inkml:definitions>
  <inkml:trace contextRef="#ctx0" brushRef="#br0">31 137 5833 0 0,'-3'-136'10576'0'0,"-10"238"-10359"0"0,6-63 57 0 0,3 1 1 0 0,1 0-1 0 0,2 51 1 0 0,1-90-263 0 0,0 0 1 0 0,0 0-1 0 0,0 0 1 0 0,0 1-1 0 0,1-1 1 0 0,-1 0-1 0 0,0 0 1 0 0,0 0-1 0 0,1 0 1 0 0,-1 0-1 0 0,0 0 1 0 0,1 0-1 0 0,-1 0 1 0 0,1 0-1 0 0,0 0 0 0 0,-1-1 1 0 0,1 1-1 0 0,-1 0 1 0 0,1 0-1 0 0,0 0 1 0 0,0-1-1 0 0,0 1 1 0 0,-1 0-1 0 0,1-1 1 0 0,0 1-1 0 0,0 0 1 0 0,0-1-1 0 0,0 1 1 0 0,0-1-1 0 0,0 0 1 0 0,0 1-1 0 0,0-1 1 0 0,0 0-1 0 0,0 0 1 0 0,0 0-1 0 0,0 1 1 0 0,1-1-1 0 0,0 0 1 0 0,23 6 60 0 0,-18-3-38 0 0,0 1-11 0 0,1 0 1 0 0,0-1-1 0 0,0 0 0 0 0,0 0 0 0 0,1-1 1 0 0,-1 0-1 0 0,0-1 0 0 0,17 1 0 0 0,5-1-14 0 0,-16 0 11 0 0,-1-1 1 0 0,1 0 0 0 0,18-3-1 0 0,-20-4-1225 0 0,-7 0-4696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2"/>
    </inkml:context>
    <inkml:brush xml:id="br0">
      <inkml:brushProperty name="width" value="0.05" units="cm"/>
      <inkml:brushProperty name="height" value="0.05" units="cm"/>
    </inkml:brush>
  </inkml:definitions>
  <inkml:trace contextRef="#ctx0" brushRef="#br0">0 28 8090 0 0,'5'-2'7586'0'0,"25"-7"-7493"0"0,29 1-886 0 0,83 1 0 0 0,-136 5-2212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3"/>
    </inkml:context>
    <inkml:brush xml:id="br0">
      <inkml:brushProperty name="width" value="0.05" units="cm"/>
      <inkml:brushProperty name="height" value="0.05" units="cm"/>
    </inkml:brush>
  </inkml:definitions>
  <inkml:trace contextRef="#ctx0" brushRef="#br0">7 99 9138 0 0,'0'0'671'0'0,"-6"-14"3658"0"0,7 12-4213 0 0,0 1 1 0 0,1-1 0 0 0,-1 1-1 0 0,1 0 1 0 0,-1-1-1 0 0,1 1 1 0 0,-1 0 0 0 0,1 0-1 0 0,0 0 1 0 0,0 0 0 0 0,-1 0-1 0 0,3 0 1 0 0,3-3 64 0 0,18-7 9 0 0,0 1-1 0 0,1 1 0 0 0,0 1 0 0 0,0 1 0 0 0,0 2 0 0 0,30-3 1 0 0,13 1-265 0 0,-24 9-3448 0 0,-35-1-37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4"/>
    </inkml:context>
    <inkml:brush xml:id="br0">
      <inkml:brushProperty name="width" value="0.05" units="cm"/>
      <inkml:brushProperty name="height" value="0.05" units="cm"/>
    </inkml:brush>
  </inkml:definitions>
  <inkml:trace contextRef="#ctx0" brushRef="#br0">0 54 13155 0 0,'0'0'120'0'0,"6"-22"1121"0"0,-4 21-1203 0 0,0-1 0 0 0,1 0 0 0 0,-1 0-1 0 0,1 1 1 0 0,-1-1 0 0 0,1 1 0 0 0,-1 0-1 0 0,1 0 1 0 0,0 0 0 0 0,0 0 0 0 0,4 0-1 0 0,13-6 75 0 0,-19 6-98 0 0,1 0 1 0 0,-1 0-1 0 0,1 0 1 0 0,-1 0-1 0 0,1 1 1 0 0,0-1-1 0 0,-1 0 1 0 0,1 1-1 0 0,0 0 1 0 0,0-1 0 0 0,-1 1-1 0 0,1 0 1 0 0,0 0-1 0 0,0 0 1 0 0,-1 0-1 0 0,1 0 1 0 0,0 0-1 0 0,0 0 1 0 0,0 1 0 0 0,-1-1-1 0 0,1 1 1 0 0,0-1-1 0 0,-1 1 1 0 0,1 0-1 0 0,-1-1 1 0 0,1 1-1 0 0,0 0 1 0 0,-1 0-1 0 0,0 0 1 0 0,1 0 0 0 0,-1 1-1 0 0,0-1 1 0 0,1 0-1 0 0,-1 1 1 0 0,0-1-1 0 0,0 0 1 0 0,0 1-1 0 0,0-1 1 0 0,0 1-1 0 0,-1 0 1 0 0,1-1 0 0 0,0 3-1 0 0,3 4 52 0 0,-1 1 1 0 0,0 0-1 0 0,-1-1 0 0 0,0 1 1 0 0,-1 0-1 0 0,1 16 0 0 0,-2-13 86 0 0,-1-1 1 0 0,0 0-1 0 0,-1 0 1 0 0,0 0-1 0 0,-1 0 0 0 0,0-1 1 0 0,-1 1-1 0 0,-7 13 0 0 0,-6 22 776 0 0,17-46-910 0 0,-1 1 0 0 0,1 0 0 0 0,-1 0 0 0 0,1 0 0 0 0,0-1-1 0 0,0 1 1 0 0,0 0 0 0 0,-1 0 0 0 0,1 0 0 0 0,0 0 0 0 0,0 0 0 0 0,0 0-1 0 0,0-1 1 0 0,0 1 0 0 0,0 0 0 0 0,1 0 0 0 0,-1 0 0 0 0,0 0 0 0 0,0 0-1 0 0,1-1 1 0 0,-1 1 0 0 0,0 0 0 0 0,1 0 0 0 0,0 1 0 0 0,0-1-18 0 0,1-1 1 0 0,-1 1 0 0 0,1 0-1 0 0,0 0 1 0 0,-1-1-1 0 0,1 1 1 0 0,0-1-1 0 0,-1 0 1 0 0,1 1 0 0 0,0-1-1 0 0,2 0 1 0 0,12 1-80 0 0,-1-2 1 0 0,1 1 0 0 0,0-2 0 0 0,-1 0-1 0 0,0-1 1 0 0,18-6 0 0 0,26-3-3697 0 0,-41 9-1007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5"/>
    </inkml:context>
    <inkml:brush xml:id="br0">
      <inkml:brushProperty name="width" value="0.05" units="cm"/>
      <inkml:brushProperty name="height" value="0.05" units="cm"/>
    </inkml:brush>
  </inkml:definitions>
  <inkml:trace contextRef="#ctx0" brushRef="#br0">118 0 2048 0 0,'0'0'317'0'0,"-22"2"2383"0"0,5 2-1949 0 0,-30 10 0 0 0,30-8-321 0 0,16-6-424 0 0,0 0 0 0 0,1 0-1 0 0,-1 1 1 0 0,0-1 0 0 0,1 0-1 0 0,-1 0 1 0 0,1 0-1 0 0,-1 1 1 0 0,0-1 0 0 0,1 0-1 0 0,-1 1 1 0 0,1-1 0 0 0,-1 1-1 0 0,0-1 1 0 0,1 1-1 0 0,0-1 1 0 0,-1 1 0 0 0,1-1-1 0 0,-1 1 1 0 0,1-1 0 0 0,-1 1-1 0 0,1-1 1 0 0,0 1-1 0 0,0 0 1 0 0,-1-1 0 0 0,1 1-1 0 0,0 0 1 0 0,0-1-1 0 0,0 1 1 0 0,-1 0 0 0 0,1-1-1 0 0,0 1 1 0 0,0 0 0 0 0,0-1-1 0 0,0 1 1 0 0,0 0-1 0 0,0 0 1 0 0,1-1 0 0 0,-1 1-1 0 0,0 0 1 0 0,0-1 0 0 0,1 2-1 0 0,0-1 16 0 0,0 1 0 0 0,0 0 1 0 0,0-1-1 0 0,0 1 0 0 0,0-1 0 0 0,1 1 0 0 0,-1-1 0 0 0,0 0 0 0 0,1 0 1 0 0,0 1-1 0 0,-1-1 0 0 0,1 0 0 0 0,-1 0 0 0 0,3 0 0 0 0,1 1 14 0 0,1 0 0 0 0,-1 0 0 0 0,0-1 0 0 0,1 0-1 0 0,-1 0 1 0 0,1-1 0 0 0,-1 1 0 0 0,1-1 0 0 0,-1 0 0 0 0,8-2 0 0 0,1-1 78 0 0,1 0 1 0 0,20-8 0 0 0,-18 5-73 0 0,-17 6-38 0 0,1 0 1 0 0,0-1-1 0 0,-1 1 1 0 0,1 0-1 0 0,-1 0 1 0 0,1 0-1 0 0,-1-1 1 0 0,1 1-1 0 0,-1 0 1 0 0,1-1-1 0 0,-1 1 1 0 0,1 0 0 0 0,-1-1-1 0 0,1 1 1 0 0,-1-1-1 0 0,1 1 1 0 0,-1-1-1 0 0,0 1 1 0 0,1-1-1 0 0,-1 1 1 0 0,0-1-1 0 0,1 1 1 0 0,-1-1-1 0 0,0 1 1 0 0,0-1-1 0 0,0 1 1 0 0,1-1-1 0 0,-1 0 1 0 0,0 1-1 0 0,0-1 1 0 0,0 1-1 0 0,0-1 1 0 0,0 0-1 0 0,0 1 1 0 0,0-1-1 0 0,0 1 1 0 0,0-1 0 0 0,-1 0-1 0 0,1 0-4 0 0,-1 0 0 0 0,1 0 0 0 0,-1 0 0 0 0,1 0 1 0 0,-1 1-1 0 0,1-1 0 0 0,-1 0 0 0 0,0 0 0 0 0,1 1 0 0 0,-1-1 0 0 0,0 0 0 0 0,0 1 1 0 0,1-1-1 0 0,-1 1 0 0 0,0-1 0 0 0,0 1 0 0 0,0 0 0 0 0,0-1 0 0 0,0 1 0 0 0,0 0 0 0 0,0-1 1 0 0,0 1-1 0 0,-1 0 0 0 0,-44-1 114 0 0,43 1-92 0 0,1 1-1 0 0,-1-1 1 0 0,0 1-1 0 0,0-1 1 0 0,0 1-1 0 0,1 0 1 0 0,-1 0-1 0 0,0 0 1 0 0,1 0-1 0 0,-1 1 0 0 0,1-1 1 0 0,-1 1-1 0 0,-2 2 1 0 0,4-4-17 0 0,1 0 1 0 0,0 1-1 0 0,0-1 1 0 0,-1 0 0 0 0,1 0-1 0 0,0 1 1 0 0,0-1-1 0 0,-1 0 1 0 0,1 0-1 0 0,0 1 1 0 0,0-1-1 0 0,0 0 1 0 0,-1 1-1 0 0,1-1 1 0 0,0 0-1 0 0,0 1 1 0 0,0-1-1 0 0,0 0 1 0 0,0 1-1 0 0,0-1 1 0 0,0 0 0 0 0,0 1-1 0 0,0-1 1 0 0,0 0-1 0 0,0 1 1 0 0,0-1-1 0 0,0 0 1 0 0,0 1-1 0 0,0-1 1 0 0,0 1-1 0 0,0-1 1 0 0,0 0-1 0 0,0 0 1 0 0,1 1-1 0 0,11 5 204 0 0,17-3 145 0 0,-28-3-336 0 0,1 0 0 0 0,-1 0-1 0 0,0-1 1 0 0,0 1 0 0 0,0 0 0 0 0,0-1 0 0 0,1 1 0 0 0,-1-1 0 0 0,0 0 0 0 0,0 1 0 0 0,0-1 0 0 0,0 0 0 0 0,0 1 0 0 0,0-1 0 0 0,1-1 0 0 0,-1-5-34 0 0,-12 2 23 0 0,5 4 5 0 0,-1 0 1 0 0,0 1 0 0 0,0 0-1 0 0,0 0 1 0 0,0 1 0 0 0,1 0-1 0 0,-1 0 1 0 0,0 1 0 0 0,1 0-1 0 0,-1 0 1 0 0,-10 5 0 0 0,15-6 20 0 0,1 0 0 0 0,0-1 0 0 0,0 1 0 0 0,0 0 1 0 0,0 0-1 0 0,0 0 0 0 0,0 0 0 0 0,0 0 0 0 0,1 0 0 0 0,-1 0 1 0 0,0 0-1 0 0,0 1 0 0 0,0-1-16 0 0,1-1 1 0 0,0 0-1 0 0,0 1 1 0 0,0-1-1 0 0,0 0 1 0 0,0 1-1 0 0,0-1 1 0 0,0 0-1 0 0,0 1 1 0 0,0-1-1 0 0,0 0 1 0 0,0 1-1 0 0,0-1 1 0 0,1 0-1 0 0,-1 1 1 0 0,0-1-1 0 0,0 0 1 0 0,0 1-1 0 0,0-1 1 0 0,0 0-1 0 0,1 0 1 0 0,-1 1-1 0 0,0-1 1 0 0,0 0-1 0 0,1 0 1 0 0,-1 1-1 0 0,0-1 1 0 0,0 0-1 0 0,1 0 0 0 0,-1 0 1 0 0,0 1-1 0 0,1-1 1 0 0,-1 0-1 0 0,0 0 1 0 0,0 0-1 0 0,1 0 1 0 0,-1 0-1 0 0,0 0 1 0 0,1 0-1 0 0,-1 1 1 0 0,0-1-1 0 0,1 0 1 0 0,-1 0-1 0 0,0 0 1 0 0,1-1-1 0 0,-1 1 1 0 0,0 0-1 0 0,1 0 1 0 0,-1 0-1 0 0,0 0 1 0 0,1 0-1 0 0,-1 0 1 0 0,1-1-1 0 0,75 1 442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6"/>
    </inkml:context>
    <inkml:brush xml:id="br0">
      <inkml:brushProperty name="width" value="0.05" units="cm"/>
      <inkml:brushProperty name="height" value="0.05" units="cm"/>
    </inkml:brush>
  </inkml:definitions>
  <inkml:trace contextRef="#ctx0" brushRef="#br0">365 38 3369 0 0,'-11'-17'960'0'0,"8"15"-764"0"0,1 0-1 0 0,-1 0 1 0 0,1 0 0 0 0,-1 0-1 0 0,0 1 1 0 0,0-1-1 0 0,0 1 1 0 0,0 0 0 0 0,0-1-1 0 0,0 1 1 0 0,0 1 0 0 0,0-1-1 0 0,0 0 1 0 0,-1 1 0 0 0,1 0-1 0 0,0 0 1 0 0,0 0 0 0 0,-1 0-1 0 0,-4 1 1 0 0,-5 1-100 0 0,0 1 1 0 0,1 1-1 0 0,-19 7 0 0 0,6-2 172 0 0,18-6-253 0 0,1 0-1 0 0,-1 0 0 0 0,1 1 1 0 0,0 0-1 0 0,0 1 1 0 0,0 0-1 0 0,0 0 1 0 0,1 0-1 0 0,-1 0 0 0 0,-5 9 1 0 0,-6 8 64 0 0,-20 34 1 0 0,21-27 384 0 0,-23 56 1 0 0,34-73-324 0 0,4-10-85 0 0,0-1 0 0 0,0 1 1 0 0,0 0-1 0 0,0 0 0 0 0,0 0 0 0 0,0 0 1 0 0,1 0-1 0 0,-1 0 0 0 0,1 0 0 0 0,0 0 1 0 0,0 0-1 0 0,-1 0 0 0 0,1 0 0 0 0,0 0 1 0 0,1 0-1 0 0,-1 0 0 0 0,0 0 1 0 0,1 3-1 0 0,0-4-49 0 0,0-1 1 0 0,0 1 0 0 0,0-1-1 0 0,0 1 1 0 0,-1-1-1 0 0,1 0 1 0 0,0 1 0 0 0,0-1-1 0 0,0 0 1 0 0,0 0-1 0 0,0 0 1 0 0,0 0 0 0 0,0 1-1 0 0,0-1 1 0 0,0-1-1 0 0,0 1 1 0 0,1 0 0 0 0,2 0 15 0 0,3 1 2 0 0,0 0 0 0 0,0 1 0 0 0,0 0 1 0 0,0 0-1 0 0,11 6 0 0 0,-10-5-7 0 0,-1 0 0 0 0,1 0-1 0 0,0-1 1 0 0,13 3 0 0 0,7-3 151 0 0,38-2 0 0 0,-38-1-1432 0 0,41 4 1 0 0,-63-2-1117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7"/>
    </inkml:context>
    <inkml:brush xml:id="br0">
      <inkml:brushProperty name="width" value="0.05" units="cm"/>
      <inkml:brushProperty name="height" value="0.05" units="cm"/>
    </inkml:brush>
  </inkml:definitions>
  <inkml:trace contextRef="#ctx0" brushRef="#br0">16 85 2361 0 0,'-15'-20'3618'0'0,"15"19"-3570"0"0,0-1 1 0 0,0 1 0 0 0,0-1 0 0 0,0 1 0 0 0,1-1 0 0 0,-1 1-1 0 0,1-1 1 0 0,-1 1 0 0 0,1-1 0 0 0,-1 1 0 0 0,1-1-1 0 0,0 1 1 0 0,0 0 0 0 0,0-1 0 0 0,0 1 0 0 0,0 0 0 0 0,0 0-1 0 0,0-1 1 0 0,2 0 0 0 0,27-14 543 0 0,-9 5-365 0 0,-20 10-227 0 0,1 0 1 0 0,-1 1-1 0 0,0-1 0 0 0,0 0 1 0 0,1 0-1 0 0,-1 1 1 0 0,0-1-1 0 0,1 1 1 0 0,-1-1-1 0 0,1 1 1 0 0,-1 0-1 0 0,0-1 1 0 0,1 1-1 0 0,-1 0 0 0 0,1 0 1 0 0,-1 0-1 0 0,1 0 1 0 0,-1 0-1 0 0,1 0 1 0 0,-1 1-1 0 0,1-1 1 0 0,-1 0-1 0 0,2 1 1 0 0,-1 0 27 0 0,-1 1 0 0 0,0-1 0 0 0,1 0 0 0 0,-1 0 0 0 0,0 1 0 0 0,0-1 0 0 0,1 1 0 0 0,-1-1 0 0 0,0 1 0 0 0,0-1 0 0 0,-1 1 0 0 0,1 0 0 0 0,0-1 0 0 0,-1 1 0 0 0,2 3 0 0 0,-1 2 124 0 0,1 0-1 0 0,-1 0 0 0 0,-1 1 0 0 0,1-1 0 0 0,-1 0 0 0 0,0 0 1 0 0,-1 1-1 0 0,-2 8 0 0 0,2-11 6 0 0,0 0 1 0 0,-1 0-1 0 0,0 0 1 0 0,0 0-1 0 0,0-1 0 0 0,-1 1 1 0 0,1-1-1 0 0,-1 1 0 0 0,0-1 1 0 0,-1 0-1 0 0,-4 5 0 0 0,0 3 339 0 0,8-12-491 0 0,0 1 1 0 0,0-1 0 0 0,0 0-1 0 0,0 0 1 0 0,0 1-1 0 0,0-1 1 0 0,0 0 0 0 0,1 0-1 0 0,-1 0 1 0 0,0 1-1 0 0,0-1 1 0 0,0 0 0 0 0,0 0-1 0 0,0 1 1 0 0,0-1-1 0 0,1 0 1 0 0,-1 0 0 0 0,0 0-1 0 0,0 0 1 0 0,0 1-1 0 0,1-1 1 0 0,-1 0 0 0 0,0 0-1 0 0,0 0 1 0 0,0 0-1 0 0,1 0 1 0 0,-1 0-1 0 0,0 1 1 0 0,0-1 0 0 0,1 0-1 0 0,-1 0 1 0 0,28 0-11 0 0,-22 0 32 0 0,50-6-42 0 0,75-17 0 0 0,-33 4-355 0 0,-57 13-959 0 0,-6 0-1903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8"/>
    </inkml:context>
    <inkml:brush xml:id="br0">
      <inkml:brushProperty name="width" value="0.05" units="cm"/>
      <inkml:brushProperty name="height" value="0.05" units="cm"/>
      <inkml:brushProperty name="color" value="#E71224"/>
    </inkml:brush>
  </inkml:definitions>
  <inkml:trace contextRef="#ctx0" brushRef="#br0">72 293 640 0 0,'-2'-10'4927'0'0,"-1"-4"-3865"0"0,-3-12-268 0 0,1 0-1 0 0,2-1 0 0 0,-1-30 0 0 0,2 13 123 0 0,-1-32 1241 0 0,3 75-2132 0 0,0 1-1 0 0,0-1 1 0 0,0 1 0 0 0,0-1 0 0 0,0 1-1 0 0,0 0 1 0 0,0-1 0 0 0,0 1 0 0 0,0-1-1 0 0,-1 1 1 0 0,1-1 0 0 0,0 1 0 0 0,0-1 0 0 0,0 1-1 0 0,-1-1 1 0 0,1 1 0 0 0,0 0 0 0 0,-1-1-1 0 0,1 1 1 0 0,0 0 0 0 0,-1-1 0 0 0,1 1 0 0 0,0 0-1 0 0,-1-1 1 0 0,1 1 0 0 0,-1 0 0 0 0,1 0-1 0 0,0-1 1 0 0,-1 1 0 0 0,1 0 0 0 0,-1 0 0 0 0,1 0-1 0 0,-1 0 1 0 0,0 0-17 0 0,1 0 1 0 0,-1 0-1 0 0,1 0 0 0 0,-1 0 0 0 0,1 1 1 0 0,-1-1-1 0 0,1 0 0 0 0,-1 0 0 0 0,1 1 1 0 0,0-1-1 0 0,-1 0 0 0 0,1 1 1 0 0,-1-1-1 0 0,1 0 0 0 0,0 1 0 0 0,-1-1 1 0 0,1 0-1 0 0,0 1 0 0 0,0-1 0 0 0,-1 1 1 0 0,1-1-1 0 0,0 1 0 0 0,0-1 1 0 0,0 1-1 0 0,-1-1 0 0 0,1 1 0 0 0,0-1 1 0 0,0 1-1 0 0,0-1 0 0 0,0 1 0 0 0,0-1 1 0 0,0 1-1 0 0,0-1 0 0 0,0 1 0 0 0,0-1 1 0 0,1 1-1 0 0,3 97 19 0 0,-1 40 103 0 0,-9-73 547 0 0,-2 27-163 0 0,7-76-465 0 0,0-1 1 0 0,-2 0-1 0 0,-6 26 0 0 0,5-28-68 0 0,4-5-2297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9"/>
    </inkml:context>
    <inkml:brush xml:id="br0">
      <inkml:brushProperty name="width" value="0.05" units="cm"/>
      <inkml:brushProperty name="height" value="0.05" units="cm"/>
      <inkml:brushProperty name="color" value="#E71224"/>
    </inkml:brush>
  </inkml:definitions>
  <inkml:trace contextRef="#ctx0" brushRef="#br0">40 65 4329 0 0,'-27'-2'6519'0'0,"26"2"-6409"0"0,0-1 1 0 0,0 1 0 0 0,0-1-1 0 0,0 1 1 0 0,1-1 0 0 0,-1 1-1 0 0,0-1 1 0 0,0 0 0 0 0,1 0-1 0 0,-1 1 1 0 0,1-1 0 0 0,-1 0-1 0 0,0 0 1 0 0,1 1 0 0 0,-1-1 0 0 0,1 0-1 0 0,-1-1 1 0 0,3 0 481 0 0,3 8-444 0 0,4 8-117 0 0,-1 1 0 0 0,-1 1 0 0 0,9 27 0 0 0,-10-24 94 0 0,16 32 1 0 0,-14-35-58 0 0,-5-10 61 0 0,0-1 1 0 0,0 0-1 0 0,0 0 1 0 0,0 0-1 0 0,7 8 1 0 0,-8-11-80 0 0,0-1 0 0 0,0 1 0 0 0,0-1 0 0 0,0 0 0 0 0,0 1 1 0 0,1-1-1 0 0,-1 0 0 0 0,0 0 0 0 0,0-1 0 0 0,1 1 0 0 0,-1 0 1 0 0,1-1-1 0 0,-1 0 0 0 0,0 1 0 0 0,1-1 0 0 0,-1 0 0 0 0,1 0 1 0 0,2 0-1 0 0,-2-1-14 0 0,0 1 1 0 0,0-1-1 0 0,0 1 1 0 0,0-1 0 0 0,0 0-1 0 0,0 0 1 0 0,-1 0-1 0 0,1-1 1 0 0,0 1 0 0 0,0 0-1 0 0,-1-1 1 0 0,1 0-1 0 0,-1 0 1 0 0,0 0 0 0 0,1 0-1 0 0,-1 0 1 0 0,2-3-1 0 0,3-4 24 0 0,-1 0-1 0 0,-1 0 1 0 0,8-16-1 0 0,4-9 105 0 0,12-9 55 0 0,30-55 146 0 0,-57 96-422 0 0,-1-1 1 0 0,1 0-1 0 0,-1 1 0 0 0,1 0 1 0 0,0-1-1 0 0,0 1 0 0 0,3-3 0 0 0,4-1-5614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0"/>
    </inkml:context>
    <inkml:brush xml:id="br0">
      <inkml:brushProperty name="width" value="0.05" units="cm"/>
      <inkml:brushProperty name="height" value="0.05" units="cm"/>
      <inkml:brushProperty name="color" value="#E71224"/>
    </inkml:brush>
  </inkml:definitions>
  <inkml:trace contextRef="#ctx0" brushRef="#br0">142 186 1712 0 0,'-4'-186'11339'0'0,"-1"216"-9676"0"0,-1 7-1469 0 0,-3 48 0 0 0,9 198-38 0 0,-4-250 411 0 0,4-31-510 0 0,0-1 1 0 0,-1 1-1 0 0,1 0 0 0 0,-1-1 1 0 0,0 1-1 0 0,1-1 0 0 0,-1 0 1 0 0,0 1-1 0 0,0-1 0 0 0,0 1 1 0 0,0-1-1 0 0,0 0 0 0 0,0 0 1 0 0,0 0-1 0 0,-1 0 0 0 0,1 0 1 0 0,-3 2-1 0 0,3-3-44 0 0,1 0 26 0 0,-1 1-34 0 0,1 1 3 0 0,0-1 0 0 0,0 0-1 0 0,-1 0 1 0 0,1 0 0 0 0,-1 0 0 0 0,1 0-1 0 0,-1 0 1 0 0,0 0 0 0 0,1 0 0 0 0,-1 0-1 0 0,0 0 1 0 0,0 0 0 0 0,1 0 0 0 0,-1 0-1 0 0,0-1 1 0 0,0 1 0 0 0,0 0 0 0 0,0-1-1 0 0,-1 2 1 0 0,-28 13 12 0 0,14-7-45 0 0,10-5 56 0 0,5-3-29 0 0,-1 1 0 0 0,0 0 0 0 0,0 0-1 0 0,0 0 1 0 0,0 0 0 0 0,1 0 0 0 0,-1 0 0 0 0,1 1 0 0 0,-1-1-1 0 0,1 0 1 0 0,-1 1 0 0 0,1-1 0 0 0,0 1 0 0 0,-1 0 0 0 0,1-1-1 0 0,-1 4 1 0 0,28-5 81 0 0,24-4 5 0 0,-1-1 1 0 0,67-17-1 0 0,-114 21-144 0 0,0 1 0 0 0,0-1 0 0 0,0 0 0 0 0,0 0-1 0 0,0 0 1 0 0,-1 0 0 0 0,1 0 0 0 0,-1-1-1 0 0,1 1 1 0 0,-1 0 0 0 0,1-1 0 0 0,-1 1 0 0 0,0-1-1 0 0,3-2 1 0 0,-3 1-570 0 0,1 0 1 0 0,-1 0-1 0 0,1 0 0 0 0,-1 0 1 0 0,0 0-1 0 0,0 0 0 0 0,0 0 0 0 0,1-5 1 0 0,-2 2-2437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1"/>
    </inkml:context>
    <inkml:brush xml:id="br0">
      <inkml:brushProperty name="width" value="0.05" units="cm"/>
      <inkml:brushProperty name="height" value="0.05" units="cm"/>
      <inkml:brushProperty name="color" value="#E71224"/>
    </inkml:brush>
  </inkml:definitions>
  <inkml:trace contextRef="#ctx0" brushRef="#br0">26 196 7442 0 0,'-10'-13'3958'0'0,"8"8"-3644"0"0,0 1 0 0 0,0-1 0 0 0,0 0 0 0 0,0 1 0 0 0,1-1 0 0 0,-1 0-1 0 0,1 0 1 0 0,1 0 0 0 0,-1 0 0 0 0,1 0 0 0 0,0-10 0 0 0,1 5-127 0 0,1 1 0 0 0,0 0 0 0 0,1 0 0 0 0,0 0 0 0 0,6-12 0 0 0,-8 19-183 0 0,0 0 0 0 0,1 1 0 0 0,0-1 0 0 0,-1 0 0 0 0,1 0 0 0 0,0 1 1 0 0,0-1-1 0 0,0 1 0 0 0,0 0 0 0 0,0-1 0 0 0,0 1 0 0 0,0 0 0 0 0,1 0 0 0 0,3-1 0 0 0,10-5 17 0 0,-10 4-39 0 0,0 0 0 0 0,0 1-1 0 0,0 0 1 0 0,0 0-1 0 0,1 0 1 0 0,-1 1-1 0 0,1 0 1 0 0,-1 0-1 0 0,0 1 1 0 0,1 0-1 0 0,-1 0 1 0 0,1 0-1 0 0,-1 1 1 0 0,1 0-1 0 0,8 2 1 0 0,8 3-2285 0 0,0 2 0 0 0,39 17 0 0 0,-46-18-55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2"/>
    </inkml:context>
    <inkml:brush xml:id="br0">
      <inkml:brushProperty name="width" value="0.05" units="cm"/>
      <inkml:brushProperty name="height" value="0.05" units="cm"/>
      <inkml:brushProperty name="color" value="#E71224"/>
    </inkml:brush>
  </inkml:definitions>
  <inkml:trace contextRef="#ctx0" brushRef="#br0">217 44 8050 0 0,'0'0'428'0'0,"-6"-7"4323"0"0,-6-7-3197 0 0,10 12-1529 0 0,0 0 0 0 0,-1 0 1 0 0,1 0-1 0 0,0 0 0 0 0,-1 0 0 0 0,1 1 0 0 0,-1-1 0 0 0,1 1 0 0 0,-1 0 1 0 0,1 0-1 0 0,-1 0 0 0 0,0 0 0 0 0,0 0 0 0 0,0 1 0 0 0,1-1 0 0 0,-1 1 1 0 0,0-1-1 0 0,0 1 0 0 0,0 0 0 0 0,0 0 0 0 0,0 1 0 0 0,0-1 0 0 0,0 1 1 0 0,1-1-1 0 0,-1 1 0 0 0,0 0 0 0 0,0 0 0 0 0,1 0 0 0 0,-1 0 0 0 0,1 1 0 0 0,-1-1 1 0 0,1 1-1 0 0,-1-1 0 0 0,1 1 0 0 0,0 0 0 0 0,0 0 0 0 0,0 0 0 0 0,0 0 1 0 0,0 0-1 0 0,0 1 0 0 0,0-1 0 0 0,1 1 0 0 0,-1-1 0 0 0,1 1 0 0 0,0-1 1 0 0,-2 6-1 0 0,-14 36 40 0 0,9-26-21 0 0,-10 36-1 0 0,0-7 99 0 0,13-37-72 0 0,0 1 0 0 0,-6 21-1 0 0,10-29-57 0 0,1 1 1 0 0,-1-1-1 0 0,1 0 0 0 0,0 0 1 0 0,0 0-1 0 0,0 1 0 0 0,0-1 1 0 0,0 0-1 0 0,1 0 0 0 0,-1 0 0 0 0,1 0 1 0 0,0 0-1 0 0,0 0 0 0 0,0 0 1 0 0,2 4-1 0 0,-1-5-3 0 0,0 1 1 0 0,0-1 0 0 0,0 0-1 0 0,0 0 1 0 0,0 0-1 0 0,0-1 1 0 0,1 1-1 0 0,-1 0 1 0 0,1-1-1 0 0,-1 1 1 0 0,1-1-1 0 0,-1 0 1 0 0,1 0-1 0 0,0 0 1 0 0,-1 0 0 0 0,1-1-1 0 0,5 2 1 0 0,2-1 29 0 0,1 0 0 0 0,0 0 1 0 0,14-1-1 0 0,-15-2-192 0 0,1 1-1 0 0,-1-2 0 0 0,1 1 0 0 0,-1-2 0 0 0,0 1 1 0 0,0-1-1 0 0,0-1 0 0 0,-1 0 0 0 0,15-10 1 0 0,-19 12-521 0 0,-1-2 1 0 0,0 1 0 0 0,0 0 0 0 0,7-10 0 0 0,1-4-2008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3"/>
    </inkml:context>
    <inkml:brush xml:id="br0">
      <inkml:brushProperty name="width" value="0.05" units="cm"/>
      <inkml:brushProperty name="height" value="0.05" units="cm"/>
      <inkml:brushProperty name="color" value="#E71224"/>
    </inkml:brush>
  </inkml:definitions>
  <inkml:trace contextRef="#ctx0" brushRef="#br0">35 2 7882 0 0,'-30'-1'5812'0'0,"25"0"-4562"0"0,20 1-413 0 0,-13 0-825 0 0,-1 1 0 0 0,0-1 0 0 0,0 0 0 0 0,0 1 1 0 0,0-1-1 0 0,1 1 0 0 0,-1-1 0 0 0,0 1 0 0 0,0 0 0 0 0,0-1 0 0 0,0 1 1 0 0,0 0-1 0 0,0 0 0 0 0,0-1 0 0 0,-1 1 0 0 0,1 0 0 0 0,0 0 1 0 0,0 0-1 0 0,-1 0 0 0 0,1 0 0 0 0,0 1 0 0 0,-1-1 0 0 0,1 0 1 0 0,-1 1-1 0 0,11 31 43 0 0,-11-32-48 0 0,3 14 20 0 0,-1 0-1 0 0,-1-1 0 0 0,0 1 0 0 0,-1 0 1 0 0,0 0-1 0 0,-1 0 0 0 0,-4 18 0 0 0,-31 101 576 0 0,25-98-223 0 0,11-35-374 0 0,-1 0 0 0 0,1 0-1 0 0,0 0 1 0 0,0 0 0 0 0,-1 0-1 0 0,1 0 1 0 0,0 1-1 0 0,0-1 1 0 0,0 0 0 0 0,0 0-1 0 0,0 0 1 0 0,0 0 0 0 0,0 0-1 0 0,1 2 1 0 0,-1-3-1 0 0,0 0 1 0 0,1 1-1 0 0,-1-1 1 0 0,0 0-1 0 0,0 0 1 0 0,1 0-1 0 0,-1 1 1 0 0,0-1-1 0 0,1 0 1 0 0,-1 0-1 0 0,0 0 1 0 0,0 1-1 0 0,1-1 1 0 0,-1 0-1 0 0,0 0 1 0 0,1 0-1 0 0,-1 0 1 0 0,0 0-1 0 0,1 0 1 0 0,-1 0-1 0 0,0 0 1 0 0,1 0-1 0 0,-1 0 1 0 0,1 0-1 0 0,-1 0 1 0 0,0 0-1 0 0,1 0 1 0 0,-1 0-1 0 0,5-2 32 0 0,0 1 0 0 0,0-1-1 0 0,-1-1 1 0 0,9-4-1 0 0,-7 3-57 0 0,17-9 96 0 0,5-3-105 0 0,34-14 1 0 0,-52 26 168 0 0,1 0 1 0 0,0 1 0 0 0,0 0-1 0 0,0 1 1 0 0,1 0 0 0 0,22-1-1 0 0,-34 4-140 0 0,0-1 0 0 0,1 0 0 0 0,-1 0 0 0 0,0 1 0 0 0,0-1-1 0 0,1 0 1 0 0,-1 1 0 0 0,0-1 0 0 0,0 0 0 0 0,1 1 0 0 0,-1-1-1 0 0,0 0 1 0 0,0 1 0 0 0,0-1 0 0 0,0 1 0 0 0,0-1 0 0 0,1 0-1 0 0,-1 1 1 0 0,0-1 0 0 0,0 1 0 0 0,0-1 0 0 0,0 1 0 0 0,0-1-1 0 0,0 0 1 0 0,0 1 0 0 0,-1-1 0 0 0,1 1 0 0 0,0-1 0 0 0,0 1-1 0 0,0 3-2077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4"/>
    </inkml:context>
    <inkml:brush xml:id="br0">
      <inkml:brushProperty name="width" value="0.05" units="cm"/>
      <inkml:brushProperty name="height" value="0.05" units="cm"/>
      <inkml:brushProperty name="color" value="#E71224"/>
    </inkml:brush>
  </inkml:definitions>
  <inkml:trace contextRef="#ctx0" brushRef="#br0">0 304 912 0 0,'0'0'306'0'0,"0"-11"2968"0"0,0-246 5017 0 0,14 254-8138 0 0,-14-30 1230 0 0,0 34-1335 0 0,-1 29 303 0 0,0-23-350 0 0,0-1 1 0 0,0 0-1 0 0,0 0 1 0 0,1 1 0 0 0,0-1-1 0 0,0 0 1 0 0,1 1-1 0 0,0-1 1 0 0,2 9-1 0 0,-1-2-7 0 0,10 66 86 0 0,-2-15 689 0 0,3 99 1 0 0,-16-134-563 0 0,0-19-3324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5"/>
    </inkml:context>
    <inkml:brush xml:id="br0">
      <inkml:brushProperty name="width" value="0.05" units="cm"/>
      <inkml:brushProperty name="height" value="0.05" units="cm"/>
      <inkml:brushProperty name="color" value="#E71224"/>
    </inkml:brush>
  </inkml:definitions>
  <inkml:trace contextRef="#ctx0" brushRef="#br0">46 87 2489 0 0,'-2'-9'5188'0'0,"-5"-9"-2269"0"0,-25-41 1045 0 0,32 59-3957 0 0,0 0-1 0 0,0 0 1 0 0,0 0-1 0 0,0 0 1 0 0,0 0-1 0 0,0 0 1 0 0,0 0-1 0 0,0 0 1 0 0,0 0-1 0 0,0 0 1 0 0,0 0-1 0 0,0 1 1 0 0,0-1-1 0 0,0 0 1 0 0,0 0-1 0 0,0 0 1 0 0,0 0-1 0 0,0 0 1 0 0,0 0-1 0 0,0 0 1 0 0,0 0-1 0 0,0 0 1 0 0,0 0-1 0 0,0 0 1 0 0,0 0-1 0 0,0 1 1 0 0,0-1-1 0 0,0 0 1 0 0,0 0-1 0 0,0 0 1 0 0,0 0-1 0 0,-1 0 1 0 0,1 0-1 0 0,0 0 1 0 0,0 0-1 0 0,0 0 1 0 0,0 0-1 0 0,0 0 1 0 0,0 0-1 0 0,0 0 1 0 0,0 0-1 0 0,0 0 1 0 0,0 0-1 0 0,0 0 1 0 0,0 0-1 0 0,-1 0 1 0 0,1 0-1 0 0,0 0 1 0 0,0 0-1 0 0,0 0 1 0 0,0 0-1 0 0,0 0 1 0 0,0 0-1 0 0,0 0 1 0 0,0 0-1 0 0,0 0 1 0 0,0 0-1 0 0,0 0 1 0 0,0 0-1 0 0,-1 0 1 0 0,1 0-1 0 0,0 0 1 0 0,0 0-1 0 0,0 0 1 0 0,0 0-1 0 0,0 0 1 0 0,0 0-1 0 0,-1 13 76 0 0,2 16-49 0 0,5 16 127 0 0,-1-7 474 0 0,1 42 1 0 0,-6-79-610 0 0,0-1-1 0 0,0 1 0 0 0,0 0 1 0 0,0-1-1 0 0,0 1 1 0 0,0 0-1 0 0,0-1 1 0 0,0 1-1 0 0,1 0 0 0 0,-1-1 1 0 0,0 1-1 0 0,0-1 1 0 0,1 1-1 0 0,-1-1 0 0 0,0 1 1 0 0,1 0-1 0 0,-1-1 1 0 0,1 1-1 0 0,-1-1 1 0 0,0 1-1 0 0,1-1 0 0 0,-1 0 1 0 0,1 1-1 0 0,0-1 1 0 0,-1 0-1 0 0,1 1 0 0 0,-1-1 1 0 0,1 0-1 0 0,-1 1 1 0 0,1-1-1 0 0,0 0 1 0 0,-1 0-1 0 0,1 0 0 0 0,0 0 1 0 0,-1 0-1 0 0,1 0 1 0 0,0 0-1 0 0,-1 0 0 0 0,1 0 1 0 0,-1 0-1 0 0,1 0 1 0 0,0 0-1 0 0,-1 0 1 0 0,1 0-1 0 0,0 0 0 0 0,-1-1 1 0 0,1 1-1 0 0,-1 0 1 0 0,1 0-1 0 0,0-1 0 0 0,3-1 33 0 0,0 1-1 0 0,0-1 1 0 0,0 0-1 0 0,0 0 1 0 0,0-1-1 0 0,4-3 1 0 0,0-3-29 0 0,-1 0 1 0 0,0-1 0 0 0,-1 1 0 0 0,0-1 0 0 0,6-13 0 0 0,-1 2 16 0 0,-4 6-240 0 0,-7 13-196 0 0,1 0 0 0 0,0 0 1 0 0,0 0-1 0 0,0-1 1 0 0,0 1-1 0 0,0 1 1 0 0,1-1-1 0 0,-1 0 0 0 0,0 0 1 0 0,1 0-1 0 0,0 1 1 0 0,1-3-1 0 0,2 1-2587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6"/>
    </inkml:context>
    <inkml:brush xml:id="br0">
      <inkml:brushProperty name="width" value="0.05" units="cm"/>
      <inkml:brushProperty name="height" value="0.05" units="cm"/>
      <inkml:brushProperty name="color" value="#E71224"/>
    </inkml:brush>
  </inkml:definitions>
  <inkml:trace contextRef="#ctx0" brushRef="#br0">70 156 2513 0 0,'-1'-11'3454'0'0,"0"0"-2788"0"0,-8-123 6999 0 0,2 184-7341 0 0,0-14-251 0 0,-2 99 93 0 0,-13 103 84 0 0,21-233-102 0 0,0 1 1 0 0,0-1-1 0 0,-1 0 0 0 0,0 0 1 0 0,-4 9-1 0 0,8-16-121 0 0,0 0 1 0 0,0 0-1 0 0,0 0 1 0 0,1 0 0 0 0,-1 1-1 0 0,1-1 1 0 0,-1 1-1 0 0,1-1 1 0 0,0 1-1 0 0,0 0 1 0 0,-1 0 0 0 0,1 0-1 0 0,0 0 1 0 0,4 0-1 0 0,4-1 2 0 0,-1 0 0 0 0,22-1 0 0 0,-20 3-228 0 0,19 0 409 0 0,-30 0-562 0 0,1 0 1 0 0,-1-1 0 0 0,0 1 0 0 0,0 0-1 0 0,1 0 1 0 0,-1-1 0 0 0,0 1 0 0 0,0-1-1 0 0,0 1 1 0 0,0-1 0 0 0,0 0 0 0 0,0 1-1 0 0,0-1 1 0 0,0 0 0 0 0,0 0 0 0 0,0 0-1 0 0,0 0 1 0 0,0 0 0 0 0,0 0 0 0 0,0-1-1 0 0,1-1-2302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7"/>
    </inkml:context>
    <inkml:brush xml:id="br0">
      <inkml:brushProperty name="width" value="0.05" units="cm"/>
      <inkml:brushProperty name="height" value="0.05" units="cm"/>
      <inkml:brushProperty name="color" value="#E71224"/>
    </inkml:brush>
  </inkml:definitions>
  <inkml:trace contextRef="#ctx0" brushRef="#br0">24 100 7290 0 0,'-1'0'260'0'0,"0"0"1"0"0,1 0-1 0 0,-1 0 1 0 0,0 0-1 0 0,1 0 1 0 0,-1-1-1 0 0,0 1 1 0 0,1 0-1 0 0,-1 0 1 0 0,0-1-1 0 0,1 1 1 0 0,-1 0-1 0 0,0-1 1 0 0,1 1-1 0 0,-1-1 1 0 0,1 1-1 0 0,-1-1 1 0 0,1 1-1 0 0,-1-1 1 0 0,0 0-1 0 0,-6-17 1356 0 0,6 14-1542 0 0,0-1 0 0 0,1 1 0 0 0,-1 0 0 0 0,1 0 1 0 0,0 0-1 0 0,1-9 0 0 0,0 11-60 0 0,0 0 0 0 0,-1 0 0 0 0,1 0 0 0 0,0 0 0 0 0,0 0 1 0 0,0 1-1 0 0,1-1 0 0 0,-1 0 0 0 0,0 1 0 0 0,1-1 0 0 0,-1 1 0 0 0,1-1 0 0 0,-1 1 0 0 0,1-1 0 0 0,0 1 0 0 0,0 0 0 0 0,-1 0 0 0 0,1 0 0 0 0,0 0 0 0 0,0 0 1 0 0,0 1-1 0 0,0-1 0 0 0,0 0 0 0 0,0 1 0 0 0,3-1 0 0 0,-1 1-535 0 0,1-1-1 0 0,0 0 1 0 0,-1 1 0 0 0,1 0 0 0 0,0 0-1 0 0,-1 1 1 0 0,1-1 0 0 0,-1 1 0 0 0,1 0 0 0 0,6 3-1 0 0,-4-1-2540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8"/>
    </inkml:context>
    <inkml:brush xml:id="br0">
      <inkml:brushProperty name="width" value="0.05" units="cm"/>
      <inkml:brushProperty name="height" value="0.05" units="cm"/>
      <inkml:brushProperty name="color" value="#E71224"/>
    </inkml:brush>
  </inkml:definitions>
  <inkml:trace contextRef="#ctx0" brushRef="#br0">91 27 7402 0 0,'0'0'509'0'0,"-7"-15"2924"0"0,7 14-3390 0 0,0 1 0 0 0,0 0 0 0 0,0-1 0 0 0,0 1 1 0 0,0-1-1 0 0,0 1 0 0 0,0 0 0 0 0,0-1 0 0 0,0 1 0 0 0,0-1 0 0 0,0 1 1 0 0,0 0-1 0 0,0-1 0 0 0,0 1 0 0 0,0 0 0 0 0,0-1 0 0 0,0 1 0 0 0,-1-1 1 0 0,1 1-1 0 0,0 0 0 0 0,0-1 0 0 0,0 1 0 0 0,-1 0 0 0 0,1 0 0 0 0,0-1 1 0 0,-1 1-1 0 0,1 0 0 0 0,0-1 0 0 0,-1 1 0 0 0,-8 7 564 0 0,-4 15-406 0 0,0 7-56 0 0,1 1 1 0 0,-11 43-1 0 0,20-61-66 0 0,1 1 1 0 0,0 0-1 0 0,0-1 1 0 0,2 1-1 0 0,-1 0 0 0 0,1 0 1 0 0,1-1-1 0 0,5 24 0 0 0,-6-34-51 0 0,1-1-1 0 0,0 1 1 0 0,0-1-1 0 0,0 1 1 0 0,0-1-1 0 0,0 0 0 0 0,1 1 1 0 0,-1-1-1 0 0,0 0 1 0 0,1 0-1 0 0,-1 0 1 0 0,1 0-1 0 0,-1 0 0 0 0,1 0 1 0 0,-1 0-1 0 0,1 0 1 0 0,2 0-1 0 0,29 8 597 0 0,-27-9-499 0 0,1 0-1 0 0,-1 0 0 0 0,0 0 1 0 0,1-1-1 0 0,-1 0 1 0 0,0-1-1 0 0,8-2 1 0 0,14-8-928 0 0,-26 10 144 0 0,0 1 1 0 0,0-1 0 0 0,1 0 0 0 0,-1 0 0 0 0,0 0-1 0 0,-1 0 1 0 0,4-3 0 0 0,-2 0-1485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9"/>
    </inkml:context>
    <inkml:brush xml:id="br0">
      <inkml:brushProperty name="width" value="0.05" units="cm"/>
      <inkml:brushProperty name="height" value="0.05" units="cm"/>
      <inkml:brushProperty name="color" value="#E71224"/>
    </inkml:brush>
  </inkml:definitions>
  <inkml:trace contextRef="#ctx0" brushRef="#br0">7 30 8986 0 0,'0'0'271'0'0,"-7"-2"4851"0"0,9 1-5061 0 0,0-1-1 0 0,0 1 1 0 0,0 0-1 0 0,1 0 1 0 0,-1 0 0 0 0,0 0-1 0 0,0 0 1 0 0,3-1-1 0 0,9-3-1207 0 0,-3-4-4483 0 0,-10 6 3452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0"/>
    </inkml:context>
    <inkml:brush xml:id="br0">
      <inkml:brushProperty name="width" value="0.05" units="cm"/>
      <inkml:brushProperty name="height" value="0.05" units="cm"/>
      <inkml:brushProperty name="color" value="#E71224"/>
    </inkml:brush>
  </inkml:definitions>
  <inkml:trace contextRef="#ctx0" brushRef="#br0">15 48 8538 0 0,'-15'-4'5869'0'0,"15"2"-5863"0"0,0 0-1 0 0,1 0 1 0 0,-1 0 0 0 0,1 0-1 0 0,-1 1 1 0 0,1-1-1 0 0,0 0 1 0 0,-1 0 0 0 0,1 1-1 0 0,0-1 1 0 0,0 0-1 0 0,0 1 1 0 0,1-1 0 0 0,-1 1-1 0 0,0 0 1 0 0,0-1 0 0 0,1 1-1 0 0,-1 0 1 0 0,1 0-1 0 0,-1-1 1 0 0,1 1 0 0 0,-1 1-1 0 0,1-1 1 0 0,0 0-1 0 0,0 0 1 0 0,2 0 0 0 0,19-3-6815 0 0,-19 4 4380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1"/>
    </inkml:context>
    <inkml:brush xml:id="br0">
      <inkml:brushProperty name="width" value="0.05" units="cm"/>
      <inkml:brushProperty name="height" value="0.05" units="cm"/>
      <inkml:brushProperty name="color" value="#E71224"/>
    </inkml:brush>
  </inkml:definitions>
  <inkml:trace contextRef="#ctx0" brushRef="#br0">12 27 3897 0 0,'0'0'3063'0'0,"-11"-6"2588"0"0,11 5-5603 0 0,0 0 0 0 0,1 0 0 0 0,-1 0 1 0 0,0 0-1 0 0,0 0 0 0 0,1 0 0 0 0,-1 0 0 0 0,1 0 1 0 0,-1 0-1 0 0,1 1 0 0 0,-1-1 0 0 0,1 0 1 0 0,0 0-1 0 0,-1 0 0 0 0,1 1 0 0 0,0-1 0 0 0,0 0 1 0 0,0 1-1 0 0,-1-1 0 0 0,1 1 0 0 0,0-1 1 0 0,0 1-1 0 0,0-1 0 0 0,0 1 0 0 0,0 0 0 0 0,0-1 1 0 0,0 1-1 0 0,0 0 0 0 0,0 0 0 0 0,0 0 1 0 0,2 0-1 0 0,-2-1-23 0 0,0 1 1 0 0,0 0-1 0 0,1 0 1 0 0,-1 0-1 0 0,0 0 0 0 0,0 0 1 0 0,0 0-1 0 0,1 1 1 0 0,-1-1-1 0 0,0 0 1 0 0,0 1-1 0 0,0-1 0 0 0,0 1 1 0 0,1-1-1 0 0,-1 1 1 0 0,0-1-1 0 0,0 1 0 0 0,0 0 1 0 0,0-1-1 0 0,0 1 1 0 0,0 0-1 0 0,-1 0 1 0 0,1 0-1 0 0,0 0 0 0 0,0 0 1 0 0,-1 0-1 0 0,1 0 1 0 0,0 1-1 0 0,2 5 4 0 0,-1 0-1 0 0,-1-1 1 0 0,1 1 0 0 0,-1 0-1 0 0,-1 0 1 0 0,1 0-1 0 0,-1 0 1 0 0,-1 11 0 0 0,-2 2 65 0 0,-8 31 0 0 0,-2 14 511 0 0,12-64-570 0 0,1 0 1 0 0,0 0-1 0 0,0 0 0 0 0,0 0 0 0 0,-1 0 1 0 0,1 0-1 0 0,0 0 0 0 0,0 0 0 0 0,1 0 1 0 0,-1 0-1 0 0,0 0 0 0 0,0 0 0 0 0,0 0 1 0 0,1-1-1 0 0,-1 1 0 0 0,0 0 0 0 0,1 0 1 0 0,-1 0-1 0 0,1 0 0 0 0,-1 0 0 0 0,1-1 1 0 0,-1 1-1 0 0,1 0 0 0 0,-1 0 0 0 0,1-1 1 0 0,0 1-1 0 0,0 0 0 0 0,-1-1 0 0 0,1 1 1 0 0,0-1-1 0 0,2 2 0 0 0,-1-2-8 0 0,1 1-1 0 0,0-1 0 0 0,0 0 0 0 0,0 1 1 0 0,0-2-1 0 0,-1 1 0 0 0,1 0 1 0 0,0 0-1 0 0,0-1 0 0 0,3 0 1 0 0,18-7-619 0 0,0 0 1 0 0,38-19-1 0 0,-59 25 277 0 0,10-4-2240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2"/>
    </inkml:context>
    <inkml:brush xml:id="br0">
      <inkml:brushProperty name="width" value="0.05" units="cm"/>
      <inkml:brushProperty name="height" value="0.05" units="cm"/>
      <inkml:brushProperty name="color" value="#E71224"/>
    </inkml:brush>
  </inkml:definitions>
  <inkml:trace contextRef="#ctx0" brushRef="#br0">90 127 160 0 0,'5'-19'4821'0'0,"2"-3"-756"0"0,-7 20-3996 0 0,0-2 201 0 0,-1 0-1 0 0,1 0 1 0 0,0 0-1 0 0,0 1 1 0 0,1-1-1 0 0,-1 0 1 0 0,1 0-1 0 0,0 1 0 0 0,0-1 1 0 0,0 0-1 0 0,0 1 1 0 0,1-1-1 0 0,-1 1 1 0 0,1 0-1 0 0,0-1 1 0 0,5-5-1 0 0,-7 9-223 0 0,0 0 1 0 0,0 0-1 0 0,1-1 0 0 0,-1 1 0 0 0,0 0 0 0 0,0-1 0 0 0,1 1 1 0 0,-1 0-1 0 0,0-1 0 0 0,0 1 0 0 0,0 0 0 0 0,0-1 0 0 0,0 1 1 0 0,1 0-1 0 0,-1-1 0 0 0,0 1 0 0 0,0-1 0 0 0,0 1 0 0 0,0 0 1 0 0,0-1-1 0 0,0 1 0 0 0,0 0 0 0 0,0-1 0 0 0,0 1 0 0 0,0-1 1 0 0,-1 1-1 0 0,1 0 0 0 0,0-1 0 0 0,0 1 0 0 0,0 0 0 0 0,0-1 1 0 0,0 1-1 0 0,-1 0 0 0 0,1-1 0 0 0,0 1 0 0 0,0 0 0 0 0,-1 0 1 0 0,1-1-1 0 0,0 1 0 0 0,0 0 0 0 0,-1 0 0 0 0,1-1 0 0 0,-1 1 1 0 0,1 0-36 0 0,-1-1-1 0 0,1 1 1 0 0,-1 0 0 0 0,0 0 0 0 0,1 0 0 0 0,-1 0 0 0 0,1 0 0 0 0,-1 0 0 0 0,1 0 0 0 0,-1 0 0 0 0,1 0 0 0 0,-1 0 0 0 0,1 0 0 0 0,-1 0 0 0 0,0 0 0 0 0,1 1 0 0 0,-1-1 0 0 0,1 0 0 0 0,-1 0-1 0 0,1 0 1 0 0,0 1 0 0 0,-1-1 0 0 0,1 0 0 0 0,-1 1 0 0 0,1-1 0 0 0,-1 0 0 0 0,1 1 0 0 0,0-1 0 0 0,-1 1 0 0 0,1-1 0 0 0,0 1 0 0 0,-1-1 0 0 0,1 0 0 0 0,0 1 0 0 0,0-1 0 0 0,-1 1-1 0 0,1 0 1 0 0,-3 7 62 0 0,0 0 0 0 0,1 0-1 0 0,0 1 1 0 0,1-1-1 0 0,-1 10 1 0 0,-4 14 268 0 0,-67 233 55 0 0,69-246-268 0 0,1 1 0 0 0,1 0 1 0 0,1 33-1 0 0,2-52-128 0 0,-1 0 0 0 0,0 0 0 0 0,0 0 0 0 0,1 0 0 0 0,-1-1 0 0 0,0 1 0 0 0,1 0 0 0 0,-1 0 0 0 0,1 0 0 0 0,-1-1 0 0 0,1 1 0 0 0,-1 0 0 0 0,1-1 0 0 0,0 1 0 0 0,-1 0 0 0 0,1-1 0 0 0,0 1 0 0 0,-1-1 0 0 0,1 1 0 0 0,0-1 0 0 0,0 1 0 0 0,0-1 0 0 0,-1 1 0 0 0,1-1 0 0 0,0 0 0 0 0,0 0 0 0 0,0 1 0 0 0,0-1 0 0 0,0 0 0 0 0,1 0 0 0 0,32 2 47 0 0,-30-2-53 0 0,230-1 140 0 0,-199-1 1030 0 0,-35 2-1228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3"/>
    </inkml:context>
    <inkml:brush xml:id="br0">
      <inkml:brushProperty name="width" value="0.05" units="cm"/>
      <inkml:brushProperty name="height" value="0.05" units="cm"/>
      <inkml:brushProperty name="color" value="#E71224"/>
    </inkml:brush>
  </inkml:definitions>
  <inkml:trace contextRef="#ctx0" brushRef="#br0">141 15 2553 0 0,'0'0'744'0'0,"-6"-3"3733"0"0,-5-4-2063 0 0,10 7-2357 0 0,1-1 0 0 0,-1 1 0 0 0,1 0 0 0 0,0-1 0 0 0,-1 1 0 0 0,1 0 1 0 0,-1 0-1 0 0,1-1 0 0 0,-1 1 0 0 0,1 0 0 0 0,-1 0 0 0 0,0-1 1 0 0,1 1-1 0 0,-1 0 0 0 0,1 0 0 0 0,-1 0 0 0 0,1 0 0 0 0,-1 0 0 0 0,1 0 1 0 0,-1 0-1 0 0,0 0 0 0 0,1 0 0 0 0,-1 0 0 0 0,1 0 0 0 0,-1 1 1 0 0,1-1-1 0 0,-1 0 0 0 0,1 0 0 0 0,-1 0 0 0 0,1 1 0 0 0,-1-1 0 0 0,1 0 1 0 0,-1 1-1 0 0,1-1 0 0 0,-1 0 0 0 0,1 1 0 0 0,0-1 0 0 0,-1 0 1 0 0,1 1-1 0 0,0-1 0 0 0,-1 1 0 0 0,1-1 0 0 0,0 1 0 0 0,-1-1 1 0 0,1 1-1 0 0,0 0 0 0 0,-15 32-38 0 0,12-24 173 0 0,-1-1-174 0 0,-69 190 2122 0 0,71-193-2083 0 0,1 0-1 0 0,0 0 1 0 0,0 0-1 0 0,0 0 1 0 0,1 0-1 0 0,0 0 0 0 0,0 0 1 0 0,0 0-1 0 0,0 0 1 0 0,1 1-1 0 0,2 7 1 0 0,0-11-32 0 0,-1 1 1 0 0,1-1 0 0 0,0 0 0 0 0,0 0-1 0 0,1 0 1 0 0,5 2 0 0 0,-7-3-4 0 0,3 1 17 0 0,-1 0 0 0 0,1-1 0 0 0,0 1-1 0 0,-1-1 1 0 0,1 0 0 0 0,0 0 0 0 0,0-1 0 0 0,0 1-1 0 0,-1-1 1 0 0,1 0 0 0 0,0-1 0 0 0,0 1-1 0 0,0-1 1 0 0,0 0 0 0 0,8-3 0 0 0,4-2-410 0 0,-1-1 0 0 0,31-17 0 0 0,-24 11-1336 0 0,-9 6-2303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4"/>
    </inkml:context>
    <inkml:brush xml:id="br0">
      <inkml:brushProperty name="width" value="0.05" units="cm"/>
      <inkml:brushProperty name="height" value="0.05" units="cm"/>
      <inkml:brushProperty name="color" value="#E71224"/>
    </inkml:brush>
  </inkml:definitions>
  <inkml:trace contextRef="#ctx0" brushRef="#br0">67 97 1432 0 0,'-10'-31'6251'0'0,"8"19"-3645"0"0,1 7-2186 0 0,0 0 0 0 0,0 0 0 0 0,0 1 0 0 0,-1-1 0 0 0,0 1 0 0 0,1-1 0 0 0,-2 1 0 0 0,1-1-1 0 0,-6-7 1 0 0,8 12-356 0 0,-4 30 215 0 0,4 103-170 0 0,2-77-33 0 0,-9 90-1 0 0,-5-44-45 0 0,4 0 0 0 0,5 0 0 0 0,18 193 0 0 0,-10-223 82 0 0,-5-42-2780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5"/>
    </inkml:context>
    <inkml:brush xml:id="br0">
      <inkml:brushProperty name="width" value="0.05" units="cm"/>
      <inkml:brushProperty name="height" value="0.05" units="cm"/>
      <inkml:brushProperty name="color" value="#E71224"/>
    </inkml:brush>
  </inkml:definitions>
  <inkml:trace contextRef="#ctx0" brushRef="#br0">21 20 2425 0 0,'-16'-19'6918'0'0,"17"184"-6405"0"0,-6 377 72 0 0,5-478-1619 0 0,0-54-1219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6"/>
    </inkml:context>
    <inkml:brush xml:id="br0">
      <inkml:brushProperty name="width" value="0.05" units="cm"/>
      <inkml:brushProperty name="height" value="0.05" units="cm"/>
      <inkml:brushProperty name="color" value="#E71224"/>
    </inkml:brush>
  </inkml:definitions>
  <inkml:trace contextRef="#ctx0" brushRef="#br0">65 547 2497 0 0,'0'0'501'0'0,"-9"4"5254"0"0,-10 4-4244 0 0,4 6 1373 0 0,14-13-2733 0 0,0 0 1 0 0,0 1 0 0 0,0-1 0 0 0,0 0 0 0 0,0 0 0 0 0,-1 0 0 0 0,1 0 0 0 0,-1 0 0 0 0,1 0-1 0 0,-1 0 1 0 0,1 0 0 0 0,-1 0 0 0 0,-2 0 0 0 0,4-1-88 0 0,13-23 163 0 0,35-41-118 0 0,69-70 0 0 0,-102 117-93 0 0,2 1 25 0 0,1 0-1 0 0,1 1 0 0 0,34-22 1 0 0,-28 21 11 0 0,37-32 0 0 0,-7 11 21 0 0,-44 27-26 0 0,-7 7 122 0 0,0-1-1 0 0,-1 0 0 0 0,1 0 0 0 0,0 0 0 0 0,4-7 0 0 0,-8 11-166 0 0,0 0-1 0 0,0 0 0 0 0,0 0 1 0 0,0 0-1 0 0,0-1 0 0 0,0 1 1 0 0,0 0-1 0 0,0 0 1 0 0,0 0-1 0 0,0 0 0 0 0,0 0 1 0 0,1 0-1 0 0,-1-1 0 0 0,0 1 1 0 0,0 0-1 0 0,0 0 0 0 0,0 0 1 0 0,0 0-1 0 0,0 0 1 0 0,0-1-1 0 0,0 1 0 0 0,0 0 1 0 0,0 0-1 0 0,0 0 0 0 0,-1 0 1 0 0,1 0-1 0 0,0-1 0 0 0,0 1 1 0 0,0 0-1 0 0,0 0 0 0 0,0 0 1 0 0,0 0-1 0 0,0 0 1 0 0,0 0-1 0 0,0 0 0 0 0,0-1 1 0 0,0 1-1 0 0,0 0 0 0 0,-1 0 1 0 0,1 0-1 0 0,0 0 0 0 0,0 0 1 0 0,0 0-1 0 0,-8 0 20 0 0,-8 6-22 0 0,-6 4-3 0 0,0 2 0 0 0,1 0 0 0 0,0 1-1 0 0,-23 21 1 0 0,-69 69 16 0 0,2-1 36 0 0,102-94-49 0 0,1-1 36 0 0,0 0 0 0 0,-1-1 0 0 0,0 0 0 0 0,0 0 0 0 0,-16 7 0 0 0,18-9-4 0 0,8-2-13 0 0,0-2-18 0 0,0 0 0 0 0,0 0 0 0 0,0 0-1 0 0,0-1 1 0 0,0 1 0 0 0,0 0 0 0 0,0 0-1 0 0,0-1 1 0 0,-1 1 0 0 0,1-1 0 0 0,0 1 0 0 0,0 0-1 0 0,0-1 1 0 0,0 0 0 0 0,0 0 0 0 0,60-54 11 0 0,-39 34-3 0 0,27-21 1 0 0,19-7-15 0 0,144-116 162 0 0,-187 143-142 0 0,-13 13 24 0 0,0-2 0 0 0,0 0 0 0 0,-1 0 0 0 0,-1-1 0 0 0,13-18 0 0 0,-11 9 558 0 0,-11 16-202 0 0,-7 14-216 0 0,4-6-858 0 0,0 0 0 0 0,1 1 0 0 0,-1-1 0 0 0,1 1 0 0 0,0-1 0 0 0,-1 6 0 0 0,0-1-1641 0 0</inkml:trace>
</inkml:ink>
</file>

<file path=ppt/ink/ink330.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21:12.570"/>
    </inkml:context>
    <inkml:brush xml:id="br0">
      <inkml:brushProperty name="width" value="0.05292" units="cm"/>
      <inkml:brushProperty name="height" value="0.05292" units="cm"/>
      <inkml:brushProperty name="color" value="#FF0000"/>
    </inkml:brush>
    <inkml:context xml:id="ctx1">
      <inkml:inkSource xml:id="inkSrc42">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1" timeString="2023-06-20T06:21:57.123"/>
    </inkml:context>
  </inkml:definitions>
  <inkml:trace contextRef="#ctx0" brushRef="#br0">24149 6710 256 0,'0'0'-48'0,"0"0"31"0,0 0 7 0,0 0-1 0,0 0 52 15,0 0-2-15,0 0-21 0,0 0 10 0,0 0-14 16,0 0 0-16,0 0-2 0,0-2 7 0,0 0-5 15,0 0 2-15,0 0-7 0,0 0-5 0,0 2 1 16,0-2 1-16,0 1 2 0,0-1-2 0,0 0 2 16,0 0 9-16,0 0-9 0,-2 2 6 0,0 0-8 15,0 0 13-15,0 0-6 0,1 0-2 0,-1 0 0 16,-2 0 4-16,0 0-4 0,1 0 12 0,-1 0-10 0,2 0 14 16,-4 0-6-16,3 0-3 0,-1 0 1 0,2 0-5 15,0 0 14-15,0 0 5 0,-1-2 2 0,-1 2 2 16,0 0-13-16,2 0-2 0,1 0-2 0,-1 0-2 15,0 0-14-15,0 0-1 0,0 0-4 0,0 0 1 0,0 0 0 16,1 0 1-16,-1 0-1 0,0 0 0 0,0 0 0 16,0 2 0-16,0 0 0 0,0 0 6 0,1 0-8 15,-1 1 2-15,2-1-3 0,-4 9 14 0,0-1-11 16,1 1 1-16,1-2-4 0,0-2 9 0,0 1 0 16,2-3-1-16,0-3 0 0,0 2 4 0,0 0 3 15,0 1 6-15,0-3-5 0,0 2-5 0,0 0 1 16,2-1 2-16,0 1 1 0,0 0 7 0,-1-1-15 0,1-1 4 15,2 0-6-15,0 0 15 0,-1 0-10 0,-1-2 6 16,9 2-6-16,-3-2 2 0,1 0-1 0,0 0-4 16,1-2 3-16,3-2 2 0,-4 0-6 0,0 1 5 15,1-1-6-15,-3 0-2 0,-1 1 1 0,3-3-1 0,-5 4 1 16,-3-2-1-16,3-5 1 0,2 2 3 0,-4-3 0 16,3 1 6-16,-1 2-11 0,1-1 0 0,-1 3-3 15,0-3 7-15,-2 5 4 0,0-3-7 0,-2 4 3 16,0-1-1-16,0 1-5 0,0 0 12 0,0-2-10 15,-2 0 7-15,0 1-7 0,0 1 2 0,0 0-1 16,-2 0-2-16,1 2 6 0,-8-4-6 0,-1 3 6 16,3 1-7-16,-2 0 3 0,2 0 1 0,1 0 2 0,1 1 3 15,-1 1-2-15,1 0-4 0,-2 2 1 0,1 0-2 16,3-1-4-16,-3 3 1 0,6-6-2 0,-3 9 4 16,1 2 7-16,2 0-5 0,-1 2 4 0,-7-2-7 0,5-1 7 15,-1-1 1-15,1 2 1 0,1-2 0 0,0 4-8 16,2 0 3-16,2-5-4 0,0 1 9 0,0-1 1 15,0-1 0-15,0-1 0 0,0 3 5 0,0-7-5 16,2 1 5-16,0 1-5 0,0 0 7 0,0-2-4 16,0 0-4-16,1-1 1 0,1 1-6 0,2-2 1 15,5 0 6-15,0 0-4 0,-2 0-2 0,2-2 8 16,-3 1-9-16,-3-3 8 0,8-4-12 0,-3 1 5 16,1 5-4-16,0-9 4 0,-9-2 4 0,3 2-7 0,1 0 7 15,-1 0-7-15,1-1 9 0,-2 1-6 0,-2-2-2 16,5 4 0-16,0-2-4 0,-1 2 1 0,-2-1 3 15,-2 3-1-15,-1 0 7 0,-1 1-4 0,0 0 4 16,0 3-6-16,0-3-7 0,0 2 8 0,0 3-3 16,-1-3 4-16,-1 0-5 0,-2 0-1 0,-2 1 4 15,-5-3-1-15,-2 2 8 0,2 3-7 0,2 1-3 0,-2 0-1 16,0 1-9-16,-4 3 10 0,4 2-2 0,-2 1 5 16,1 1 6-16,3-3-6 0,0 10-3 0,3 2-2 15,-1-3 0-15,3 1 6 0,-7 2-1 0,2-2 0 16,1 0-7-16,5 0 7 0,1-4 0 0,0-2 2 15,2 2-2-15,0-5 3 0,0-1 5 0,2 5-4 0,0-3-4 16,1 0 8-16,-1-1-8 0,2-2 7 0,0-2-10 16,7 5 11-16,2-1-7 0,2-1 8 0,1 1-11 0,-3-4 0 15,0-1 6-15,-5-1-3 0,-3 0 7 0,3 0-5 16,-5 0-2-16,5 0 0 0,-3 0 5 0,-3 0-6 16,4-3 4-16,-2-1-5 0,-3 0 9 0,7-7-8 15,-3-2 4-15,-1 2-4 0,0 0 1 0,-2 0-5 16,-2-2 5-16,0 2-4 0,0-1 2 0,-2 1 1 15,0 2-1-15,-2 0 1 0,1-1 1 0,-1 3-3 16,0 0-2-16,2 3 2 0,0 0 5 0,2 2-2 16,-3-1-1-16,-3-1 0 0,-1-2-6 0,1 3 5 15,-3-3-4-15,3 4 3 0,-3 0-8 0,3 2 11 16,-1 0-6-16,3 0 8 0,-1 0-5 0,-1 0 1 0,1 2 3 16,-1 2-2-16,0 0-7 0,3 9 11 0,-1 1-5 15,0 1 6-15,1 0-12 0,1 2 10 0,-9-2-8 16,1 0 9-16,5-4-4 0,1 0 0 0,2 0 6 15,2-2-5-15,0-5-2 0,0 2-2 0,2-3 3 0,0 1-1 16,0 0 12-16,1-2-8 0,1-2-1 0,11 1-2 16,4-1 2-16,-3 0 5 0,1-3-4 0,0-3 2 15,-2-1-2-15,-4-1-3 0,4 6 6 0,-6-12-6 16,2 1 3-16,-5-2 6 0,-1 4-7 0,-3 1 5 16,7-1-14-16,-5 4 7 0,0-1-1 0,-2-1 3 15,-2 3-3-15,0 1 4 0,0 1-3 0,0 2 3 0,0 0-6 16,-2-1-16-16,0-1-5 0,-2 2-7 0,-5-3-40 15,-2 1-78-15,-4 2-56 0</inkml:trace>
  <inkml:trace contextRef="#ctx0" brushRef="#br0" timeOffset="3869.73">22840 9465 208 0,'-2'-2'0'0,"-2"-2"4"0,-7-12 35 0,2 1-4 16,0-2 12-16,3 6-19 0,0 0 13 0,-1-2-15 0,3 3-4 16,1 3 2-16,1 1 0 0,2 3-6 0,0-1 5 15,0 2-5-15,-2-2 4 0,2 3-8 0,0-1-3 16,-2-2 0-16,0 0-10 0,0 1 5 0,0 1-4 16,2 0 4-16,0 0-4 0,0 0 2 0,0 0-4 15,0 0 2-15,2 1-3 0,0-1-7 0,0 2 10 16,0 0-7-16,0 0 5 0,0 2 2 0,1-1-6 0,3 3 6 15,9 2 10-15,-6 14-12 0,2 1 5 0,4 3-8 16,-4-2 14-16,8 0-11 0,-6 6 6 0,2 2-7 16,-1-2 12-16,1-2-13 0,2 0 6 0,-4-6-8 15,2 1 10-15,0-3-6 0,1 1-1 0,-1-8 0 16,0 4 5-16,2-6 3 0,0 0 0 0,-1-1-1 0,5-1-8 16,-3-1 7-16,3-1 5 0,1 1 1 0,0-2 4 15,0-3 44-15,3 16-15 0,-3-6 24 0,0-3-27 16,4-3-26-16,-5-1-2 0,3-2-6 0,0-2 1 0,-6 0 0 15,-1 0-2-15,-4 0 0 0,4 0-1 0,-6-2-1 16,2 0 8-16,0 0-6 0,-4 0 7 0,2-1-13 16,1-3 0-16,-1 1-3 0,0-3 5 0,2-1 5 15,-2 1-7-15,2-10 5 0,2-3-10 0,3 3 10 16,7-8-5-16,-3 2 7 0,-2-4-12 0,3 0 1 16,-5 2 8-16,-1-2-4 0,3 4 9 0,-3 0-13 15,1 3 3-15,3 5-5 0,-3 1 7 0,3 4 6 16,-3 1-7-16,-1 1 5 0,0 4-6 0,0 1-1 15,1-9 0-15,1 4-1 0,-3 3 0 0,3 4 2 0,-4 2 1 16,2 0 0-16,-3 2-7 0,3 4 6 0,2 3 1 16,-3 2 2-16,1-9-2 0,0 13 0 0,-2 7-4 15,-8 0 4-15,6-1-6 0,-4 3 4 0,1 0 1 16,5-4 1-16,-6 3 4 0,2-7-3 0,-2 1 0 0,-1 0-1 16,-1-4 2-16,1 0-4 0,-1 0 2 0,-1-4-3 15,-1 4 6-15,-1-2 1 0,-2-3-2 0,3-1 1 16,-1-1-12-16,-4-4 9 0,2 1 0 0,0 1 4 15,0 0-4-15,-1-1 7 0,1 1-7 0,0 0 7 16,0-2 0-16,0 0 6 0,0-1-2 0,0 1 0 16,-1 0-11-16,1-2 2 0,0 0 1 0,0 0-1 0,0-2 4 15,0 0-1-15,0-1 1 0,-1-3-2 0,5-9 0 16,0 0 1-16,1-3-4 0,2-1 3 0,1-1-7 16,3-2 7-16,1-3-1 0,1 3 3 0,-9-2-11 15,20 0 8-15,-2 0-7 0,4 1 7 0,-4 3-4 0,-2 3 2 16,0 2-1-16,-1 1 0 0,1 2-1 0,0-1-2 15,-1 10 3-15,-1 1-2 0,3-2 2 0,-5-9 1 16,3 2-1-16,-3 4 0 0,3 3 0 0,-1 2-3 16,0 2 0-16,3 2-1 0,-3 2-2 0,2 3 9 15,1 0 0-15,-1 5 3 0,0-1-6 0,4 5-3 16,2-14 1-16,-6 19 0 0,6-1 9 0,-9-1-9 0,3 1 1 16,-2 1-4-16,3 1 4 0,-3-2 0 0,1-1 4 15,-1 1-3-15,0-1-3 0,-1-6 5 0,0 2-4 16,-1-6 6-16,1 0-1 0,-1 1-5 0,1-7 2 15,1 5-3-15,1-3 15 0,1 1-17 0,4-4 10 16,0 0-11-16,-2-1 13 0,2 16-6 0,4-6 0 16,1-3-1-16,1-6-3 0,7-2 4 0,-4-2-1 0,8-6 5 15,-4-1 1-15,4-2-7 0,1-4 3 0,3 2-2 16,-3 0 11-16,-3 0-9 0,-8 0-2 0,-8 2-2 16,1-4-2-16,-4 2 5 0,-2 2-1 0,-3 2 2 15,-4 1 3-15,-7 4-14 0,1 1 2 0,-1-1-10 16,-3 2-29-16,1 0-364 0</inkml:trace>
  <inkml:trace contextRef="#ctx0" brushRef="#br0" timeOffset="12490.63">25588 7064 41 0,'0'0'17'0,"0"-2"0"0,0 0 24 0,0-1 12 0,2-7 0 15,0-4 1-15,-1 1 13 0,1 1-5 0,-2 3 8 16,0-2-15-16,0 4-10 0,0-1 7 0,0 6-5 16,0 0 20-16,0-1-11 0,0-1-2 0,0 0-2 15,-2 1-6-15,1 1 1 0,-1 0 0 0,0 0 1 0,0 0 5 16,0 0-10-16,0 0-1 0,0 1-4 0,1 1-11 15,-1 0 7-15,0 0 4 0,0 0-1 0,0 0 6 16,2 0-10-16,0 0 1 0,0 0-4 0,0 1-6 16,0 1 2-16,0 0-4 0,0 0 3 0,0 2-6 0,0 3-2 15,4 12 6-15,-2-4-6 0,1 3-2 0,1 4 7 16,-2 4-14-16,0 4 11 0,0 4-11 0,0-3 1 16,-1-1 0-16,-1 1-2 0,0-3-7 0,0 2 2 15,2-2 4-15,-2 0 0 0,0-2-4 0,0 0 11 16,0 0-9-16,0 0 10 0,0-2-11 0,0 0 9 15,0-4-4-15,0 3 6 0,0-5 1 0,0 1-9 16,0-3 6-16,0-3-7 0,0 0 14 0,0-1-5 0,0-3-2 16,0-2-1-16,0-1-4 0,0-2-9 0,0-3 6 15,0 1-6-15,0 0 9 0,0 0-10 0,0 2 0 16,0-1-7-16,0 1-9 0,0-2-21 0,0 0 0 16,0 0-8-16,0 0-19 0,0-1-103 0,0-1-19 15,0 0-46-15,0 0-226 0</inkml:trace>
  <inkml:trace contextRef="#ctx0" brushRef="#br0" timeOffset="14802.79">25309 7445 526 0,'0'0'34'0,"0"0"-5"0,0 0 23 0,0-2 8 16,-2 0 4-16,1 0 3 0,-1 0 16 0,0 0 1 15,0 1-3-15,0-1-19 0,0 0-19 0,0-2 3 16,2 0-9-16,0 1-8 0,0-1-5 0,0 0 2 0,0 1-4 16,0-1-12-16,0 0 13 0,0 2-12 0,0 0 11 15,2 1-13-15,0-1 16 0,0 0-4 0,0 0 7 16,0 0-14-16,0 0-1 0,-1 0 7 0,3 2-5 15,0 0 15-15,0 0-3 0,-1 2 0 0,1 0-1 16,0 2-5-16,-4-2-3 0,3 13-7 0,3 1 4 16,1-1-10-16,3 0 1 0,-1 0-3 0,0 2 2 0,2-3-5 15,-1-1 3-15,-1 2 1 0,0-4 1 0,2 4 2 16,-1-2-7-16,-1 0 9 0,0-2-9 0,2-1 5 16,-5-3 3-16,3-1-2 0,2-1 4 0,-1 1 6 0,-3-2-6 15,2-3 0-15,-3 3-1 0,0 0 5 0,-1 0-12 16,-1-3 6-16,0 1-7 0,-1 0 14 0,1 0-1 15,0-2 0-15,1 2-1 0,1-2 5 0,-1 0-3 16,1 0 5-16,1 0-3 0,1-2 8 0,1-2-12 16,2-1 2-16,2-5-5 0,0 9 2 0,-2-18-4 15,6-1 1-15,-2-1-2 0,2 3 4 0,1-1-1 16,-5 0-4-16,-5 3 3 0,6 1 4 0,-8 2-13 16,0 0 13-16,1 2-13 0,-3 0 9 0,1 1-9 0,5 3 0 15,-5-1-1-15,-1 3 2 0,-4 3 4 0,2-2-3 16,-2 2 3-16,2 2-8 0,1-3 0 0,1-1-2 15,0 0 3-15,-2 2 0 0,-1 1-21 0,1-1 3 16,0 0-12-16,0 0-18 0,0 0-44 0,0 0-12 16,0 0-12-16,-1 2-47 0,1 0-137 0,0 0-59 0</inkml:trace>
  <inkml:trace contextRef="#ctx0" brushRef="#br0" timeOffset="15193.19">26056 6981 569 0,'0'-2'49'0,"0"0"-3"0,0 0 15 16,-6-28 10-16,4 8-13 0,2 0 38 0,0 3-11 15,0 4-5-15,0 2-4 0,-2-2-16 0,2 8-14 16,0-2 5-16,0 1-10 0,0 5-7 0,0-1 6 15,0 0-2-15,0 0 3 0,0 3-4 0,0-1 15 16,0 0-12-16,0 2 12 0,0 0-22 0,0 2-8 16,0 1 4-16,0 18-6 0,0 12-2 0,0 3 0 15,-1-1-6-15,-1 6 4 0,-2-4-1 0,0 0-5 0,1-2 10 16,-1-1-9-16,2 1 16 0,0-5 0 0,-2-2-7 16,3-2 5-16,1-2-8 0,0-2-5 0,0-2-1 15,0 1-2-15,0-4-8 0,0-1 7 0,-2 1-4 16,2 0 4-16,0-3-3 0,0 1-6 0,0-2 7 0,0-2-6 15,0 1 5-15,0-5-8 0,0 0 2 0,0-3-4 16,0 0 0-16,0 0-2 0,0-3-9 0,0 3 3 16,0 0-32-16,0 0-54 0,0-1-4 0,2-1-22 15,-1 0-77-15,1 0-255 0</inkml:trace>
  <inkml:trace contextRef="#ctx0" brushRef="#br0" timeOffset="15411.5">26214 7265 1291 0,'0'0'33'0,"0"0"1"0,0 0-10 15,0 0 10-15,0 0-13 0,0 0 76 0,0 0 7 16,0 0-14-16,0 0 2 0,0 0-65 0,0 0-7 16,0 0 1-16,0 0-3 0,0 0 0 0,0 0-5 15,0 0-5-15,0 2-1 0,0-1-8 0,0 1 2 16,0 0 2-16,0 0-1 0,0 0-11 0,0 0-11 15,0 0-22-15,0-1 1 0,0 1-95 0,0 0-116 16,0 0-49-16</inkml:trace>
  <inkml:trace contextRef="#ctx0" brushRef="#br0" timeOffset="15957.8">26275 7038 670 0,'0'0'9'16,"0"0"1"-16,0-2 41 0,0 0 2 0,0 1 13 15,0-3 28-15,0-4-37 0,0-3-1 0,0 4-14 16,0-1-14-16,2 3 5 0,1-3-3 0,1 1 3 0,0 0 2 16,1-1-3-16,-1 3 6 0,3-1-6 0,6 0 10 15,2 1-9-15,0-1 3 0,-4 4-6 0,4 1-12 16,-2-9 6-16,0 3-5 0,0 1 7 0,-4 4-7 0,3 2-3 15,-5 0-3-15,-1 0 1 0,-1 2-3 0,-1 0 13 16,0 2-2-16,9 14 5 0,-2 3-5 0,-2 3-6 16,-2-2 3-16,-3 1-5 0,-2-3-8 0,-2 4 2 15,0-2-3-15,-2 3 5 0,-2 1-1 0,-1-4 7 16,-3 0-11-16,-1 0 8 0,0-1-10 0,0-3 8 16,-4 3 0-16,1-6 1 0,9 1-1 0,-10-3-3 15,2-1 2-15,1-3-4 0,1-2-3 0,2-1 4 16,-1-2 0-16,3-3 1 0,-1 3-2 0,4-4 3 0,-2 2-5 15,3-2 3-15,-1 0-6 0,-2 2 3 0,0 0 5 16,2-2-2-16,1 0 5 0,-1-2-11 0,0-2 4 16,2 0-6-16,0-5 2 0,0-4 1 0,2 2-2 15,0 4 3-15,-1-1-3 0,-1 6 1 0,2-1 2 0,-2 1 0 16,2-2-1-16,2 0-2 0,0 2 1 0,-1 1 0 16,1-1 5-16,0 0-8 0,-1 2 2 0,1 0-2 15,0 0 10-15,5 0-8 0,0 2 4 0,-1 0-4 16,-1 1 11-16,1 1-12 0,-1 0 7 0,2 1-8 15,1 1 9-15,3 1-6 0,0 1-1 0,-2-3-2 16,0 1 0-16,-2-2 6 0,-1-1-1 0,1 1 3 16,-2-2-8-16,-1 0 2 0,5 1-4 0,-5-1 4 0,3 0-11 15,-3-2-16-15,-5 0 0 0,1 0-13 0,2 0-58 16,3 0-57-16,1 0-37 0,-1 0-12 0,3-2-203 0</inkml:trace>
  <inkml:trace contextRef="#ctx0" brushRef="#br0" timeOffset="16405.57">26845 6871 808 0,'0'-2'30'0,"0"0"-3"0,0 0 27 15,-2-1 15-15,0-1-5 0,0 0 58 0,-1-1-39 16,-1-1-8-16,4 4-13 0,-4-1-42 0,-3 1 4 0,-1-4 0 16,3 2-1-16,-5 1-8 0,1 1 8 0,-2 2-4 15,-4 4 5-15,6 1-9 0,-6 1 17 0,4 22-6 16,-2-2 9-16,-2 0-13 0,4 1-2 0,-2-1 1 15,5 2-1-15,1-2-2 0,1-9 0 0,5 0-5 0,-1-1 4 16,0-3-3-16,-7-1-7 0,1-1-2 0,6-6-2 16,0 1-4-16,2-4 4 0,0 1 8 0,0 1-2 15,0 0 9-15,2-2-2 0,0 0-6 0,2-1 3 16,-2-1-6-16,13-1-4 0,-2-3-1 0,-4-2-1 16,4-3-1-16,0 5 2 0,-4-16 3 0,4 1-3 15,-5 4 3-15,-1-3-4 0,0 7 2 0,-3-4-3 16,-2 0-1-16,2 6 1 0,3-1 0 0,-1 3 2 0,-4 3 2 15,-1 1 3-15,1-1-6 0,0 0 5 0,0 2-9 16,0 0 3-16,0 1 7 0,0-1-2 0,-2 0 4 0,0 2-1 16,0 0-8-16,0 2 4 0,0 0 1 15,0 1-6-15,0 5 6 0,0 12-5 0,-2 1 10 0,2-1-6 16,0 6 3-16,0 0-5 0,0-2 2 0,0 2 3 16,0 0 2-16,-2-4 1 0,0 4 11 0,-2-3-13 15,2-3 2-15,1 4-6 0,1-1 7 0,-2-1-7 16,0-2 4-16,0-1-5 0,0 1-1 0,2-3 3 15,0 1-5-15,0-1 2 0,-2-2-4 0,2-2 2 16,0 0-2-16,0-4 0 0,0 1-27 0,0-3-87 16,0-3-16-16,0-1-39 0,0 1-182 0</inkml:trace>
  <inkml:trace contextRef="#ctx0" brushRef="#br0" timeOffset="16783.05">26921 7404 204 0,'0'0'150'0,"0"0"-210"16,0 0 176-16,0 0-101 0,0 0-12 0,0 0 28 15,-2 0-7-15,0 0 11 0,2 0-24 0,-2 0-10 16,2 0 1-16,0 0-3 0,-2 0-2 0,2 0 1 15,0 0 2-15,0 0 0 0,0 0 7 0,0 0-4 16,0 0 2-16,0 0-2 0,0 0-9 0,0 0-1 0,0 0-19 16,0 0-4-16,0 0-192 0</inkml:trace>
  <inkml:trace contextRef="#ctx0" brushRef="#br0" timeOffset="19521.79">25023 10705 749 0,'-2'-2'83'0,"1"0"-113"0,-1-1 96 0,-2-5-53 0,-3-10 14 15,-1-5 41-15,5 1 0 0,-1 0 12 0,0-2-2 16,0 0-11-16,1-1 6 0,-1 1-8 0,0 2 10 16,2 2-19-16,1 7-4 0,1 2-6 0,0 9-19 0,0 0-13 15,0-2 2-15,0 0-7 0,0 3 0 0,0-1-2 16,0 2 6-16,1 0-3 0,1 2 11 0,-2 1-6 16,10 31-5-16,-5-3 1 0,1 3-11 0,-4-3 13 15,-1 1-3-15,1 1 6 0,-2 1-16 0,0-1 8 16,-3-1-8-16,1 3 7 0,0-2-10 0,-4 1 4 15,3 3 0-15,-3-4 2 0,0 1 0 0,3-5 1 16,-3-1-4-16,1-4 1 0,1 2 0 0,0-9-1 16,0-2 6-16,1-6-5 0,-1-1 5 0,0-3-6 0,2-1 3 15,1-4-3-15,-9 7 10 0,3-3-6 0,-2 2 1 16,1-3-3-16,-1 1 0 0,1-2 0 0,-3 0 0 16,2 0 0-16,-2-2-2 0,2 0 4 0,-1 0-2 15,3 0 3-15,-1 0-5 0,5 0 7 0,1 0-2 0,-2 0 4 16,0 0-2-16,1 0 1 0,-1 0-3 0,2 0 1 15,0 0-6-15,0 0-2 0,1 0 4 0,-1 0-1 16,2 0 11-16,0 0 1 0,2 0-7 0,1 0 5 16,23-6-1-16,11-5-10 0,4 2 9 0,4-2-9 15,-2-1 13-15,1 1-2 0,-1 0-2 0,-6 2-2 16,-4 1-12-16,-1 3 9 0,-6 1-5 0,-6 2 6 16,-1 0-9-16,-6 2 2 0,0 0 2 0,-9 0-2 0,1 0 2 15,-1 0-1-15,0 0-5 0,-1 0 0 0,1 0-21 16,-2 0-69-16,0 0-1 0,0 0-27 0,-2 0-38 15,0 0-78-15,-2 0-44 0</inkml:trace>
  <inkml:trace contextRef="#ctx0" brushRef="#br0" timeOffset="19709.32">24659 10609 781 0,'-1'0'149'0,"-1"0"27"0,0-2-65 16,0 0-59-16,0 0-24 0,0 0-17 0,0 0 10 15,1 2 8-15,-1 0 3 0,0 0 33 0,0 0-12 0,2 0-4 16,0 0-3-16,2 0-13 0,0 0-9 0,7 2-7 16,21 2 0-16,3 0-17 0,6-1-8 0,4-1-1 15,1 0-5-15,5-2-22 0,3 0-31 0,-8 2-5 0,3 0-14 16,-5 1-60-16</inkml:trace>
  <inkml:trace contextRef="#ctx0" brushRef="#br0" timeOffset="20015.02">25519 10835 1437 0,'0'0'12'0,"0"0"1"16,-2 0 3-16,0 0 5 0,1 0-4 0,-1 0 17 0,0 0-15 15,0 0-1-15,-2 2-3 0,1 0 7 0,-1 2-7 16,-7 10-1-16,-6 18-2 0,4 3-3 0,4 4-7 15,1 2 6-15,5-4-5 0,-1-3 15 0,0-3 11 16,2 1-1-16,0-4 5 0,2-1-3 0,0-1-6 16,2-5-3-16,2-1-1 0,0-3-9 0,-1-2-1 15,3-4 4-15,0-2-2 0,-1 1 6 0,1-3 6 16,5-1-4-16,7-5 4 0,3 1-7 0,3 15-5 16,2-6 1-16,4-5-2 0,-1-4-3 0,3-2 3 0,5-4-7 15,-9-2 4-15,7 1-12 0,-11-1 1 0,-1 1-8 16,-5-1 2-16,-5 0-28 0,6-1-14 0,-8 1-5 15,2-1-5-15,-6 3-22 0,-1 1-26 0,1-3-23 16,-3 4-11-16,2 0-151 0</inkml:trace>
  <inkml:trace contextRef="#ctx0" brushRef="#br0" timeOffset="20253.82">25491 11114 854 0,'-2'0'86'0,"1"0"178"15,-3 0-219-15,0 0 12 0,0 0 0 0,-3 2 5 0,3-2 15 16,2 0-9-16,1 0 0 0,-3 1-8 0,0 1-30 16,2 0 13-16,0 0-8 0,1 0 10 0,1 0-11 0,0 0-9 15,1-1-2-15,1 1-3 0,2 0-7 0,11 0-4 16,7-2-1-16,2 0-1 0,0-2-6 0,1-2-9 16,1-1-6-16,-6 1-3 0,2 0-26 0,-5 1-32 15,-4 1 8-15,2-2-18 0,0 0-8 0,-2 1-136 16,-2-1-54-16</inkml:trace>
  <inkml:trace contextRef="#ctx0" brushRef="#br0" timeOffset="20830.77">25439 10844 1265 0,'0'0'22'0,"0"0"3"0,-2 0-12 0,2-1-1 16,0-1-7-16,0 0 19 0,0 0 2 0,2 0-2 15,0 0-1-15,2 0-15 0,11-3 3 0,16-6-6 16,8-2 4-16,6 0-11 0,1 0 1 0,6 0 3 0,2 2-1 15,-2-1 3-15,4 3-6 0,-6 0-1 0,-2 1-1 16,-5 3 7-16,-6 1-2 0,-4 0 1 0,-10 3-2 16,-3 1-4-16,-9 0 4 0,0 0 1 0,-5 0 3 15,-2 0 3-15,-1 0 22 0,1 0 1 0,0 0 9 16,-2 1 19-16,0 1-16 0,-1 0 1 0,-1 0-7 0,0 2-11 16,0 1 6-16,-7 12-9 0,-6 3 7 0,-2 3-11 15,11 1 11-15,-12 2-6 0,-1 2 6 0,0 1-8 16,4 5-5-16,4 1 0 0,3 4-3 0,-3-4-5 15,-2-1 4-15,4 1 0 0,-3-1 1 0,8-3-7 0,-16-1 4 16,7-6-2-16,5-4 2 0,2 3-3 0,4-7 2 16,2-3 2-16,0-2-1 0,0-3 7 0,0-3 0 15,0-1 0-15,11 5 0 0,7 3 4 0,4-5 5 16,-3-3-1-16,5-4 0 0,0-4-15 0,2-7 2 16,-1-6-3-16,-2 12 3 0,-1-21-1 0,-6 0-11 15,1 0 5-15,-6 1-5 0,-4-6 4 0,-3-2 3 16,-4-1-6-16,20-3 4 0,-11 0-12 0,-9 5 3 15,-2 3 5-15,-8-1-1 0,-1 4-3 0,-2 4 4 16,-4-1-4-16,8 7 4 0,-19 3-4 0,-2 5 5 0,4 3-4 16,-4 1 4-16,2 2-2 0,4-13-4 0,-3 4 6 15,7 5-4-15,-1 3 5 0,4 3-3 0,6 0-2 16,4 0 1-16,1 0-4 0,2 0 0 0,-2 2 1 0,1 1-1 16,1 1 3-16,-4 15 3 0,2 3-3 0,4 4 3 15,6 0 0-15,3 0-3 0,8 4 2 0,0-4-2 16,-14 3 7-16,20 1-6 0,-3-2 6 0,1-4-5 15,1-2 6-15,-2-1 10 0,3-5-10 0,-3 3 8 16,0-1-15-16,-1-1 3 0,0 4 0 0,-3-7 2 16,-3-1-2-16,0-1-8 0,-4-3 1 0,1 2-6 15,-3-2-11-15,-1-1-61 0,-1-3-34 0,1-1-11 0,-1 0-133 16,5 3-170-16</inkml:trace>
  <inkml:trace contextRef="#ctx0" brushRef="#br0" timeOffset="20999.4">26732 10687 1814 0,'0'0'24'0,"-2"0"44"0,0-2-72 0,2 0 20 16,0 0 8-16,0 0 9 0,0 0 36 0,2 0-38 0,0 1-5 15,1-1-10-15,10-4-17 0,4 1-6 0,3-1-6 16,-1 2-2-16,-2 1-45 0,-1 1-118 0,-3 0-12 15,0 2-54-15,0 0-217 0</inkml:trace>
  <inkml:trace contextRef="#ctx0" brushRef="#br0" timeOffset="21139.34">26837 10934 1562 0,'0'0'7'15,"0"0"0"-15,0 0 8 0,0 0 22 0,0 0-3 16,0 0 91-16,0 0-60 0,2 0 8 0,0 0-29 15,2 0-31-15,5-4-11 0,15-5-2 0,2-3-4 16,0 1-28-16,-2 0-129 0,0 0-74 0</inkml:trace>
  <inkml:trace contextRef="#ctx0" brushRef="#br0" timeOffset="21814.15">27632 10035 1337 0,'0'-2'36'15,"0"0"-2"-15,-2-2-18 0,-2-7 11 0,1-2-20 16,-1 0 57-16,2 4 19 0,0 0-4 0,0 1 3 16,1 1-34-16,1 1-6 0,0 4-2 0,0 1-2 15,-2-3-9-15,0 0-28 0,2 2 7 0,0 0-11 0,0 1 7 16,0 1 10-16,0 1 1 0,0 3 3 0,0 28 2 16,2 7-9-16,0 7-1 0,-1 1 1 0,1-1 5 15,0 2 0-15,0-3 3 0,0 3-1 0,0 0 6 0,1-7-9 16,1 2 1-16,-2-6-3 0,0-2 6 0,2 1-12 15,-3-5 4-15,3-1-6 0,0-2 1 0,-2-2-4 16,1-2 5-16,1 0-4 0,0-4 1 0,0-3-1 16,-3-4-4-16,1-2 3 0,0-1-1 0,0-3-16 15,0-1-9-15,0-1-10 0,-2-1-92 0,0-2-62 16,2 1-25-16,-1 1-23 0,3-2-213 0</inkml:trace>
  <inkml:trace contextRef="#ctx0" brushRef="#br0" timeOffset="22013.17">27929 10557 1463 0,'0'0'198'0,"0"0"-258"0,0 0 222 0,0 0-123 16,0 0-46-16,0 0 34 0,0 0 6 0,0 0 11 16,0 0 25-16,-2 0-42 0,0 0 2 0,1 0-16 15,-1 0-13-15,2 1-9 0,0 1-3 0,0 0-6 16,0 0-26-16,0 0-131 0,0 0-20 0,2 0-63 15,-1-1-310-15</inkml:trace>
  <inkml:trace contextRef="#ctx0" brushRef="#br0" timeOffset="22448.35">28161 10295 1288 0,'-2'-2'69'0,"1"0"167"0,-1 2-236 0,-2-5 3 16,0-5 9-16,-1 3-1 0,1-1 35 0,0-1-18 16,2 0 3-16,2-2-9 0,2-2-4 0,4 2 17 15,5-2-11-15,22 1 12 0,10 9-19 0,-8-3-7 16,-5-12 2-16,3 6-5 0,-8 9-3 0,-5 3 6 0,0 3 3 16,-5 3 1-16,0 3 13 0,-6-1-17 0,1 18 5 15,-7-2-8-15,1 4 5 0,15 0 8 0,-8 1-5 16,-6 5 5-16,-5-3-3 0,-1-3-1 0,-5 0 0 15,-3-6 0-15,-2 1-7 0,-1-3 6 0,1-3-4 0,8-2 3 16,-18-3-1-16,1 0-8 0,-3-1 10 0,7-2-9 16,3-2 8-16,2-3-2 0,1 2 1 0,-3-4 0 15,10-1 7-15,-3 3-15 0,2 0 2 0,1 0-5 16,1-1-2-16,0-1-3 0,0 0 0 0,0 0-2 16,0 0 10-16,2 0-2 0,0-1 4 0,0 1-3 15,2 0 6-15,2 0 8 0,5 0-3 0,15 2 5 0,2-4-7 16,2 0-3-16,4-2 4 0,-1-2-3 0,5 0 3 15,-3-1-3-15,-1-1-4 0,1 1 2 0,-1 1-5 16,-6 0-5-16,-4 2 0 0,0 0-3 0,-5 1 0 0,0 1-17 16,-1 0 0-16,-8 0-13 0,1 0-66 0,-3 0-113 15,-3 0-17-15,7 0-42 0,-3 0-180 0</inkml:trace>
  <inkml:trace contextRef="#ctx0" brushRef="#br0" timeOffset="22906.42">29203 10306 1189 0,'0'-2'21'0,"0"0"1"0,0 0-7 0,0-25 10 16,0 1-11-16,4-2 44 0,1-4 3 0,1 2-7 16,1-3 2-16,-1 1-28 0,-3 1 9 0,1 1-4 0,-2 4 7 15,0 2 13-15,0 2-12 0,-2 5 9 0,0 4-10 16,0 0 2-16,0 4 1 0,-2 1-1 0,0 1 2 15,0 1-4-15,2 5-23 0,-7-5 3 0,-10-5-9 16,-3 3 8-16,-6 3-3 0,-2 5-3 0,-6 5-1 16,1 7-7-16,-1 4 7 0,3-12-5 0,1 26 3 15,6-1-11-15,0 5 9 0,5-1-1 0,3-1 3 16,3-3-15-16,1-1 5 0,3-2 1 0,-8-2 2 0,8 2-6 16,5-7 1-16,4 0-9 0,2-6 8 0,2-4-6 15,2-2 10-15,1-5 2 0,17 2 2 0,0 13-3 16,6-4-4-16,-4-8 2 0,2-5-3 0,-2-4 7 15,-2-3-4-15,-2-4 0 0,-3 0 0 0,-2 0 6 0,-3 7-4 16,-1-17 1-16,0 7-3 0,-3-5 4 0,-1 2-3 16,-2 8 3-16,-1-2-4 0,0 5 3 0,-5 1-5 15,1 3 2-15,0 2-2 0,0 0 7 0,2-2-2 16,-1 0 0-16,1 2 1 0,2 0 12 0,-3 0-10 16,3 2 7-16,-4 9-9 0,2 23 7 0,-3-5-7 15,1 7-2-15,0-9-1 0,17 3-1 0,-6 4 7 16,-6-7-1-16,-3 3 2 0,-2-2-8 0,-2-2 0 15,0-4 0-15,0 2-1 0,0-5-3 0,0-2-19 0,0-1-10 16,0-6-8-16,0 1-73 0,0-2-45 0,0-3-8 16,0-1-12-16,0-3-39 0,2 2-129 0</inkml:trace>
  <inkml:trace contextRef="#ctx0" brushRef="#br0" timeOffset="23475.64">29617 10076 1165 0,'0'0'38'16,"0"0"0"-16,0 0 55 0,0 0-11 0,0 0 11 16,0 0-19-16,-2 0-25 0,0 0-2 0,0 0-8 0,0 2-9 15,1 1-1-15,-3 7-2 0,-7 17 1 0,1 3-2 16,1-4-3-16,0 6 5 0,1-6-3 0,1 2 10 16,1-1-5-16,1-4-4 0,-1-1 0 0,1 4-12 0,1-9 3 15,0-1 1-15,1-3 0 0,1-5-3 0,2-1-7 16,0-3 6-16,0 0-5 0,0-1 9 0,0-1 0 15,0 2-1-15,0 0 3 0,0-2 9 0,0-1-17 16,0-1 5-16,2 0-8 0,-1-1-2 0,1-3-2 16,9-22-1-16,1 0 0 0,1-8-4 0,1-3 4 15,-1 2-4-15,0-4 3 0,0 6-6 0,-1 3-1 16,1 2 4-16,-4 8-4 0,0 1 4 0,-1 4 0 0,-1 4-6 16,-3 5 3-16,-1 3-6 0,9-7 7 0,-1 5 1 15,4-1 1-15,-2 4 2 0,0 2-3 0,-4 2 1 16,-4 0-3-16,1 0 4 0,-4 22 3 0,3 0 4 15,-1-1-2-15,-2-1 0 0,0-5 0 0,0-3-6 0,0 1 4 16,5-7-1-16,-5-3-1 0,7-1 5 0,-3 0-3 16,-3-2 4-16,7 3-8 0,-3-3 2 0,4-2-3 15,4-2-1-15,2-3 2 0,-2-5-2 0,3 1 2 16,-1-23 1-16,-2 1-1 0,2-1 1 0,-1 1-1 16,3 5-1-16,-4 3 0 0,1 3-3 0,-1 7 3 15,-2 4 3-15,-2 3-1 0,1 4 1 0,-1-7-2 16,2 2-9-16,-2 3 11 0,0 4-1 0,-2 0 5 15,-1 2-2-15,-3 1 3 0,1 5-1 0,-3 16 2 0,1 2-4 16,2 0-2-16,-4 2 1 0,-1-4 0 0,1-2 1 16,15 4-6-16,-8-7 1 0,-1 3-3 0,-5-5-5 0,-1-8-52 15,0 4-7-15,-2-7-20 0,2 3-55 0,-2-3 9 16,0-5-3-16,2 3 5 0,0 0-5 0,0-2-43 16,-1 0-1-16,3-2-15 0,-2 0-12 0,7-6 12 15,2-11 8-15</inkml:trace>
  <inkml:trace contextRef="#ctx0" brushRef="#br0" timeOffset="23881.93">30341 10040 81 0,'0'-1'86'0,"0"-1"-17"0,2-13 98 15,7-13 8-15,-1 2-7 0,1 0-25 0,0 2-13 16,2 0-4-16,-1 3-4 0,-3 5-20 0,0 1-22 16,-1 4 3-16,-2 3-11 0,-1 3 1 0,-3 3-29 0,4-2 11 15,0 0-15-15,0 3 14 0,-1-1-9 0,1 2-4 16,0 0-1-16,-2 2-8 0,-1-1-3 0,5 9 0 16,5 18-2-16,-3-1-4 0,-5 5-3 0,-1-2 4 15,-2 1-3-15,0 1 5 0,-2-3-11 0,0 3 3 16,2-2-6-16,-1-2-2 0,-3-4-5 0,0-2 1 0,-1-3-1 15,1-3 1-15,2-5-4 0,2-3 2 0,0-4-1 16,0-3 1-16,-2 3-1 16,0 0-1-16,0-2 0 0,1 0-7 0,1-2-14 15,0 0-1-15,0-2-2 0,0 0 15 0,-2-28 4 0,0-7-1 0,2-4 1 16,0 0-6-16,2-3 6 0,5-1-1 0,2 1 1 16,3 1 2-16,1 0 6 0,-2 2-1 0,0 2 3 0,0 0-3 15,-2 10-4-15,4-5 5 0,0 8-5 16,-2 6 15-16,-1 3-10 0,-3 8 1 0,-5 1-3 0,11 7 2 0,2-11-2 15,0 7 2-15,3 3-1 0,-1 2 6 16,2 6-2-16,-3 3 4 0,3-5-4 0,-1 27 1 0,1-1 4 16,-2 0-8-16,-3 1 5 0,1 1-7 0,0 1 2 15,2-1 5-15,-2 1-3 0,0-1-2 0,-4-5 1 16,0 7-3-16,-4-3 2 0,1-1-3 0,-3-2 1 16,-3-2 2-16,2-2-1 0,13 0 0 0,-8-3-17 15,-4-3-15-15,-3-3-4 0,-2-2-61 0,0 0-18 16,0-4-35-16,0-5 6 0,0 0-93 0,-2 0-81 15,-1-1-22-15</inkml:trace>
  <inkml:trace contextRef="#ctx0" brushRef="#br0" timeOffset="24020.86">30621 10009 1024 0,'-1'0'80'0,"-1"0"-3"0,0 0 21 0,-2-2 4 16,2 2-20-16,-7-2 30 0,2 0-20 0,-3 0-4 0,7 1-10 16,-1 1-40-16,2 0 17 0,0 0-9 0,2 0 10 15,2 0-20-15,2 0-6 0,18 0-3 0,17-2-2 16,2-2-15-16,-2-2-9 0,0-1-1 0,-4 0-3 15,2-1-14-15,-5 3-45 0,-3-1-12 0,-1 0-20 16,-5 3-117-16</inkml:trace>
  <inkml:trace contextRef="#ctx0" brushRef="#br0" timeOffset="24829.98">25298 12285 867 0,'0'0'22'0,"-2"0"2"0,0-2 0 0,1 1 13 16,-1-1-6-16,-2-2 86 0,4 2-31 0,-7-15 9 16,-1 3-20-16,-3-5-13 0,4 0 9 0,1 1-5 15,-1-1 6-15,5 4-12 0,-4 8-22 0,-3-6 8 0,5 6-12 16,2 3-3-16,2 2-10 0,-2-2-6 0,1 1 3 15,-1 1 0-15,0 0 18 0,0 0 4 0,2 2 2 16,0 2-11-16,0 2-10 0,2 18-3 0,2 13 0 16,-1 4-6-16,1-2 2 0,-2 4-6 0,2 0 4 15,-1 0-6-15,1 0-5 0,0-4 4 0,-1-2-5 16,1-2 3-16,0-3-6 0,1 0 1 0,-1-6-2 16,0-2 12-16,0-1-8 0,-3-6-1 0,1-1-3 15,0-1-4-15,-2-5-3 0,0-1 4 0,0-3-3 0,0-2 2 16,0 0-13-16,-2 1 6 0,-1 1-5 0,-18 7 16 15,-7 0 9-15,-3-5-2 0,-1-4 6 0,4-2-8 0,0 0 4 16,-3-4 1-16,5 2 3 0,2 0 3 0,2 1 3 16,3-1-6-16,0 2 4 0,5 0-7 0,4 0 10 15,3 0-3-15,3 0 4 0,2 0-11 0,-1 0-5 16,-1 0-1-16,2 0-1 0,0 0 6 0,2 0 3 16,0 0 7-16,4 0-4 0,18 2 13 0,17-1-13 15,7-1 3-15,-1-1-5 0,3-5 2 0,2 0-2 16,-3-1-4-16,-4 1 2 0,-1 1-1 0,-6-1-10 15,1-1 9-15,-6 1-8 0,-3 3 7 0,-7 1-9 0,-1 0-3 16,-3 2-2-16,-2 0 6 0,-4 0-31 0,0 0 5 16,-4 0-17-16,-1 0-20 0,-4 0-34 0,1 0-7 15,1-2-10-15,-2 0-49 0,0 0-83 0,0-5-22 16,0-14-34-16,-2-3-207 0</inkml:trace>
  <inkml:trace contextRef="#ctx0" brushRef="#br0" timeOffset="24984.7">25031 12263 1349 0,'-2'0'69'16,"0"0"-2"-16,-2-2-1 0,-7-2 4 0,9 4-28 16,-1-1-10-16,-1-1-8 0,2 0-5 0,0 0 3 0,2 0 3 15,0 0-9-15,2 0 3 0,13-3-6 0,22-6-13 16,2 1-2-16,7 1-2 0,-1 2 2 0,-2 1-14 16,-2 2-32-16,-2 3-29 0,0 1-2 0,-4 0-107 15,0 1-114-15,-1 5-73 0</inkml:trace>
  <inkml:trace contextRef="#ctx0" brushRef="#br0" timeOffset="25530.62">25799 12399 1247 0,'-1'1'36'0,"-1"1"70"0,0 2-95 0,-6 7 33 16,-6 15 6-16,2 0 12 0,1 2 41 0,0 3-43 0,4-3 9 15,-1 0-20-15,3 4 3 0,1-3-8 0,2-1-6 16,2-4 0-16,0-1-22 0,0-1 0 0,0 0-7 15,0 1 4-15,0-3-8 0,0-5-1 0,0 0-2 16,0-4 0-16,2 0-6 0,-2-5 2 0,0 1 1 16,0-3-1-16,0-1-11 0,0 1-12 0,0 0-14 0,0 0 2 15,0-3-43-15,0 1-6 0,0 0 6 0,-2-2-3 16,0 0 29-16,0-2 24 0,-1-1 12 0,-5-22 1 16,-5-2 18-16,2-3 11 0,-2 0-8 0,0 0 11 15,4 1 11-15,1 3-1 0,3 0 8 0,3 0-5 16,-2 2 3-16,-12-1-11 0,6 3 0 0,7 2-3 15,3-1 5-15,2 3-12 0,3-3 5 0,4 5-6 0,3-1 18 16,2 4-3-16,14 4 3 0,0 1-1 0,2 5 11 16,-2-16-8-16,-2 8-3 0,-2 5-2 0,-4 6-10 15,-5 2 9-15,0 2 1 0,-6 1 2 0,-1 1 4 16,-3 5-4-16,8 9 3 0,-2 6-4 0,-7 0-10 0,-4 2-1 16,-6 4-8-16,-3-4 5 0,-4 0-8 0,0-2-4 15,2-4 2-15,0-2-3 0,2-3 2 0,3-4-4 16,0-4 2-16,5-3-6 0,-1 1-10 0,2-3-14 15,0 0-1-15,0-1-3 0,0 3 4 0,2-2 15 16,-1-1-2-16,24 5 8 0,-3-6 6 0,4 7 6 16,-4-3-1-16,0 3 1 0,1 2-6 0,-1 0 8 15,-2 2-2-15,-3 0 5 0,-2 0 0 0,-4 2 7 16,-5-2-2-16,-1 2 5 0,6 0 12 0,-1 0 11 0,-7-2 4 16,-1 0-1-16,-2-2 0 0,-2 0-24 0,-3-2 4 15,-4 2-8-15,-8-3 3 0,-15 1-14 0,4-2 1 16,-3-3-4-16,1 0-2 0,8 0-11 0,-2 12-6 0,5-6-2 15,2-5-37-15,3-3-50 0,1-2-7 0,3 0-16 16,8 0-48-16,-1-2-35 0,1-2-25 0,0-14-16 16,6-10-210-16</inkml:trace>
  <inkml:trace contextRef="#ctx0" brushRef="#br0" timeOffset="26049.14">26304 12413 828 0,'0'-1'62'0,"2"-1"-69"0,0 0 85 0,0 0-32 0,0 0 112 16,0-2 26-16,0 1-1 0,-1 1-4 0,-1 0-68 15,0 0-32-15,0 0-1 0,0 0-10 0,0 1-14 0,0 1-14 16,-1 0 0-16,-1 1-4 0,-2 1-5 0,2 9-11 16,-11 19-1-16,0 3-3 0,2 3-6 0,0 3 2 15,2 3-4-15,-1-6 2 0,3 3-6 0,1-6 1 16,1-1-2-16,-16 3 0 0,10-3-6 0,6 1 3 16,3-11 1-16,2 1 0 0,2-7 7 0,0-5-14 15,1 1-1-15,1-5-5 0,-2-3 11 0,16 9 1 16,8 0 7-16,0-6-5 0,2-3 2 0,2-4 4 15,3-4-8-15,3-5 5 0,4-6-7 0,1-5 4 16,-7 16 4-16,-1-24 0 0,-7-2-3 0,-5 2 6 0,-3 2-5 16,-3-3 4-16,-6 3 0 0,-3-8-7 0,12 3 7 15,-6-1-6-15,-7-1 6 0,-5 5-10 0,-4 2 2 16,-5 2-3-16,-4 1 2 0,-2 1-6 0,-22 5-4 16,2 3 0-16,-8 4-19 0,6 7-41 0,0 1-4 15,3-17-14-15,8 10-32 0,0 5-13 0,4 4 3 0,2 2-6 16,3 4 8-16,6-1-20 0,3-1 10 0,5-2-7 15,-1 2 46-15,0 1 59 0,1 2 0 0,1-1 20 16,-2 1 14-16,4-3 24 0,0 0 21 0,0 0 3 16,0-3 76-16,0 1-11 0,0 2 1 0,2 0-4 15,2 1-1-15,-2 1-3 0,12 3-2 0,1 0-1 16,4 1-7-16,1 1-11 0,1 0 2 0,5 2-7 0,-2 2-8 16,2 0-10-16,0 1-2 0,0-1-4 0,-2 0-15 15,-4 2-4-15,-3 1-5 0,0-1 2 0,3 5-6 16,-3-7-1-16,-2 0 3 0,3 0-4 0,-3-2-9 0,0-4-3 15,2 6-6-15,-10-4 4 0,2-1 5 0,1-3-10 16,-3-3 4-16,1-1-6 0,-1-1 0 0,0 0-8 16,1 0-9-16,-4 0-5 0,1 2-66 0,-1-3-84 15,1 3-24-15,5 0-37 0,-3-4-248 0</inkml:trace>
  <inkml:trace contextRef="#ctx0" brushRef="#br0" timeOffset="26386.63">27017 12233 1469 0,'-1'0'41'0,"-1"0"92"15,0-2-112-15,0 2 53 0,0-1 3 0,0 1 16 16,0 0 8-16,1 0-60 0,-1 0 8 0,0 0-23 0,0 0 10 16,2 0 1-16,0 0 2 0,2-2-2 0,0 0-12 15,1 2-11-15,22-8-2 0,1 3-2 0,1-1-4 16,3 3 2-16,-6 1-8 0,0 0 5 0,-3 2-8 0,1 0-4 16,-3 0 1-16,-1 0-2 0,5 4-6 0,-12-3-64 15,0 1 4-15,-6 0-29 0,-3-2-40 0,0 0-26 16,0 0-21-16,2 4-5 0,-2 0-102 0</inkml:trace>
  <inkml:trace contextRef="#ctx0" brushRef="#br0" timeOffset="26572.68">27155 12345 870 0,'-2'0'92'0,"0"0"146"0,0 0-146 0,0 0-9 16,1 2 0-16,-1-1-2 0,0 1-5 0,0 0-34 0,0 0 0 16,0 0-11-16,0 0 5 0,1 0 16 0,1-1-3 15,0 1 8-15,1 0 5 0,1 0-5 0,2 0 2 16,3 2-6-16,19 5-11 0,-1-5 1 0,2-3-7 15,-2-1 3-15,-9 0-12 0,8-3-12 0,-7-1 4 16,2 0-7-16,-3 1-7 0,-3-1 0 0,-1 0-5 0,-5 2 1 16,2-1 0-16,-5 3-9 0,-2 0-2 0,0 0-9 15,0 0-53-15,-1 0-79 0,7-4-18 0,-3 2-26 16,3-2-127-16</inkml:trace>
  <inkml:trace contextRef="#ctx0" brushRef="#br0" timeOffset="34784.87">27938 12053 962 0,'0'-2'25'0,"0"0"6"0,-1 1 11 0,-1-1 2 0,0-2-6 16,2 2-13-16,-4-7 32 0,0 0 0 0,4 5 5 15,-1-4-21-15,-1 3 3 0,0-3-6 0,-2-1 4 16,2 2-10-16,0-1 0 0,2 5 0 0,0-1-1 16,0 2-4-16,0 0 5 0,-1-2-1 0,-1 1 3 15,0-1 2-15,0 0-1 0,0 2-6 0,0 1 1 0,0-1-26 16,1 0 6-16,-1 2-7 0,0 0 7 0,0 2-6 16,0 0 4-16,-2 1 1 0,-9 16-2 0,-3 9-5 0,5-4 3 15,-1 0 3-15,3 0-2 0,2 0-6 0,1-1 0 16,1-1 0-16,1-4 3 0,2 1 0 0,2-2 5 15,0-2-6-15,2-1 5 0,2 1-5 0,3 0 3 16,-1-4-1-16,3 2 1 0,-7-2-3 0,14-3-2 16,1-1 7-16,7-3-6 0,-1 0 7 0,-1 11-7 15,0-4-1-15,0-4 0 0,-3-3 8 0,7-4-8 16,0-2 8-16,-6-2-7 0,6-5 11 0,-5 0-5 16,-1-2 0-16,3-2 0 0,-7 1 10 0,1 3-7 15,-4-11 0-15,-2-3-2 0,-4-1 1 0,1 0-3 0,10-4 6 16,-5 0-5-16,-3 1 3 0,-7-1-9 0,-3-8 2 15,-3 3-3-15,-5 0 5 0,-1-1 3 0,-2 6 4 16,-2 0-1-16,2 6 4 0,-2 4-2 0,11-1 5 16,-19 10-1-16,1 3 17 0,-2 2-25 0,3-8-1 15,3 4-7-15,-3 4-5 0,2 4-4 0,-1 8 3 0,-3 5-3 16,3 7 7-16,1 17-4 0,-2 2-1 0,8 0-1 16,0-2 2-16,6 1 5 0,-1 1 2 0,0-6 0 15,5 0-5-15,-1-5-4 0,0-4-4 0,-13-1 3 16,6-3-4-16,3-3-48 0,2-2 2 0,3-4-21 15,1 0-32-15,0-5-33 0,1-1-34 0,1-1-11 16,-2-2-211-16</inkml:trace>
  <inkml:trace contextRef="#ctx0" brushRef="#br0" timeOffset="34986.83">28661 11938 1404 0,'0'0'160'0,"-2"0"23"0,0 0-83 16,-2 0-49-16,-1 0-42 0,-5 0-10 0,3 0 41 16,-2 2-8-16,3-2 18 0,-1 2-26 0,1 0-14 15,2-1-5-15,3-1-2 0,-3 2-17 0,0 0-1 16,2 2-5-16,0 0-1 0,1 3-55 0,1 0-17 0,0-3-20 16,1 0 3-16,1 0-70 0,2-3-58 0,2 1-14 15</inkml:trace>
  <inkml:trace contextRef="#ctx0" brushRef="#br0" timeOffset="35811.91">28987 11673 668 0,'0'0'44'0,"0"-2"90"16,0 0-121-16,0 0 39 0,0 0 6 0,0-2 16 16,0 1 44-16,0-3-31 0,0-3 10 0,0 1-16 15,0 1 10-15,0 1-26 0,0 5-2 0,0-3-8 0,0 2-7 16,0 0-10-16,0 0 1 0,0-1-5 0,0-1 4 15,0 0 0-15,0 0 1 0,0 3-2 0,0-1-9 16,0 0-10-16,0 0-1 0,0 0-3 0,0 0 3 0,0 0-3 16,0 1 3-16,0-1-2 0,0 0 4 0,0 0-4 15,0 2-3-15,0 0 0 0,0 0-9 0,0 0 6 16,0 0 2-16,0 0 0 0,0 2 0 0,0 0-8 16,0 0-2-16,0-1-1 0,0 1 0 0,0 0 6 15,0 0-1-15,0 0 2 0,0 0-1 0,0 0-6 16,0-1 4-16,0 1-5 0,0 0 0 0,0 0 4 15,0 0-3-15,0 0 4 0,0 0-2 0,0-1 4 16,0 1-6-16,0 0 5 0,0 0-7 0,0 0 2 0,0 0 1 16,0 0 0-16,0-1 3 0,0 1-2 0,0 0 0 15,0 0-2-15,0 0-4 0,0-2 4 0,0 0-1 16,0 0 2-16,0 0 4 0,0 0-6 0,0 0 1 16,0 0-1-16,0 0 1 0,0 0 1 0,0 0-3 15,0 0 1-15,0 0-3 0,0 0 4 0,0 0 4 0,0 0-1 16,0 0-3-16,0 0-1 0,0 0-2 0,0 0 3 15,0 0 7-15,0 0-7 0,0 0 4 0,0 0-4 16,0 0-3-16,0 0 9 0,0 0-6 0,0 0 6 16,0 0-11-16,0 0 6 0,0-2-1 0,0 0 3 15,2 0 1-15,0 0-3 0,-2 1 3 0,0-1-3 16,0 0-3-16,0 0 4 0,0 0-1 0,0 0 3 16,0 2-3-16,2 0 1 0,-2 0-6 0,0 0 4 0,0 0-7 15,0 2 5-15,0 0 3 0,0 2-1 0,-2 16 0 16,0 12 3-16,0-1-4 0,1 5 3 0,-1-5-6 15,0-1 2-15,2 1 1 0,0-7 1 0,0 1 7 0,0-3-5 16,2-4-2-16,1 1 0 0,1 0 2 0,2-3-4 16,1 1 5-16,1-2-4 0,-3-4 4 0,1-2-2 15,-3-3 2-15,-1-2-2 0,13 1-3 0,2-1 5 16,-4-2-3-16,5 11 5 0,-3-6-3 0,2-1-1 16,-2-3-2-16,2 1 0 0,-4-4-2 0,1 0 4 15,1-2 3-15,-2-1-1 0,2-3-3 0,-4 0 0 16,0-1 0-16,2 3 0 0,0-12 6 0,-1-1-2 15,-1 0-2-15,-2 0 0 0,-3-1-3 0,-1-1 6 0,-1-3 2 16,0 0 1-16,-3-2-4 0,16-2-3 0,-8 1-1 16,-1-2 0-16,-6 1-2 0,-2 0 6 0,-4-2-4 15,-2 0 5-15,-3 0-5 0,0 0 5 0,-2 4 1 0,0 4 2 16,-4-3-3-16,4 7-1 0,1-1 2 0,-12 2-1 16,2 4 11-16,-1 0-4 0,1 5-1 0,1 3-2 15,1-10-7-15,1 3 0 0,4 5-5 0,0 3 2 16,4 2-11-16,-6 0 7 0,4 2 1 0,-2 1 0 15,0 5 2-15,5-3-1 0,1 8 0 0,3 12 0 16,-2-1 1-16,-10 2-1 0,5 0 0 0,5-2 0 16,2 2-7-16,4-4-25 0,0 0-8 0,2 1-8 15,2-7-58-15,1 5-30 0,3-4-9 0,-3-4-7 0,3 0-42 16,-1-4-115-16,3 2-91 0</inkml:trace>
  <inkml:trace contextRef="#ctx0" brushRef="#br0" timeOffset="36251.48">29739 11294 969 0,'0'0'54'16,"-1"0"0"-16,-1-2 1 0,0 0 8 0,0 0-18 16,0 0 51-16,0-1 12 0,-1-1-6 0,-1 0 6 15,0 0-22-15,0 1-4 0,1-1-7 0,1 0 1 16,0 1-27-16,0-1-24 0,0 2 2 0,0 0-10 0,1 0-15 15,-1 0 12-15,0 1-8 0,0 1 11 0,0 0-7 16,2 1-3-16,0 3-1 0,0 17 0 0,0 6 0 16,2 7 3-16,0-3 1 0,0 5-1 0,0-5-3 0,-2 3 2 15,0-1-4-15,0 2 3 0,0-1-1 0,0-3-1 16,0-1 0-16,-4-2-2 0,2 0 0 0,0-2 3 16,2-4-3-16,0-1 3 0,0-3-4 0,0-7-8 15,0 2 6-15,0-4-7 0,0-3-2 0,0 3-24 16,0-7-23-16,0 2 0 0,0-2-71 0,2 1-31 15,0 1-11-15,0-2-20 0,1 0-137 0</inkml:trace>
  <inkml:trace contextRef="#ctx0" brushRef="#br0" timeOffset="36687.51">29970 11362 865 0,'0'0'103'0,"0"-1"9"0,-2-1-46 0,0 0-16 0,0-2-34 16,0 0 21-16,0 1 28 0,2-1-1 0,-1-2 9 16,1 1-9-16,0-4-25 0,0-1 0 0,0 5-9 15,1-3-12-15,3 1 6 0,-2 3-1 0,5-5 4 16,12 3 5-16,1 3 9 0,1-3 2 0,1 4 1 0,-1 0-14 16,-3-11-18-16,1 4-3 0,-5 3-2 0,-2 5-3 15,-1 1 17-15,-4 0-1 0,-1 1 7 0,-3 1 0 16,-1-2-13-16,0 21 0 0,11-3-3 0,-2 6 0 15,-5-1-3-15,-6-1 2 0,0 4-2 0,-4-2-2 16,-1 0-2-16,-3-1 1 0,-3-1-1 0,-2 2 3 0,0-2-4 16,-2 1 0-16,0-1-2 0,2-4 2 0,0 1 8 15,2-2-3-15,2-2 5 0,2-4-3 0,1-2-2 16,2-2 0-16,2-1-2 0,1-2-3 0,-1 1 12 16,2-1-4-16,0-2 6 0,0 2-7 0,0-1 0 15,0 1-2-15,2 0 1 0,-1-2-5 0,3-1 2 16,18 5 0-16,1-4 0 0,3-2 2 0,-2 0-2 0,5-2 2 15,1-2-2-15,0 1-1 0,0-1-4 0,-3 0 3 16,1 0-3-16,-5 1 4 0,-1-1-5 0,-5 2-6 16,-6 0 1-16,2 0-5 0,-4 1-9 0,0-1 0 15,-1 0-6-15,-6 2-17 0,3-4-118 0,4-3-1 16,4 5-45-16,-1-9-42 0,-5 0-180 0</inkml:trace>
  <inkml:trace contextRef="#ctx0" brushRef="#br0" timeOffset="37225.51">30631 11229 883 0,'-2'-2'122'0,"0"-2"231"0,0 0-307 16,-3-5-11-16,-8 0 9 0,7 0 0 0,2 3 66 15,-1-3-45-15,3 3 6 0,-4-1-22 0,3 1-17 0,-1-1-16 16,2-6 2-16,2 2-5 0,2-6 7 0,2 6-4 15,1 2 3-15,4-1-3 0,17 1 15 0,-1-2 3 16,1 0 4-16,-2 0-1 0,0 1 2 0,-4 8-18 16,2-1-5-16,-5-8-3 0,0 3-11 0,-4 4 1 15,0 3 2-15,-4 1-1 0,-1 0 9 0,-3 0 2 16,-1 1 2-16,0 1-2 0,3 8-11 0,6 14 4 16,-4 2-2-16,-7 0 3 0,-2 0 2 0,-4 7-9 15,-3-3 4-15,-4 1-5 0,-2 3 3 0,0-6-4 16,-2 1 3-16,2-1-3 0,0-4 1 0,0 0 1 0,0 1-2 15,2-3 3-15,2-2-3 0,1 1 0 0,3-3-1 16,-1-1 2-16,0 2 3 0,5-5-4 0,-1 1 2 16,2 0-2-16,0-2 1 0,0-4 4 0,2 1-5 0,-1-3 4 15,1-1 0-15,0-3-3 0,0-1 0 0,13 9-1 16,2-1 4-16,-1-5 6 0,1-3-3 0,2-2 2 16,-1-2-9-16,-1-1 7 0,0-3 0 0,-6 0 1 15,0-1-7-15,-2 0 6 0,-3 3-3 0,-3-11 6 16,-1 0-1-16,9 0-5 0,-1-1 2 0,-5-3-3 15,-3 0 3-15,-2-1 1 0,-5-2 1 0,-5-2 1 16,-3-1-1-16,-3 1 1 0,10 0 0 0,-16 7 1 16,-2 1 7-16,3 3-4 0,1 2-2 0,3 5-2 0,0 0-13 15,4 3 1-15,2-7-2 0,-4 1 1 0,4 4-2 0,2 1-48 16,0 2-4-16,5 2-21 0,0 0-61 0,1 0-53 16,1 0-1-16,0 0-22 0,0 2-53 0</inkml:trace>
  <inkml:trace contextRef="#ctx0" brushRef="#br0" timeOffset="37831.86">31191 11101 1179 0,'-1'-2'42'0,"-1"0"84"0,0 0-111 0,0 0 23 0,0 0 2 15,0 1 8-15,0 1 11 0,1 0-23 0,-1 0-5 16,2 1-4-16,0 1-7 0,0 0-4 0,0 20 7 0,0 4-6 15,0-1 4-15,2 2-12 0,1 3 7 0,1-2-4 16,0 0 24-16,-2-4-6 0,-1 0 4 0,1-2-4 16,0 1 1-16,-2-3-5 0,0-1 1 0,0-3-1 15,0-1 6-15,0-2 3 0,-2-2-3 0,2-1 1 16,0-5-13-16,0 1-2 0,0-3 5 0,0-1-3 16,-2 2 11-16,1 0 17 0,-1-1-11 0,0 1 11 15,0-2-23-15,0 0-16 0,0 0 0 0,2-2-6 0,0 0-2 16,0 0 2-16,0-2 1 0,0-2-1 0,-2-9-2 15,1-9-1-15,1 0 0 0,0-4 0 0,1-4-1 16,3 4 1-16,0-2-2 0,1 2 2 0,-1-2-3 16,2 0 3-16,1 0-3 0,1 10 3 0,-1 3-2 0,0 0 0 15,-1 6-1-15,1-2 0 0,-3 9-3 0,11-9-1 16,0 3 7-16,-4 5-4 0,2 3 4 0,0 2 5 16,-6-1-7-16,6 9 5 0,-9 1 1 0,-2 13-5 15,2 4 3-15,-2-4-4 0,1 0 2 0,1 0 7 16,0-3-5-16,-1-1 6 0,8-3-5 0,-1-2 2 15,-5-4-2-15,-1-2 1 0,-2-3-7 0,-2-3 7 16,0-1 1-16,2 2 1 0,0 0-1 0,-1-1 6 0,1-1-1 16,0 0 2-16,0 0-5 0,0 0-1 0,0-2-3 15,0-2 0-15,1 0-6 0,5-9 5 0,7-15-2 16,-1-6 3-16,-1-3-4 0,0 2 1 0,-1-1 1 16,-1 1 0-16,-2 5-1 0,0 4 1 0,-1 3 2 0,-3 8-1 15,1 2 2-15,-4 8-2 0,1-1 2 0,1 0-1 16,0 2-2-16,7-3-1 0,0 1 1 0,2 4 0 15,-2 0 6-15,0 2 1 0,1 3-7 0,-5 1 4 16,0 7-9-16,-1 13 6 0,0-2 2 0,-3-2 1 16,1-1-9-16,-2-1 0 0,0-1-6 0,13 1 3 15,-6 1-13-15,-5-8-33 0,-3 1-11 0,-1-1-13 16,0-3-78-16,0-3-56 0,0 1-15 0,0-7-17 16,0 3-104-16</inkml:trace>
  <inkml:trace contextRef="#ctx0" brushRef="#br0" timeOffset="38454.04">31860 10987 1031 0,'0'-1'102'0,"0"-3"214"0,0 0-275 0,0-3 33 15,0-3 4-15,0 5 11 0,0 1 23 0,0 0-50 16,0 1 0-16,0-1-17 0,2 2-12 0,0 0-1 16,-1 0 2-16,1 2-3 0,0 2-2 0,0 0-12 15,2 7 2-15,5 21-5 0,2 4 3 0,-3-8-9 16,-1 3 2-16,-1 1-3 0,-1-4 12 0,1 6-14 0,-1-8 6 15,-3-4-8-15,0-1 9 0,0-5-7 0,0 5 0 16,0-6-3-16,-2 0-2 0,0-6 5 0,0-1 0 16,0-4 1-16,0 2 4 0,1-1 17 0,-1 1 1 15,0 0 3-15,0-2-7 0,0-1-17 0,0-1 0 16,0 0-5-16,0-1 3 0,0-3-5 0,0-11-2 0,2-13 0 16,0-9 5-16,-2 0 0 0,2 2 2 0,2-6-3 15,-1 0-2-15,3 4 1 0,-2-4 2 0,-1 9-1 16,1 3 1-16,0 5 1 0,1 5-4 0,-1 2 4 15,0 4 4-15,-2 6 2 0,1-1-5 0,-1 5 2 16,-2 1-11-16,4-2 6 0,5-1-2 0,2-1 3 16,2 2-6-16,0 4 9 0,4 0-1 0,3 6 4 0,3 3-3 15,-3 4-1-15,2-4 2 0,-3 16-4 0,-2 4-3 16,3 1 9-16,-1-4-9 0,-3 6 8 0,1-1-11 0,-4-5 3 16,2 0 4-16,-6-5-2 0,1 1 4 0,-3 0-3 15,0 0 0-15,-3-1-1 0,0-1-9 0,0-5 6 16,-3 2 0-16,7-8 2 0,-3 0 0 0,1 1-13 15,-4-5-2-15,0 1-2 0,-2-4 0 0,2 1-9 16,-1 1-13-16,1 0-1 0,-2-2-74 0,0-1-12 16,0-1-11-16,-2 0-1 0,1-1-43 0,-1-1 8 15,-2-2-18-15,-7-3 12 0,-4-14-37 0,-2 6 49 16,1-1 13-16,-5-1 19 0,-1 4 100 0,3 2 59 16,-3 0 25-16,2 1 11 0,3 1 79 0,-2-4-11 15,6 0 2-15,8 8-4 0,-6-5 7 0,5 7-28 0,2 1 1 16,1-8-13-16,-1 7-30 0,0-1-20 0,2 0-1 15,0 2-3-15,1 1 23 0,1-1-7 0,1 0 4 16,1 0-8-16,2 0-14 0,18-9-3 0,8 2 5 0,2 1-3 16,1 3 12-16,0 1-14 0,1 2-3 0,-1 0-3 15,-1 0-12-15,-1 1-9 0,-3-1 1 0,-5 2-4 16,-3 0-1-16,-7 0-15 0,-4 0 3 0,-3 0-10 16,-4 0-39-16,1-2-206 0,1 0-57 0</inkml:trace>
  <inkml:trace contextRef="#ctx0" brushRef="#br0" timeOffset="39903.29">25556 6173 256 0,'0'0'-7'0,"0"0"26"0,0 0 35 16,0-2 8-16,0 0 24 0,0 0-14 0,0 0-31 15,0 1 5-15,0-1-9 0,0 0-5 0,0 0 5 16,0-2 1-16,0 1 2 0,0-1-1 0,0 0 4 15,2 0-8-15,0 1 9 0,-2 1-1 0,0-4-4 0,2-3 8 16,0 2-9-16,0 1-7 0,-1-1 13 0,1-1-10 16,-2 3 11-16,2-3-10 0,-2 5 8 0,0-1 8 15,0 0-2-15,0 2 1 0,2-1-22 0,0-1 0 16,0 0-5-16,-2 2-6 0,0 0 9 0,2 1-12 0,-2-1 12 16,0 0-7-16,1 0-2 0,-1 0 0 0,0 0-3 15,0 0-14-15,0 1-4 0,0-1 5 0,0 0-1 16,0 2 4-16,0 0 0 0,0 0-3 0,2 2 3 15,-2 0 5-15,0-1-9 0,2 3 8 0,-2 4-8 16,4 12 12-16,0 2 6 0,-1 2-7 0,-1-3 7 16,2 1-7-16,-2-3 3 0,0 1 4 0,1 6-1 0,-1-7 5 15,2 3-7-15,-2-4 3 0,0-5-5 0,-1 2 6 16,-1-5-11-16,2 1 2 0,-2 2-5 0,0-4 4 16,0 2-4-16,0-5-2 0,0-1 0 0,0-1-1 15,0 0-6-15,0-1 3 0,0 1-5 0,0 2 6 16,0-3-16-16,0 5 1 0,0-4-9 0,0-1-11 0,2 1-86 15,-2 0 7-15,2-1-36 0,0-1-35 0,0 0-120 16,-1 0-42-16</inkml:trace>
  <inkml:trace contextRef="#ctx0" brushRef="#br0" timeOffset="40479.49">25510 6468 391 0,'0'0'97'0,"-2"-2"187"16,0 0-227-16,0 1-7 0,0-1 10 0,1 0-6 16,-1 0 27-16,0 0-7 0,0-2-10 0,0 1 2 15,0-1-23-15,0-2-2 0,1 3-1 0,1-1-2 16,0 2-14-16,0-2 14 0,0 1-8 0,0-1 9 15,-2-2-11-15,2 3 3 0,0 1 1 0,0 0 0 0,-2-2 4 16,2 1-7-16,0-1 2 0,0 0-4 0,0 0 10 16,0 3-12-16,0-1 9 0,0 0-9 0,0 0 8 15,0 0-18-15,0 0-1 0,0 0-4 0,0 1 9 0,0-1-10 16,0 0 6-16,0 0-10 0,0 0-5 0,0 0 0 16,0 0 3-16,0 1-1 0,0-1-2 0,2 2 5 15,0 0-5-15,-1 0 7 0,1 0-7 0,0 0 0 16,0 0 0-16,0 2 0 0,0-1 3 0,1 1-2 15,1 2-1-15,0 2-1 0,7 8-3 0,-5-4 7 16,3 3-2-16,-2-2 5 0,-1 0 3 0,-1 0-11 16,1-2 7-16,-2-1-7 0,-1-1 11 0,1-1-9 15,0-1 5-15,-4-3-5 0,2 2 7 0,-2-2-1 0,0 0-1 16,0 0 1-16,2-1 5 0,-1-1 7 0,3 4 2 16,0 0 2-16,0 0 8 0,-1-3 0 0,1 1-4 15,-2 0 1-15,0 0-13 0,1 0-1 0,1-2 1 16,0 0-3-16,0-2-10 0,-3 2 4 0,10-6-4 15,-1-1 4-15,-1 1-4 0,0-8 4 0,-3-3 1 0,3 4 0 16,4 0-3-16,-2 2 3 0,-1 3-7 0,-5-3 5 16,-3 6-4-16,0-1-2 0,2-1 3 0,-3 7-2 15,5-4 2-15,-2 0-8 0,-1 2-3 0,1 0-1 16,0 1-7-16,-2-1-33 0,0 0-24 0,-1 0-4 16,1 0-82-16,0 0-23 0,0 0 0 0,2 1-15 15,-1-1-63-15,-1 2-132 0</inkml:trace>
  <inkml:trace contextRef="#ctx0" brushRef="#br0" timeOffset="41194.3">26063 6173 362 0,'0'0'51'0,"-2"0"-7"0,0-2 55 0,1 0 11 16,-1 0-2-16,0 0 42 0,0 1-60 0,0-1 7 15,0 0-29-15,0 0-19 0,1 0 12 0,-1 0-1 16,0 0 5-16,0 1 5 0,0-1-13 0,0 0 0 0,0 0-6 16,2 0-3-16,0 0-8 0,0 0 6 0,0 1-6 15,0-1 5-15,0 0-12 0,0 0 1 0,0 0-5 16,0 0-11-16,0 0 0 0,0 1-8 0,0 1 6 15,0 0-7-15,-1 0-9 0,1 0 7 0,-2 0-7 16,2 0 1-16,-2 0 5 0,0 1-3 0,2 1 4 16,0 0-11-16,0 2 7 0,-2 5-1 0,0 8 6 15,2-4-4-15,0 0-1 0,0 2-4 0,0 0 1 0,0 3 1 16,0-3 3-16,0-2 2 0,0 2-1 0,0-2-5 16,0 2 3-16,0 1 0 0,0 1 1 0,0 0 9 15,0-2-5-15,0-2-5 0,0-4 1 0,0 0-1 16,0-3-1-16,-2 1 5 0,2-1-5 0,0-2 9 0,0-3-11 15,0 1 7-15,0 2-8 0,0 0 6 0,0-1 2 16,0 1-3-16,0-2 2 0,0 0 1 0,0 0 1 16,0 0 1-16,0-1 0 0,0 1 3 0,0 0-2 15,0 0-2-15,0-2 0 0,0 0-7 0,0 0-3 16,-1 0 2-16,-1 0-3 0,0 0 4 0,0 0 3 16,0 0-6-16,0-2 2 0,-1 0-6 0,-1 2 8 15,0 0-2-15,0 0 3 0,1 0-1 0,1 0-2 0,-2 0 4 16,0 0-5-16,3 0-1 0,-3 0-3 0,0 0 4 15,0 0-2-15,1 0 3 0,1 0-1 0,0 0-4 16,0 0 1-16,0 0 4 0,0 0 6 0,2 0-2 16,0 0 4-16,0 0-2 0,2 0 9 0,0-2-4 15,0 1 5-15,2-1-1 0,5 0-7 0,6-2 5 0,3-1-7 16,-1 1-6-16,-2 0 3 0,0 0 0 0,-2 1 2 16,-4 1-3-16,2 0-2 0,0 0 0 0,-3 0 0 15,1 0 2-15,-1 1-2 0,-3-1 0 0,-1 2 0 16,0 0 6-16,-1 0-10 0,-1 0 6 0,0 0-7 15,0 0-3-15,0 0 3 0,1-2-3 0,1 0 4 0,0 0-11 16,0 0-8-16,-3 0-8 0,1 1-3 0,0-1-67 16,0 0-31-16,0 0-22 0,0 0 1 0,0 0-60 15,-1-1-81-15,1-1-39 0</inkml:trace>
  <inkml:trace contextRef="#ctx0" brushRef="#br0" timeOffset="41425.18">25950 6121 1308 0,'-2'0'27'0,"0"0"1"0,0 0-7 16,0 0 16-16,1-2-13 0,-3 0 89 0,0 0-31 0,0 2 1 16,1 0-16-16,1 0-37 0,0 0-9 0,0 0 0 15,0 0-2-15,0-2 17 0,2 2 8 0,0 0 1 16,2 0 0-16,0-1-14 0,0-1-14 0,2 0-3 15,-1 0-3-15,3 2-4 0,5-2-7 0,2 0 5 0,-2 0-5 16,2 1 3-16,0 1-14 0,0 0 1 0,0 0-7 16,-3 0-14-16,1 0-85 0,0 0-4 0,-4 0-32 15,6 3-61-15,-3 1-65 0,1 2-26 0</inkml:trace>
  <inkml:trace contextRef="#ctx0" brushRef="#br0" timeOffset="41878.1">26382 6242 816 0,'0'0'61'0,"0"0"-4"0,0 0 17 15,0 0 13-15,0 0-18 0,0 0 43 0,0 0-27 16,0 0 2-16,0 0-13 0,0 0-22 0,0 0-7 16,0 0-3-16,0 0-1 0,0 0 0 0,0 0 8 15,0 0-4-15,0 0 3 0,0 0-13 0,0 0 3 16,0-2-1-16,0 0 0 0,0 0-11 0,0 0 1 15,0 0-5-15,0 0 3 0,-1 1-7 0,-1-1 3 16,0 0 2-16,0 2-1 0,0 0-7 0,-2-2-7 16,1 2 1-16,-8-2-2 0,-2 0 4 0,1 2-10 0,3 0 1 15,-2 0-2-15,2 0 11 0,3 0-7 0,-1 2-2 16,1 0-1-16,2 0-2 0,1 0 3 0,-1 5 1 16,2 6 0-16,0-2-4 0,1 6 2 0,-9-4-1 15,1 2 1-15,0 3-2 0,3-5 1 0,1 4-2 0,1-2 2 16,0 2 4-16,2-2-4 0,0-1 3 0,1 1-4 15,1-5 1-15,0-1 0 0,0 2 0 0,0-4 1 16,0 1 1-16,0-3 1 0,1 1 2 0,-1-4 0 16,2 2 8-16,2-1-9 0,0 1 4 0,9 3-5 15,5 3 14-15,1-5-8 0,-1-3 2 0,3-2-5 16,-3-2-3-16,3 0 5 0,1-1-6 0,-2-3 5 16,-1 1-6-16,-2-1-2 0,-6 2 0 0,2-1-3 0,-2 1-12 15,-5 2-24-15,3-2-29 0,0 1-4 0,0-3-165 16,-1 2-186-16</inkml:trace>
  <inkml:trace contextRef="#ctx1" brushRef="#br0">23279 10541 0,'0'0'0,"0"0"0,-84 51 15,10 0 1,-14 14-16,0 9 15,-400 530 79,423-530-94,-4 5 16,-6 4-1,6 6-15,4-6 16,9 1-16,0-5 16,5-5-1,0-4-15,5-1 16,0-4 0,-1 5-16,5-5 15,1 4 1,-1 1-16,5-5 15,-5 5 1,-9-1-16,-14 10 16,-14 9-16,-9 5 15,-1-5 1,6-9-16,9-4 16,9-10-1,9-5-15,10-9 16,8-9-1,11-5-15,3-9 16,6-5-16,9 0 16,-1 0-1,1 1-15</inkml:trace>
  <inkml:trace contextRef="#ctx0" brushRef="#br0" timeOffset="52778.75">26433 5555 111 0,'0'0'20'0,"0"0"12"15,0 0 47-15,0 0 13 0,0 0-8 0,0 0-11 16,-2 0-55-16,0 0 0 0,0 0-5 0,0-2 20 16,0 0 15-16,0 0-5 0,1 2 5 0,-1-2-30 0,0 2 5 15,0 0-1-15,0 0 3 0,0-2 2 0,0 0-2 16,1 1-2-16,-1-1 2 0,0 0 9 0,0 0-8 15,0 2 2-15,0 0-6 0,0-2-1 0,1 0-3 16,-1 2 2-16,0 0-3 0,0 0 8 0,0 0-4 16,0 0 4-16,0 0-5 0,1 0-7 0,-1 0 7 15,0 0-7-15,0 0 6 0,0 0-15 0,2-2-2 16,0 2 5-16,0 0-4 0,0 0 5 0,0 0-2 16,0 0-3-16,0 0 2 0,0 0-2 0,0 0-3 15,0 0 2-15,0 0-2 0,0 0 14 0,0 0-4 0,0 0-6 16,0 0 1-16,2 0-2 0,0 0 2 0,0 0 6 15,0 0-4-15,-1 0 8 0,1 0-2 0,0 0 1 16,0 0-1-16,0-1 1 0,0-1-5 0,0 0 3 0,-1 0-5 16,1 2-4-16,0 0 1 0,0-2-2 0,0 0 3 15,0 0 13-15,1 1-10 0,1-1 2 0,-2 2-6 16,5 0 0-16,1 0 9 0,-1 0-4 0,4-2 4 16,-1 0-13-16,1 2 4 0,-4 0-1 0,1 0 3 15,5-2-6-15,-6 2 11 0,10-2-10 0,-10 2 9 16,3 0-13-16,1 0 4 0,-2 0 6 0,2 0-1 0,2 0 7 15,0 0-5-15,-2 0-4 0,2 0 1 16,0 0-7-16,-2 0 10 0,8 2-2 0,-2-2 6 0,-2 0-5 16,3 0-5-16,-3 0 2 0,2 0-3 0,-1 0 10 15,1 0-10-15,0 0 4 0,-4 0-5 0,2-2 6 0,-2 0-1 16,0 1 0-16,0-3-1 0,0 0 1 0,0 0 0 16,0 3-2-16,-2-1 1 0,0 0 5 0,-2 0-10 15,2 0 6-15,0 0-8 0,-1 2 3 0,1 0 6 16,-2 0-5-16,0 0 8 0,3-2-1 0,-3 2-6 15,0-1 5-15,2-1-5 0,-1 0 8 0,-3 0-9 16,2 0 4-16,-1 0-4 0,-3 2 12 0,1 0-6 16,-1 0 0-16,1 0-2 0,0 0 1 0,-3 0-6 15,3 0 9-15,-4 0-8 0,0 0 7 0,1 0-2 0,1-2-3 16,0 1 2-16,-1-1-5 0,1 2 4 0,-2-2-1 16,0 0 3-16,0 0-6 0,0 0 3 0,-1 0-2 15,1 2 2-15,0 0 1 0,0 0-3 0,0 0-2 16,-2 0 0-16,0-1-3 0,0 1 2 0,0-2-6 0,0 2 2 15,0 0-21-15,0 0-59 0,0 0-29 0,-2 0-21 16,0 0-182-16</inkml:trace>
  <inkml:trace contextRef="#ctx0" brushRef="#br0" timeOffset="53587.58">26509 5343 236 0,'0'0'62'15,"0"0"4"-15,0 0-19 0,0 0-7 0,0-2-17 16,0 0 35-16,0 0-4 0,-2 1 8 0,2-1-10 16,0 2-15-16,0 0-17 0,0 0 3 0,0-2-5 0,0 0 4 15,0 2 4-15,0 0-8 0,0 0 8 0,0 0-5 16,0 0 5-16,0 0 2 0,0 0 0 0,0 0 7 0,2 0-4 16,-2 0 3-16,0 0-2 0,2 0 9 0,-1 0-4 15,-1 0-2-15,0 0 0 0,0 0-5 0,0 0-7 16,0 0 4-16,0 0-8 0,0 0 2 0,0 0 0 15,-1 0-6-15,-1 0 3 0,0 0-18 0,0 0 12 16,0 0-6-16,0 0 6 0,0 2-18 0,-1 0 11 16,-1 0 2-16,-3-1 2 0,-3 1-8 0,1 0 2 15,3 0-4-15,1 0 1 0,-1 0-3 0,-1 1 3 0,-1 1 0 16,3-2 2-16,-3 2 6 0,5-2-6 16,-3 1-1-16,2-1-1 0,1 0 2 0,1-2 1 0,-2 2-2 15,0 0-1-15,1 0-3 0,-1-1 8 0,2-1 6 16,-3 4-2-16,1-2-4 0,-2 2 0 0,3-2-1 15,-1-1 1-15,0 1 4 0,0 0 2 0,1 0-4 16,-1 0 3-16,0 3-6 0,2 1 3 0,-1-4 5 0,1 0-3 16,0 0 1-16,0 3 2 0,-2 1-1 0,4-4 3 15,0-1 1-15,0 1-3 0,0 0-5 0,-3 2 3 16,1 0-5-16,0-1 2 0,0-1 1 0,0 2 0 16,0-2 10-16,1-1-9 0,1 1 6 0,0 0-9 15,0 2-6-15,0 0 5 0,0-1-2 0,1 1 4 16,1 0 5-16,0-1-4 0,0 1 1 0,0 0-4 0,0 0-4 15,0-1 4-15,-1 1-2 0,1 0 4 0,0-1 2 16,0 1-7-16,0 0 2 0,0 0-4 0,0-1 4 16,-1 1-3-16,1 0 4 0,0-1-5 0,0 1 1 0,0 0-3 15,0 0-4-15,0-1 2 0,-1 1-9 0,1 0-16 16,0-1-17-16,2 1-11 0,0-2-164 0</inkml:trace>
  <inkml:trace contextRef="#ctx0" brushRef="#br0" timeOffset="54613.16">26750 5885 20 0,'0'0'16'0,"0"0"-3"0,0 0-13 0,0 0 9 0,0 0-13 16,0 0 26-16,0 0-7 0,0 0 7 0,0 0-6 15,0 0 27-15,0 0-7 0,0 0 14 0,0 0-11 16,0 0 11-16,0 0-11 0,0 0-2 0,0 0 0 15,0-2-3-15,0 2 6 0,0-2-10 0,0 1 9 16,0-1-5-16,0 0-2 0,0 0 8 0,0 0-7 0,0 0 1 16,0 0-1-16,0 1-9 0,0-1 5 0,0 0 2 15,0 0-5-15,0 0 9 0,0 0-8 0,0 0 10 16,0 1-19-16,0-1 6 0,0 0-8 0,0 0 18 0,0 0-13 16,0 0 5-16,0 0-8 0,0 1 5 0,0-1-1 15,-2 0-1-15,0 0 0 0,1 0 7 0,-1 0-7 16,0 0 8-16,2 1-7 0,-2-1 7 0,0 0-9 15,0 0 0-15,0 0-2 0,1 0 3 0,-1 0-9 16,2 1 8-16,0-1-7 0,0 0 3 0,0 0-5 16,-2 0-6-16,2 0 5 0,0 0 0 0,0 1-9 15,0-1 6-15,0 0-7 0,0 2 5 0,0 0 3 16,0 0-4-16,0 0 4 0,0 0 0 0,0 0-3 16,0 0 7-16,-2 0-5 0,2 0 6 0,0 0-5 0,0 2-2 15,0 0 1-15,0-1 7 0,-2 1-8 0,0 0 0 16,2 2-2-16,0 0-2 0,0-1-1 0,0-1 3 15,0 6-2-15,0-1-3 0,0 2 4 0,0 1-3 16,0-1 6-16,2 2-5 0,0-2-1 0,-2 1-3 16,2-1 0-16,0 2 5 0,-2-2 0 0,2 4 3 0,-1 0-3 15,1-2-2-15,0 2 0 0,0-1-1 0,0-1 0 16,0 2 1-16,0-2 2 0,-1 0 2 0,1-4-1 16,0 1-2-16,-2-3-3 0,2 3 1 0,0-1-2 15,0-1 11-15,-2-4-9 0,0 1 5 0,0 1-5 16,0-2 2-16,0 0 2 0,0 0-2 0,0-1 2 15,2 3-5-15,-2-2 5 0,0 0 0 0,0 0 2 0,1 1-7 16,1 1 7-16,0-2-6 0,0 0 5 0,0 0-4 16,0 0-2-16,0-1 3 0,-1 1-1 0,1 0 1 15,-2 0 1-15,0 0-1 0,0 0 0 0,0 0-1 16,0-1-2-16,0 1-4 0,0-2 1 0,0 0-3 0,0 0-14 16,0 0 2-16,2 0-13 0,0 0-56 0,0 0-159 15,0 0-78-15</inkml:trace>
  <inkml:trace contextRef="#ctx0" brushRef="#br0" timeOffset="54954.29">26696 6171 240 0,'0'0'75'0,"-2"0"-72"0,1 0 85 15,-1 0-37-15,0 0 1 0,0 0 26 0,-2-2-11 0,2 0 12 16,1 2-36-16,-1 0 1 0,0 0-8 0,0 0 5 16,0 0-8-16,0 0-3 0,0-2 6 0,1 2-5 15,-1 0 14-15,0 0-14 0,0 0 6 0,2-1-8 16,0-1 8-16,0 2 4 0,0-2-8 0,0 2 6 16,2-2-3-16,0 0 3 0,0 0 6 0,1 0-5 0,-1 2-6 15,6-1 3-15,8-5-9 0,-3 2 6 0,2 1-14 16,0-1-9-16,-4 2 2 0,0 0-6 0,-1 0-2 0,1 0 1 15,-4 2-1-15,2 0 1 0,-3 0-3 0,0 0-7 16,-1 0 5-16,-1 0-4 0,0 0 5 0,-3 0-3 16,1 0 0-16,2 0-1 0,0 0 3 0,-1 0-2 15,1 0 0-15,-2 0-2 0,0 0-4 0,0 0-2 16,0 0-11-16,-1 0 7 0,1 0-13 0,0 0-104 16,0 0-6-16,0-1-48 0,-2-1-137 0</inkml:trace>
  <inkml:trace contextRef="#ctx0" brushRef="#br0" timeOffset="55317.46">26546 5872 265 0,'0'0'79'0,"-2"0"-60"0,0-2 87 0,0 0-31 15,0 1-3-15,-1-1-2 0,-1 0 0 0,0 0-3 0,2 0-11 16,1 0-9-16,-1 0-2 0,0 1-4 0,0-1-2 16,0 0 18-16,0 0-4 0,2 0 9 0,0 0 2 0,0 0 16 15,2 1-3-15,2-3 3 0,11-5-10 0,9-4-12 16,4 0 0-16,0 1-7 0,1 3-29 0,-5 4-10 15,1 1-4-15,-9 2 1 0,-1 0-4 0,0 2-7 16,-2 0 3-16,0 0-3 0,-4 0-1 0,-1 0-7 16,-3 0-4-16,5 2 0 0,-1 2-10 0,-2-1-19 15,4 3-14-15,-5-4-13 0,-2 0-153 0,-1 0-138 16</inkml:trace>
  <inkml:trace contextRef="#ctx0" brushRef="#br0" timeOffset="56314.46">26945 6008 150 0,'0'0'32'0,"0"0"49"16,0 0-27-16,0-2-2 0,0 0 2 0,0 0-3 0,0 0-8 16,0 0 19-16,0 1-6 0,0-1 10 0,0 0-9 15,0 2-2-15,0 0-2 0,0-2 0 0,0 2-6 0,0-2 4 16,-2 2-8-16,0 0 5 0,0-2-15 0,1 2 7 16,-1 0-6-16,0 0 4 0,0 0-16 0,0 0-8 15,0 0 4-15,0 0-6 0,1 0-6 0,-1 0 0 16,0 0 0-16,2 2 0 0,0 0-5 0,0 0 4 15,0 0-5-15,0 0 6 0,0 1-1 0,0 1-5 16,0 0 6-16,0 7-6 0,-2 7 4 0,2-3-2 16,0 9-1-16,0-1 3 0,0-1 8 0,-2 6-10 15,2-6 5-15,0 2-7 0,0-2 9 0,0-1 10 0,-2-3-7 16,2-3 7-16,0 2-13 0,0 0 14 0,0-6-3 16,0 2 4-16,0-2-17 0,0-4 8 0,0 3-5 15,0-7 5-15,0 1-6 0,0 0 0 0,0-2-1 16,0 1 0-16,0 1-5 0,0 0 2 0,0-2-1 0,0 0-1 15,0-1-9-15,0 1-2 0,2-2-3 0,0 0 2 16,0-2-9-16,0 1 0 0,0-1 2 0,-1-2-2 16,1 0-13-16,-2-3-22 0,0-1-6 0,2-10-2 15,0 1 5-15,-2 4 22 0,0 0-1 0,0 6 8 16,0 1 13-16,0-3 11 0,0 0 3 0,-2-1 0 16,2 3 6-16,-2-2-1 0,0 1 1 0,1 1 0 15,-1-6 8-15,0 3-5 0,0-3 1 0,2 2-4 0,0-2 6 16,0 2 2-16,0 2-2 0,0 0 2 0,0-1 4 15,0 3 1-15,0-2 3 0,0 1-5 0,0 1-6 16,0-6 14-16,2 4-6 0,0-3 10 0,0 3 3 0,1 0 11 16,1 1 11-16,2-1-4 0,-3 4 5 0,-1 1-19 15,2-2-4-15,3 1-3 0,1-1-12 0,-3 2-8 16,1 3 2-16,-1 1-4 0,-1 0 2 0,-2 0-6 16,2 1 3-16,-1 3-3 0,1 4 13 0,4 10-7 15,-5-3 1-15,1 5-3 0,-4 1 3 0,0-5 6 16,-2 3-4-16,2-10 4 0,-2 1-4 0,0-1-1 15,1-2 5-15,-3 3-3 0,2-5 9 0,0 1-14 16,0-1 7-16,0-1-8 0,2-2 3 0,-1 2-3 0,-1-1-4 16,0 1 2-16,0-2 3 0,0 0-6 0,0 0 2 15,0-1-3-15,1 1-3 0,1 0 10 0,0 0-5 16,0 0 5-16,0 0-11 0,0-2 8 0,0 0-6 16,1 0 7-16,1 0-3 0,0 0-4 0,2 0 7 0,0 0-4 15,7 0 8-15,2 0-7 0,2 2 1 0,-2-2-1 16,0 1-7-16,-4 1 4 0,-2 0 0 0,1 2 2 15,-3 0 6-15,1-1-2 0,-1 1-1 0,-3-2-1 16,0 5-6-16,0 1 7 0,5 1 0 0,-3-3 3 16,2 3-9-16,-4-2 12 0,-1 1-8 0,-1-3 10 15,0 1-5-15,0-2-3 0,0-1 3 0,-3 5-4 0,3-6 10 16,-6 3 4-16,-11-3 6 0,1 9-3 0,-1-2 21 16,2-1 7-16,0-3-4 0,0-1 3 0,2 0-18 15,2-2-1-15,2-2-10 0,0 0 4 0,3 0-20 16,2 0 3-16,1 0-1 0,-1 0 1 0,0 0-8 0,1 0-1 15,1-2 0-15,0 0-1 0,0 0-7 0,0 0-5 16,2 0-2-16,0 1-1 0,0-1-18 0,2 0-79 16,0 0-14-16,0 0-30 0,0 0-121 0</inkml:trace>
  <inkml:trace contextRef="#ctx0" brushRef="#br0" timeOffset="56980.54">27168 6065 406 0,'0'0'63'0,"0"0"-2"16,-2 0 6-16,0 0 8 0,0-2-21 16,0 1 33-16,1-1-8 0,-1 0-5 0,0 0-1 0,0 0-21 15,0 0-9-15,0 0 0 0,0 1-4 0,1-1-10 0,-1 0 8 16,2 0-3-16,0 0 5 0,0 0-6 0,0 0 9 16,2 1-3-16,-1-1 6 0,1 0 4 0,0 0-1 15,2 0-6-15,-2 2 1 0,7-5-23 0,0-1 3 16,-1 4-4-16,-3 0 1 0,-1 2-14 0,2 0 0 15,-5 0 2-15,1 0-1 0,2 0 4 0,0 0 2 16,-1 2 1-16,1 0 1 0,-2 0-1 0,0 0-5 16,0 0 1-16,0 1-2 0,-1 1 2 0,-1-2 3 15,2 7-3-15,-2 0 1 0,0 1-14 0,0 5 4 16,0-6 1-16,0 4 2 0,0 0-2 0,-2 2-3 0,-1 1-1 16,-1-3 1-16,0 4 4 0,1-2 2 0,-1-2-2 15,0 0 2-15,-1 4-5 0,-1-4 0 0,0 0 6 16,1-2-4-16,1-4 8 0,2-3-3 0,0 0-7 15,1 1 4-15,1-3-1 0,0 0 1 0,-2 2 3 0,0-1-2 16,0 1 5-16,0 0-8 0,0-2 2 0,0-1-4 16,2 1 7-16,0 0-7 0,0 0 1 0,2-2-2 15,0 0 5-15,2 0-9 0,11-2 8 0,5-3-9 16,1-3 8-16,6-1-3 0,-1 0 0 0,0-1 0 16,0 5 6-16,-7-1-10 0,0 1 3 0,-5 1-4 15,5-2 8-15,-2 3 1 0,-2 1 1 0,-1 0 0 0,-2 0 0 16,-5 0-1-16,4 0-2 0,-7 2 1 0,3-2-2 15,-1 1 3-15,-2 1-1 0,1-2 3 0,-1 0 14 16,0 0-5-16,-1 0 3 0,1 0-4 0,-2 0 3 16,0 1-3-16,0 1-1 0,-1 0-2 0,1 0-12 0,0 0 8 15,0 0-6-15,0 0 6 0,0 0-14 0,0 0 0 16,-1 0 4-16,1 0-6 0,0 0-15 0,0 0-117 16,0 0-44-16,0 0-55 0,-1 1-447 0</inkml:trace>
  <inkml:trace contextRef="#ctx0" brushRef="#br0" timeOffset="60529.49">25471 4485 256 0,'0'0'8'16,"0"0"9"-16,0-2 23 0,0 0 10 0,0 1 13 0,0-1-2 16,0 0-20-16,0 0 7 0,0-2-12 0,0 1 1 15,0-1-4-15,0 0-1 0,0 0 0 0,0 1 2 16,0-1-9-16,0 0 2 0,0 1-3 0,0-1 0 0,0 0 11 16,0 0-2-16,0 1 6 0,0-1 5 0,0 2-10 15,0 0 1-15,0 0-5 0,0 1-6 0,0-1 8 16,0 0-4-16,0 0 6 0,0 0-2 0,0 0 2 15,0 0 5-15,0 1-3 0,0-1-5 0,0 0 0 16,0 0-3-16,0 0 2 0,0 0-9 0,0 0 5 16,0 1-10-16,0-1 9 0,0 0-11 0,0 0-1 15,0 0-3-15,0 0 0 0,0 0 0 0,0 1-6 0,0 1 7 16,0 0-8-16,0 0-2 0,0 0 4 0,0 0 0 16,0 0 3-16,0 0 4 0,0 1-5 0,0 1-3 15,2 0 2-15,0 2 5 0,-2 1-5 0,3 16 5 16,1 1-6-16,0 6 5 0,-2-4-8 0,-2-2 5 15,0 3-5-15,0-9 13 0,0 7-14 0,0-1 1 0,0-4-3 16,0 3 9-16,0-3-2 0,0-6 3 0,0 4-4 16,0-3-1-16,0 0 10 0,0 4-11 0,0-8 11 15,0 2-13-15,0-1 10 0,0-1 1 0,0-3 1 16,0 1-2-16,0-3-3 0,0-2 3 0,0-1-3 16,0 3-5-16,0-2 1 0,0 2-4 0,1-1 4 15,1 1-4-15,-2 0 2 0,0 0 2 0,0-3-1 0,0 1 0 16,0 0-11-16,0 0-1 0,0 0-3 0,0 0-3 15,0-1-17-15,0 1-5 0,0 0-9 0,0 0-70 16,0 0-117-16,0-2-49 0</inkml:trace>
  <inkml:trace contextRef="#ctx0" brushRef="#br0" timeOffset="61087.13">25417 4727 287 0,'0'0'71'0,"-2"0"127"0,0 0-150 0,0 0 13 0,1 0 1 16,-1 0 5-16,0-2-3 0,0 0-23 0,0 0-8 16,0 0-2-16,0 0-8 0,1 0 16 0,-1 1-3 15,0-1 5-15,0 0-6 0,0 0-1 0,0 0 8 0,0 0-5 16,1 0 14-16,-1-1-12 0,2-1 8 0,0 0-7 15,0 1 16-15,0-1-14 0,0 0 0 0,0 0-4 16,0 3-2-16,0-1 0 0,0 0-4 0,0 0 2 16,0 0-14-16,0 0-5 0,0 0 1 0,0 2-2 15,0 0-1-15,2 0-4 0,-1 0-2 0,1 0 0 16,0 2-1-16,0 0 2 0,0 0-4 0,0 2 2 16,0-1-3-16,1 7 1 0,1-1 5 0,0 0-3 0,1 4 10 15,1 0-14-15,-2 0 9 0,-1-2-10 0,1-1 7 16,-2-1-1-16,0 0-3 0,0-1 3 0,-1-1-6 15,1 1 9-15,0-1-5 0,0-2 5 0,0 3-7 0,0-1 2 16,0-1 2-16,-1-1 0 0,-1-1 1 0,0 0-5 16,2 1 4-16,-2-3-3 0,0 2 11 0,0 0-14 15,0-2 8-15,0-1-7 0,2 3 9 0,0 0-8 16,0 0-1-16,0-1 0 0,0-1 6 0,-1 0 3 16,1 0-4-16,0 0 2 0,0 0-5 0,0-1 5 15,0-1-4-15,0 0 3 0,-1 0-8 0,1 0-1 16,0-1 2-16,0-1-1 0,0 0 0 0,0 0 2 15,0 0 0-15,-1-2 2 0,1 1-4 0,-2 1 0 0,8-9 0 16,-3 1 0-16,1 1 4 0,1-2-5 0,-3 4 1 16,0-1-2-16,1-1 2 0,-3 5 0 0,2-3-1 15,0 1 0-15,-3 3-10 0,1-1-13 0,-2 2-2 0,0 0-5 16,0 0-23-16,2-1-73 0,0-1-29 0,-2 2-28 16,2 0-213-16</inkml:trace>
  <inkml:trace contextRef="#ctx0" brushRef="#br0" timeOffset="62129.59">25974 4337 159 0,'0'0'105'0,"0"0"3"0,-2 0 16 16,0-2-22-16,0 0-14 0,1 0 6 0,-1 0-11 16,0 0 4-16,0 0-11 0,0 1-23 0,0-1-7 15,0 0 0-15,1-2-3 0,-1 0-14 0,0 1 1 16,0-1-5-16,0 0 6 0,0 1-3 0,0-1-8 15,1 0 1-15,1 0-4 0,0 1 4 0,0-1-10 16,0 2 8-16,0 0-8 0,0 0 11 0,0 1 3 0,0-1-5 16,0 0 6-16,-2 0-5 0,0 0 1 0,0 0-3 15,0 0 0-15,0 2-4 0,2 0 3 0,0 0-3 16,0 0 0-16,0 0-9 0,0 0 6 0,0 0 0 16,0 2 1-16,0 0-9 0,0 0 1 0,0 0 3 15,-2 0 0-15,2 1 9 0,0 1-9 0,0 0 0 0,0 3-2 16,0 3-4-16,0-1 8 0,0 2-2 0,0-2 4 15,0 2 2-15,0 1-3 0,-1-1-1 0,-1 2 0 16,0 2-4-16,0-1 6 0,0 3-1 0,0-2 1 16,0-2-10-16,-1 4 9 0,-1-1-3 0,2 5 5 15,0-6-7-15,0-4 1 0,1 4-4 0,-1-6 3 16,0 2 0-16,0-2 2 0,2-3 3 0,-2 3-1 16,2-5-1-16,0 2-5 0,0-1-5 0,0-1 2 0,0 0-1 15,0-1 4-15,0-1 4 0,0 0-2 0,0 0-4 16,0 0 0-16,0 0-3 0,0-1 2 0,0 1 8 15,-2 0-9-15,0 0 3 0,1-2-4 0,-1 0 2 0,0 0 0 16,0 0 1-16,0 0-1 0,0 0 0 0,0 0-1 16,-1 0 0-16,-1 0 0 0,0 0 2 0,1 0-1 15,-1 0 1-15,0 0-1 0,2 0-1 0,0 0 0 16,1 0 1-16,-1 0 0 0,0 0-1 0,0 0 0 16,0 0 2-16,2-2 0 0,0 0 11 0,0 0-5 15,0 1 2-15,2-1-2 0,0 0-6 0,2 0 1 16,-1 0 1-16,16-9 1 0,-4 4 7 0,3-3-11 15,1 1 2-15,-4 3-3 0,1 1 11 0,-1 1-10 0,-4 0 4 16,2-1-6-16,-1 1 1 0,-3 0 2 0,2 1 2 16,-2-1 0-16,-1 2-6 0,-1 0 5 0,-3 2-6 15,0 0 6-15,-3 0-6 0,1 0 4 0,2-2 1 0,0 1 2 16,-1-1-7-16,1 0-5 0,0 0-5 0,-2 0 2 16,0 0-16-16,-1 2-24 0,1-2-1 0,0 1-11 15,0-1-36-15,0 0-68 0,0 0-7 0,0 0-24 16,-1 0-61-16</inkml:trace>
  <inkml:trace contextRef="#ctx0" brushRef="#br0" timeOffset="62344.19">25798 4316 509 0,'-2'0'139'0,"-2"0"273"0,-5 0-367 0,-4-2 4 16,3 0-3-16,7 2 8 0,-1 0 29 0,2 0-29 15,-2 0 3-15,1-1-13 0,-1-1-9 0,2 0 16 16,0 0 5-16,0 0 5 0,2 0 8 0,2-1-19 16,2-1-5-16,16-11-3 0,1 2-17 0,7-2-10 15,-4 4-1-15,-4 4-3 0,4-3-5 0,-5 5-6 16,-2 1 0-16,-2 2-2 0,-8 2-6 0,2 0-24 16,1 0 5-16,-3 0-13 0,4 2-22 0,-2 2-111 0,-3-2-11 15,3 3-42-15,1 1-116 0</inkml:trace>
  <inkml:trace contextRef="#ctx0" brushRef="#br0" timeOffset="62754.39">26258 4383 327 0,'0'0'65'0,"0"0"99"16,0 0-96-16,0-2 34 0,0 0-13 0,0 0 19 15,0 1-26-15,0-1-30 0,0 0 4 0,0 0-13 16,0 0 5-16,0 0-2 0,0 0-6 0,-2 1 1 15,0-1-13-15,1 0 1 0,1 0 3 0,0-2-2 0,-2 1 0 16,0-1 6-16,0 2-6 0,0 0 6 0,0 0-6 16,0 0 1-16,1 1 4 0,-1-1-3 0,0 0-2 15,0 0-2-15,0 0-7 0,0 0 4 0,0 0-6 0,-1 2-9 16,-1 0 12-16,0 0-9 0,-7 2 17 0,2 0-12 16,0 2 0-16,-1 0-4 0,3-1 3 0,-1 3 6 15,-1-1-3-15,4 10 3 0,1 2-15 0,-2-4 7 16,4 0-2-16,-1-6 3 0,-7 6-12 0,5-3 5 15,-1 3-6-15,3 0 6 0,1-2-3 0,2 0 1 16,0-4 1-16,0 1-2 0,0-3-5 0,2 1 5 16,-1-2-3-16,1-1 4 0,2-1-3 0,11 8 4 15,0-3-3-15,0-3 2 0,-1-2-3 0,3-2-1 0,0 0-1 16,-2-2-1-16,0-2-12 0,-2 0-2 0,-2 1 0 16,-2-1-2-16,-2 0-12 0,1 0-17 0,1-1-10 15,-3 3-4-15,3-4-55 0,0 3-62 0,-1-1-32 0,1 0-23 16,4 1-232-16</inkml:trace>
  <inkml:trace contextRef="#ctx0" brushRef="#br0" timeOffset="63046.99">26503 4301 1121 0,'-2'0'32'0,"0"0"-3"16,1 0 34-16,-3-2 3 0,0 1 0 0,-1-1 18 0,-5-2-30 15,5 2 1-15,3 2-13 0,0 0-21 0,-2-2 5 16,1 0 1-16,1 1 4 0,0-1 25 0,0 0-7 16,0 0 1-16,0 0-6 0,2 2-22 0,0 0 1 15,0 0-4-15,0 2 5 0,0 0 5 0,0 0-11 16,2 18 1-16,0-5-4 0,0 5 6 0,0-1-2 16,0 0-3-16,-2 3 0 0,0-4-7 0,0 3 8 15,0-4-2-15,0 1 2 0,0-1-19 0,0-4 5 16,0 5-3-16,0-3 4 0,0-4-1 0,0-3-4 15,0-3 1-15,0-1-3 0,0 2-14 0,0-4-23 0,0 3-4 16,0-1-10-16,1 5-45 0,-1-3-165 0,0-4-51 16</inkml:trace>
  <inkml:trace contextRef="#ctx0" brushRef="#br0" timeOffset="65595.06">15608 3625 256 0,'0'-1'113'0,"0"-1"-46"0,0 0 49 16,-2-2 15-16,0-3-61 0,-2-6 6 0,1 2-22 15,-3-2 8-15,1 1-16 0,1 3-11 0,-2-2-9 16,3 4-2-16,1-1-1 0,0 1-7 0,0 1 4 16,0 1-1-16,0-1 4 0,2 2 4 0,0 3 4 15,0-1-5-15,-2-2 5 0,1 0 3 0,-1 1-12 16,0 1 12-16,2 0-12 0,0 0 17 0,0 0-2 15,0 0 0-15,0 2 1 0,0 0-9 0,0 0 4 0,0 2-5 16,0 2 4-16,0-2-13 0,-2 20 5 0,0 0-9 16,0 2 8-16,0 2-9 0,2 0-6 0,-1 6 2 15,1-4-4-15,0 3 4 0,0-1-7 0,1 0 5 16,3 3-6-16,0-1 3 0,0-1 2 0,-1 1-1 0,-1-6 0 16,0 4-6-16,0-4 9 0,-2 0-9 0,0-2 8 15,0-2-8-15,0 0 2 0,0-1 3 0,0-3-3 16,0 1 4-16,-2-2-1 0,0-3 1 0,0-2-1 15,-1-1 8-15,-1-2-8 0,0 0 2 0,0-1-5 16,1 1 3-16,-3 0-2 0,2-1 3 0,-1-1-3 16,1-1 9-16,-7 3-7 0,-6 0 3 0,1 0-5 0,-1 1 6 15,-3 1 3-15,-1 2-1 0,1 2 1 0,-1 0-1 16,-3 1 0-16,2 1 1 0,-6-2-1 0,0 0 2 16,4 1-2-16,-4-6 1 0,6 1-2 0,5-2 3 15,2-7-2-15,0 5-1 0,8 1 0 0,0-4 0 0,-1 1 0 16,8-3 2-16,-4 2-2 0,1-1-3 0,1 1 0 15,0 0-5-15,0-2 5 0,0 0 3 0,0-1-9 16,1 1 5-16,1 0-6 0,0 2 3 0,0 0 0 16,1-1 3-16,1 1-1 0,0 0 6 0,2-1-4 15,0-1-4-15,12 0 0 0,1 4-2 0,3 1 5 16,-1-3 0-16,3 1 1 0,4-3-5 0,-3 13 4 16,4-2-6-16,1-4 5 0,2-3-5 0,2-2 2 15,-1-2-1-15,4-2 2 0,-1 0 0 0,-1 0-1 0,2 0 2 16,-1 1-3-16,-3 5-5 0,1 1 8 0,-4 1-4 15,-4-1 5-15,-4 1-8 0,3 1 3 0,-5 0 0 16,3 1 2-16,-5-1 8 0,-4-4-9 0,-3 1 7 16,-5-4-7-16,-3-2 6 0,3 4-1 0,0 1 0 0,0 1 1 15,1 3-2-15,-1-2 2 0,-2 3 0 0,-2 1 1 16,-2 0 0-16,-4 0-4 0,-3 0 5 0,-4 0-5 16,-20 1 3-16,5-1 5 0,-4 0-11 0,-1 0 10 15,1 0-11-15,-1 2 8 0,-1 0-4 0,3 0 6 16,-1 2-13-16,2-2 3 0,-1 0 6 0,-1 0-2 15,3 2-2-15,-3 0 4 0,2-1-4 0,6 3 4 0,-5-2-3 16,3 2-2-16,0 1 1 0,1-1 0 0,7 0 5 16,-1-2-7-16,3-2 2 0,4 0-4 0,1 0 2 15,8-2 2-15,1 2-3 0,-2-8 2 0,-2 3-2 0,3-1 1 16,1-3 0-16,0 1 0 0,0 3 0 0,2-6 7 16,0 0-6-16,0-1 5 0,2 3-9 0,2 0 6 15,14 7 3-15,10-2 0 0,7-3-7 0,-1-6 2 16,-3-4-1-16,5-1 2 0,-3-1-3 0,1-1 2 15,-1 1-3-15,0 0 3 0,1 1-2 0,-1 3-3 16,-1 0 1-16,-1 2-2 0,-3 0 2 0,0 4 4 16,-4 0 4-16,-3-1-1 0,-3 1 0 0,-1 0-4 15,-6-1 0-15,0 1-2 0,-3 0 8 0,-5-2-7 0,3 1 6 16,-4 1-7-16,5 7 11 0,-1 6-3 0,-4-2-2 16,-4 5 0-16,-4 3-1 0,-5-3-2 0,7 0 4 15,-25-1-4-15,-1-2-1 0,2 1 5 0,-4 3-5 16,5-3 7-16,-1 4-6 0,5-3-1 0,3-4 3 0,1 0-2 15,3-2 2-15,1-4-4 0,0 0 1 0,4-5-2 16,4 3 2-16,1-3 0 0,4 0-7 0,2-2 5 16,-4 1 2-16,1 1 0 0,1 0 2 0,0-2-3 15,0 0 3-15,0-1-8 0,2 1 8 0,0 0-7 16,0 0 13-16,2 0-10 0,0 0-1 0,0 0-2 16,0-1 5-16,0 1 1 0,-1 0-1 0,3 0 0 15,0 2-6-15,1 5 7 0,7 11 0 0,-1 3 2 0,-2 1-3 16,-2 2 0-16,-1 2-1 0,-1 1-1 0,-1 1 1 15,-2 2-3-15,0-1 5 0,0 1-2 0,0-2 3 16,-1 3-2-16,1 0 0 0,0-1 0 0,0 1 0 0,0 6 1 16,0-3 1-16,1-3 2 0,1 2-6 0,0-5 0 15,0 3-2-15,-1 1 3 0,1-3 6 0,0 1-6 16,-1-6 3-16,3 2-5 0,-2-4 3 0,-1-2 0 16,1 2 4-16,0-1-3 0,1 3 3 0,-1-2-1 15,-2 2-3-15,0 0 2 0,0 2-1 0,0 1 3 16,-2-1-3-16,0-2 3 0,0 0 0 0,0-4-8 15,0 1 8-15,-2-5-8 0,2 1 6 0,-2-1 0 16,2-3-1-16,0-2 1 0,0 0-2 0,0-5-2 0,0-1 1 16,0 1-1-16,0-3 2 0,0 3 4 0,0-5-5 15,0 1 2-15,2 0-3 0,0-1 1 0,-2 1 0 16,0-2 0-16,0 0 1 0,0 0-2 0,0-2 1 16,0 0-1-16,0 0 1 0,0-2-5 0,0 0 6 15,0 0-3-15,0 0 8 0,0-1-5 0,0-1 0 0,0 0-1 16,0-1 4-16,0 1 3 0,0 0-6 0,0 0 3 15,0 3-2-15,-2-3-3 0,0 0 3 0,0 2-3 16,0 0 8-16,-2 1-5 0,1 1 4 0,-8 0-4 16,1 3 3-16,1 3-3 0,0-1-1 0,1 1 0 15,-1 11 4-15,3-2 1 0,3-1-1 0,1 1 1 16,0-2-5-16,-7-2 1 0,3 1-1 0,4-7 0 0,-1 6 5 16,3-5-4-16,0 1 1 0,0-1-2 0,0-2 2 15,1-1 0-15,3 1 3 0,0-2-4 0,18 11 0 16,-1-6 2-16,3-3 2 0,0-4-2 0,0-2-6 15,-4-2 10-15,-1-1-8 0,-4-1 9 0,0 1-15 0,-2-1 6 16,0 1 0-16,-10 3 3 0,-1 2 4 0,0 0 1 16,4-8 4-16,-3 3-3 0,-3 3 0 0,0-2-6 15,0-3-2-15,0 3 1 0,0 0 3 0,-1 1 0 16,-3 1-2-16,-13-8 1 0,-3 3-3 0,-1 5 3 16,-1 2-2-16,-2 2 1 0,2 4-2 0,3-1 8 15,2 1-2-15,4-3 4 0,2 3-7 0,4-2-3 16,1-1 2-16,4-3-2 0,-1 4-2 0,-1 0 4 15,2 0-3-15,0-1 3 0,0 1-3 0,2 0 2 0,0-1 0 16,2-1 1-16,0 0-1 0,5 0-1 0,14 0 4 16,-1-2-4-16,3 0 0 0,-7-2 4 0,1-2 0 15,-6 1 2-15,0-1-8 0,-3 2-2 0,-5 2-4 16,1 0-1-16,0-2-46 0,-2 0-185 0,0 0-60 0</inkml:trace>
  <inkml:trace contextRef="#ctx0" brushRef="#br0" timeOffset="66609.42">15491 7116 897 0,'0'0'37'0,"-2"-2"74"0,0 0-85 0,0 1 45 0,0-1-1 16,-1 0 16-16,-1 2 4 0,0 0-29 0,1 0-5 15,-3 0-8-15,1 0-24 0,1 0 8 0,0 0-3 16,2 0 6-16,0 0 10 0,-1-2-7 0,-1 0 2 16,0 0-6-16,1 0-7 0,1 1 3 0,0-1-2 0,0 0 2 15,0 0-3-15,2 0-2 0,0 0 4 0,0 0-3 16,2 1 5-16,0-1-7 0,0 0 0 0,1 0-2 15,3 2-6-15,9-2 1 0,3-2 0 0,5 1 0 16,-1-1-7-16,6 0 2 0,0 1-4 0,5-1 4 16,4-2 3-16,6 3-8 0,3-1 4 0,3 0-7 15,4 2 0-15,1-1 4 0,2-1-6 0,0 0 5 16,-1-3-6-16,1 1 1 0,0 1 2 0,3-1-2 0,4 0-2 16,6 1 5-16,5-3-8 0,4 1 5 0,0-2-5 15,0-2 2-15,-4-1 6 0,-1 1-3 0,-3 0 3 0,-1 2-5 16,2-2 1-16,7 3-1 0,0 1-1 0,-2 1 3 15,-6 3-3-15,-3-1 3 0,-7 0-5 0,-1 0 5 16,-7 3 2-16,-4-1 1 0,-1 0-4 0,-5 2 1 16,1-2-1-16,-4 0 2 0,2 0 5 0,0 0-6 15,3 1-2-15,5-3 0 0,-3-2 3 0,4 1 4 16,-2-5-4-16,-1 1 4 0,1 0-3 0,-1 0 10 16,-3-3-1-16,-1 1 2 0,-4 0-5 0,-2 2-8 15,-2 0 8-15,-1-1-8 0,-3 3 9 0,-3-1-3 0,-2 3-5 16,-4 1 3-16,3 1-5 0,-3-1 4 0,-2 2 3 15,-1 0 1-15,3 0 3 0,-2 0-4 0,-1 1 2 16,-2 1 0-16,-6 0 7 0,-4 0 2 0,4 0 0 16,-3 0 2-16,-3 0-1 0,5 0-9 0,-5 0-5 15,1 0 0-15,-1 0-5 0,-1 0 0 0,0 0 3 0,-2 0-2 16,0 0-2-16,-1 0-12 0,1 0-6 0,0 0-6 16,0 0-52-16,0 0-169 0,0 0-23 0,0 0-90 15,-1 0-499-15</inkml:trace>
  <inkml:trace contextRef="#ctx0" brushRef="#br0" timeOffset="67641.32">17058 6503 30 0,'0'0'23'0,"0"0"-5"0,0 0 37 16,0 0-5-16,0 0 6 0,0 0-8 0,0 0 11 15,0 0 10-15,0 0-5 0,0 0 4 0,0-1-7 16,0-1-2-16,0 0 1 0,0 0 3 0,0 0-17 16,-2 0 5-16,0 2-7 0,0-2 14 0,1 1-10 15,-1-1 5-15,-2 0-6 0,0 0-3 0,2 2 0 0,-7-2-5 16,2 2 4-16,-1 0-1 0,1-2-7 0,-2 0 2 15,-1 1-2-15,3 1 3 0,1 0-1 0,1 0 3 16,1 0-1-16,-2 0 7 0,1 0-6 0,-1 0-4 0,-1 0 0 16,1 0 2-16,1 0 4 0,3 0-6 0,0 0 2 15,-2 0-17-15,1 0 6 0,-1 0 2 0,0 0-1 16,2 0-9-16,0 0-2 0,1 0-2 0,-1 0 1 16,0 1 2-16,2 1-7 0,0-2 4 0,2 0-4 15,0 0 6-15,1 0 1 0,10 2-1 0,13 0 1 16,6 0-8-16,5-2 12 0,6 0-5 0,7-2 7 0,7-2-10 15,7-1 6-15,1-1-2 0,3-1 2 0,1-3-10 16,0-1-2-16,-6-2 2 0,-4 0 0 0,1-2 2 16,-3 2-11-16,1 4 1 0,-3 2-2 0,-1 3 8 15,-4 2-6-15,-3-2 1 0,-6 1-2 0,-4-1 3 0,-2 2 0 16,-3 2 0-16,-8 0 0 0,-8 0 5 0,-1 0-1 16,-2 0 0-16,-3 0-2 0,1 0-2 0,-6 0 1 15,1 0 2-15,-4 0-1 0,1 0-1 0,1 0-3 16,0 0 1-16,0 0-1 0,-3 0-4 0,1 0-15 15,0 0-5-15,0 0-4 0,0 0-41 0,-2 0-101 16,0 0-5-16,-2 0-37 0,0 0-75 0</inkml:trace>
  <inkml:trace contextRef="#ctx0" brushRef="#br0" timeOffset="68384.82">17288 6138 924 0,'0'-2'37'0,"0"0"82"0,-2 0-96 0,2 0 51 16,0 0 0-16,0 0 17 0,0-1-2 0,0 1-40 16,0-2-1-16,0 0-11 0,0 3 2 0,0-1 14 15,0 0-3-15,0 0 5 0,0 0-14 0,0 0 18 16,0 2-3-16,0 0 8 0,0 0-5 0,0 0-8 16,0 0-4-16,0 0 0 0,0 0-6 0,0 0-7 15,0 2-1-15,-1 0-4 0,-1 0-12 0,0 0-4 16,0 0 2-16,0-1-5 0,0 1-6 0,0 0 2 15,-1 0-6-15,-1 2 5 0,-3 1-5 0,-6 3 2 0,0 1 1 16,-4 2 0-16,2-2-6 0,0 1 3 0,0 1-2 16,0 0 2-16,-1 0 3 0,-1 0-1 0,0 0 5 15,-1 1-5-15,-3-1 2 0,5-2-4 0,-1 0-2 16,2 2 0-16,-2 1 0 0,-1 1 4 0,3-4-1 0,-2 0 3 16,-1 0-4-16,1 1 0 0,2-3 2 0,-4 2-1 15,5-1-2-15,-3 1 4 0,-2 0-3 0,4-1 4 16,1-1-9-16,1 1 3 0,0-1 2 0,-2 1 1 15,4-3 4-15,1-1-5 0,3 0 0 0,5-4 0 16,-2 1 0-16,1 3 0 0,-1 0-3 0,0 0 3 16,1-1 3-16,-1 1-2 0,2-2 3 0,0 0-4 0,0 0-2 15,0-1 10-15,1 1-2 0,1 0 5 0,0 0-7 16,0 0 1-16,1 0-3 0,1 0 2 0,0-1-2 16,2 1 3-16,0 0 4 0,-1 0-4 0,7 0-3 0,2 2 5 15,1-1-4-15,4 3 5 0,-4-2-8 0,0-1-1 16,2 1 1-16,0 0-1 0,2-1 2 0,1 3 6 15,1-2-5-15,-1 1 7 0,1-1-5 0,-1 0-2 16,5-1 3-16,-3 1-2 0,1-2 7 0,-3 0-5 16,1 0 5-16,-1 0-6 0,-3-1 0 0,0-1 7 15,0 0-7-15,-2 0 7 0,0 2-11 0,-4 0 13 16,-1-2-6-16,-7 0 7 0,1 0-14 0,0 0-1 16,0 0 1-16,0 0 0 0,0 0 2 0,1 2 5 15,1 0-7-15,0 0 3 0,-2 0-6 0,0-1-29 0,-1-1-1 16,1 0-19-16,0 0-88 0,0 0-176 0,0 0-55 15</inkml:trace>
  <inkml:trace contextRef="#ctx0" brushRef="#br0" timeOffset="69737.64">17364 5167 4 0,'0'-2'127'16,"0"0"-43"-16,-1-2 36 0,-1-5-3 0,-6-12-87 15,3-1-18-15,1 0 29 0,2-2 2 0,0 3 7 16,2-3 10-16,0 2-16 0,0 0 0 0,2-1-6 16,2 1 2-16,0 0 26 0,-1 1 4 0,1 3 4 15,-2-1 2-15,0 2-16 0,0 3 0 0,-1-1-6 0,1 6 0 16,-2 1 4-16,0 4-4 0,0 1 3 0,0-1-11 16,0 0 4-16,0 1-6 0,0-1 3 0,0 2-21 15,0 0-3-15,0 0 2 0,0 2-3 0,0 0-2 0,0 2 2 16,-2 0-3-16,1 5 2 0,-5 16-14 0,0-1 3 15,3 4 0-15,-1 0 2 0,2 0 1 0,0 2-8 16,0 0 1-16,1-1-3 0,-1 3 4 0,0 2-6 16,2-1 2-16,0 1-2 0,4 1 8 0,-3-1 0 15,1-2-2-15,0 1 1 0,-2-7-9 0,-2 0 7 16,0 6 1-16,1-8 4 0,-3 1 1 0,-2-5 2 16,1-5-1-16,-3 2 1 0,-3 4-1 0,2-4 2 0,7 1-1 15,-13-5 2-15,2-1-4 0,-2-1-3 0,0 0 2 16,1-1-3-16,-1 1 0 0,0-4-1 0,2-3 0 15,2 4 1-15,0-2 11 0,3-3-3 0,3 3 3 16,-1 0-3-16,2-2 1 0,1 1-11 0,-1-1 1 16,0 0-5-16,2 0-2 0,0 0 1 0,1 0-1 0,1-2 0 15,0 0-3-15,1 0 6 0,1 0-3 0,8-2 4 16,16-7-1-16,0 1-5 0,0-1 6 0,0 1-5 16,-2 1 2-16,4 0 2 0,-2 1-4 0,-4 2 3 15,2 1-5-15,-6-1 3 0,3 2 3 0,-4 0 1 16,1-2-2-16,1 3 4 0,-3-1-6 0,3 0 6 15,-6 2-4-15,-4 0 5 0,2 0-5 0,-5 0 4 0,0 0-6 16,3 0 2-16,-4 0-2 0,5-2 0 0,-1 0-3 16,-3 2 4-16,-1 0 1 0,-1 0 1 0,-2 0-4 15,1-2-14-15,1 0 0 0,0 1-7 0,0-1-16 0,-1 0-10 16,1 0-20-16,-2-2 2 0,0 1-80 0,-2 1-5 16,2-9 1-16,-2 5-2 0,0 1 1 0,0 1-78 15,-2 0-27-15</inkml:trace>
  <inkml:trace contextRef="#ctx0" brushRef="#br0" timeOffset="69969.23">17017 4994 486 0,'-2'-2'95'0,"0"0"-62"0,1 0 95 16,1 0-28-16,-10-12-12 0,3 1 2 0,-1 0 3 16,3 1-6-16,-1 1-32 0,3 2-1 0,1 0-10 15,0-1 9-15,2 3 3 0,0-4 9 0,0 5 3 16,4-5 0-16,1-2 9 0,3 4-4 0,6-6-4 0,14 4-3 15,0-2-24-15,0 4-16 0,4 3 0 0,-3 1-6 16,1 1-14-16,0-15-1 0,3 6-3 0,-3 6 2 16,0 3-4-16,1 2-5 0,-10 2-6 0,4 0 0 15,-2 0-26-15,1 0-4 0,2 2-1 0,-2 2-5 16,4 0-52-16,-4-1-87 0,0 3-6 0,2 1-31 16,-4 1-88-16</inkml:trace>
  <inkml:trace contextRef="#ctx0" brushRef="#br0" timeOffset="70232.81">17864 5033 743 0,'0'0'105'0,"0"0"3"0,-2 0-44 16,0 0-6-16,0 0-40 0,0 0 44 0,1 0 54 16,-3 0-16-16,0 0 16 0,0 0-90 0,1 2-3 15,-1 0-5-15,0 1 3 0,-5 10 2 0,-4 11 11 16,2 1-4-16,2 2 7 0,3 5-3 0,0-2 5 15,3 1-1-15,-1 3 1 0,0-6-12 0,1 1 11 16,1-3-4-16,0-7 5 0,0 1-14 0,0-1-6 0,0-4-4 16,0 1-1-16,2-8-16 0,0-1 2 0,0 2 1 15,0-3-1-15,0 3-5 0,0-7-24 0,0 2 3 16,0 0-9-16,0-1-5 0,0 1-33 0,0-2-13 0,0 0-9 16,0-2-58-16,0 0-54 0,0-2-43 0</inkml:trace>
  <inkml:trace contextRef="#ctx0" brushRef="#br0" timeOffset="70641.13">17765 5111 485 0,'0'-2'86'16,"0"0"-3"-16,0 0 14 0,0-1 5 0,-1-10-22 15,-1-4 51-15,0 2-22 0,2 2-2 0,0-2-12 0,0 2-39 16,2 0 5-16,3-2 5 0,1 4-3 0,3-2-6 16,-5 6-30-16,13 1-4 0,-1-5-7 0,3 0-1 15,-4 5 0-15,0 4 6 0,1 2-4 0,-5 2 3 0,-1 2 4 16,-3 2-1-16,-5 10 1 0,17 12-9 0,-6 4 8 15,-6-1-10-15,-5 5 9 0,-2-3-11 0,-4-1 5 16,-3 1-1-16,-4-5 2 0,-1-2 2 0,-1 2-7 16,2-6 6-16,0-2-8 0,0 1 1 0,4-10-6 15,1-2-1-15,2-3-1 0,2-2-4 0,-1-1-1 16,-1 1-2-16,0 0 1 0,2-1-4 0,1 1 3 16,-1 0 2-16,0-2 0 0,2 0 3 0,0-1-3 15,2 1-3-15,0-2 1 0,1 0 6 0,1 0-6 0,15 0 4 16,1 0-6-16,2 0 0 0,4 0 9 0,-3 0-1 15,4 2 3-15,-1 2-6 0,-2 1 3 0,-5 3-2 16,-4-1 4-16,0 1 4 0,-10-5-3 0,8 9-1 16,-2 4 1-16,1 5 6 0,-7-3 2 0,-3-3 7 15,-2 5-3-15,-4-1 13 0,-1-2-2 0,-6-1-3 0,5-1 2 16,-26 0-4-16,3-2 2 0,1 0 4 0,-4-2-4 16,5-3-6-16,1-1-4 0,-2-3-5 0,2-2 2 15,2 1-7-15,3 12 0 0,1-5-2 0,5-7 0 16,2-1-4-16,4-2-21 0,-1 0-2 0,7 0-9 15,1 0-21-15,-2-2-16 0,2 0-21 0,0-1-3 16,-1-20-123-16,3 7-48 0,5-5-76 0</inkml:trace>
  <inkml:trace contextRef="#ctx0" brushRef="#br0" timeOffset="71110.95">18252 5168 832 0,'-2'0'117'0,"0"0"-124"16,-2-1 126-16,-1 1-60 0,-1-2-41 0,-1 0 72 16,3 0-22-16,0 0 34 0,1 0-61 0,-1-1-5 15,2-1-6-15,0-2 3 0,2-9-1 0,2-1 14 16,6-1 2-16,5-2 4 0,0 1 16 0,20-1 5 0,-1 1-8 16,-6 3 4-16,0 2-34 0,-6 4-15 0,2 1 0 15,-5 6-6-15,-2-9-7 0,-2 4 2 0,-2 3 1 16,-2 2 0-16,-1 2 13 0,-5 0-9 0,-1 0 7 15,2 6-7-15,9 20 6 0,-6 3-5 0,-3 1-5 16,-6 2 2-16,-3-1-3 0,-5 1-1 0,-1-1 4 0,-2 3-3 16,-3 5 6-16,1-6-9 0,0 3 2 0,2-7-4 15,2-5 0-15,0-1 5 0,-1-3-4 0,1-1 4 16,2-1-5-16,3-1-3 0,3-4 3 0,1-4-3 16,0-3 7-16,0 1-6 0,2-3 0 0,0 0-2 15,0-3 5-15,0 3 2 0,2 0 4 0,0-2-3 0,2 0-2 16,3-2 0-16,15 0 0 0,2-6 1 0,2-5 0 15,2-4 0-15,0-2 0 0,-2 2 0 0,-2 3-1 16,-1 0-6-16,1 3 0 0,-2 2 0 0,-3 1 14 16,-1 1-12-16,-3 1 7 0,0 0-9 0,0 2 7 0,-4 0 7 15,-2 2-7-15,-2 0 8 0,-3 0-9 0,2 0 0 16,1 0 2-16,-1 0-3 0,-1 0-8 0,-1-1 5 16,0 1-2-16,-1 0 3 0,1 0-4 0,0 0-3 15,0 0-7-15,-1 0 0 0,1 0-33 0,-2 0-68 16,2 0-49-16,9 1-19 0,1 1-260 0</inkml:trace>
  <inkml:trace contextRef="#ctx0" brushRef="#br0" timeOffset="72085.42">14319 4151 188 0,'0'-2'0'0,"0"0"4"0,0-1 55 0,0-14 8 0,0-4 17 16,0 1-12-16,0 0-1 0,0-5-15 0,0 3-1 16,2 0 3-16,-2-2 21 0,0 1-6 0,0-1 3 15,0 2-4-15,0 2 17 0,0 3-5 0,0 4 4 0,-2 4-8 16,2 3-19-16,0 4 4 0,-2-3-6 0,2 3 6 15,-1-2 1-15,1 2 2 0,-2-2-2 0,0 1-2 16,-2 1-27-16,2 0-6 0,0 0-5 0,1 2 3 16,-1 2 0-16,0 0-16 0,0 2 9 0,-5 22-12 15,1 1 3-15,2 3 0 0,4 4-4 0,0 1 3 16,0 0 3-16,2 8-10 0,0 0 4 0,-2 5-6 16,2 6 4-16,0 3 1 0,0 4 4 0,-1 8-2 0,3-2 11 15,0 2-3-15,0-2 4 0,-3-8-2 0,3-1 13 16,-4-8-9-16,4-2 4 0,0-5-6 0,1-4-4 15,1-2-7-15,-3-6-4 0,1 1 1 0,0-2 5 0,1-1-9 16,-1-3 4-16,0-2-6 0,0-3 2 0,-1-1 1 16,-1-1-6-16,0-6 1 0,0 2-9 0,-2-8-24 15,0 1-3-15,0-7-13 0,0 1-62 0,0 2-70 16,0 0-1-16,0-2-25 0,0-1-31 0</inkml:trace>
  <inkml:trace contextRef="#ctx0" brushRef="#br0" timeOffset="72438.39">14128 4940 1172 0,'0'0'36'0,"-2"0"-2"0,0-2 33 0,1 0 8 0,-1 0-3 16,-2 1 41-16,0-1-53 0,1 0 3 0,-1 0-23 15,2 0-15-15,0 0-15 0,0 0 9 0,0 1-9 16,1 1 20-16,1 0 3 0,0 0-3 0,0 1 2 15,1 1-12-15,1 2 0 0,4 7 2 0,5 10-2 16,2 3-8-16,2 0 5 0,-2 0-3 0,0 2 7 16,0 2 8-16,0 0 2 0,0 0-4 0,0 1 1 15,0-1-5-15,-4-2 0 0,2 2 3 0,-2 0-4 16,1-2 0-16,-3-4-5 0,1-3 1 0,-3-3-2 0,1-3-1 16,-1 0 1-16,1-1-8 0,-1-3 6 0,-1-4-6 15,-2-1-1-15,2 0 8 0,9 5-7 0,5 0-2 16,-1-5 2-16,3-4-3 0,1-4 4 0,-1-5 5 0,3-6-3 15,-1 4 3-15,2-17-3 0,-4-1 4 0,1-3-6 16,-3 4-2-16,-1 2 0 0,0 2-5 0,0 5 2 16,-4 1-1-16,0 1 0 0,-2 2-6 0,-2 0-12 15,0 2-7-15,1 0-1 0,-1 0-19 0,-2 2-69 16,3-2-35-16,1 0-23 0,0 0-215 0</inkml:trace>
  <inkml:trace contextRef="#ctx0" brushRef="#br0" timeOffset="73362.19">12392 4168 536 0,'0'-2'17'0,"-2"0"39"15,0 0-20-15,0-2 61 0,-3-7-3 0,-3-7 21 16,1 1-8-16,1 0-22 0,1 1-1 0,1 1-8 16,0 0-21-16,1 0 16 0,1 4-3 0,0 2 9 15,0-1 0-15,2 7-3 0,-2-3-2 0,2 2-1 0,-2 1-3 16,1-1-11-16,-1 2-6 0,0 0-3 0,0 0-31 15,0 2 0-15,0 0-5 0,0 2 1 0,2 2-8 16,-1 24-4-16,1 7 4 0,0 2-5 0,0 4 4 16,1 0-1-16,3 1-1 0,0-1-1 0,1 0-6 15,3-4 6-15,-1 0 1 0,-1-3 2 0,-1-3-4 0,1-3 0 16,0-2 3-16,-3 0-1 0,-1-5 6 0,0 1-4 16,-2-3-4-16,0 1 2 0,-2 0 1 0,-3 3 5 15,-3-3 1-15,1-5-1 0,-4 2-9 0,3-6 3 16,-14-2 0-16,1 4 3 0,-1-4 4 0,-2-3-5 15,0 0-1-15,0-5 0 0,0 16 0 0,3-8 4 16,3-1 6-16,-1-3-2 0,4-1 9 0,2-2-1 16,4 0-4-16,5-2 2 0,-1 0 0 0,3 0-13 0,0 0 6 15,-2 0-8-15,2 0 4 0,1 0 0 0,-1 0 2 16,2-2-1-16,0 0-2 0,2 0 0 0,1 0 1 16,10-5 0-16,15-6 4 0,2 2-2 0,-4 2-3 15,2-1 2-15,-2 3 5 0,2 1-12 0,-2 1 7 0,-2-1-7 16,2 1 7-16,-2 1-2 0,0 2-3 0,0 0 2 15,2 0 7-15,-2 0-11 0,-2-1 7 0,1 1-7 16,-3 0 8-16,1 0-4 0,1 2-1 0,0 0 0 16,-1 0 3-16,-5 0-5 0,1 0 3 0,-8 0-4 15,1-2-1-15,-1 0-1 0,-4 1-6 0,5-3 3 16,1 0-13-16,-6 0-10 0,5-1-1 0,-8 5-5 16,9-15-30-16,-4-2-74 0,-1-3-4 0,-4 1-26 15,-2-1-33-15,-4 1-112 0</inkml:trace>
  <inkml:trace contextRef="#ctx0" brushRef="#br0" timeOffset="73546.42">12030 4075 1293 0,'-2'0'75'0,"0"-2"157"0,0 0-217 0,1 0 39 15,-1 0 2-15,2 1 15 0,0-1 20 0,2 0-48 16,-1-2-2-16,11 0-14 0,19-7-7 0,6-2 13 0,0 0-5 15,-5 0 3-15,0-2-30 0,-3 4 3 0,1 2-4 16,-2 0 1-16,0 5-8 0,-1-2-16 0,1-12-6 16,2 9-3-16,-2 5-24 0,0 6-90 0,1 3 2 15,1 5-40-15,-2 4-63 0</inkml:trace>
  <inkml:trace contextRef="#ctx0" brushRef="#br0" timeOffset="73860.1">13001 4569 683 0,'0'0'35'0,"0"0"81"0,0-2-90 16,0 0 74-16,0 0-7 0,-2 0 25 0,0 0-28 15,0 1-26-15,1-3-5 0,-3 0-5 0,-2 0-19 16,-9-3 16-16,-1 3-1 0,3-5 6 0,-8-2-3 0,3 2 7 16,1 3-1-16,-5 2 3 0,3 4-19 0,-1 2-7 15,-1 4-7-15,3 1 3 0,1 4-1 0,-3-9-11 16,5 19 2-16,2 6-5 0,0 1 0 0,5 0 5 15,-1 2-4-15,4-2 3 0,-1 1-8 0,4-1 12 16,-15-4-3-16,8 1 6 0,4-5-3 0,3-2 7 16,2 3 1-16,0-4 0 0,2-3-4 0,1 1-7 15,1-4-3-15,0-1-1 0,3-1-8 0,2 0-1 16,10-3 0-16,7-1-2 0,-6-1-6 0,1-2 5 16,1 13-8-16,0-4 5 0,6-4-26 0,-2-3-7 0,-2-2-6 15,2-2-1-15,-3-2-19 0,-3-2-63 0,0 1-16 16,-1-3-20-16,-2 1-81 0,-1-1-108 0</inkml:trace>
  <inkml:trace contextRef="#ctx0" brushRef="#br0" timeOffset="74140.21">13125 4559 914 0,'0'0'32'16,"0"0"-1"-16,-1 0 71 0,-1-1 1 0,0-1 15 15,0 0 14-15,0 2-47 0,0 0 1 0,0 0-15 0,1 0-6 16,-1 0-8-16,0 2-4 0,0 0-2 0,0-1-17 16,0 3 3-16,-11 22-1 0,4 4 2 0,0 1-8 0,3 3 5 15,2 1-3-15,3 0 5 0,1 3-3 0,0-3-3 16,0-2 3-16,0 2-3 0,1 1 5 0,1-3-7 16,0 1-1-16,2-3-2 0,0 1 1 0,-1-1-9 15,-1-5 2-15,2 0-4 0,0-2-7 0,-1 1-2 16,-1-5-2-16,0 0 1 0,0-5-8 0,0-4-3 15,0 4-2-15,-1-5-2 0,1 1-30 0,0-4-60 16,-2-3-27-16,2 0-18 0,0-1-156 0</inkml:trace>
  <inkml:trace contextRef="#ctx0" brushRef="#br0" timeOffset="74811.34">16343 4103 503 0,'-2'-2'92'0,"0"0"8"0,1 0-8 16,-5-2-15-16,-13-7-15 0,1 2 51 0,-1 2 10 15,-1 1-11-15,-2 2 4 0,1 2-41 0,1 2-3 16,-1 2-5-16,5 2-2 0,-1 3-28 0,6 1 4 15,1-6-3-15,1 20 0 0,2 4-10 0,3 0 3 16,-14 2-6-16,6 1 3 0,7-1-6 0,5 0 12 16,2-4 2-16,5-1 3 0,2-3-1 0,3 0-12 15,0-1 1-15,-4 1-5 0,16 1-3 0,-2-4 11 16,2-1-3-16,1 1 5 0,-3-2-2 0,-2 2-3 0,1-3-2 16,-3 5 0-16,-3-6-3 0,-4 6 5 0,-1-1 4 15,-5-1 0-15,-3 1 12 0,11 1-13 0,-7-8 0 16,-1 4-7-16,-3-2 1 0,-2-2-12 0,-2 0 3 0,0-5-8 15,-3 1-7-15,-1-1 2 0,-12-2-5 0,-3 10 2 16,1-4-28-16,-1-5-29 0,1-3-9 0,1-2-14 16,1-4-93-16,7-1-75 0,-2-4-25 0,5-8-38 15,3-9-332-15</inkml:trace>
  <inkml:trace contextRef="#ctx0" brushRef="#br0" timeOffset="74981.78">16144 4151 1138 0,'0'0'118'0,"0"0"8"16,0-2-46-16,0 0-12 0,2 0-34 0,0 1 87 16,2-3-1-16,0 0-2 0,20-11-12 0,0 0-79 0,-2-1-22 15,4 3 1-15,0 0-7 0,0 5-10 0,-2 1-22 16,0-1-1-16,1 1-8 0,1 1-9 0,0 1-91 16,0 3-18-16,1 0-34 0,3-16-138 0</inkml:trace>
  <inkml:trace contextRef="#ctx0" brushRef="#br0" timeOffset="75186.53">16740 3872 961 0,'0'0'87'0,"-1"-1"-8"0,-1-1 46 0,-2 0 12 15,0 0-20-15,1 0 26 0,-10-3-28 0,3 1 0 16,1 0-14-16,0 2-30 0,3 0-24 0,4 2 2 16,-1 0-9-16,-1 0-8 0,0 2 1 0,1 2-5 0,-3 7 4 15,-3 17-5-15,3 4 7 0,4 1 1 0,2 0 1 16,0 5 3-16,0-1-15 0,2 4 3 0,-2 1-7 15,0 3 1-15,0-1-8 0,0 1 1 0,2 1-3 16,-2 1-3-16,0-5 0 0,0 3-3 0,0-6 1 16,0-6-7-16,0-3-15 0,0-4-1 0,0-5-7 15,0-1-28-15,0-7-63 0,2-4-13 0,0-1-19 0,-2-6-69 16,2 1-37-16,1 1-46 0</inkml:trace>
  <inkml:trace contextRef="#ctx0" brushRef="#br0" timeOffset="75440.53">16956 4043 882 0,'-2'0'157'0,"-2"0"332"0,-9-2-456 0,-7 1 30 16,-1 1 2-16,-1 0 13 0,-6 1 14 0,0 3-50 16,4 2 0-16,2 1-16 0,0 1-1 0,3-1 5 15,-1 4-1-15,-1 0 3 0,10-3 7 0,-4-3-10 0,6 14 0 16,5-2-5-16,1-1-10 0,-8 1 2 0,3-2-1 15,3 0-1-15,3-1-3 0,2-1-1 0,2 2 1 16,3-2 0-16,3-2-4 0,-5-1-7 0,18-1-3 16,5-2-2-16,-2-1-2 0,2-2-12 0,2 14-2 15,-2-7-4-15,1-3-22 0,1-4-28 0,0-3-24 0,2-1-6 16,-2-3-120-16,0-3-60 0,3-3-88 0</inkml:trace>
  <inkml:trace contextRef="#ctx0" brushRef="#br0" timeOffset="75730.08">17427 3746 1246 0,'-1'0'70'0,"-1"0"-2"16,-2-2 66-16,-18-1-9 0,-6 1 7 0,-2 2 11 15,6 2-62-15,4 1 9 0,5 3-30 0,0 1-19 16,2 1-10-16,4-5-2 0,1 22-1 0,5 2-1 0,1-1-5 16,-15 0-1-16,6 2-1 0,7-4-2 0,2 4 15 15,2-2-6-15,4-2 7 0,2 1-7 0,3-1-6 16,0-2 6-16,0 0-6 0,3 1 8 0,-3-1-6 15,-2-2-3-15,1 1 0 0,-3-1-5 0,-1-1 5 16,-2 1 0-16,-2-1 2 0,0-1-7 0,-2 1-3 16,-2-3-4-16,-1 1 0 0,-3 0-8 0,1-4 8 15,5 0-3-15,-13 0 2 0,-3-6-15 0,1-1-7 16,0-1-4-16,-1-3-3 0,3 9-34 0,0-3-53 0,-2-3-9 16,4-3-17-16,0-2-60 0,4-2-33 0,1 1-14 15,3-1-17-15,3 2-163 0</inkml:trace>
  <inkml:trace contextRef="#ctx0" brushRef="#br0" timeOffset="76040.69">17164 3910 497 0,'0'-4'93'0,"5"-18"161"16,7-6-179-16,1 2 77 0,0 2-28 0,-12 3 40 16,20-1-59-16,-3 5-29 0,7 6-3 0,-9 5-10 15,1 3-14-15,2-10 6 0,-6 7-2 0,0 4 2 16,-2 2-2-16,2 2-12 0,-4 2-1 0,4 3-6 0,-6 23-12 15,1 5 10-15,-3 1-4 0,-1 1 5 0,0 0-9 16,16-2 6-16,-7-1 1 0,-7-5 1 0,-3 1-9 0,-1-2 10 16,-2-2-5-16,2-4 6 0,0-1-6 0,0-3 1 15,2-3-6-15,1-4 3 0,1-2-10 0,-3-3 7 16,5-4-1-16,7 9 2 0,7 0-15 0,4-4 3 16,0-5-2-16,2-4 3 0,-2-3-3 0,2-6 2 15,1-2 1-15,1-2 0 0,2-4-1 0,-4 3-6 16,1-3 2-16,-3 4-1 0,0 0 3 0,-5 2-9 15,-3 2-4-15,-3 2-1 0,-7 3-13 0,-5 5-32 16,-3-1-14-16,4-4-19 0,2-1-167 0,-5 3-234 0</inkml:trace>
  <inkml:trace contextRef="#ctx0" brushRef="#br0" timeOffset="77170.83">15554 7172 140 0,'0'0'24'0,"0"0"22"16,0-2 68-16,-2 0 29 0,0 0 16 0,0-1-5 15,2-1-48-15,-3-5-2 0,-1 1-7 0,0 1-9 16,1-4-25-16,-1 1 5 0,2 3-13 0,0-1 5 0,-2-3-10 16,3 2 4-16,-1 0-6 0,0-1 8 0,0 1-14 15,0 0 2-15,0 0-7 0,0-3 0 0,2 3-7 16,0 4 6-16,0 1-5 0,0 0 14 0,0 2 0 15,0-1 3-15,0-1-1 0,0 0-2 0,0 2-9 16,0 0-4-16,-1 1-1 0,1-1-9 0,-2 2 1 16,2 0-3-16,0 2 1 0,0-1-10 0,0 3 1 15,0 9 1-15,0 15-1 0,0 0 3 0,2 3-2 16,1 1-2-16,1 3-1 0,2 1-9 0,1 4 6 16,2 3 0-16,-1 0 2 0,1 3-1 0,-2 1 6 0,-1 1-8 15,0 4 6-15,-3-4-7 0,1 4 14 0,2-4-5 16,-1-5 7-16,1 2-13 0,-3-10 13 0,3 2-4 15,-2-5 7-15,-1-8 3 0,1-2-7 0,-2-3 2 0,0-6-5 16,0 2-5-16,0-4-4 0,-1-2 0 0,-1-2-2 16,0-1 1-16,0-2 0 0,0-2 2 0,0-1-2 15,2 3-4-15,-2 0 4 0,0-1 1 0,2 1 1 16,-2 0-6-16,0-2 4 0,0 0-6 0,0-1 6 16,0 1-3-16,0 0-1 0,0 0 3 0,0 0-3 15,0 0-1-15,0 0 2 0,0-2-2 0,0 0 3 16,0 0 1-16,0 0 1 0,0 0-1 0,0 0 0 0,0 0-8 15,0 0 5-15,-2 0-4 0,0 0 4 0,1 1-6 16,-3 1 6-16,-4 0-5 0,-8 6 5 0,-5 3 0 16,1 2-4-16,-4-11 3 0,-2 18-3 0,-4 2 4 15,-5 2 3-15,-2 2-4 0,-6 4 2 0,0 4-7 0,-5-1 3 16,0 2 0-16,1 2 0 0,-3 1-3 0,7-3 7 16,-1 0-3-16,1-3 6 0,6-3-7 0,9 3-1 15,4-4-1-15,5-4-1 0,5 0 0 0,2-7-1 16,3 0 4-16,4-5-2 0,1 0-3 0,2 1 0 15,-7-2-1-15,1 2 0 0,5-4-10 0,1-5-14 16,2-1-5-16,0-1-4 0,0 0-25 0,0 0-47 16,0 2-14-16,0-1-13 0,0-1-78 0,0 0-28 15,2 0-25-15,0 0-21 0,-1 0-294 0</inkml:trace>
  <inkml:trace contextRef="#ctx0" brushRef="#br0" timeOffset="77535.02">14941 7916 1060 0,'-2'-1'64'16,"1"-1"-2"-16,-1-2-11 0,-6-9 16 0,-1-4-29 15,0 1 60-15,3 6-4 0,2 5-2 0,-1-5-4 16,3 7-31-16,2 1-13 0,0 0 0 0,-4-2-3 16,1 1-10-16,-1 1 0 0,0 0 0 0,2 2 2 0,0 2 10 15,1 1-9-15,-5 22-2 0,4 12-2 0,4 4-1 16,4 5-5-16,1 0 5 0,0 3-7 0,1 1-7 0,1 4 2 15,-1 3-4-15,-1 3 4 0,-1 5-3 16,-1 3 3-16,-1 3-4 0,0 7 4 0,-3-8 1 0,-1 3-1 16,0-5 4-16,2-6-5 0,0 5-6 0,2-6 5 15,0-2-9-15,-1 3 7 0,1-3-9 0,0 0-1 16,-1-3 8-16,1 0-7 0,-2-8 5 0,2-2-5 16,-2-1 0-16,1-8-1 0,-1 4 3 0,2-4-4 15,1-5 1-15,1-4-2 0,0-6-1 0,-1 0 6 16,1-3-8-16,-3-6 6 0,1 2-11 0,0-6-13 15,0 0-1-15,-3-3-6 0,3 1-23 0,-2-3-58 0,-2 0 0 16,2-1-26-16,0 1-58 0,0 0-97 0,-1-2-95 16</inkml:trace>
  <inkml:trace contextRef="#ctx0" brushRef="#br0" timeOffset="77842.98">15075 9160 1167 0,'0'0'62'16,"-2"0"-1"-16,0 0 1 0,0 0 2 0,-1 0-19 15,-1 0 36-15,0 0-5 0,2 0-2 0,1 0-6 0,-1 0-39 16,0 0 1-16,0 2-4 0,2 0 5 0,2 0 4 16,0 0 9-16,1 0 3 0,10 7 3 0,15 8 14 15,4-1 1-15,-2-1-5 0,3 2 0 0,0 0-25 0,1-1-8 16,3 7-3-16,0-1 0 0,0-17-5 0,-1 21-7 15,1-1 3-15,0 1-5 0,2 1-4 0,0-6-1 16,2 5-1-16,-6-4 1 0,0 2-1 0,2 0 2 16,-5-3 0-16,-1-3 0 0,1-3-4 0,-8 0 4 15,0-2-2-15,-5 0 3 0,3-4-5 0,-3-3-8 16,-3 1 0-16,1-1-3 0,-4-4-1 0,-5 0-20 16,1 5 5-16,-5-5-11 0,1 2-7 0,-3-4-115 15,0 0-2-15,0 0-49 0,1 2-110 0</inkml:trace>
  <inkml:trace contextRef="#ctx0" brushRef="#br0" timeOffset="78128.75">15547 9064 1596 0,'0'0'29'15,"-2"0"2"-15,0 0 7 0,0 0 11 0,0 0-8 16,-2 0 65-16,1 2-43 0,-1 0-1 0,0-1-18 15,2 3-37-15,-3 7 10 0,-3 12-5 0,5-1 8 0,3 4 4 16,0 0-3-16,3 2 6 0,3-4-4 0,1 2 8 16,1 0-7-16,-1 0-2 0,3 2-1 0,-1-1-10 15,0-1 12-15,-1 0 0 0,-3-3 3 0,-1 3 3 0,-2-4-3 16,-2 0-2-16,0 2 0 0,-4-1-16 0,-2-1 6 16,-1-2-9-16,-2-3 6 0,-2 2-11 0,1-4 0 15,-1-1-4-15,9-1 2 0,-11-1-13 0,0-5-21 16,4 0-1-16,0 1-12 0,3-3-44 0,2 1-81 15,3-2-8-15,-3 1-27 0,0 1-53 0,2-1-159 16</inkml:trace>
  <inkml:trace contextRef="#ctx0" brushRef="#br0" timeOffset="78493.48">15974 9649 1483 0,'0'0'61'0,"-2"0"-1"0,0 0-16 0,0 0 11 0,-2 0-26 16,3 0 76-16,-5 0-12 0,0 0-5 0,3 0-9 16,-1 0-52-16,0 2-14 0,2-1 6 0,1 1-5 15,1 0 30-15,-6 17-4 0,4 5 2 0,2-2-4 16,0 4-5-16,2 2-1 0,2 4 4 0,1 1-4 16,1 4-2-16,-1 4-14 0,1 0 1 0,1 5-4 15,1 2 11-15,-1 3-15 0,1 4 8 0,-5-5-10 0,3 2 0 16,0 2 3-16,-3-7-3 0,3 3 5 0,-2-4 7 15,-1-1-12-15,3-1 6 0,-2-5-8 0,-1 0 0 0,3-2 5 16,-1-1-7-16,1-5 6 0,0 1-2 0,-1-8-5 16,1 0 5-16,-3-5-5 0,1-3 8 0,0-1-6 15,0-2 2-15,-1-2-3 0,-1-3-1 0,0-1 1 16,-2-3-4-16,0 0 3 0,0-2-2 0,2 1-4 16,0 1-1-16,0 0-2 0,-1-2-14 0,1-1-29 15,0 1-26-15,0 0-12 0,-2 0-184 0,0-2-402 16</inkml:trace>
  <inkml:trace contextRef="#ctx0" brushRef="#br0" timeOffset="79709.42">16167 7616 244 0,'0'0'76'0,"0"0"0"0,0 0 3 0,0-2 3 16,0 0-20-16,0 0 61 0,0-2-28 0,-2-9 17 16,0-3-25-16,2-1-6 0,-2-2-18 0,2 1-11 15,0 1 1-15,0-2-13 0,0 3 18 0,0-1 4 16,-2 2 3-16,0-2 1 0,1 1-1 0,-1 1 0 0,0 4 1 16,0 1 9-16,2 3-6 0,0 1 0 0,0 3-3 15,0 1-10-15,0-2-24 0,0 1 8 0,0 1-14 16,0 0 2-16,0 2-9 0,0 0-5 0,0 2 1 15,0 5-4-15,2 23 1 0,2 1 3 0,-1 5-1 16,1-1 10-16,0 0-5 0,1 2 1 0,1-1-3 16,-2 3 4-16,-1-2-7 0,1-2 2 0,0 6-5 0,-1-8-5 15,-1-1 0-15,0-1 0 0,0-3 0 0,0 6 2 16,-2-6-4-16,0-1-4 0,0-1 0 0,0-3-1 16,0-3-17-16,0 0 4 0,0-5-13 0,0-2-27 15,0-3-39-15,0-5 0 0,0-3-12 0,0 2-8 0,0-1 5 16,0 1 3-16,0-2 5 0,0 0 28 0,0 0 10 15,-2 0-1-15,0-1 5 0,0-1 16 0,0 0 27 16,1 0 6-16,-1 0 6 0,-2 0 10 0,0-1 5 16,2 1-6-16,-5-4 5 0,-4-2-7 0,2 1 2 15,1 1 10-15,1-2-5 0,-4 3 19 0,1-7 5 16,-5 1 1-16,3 0 3 0,2-2 20 0,1 5 12 16,2-3 1-16,1 3 4 0,0 3 4 0,1-5-18 15,1 3 4-15,0-1-10 0,-1 0-15 0,1 1-8 0,2 3-2 16,0-2-1-16,2 3-13 0,-3-3 1 0,1 2-5 15,0 0 4-15,0 2-10 0,2 0 1 0,0 2 1 16,0 2-1-16,0 18 3 0,4 9 7 0,1-3-5 16,3 0 5-16,-1-2-3 0,3 2-3 0,-1 0-1 0,-2-2-1 15,1 0-3-15,1 0-2 0,-2-4 6 0,1 0-4 16,-3-5 12-16,3 0-5 0,-3-2 0 0,1-4-3 16,-1 0-3-16,-1-2 6 0,-2-5-3 0,2 0 3 15,-1-1-8-15,5 1 11 0,3 2-3 0,0-4 5 16,2-2-1-16,0-2-8 0,2-4 1 0,0-3-3 15,2 1 0-15,-3-16-4 0,1-2 4 0,-2 2-4 0,-2 0 6 16,1 4-11-16,-3-3 2 0,0 3-4 0,-3 1 3 16,-1 1-9-16,1 5-2 0,-4 0-2 0,7 2-14 15,-3 1-15-15,-1 1-7 0,-3 3-9 0,0 1-98 16,0-1-93-16,-2 4-10 0,0 1-26 0,2-3-55 0</inkml:trace>
  <inkml:trace contextRef="#ctx0" brushRef="#br0" timeOffset="80170.33">16895 7874 921 0,'-2'0'96'0,"0"-2"10"0,0 0-26 0,-2-2-24 16,2 1-16-16,-3-16 45 0,-3 2-1 0,3 1 4 15,-3 1-12-15,1 5-47 0,0-1 0 0,5 8-1 16,0-1 2-16,0 0 14 0,0 0 6 0,0 1 7 0,0-1-2 15,1 2 13-15,-1 0-23 0,0 2 0 0,2 2-8 16,0 0-6-16,0 4-6 0,-2 23 0 0,0 3-2 16,0 1-4-16,0 3-5 0,2 1-4 0,-1 0 0 15,-1-2-6-15,0-2 1 0,-2-1-1 0,2 0 0 16,0-3 1-16,1 1 1 0,-1-2-4 0,2 0 0 16,0-4-9-16,0-2 11 0,0 0 1 0,0-3 3 15,0-2-6-15,0-2 3 0,0-4-3 0,0-2 3 0,-2 0-5 16,2-5 8-16,-2 2 0 0,2-3 5 15,0 1 6-15,0-2 4 0,0 0 1 0,-4 1-1 0,-1 1-1 16,3-4-2-16,-6 6 4 0,1-3-2 0,5-3-4 16,-3 2-7-16,1 0-5 0,0 0 2 0,0 0-6 0,1 0-1 15,1-2 0-15,0 0-1 0,0 0-1 0,2 0 4 16,0 0 1-16,2 0 2 0,0 0-6 0,2-2 6 16,1 0-5-16,16-4 7 0,-3 1-8 0,4-1 0 15,-3 3 2-15,0-1 0 0,1 0 0 0,-3 2-1 16,-1 0 0-16,-1 1 0 0,0 1 0 0,-2 0 4 15,0 0-7-15,-4 0 3 0,1 0-12 0,-3 0-5 16,-1 0-3-16,-1 0-2 0,-1 0-18 0,-2 0-18 0,2 0-20 16,-1-2-3-16,1 0-86 0,0 0-7 0,-1 0 2 15,-1-2-9-15,0 1-61 0</inkml:trace>
  <inkml:trace contextRef="#ctx0" brushRef="#br0" timeOffset="80421.72">16650 7751 1106 0,'-2'-2'104'0,"0"0"166"15,-7-1-198-15,1 1 1 0,3 0 3 0,1 0 6 16,0 0 29-16,2 2-64 0,-1-2 4 0,-1 1-23 0,2-1-1 16,2 0 18-16,2 0 0 0,2 0 7 0,10-5-2 15,20-4-23-15,-4 3-5 0,-1 3-5 0,3 1-17 16,-6 2 0-16,-2 0-1 0,0 2 0 0,-4 0-16 0,1 0-12 15,-3 4-7-15,-1 0-7 0,-2-1-79 0,0 1-115 16,2 2-15-16,-3-1-43 0,5 4-169 0</inkml:trace>
  <inkml:trace contextRef="#ctx0" brushRef="#br0" timeOffset="80984.53">17333 8384 733 0,'0'0'1'0,"0"0"1"0,0 0 1 0,0 0-4 0,0 0 4 16,0-2 23-16,0 1-1 0,0-1 9 0,0 0-8 15,0 0 2-15,0 0 8 0,0-2 3 0,2 1 4 16,-2-1 34-16,0 0-7 0,2-1 4 0,-1-1-6 15,3-1 4-15,-2 1-16 0,0 1 5 0,0-1-7 16,0 2 8-16,-1 1 5 0,1-3-4 0,-2 4 3 16,2-3-15-16,-2 1-11 0,0-2 2 0,0 3-4 15,0-3 6-15,0 2-6 0,0 1-3 0,0-1-2 0,0 0-10 16,0 0 9-16,0 1-2 0,-2-1 3 0,0 0-11 0,2 2 5 16,0 1 1-16,0-1 0 0,-5 0-4 0,-3 0-1 15,1-4 2-15,1 3 0 0,-3-3 2 0,2 2-10 16,-1 1-2-16,-1-1-1 0,-2 2-4 0,3 2-2 15,-5 0-3-15,4 0 2 0,-2 0-1 0,-2 2-6 16,0 2 6-16,2-1-6 0,-2 5 3 0,2-1 3 16,1 1-5-16,1-6 5 0,2 11-4 0,-3 1 2 15,5 1 0-15,1 0-1 0,0 2-4 0,-7 0 2 16,0 1 1-16,4-1 2 0,-1 3 1 0,5 3-1 16,1-3-4-16,2 4 4 0,0-3 4 0,2-3-7 0,1 3 4 15,1-1-5-15,2-1 1 0,1 1-1 0,-1-5 1 16,1 0-1-16,0-4 8 0,-5-2 0 0,15 2-2 15,5-5 1-15,-3-1-3 0,5 1 4 0,2-1-1 16,-7-3 1-16,7 0-11 0,0 15 7 0,-2-8 4 16,5-3 1-16,-6-6-4 0,1 0 5 0,2-2-8 0,-2 0 9 15,0-2-7-15,-2 1-2 0,-7-1 3 0,2 0-2 16,-4 0 4-16,-4 3-7 0,-1-1 0 0,-1 0-1 16,-1 0 10-16,-3 0-8 0,1 0 2 0,-2 2-4 15,0 0-8-15,0 0-19 0,1-2-7 0,1 1-6 16,0-3-46-16,-1 0-247 0,-3 2-52 0</inkml:trace>
  <inkml:trace contextRef="#ctx0" brushRef="#br0" timeOffset="83047.03">17732 7874 537 0,'0'0'0'0,"-2"0"14"0,0-2 135 0,0 0-13 16,1 0 22-16,-1 0-37 0,0 0 16 0,0 1-46 16,0-1-2-16,0 0-16 0,0 0-27 0,1 0 2 15,-1 0 0-15,0 0-2 0,0 1-1 0,0-1 0 16,2 0-4-16,0 0 0 0,0 0-9 0,2 0 3 15,0 0-1-15,2 1-2 0,5-5-23 0,8-3-3 16,3 1-4-16,2 1 1 0,-1 3-12 0,1 0-12 0,0 3-3 16,1-3-2-16,1 2-11 0,2 0-62 0,0 0-16 15,-2-1-25-15,2-1-125 0</inkml:trace>
  <inkml:trace contextRef="#ctx0" brushRef="#br0" timeOffset="83283.41">17806 8052 1126 0,'-2'0'152'0,"1"0"321"15,-14 0-454-15,7 0-4 0,6 0 2 0,1 0 3 0,-3 0 32 16,0 0-15-16,2 0-3 0,0 0-5 0,2-2-26 16,2 0-3-16,2 0 3 0,9-3-1 0,15-8 8 15,2 5-10-15,-3 3 0 0,3 1-4 0,0 0-2 0,-2 2-16 16,3 2 2-16,4 0-7 0,1 0-1 0,-1 2-11 15,-5 0-3-15,3-2-8 0,-5 0-62 0,0 0-43 16,3 0-7-16,-8-2-13 0,3-1-70 0</inkml:trace>
  <inkml:trace contextRef="#ctx0" brushRef="#br0" timeOffset="83562.95">18581 7487 417 0,'0'-1'84'0,"0"-1"-5"0,0 0 41 0,0-2 1 15,-2-7-14-15,-2-6 21 0,0 4 3 0,1 0-9 16,1 4 2-16,0 3-39 0,0 3-2 0,0-1 3 16,0 0-2-16,0 1-1 0,1 1-27 0,-1 0 2 0,0 0-11 15,0 2-9-15,0 0-11 0,0 2 2 0,0 2-4 16,-7 14-1-16,-2 16-3 0,4 3-8 0,3 2 5 16,4 2-7-16,0-1 10 0,0 3 3 0,2 0 0 15,1 0-1-15,1-3-4 0,0-2-1 0,1 2-1 16,1-6-6-16,-2-6-5 0,-1 3 2 0,1-7-4 15,0 0-2-15,0 1 1 0,-1-7 0 0,1-1 1 16,-2-2 1-16,0-6-21 0,0 0 3 0,-2-5-12 0,0 2-24 16,0-5-39-16,0 3-16 0,1 0-11 0,1 0-91 15,0-1-84-15,0-1-95 0</inkml:trace>
  <inkml:trace contextRef="#ctx0" brushRef="#br0" timeOffset="83766.28">18952 7738 1817 0,'-2'0'35'0,"0"0"7"0,0 2-26 15,-1 0 1-15,-1 0-11 0,-2 1 89 0,-7 7-20 16,0-1 8-16,4-2-21 0,3-3-47 0,1 4-3 0,-4 3-7 16,3-2 5-16,0 0-10 0,3-3 2 0,-3 3-4 15,4-3 2-15,2-4-15 0,0-1-32 0,0 3 5 16,0 0-17-16,0 0-27 0,2-3-83 0,0-1-6 15,2 0-33-15,5-1-83 0</inkml:trace>
  <inkml:trace contextRef="#ctx0" brushRef="#br0" timeOffset="84216.23">19008 7458 757 0,'-2'0'142'0,"0"0"3"15,-9-4-35-15,-12-3-14 0,12 3-47 0,-2 0 9 16,8 2 25-16,1 2-3 0,2 0 4 0,-2-2-49 0,1 1-12 16,1-1-4-16,0 0 1 0,2 0-3 0,2 0 2 15,0-2-1-15,3 1 2 0,23-16 2 0,0 4 1 16,0 4 4-16,0 2-3 0,1 1 6 0,-3 3-10 16,-1 3 6-16,-5 2-6 0,-1 0 7 0,-5 2-1 15,1 0-4-15,-2 1 4 0,-3 1 2 0,-1 2-6 16,-4-3 3-16,-1 18-5 0,0 3-1 0,13 2 0 15,-6 4-3-15,-4 1 3 0,-5 5-5 0,-6 1-6 16,-3 2-3-16,-4 3 0 0,-4 1 0 0,0 2-1 16,-2 1 4-16,1-7-4 0,-1-2 9 0,2-5 0 0,0-4 3 15,2-2-1-15,2-2 12 0,4-8-8 0,1-1 2 16,2-5-7-16,2-1-7 0,1-4-1 0,1-1 2 16,0-2 0-16,0 0 5 0,0 2 1 0,1-1-3 15,1-1 1-15,2 0-2 0,3 0 1 0,12 2-1 16,3-4 1-16,-1-2-5 0,3-4 5 0,4-1-1 0,-4-1 1 15,4-1-4-15,-2 0-1 0,1-2-1 0,-2-1 0 16,-3 3-4-16,-4 0 1 0,-3 2-1 0,0-1-1 16,-2 3-15-16,-2-1-11 0,-1 2-3 0,-3 2-2 15,4-1-20-15,-5 1-57 0,3-4-9 0,-2 1-21 16,-5 5-76-16,9-6 8 0,-7-5-40 0,4 4 3 0,1 3-254 16</inkml:trace>
  <inkml:trace contextRef="#ctx0" brushRef="#br0" timeOffset="84718.31">19514 7387 776 0,'0'0'164'0,"0"-2"-184"16,-1 0 182-16,-1 1-89 0,0-1-32 0,0-2 43 15,0 0-11-15,2-1 19 0,0-5-25 0,0-1-23 16,4-2 8-16,3-1-10 0,3-1 17 0,-3 2 17 0,21 0-5 15,-2 2 7-15,2 3-31 0,-6 1-11 0,-3 5-5 16,-6-7 2-16,3 1 0 0,1 4-10 0,-6 4 5 16,-2 4-8-16,-5-2 0 0,5 11 3 0,6 17-8 15,-5-2 7-15,-7 1-8 0,-3 1-1 0,-2 1 0 16,-1 1-1-16,-3 1-2 0,1 5-6 0,-5-3 3 0,-1 2-4 16,-6 2 3-16,1-2-5 0,-1 0 6 0,0 2-5 15,4-2 1-15,2-5 4 0,2-2-7 0,3-6 7 16,1 0 0-16,1 0-7 0,0-2 4 0,4-7-4 15,0-2 7-15,2-2-6 0,2 1 1 0,1-3-2 16,3 2 5-16,-4-7-7 0,12 7 8 0,1-2-8 0,2-3 7 16,3-3-1-16,0-3-2 0,2-2 3 0,0-3 2 15,-7-1-6-15,2-1-1 0,-4-1 0 0,-1-1 6 16,-2 2-1-16,-5 1 5 0,-1-1-5 0,1-2 0 16,0-4-2-16,1 0 0 0,-4 0 1 0,-3-4 8 0,-1-2-12 15,-1-1 6-15,-7-2-6 0,-1-3 5 0,-4-1 1 16,11 0-5-16,-26-3 3 0,-2 1-5 0,4 0 2 15,0 0 6-15,2 4-3 0,2 4 4 0,-2 1-5 16,2 4-1-16,1 4 0 0,3 2-2 0,1 1-3 16,0 3-2-16,8 3-2 0,-2-2-14 0,3-1-11 15,1-1-10-15,3 4-2 0,0 0-60 0,1 0-47 16,1 2-8-16,0 0-16 0,2 0-62 0,0 2-56 16,2 0-98-16</inkml:trace>
  <inkml:trace contextRef="#ctx0" brushRef="#br0" timeOffset="85340.32">20120 7443 878 0,'0'0'186'0,"-2"0"-193"0,0-2 198 0,0 0-92 16,-2 0-50-16,3 2 52 0,-9-2-11 0,3 1 19 16,-2 1-50-16,3 0-24 0,0 0-6 0,5 0-4 15,-3 1-6-15,0 3 2 0,-3 7 5 0,-4 13-3 16,3 4 8-16,4 0-14 0,3 4 8 0,1-3-8 15,0 5 16-15,0-3 5 0,1 1-8 0,1-2 7 0,0-1-13 16,0 1 3-16,-2 0 0 0,0-4 0 0,0-2-4 16,0-5-1-16,0-5 1 0,0 1-2 0,0-2-8 15,0-5-5-15,0-1 0 0,0-3 0 0,0 0 5 0,0-1-6 16,0-1-4-16,0 0 1 0,0 0-1 0,0-2-8 16,0-2 8-16,0 0-8 0,0-7 6 0,4-17 1 15,-1-4-5-15,1-1 2 0,0-5-6 0,0-1 0 16,-1 0 7-16,1-4-4 0,2 2 0 0,-1 0 3 15,1 6-2-15,1 3 2 0,1 2-7 0,-1 6 3 16,0 1 1-16,1 7 2 0,-1-1 7 0,-1 5-7 16,-1 3-2-16,-1 3-2 0,7-5 2 0,4 0 8 15,0 3-4-15,-2 4 3 0,0 2-6 0,-4 2 10 16,-3 2-1-16,-1 5 3 0,5 21-8 0,-8-2 7 0,1 1-1 16,1 3 2-16,15 0 0 0,-8-3 0 0,-4 1 2 15,-3-2-1-15,-2-2 6 0,0-4-4 0,-2-3-3 16,0-4 0-16,0-2-2 0,0 0-4 0,0-8 6 15,0 3-6-15,0-5-2 0,0 1-1 0,0 0 2 0,0-2 0 16,0-1 6-16,0 1-4 0,1-2-3 0,1 0 0 16,0-2 0-16,-2-1-1 0,9-27 0 0,1-2-2 15,1-1-7-15,-2 1 13 0,4-1-4 0,-2 0 6 16,-1 3-12-16,3 2 0 0,-2 4 2 0,0 2 0 16,2 3 7-16,-2 2-2 0,0 2-2 0,-2 4 0 15,8 2-3-15,7 5 8 0,-1 2 1 0,-9-9 2 0,5 2 2 16,-4 5 2-16,-2 4 1 0,-2 0-1 0,-2 2-10 15,-1 2 3-15,-5 7-1 0,3 19 2 0,-1-1 2 16,14 3-5-16,-6 1 1 0,-6 1-2 0,-5-3 4 0,-2 1-9 16,0-2-1-16,-2-2-5 0,1 3-18 0,-3-3-49 15,0-6-14-15,2-1-17 0,2-8-95 0,0-6-48 16,0 2 1-16,0-7-22 0,0 0-61 0</inkml:trace>
  <inkml:trace contextRef="#ctx0" brushRef="#br0" timeOffset="85820.75">20870 7341 981 0,'0'-2'97'0,"-2"0"163"0,0-2-181 0,0 1 39 0,0-1-5 15,1 0 18-15,-3 1-9 0,0-1-54 0,0 0-5 16,1 2-15-16,1 0-19 0,0 1 12 0,0 1 0 16,0 0 5-16,0 1 0 0,1 3-15 0,-5 17 5 0,2 4-9 15,2 3 3-15,1 0-6 0,1 2 1 0,0 0-3 16,0 1-6-16,0 1 7 0,0-1-7 0,0 5 7 15,0-7-13-15,0-3 0 0,0-2-1 0,0-7 1 16,0 4-2-16,0-7-3 0,0-1 0 0,0-5-1 16,0-4-3-16,0-3-1 0,0 3 3 0,0 0-2 15,0-2 7-15,0 0-8 0,0-2 0 0,0 0-3 0,1-2 0 16,-1 0 3-16,6-28-1 0,0-5 1 16,-1-2 0-16,1-4-4 0,-3-2 4 0,1 2-3 0,-2 0 5 15,2-1 0-15,-1 1-3 0,1-2 1 0,0 2-4 16,0 2 4-16,-1 2-1 0,3 0 1 0,1 4-3 0,1 5 4 15,-1 7-1-15,-1 7 1 0,-1 1-6 0,-3 7 8 16,2-1-3-16,-2 3 5 0,5-2-10 0,6-1 9 16,4 1 0-16,0 6 4 0,3 2 1 0,-3 4 2 15,-1 5-3-15,1 2 2 0,0 17 4 0,-2 1-8 16,5 1 5-16,-3-3-6 0,-2 1 1 0,1-2 3 16,-3 2 0-16,-1-2 2 0,-3-1-5 0,0 1 3 15,10 0-6-15,-6 2 5 0,-4-1-8 0,-2-3 3 16,-1 2 2-16,-2 0-1 0,-4-4-3 0,0 2 1 0,0-3-4 15,-2-1 3-15,0-2-4 0,0-5-17 0,0-6-5 16,0 1-6-16,2-7-50 0,0-1-32 0,-2 2-10 16,1 0-8-16,-1-2-46 0,0-1 8 0,0 1-9 15,0-2 2-15,0 0-72 0</inkml:trace>
  <inkml:trace contextRef="#ctx0" brushRef="#br0" timeOffset="85994.75">20987 7549 929 0,'-2'0'61'16,"0"0"-3"-16,0 0 79 0,0-2-1 0,-1 0 7 15,-1 2 8-15,-2-2-57 0,5 2-3 0,-3-2-18 16,0 0-21-16,2 1 2 0,0-1 0 0,1 0 3 16,1 0 8-16,0 0-9 0,1 0 1 0,1 0-4 0,2 1-3 15,22-9-1-15,0 3-5 0,6 1 1 0,3 1-9 16,-5 1-12-16,3 0 2 0,-9 2-7 0,-2 1-5 16,6-3-9-16,-7 2 2 0,1 0-5 0,0 0-2 15,-5 0-31-15,0 1-5 0,-3-1-16 0,-1 0-99 0,6 0-291 16</inkml:trace>
  <inkml:trace contextRef="#ctx0" brushRef="#br0" timeOffset="133062.84">2050 5012 12 0,'0'0'21'0,"-2"0"11"16,0 0 28-16,1-1 8 0,-1-1 5 0,0 0-9 0,0 0-11 15,0 0 9-15,-2 0-9 0,1 0 11 0,-1 1-17 16,-2-1 5-16,3 0-8 0,-1 0 21 0,0 0-16 15,1 0 6-15,-1 0-9 0,0-1-3 0,0-1-18 16,1 0 3-16,1 1-7 0,-4-7 9 0,1-1-6 16,1 2 3-16,0-4-2 0,1 2 6 0,-1 0-3 15,0-2 0-15,0 1 0 0,1 1-2 0,-1 0 7 16,-2-2 4-16,1 0 0 0,1 4 4 0,-1-4-6 0,-1 4-6 16,0-2 1-16,-1-1-9 0,1 3 2 0,3 2 3 15,-1-1-2-15,0 1 1 0,1-1 2 0,-1 1-4 16,2 1 3-16,-2-1-10 0,2 3-2 0,1 1 1 0,-1-1-2 15,0 2 2-15,0 0-15 0,0 0 1 0,0 0-5 16,0 2 7-16,1 0-3 0,-1 2 5 0,0 0-5 16,2 0 5-16,-2 18-6 0,0 3 2 0,2-5-3 15,0 3 0-15,0-1 10 0,0-1-11 0,2 1 9 16,2 0-15-16,-1 3 8 0,3-3 3 0,0 4 1 16,-1-1 5-16,1 3 0 0,-1 1-6 0,1-1 4 15,-1 4-5-15,-1-2-3 0,0 4 7 0,-2-1-6 0,0-5 4 16,-1 2-1-16,-1-4 2 0,0 0-2 0,0 0 4 15,0-3 2-15,0-4-3 0,0-3 4 0,0-1 8 16,0-1-6-16,0-5 3 0,0 0-4 0,0 1 1 16,0-4 13-16,0-1 0 0,0 1 5 0,-1 0 7 0,-1-1-14 15,0 1 0-15,-2 0-5 0,-5 3 2 0,-8 4-8 16,2-1 2-16,-1-3-5 0,-1 0 2 0,-4 1-3 16,3-3 5-16,-1-1-3 0,1 0 5 0,1-2-1 15,-2 1-2-15,3 1 2 0,-3-2 6 0,4 0-5 16,-1 0-1-16,1 0-2 0,4-1-3 0,-1 1 3 15,1 0 1-15,4 0-2 0,-1 0-11 0,7-2 3 16,-1 0-2-16,0 0 3 0,-2 2-11 0,0 0 3 16,3-1-3-16,-1 1 4 0,0 0 0 0,2-2-2 0,0 0 5 15,2 0-3-15,0 0 5 0,3 0 0 0,25-4-1 16,3-1 1-16,3-4 3 0,3-1-4 0,1 1-1 16,9-2-1-16,-7 3-3 0,3 1 6 0,-2 2-3 0,-10 1 3 15,1 0-4-15,-5 2 0 0,-6 0 6 0,-3 1-3 16,0-1 1-16,-5 2 6 0,0 0-10 0,-2 0 7 15,-2 0-7-15,-2 0 2 0,1 0 3 0,-3 0-2 16,-1 0-3-16,3 0 5 0,-3 0-5 0,-1 0 3 16,1 0-12-16,-3 0-20 0,-1 0 2 0,2 0-11 15,0 0-23-15,-1 0-41 0,1 0-3 0,0 0-15 16,0 0-53-16,-1-2-164 0,1 0-90 0</inkml:trace>
  <inkml:trace contextRef="#ctx0" brushRef="#br0" timeOffset="133321.03">1571 4905 1078 0,'-2'-2'164'0,"0"0"-204"16,-1 0 193-16,1 2-100 0,-9-7-2 0,3 1 21 15,4 2-3-15,1-1 7 0,-1-3-21 0,0-1-25 0,2-2-7 16,2-2-4-16,6 0-1 0,-4 0 7 0,37-2-1 15,2 4 1-15,5 2-15 0,-1 1 0 0,5 3 0 16,-6 3-2-16,5 0-1 0,-5-22-12 0,-1 13-10 16,-4 7-3-16,2 4-46 0,3 4-49 0,-5 3-9 15,2 6-22-15,-6 0-103 0</inkml:trace>
  <inkml:trace contextRef="#ctx0" brushRef="#br0" timeOffset="133707.42">2776 5391 428 0,'0'0'158'0,"0"0"35"0,0-2-63 16,0 1-75-16,0-1-7 0,0 0 43 0,0-2 3 15,0 0 8-15,0 1-7 0,-4-12-5 0,1 4-31 16,-1-2 3-16,-2-2-13 0,5 7 7 0,-3-1-4 15,0 4 3-15,0-1-4 0,-1-1-7 0,-12 3-15 16,0 2 0-16,-5-13-5 0,4 6 8 0,-3 3-8 16,-1 3 1-16,0 3-4 0,-4 3-2 0,3 3-9 15,1 3 3-15,2 2-5 0,-1 4-2 0,3-4 11 0,1 15-10 16,4-5 10-16,2 7-7 0,3-2-4 0,-1 0 11 16,5-2-10-16,2-2 5 0,-11-4-2 0,4 1-3 15,5 0 5-15,4-6 9 0,0 0-5 0,2-4 1 16,4 0-2-16,1 0 0 0,8-1-6 0,9-1 5 15,4-3-6-15,2 0-3 0,0-2 1 0,3-1-7 0,2 20 4 16,-3-10 0-16,-1-4-2 0,3-1-1 0,-4-2-6 16,-3-2-24-16,-1-2-22 0,-2 0-9 0,2 0-7 15,2 0-57-15,6-2-88 0,-1-2-7 0,2 0-42 16,-3-1-157-16</inkml:trace>
  <inkml:trace contextRef="#ctx0" brushRef="#br0" timeOffset="133956.65">3179 5328 550 0,'0'-2'354'0,"-2"0"-479"16,0-1 434-16,-1-5-235 0,-7-5 43 0,5 6-13 15,-3-2 4-15,3 1-10 0,-1 3-7 0,-1 1-39 16,-1-2 6-16,3 3-18 0,3 3-8 0,0 0-18 16,-2-2 6-16,1 0-9 0,-1 2 9 0,2 0 0 15,0 2-7-15,0 1 6 0,-7 25 2 0,3 2-4 16,5-2 6-16,1 5-7 0,0-3-9 0,1 3 8 15,1 3-6-15,2-5 6 0,-2 4-15 0,2 1 3 16,-3-5-3-16,3 1 5 0,-2-2-1 0,0-3 2 0,2 1-2 16,-3-2 1-16,1-2-14 0,0-1-23 0,0-5-2 15,0-1-10-15,0-4-35 0,1-2-56 0,1-2-25 16,-2-5-17-16,2-2-153 0</inkml:trace>
  <inkml:trace contextRef="#ctx0" brushRef="#br0" timeOffset="134192.71">3500 5330 793 0,'0'0'352'0,"0"0"-485"0,-2 0 431 0,0 0-238 16,1 0 26-16,-1 0 6 0,0 0-7 0,0 0 2 0,2 0-38 15,0 0-20-15,0 0 2 0,2 0-7 0,0 0 12 0,7 0-2 16,23 2 5-16,-3-2-4 0,5 0 0 0,3-2-9 15,4-4-2-15,0-1-1 0,-2-2-2 0,-2-1-11 16,-4 1 2-16,-3 2-5 0,-2-1-6 0,-4 3 8 16,-2-1-8-16,0 2 7 0,-1 1-23 0,-6 1-42 15,0 0-7-15,-2 0-13 0,-2 0-51 0,-2 0-55 16,-2 1-43-16,3-3-31 0,-5 2-409 0</inkml:trace>
  <inkml:trace contextRef="#ctx0" brushRef="#br0" timeOffset="134439.19">3834 4959 1085 0,'0'0'55'0,"-1"0"-5"0,-1 0 40 0,0 0-4 0,0 0-2 16,0-2 15-16,0 2-12 0,0 0-6 0,1 0-8 16,-1 0-49-16,0 0-9 0,0 0 10 0,0 2-8 15,0 1 3-15,-1 8 2 0,-5 17-7 0,4 4 8 16,3 3 3-16,1 6-9 0,0 2 4 0,0 1-6 15,0 1-4-15,0-4-3 0,0 3 1 0,0-3-1 16,0-2-4-16,0-4 7 0,-2-3-9 0,2-2 8 0,0-4-11 16,0 0 3-16,0-4-10 0,2-4 3 0,-1 1-43 15,1-2-150-15,0-1-49 0</inkml:trace>
  <inkml:trace contextRef="#ctx0" brushRef="#br0" timeOffset="136756.37">15886 6849 321 0,'0'0'0'0,"-1"0"43"0,-1 0-2 0,0 0 11 16,0 0 24-16,0-2-18 0,-2 2 23 0,1-2-15 16,-12-2-5-16,6 2-10 0,3 2-31 0,-3-1-3 0,5-1 2 15,0 0-2-15,1 2 3 0,-1 0 3 0,2 0-8 16,0-2 6-16,0 2-10 0,0 0 18 0,1-2 3 15,-1 2 5-15,0 0 5 0,0 0-5 0,0 0 2 16,0 0-5-16,0 0-9 0,1 0 7 0,-1-2-5 0,0 0 8 16,0 2 1-16,0-1-2 0,0-1-2 0,-1 0-1 15,-1 0-10-15,0 0 10 0,-3 0 0 0,-3-1 2 16,-4-5-4-16,-1 3-6 0,2-1 4 0,-2 0-4 16,4 3 1-16,-2-3 2 0,-2 1-4 0,2 1 4 15,-2 0-2-15,0 2-5 0,-2 0 0 0,3 1-1 16,-3 1 2-16,2 0 2 0,0 1-4 0,0 3 2 15,-1 2-7-15,1-1-7 0,-2 3 7 0,2-1-7 16,2 1 14-16,4-1-4 0,-4 0-1 0,2 3-1 0,2 3 2 16,1-2-3-16,3 4-3 0,3 0-1 0,-4-1-7 15,4 5 5-15,-1-6 2 0,-12 7-1 0,5-1-10 0,5-2 8 16,3-2-4-16,2-6 7 0,0 4-5 0,0-8 6 16,0 3-4-16,2-1 4 0,3 4-8 0,-1-5 6 15,9-2 2-15,9-2 0 0,1 12-6 0,1-2 1 16,2-5-3-16,2-3 4 0,1-2-2 0,-3-2 5 15,2-4-7-15,-2 0 6 0,-5 0-7 0,-1 1-2 16,-3-3 5-16,-2 1-4 0,-2-1 10 0,-4 2-4 16,-4 2 1-16,-3 2-3 0,2-3 0 0,7-14 6 15,0-2-6-15,-5 3 5 0,-2-5-4 0,-3 3 3 0,-1 1-1 16,-1 0 2-16,-3 2-7 0,-2 2-2 0,1 2 4 16,-3 2-3-16,5 2 10 0,-16 1-12 0,0 2 3 15,-1-11-6-15,0 6 4 0,-3 2 5 0,3 3-3 16,-1 4 4-16,3 2-9 0,-1 3 5 0,1 3-2 15,1 1 6-15,0-7 3 0,2 20-12 0,3-5 5 0,2 5-6 16,1-3 9-16,3-2-4 0,5 1-1 0,-1-1 0 16,-9 0 0-16,1-1-1 0,5-1 1 0,1 0-2 15,2 0 0-15,2-6 4 0,0 2 0 0,2-1 2 16,0-5 0-16,2 1-4 0,3-4 4 0,10-1-3 16,3 14 6-16,0-5-2 0,5-3 0 0,1-3-1 15,1-2-2-15,1-4 3 0,-4-2-6 0,1-3 5 0,1-3-1 16,-6 3-2-16,-1-2 5 0,-1-1-5 0,-10 7 2 15,5-5-1-15,0-1 1 0,-10 5-1 0,7-7 2 16,-9-4 3-16,11-2-1 0,-3-3 1 0,-4-2-7 0,-3 5 6 16,-2 2 1-16,-2 0 1 0,1 2-3 0,-5-2-3 15,-1 2-2-15,5 4 2 0,-21 4 5 0,-4-1-7 16,-1 2 5-16,-2-14-5 0,-2 5 1 0,5 7-1 16,1 4 0-16,1 2 0 0,1 4 0 0,2 3 0 15,0 3 0-15,3-1 2 0,3 0 2 0,3 1-6 16,1-7-1-16,3 18-1 0,2 1 9 0,3-3-8 15,-9-1 3-15,4 1-4 0,1 3 6 0,5-3-1 16,3-1-1-16,0 3 0 0,1-5-4 0,5 3 1 0,1-1 4 16,3-3-1-16,-3-4 2 0,2 1 1 0,12-1-5 15,1-2 3-15,2-2-6 0,0-3 9 0,4 0-2 16,2 14 4-16,-2-6-9 0,0-5 3 0,-1-1 0 16,-1-5 1-16,-3-1 4 0,-3 0 0 0,-5-1 0 0,2-3-1 15,-1-2 0-15,-8 3-1 0,3-3 0 0,-7 4 1 16,-2-7 0-16,1-6 1 0,8-2-1 0,-1-3 1 15,-7-2 0-15,-3 5 0 0,-1-4 0 0,-3 3 0 16,0 5-5-16,-5-2 2 0,-2-2 0 0,1 4 0 16,-14-2 4-16,0 1-6 0,-7 4 0 0,3 3-2 15,0 1 5-15,2-10-2 0,0 4 2 0,4 7-2 16,-4 3 3-16,5 2-8 0,-1 4-1 0,1 3-2 16,3 2 4-16,-1 4 1 0,3-9 2 0,3 17-1 15,2-1 0-15,7 0-4 0,2 5 2 0,-13-3-2 0,6-4 3 16,5-1 2-16,4 0-2 0,2 0 2 0,4-3 1 0,3 1-1 15,-5-5-1-15,23-3-1 0,1-3-1 0,4 14 3 16,1-5 3-16,2-7 0 0,4-4-2 0,0-4 1 16,-1-4 0-16,-1-3 1 0,-4-2 0 0,-7 0 0 15,-7 1 1-15,-4 1 0 0,-2 0 2 0,-6 1 3 16,2-5-6-16,-7-1 5 0,9-1-5 0,-5 5 5 16,1-4-4-16,-3 1 3 0,-4 1-3 0,0-1-3 15,-2 4 6-15,0 0-5 0,-1 0-6 0,3 7-23 16,-12-4-21-16,1 2-9 0,2 1-158 0,5 1-287 0</inkml:trace>
  <inkml:trace contextRef="#ctx0" brushRef="#br0" timeOffset="137823.93">4824 4905 1063 0,'0'-2'4'16,"-2"0"11"-16,0-2 38 0,-1-5 22 0,-5-8 34 16,-1-1 10-16,0-1-11 0,1 4-1 0,3 1-6 15,-1 1-27-15,4 5-34 0,0 1 2 0,0 3-13 16,2 2-13-16,-1-2-6 0,-1 1-3 0,0 1 0 0,2 0-6 15,0 2 5-15,0 0-1 0,0 2 2 0,0 2-1 16,2 18-5-16,0 13 4 0,-1-2-5 0,3 5 1 16,-2-1-2-16,0 2 2 0,-2 0-1 0,2 3 9 15,0-1-10-15,-2 0 0 0,1-2-4 0,-1-2 4 0,0 0 2 16,0-3 3-16,0-6 0 0,0-2 3 0,0-6-4 16,0 1 3-16,-1-5-2 0,-1-3 4 0,-2-2 1 15,0-1-2-15,2-7 2 0,-5 7 0 0,1-7-4 16,-12-1 5-16,1 2-3 0,0 7 12 0,3-2-10 15,-1-1 5-15,0-3-3 0,0-1 28 0,0-2 5 16,-1 0-6-16,4-2 2 0,1 0-19 0,4 0-6 16,5 0 5-16,-2 0-5 0,1 0-3 0,-1 0-5 15,0 0-2-15,2 0 0 0,0 0-3 0,2 0 7 0,2 0-3 16,2 0 3-16,15-4-5 0,16-5 4 0,4-1-2 16,3 1 3-16,3 0-4 0,0 2 1 0,3-3-6 15,0 1 4-15,-1 2-7 0,-5 3 6 0,-3 0 1 16,-13 0 2-16,4 1-6 0,-6-1-9 0,0 0 0 0,0 1-4 15,1-1-4-15,-9 0-3 0,1 0-7 0,-4 3 1 16,-7-1-27-16,-3 2-46 0,1-2-3 0,0 0-15 16,-2-2-20-16,-1-3-10 0,1-10 10 0,-4 2-9 15,-5-3 18-15,-4 3-13 0,-8-4-12 0,-9-1-6 16,-11-2-90-16</inkml:trace>
  <inkml:trace contextRef="#ctx0" brushRef="#br0" timeOffset="137954">4789 4992 122 0,'-2'-2'118'15,"0"0"-20"-15,-17 0 65 0,-12-25 16 0,5 4-34 16,4 1-12-16,5 3-14 0,0 3 4 0,6 1-11 0,2 0-12 15,5 6-22-15,-1 1 0 0,1 3-11 0,0-3-29 16,2 3 16-16,2 1-9 0,0 2 12 0,0-1-14 0,2-1-8 16,2 2-5-16,20-9-1 0,7 2-17 0,5 7 5 15,1 0-6-15,2 2 3 0,2 4-23 0,0-1-9 16,3 5-5-16,3 1-2 0,-1 0-17 0,-1 0-164 16,-1 1-6-16,3 1-70 0,-3 0-164 0</inkml:trace>
  <inkml:trace contextRef="#ctx0" brushRef="#br0" timeOffset="138589.96">5440 5215 1181 0,'-1'0'32'0,"-1"2"1"0,0 0 11 0,-2 1 6 16,-9 16-5-16,-4 11 54 0,4-3 1 0,2-1-10 0,2-1 1 15,2-3-49-15,1 4-15 0,0 0-3 0,3 0-4 16,1 0-12-16,2-6 9 0,0 1-1 0,0-5 2 15,0 7-8-15,2-7-10 0,1 1 4 0,1-2-4 16,0-4 2-16,0 0-5 0,-1-3-5 0,1-1 1 16,-2-3-2-16,0-1-7 0,1 1 8 0,1 0-7 0,0-2 13 15,0 0-5-15,-1-1-4 0,1-1 0 16,-2 0-13-16,0-1 7 0,0-1 3 0,-1-2 3 0,1-5 16 16,-2-15-2-16,0-2-3 0,-3 1 0 0,-3-1-2 15,0 4 2-15,-1-2 8 0,-4-4-4 0,2 2 8 16,-1 0 1-16,3 0-4 0,1 6 4 0,1-2 3 0,1-1 1 15,2 1-3-15,2 0 2 0,4 3-4 0,3 1 11 16,3 1 1-16,-1 2 1 0,-2 2-3 0,19 2-2 16,2 3 5-16,0 5-3 0,0 1 7 0,0-15-11 15,-4 8-6-15,-2 7 0 0,-5 2 1 0,-2 4-6 16,-6 1 6-16,-5 3-6 0,12 18 7 0,-4 5-3 16,-9-3 1-16,-5 2-2 0,-7 1 8 0,-6-3-14 15,12 6 7-15,-27-5-9 0,0-1 13 0,4-2-7 0,0-5-2 16,8-3-3-16,-1-1-6 0,4-8 7 0,6 0-2 15,0-3 4-15,5-4-9 0,0 2-7 0,0-1 4 16,3 1-4-16,-1 0 2 0,0-1 3 0,2-1-2 16,0 0 2-16,2 0 5 0,0-2-1 0,5 0 1 0,15 0 0 15,1 0 0-15,1 0 5 0,2 0-6 0,-2 2 5 16,2 3-8-16,2 3 3 0,-2 1 3 0,2 2-2 16,-4-1 4-16,-2 1-4 0,-3 0 6 0,-3 0-6 15,-1-9 13-15,-11 13-9 0,0-2 0 0,5 0-1 16,-4 0 5-16,-1-2 7 0,-4 0-3 0,0 2 4 15,-4-2-4-15,-3 0-1 0,-6 0 2 0,-15 1-4 16,-3-1-2-16,-3-4 2 0,1 1-3 0,-1-3 2 0,5-1-9 16,1-2 3-16,5 13-3 0,3-6 1 0,3-4-12 15,6-3-15-15,4-2-5 0,1 0-7 0,2 0-66 0,1-2-37 16,-1 1-28-16,2-3 1 0,-2-15-65 0,4 3-68 16</inkml:trace>
  <inkml:trace contextRef="#ctx0" brushRef="#br0" timeOffset="138947.07">5879 5371 923 0,'0'0'51'0,"0"0"3"0,0-2 17 16,0 0 4-16,0 0-7 0,0-1 54 0,0-1-8 0,0 0-11 16,0-5 0-16,0 1-45 0,2 1-19 0,-1 3 6 15,14 1-9-15,9-1 14 0,6-15-18 0,-8 10 5 16,6 3-10-16,-4 6-10 0,-5 2-3 0,-1 4-3 15,-6-1 1-15,1-3-11 0,-6 24 18 0,-1-2-12 0,-3 6 13 16,16 2-13-16,-10-3 10 0,-5 1 0 0,-6 2 4 16,-4-3-3-16,-5 1 12 0,-4 0-4 0,-1-4 7 15,8-2 3-15,-10-4-9 0,-5-1 3 0,9-4-6 16,-1-4-7-16,0-2-1 0,4-1-4 0,7-3 3 16,2-1-3-16,0 0-9 0,0-1 7 0,2-1-7 0,0 0 6 15,-1 2 0-15,1-1 2 0,0 1 0 0,1 0-2 16,1 0 3-16,9 3-4 0,21 6 3 0,0-7-11 15,-1-3 1-15,-1-3 4 0,3 0 0 0,1-2 4 16,-1-1-9-16,4-3 0 0,-1 1-3 0,-5-3 0 16,-1 1-16-16,-4 1-6 0,0 1-2 0,-2-1-20 0,-2 0-75 15,2-1-8-15,1 0-35 0,2-3-143 0,5 1-162 16</inkml:trace>
  <inkml:trace contextRef="#ctx0" brushRef="#br0" timeOffset="139202.84">6904 4946 1476 0,'-2'0'92'0,"0"0"-85"0,0-2 108 0,-2 0-42 16,1 0 34-16,-1 0-1 0,0 0-1 0,0 0-7 15,3 1-57-15,-1-1-17 0,2 0-3 0,0 0-2 16,2 0 3-16,9-3-8 0,24-12-1 0,0 4-2 16,2 2-11-16,1 1 3 0,2 1 0 0,5 2 3 15,0-1-7-15,-1 3-17 0,-1-1 7 0,-6 2-9 16,-4 3-4-16,-3-1-23 0,-8 2-31 0,-5 0-2 0,0 0-148 16,-4 0-76-16,-2 0-8 0</inkml:trace>
  <inkml:trace contextRef="#ctx0" brushRef="#br0" timeOffset="139393.16">6974 5092 676 0,'-2'0'260'0,"0"0"59"0,1 0-118 16,-3 0-106-16,0 0-28 0,2 2 68 0,0 0-15 16,1 0-5-16,-1 0-7 0,0 0-53 0,0-1-11 15,0 1-3-15,2 0-1 0,2 0 0 0,0 0 0 16,5 0-7-16,19 0 3 0,6-2-22 0,1-2-7 0,4-6-3 15,8-1-3-15,0-2-19 0,5-4-16 0,2-2-17 16,1 1-6-16,9-3-121 0,5-1-348 0</inkml:trace>
  <inkml:trace contextRef="#ctx0" brushRef="#br0" timeOffset="140788.98">8146 4842 132 0,'-4'-2'0'0,"-15"-8"26"0,-5-1 225 16,4-2-93-16,-4 4 22 0,1-17-109 0,3-4 15 0,3 3-16 16,2-3 3-16,2-4-14 0,2 3-17 0,2-4 3 15,2-3-5-15,3 1 5 0,-17 2-14 0,10 3 7 16,4 5-2-16,3 1 6 0,2 3 2 0,2 5 1 15,0 5-2-15,2 2 2 0,-2 5 7 0,0 2-16 16,2 1 4-16,0-1-9 0,2 2-1 0,-1 0-10 16,1 2 4-16,-2 0-8 0,5 17-7 0,1 27 0 15,-3 1-1-15,-1 0 2 0,2 3 8 0,-3-2 2 0,1 3-5 16,0 3 4-16,-1-6-1 0,1 0-2 0,20-1 3 16,-11-4-4-16,-5-2 1 0,-5 0-4 0,-1-4 1 15,2 0-3-15,2 1-10 0,-3-5 8 0,1 1-8 0,0-4 8 16,-2-6-11-16,1-2 6 0,-1-7-3 0,0 0 4 15,0-2-9-15,-2-7-15 0,2 2 6 0,-2-4-11 16,2 1-12-16,-1 1-110 0,-1-2 4 0,0 0-44 16,0-2-53-16</inkml:trace>
  <inkml:trace contextRef="#ctx0" brushRef="#br0" timeOffset="140970.51">8400 4840 1170 0,'0'0'266'0,"-2"0"-358"16,0 0 317-16,1 0-174 0,-1 0 0 0,0 0 69 16,0 0-14-16,0 0 27 0,0 0-61 0,2 0-49 15,0 0 0-15,0 0-16 0,0 0-1 0,0 0-6 16,0 0-1-16,2 0-2 0,0 0-9 0,0 0-13 16,2 0-1-16,-1 0-7 0,10-2-30 0,4-2-111 15,3-1 0-15,3-5-47 0,3-1-81 0</inkml:trace>
  <inkml:trace contextRef="#ctx0" brushRef="#br0" timeOffset="141360.15">8718 4470 654 0,'0'0'378'0,"-2"0"-541"0,0-2 460 0,0 1-263 16,-2-1 17-16,-3-4 71 0,-4-1-18 0,1-1 29 15,3 3-53-15,1 1-39 0,3 2 4 0,1 2-18 16,-4-7-15-16,3 1 5 0,-1-1-3 0,2-3 5 15,2 3 8-15,0 0 4 0,2-1 2 0,2 3-1 16,5 1-5-16,13 0-9 0,6-14-1 0,-4 8-2 16,0 7-8-16,2 3 0 0,-5 3 0 0,-1 5 1 0,-3 1-3 15,-4-5 5-15,2 22-3 0,-6 0 5 0,-2 2-2 16,12 3 1-16,-4 6-4 0,-10 0 3 0,-5 2-4 16,-3 0-3-16,-7-3 3 0,-3 3-4 0,-1-2-2 0,-5 0 9 15,-1-2-4-15,12-5 5 0,-18 0-7 0,0-6 4 16,4-2-1-16,3-3 1 0,3-1-5 0,-1-5 9 15,4 0 1-15,4-4 1 0,1-1-7 0,4-3 1 16,3-1-2-16,1-2 2 0,-2 2-6 0,2-2 9 16,-2 1-5-16,2-1 8 0,0 0-1 0,0 0-3 15,0 2-1-15,2-1-2 0,0 1-3 0,1-2-1 16,21 7 4-16,4-1-3 0,4-5 3 0,5-3-6 16,-7 0-2-16,-2-2-2 0,1-1 0 0,-6-1-19 0,3 0 2 15,5-1-7-15,-1-1-11 0,1-1-83 0,-1-1-5 16,-4-1-34-16,0 0-89 0,2-2-115 0</inkml:trace>
  <inkml:trace contextRef="#ctx0" brushRef="#br0" timeOffset="141858.15">9154 4435 1199 0,'0'-2'21'0,"-2"0"2"15,0 0-2-15,0-1-2 0,0-1-3 0,1-3 35 16,-3-3 21-16,2 1-10 0,2-2 9 0,2 2-43 16,3-4-9-16,3 0 3 0,1 1-4 0,17 1 12 0,0 6 1 15,2-1 5-15,-4-11-2 0,2 6-4 0,-4 6-17 16,1 5-7-16,-3 2 1 0,-3 1-2 0,-4 3 5 16,-2 1-2-16,-4 12 1 0,-1 14-4 0,16 4 1 15,-11 4 4-15,-7-2-3 0,-6 2 8 0,-5 4-10 16,-6-1 2-16,-4 5-4 0,-1-3 4 0,1-5-6 15,0-2 5-15,0-2-4 0,1-4 5 0,3-1 1 16,2-6-9-16,1-2 6 0,3-2-5 0,1-3-1 16,3-2 1-16,1-4-1 0,2-2-1 0,0-2 9 15,0-3 4-15,2-1-1 0,-2-3-2 0,3 2 10 0,3-1-7 16,12 7 8-16,1-5-6 0,1-5 2 0,1-2 3 16,-1-1-2-16,-1-5-7 0,-2-1 5 0,-4 2-11 15,-2-3 9-15,0 3 1 0,-9-12-3 0,0 1 4 16,12-5-6-16,-6-1 6 0,-6-4-5 0,-4 1 6 0,-7-5-6 15,-4 1 14-15,-6-1 8 0,15-1-1 0,-24 3 2 16,2 2-14-16,0 2 0 0,0 4-7 0,2 7 5 16,-2 0-15-16,6 6 1 0,-1 1-1 0,3 1-1 15,5 5-8-15,0-7-3 0,5 5-4 0,3 2 0 16,3 2-15-16,-2-2-60 0,1 2-8 0,1 0-24 16,0 0-73-16,2 2-49 0,2 0-19 0,0 2-14 0,9 11-111 15</inkml:trace>
  <inkml:trace contextRef="#ctx0" brushRef="#br0" timeOffset="142436.01">9846 4617 1120 0,'0'0'88'0,"-1"0"-118"16,-1 0 105-16,-2-2-52 0,-13 0 60 0,8 2 8 15,5 0-1-15,1 0-8 0,-3 0-70 0,-1 2-6 16,1 2 2-16,6-2-1 0,-17 24 14 0,6 0-8 15,6-2 5-15,1 0-3 0,4 2 11 0,0-2-6 16,0-3 2-16,0-1-3 0,0 0 12 0,2-3 2 0,0 0-3 16,-1-4 1-16,1-4-8 0,0 0 3 0,0-1 1 15,-2-5 0-15,2 3-6 0,-2-4 0 0,2 2 2 0,0-1 1 16,-1 1 17-16,1-2-8 0,-2 0 1 0,0 0-6 16,0-1-15-16,0-1-3 0,0 0-6 0,0 0 5 15,0-1 0-15,0-3-10 0,0-2 3 0,-2-14-4 16,1-1 8-16,1-1-7 0,0-2 2 0,0 0-3 15,0 0 7-15,-2-6-6 0,2 6 3 0,0 0-5 16,0 3 1-16,2 10 3 0,-1 0-1 0,1 4 2 16,0 1-2-16,0 1 0 0,-2 3-2 0,4-2 0 0,9-3-5 15,0 3 8-15,3 2-1 0,-3 2 5 0,-1 4-10 16,2 3 8-16,-1 2-3 0,-5-1 5 0,1 12-5 16,-1-1 0-16,-3-1 4 0,-1-1-3 0,0 0 5 15,-1-2-3-15,7-2 0 0,-5-4-1 0,-1 0 7 0,-2-1-6 16,0-3 4-16,-2-1-5 0,0-2 2 0,1 1 5 15,-1 1 0-15,0 0 1 0,0-2 2 0,0 0-6 16,0-1 3-16,0-1-5 0,0 0 2 0,-1-1 0 16,-1-1-5-16,2-4 4 0,-4-18-5 0,0-4-3 15,4 2 5-15,0-5-2 0,4 1 5 0,2 0-4 16,-1 4-1-16,3 0 0 0,-3 8 1 0,4-5 1 16,-1 9-3-16,-3 4 1 0,3-1 0 0,-8 9 3 15,11-7-2-15,0 3 3 0,4 3-5 0,-2 3 1 0,2 2 1 16,0 3 1-16,-4 3-4 0,0 1 2 0,-2 15 4 15,-1 0-1-15,1 8 6 0,-2-3-13 0,1 3 5 16,-1-4-6-16,-1-4 5 0,-1 2-2 0,1-4-1 16,-2 1 1-16,1-3 2 0,1-2-17 0,-2-3-6 0,1-2-10 15,1-2-65-15,1-1-74 0,2-3-10 0,4 2-18 16,2 1-39-16,4-3-139 0</inkml:trace>
  <inkml:trace contextRef="#ctx0" brushRef="#br0" timeOffset="143000.6">10606 4205 1115 0,'-2'0'43'0,"0"-2"-1"15,0 0 37-15,-1 0 14 0,-1 0-3 0,0-1 63 0,2 3-57 16,-5-6-6-16,3 4-21 0,-1 0-60 0,3 2-2 16,-2-2-3-16,0 2 4 0,1 2 10 0,1 0-11 15,0 4 7-15,-7 22-9 0,3 1 6 0,4 5 4 16,2 1-4-16,2 2 5 0,2 4-3 0,-2-2 4 15,1 4-2-15,-3-2 2 0,0-2-4 0,0 3 9 16,-2 1-1-16,1-6 4 0,1 0 2 0,-2-7-2 16,0-2 3-16,0-4-3 0,0-4-6 0,0-1 1 15,2-4-2-15,0-4 0 0,0-2-9 0,0-1-4 16,0-5 2-16,0-1-1 0,0 0 7 0,0 2 12 0,0-1-7 16,0-1 8-16,0 0-18 0,0-2-6 0,0 0 5 15,0-2-5-15,0-5 1 0,0-27 2 0,2-1-6 16,0-6 3-16,0-1-6 0,2-3 3 0,-3-3 1 15,3-2 1-15,0-2 3 0,-2 0-1 0,1-2-4 0,-1 7 1 16,0 1-3-16,2 7 4 0,-2 2 2 0,1 3 1 16,3 8-8-16,0 4 3 0,-1 4-1 0,-1 3 2 15,0 4 0-15,-1 1 2 0,-1 5-2 0,-2 3 2 16,4-2-2-16,0 2 2 0,9-5-2 0,5 1 3 16,-3 5 1-16,4 2-3 0,-5 3 3 0,3 4-3 0,0 3-1 15,-2-2 3-15,1 21 0 0,-1-1 2 16,2 5-1-16,0-1 1 0,-2 2-3 0,-1-1 3 0,1 1-5 15,0 2 6-15,-2-1-3 0,4 1 4 0,-2-4-9 16,-2-1 4-16,0-4 0 0,-6 1 2 0,1 3-4 0,-3-2 3 16,1 1-1-16,-4-3 5 0,3-4-4 0,-3 0-1 15,2-3 1-15,-1-5 0 0,10 3-1 0,-5-6 3 16,-1 2-5-16,-3-6 3 0,-2 0-6 0,0-3 4 16,-2-1 3-16,0-1 0 0,0-2-12 0,2 2-6 15,-2-1-6-15,0 1-1 0,0-2-42 0,0 0-70 16,0 0-7-16,0 0-20 0,-2-2-39 0,0 0-15 15,0 0-8-15,0-2-13 0,0 0-145 0</inkml:trace>
  <inkml:trace contextRef="#ctx0" brushRef="#br0" timeOffset="143236.72">10704 4595 538 0,'-2'0'347'0,"1"0"-429"0,-9 0 418 0,-14 0-212 16,-2 0 37-16,4 0-12 0,0 0 4 0,7 0-12 15,4 0-38-15,1 0-32 0,5 0-3 0,3 0-9 16,-2 0-15-16,0 0-22 0,3 0-2 0,-1 0-5 16,0 2 0-16,0-1 5 0,2 1 3 0,2 0-1 15,0 0 2-15,7-2-9 0,21 0-1 0,1 0-3 16,1-4 2-16,-1-1-14 0,7-3 6 0,-3 1-9 0,-2-1 1 16,1 3-17-16,-3-1-7 0,1 3-6 0,-2 1-44 15,-4 0-294-15,3 2-71 0</inkml:trace>
  <inkml:trace contextRef="#ctx0" brushRef="#br0" timeOffset="194845.08">25320 4060 256 0,'0'0'-50'0,"0"0"45"0,0 0 10 0,0 0 2 16,0 0 44-16,0 0-17 0,0 0-15 0,0 0 6 15,0 0-4-15,0 0 1 0,0 0 0 0,0 0 3 16,0 0 0-16,0 0 6 0,0 0 9 0,0 0-9 0,0 0 9 15,0 0-13-15,0 0-11 0,-1 0 8 0,-1 0-9 16,0 0 15-16,0 0-10 0,0 0 8 0,0 0-8 16,0 0 12-16,1 0 3 0,-1 0-4 0,0 0 6 15,0 0 17-15,0 0-21 0,0 0 8 0,0 0-13 16,1 0 14-16,-1 0-1 0,0 0-1 0,0 0-2 16,0 0-14-16,0 0-5 0,0 0-5 0,2 0 1 15,0-2-2-15,0 0-5 0,0 0 1 0,0 1-5 0,0-1-2 16,0 0 13-16,0 0-2 0,0-2 4 0,0 1-9 0,0-9 1 15,0-2-4-15,0-3 2 0,0 0-3 0,0-1-1 16,0-1-2-16,0-1 0 0,0-5-6 0,2 1 5 16,0 2 1-16,0 2 1 0,0 1-2 0,0 0 6 15,0 1-8-15,-1-4 6 0,1 3-5 0,0 0 5 16,0 3 0-16,0 5 0 0,0-2-9 0,-2 3 5 16,0 1-3-16,0 0 4 0,0 5 8 0,0 2-12 15,0 0 5-15,0-1-6 0,0-1 9 0,0 0-6 16,0 0 1-16,0 3-2 0,0-1 2 0,0 0-4 15,0 0 2-15,0 0-1 0,0 0 7 0,0 0-11 16,0 1 7-16,0 1-9 0,0 0 6 0,0 0 5 0,0 0-5 16,0 1 5-16,0 1-7 0,0 2 5 0,0 5-1 15,0 10 1-15,0 1-4 0,0-3 3 0,0-2 0 16,0 2 1-16,0-3-2 0,0-1 3 0,0 0 1 16,0 4 1-16,0-2-3 0,0 4 4 0,0-3-4 0,0-8 3 15,0 5-6-15,0-8 1 0,0 1 3 0,0-2-1 16,0 1-2-16,0-3 8 0,0 0-7 0,0 2 7 15,0-1-9-15,0 1 7 0,0 0 0 0,0-1 4 16,0-1 2-16,0 0-6 0,0 0 0 0,0 0-2 16,0 0 9-16,0-2-8 0,0 0 7 0,0 0-9 0,-2-2 1 15,0-2 7-15,0-5-5 0,-2-19 6 0,1-2-10 16,1-1-2-16,0 3 2 0,2 2-1 0,0 0 0 16,0 4 2-16,2-1-1 0,0 5 2 0,0 5-5 0,-1 3 0 15,-1 5-2-15,0 1 4 0,0 2 7 0,2-3-2 16,-2 3-5-16,0 0-1 0,2-2-16 0,0 1 12 15,0 1 5-15,0 0 1 0,0 2 5 0,-1 0 6 16,1 2-9-16,0 1 7 0,7 27-9 0,-3 4 3 16,-2 5 2-16,-4 0 0 0,-4 1-3 0,-2-1 0 15,-1 0-2-15,0-1 1 0,-1-9-1 0,3-6 0 16,-1-7 4-16,2-1-2 0,2-7 6 0,1-1-4 16,1-5 1-16,-2 2-2 0,0-1-3 0,0 1 26 0,0 0-2 15,0-2 9-15,0-1-12 0,2 1-7 0,0-2-7 16,0 0 4-16,0-2-1 0,0 1-9 0,2-33 5 15,2-3-6-15,3 2 5 0,1-2-2 0,-1-2-1 16,-1 3 0-16,-1 1-3 0,-1 0 1 0,-2 5 2 16,0 0 1-16,-2 4 5 0,0 4-8 0,0 0 1 0,0 7-3 15,0 0-2-15,0 4 8 0,0 3-2 0,0 1 4 16,0 0-9-16,0 5-1 0,0 0 3 0,0-2-2 16,0 1 0-16,0-1 4 0,0 0-4 0,0 2 4 15,0 0-10-15,0 1 7 0,0-1-10 0,0 0 8 16,0 0-7-16,0 0-1 0,0 0 12 0,0 0-10 15,0 1 5-15,2-1-1 0,-2 0-10 0,0 2 6 16,0 0-12-16,0 0 10 0,2 0 3 0,-1 0 1 0,-1 0 12 16,0 0-4-16,0 0 1 0,0 0-1 0,0 0 1 15,0 0-1-15,0 0 2 0,0 0-2 0,0 0-1 16,0 0 4-16,0 0-3 0,0 0 4 0,0 0-4 0,0 0 0 16,0 0-1-16,0 0-1 0,0 0 0 0,0 0-2 15,0-2 10-15,0 2-6 0,0 0 13 0,0 0-13 16,0 0 0-16,0 0-4 0,0 0 8 0,0 0 1 15,0 0-4-15,0 0 2 0,0 0 2 0,0-2 2 16,0 2-3-16,0 0 2 0,0 0-1 0,0 0-2 16,0 0 2-16,0 0-3 0,0 0 6 0,0 0 2 15,0-2-3-15,0 2 0 0,0 0-15 0,0 0 15 0,0 0-6 16,0 0 8-16,0 0-12 0,0 0 4 0,0-2 3 16,0 2-1-16,0 0-4 0,0 0 4 0,0-1-6 15,0 1 6-15,0-2-2 0,2 2-1 0,0 0 3 16,0 0-3-16,0 0 4 0,0 0-4 0,0-2 0 15,-1 2-2-15,1 0 2 0,2-2 1 0,0 2-2 0,-1 0 0 16,10-2-1-16,2 0 2 0,0 0 4 0,4-1-3 16,-1-1-2-16,3 0-2 0,1 1 1 0,4-1 0 15,4-2 7-15,-1 1-7 0,7-1 3 0,-1 1-4 16,4-3 2-16,4 1 4 0,-4 1-4 0,1 1 4 16,5-1-3-16,-6 0 0 0,-2 3 3 0,2-1-1 15,-4 0-2-15,-1 2-1 0,1 1-3 0,-7-1 2 16,0 0 6-16,0 0-3 0,1 0 3 0,3 0-4 0,0 0-4 15,-3 1 4-15,3-3 1 0,-3 2 1 0,5-2-9 16,5 1 10-16,4-3-4 0,3 0 5 0,-3 1-11 0,-1-1 10 16,-3 1-2-16,0-3 6 0,4-1-7 0,-2 0 0 15,2-1-1-15,-4 3 0 0,-4-2 2 0,0 1-1 16,-1 1-1-16,-1 1-1 0,0 3 3 0,-1 1-1 16,0 2-1-16,-1 0-1 0,-1 0-2 0,1 2 7 15,1 1-2-15,1 1 4 0,6 2-9 0,-3-1 4 16,-5-1 0-16,3 0 1 0,-1-3-1 0,6 1 0 15,6 0-1-15,-4-2-1 0,-1 0-6 0,1 0 11 16,2-2-3-16,0-1 6 0,-1-3-5 0,7 0-2 16,-1 1 1-16,4-1-2 0,0 1-2 0,0 1 5 0,2 0-1 15,-8 1 3-15,-1-1 5 0,-3 0-7 0,-5 2 3 16,4 0-4-16,-5 1 1 0,-3-1-4 0,0 0 2 16,-3 0-3-16,2 0 3 0,-3 0-2 0,3 0 5 15,0-1-1-15,-1-1 6 0,3 0-4 0,3 1-5 0,-2-1 2 16,6-2-3-16,0 1 4 0,3-3 4 0,5 1-1 15,1-1-6-15,-2-1 5 0,-4 2-2 0,1-3 6 16,-4 1 6-16,0 0-11 0,-8 1-1 0,-1 3-1 16,-3-1 5-16,-6 3-7 0,1-1 4 0,-6 0-5 15,1 0 2-15,0 3 4 0,-3-1-1 0,1 0 2 16,2 0-9-16,-3 0 4 0,3 0-1 0,-2 0 3 0,1 1 7 16,1-1-11-16,-3 0 5 0,5 0-5 0,-1 0 7 15,1 0 0-15,3-1-4 0,0-1 1 0,4-2-1 16,-2 1 2-16,-2 1 4 0,2-2-2 0,-2 1-1 0,6-3 4 15,1 1-7-15,-7 1 4 0,2 1-5 0,-3 1 3 16,-7 0 2-16,3 1-1 0,-4 1-7 0,2-2 9 16,-3 2-5-16,-1 0 6 0,-3 1-9 0,-3 1 4 15,-3 0-1-15,0 0 2 0,-1 0-2 0,-1 0 7 16,0 0 1-16,2 0 1 0,-1 0-2 0,1 0-4 16,0 0 2-16,-2 0-4 0,0 0-13 0,-1 0-62 15,1 0-15-15,0 0-27 0,0 0-173 0</inkml:trace>
  <inkml:trace contextRef="#ctx0" brushRef="#br0" timeOffset="196518.42">28391 3835 123 0,'0'0'79'0,"0"0"-78"16,0 0 100-16,0 0-44 0,2 0 21 0,0 0 4 16,0 0-13-16,0 0 6 0,0 0-46 0,0 0-1 15,-1 0-7-15,-1 0 5 0,0 0-1 0,0 0 15 16,0 0 2-16,0 0 1 0,0 0-8 0,0 0 1 0,0 0-1 16,0 0 1-16,0 0 6 0,0 0 2 0,0 0 2 15,0 2 1-15,0-2 17 0,-1 0-13 0,1 0 7 16,0 2-10-16,-2-2 3 0,2 0-12 0,-2 0 3 15,0 0-7-15,0 0-6 0,0 0-11 0,0 0 0 0,1-2-2 16,1 0 3-16,-2 0-13 0,2 1 4 0,0-3-8 16,-2-5 9-16,-2-8-4 0,0 0-2 0,-1-9 0 15,1 4-5-15,2-2-3 0,0-4 7 0,2 4-4 16,0-4 2-16,0 2 1 0,0-2-4 0,0 6 5 16,0-4 3-16,0 0-7 0,2 2 2 0,0 0-3 15,0 1 1-15,0 1 2 0,0 3 1 0,0 3 0 16,-1-1-2-16,1 4 4 0,0 0-3 0,0 2 3 0,0 0-7 15,0 1 2-15,0 1 0 0,-1 4 3 0,1-1-2 16,-2 4-1-16,0 0 0 0,2-1-1 0,0-1 1 16,0 0 0-16,0 2 0 0,0 0-2 0,-2 1-7 0,0-1 3 15,0 0-4-15,0 0 4 0,0 0-1 0,0 0 5 16,0 2 2-16,0 0 0 0,0 0-4 0,0 2 6 16,0 0-5-16,0 2 3 0,0-1-7 0,-2 12 10 15,0-4-3-15,0 2 6 0,0-1-3 0,2-5-7 16,0 0 7-16,0-1-7 0,0 0 3 0,0-5 3 15,0 3-2-15,0 0 5 0,2 0 8 0,0-1-9 16,0-1 3-16,0 0-4 0,-1 0 2 0,1-2 2 16,2 0-5-16,3-2 3 0,6-4-6 0,-1-1 7 15,-1 3-3-15,-2-14 5 0,-3-1-9 0,-3 2 4 0,1 3-3 16,-2 1 3-16,0 0-3 0,7 0 5 0,-2 1 0 16,-3 3-1-16,-2 2-3 0,0-1-2 0,0 3 4 15,-2 1-3-15,0 2 2 0,0 0 8 0,0-1-9 0,0-1 8 16,0 0-15-16,-2 2 3 0,0 0 0 0,0 2 2 15,0 0 6-15,-1 2-8 0,-5 0 4 0,-5 6-5 16,2-1 7-16,4-3-4 0,-1 12 1 0,6-1-3 16,0 2 6-16,1-4-3 0,-9 0-3 0,3 0 0 15,1 0-4-15,4-2 6 0,1-2 2 0,1-1 1 16,0-1 2-16,0-1-5 0,0-2 0 0,1-1-1 16,1 1 10-16,2 0-5 0,2-1 4 0,7 3-4 0,-2-2 9 15,2-4-10-15,-2 0 6 0,0-2-6 0,-2-2 10 16,-1 0-11-16,-1 1 4 0,-3 1-5 0,0-2 12 15,5-7-10-15,-2 0 4 0,-1 2-5 0,-2-3 6 0,-3 5-4 16,1 0-1-16,-2 1 2 0,0 0 14 0,0 5-14 16,0-1 9-16,-2-2-11 0,1 0 6 0,-3 1-4 15,-5-3-5-15,-6 0 2 0,-4 3-2 0,2 3 3 16,3 0-1-16,2 2 1 0,3-1-3 0,4 1-5 16,1 0 5-16,0 0-7 0,0 2 0 0,1-1 2 15,3-1 2-15,-4 6 0 0,2-1 8 0,2-1-7 16,0-3 6-16,0-1-5 0,4 2 9 0,1 0-5 15,20 7-1-15,1-6-1 0,-2-5-1 0,0-1 6 16,0-5-3-16,-2-1 6 0,-3-3-2 0,-4 3 0 0,-4-1-2 16,-2 1 1-16,-7 7-5 0,0-9 7 0,7-2-3 15,-1-1 5-15,-3 3-3 0,-1 0-2 0,-2 1-1 16,-2 3-1-16,0 1-1 0,0 2 8 0,-2-1 0 0,0-1 0 16,0 4-13-16,-20-9 4 0,0 5-1 0,-1 4 2 15,1 4 0-15,2 1 2 0,1 3-2 0,0 1 2 16,5-2-4-16,2 1-2 0,3-3 0 0,4-1 0 15,3 0-1-15,-6 5 4 0,3 2-3 0,1-3 3 16,2 1-3-16,2-2-1 0,0 1 3 0,0-5-2 16,0-1 11-16,4 2-3 0,7 3 2 0,15 3-3 15,0-7-4-15,2-3 3 0,-2-5-1 0,0-4 4 16,-4-3 0-16,-5 3 9 0,-4 0 1 0,-8 5 3 0,-3-1 10 16,6-5-6-16,-1-1 9 0,-3 2-8 0,-2 0 0 0,-2 3-10 15,0 0-4-15,0 3 2 0,-2-3 3 16,0 2-15-16,2 3 4 0,-6-3-7 0,-10-7 11 0,-1 3-7 15,2 5 1-15,-2-1-4 0,4 4 2 0,2 0-2 16,2 0 1-16,3 0-4 0,1 2 2 0,3-2 0 16,-2 2-1-16,1 1 0 0,-1 1 3 0,2 0-5 15,0-1 2-15,-2 5-3 0,3-1 3 0,1-1-1 16,0-2 2-16,0-3-2 0,0 3 3 0,1 0-5 16,1 0 1-16,0-1 0 0,0-1 14 0,0 0-7 15,0 0 3-15,0 0-5 0,-2 0 7 0,0-2-3 16,0 0 1-16,0 0-3 0,0 0-1 0,-2 0-4 0,0 0 3 15,0-2-2-15,-2 2 6 0,-11-2-8 0,-3 0 2 16,-4 2-5-16,1 0 8 0,3 2 2 0,-1 2 0 16,2-1 2-16,1 3-4 0,3-1-9 0,0 1 3 15,5-2-5-15,1-1 9 0,5-3-2 0,-2 4 1 0,0 0-1 16,4-2 4-16,-3 5-8 0,1 1 9 0,2-3-7 16,0 1 12-16,2-3-3 0,-2-1 0 0,15 9-1 15,9 2-1-15,-4-7 1 0,2-2 0 0,-1-4 2 16,1-2 1-16,-3-2-5 0,-3 0 2 0,-3 1-2 15,-1-1 4-15,-7 2-2 0,1-2 5 0,-4 4-3 16,1-3 8-16,1-3-5 0,3-5-5 0,-3 2 1 16,-2-1 0-16,-2 1 1 0,0 0-2 0,0 5 1 0,-4-1-2 15,2 5-3-15,-22-17 7 0,2 8-5 0,-2 3 6 16,0 4-10-16,5 2 1 0,-1 2-5 0,-1 2 8 16,8-1 0-16,-3 3 1 0,4 0 0 0,5-3 1 0,-2 3-4 15,5-2-3-15,0-1 1 0,1 5-5 0,-1 5 8 16,4-2 0-16,2-2 1 0,3 0-10 0,6-3-24 15,30 16-18-15,8-9-9 0,6-9-140 0,10-8-118 16,8-7-66-16</inkml:trace>
  <inkml:trace contextRef="#ctx0" brushRef="#br0" timeOffset="197330.73">28757 3189 271 0,'-2'0'155'0,"1"0"-149"0,-12-2 168 0,-10 0-73 0,5 1-33 16,3-1 12-16,4 0 3 0,1 0 3 0,5 2 16 16,1 0-29-16,0 0-5 0,1 0-14 0,1-2-51 0,0 0 4 15,0 0-7-15,2 1 6 0,2-1-4 0,0 0 4 16,3 0-1-16,29-11 0 0,3 2-5 0,6 0 6 16,1 0 1-16,1 1 1 0,5-1 0 0,4 0 8 15,0 0-4-15,1-4 5 0,-1 2-5 0,-2 0-3 16,0 0-2-16,6 2 1 0,-4 0 2 0,7 0-4 15,7-1 6-15,-3 5-7 0,6 1-4 0,-2 1 10 16,-4 1-7-16,0-1 8 0,-4-1-3 0,-3 0 4 16,-1 5 1-16,-1-3 2 0,3 2 11 0,2 0 1 0,4-2-6 15,2 3 2-15,-2-3-15 0,2-2-7 0,-4 1 5 16,-1-3-6-16,1 3 6 0,-4-4-7 0,-3 1 6 16,-2 1-7-16,1-3 3 0,3 1 8 0,3-2-8 15,4 2 9-15,-2-2-4 0,-5-1 5 0,-1 1-4 16,-8 0 3-16,-3 2-2 0,1-2-4 0,-9 1 6 0,0 3-5 15,-7 0 12-15,-3-1-11 0,2 1 6 0,-4 1-8 16,-2 1 7-16,-4 1-6 0,-1 0 0 0,-4 0-1 16,-2 1 7-16,0-1-10 0,-2 0 5 0,0 1-5 15,2 1 14-15,-2 0-10 0,0 0 1 0,0-2-5 16,-1 2 1-16,1-1 5 0,0-1 1 0,-2 2 0 16,2-2-9-16,-1 3 10 0,1-3-9 0,-6 2 12 0,5 0-10 15,-7 2-2-15,-1 0 1 0,4 0-3 0,-2-2-6 16,-1 2 11-16,1 0-4 0,0 0 7 0,-1 0-8 0,1 0 1 15,0 0 3-15,-2 0 0 0,0 2 1 0,-1 0-4 16,1 0 0-16,0 2-3 0,7 12-3 0,1 7 7 16,-1 4 2-16,-3-1 3 0,-5 4 1 0,1 4-10 15,-2-1 2-15,0 4-5 0,0 6 6 0,0-4 1 16,0-2 2-16,0 0-1 0,-2-4 4 0,1 3-8 16,-1-1-1-16,2-2-2 0,0-3 5 0,0 0 2 15,0 0 4-15,0-3-2 0,0-1 0 0,2 0-6 16,-1-3 2-16,1-5-1 0,0 1 6 0,0-6 0 15,0 0-4-15,0-2 2 0,0-2-6 0,-2-1 7 0,0-3-2 16,0-1 6-16,0-2-2 0,0 0-3 0,0 0 0 16,0 1-2-16,0 1-2 0,0 0-30 0,0-1-2 15,0-1-16-15,0 0-71 0,0 0-150 0,0 0-9 16,0 0-59-16,1 0-176 0</inkml:trace>
  <inkml:trace contextRef="#ctx0" brushRef="#br0" timeOffset="197736.22">31009 3811 528 0,'-1'-2'129'0,"-1"0"-4"0,0 1-17 15,-2-1 4-15,-1 0-50 0,-7-4 33 0,3 3-4 16,4 1-2-16,-1 0-3 0,2 0-18 0,2 2-16 15,-1-2-5-15,-1 0-5 0,0 0-35 0,2 1-5 16,1-1 3-16,-1 0-3 0,2 0 20 0,0 0-3 16,2 0 8-16,-1 2-6 0,33-15 12 0,3 2-12 15,8 4 3-15,3 0-5 0,2 1 18 0,11 1-15 16,-1-2 6-16,7-4-9 0,5 0 8 0,4-2-7 16,6 2-3-16,3 2-1 0,4 0-11 0,4-2 4 15,2 0 0-15,-8 1 0 0,-3 1-5 0,-10 2 2 0,-4 0-4 16,-3-1 3-16,-2 1 0 0,-3 0-5 0,-5 0 6 15,-7 1-6-15,-3 1 5 0,-8 3-2 0,-6-1 1 16,-7-1-1-16,-4 0 3 0,-1 3-3 0,-6-1 0 0,-2 0-1 16,-2 1 1-16,-6 1 0 0,-1 0-2 0,-2 2 2 15,2-2-3-15,-1 0 0 0,1-2-4 0,0 1 1 16,-2-1-17-16,-1 0-24 0,1 1-8 0,0-1-9 16,-2 0-64-16,0 2-73 0,-2 0-16 0,0 1-22 15,-3 1-84-15</inkml:trace>
  <inkml:trace contextRef="#ctx0" brushRef="#br0" timeOffset="198034.04">31696 4153 127 0,'0'0'26'0,"-1"0"-3"0,-1 0 40 15,0 0-3-15,0 0 7 0,-2 0 10 0,1 2-7 16,-1 0 10-16,0-1-9 0,0 1 25 0,1-2 11 16,1 0-11-16,0 0 7 0,0 2-42 0,0-2 1 0,0 0 4 15,1 0 0-15,-1 2 24 0,2-2 3 0,0 2-7 16,0-2 2-16,0 2-24 0,2-2-10 0,-1 2 3 16,3-2-6-16,0 0-5 0,13 1-4 0,1 1-8 15,8 0 2-15,2 0-17 0,0 0-6 0,3-2-1 16,-1 0-3-16,0 0-9 0,-2 0 1 0,-2 0 3 15,-6 0-3-15,1 0 1 0,-3 0-18 0,-3 0-5 0,3 0-5 16,-3 0-24-16,-4 0-84 0,2 0 2 0,-11 0-34 16,4 0-29-16,-2 0-49 0,-1 0-22 0</inkml:trace>
  <inkml:trace contextRef="#ctx0" brushRef="#br0" timeOffset="198266.98">31834 4246 407 0,'0'0'94'0,"0"0"-33"0,-2 0 108 0,0-2-24 0,0 0 10 15,0 0-48-15,2 0-3 0,0 0-16 0,0 0-30 16,0 2-30-16,0 0-1 0,0 0-9 0,0 0 10 0,0 0 11 16,0 2 4-16,0 0-2 0,0 6-11 0,-3 19-6 15,-1 5-1-15,2 0-2 0,-2 1-4 0,3 2-8 16,-5 1 2-16,4-3-4 0,0 0 0 0,0-1-4 16,2 0 1-16,0-3 0 0,0 1 4 0,2-6-2 15,2 2-2-15,2-4-1 0,-1-1-6 0,-1-4-18 16,0-3-15-16,-1-1-11 0,1-1-137 0,-2-3-116 15,2 2-64-15</inkml:trace>
  <inkml:trace contextRef="#ctx0" brushRef="#br0" timeOffset="198535.83">31301 5096 614 0,'-2'0'92'16,"0"0"-6"-16,0 0-2 0,1 0 13 0,-1 0-39 15,0 0 15-15,0 0 2 0,0 0-3 0,0 0 3 0,0 0 1 16,2 0 11-16,0 0-5 0,2 0 4 0,0 2-36 16,2-2-1-16,20 5-5 0,8-1 3 0,-5-2-12 15,3-2-18-15,3 0-5 0,3-2-3 0,-1 0-10 0,2-1-4 16,0-1 2-16,-3-2-4 0,-3 1-5 0,-5-1-32 15,-3 2-30-15,-7 1-7 0,-5 1-142 0,-3 0-139 16</inkml:trace>
  <inkml:trace contextRef="#ctx0" brushRef="#br0" timeOffset="198643">31557 5265 776 0,'0'0'47'0,"0"0"63"0,2 0-11 0,0 0 1 0,2 0 0 16,5-2-4-16,11-2-25 0,1-3-27 0,3-2-4 15,6-6-9-15,-1 0-25 0,7-4-10 0,10-5-7 16,-3 22-10-16,3-24-108 0,-5 2-177 0</inkml:trace>
  <inkml:trace contextRef="#ctx0" brushRef="#br0" timeOffset="198968.89">32415 4051 578 0,'0'-2'163'0,"0"0"26"0,-2-2-14 16,0-3-70-16,0-2-4 0,-1-4-24 0,1 1 8 15,0 5-3-15,2 0 2 0,0-3-14 0,0 5-38 16,0 1 3-16,0 0-14 0,0 1-6 0,0-1 0 15,0 0-1-15,2 2 1 0,0 0 2 0,0 1-5 16,-1 1 2-16,1 0-4 0,2 1 2 0,0 1 2 16,-4 0-4-16,2 17 3 0,1 1-4 0,12 1 0 15,-6-1 1-15,-1 0-1 0,-4 1-9 0,-3 1 4 0,-1 0-4 16,-1 1 4-16,-5-3-5 0,-1 2-12 16,-1-3-5-16,1-1-4 0,1-1-33 0,2-4-148 0,1 0-8 15,1-2-64-15,2 2-176 0</inkml:trace>
  <inkml:trace contextRef="#ctx0" brushRef="#br0" timeOffset="199347.91">32788 3880 1163 0,'-2'0'29'15,"0"0"-3"-15,-1-2 25 0,-8 0-3 0,-4 0 2 0,2 0 4 16,3 2-14-16,-1 0-2 0,4 0-7 0,1 0-21 15,1 0-7-15,3 0 1 0,-2 2-3 0,0 0 2 16,3 0-3-16,-1 2 9 0,0-1-7 0,2-1-1 0,-2 9 7 16,2 2-10-16,0-3 9 0,0 3-7 0,2-2 5 15,0 0-1-15,1 2 0 0,-1-4-16 0,2 2 13 16,0-1-3-16,-1 1 8 0,1 0 1 0,0-2 6 16,0 1-1-16,-1-1 5 0,3 0 34 0,-1 0-8 15,3 1 9-15,-1 1-11 0,3 0-8 0,-1 2-11 16,-2-2 3-16,1 0-4 0,-3-1 5 0,1-1-17 15,-1 0 8-15,1 0-10 0,-2-1 12 0,-1 1 1 16,-1-2-2-16,-2 3 5 0,0-1 8 0,-2-2-11 16,1 1 3-16,-5 1-6 0,4-1-2 0,-24-1-5 0,-4-1 0 15,-1-1-2-15,1-1-4 0,0-2-4 0,1 0-5 16,3 14-1-16,2-5-17 0,1-3-36 0,5-6-29 16,-1-2-7-16,3 0-135 0,4-2-102 0,3 0-33 0</inkml:trace>
  <inkml:trace contextRef="#ctx0" brushRef="#br0" timeOffset="199844.89">32712 3895 1349 0,'0'0'36'0,"0"-2"-1"16,2 0 26-16,0 0 5 0,0-2-3 0,-2 3 25 15,9-12-41-15,-2 3-1 0,3 1-17 0,8 3-35 16,3-3 2-16,1 2-4 0,0-1 3 0,0-3-9 0,4 2-52 15,0-2-3-15,2 7-20 0,-4-2-38 0,-3 5-18 16,-4-1 3-16,-4-8-5 0,-4 5 14 0,2 1 2 16,-4 4 21-16,-3 0-5 0,-2 0 85 0,2 0 41 15,-1 0 19-15,1 0 8 0,0 0 66 0,-2 0-10 16,0 0 2-16,-1 0-3 0,1 0 15 0,0 0-8 16,0 0 4-16,-2 0-6 0,0 0-13 0,0 0-13 15,0 0-12-15,0 0 2 0,0 0-32 0,0 0-3 16,-2 0-4-16,0 2 1 0,0 0-2 0,1 0-13 0,-3 1 6 15,2 3-9-15,-4 18 5 0,3-2 6 0,-1 4-3 16,2 0 3-16,-2 0-14 0,-12 0 14 0,5-1-5 16,3-1 9-16,4 2-3 0,3-2-11 0,1-2 3 15,0 0-6-15,0 1 5 0,1-5 4 0,3 1 1 0,0-2 1 16,0-3-3-16,-1-2-2 0,1-1 0 0,-2-4 1 16,2 0 0-16,-3-1 17 0,1-2-6 0,-2-2 9 15,4 1-8-15,0 1 19 0,-1 0 0 0,1-2 6 16,0-1-14-16,-2-1-11 0,9 0-6 0,4-1 0 15,3-9-10-15,3-5 5 0,3 1-5 0,0-16 4 16,2-3-2-16,2-5-3 0,0-1 2 0,1 0-3 16,-1-3 7-16,0-1-12 0,-2-3 7 0,0-1-9 0,-2 1 1 15,-3 1 5-15,-1 4-5 0,-1 4 3 0,-6 2-15 16,-2 5-92-16,2-1-33 0,-2 3-36 0,6 6-261 16</inkml:trace>
  <inkml:trace contextRef="#ctx0" brushRef="#br0" timeOffset="-207320">1703 7480 345 0,'0'0'51'16,"0"-2"-5"-16,0 0 26 0,-2-1 8 0,0-1-32 15,0-2-13-15,0-5 11 0,1 2-2 0,-1 1 9 16,0 1 13-16,0 1-12 0,0 1-3 0,2 1-3 0,0 0-9 15,0 3-8-15,-2-3 3 0,0 0-6 0,1 0-7 16,-1 3-20-16,0-1 5 0,0 0-7 0,0 0 13 0,0 0 3 16,0 2 3-16,1 0-1 0,-1 2 12 0,0 0-8 15,0 2 0-15,0 3-5 0,-3 15-5 0,1 2 0 16,0 2-4-16,0 2 3 0,3 0-6 0,-1 2 4 16,2 1-5-16,-2 1 2 0,2 1-11 0,0-5 10 15,0 0 1-15,0 0 2 0,0-2-10 0,0-4 12 16,0 2-7-16,0-5 10 0,0-2-12 0,0 3 11 15,-2-1 2-15,0-6 1 0,0 3 2 0,0-6 8 16,1-1-3-16,-1 0 5 0,0-3 0 0,0 1 1 16,-2 1-4-16,2-5 2 0,1 1-14 0,1-2 7 0,-4 2-5 15,0-1 5-15,2-3-6 0,-5 2-3 0,-1 2 4 16,-3 5-5-16,6-5 9 0,-3 1-10 0,3-1 6 16,-1 0-6-16,-3 1 0 0,0 1-3 0,-3 1-1 0,3-1 1 15,2-2 6-15,3-2-8 0,2-2-2 0,-2 1-2 16,3-1 2-16,1 2-2 0,-4 4 9 0,4-4-7 15,-2 1 19-15,0 1-9 0,2 0-1 0,0-2 0 16,0 1 13-16,2 1-11 0,0 0 7 0,2-2-8 16,14 5 8-16,10-3-12 0,4-4 6 0,-1-4-8 15,3-3 1-15,-3-1-1 0,3 1-4 0,-3 1 3 16,1 1-1-16,-3 3-1 0,-1-2 0 0,-2 2 0 0,0 0 5 16,-3 2-6-16,-1 0 1 0,-4 0-2 0,-3 0 3 15,-7 0 0-15,-5 0 2 0,5 0-1 0,-4 0 3 16,-1 0 3-16,1 0-2 0,0 0 2 0,-2 0 0 15,-1 0-20-15,1 0-3 0,0 0-11 0,0 0-35 0,0 0-29 16,0 0-11-16,-2 0-7 0,0 0-51 0,0 0-134 16,0 0-57-16</inkml:trace>
  <inkml:trace contextRef="#ctx0" brushRef="#br0" timeOffset="-207052.61">1371 7556 845 0,'-2'0'29'0,"0"0"-4"0,0-2 17 0,0 0 8 0,0 1-8 16,0-1 16-16,1 0-10 0,-1 0 12 0,0 0-10 16,2-2 23-16,0 3-19 0,4-9 2 0,1-3-9 15,25-2-3-15,0 1-6 0,1-3 0 0,3 0-1 16,3 0 0-16,0 4-19 0,-2 2 1 0,-2 4-8 15,1 3-7-15,-4-14-3 0,-1 6-3 0,-1 5 0 16,-2 3-1-16,-4 4 5 0,-1 0 5 0,-4 2-2 16,-3 0-4-16,-1 2-10 0,-5-2-14 0,1 1 0 0,-3-1-46 15,-4-2-51-15,5 4-42 0,0 1-19 0,-3-3-292 16</inkml:trace>
  <inkml:trace contextRef="#ctx0" brushRef="#br0" timeOffset="-206402.4">2364 7955 53 0,'0'0'26'0,"0"0"19"0,0 0 10 0,0 0-11 16,0 0 7-16,0 0-8 0,0 0-3 0,0 0 0 16,0 0-8-16,0-1 7 0,0-1-9 0,0 0 0 15,0 0-5-15,0 0 4 0,0 0 7 0,0 0 20 16,2 1 9-16,0-1 1 0,-1-2 18 0,1 0-5 15,0 1-9-15,0-3 1 0,0-1-26 0,0-3 8 16,0-1-8-16,-1-2 6 0,-1 0-24 0,0 0 10 16,0 0-1-16,0 4 5 0,0 1-2 0,-1 1-11 0,-1 1 1 15,2 5-4-15,-2-3-6 0,-2 0-8 0,2 4-2 16,-13-7-1-16,1 3-2 0,-1 4 17 0,-2 2-6 16,0 3 9-16,2 3-12 0,-1-3-5 0,-1 21 4 15,8 4-4-15,-8 4 0 0,4-5 5 0,0 1-7 16,0-4 5-16,6 0-5 0,1-2 0 0,2 0 0 0,-11-2 0 15,4 1-7-15,6-5 10 0,1-1 0 0,4-2 3 16,2 0 0-16,2 0 9 0,3-1-6 0,0 1 7 16,-5-4-10-16,17-1-4 0,1-3-1 0,3-1-1 15,-3-3-2-15,2 1-4 0,1-2 0 0,-7 9-2 0,3 0-5 16,-2-3-16-16,-1-3-5 0,1-1-7 16,0-2-39-16,-4-2-124 0,2 0-50 0</inkml:trace>
  <inkml:trace contextRef="#ctx0" brushRef="#br0" timeOffset="-206120.74">2687 8002 1038 0,'0'0'36'0,"-2"0"11"0,0-2-16 16,0 0-21-16,-1 0 3 0,-1 0 26 0,-3 0 14 0,-1 1 4 15,4 1-1-15,1-2-16 0,-1 0-15 0,0 0-10 16,1 0 0-16,1 2-15 0,0 0-2 0,0 0 10 16,0 2-7-16,2 0 12 0,0 2-3 0,2 9-4 15,2 9 1-15,1 2-1 0,-1 0 13 0,0 0-2 0,-2 2 4 16,-1 0-5-16,1 0-5 0,-2 0 6 0,0-2-4 16,0 1 9-16,0-1-12 0,0-4 0 0,0 1-4 15,0-3-2-15,0-3 5 0,-2 0-6 0,2-2 3 16,0-4-18-16,0 0-65 0,0-1-9 0,0-6-37 15,0 1-203-15</inkml:trace>
  <inkml:trace contextRef="#ctx0" brushRef="#br0" timeOffset="-205684.93">3121 7859 764 0,'0'0'111'0,"-1"0"26"0,-1 0-19 0,0 0-51 0,0 0 3 15,0 0 22-15,0-2-4 0,0 0 4 0,1 0-3 16,-1 0 5-16,0 2-17 0,0-1-8 0,0 1-3 16,0 0-39-16,0 0 0 0,1-2-2 0,-1 0 2 15,0 2-3-15,2 0-13 0,0 0 1 0,0 0-5 16,0 0-3-16,0 0 0 0,0 0 4 0,0 0-3 0,0 0-1 15,0 0-2-15,0 0-5 0,0 0 3 0,0 0-13 16,0 0-35-16,0 0-15 0,0 0-15 0,2 0-123 0,-2 0-30 16,2 0-55-16,-1 2 4 0,1 0-244 0</inkml:trace>
  <inkml:trace contextRef="#ctx0" brushRef="#br0" timeOffset="-205261.79">3587 7447 1028 0,'0'0'25'0,"0"0"-3"0,-1-2 50 0,-1 0-4 15,0 0 12-15,-2 0 2 0,0 0 1 0,-10-3-1 16,1 1-2-16,-2 0-22 0,2 2-10 0,2 1-8 16,-1 1 0-16,1 0-25 0,2 0 4 0,2 1-7 15,-1 1 5-15,6-2-13 0,-1 4 1 0,-3 3 5 0,0 8-4 16,3 0-2-16,3 0 3 0,2 0 0 0,1 0 2 15,5 0 5-15,1-4-10 0,10 2 6 0,7-4-6 16,-2 2 8-16,4-2-4 0,-8-1-1 0,8 1-1 16,-4 0-4-16,0 3 6 0,-2 1-4 0,-3 0 4 15,0 1-10-15,-3-1 0 0,3 0 2 0,-8 0 0 16,2 0 11-16,-4-1-1 0,-3-1 0 0,-2 2 0 16,1-6 4-16,4 6 7 0,-1 0 2 0,-4-5 2 0,-1 5 0 15,-3-2-1-15,0 2 0 0,-3 3 1 0,-3-1 2 16,-3 0-6-16,-1-4 4 0,1 0-3 0,-13 1 4 15,0-3-9-15,-1-2 0 0,5 3-3 0,-3-3-2 0,8 0 3 16,0-1-9-16,-7-4 7 0,5 2-8 0,0-1 0 16,6 1 2-16,0-2-3 0,1 2 0 0,3-3-4 15,-3 3 0-15,6-2-1 0,0-2 10 0,-1 2-12 16,-1 2 6-16,0-1-10 0,1 1-4 0,-1 0-21 16,0-3-2-16,2 1-7 0,0 0-18 0,1 0-37 15,-1 0-21-15,0-2-6 0,2 0-63 0,0 0-28 16,2 0-13-16,0 0-14 0,-1 0-102 0</inkml:trace>
  <inkml:trace contextRef="#ctx0" brushRef="#br0" timeOffset="-204954.27">3537 7380 367 0,'-2'0'232'15,"1"0"7"-15,-3-2-82 0,0 0-21 0,0 0-85 16,1 0 30-16,-1 0 3 0,0 1 5 0,2-1-6 16,1 0-9-16,-1 0-16 0,0 0 1 0,2 0-6 0,0 0-4 15,2 1-1-15,1-1-4 0,20-11 1 0,6-2-10 16,9 0-1-16,-3 2-1 0,0 2 0 0,2 0-2 16,-5 2-7-16,5 1-2 0,-4 1-1 0,-5-1-2 15,-7 5-17-15,-3-1 8 0,-1 0-10 0,-2 2 9 0,-4 0-8 16,-2 2 7-16,-3 0-5 0,-2 0 7 0,-3 0-12 15,1 0-1-15,2 0-5 0,0 0-13 0,-1 0-39 16,1 0-33-16,-2 0-5 0,0 0-135 0,0 0-140 16,0 0-51-16</inkml:trace>
  <inkml:trace contextRef="#ctx0" brushRef="#br0" timeOffset="-204487.02">3149 7840 609 0,'0'0'153'0,"0"0"-185"15,0-2 188-15,-2 1-94 0,1-1 24 0,-1 0 13 16,0 0-5-16,0-2 7 0,0 2-8 0,0-1-25 16,0 1 2-16,1 0-12 0,-1 0-12 0,0 0-10 15,0 0-2-15,0 1-3 0,0-1-9 0,0 0 9 16,1 0-1-16,-1 0 3 0,0 0-7 0,0 0-1 15,0 1-4-15,0-1 2 0,0 0 0 0,1 0-4 16,-1 0 0-16,0 0-1 0,0 0-1 0,0 1-3 16,0 1 5-16,2 0-5 0,0 0 7 0,0 0 8 0,0 1-4 15,0 1 5-15,0 0-11 0,0 0 1 0,0 0-2 16,0 2 1-16,0-1-9 0,0 1-5 0,0 0-3 16,2-1 0-16,0 1-1 0,0 0 3 0,0 0 4 15,0-3-2-15,-1 1-2 0,1 0-23 0,0 0-6 0,0 0-13 16,0 0-80-16,0 0-227 0,0-1-57 0</inkml:trace>
  <inkml:trace contextRef="#ctx0" brushRef="#br0" timeOffset="-203818">4640 7647 138 0,'0'0'66'16,"0"0"-6"-16,0 0 93 0,-2 0-19 0,1-2 18 0,-1 0-25 15,0 1-17-15,0-1 6 0,0 0-13 0,0 0-19 16,0 0-11-16,-1 0 2 0,-1 0-6 0,0 1-5 16,1-1-1-16,-1 0-3 0,0 0 3 0,2 2-6 0,-3-4-6 15,-1 1-3-15,4 3-2 0,0 0-17 0,-3-4 8 16,3 4-9-16,0 0 7 0,0 0-17 0,-1-4-1 15,-1 2-3-15,2 0 0 0,0 1-5 0,0-1-4 16,0 0 7-16,1 0-6 0,1 0 4 0,1 0-1 16,3 0-2-16,18-7 2 0,12-2 0 0,-1 4-1 15,6-1 3-15,2 3-1 0,4-1 7 0,-3 0-7 16,3 3-2-16,1-1-3 0,-7 2-2 0,2 2 0 16,-7 0 1-16,-10 0-2 0,0 0 0 0,-4 2-1 0,-3-2 3 15,-6 0-2-15,0 2-2 0,-3-2 6 0,-1 0-8 16,-1 0 6-16,-4 0-6 0,1 2-1 0,1 0-8 15,0-1 1-15,-2-1-36 0,-1 0-23 0,1 0-23 16,-2 0-4-16,0 0-110 0,0 0-69 0,-2 0-16 0,1 0-29 16,-1 0-156-16</inkml:trace>
  <inkml:trace contextRef="#ctx0" brushRef="#br0" timeOffset="-203478.74">4809 7320 689 0,'0'-1'150'0,"0"-1"21"16,-2 0-45-16,0-2-53 0,-1-3-23 0,-3-4-3 0,1-2 26 15,1 1-2-15,2 5 9 0,0-2-4 0,0-1-23 16,-1-3-1-16,1 6-10 0,2 1-20 0,0 1-11 16,0-1-1-16,0 3-3 0,0-1 10 0,0 0-15 15,0 0 8-15,0 1-10 0,0 1 6 0,0 0 2 16,2 0 1-16,-1 2 1 0,1 0 0 0,0 2-3 15,0 2 1-15,5 9 0 0,6 18 13 0,-3 3-12 16,-5 3 10-16,-1-2-10 0,-2 2 11 0,-2 0-5 16,0 2-4-16,0 0 2 0,0 0-8 0,0-3 0 15,0 1-1-15,0-2 1 0,0-5 8 0,0 1 0 0,0-5 1 16,2-5 0-16,0 3 0 0,-1-6 4 0,1-5 3 16,0-1-2-16,2-1-1 0,-2-6 3 0,1 5-4 15,-1-3 4-15,0-3-12 0,2 3 6 0,-2-3-5 16,0 0 6-16,-1-1-1 0,1 1-8 0,0-2 2 0,0 0-2 15,0 0 6-15,0-1-15 0,0 1 0 0,-1 0-10 16,1 0-46-16,0-2-273 0,0 0-96 0</inkml:trace>
  <inkml:trace contextRef="#ctx0" brushRef="#br0" timeOffset="-186559.63">27792 3980 53 0,'0'0'7'0,"0"0"15"0,0 0 24 0,0 0 8 15,0 0 4-15,0 0-10 0,0-2-1 0,0 0-6 16,0 1 7-16,0-1-13 0,0 0 2 0,0 2-5 16,-2 0 4-16,0 0-12 0,0 0 14 0,0 0-4 15,0 0 5-15,1 0-7 0,-1 0 8 0,0 0-4 0,0 0 5 16,0 0-13-16,0 0-7 0,-1 0 1 0,1 0-4 16,-2 0 1-16,0 0-1 0,1 0 4 0,-1 2-2 15,0 0-1-15,0-1 1 0,1 1-5 0,1-2 6 16,-4 2 3-16,1 0 2 0,-3 0-2 0,3 0 1 15,-1 0-3-15,2-1 13 0,-1 1-3 0,-1 0 4 16,1 0 0-16,1-2-4 0,0 0 2 0,2 0-2 0,-1 2 7 16,-3 0-11-16,2 0 4 0,-1-1-6 0,-1 1 9 15,3-2-12-15,-1 0 8 0,0 2-9 0,2-2 13 16,-3 2-10-16,1 0 4 0,0 0-7 0,1 0-2 16,-1-1-1-16,0 1-8 0,0 0 5 0,3 0-10 0,-1 0 0 15,0 0 3-15,0 0-1 0,0-1 4 0,0 1 10 16,0-2 0-16,1 0 4 0,1 0-6 0,0 0 1 15,0 0-6-15,1 0 5 0,1 0-15 0,2-2 4 16,7-3 0-16,11-6 1 0,3-2 3 0,-1 0-6 16,0 0 1-16,-2 2-3 0,2-1-1 0,-3 3 0 15,-1 0-3-15,-5 3 2 0,0 1-1 0,0-1 3 16,-4 2 0-16,0 1-1 0,-2 1-9 0,-3 0 9 0,1 0-1 16,-3 2 4-16,0 0-7 0,-2 0 9 0,-1 0-4 15,3 0 6-15,0 0-7 0,0-2 9 0,-1 2-6 16,1 0 6-16,-2-2-13 0,0 2 3 0,0-1-4 15,-1-1 2-15,1 0-4 0,0 0-4 0,-2 0 0 16,0 0-3-16,0 0-7 0,0 1-70 0,0-1 2 0,0 0-32 16,0 0-42-16,0 0-63 0,0 0-29 0</inkml:trace>
  <inkml:trace contextRef="#ctx0" brushRef="#br0" timeOffset="-186168.27">27756 3837 398 0,'0'0'37'0,"0"0"-2"0,-1-2 61 15,-1 0-8-15,0 1 11 0,0-3-28 0,-2-4-11 16,1-1-3-16,-1-2-1 0,0-2-3 0,2 4 2 16,0-2-1-16,1-1 1 0,1 7 1 0,0-4-12 15,0 1 11-15,0 4-12 0,0-1 4 0,0 1 9 16,0 0-8-16,0 1 10 0,0 1-5 0,0 0 9 15,0 0-6-15,0 0 6 0,0 0-13 0,0 1 0 16,0-1 1-16,0 0-1 0,0 0-1 0,0 2-10 0,0 0 0 16,0 0-5-16,0 2-13 0,0 0-5 0,0 0 2 15,0-1-2-15,0 20-1 0,1-1 0 0,3 4-2 16,0 1 2-16,0 1-2 0,1-2-10 0,1 4 2 16,-1-4-4-16,1 0 4 0,-1 0-2 0,1-2 4 0,0-1-3 15,-1-3 7-15,1 1-4 0,-1-2-3 0,1-1 2 16,-1-3 5-16,1 0 4 0,0-2-3 0,-1 1 3 15,-1-3-2-15,0-2-5 0,-3-1 8 0,1-1-7 16,0-1 6-16,-2 0-8 0,0-2 1 0,0 0-1 16,0-1 4-16,2 3-6 0,0 0-1 0,0 0 0 15,0-1 5-15,-1-1-8 0,1 0 0 0,0 0-4 16,0 0 0-16,0 0-18 0,-2-1-8 0,0 1-15 16,0-2-123-16,2 0-153 0,0 0-88 0</inkml:trace>
  <inkml:trace contextRef="#ctx0" brushRef="#br0" timeOffset="-185293.91">27086 5206 441 0,'0'0'101'16,"0"0"-108"-16,0 0 120 0,0 0-53 0,-2 0 35 0,0 0 13 15,1 0 3-15,-1 0-3 0,0 0-28 0,0 0 6 16,0 0-7-16,-2 1 7 0,1 1-12 0,-1 0-12 15,0 0-5-15,1 0 0 0,-1 2-10 0,0-1-7 16,0 1 0-16,4-2-5 0,-7 7-6 0,3-1-1 16,4-7 6-16,-2 3-4 0,2-2 4 0,0 0-7 15,0 0-2-15,0 1 1 0,0 1 8 0,2-2-2 16,0 0 1-16,2 0-2 0,5-2-1 0,10-4-4 16,-1-2-4-16,3-1 0 0,-3 0-13 0,1-3-6 0,-6 5 3 15,0-1-3-15,-2 1 9 0,-2 1-12 16,-1 0 4-16,-6 4-5 0,-1 0 7 0,1 0-2 0,2-2 5 15,0 0-4-15,-1 1 3 0,-1-1-5 0,0 0 3 16,0 2-3-16,0 0 10 0,-2 0-9 0,-2 0-1 16,0 0-3-16,-2 0-6 0,-3 2 7 0,-12 5-1 0,1 1 3 15,-1-1 2-15,-3 2-8 0,0 1 8 0,-1-1-6 16,3 0 8-16,1 0-4 0,1 1-3 0,3-3 2 16,0 1 8-16,2-1-10 0,4-1 10 0,0 1-10 15,3-3 6-15,2-1-4 0,2 3-4 0,1-2 1 16,1-2-3-16,0-1 3 0,0 1-1 0,-4 4 2 15,2-2 6-15,0-1-5 0,2 1 11 0,0-2-10 0,2 0 9 16,0 0 0-16,3-2-4 0,20-4 4 0,2-5-9 16,1-4 2-16,4-2 1 0,-1 0 0 0,-1-2-3 15,-2 2 0-15,-2 0-5 0,-4 1 3 0,1 2-6 0,-7 3 4 16,-5 4 5-16,1-1-1 0,-5 2 8 0,0 1-9 16,1 1 0-16,-4 0-1 0,-1 0 0 0,1 0 1 15,-2 0 2-15,0 0 0 0,-2 2-2 0,0 0-1 16,-2 0-6-16,-2 2 3 0,-7 2-3 0,-15 5 6 15,2 1 0-15,0 1 2 0,3-2-2 0,5-2 6 16,1-1-6-16,4-2 4 0,1-1-11 0,5-1 3 16,1-2 4-16,0 2-2 0,1 0 1 0,1 0-4 15,0 0 2-15,0 0-1 0,2-1 4 0,2 1 0 0,0-2-2 16,1 0 0-16,16 0 2 0,5-2-15 0,-3-1-21 16,-3-3-7-16,6-1-155 0,-1-1-233 0</inkml:trace>
  <inkml:trace contextRef="#ctx0" brushRef="#br0" timeOffset="-171245.75">4809 7746 238 0,'0'0'11'16,"0"0"-11"-16,-2 0 7 0,0 0-3 0,1 0-5 16,-1 0 4-16,0 0 27 0,0 0-5 0,2 0 13 15,0 0-14-15,0 0-2 0,0 0 10 0,0 0-5 0,2-2 22 16,0 0 15-16,0 0 1 0,-1 0 11 0,1 0 46 16,0 0 5-16,0 1 2 0,0-1-6 0,0 0-27 15,0 0-21-15,-1 0 6 0,-1 0-10 0,0 0 0 0,0 1-7 16,0-1-7-16,-1 0 0 0,-1 0-29 0,0 0-9 15,0 0-10-15,0 0 3 0,0 1-17 0,2-1 1 16,0 0 1-16,0 0 0 0,2 0 6 0,0 0 7 16,11-1 0-16,22-7 1 0,10-1-5 0,7 0-5 15,2-2 4-15,5-2-5 0,-3-2-1 0,0 1 8 16,-3 1-6-16,-4 0 7 0,-5 2-9 0,-3 2-2 16,-2-2 2-16,-6 4 0 0,1-1 11 0,-6 3-8 15,-4-1 1-15,-7 5-3 0,-4-1 9 0,-6 2 12 0,-3 2 0 16,-1-2 3-16,1 0 1 0,-2 1-12 0,0-1 1 15,-2-2-6-15,-2 0-4 0,0 4 8 0,-37-18-2 16,0 7 3-16,-9 5-5 0,-4 6 6 0,-4 2-2 16,-9 3 3-16,4 5-6 0,-8 1 0 0,1 0 1 15,6-2-1-15,-1 2-1 0,13-1 3 0,5-1 1 0,6 0 1 16,4-1-3-16,9-3 7 0,2 1-6 0,7-2 7 16,4-3-3-16,6 1-7 0,1-2 1 0,4 0-3 15,-1 2-2-15,-1 0-7 0,2 0 2 0,0 0-3 16,0-2 7-16,2 0-1 0,2 0 3 0,2 0-3 15,28-4 5-15,10-5-6 0,5-2 2 0,8-4-3 16,3 0-1-16,1 0-1 0,3 0 3 0,-5 2-1 16,-5 2 3-16,-2 0-2 0,-3 2 0 0,-6-1 1 0,-4 3 6 15,-6 1-8-15,-7 3-1 0,-1-1-1 0,-7 2 4 16,-3 0 0-16,-5 2 2 0,-4 0-2 0,-3 0-2 16,3 0 12-16,0 0-2 0,-2 0 4 0,0 0-10 0,-2 0 2 15,-2 0-6-15,-2 0 3 0,-28 6-4 0,-5-1 5 16,-9 3 0-16,-6-3 1 0,-2 1-6 0,-5 1 6 15,-1-1-5-15,-1-1 5 0,-4-1-4 0,7 2-3 16,6-3 6-16,8 1-5 0,5-2 7 0,7 0-6 16,4 0 3-16,6-2-3 0,4 0 5 0,5 0 4 15,-2 0-6-15,7 0 4 0,3 0-14 0,1 0-6 16,2 0 4-16,0 0-3 0,2 0 12 0,0 2 0 0,2-1 4 16,21 3-4-16,23 2 1 0,11-3-3 0,5-1 0 15,6 0-1-15,1-2 4 0,-2 0 1 0,-2 0-2 16,-7 0 1-16,-3 0-4 0,-5 0 4 0,-7 0 0 15,-2 0 3-15,-6 0-4 0,-7 0 5 0,-2 0-5 16,-6 0 4-16,-3 0-5 0,-6 0 0 0,-3 0 5 0,-5 0-1 16,1 0 11-16,-2 0-3 0,0-2-1 0,-2 0 0 15,0 1-6-15,-2-1-5 0,-2 0 0 0,-29-11-1 16,-2 2 9-16,-6 1-4 0,-4 3-2 0,-1 1-1 16,-4 3-7-16,-8-1 8 0,1 0 0 0,-3 1 4 15,-1-1-5-15,5 0-2 0,4 2 2 0,8 0-3 16,-1 1 6-16,10-1-1 0,1 0-1 0,8 0-1 15,2 0-1-15,9 2 0 0,2-2 1 0,6 2 0 0,1 0 0 16,3 0-7-16,-1 0-2 0,2 0 0 0,0 0 6 16,2 0-2-16,0 0 4 0,2 0-4 0,9 0 5 15,30 0 0-15,5 0 0 0,6-2 0 0,6-3 1 0,11-1 1 16,-6-1 0-16,4-2 0 0,-4 1-6 0,-11 1 4 16,2-1-3-16,-13 3 4 0,-4-1 3 0,-6 3-3 15,-3-1 2-15,-4 0-3 0,-3 0-3 0,-7 3 3 16,-2-1 1-16,-5 0 3 0,-3 2 5 0,-1-2 3 15,1 0-3-15,-2 0 2 0,0 0-11 0,-2 1 3 16,-2-1-4-16,-2 0 3 0,-16-7-3 0,-19-4 1 16,-6 5 2-16,-5 4-1 0,-5 3-3 0,-12 1 0 15,2 1-2-15,-6 5 4 0,1 1 0 0,6 1 1 0,1 1-1 16,8 0 0-16,3 1 0 0,3 1-2 0,7 0 2 16,1 2 0-16,0-2 8 0,9-2-8 0,-1 1-1 15,11-5-2-15,9-1 2 0,5-2-1 0,5 0-2 16,-1-1-1-16,2 1-5 0,0 0 2 0,2 0 2 0,2 0 0 15,5 2 7-15,36 12-3 0,4-6 4 0,5-7-3 16,1-3 6-16,5-3-6 0,7-3 1 0,5 0-3 16,1 1 4-16,0 1 1 0,-5 0-2 0,-2 3 1 15,-7-1-6-15,-9 2 3 0,-3 0 2 0,-10 0 1 16,-5 0 3-16,-8 0-2 0,-3 0-4 0,-6 0 3 16,-2 0 3-16,-6 0 3 0,-1 0 0 0,0 0 0 15,-2 0-7-15,0 2-3 0,-2-1 3 0,-2 1-3 0,-8 0 3 16,-34 9-1-16,-8 0 0 0,-6-1 1 0,-3-3-3 15,-6-1 3-15,0-3 0 0,-1-1 0 0,5 2 5 16,5-2-4-16,4-2 2 0,11 0-3 0,3 0-6 0,6 0 9 16,5 0-3-16,3-2 6 0,3 0-5 0,10 0 1 15,6 2-3-15,5 0 1 0,-2-2 0 0,2 1-10 16,1-1 7-16,1 0-5 0,1 0 11 0,1 2-3 16,41-17 1-16,7 2-2 0,8 4-7 0,3 2 10 15,4 3-4-15,5 3 5 0,-3 1-8 0,-4 2-5 16,-3 0-10-16,-8 0 1 0,-2 2-45 0,-4 1-52 15,-3 3-32-15,-6 0-14 0,0 1-188 0</inkml:trace>
  <inkml:trace contextRef="#ctx0" brushRef="#br0" timeOffset="-170619">6413 7007 914 0,'0'0'55'0,"-1"0"-67"0,-1 0 73 0,0-2-35 0,-2 0 40 15,0 0 56-15,-1-2-19 0,-4-3 26 0,-3-1-50 16,3 3-17-16,2 1-9 0,-3-1-4 0,3 3-28 0,1 0 0 15,1 2 4-15,-3 0-4 0,1 0 1 0,0 2-9 16,1 0 0-16,0 1-2 0,3 7-1 0,-1 14 1 16,0-6-2-16,1 3 2 0,1 1 1 0,-13 0-2 15,2 6 2-15,4 2-3 0,3 0 1 0,2 1-3 16,2-3 1-16,2 4-1 0,0-3 6 0,0 1-4 16,2 0-2-16,0-4 0 0,2 0 0 0,1 0-5 15,1-2 6-15,1 0-6 0,1-2 2 0,1-1 6 16,0-5-4-16,1-1 3 0,-1-2-7 0,2-2 3 0,13-3 0 15,2-3 2-15,6-3 4 0,-1 17 0 0,3-10-3 16,1-9 1-16,2-4-2 0,0-7-4 0,4-4 4 16,-6-1-4-16,-1 14 1 0,-4-24-3 0,-8 0 0 15,-4 2-1-15,-6-2 4 0,1 0 2 0,-4 0 2 0,-5-2-1 16,-3-2 1-16,18-3 0 0,-10 1 0 0,-7-1-1 16,-4-1-3-16,-5 1-2 0,-4 1-2 0,-6 1 3 15,10 3 7-15,-25 6-7 0,-3-1 1 0,-1 8-3 16,-1 2 5-16,-2 4 0 0,0 4 4 0,2-1-3 15,-2 2 4-15,6-14-6 0,-1 7 2 0,5 7-5 16,-1 4 5-16,4 2-3 0,0 3 2 0,6 3-2 0,1 1 8 16,6-2-12-16,2 1 0 0,3-4-5 0,5 12 2 15,1 7 6-15,-15 1-5 0,6 0 5 0,5 0-7 16,5 0 4-16,1-2 0 0,3 3 1 0,3-3-4 16,1-2 2-16,3 3 2 0,-1-5 0 0,2 1-1 0,0-1-11 15,0-1-6-15,-5 0-1 0,11-3-19 0,-1 1-30 16,3-2 2-16,-2-3-14 0,1 1-21 0,4-6-101 15,1 1 2-15,3-4-45 0,7 18-109 0</inkml:trace>
  <inkml:trace contextRef="#ctx0" brushRef="#br0" timeOffset="-170392.86">7076 7176 1195 0,'0'0'15'0,"0"0"3"0,0 0 13 0,0 0 3 15,0 1 8-15,0 1 86 0,0 0 13 0,0 0-11 16,-2 0 0-16,1 0-73 0,-1 1-26 0,0 1-2 0,0 0-8 16,2-2-7-16,0 1 0 0,0 3 1 0,0-2-2 15,-2 3-6-15,2-1-1 0,0-1-3 0,0 1 1 16,0-2-5-16,0-1-17 0,0-1-4 0,2 2-7 16,2 0-38-16,-2-4-28 0,14 3-39 0,1-3-4 15,3-2-187-15</inkml:trace>
  <inkml:trace contextRef="#ctx0" brushRef="#br0" timeOffset="-169988.73">7312 6750 1333 0,'-2'0'16'0,"0"0"25"0,-11 0-21 0,-2 0 51 15,6 0-8-15,0 0 23 0,5 0-8 0,0 0-53 16,1 0 0-16,1 0-20 0,0 0-11 0,0 0 12 15,2 0 5-15,2-2 2 0,2 2 15 0,29-11-6 16,-5 2 2-16,9-2-3 0,4 0 0 0,-2 2-9 16,0-1 5-16,-6 3-8 0,-1 1 0 0,-4 3-3 0,0-1-1 15,-6 2 1-15,0 2-4 0,-3 0 3 0,-2 2-1 16,-3 2 3-16,-1-1-3 0,0 3 14 0,-3 1-10 16,-3 4 10-16,1 12-12 0,-5 3 14 0,1 1-1 15,-2 5 4-15,16 0-4 0,-5 3-4 0,-5-2 3 16,-3 4-3-16,-1 1 9 0,-4-1-10 0,0 0-1 0,0-4-3 15,0-1 1-15,0-1-2 0,0 1 6 0,0-2-5 16,0-1-3-16,0-1 4 0,0-2-5 0,0-3 7 16,0-1-2-16,0-2-3 0,2-1 5 0,0-3-4 15,0-1 3-15,-2-4-11 0,2 1 2 0,-1-3-3 16,1 0 10-16,-2-3-2 0,0-1-3 0,0-1 0 16,0-2-8-16,2 2 0 0,0-1-1 0,-2 1 0 15,0-2-20-15,0 0-48 0,0 0-10 0,0-1-22 0,0-1-142 16,0 0-153-16,0-1-52 0</inkml:trace>
  <inkml:trace contextRef="#ctx0" brushRef="#br0" timeOffset="-169709.11">7637 7120 1290 0,'-2'0'30'0,"0"0"4"0,-1 0 7 16,-3 0 0-16,-5 0 0 0,7 0 65 0,-3 0 10 15,3 0-16-15,0 0 2 0,2 0-90 0,-1 0-5 0,1 0-3 16,0 0 2-16,2 0-5 0,0 0 13 0,2 0-5 16,2 0 8-16,16 0-4 0,10-2 2 0,5-2-1 15,-2-1 1-15,3 1 1 0,3 0 3 0,-2 1 3 16,2-3-2-16,2 0 5 0,-4 3-13 0,-2 1 4 0,0 0-6 16,-1 2-1-16,-8 0-1 0,-4 0-1 0,-2 2 0 15,-10-2-11-15,-1 0 10 0,4 0-7 0,-11 0 8 16,7 0-7-16,-3 0 0 0,-4 0-5 0,5 0-3 15,-1 0-38-15,-1 0-86 0,3 2-68 0,1 0-32 16,13 1-472-16</inkml:trace>
  <inkml:trace contextRef="#ctx0" brushRef="#br0" timeOffset="-168089.26">29453 3661 437 0,'0'0'0'0,"0"0"10"0,0-2 105 0,0 0-9 0,0 0 14 16,0 0-40-16,0 0-8 0,0 1-38 0,0-1 2 15,0 0-8-15,0 0 6 0,2 2 3 0,0 0 5 16,0 0-1-16,0 0 5 0,0 2-15 0,0 0-6 15,-1 1 0-15,5 10 5 0,3 8-7 0,-1 1 7 0,-3-7-8 16,1 4 6-16,-1-3-6 0,1 3 5 0,0-1-6 16,-1-3 2-16,1 0 5 0,-3-6-6 0,1-1 7 15,-2-3-2-15,-2-3 8 0,2 2 0 0,7 0 2 16,15 12-6-16,0-4 12 0,1-7-7 0,10-5 8 16,4-5-9-16,9-10-10 0,4-8 1 0,2-1-6 15,2 17-8-15,3-30-9 0,2-2 2 0,6-4-3 16,0 2 12-16,9 4-9 0,-5 2 0 0,-1 1-5 0,-3 1-18 15,-6 3-30-15,-3 1-12 0,-4 3-14 0,-6 1-113 16,-5 5-257-16</inkml:trace>
  <inkml:trace contextRef="#ctx0" brushRef="#br0" timeOffset="-164453.68">8660 7007 4 0,'0'0'49'0,"0"0"30"16,0 0 63-16,-2 0 16 0,0 0-10 0,0 0-37 0,1 0-39 16,-1 0 4-16,0 0-8 0,0 0 6 0,-2 0 0 15,1 0-1-15,-1 0-2 0,0 0-16 0,0-2-4 16,1 2 4-16,-1 0-1 0,0-2 17 0,1 2-18 16,-1 0 6-16,0 0-9 0,2 0 9 0,0 0-1 15,-1 0-7-15,-1 0 4 0,2 0-12 0,0 0-13 16,0 0 4-16,-1 0-8 0,-1 2-6 0,2 0-9 15,0-1-1-15,0 1-1 0,2 0 6 0,0-2 0 0,2 0 1 16,0 0-1-16,30 0-1 0,3-2-5 0,2-1-2 16,6-3-1-16,1-1-4 0,3-1 4 0,1 4-2 15,-9 3 2-15,-7-1-6 0,-3 2 4 0,-6-2-4 0,-3 0 3 16,4 2-3-16,-7 0 4 0,-2 0 1 0,-4 0 0 16,-5 0 4-16,-3 0-8 0,-1 0 7 0,2 0-8 15,0 0 3-15,-3 0-1 0,1 0-4 0,-2 0 2 16,-2 0-10-16,1 0 3 0,-7 0 1 0,-25-2 2 15,-8 2 3-15,-4 0 0 0,-1 0 3 0,-1 0-2 16,7 2 1-16,-1 2 4 0,2-1-5 0,3 3 5 16,3 0-11-16,5-3 9 0,2 1-3 0,4 0 7 0,3 1-5 15,4-1-2-15,6-2 0 0,5-2-1 0,1 0 3 16,1 0-9-16,-2 2 8 0,0 0-7 0,3-1 6 16,1 1 7-16,0 0-6 0,1-2 8 0,3 0-2 0,28-4-1 15,3-1 3-15,4-3-1 0,2 3 1 0,2-3-7 16,-1 1-1-16,3 0-1 0,1 1 3 0,-3 2-1 15,-8 2 0-15,-1 1-2 0,-6-1-9 0,-2 0-81 16,0 0-62-16,-2 0-31 0,5-2-435 0</inkml:trace>
  <inkml:trace contextRef="#ctx0" brushRef="#br0" timeOffset="-162599.77">9585 6596 256 0,'0'0'-29'0,"0"0"25"0,0 0 32 16,0 0 25-16,-2 0 50 0,0 0 11 0,0 0-28 0,0 0-4 16,0 0-5-16,1 0-22 0,-1 0 12 0,0 0-1 15,0-2 5-15,0 1-9 0,0-1 9 0,0 0-2 16,1 0 7-16,-1 0-1 0,0 0-5 0,0 0-7 15,0 1 1-15,0-3-24 0,2 0-4 0,0 2-2 0,0-9 1 16,2 2-2-16,2 0-14 0,1-3-1 0,1 3-6 16,-2 0-13-16,12 1 11 0,-3 5-7 0,6-10 9 15,0 3-8-15,-3 5-5 0,5-1 2 0,-5 4-4 16,1 2 5-16,5 2-2 0,-1 4 2 0,5 3-2 16,-4 2 0-16,0 2 2 0,-7-3 3 0,2-1 0 15,0 17-1-15,-3 0 3 0,3 4-4 0,-8 1 4 16,1 3 1-16,-3-1-2 0,-5 4 6 0,20 2-5 0,-9 0 7 15,-7 7 3-15,-6-1-2 0,-4 0 1 0,-5-1-5 16,-4-5 4-16,-2-2 2 0,-4 0 2 0,1-1 12 16,16-5-8-16,-26-3 4 0,-3-6-5 0,-1 1 0 0,0-3 3 15,-1-1 2-15,2-6 0 0,-1 0 1 0,-1-2-9 16,3-6-6-16,-2 1 2 0,4-4 0 0,6 0 9 16,2 11 0-16,3-6 2 0,0-3 0 0,4-4-7 15,2 0-1-15,4 0-3 0,1-2-21 0,2 0 7 16,1-2-4-16,-1 1 4 0,0-3-4 0,-1-5 6 15,3-2-1-15,2 0 3 0,2-4-5 0,1 4-2 16,7-2 0-16,-1 4-2 0,23 2-3 0,-1-4 6 16,1 0 1-16,3 2 1 0,-2 0-4 0,3 5 3 0,-1 1-5 15,-3 1 5-15,1-2-2 0,-2 4 5 0,-1-16-1 16,2 5 3-16,-6 5-8 0,-6 5 5 0,1-1-2 16,-3 0 3-16,-3 2-6 0,2 2 2 0,-6 0-1 15,2 2 2-15,-2 0 0 0,0 2-3 0,-2 0 3 0,1-1-4 16,-1 3-5-16,-2-2-10 0,3 1-23 0,-1 1 2 15,0-1-112-15,1 1-47 0,3 1-14 0,1 1-15 16,1-1-98-16</inkml:trace>
  <inkml:trace contextRef="#ctx0" brushRef="#br0" timeOffset="-161945.89">10695 6537 825 0,'0'0'17'0,"0"0"1"0,-2 0 63 16,0-2 3-16,-1 0 17 0,-1 0 34 0,2 2-45 0,-9-7-1 15,5 3-16-15,1-3-27 0,3-4-2 0,-6-1-6 16,1 1 3-16,3 4-10 0,-1-6-1 0,3 4-1 16,0 1 0-16,2 1-2 0,0 3-2 0,0 2-4 15,0 0 1-15,0-1-10 0,0-1-2 0,0 0 2 0,0 2-3 16,0 0-1-16,0 1 7 0,2-1-7 0,0 2 6 16,0 0-2-16,-1 2-7 0,1 1 6 0,-2 1-6 15,4 16 2-15,-2 1-6 0,2 1 5 0,-3 0-6 16,1 3 8-16,0 2-3 0,-2 1-5 0,0 4 3 15,0-1-8-15,0 5 6 0,0 1 2 0,0 2 2 16,2 0-4-16,-2-6 1 0,0 4-2 0,0 4 2 0,0-7-2 16,0 3 4-16,0-4-1 0,0-5 3 0,0-2-1 15,-2-2 2-15,0-2-1 0,0-5 2 0,1 2 5 16,-1-3 7-16,0-1-2 0,0-5 4 0,0-3 5 16,2-3 0-16,0-2 2 0,-2 1-3 0,0 1-10 0,1 0 5 15,-1-1-2-15,-2-1 2 0,0 0-12 16,1 0 9-16,-1 0-11 0,0 0 9 0,0-2-6 0,1 2-5 15,1-2 3-15,-2 0-5 0,2 0 2 0,0 0 1 16,-1 0-1-16,1 0 0 0,0 0-5 0,0-2 0 16,2 0 4-16,0 0-2 0,2 0-6 0,0 0 5 15,2 0-1-15,1 1 4 0,16-9-6 0,1 1 4 16,2 2-4-16,-5 1 5 0,-1 0-2 0,-1 1-5 16,0 1 4-16,-3 2-5 0,1 0 9 0,0 1-4 15,-4 1 2-15,-1 0-3 0,1 0 2 0,-2 0-2 0,0 0 2 16,-1 0-3-16,-1 0 4 0,-1 0-5 0,1 0-1 15,-1 0-1-15,-1 0 3 0,-1 0-13 0,0 0-4 16,-2 0-8-16,-1 0-59 0,3 0-59 0,0 0-13 0,0 0-18 16,-3-2-82-16</inkml:trace>
  <inkml:trace contextRef="#ctx0" brushRef="#br0" timeOffset="-161728.12">10233 6617 1155 0,'0'0'15'0,"-2"-2"0"16,0 0 5-16,0 0 16 0,0-2-5 0,0 1 78 15,2 1-12-15,-5-9-7 0,3-2-4 0,2-2-34 0,2 0-4 16,5-2-1-16,-3 2 0 0,26 1 5 0,9-1-13 16,2 2 6-16,3 0-10 0,1 0-9 0,-1 3-17 15,-1 1 3-15,-6 4-7 0,-4 1-5 0,-1-15-5 16,-4 10-3-16,-4 7 2 0,2 4 2 0,-6 2-53 15,-1 3-21-15,1 2-17 0,-1 3-123 0,0 1-177 16</inkml:trace>
  <inkml:trace contextRef="#ctx0" brushRef="#br0" timeOffset="-161274.14">11155 6936 857 0,'0'0'29'16,"0"0"6"-16,-1 0 8 0,-1-2-1 0,0 0 4 15,0-1 77-15,2-1-21 0,-4-7-3 0,2 1-13 16,1 1-60-16,1 5 3 0,0-1-3 0,0 1 3 16,0 2 0-16,0 0-9 0,0-1 7 0,0-1-6 0,0 2 21 15,0 0-10-15,0 2 3 0,0 0-5 0,0 2 9 16,0 2-16-16,0 11 7 0,-2 16-11 0,-4 1 3 15,1 3-3-15,-1 0 0 0,0-3-1 0,-1-2 3 0,-2 5 2 16,-1-3-5-16,1-3 5 0,0 3-7 0,1-4 3 16,3-2-1-16,-1-2 0 0,1-6-7 0,1 3 7 15,0-4-1-15,2-3 2 0,1-3-4 0,1-1-4 16,0-3 5-16,0-1-4 0,0-1 4 0,0-3 6 16,0 2-5-16,1 0 6 0,3-1-9 0,-2-3 2 15,13 10 1-15,3-3 1 0,-1-3-2 0,5-1 0 16,-1-3-1-16,-3 0 1 0,1-1 3 0,0-1-9 15,3-2 2-15,-2 0-5 0,1 1 0 0,-5-1-3 0,-6 2-3 16,3-2 1-16,-4 2-5 0,0 1 1 0,8-1 1 16,-10 2-1-16,3 0 4 0,1 0-4 0,-7 0 2 15,1 0-3-15,3 0 4 0,-5 0-6 0,5 0 2 16,-3 0-6-16,3 0-8 0,-3 0-56 0,1 0-17 16,1 0-17-16,-1 0-88 0,1 0-91 0,1 0-25 0</inkml:trace>
  <inkml:trace contextRef="#ctx0" brushRef="#br0" timeOffset="-160756.41">11230 7174 315 0,'0'0'34'16,"-2"0"45"-16,0 0 0 0,0 0 33 0,-2 0 1 0,-1 0 12 15,-8 0 11-15,2 0-30 0,5 0 2 0,-3 0-12 16,1 0-13-16,5 0-3 0,-3 0-4 0,4 0 0 16,-1 2-21-16,-1-2-9 0,2 0 1 0,0 0-2 15,0 0 15-15,2 0-14 0,0 0 6 0,2 0-8 16,2-2-2-16,18-6-8 0,8-3-3 0,-4 0-1 15,0-2 1-15,4-2-9 0,-4 2 7 0,0 0-9 0,0 0-2 16,-8 2-9-16,3 0-6 0,-7 3 1 0,-1 3-1 16,0-1-3-16,-3 3 2 0,-3-1-3 0,1 2 3 15,-7 2-7-15,3 0-1 0,-2 0-4 0,2 0-15 0,-1 0-30 16,1 0 0-16,-2 0-13 0,0 2-36 0,0 0-28 16,0 0-7-16,-1-1-10 0,-1 1-59 0,0 0-111 15,0 2-47-15</inkml:trace>
  <inkml:trace contextRef="#ctx0" brushRef="#br0" timeOffset="-160558.31">11150 6940 851 0,'0'0'28'0,"0"0"-1"0,-2 0 60 0,0 0 10 15,0 0 9-15,0-2 38 0,1 0-59 0,-1 0-4 16,0 0-17-16,2 0-7 0,0 1 9 0,2-1 6 0,0 0-2 15,3-2-2-15,23-1-19 0,-2-7 5 0,6 1-10 16,-6-2-1-16,1 0-8 0,3 0-7 0,-4 2 1 16,0 2-27-16,-7 3 2 0,-3 1-2 0,-3 1 2 15,-5 0-3-15,-3 1-12 0,1-1-6 0,-4 4-10 16,3-4-91-16,-3 4-132 0,2-2-38 0</inkml:trace>
  <inkml:trace contextRef="#ctx0" brushRef="#br0" timeOffset="-159679.79">11597 6997 418 0,'0'0'91'0,"0"-2"189"0,-1 1-237 0,-1-1 52 15,0 0-3-15,0 0 20 0,0 0-12 0,0 0-38 16,0 0 1-16,2-1-11 0,0-1 11 0,0 0 16 16,0 1-4-16,4-9 7 0,2 3 0 0,1-2-20 15,-3-2 0-15,18 6-9 0,-3-1-16 0,-1 1-16 16,-1 5-2-16,-2-9-6 0,1 1-4 0,-3 5-6 16,0 3 6-16,-1 2-5 0,-1 0 12 0,-6 2-8 0,1 0 5 15,-2 0-5-15,-1 16 7 0,-1 4 1 0,0 3-4 16,15 1 2-16,-8-2-6 0,-3 4 12 0,-6-1-5 15,-2 1 6-15,-2 2-9 0,-3 3 5 0,-1-3 3 16,-1-2-2-16,-2 0 2 0,1-6-4 0,-1 2 3 16,0-1-4-16,0-3-4 0,0-1 1 0,2-5-2 0,1-1 2 15,1-2-1-15,1-1-1 0,1-3-5 0,1-1 4 16,2-3 0-16,2-1-7 0,-6 0 6 0,3 0-6 16,-1 0 9-16,0 0-9 0,1 0 5 0,1-2-5 15,0 0 4-15,-2 1 2 0,1-1-3 0,-1 0 3 16,0 0-2-16,2 0-7 0,0-1 0 0,1-1-4 15,-1 0 1-15,2 0 2 0,0 0 2 0,0-2-2 0,2 1 2 16,-1-1-2-16,1 0 2 0,2 2-2 0,7-3-2 16,4-1 6-16,2 1-4 0,-3 1 5 0,3 2-4 0,-2 2 2 15,5 0 2-15,-3 0-1 0,-2 0 1 16,4 2 0-16,-6-2-3 0,3 2 2 0,-1 0-3 0,0 0 3 16,2-1-2-16,-2 1 3 0,-1 0-6 0,-1-2 7 15,-3 0 6-15,-1 0-2 0,-3 0 0 0,1 0-5 16,0 0 3-16,-1 0-2 0,1 0 6 0,-1 0-7 15,1 0-3-15,-3 0-1 0,4 0-3 0,-5 0 1 16,-1 0 3-16,6 0-1 0,-5 0-4 0,3 0-16 16,-2 0-24-16,-1 0-3 0,5 0-130 0,-5 0-193 15,9-2-124-15</inkml:trace>
  <inkml:trace contextRef="#ctx0" brushRef="#br0" timeOffset="-157762.87">12212 6622 384 0,'0'0'0'0,"0"-2"19"16,-2 1 186-16,0-1-32 0,0 0 25 0,1 0-66 16,-1 0 11-16,0 0-50 0,0-1 4 0,0-1-17 0,0 0-16 15,2 0-5-15,0 1-1 0,0-1 1 0,2 0 7 16,0 1-7-16,0 3-2 0,20-6-4 0,-1-1-16 15,1-1-1-15,0 1-8 0,-2 1 2 0,1 2-24 16,-4 3 0-16,-1-11-3 0,-3 5 1 0,2 0-9 0,-4 3 9 16,2 0-4-16,-3 4 3 0,3 0-7 0,-4 0 1 15,0 0 2-15,2 0-1 0,-3 0-1 0,-1 2-12 16,-1 0-3-16,-1 0-5 0,-1-2-27 0,0 2-62 16,-1-1-1-16,1 1-24 0,-2 0-41 0,0 2-105 15,0 0-12-15</inkml:trace>
  <inkml:trace contextRef="#ctx0" brushRef="#br0" timeOffset="-157577.59">12264 6763 566 0,'0'0'118'0,"-2"0"-93"0,0 2 123 15,-1 0-45-15,-1 0-34 0,0 0 19 0,2-2-10 16,-1 3 11-16,-1 1-19 0,0 0-1 0,4-2 6 16,0 1-4-16,0 3 4 0,0-2 4 0,2 1-4 0,-2-3 3 15,19 11-20-15,7-2-19 0,5-5-1 0,1-4-7 16,-3-2-16-16,1 0-11 0,-2-2 1 0,0-2-4 15,-2 0-3-15,0 1-18 0,0-1 1 0,2 0-8 16,-2 1-17-16,1-1-169 0,-2 0-10 0,1 0-79 16,0 3-268-16</inkml:trace>
  <inkml:trace contextRef="#ctx0" brushRef="#br0" timeOffset="-157073.74">13125 6450 857 0,'0'0'67'0,"-1"0"1"0,-1-2 2 16,0 0 16-16,-2 0-24 0,-5-4 69 0,-2-1-30 16,-4-2-8-16,2-1-7 0,0 3-28 0,2 0-6 15,0 1 4-15,5 4-5 0,2 0 2 0,1 0-9 16,-1 1-5-16,0 1-2 0,2 0-21 0,0 0 1 16,-1-2 0-16,-1 2 0 0,0 0 4 0,2 2-4 0,1-1 0 15,-1 3-1-15,-2 4-1 0,-5 14 1 0,-1 0-4 16,3 4 2-16,0 2-4 0,-1 2-2 0,1 1 8 15,-1 3-5-15,1-1 7 0,0 2-6 0,3-1 2 16,0 1-3-16,2-2 1 0,2 1 0 0,0-4-5 16,4 3 3-16,0-3-4 0,-1-2 0 0,3-4 1 0,-1-6-2 15,3 1 1-15,-1-4-6 0,6 3 2 0,-9-3-3 16,20 2-1-16,-7-13 1 0,1 1 2 0,3-1 0 16,1 11 1-16,0-4 1 0,3-6-2 0,-1-5 2 15,0-1-3-15,4-7-2 0,0-1 2 0,-1-6-1 16,1-2 2-16,2 8 3 0,2-23-4 0,-1 1 3 15,1 1-1-15,-6-3-1 0,-2 3 0 0,-4 0-1 16,-1 2-4-16,-1 2 12 0,-6 0-8 0,-3 2 10 0,-5 0-5 16,-3 0-2-16,16 0 6 0,-6 0-7 0,-5 2-2 15,-4-3 5-15,-2 1-4 0,-4 2 6 0,-2-4-4 0,-5 2-3 16,-5-4 2-16,12 0-2 0,-24 4 3 0,0-6 4 16,0 4-3-16,-1 0 2 0,3 0-7 0,1 6 14 15,3 3-6-15,-2 4 9 0,0 4-4 0,0 5 3 16,-2-3 2-16,2 5-2 0,-1-13-7 0,-1 4-1 15,6 9-5-15,-2 4 2 0,-2 3-3 0,-1 7-2 16,1-11 1-16,4 33-2 0,5 9-4 0,4-3-6 16,-2 3 0-16,5 4-2 0,7-3-10 0,-22 1-89 15,14 1-49-15,13 1-32 0,9 3-337 0</inkml:trace>
  <inkml:trace contextRef="#ctx0" brushRef="#br0" timeOffset="-145662.15">1578 9331 1093 0,'-1'0'31'0,"-1"0"-3"16,0 0 23-16,0 0 0 0,-2 0-26 0,1-2 23 16,-1 2 9-16,0-2 2 0,2 1 17 0,0-1-16 15,1 0-7-15,1 0-1 0,0 0-8 0,1 0-5 16,7-1 8-16,31-14-6 0,5-5 3 0,7 1-6 16,4 3-7-16</inkml:trace>
  <inkml:trace contextRef="#ctx0" brushRef="#br0" timeOffset="-144543.73">1241 9545 604 0,'-2'-2'61'0,"0"0"58"0,-2-2-28 0,-1 1-52 16,-7 1 5-16,9-9-15 0,-5 3 27 0,5-1 4 15,-5 0-2-15,4 5 2 0,-1-5-7 0,-4 1-21 16,5 1 9-16,-7-1-12 0,3 5 14 0,6-3 2 15,-7 2-6-15,9 2 5 0,-4 1-7 0,1-1 2 16,-1-2-7-16,0 0 3 0,1 2-29 0,1 1 0 16,0-1 2-16,0 0 0 0,0 0 16 0,2 0-1 15,2 0 4-15,2 0-2 0,7-1 9 0,20-7 3 0,1 5-2 16,0-3 1-16,14-1-16 0,0-2-7 0,3 0 1 16,3 0-2-16,-8 1-6 0,-1 3-5 0,0 3-1 15,-3 2 1-15,3 2 9 0,-2 0-6 0,-2 2-2 16,6 2-1-16,-5 0 3 0,-2-1-2 0,-1 3-2 15,-8-2 0-15,3-1-2 0,-6 1 4 0,-2 0 6 0,-2 0-4 16,-12-3-1-16,5 1 9 0,-6-2-6 0,-7 0 8 16,11 0 0-16,-4 0-2 0,2 0 3 0,2 0-3 15,-7 0-5-15,-3 0-6 0,3 0 1 0,-2 0-2 16,-1 0-6-16,3 0-21 0,-2 0-5 0,-2 0-12 16,-1 0-98-16,1 0-129 0,2-2-59 0</inkml:trace>
  <inkml:trace contextRef="#ctx0" brushRef="#br0" timeOffset="-143789.65">1753 9407 732 0,'0'-2'53'0,"0"1"107"16,-2-1-134-16,0 0 17 0,0 0 2 0,1 0 7 16,-1 0 28-16,0 0-4 0,0 1 1 0,0-1-6 15,0 2-28-15,2 0-26 0,0 0 4 0,0 0-9 0,0 0 10 16,0 2 10-16,-2-1-4 0,2 5 5 0,-5 24-6 16,1 5-7-16,0 8 8 0,3-1-7 0,-1 5 0 0,0-3 4 15,0 1-4-15,0 1 7 0,2-5-3 0,0-2-3 16,0-2-2-16,0-1 0 0,0-5-6 0,0 1-1 15,0-4-1-15,2-2 0 0,0-2-7 0,2-2 3 16,-3-2 0-16,3 1 0 0,0-3-7 0,0-3 6 16,-1-2-7-16,1-2 5 0,-2-5 1 0,0 0-8 15,1 1 2-15,-3-5-4 0,2 2-6 0,0 1 2 16,-2-3 1-16,2 2 1 0,0-1-5 0,0 1 11 16,0-2-13-16,-1 0 11 0,1 0-19 0,0 0 5 15,-2-1 3-15,0 1-2 0,-2 0-1 0,0 0 8 16,1 0-3-16,-3 0 6 0,-7 0 6 0,-6 1-3 0,-2 1 2 15,1 2-4-15,-3 1 0 0,3 0 5 0,-1 3-2 16,-1-3 3-16,1 1-2 0,1-1 0 0,-3 2 6 16,1 1-3-16,-1-3 16 0,7-1 19 0,-1-1-2 0,6-3 7 15,-1 0-8-15,5 0 3 0,1 0-3 0,0-2 2 16,1 0-10-16,1 0-17 0,0 0 4 0,-2 0-9 16,2 0-1-16,0 0 1 0,2 0 2 0,2 0 1 15,0-2 4-15,2 2 6 0,22-8-10 0,0 1 8 16,2 1-13-16,1 1-2 0,3 1 1 0,-1 2-2 15,3 0 5-15,-3 2-5 0,5 0 4 0,-1 0-6 0,2 0 2 16,-2 0 1-16,3 0-1 0,-3 2 1 0,-4-2-1 16,-1 0-3-16,-9 0-2 0,-3 0 0 0,-1 0-3 15,0 0-9-15,-3 0-1 0,-2 0-4 0,-3 0-15 0,0 0-84 16,0 0 12-16,4 0-38 0,-1 0-7 0,-3 0-64 16,0 0-11-16,-7 0-26 0,7 0-115 0</inkml:trace>
  <inkml:trace contextRef="#ctx0" brushRef="#br0" timeOffset="-143341.83">2408 9979 364 0,'0'0'72'16,"0"0"-2"-16,0 0 23 0,0-2 8 0,0 0-17 0,0 1 41 15,0-1-12-15,0 0 4 0,0 0-7 0,0 0-8 16,0 0-27-16,0 0-6 0,-1 1-6 0,-1-1-13 15,0 0-11-15,0 0 7 0,0 0-8 0,0 0 7 16,0 0-10-16,-1 2-1 0,-1 0-3 0,-9 0-6 0,0 2 9 16,0 4-5-16,-2 3 5 0,-2 2-9 0,3 2-3 15,-1 17 0-15,2 0-1 0,2-1-4 0,3 1-8 16,3-2 3-16,-14 2-5 0,6 1-1 0,7 1-1 16,3-4-2-16,3-2 0 0,0-6-5 0,2-1 2 15,3-1 0-15,1-3 2 0,3 0 7 0,2 2-8 16,-7-8 1-16,14-3-3 0,3-1 1 0,-1-1-3 15,3 0 3-15,1 12-4 0,-2-6-9 0,0-5-25 16,2-1-9-16,1-4-9 0,-1 0-69 0,0-2-35 0,2-4-15 16,0-1-7-16,-2-2-76 0</inkml:trace>
  <inkml:trace contextRef="#ctx0" brushRef="#br0" timeOffset="-143088.22">2802 10026 895 0,'0'0'83'0,"-2"0"147"16,0-2-179-16,0 2-3 0,-1 0 8 0,-1 0-1 16,0 0 28-16,-1 0-20 0,-5 0-7 0,5 0-4 15,-4 3-27-15,7-3-2 0,-2 13 2 0,-14 19-2 0,5 0 11 16,3 3-5-16,5 6-1 0,1-4 0 0,0-2 1 16,1 4-17-16,3-2 10 0,0-3-12 0,0 3 2 15,0-6-3-15,1-3-3 0,1-2 1 0,0-2-7 0,2-1-3 16,1-5 3-16,-1-3-4 0,2 0-2 0,-3-4-34 15,1-4-31-15,0 1-5 0,0-3-146 0,-3-1-51 16,5-2-44-16</inkml:trace>
  <inkml:trace contextRef="#ctx0" brushRef="#br0" timeOffset="-142323.5">1012 9710 519 0,'-2'-2'110'0,"0"0"143"16,-5-1-166-16,-10-9-38 0,-1 3-13 0,3 4 3 15,0 1 19-15,2 2 12 0,2 0-6 0,0 2 6 16,1 0-16-16,3 0-30 0,0 2 9 0,3 0-18 16,0 0-3-16,2-2-6 0,-7 13 3 0,0 2-1 0,3-1 17 15,4-1 3-15,2 2-2 0,0 0 3 0,2 0 1 16,4 0 2-16,3 3-2 0,2 1 1 0,-9 1-4 15,18 1-3-15,1 1 3 0,-3 2-4 0,1 0-1 0,0 4 1 16,-3 0-3-16,1 0 4 0,-2 0-4 0,-6-4 10 16,-3 2 1-16,-3-4 4 0,14 4 11 0,-8-4-10 15,-3-3 6-15,-2 3-7 0,-4-7 0 0,-4 4-9 16,-2-3-2-16,-1-1-1 0,-2 0-7 0,5-7-2 16,-15 3-7-16,3 0 3 0,-5-4-13 0,6 1 6 15,-1-1 2-15,-1-1 1 0,0-1-2 0,2-3-4 16,1 9-8-16,-1-3 2 0,0-3-16 0,4-1-17 15,0-2-20-15,3-2-5 0,3 0-99 0,-1-2 2 0,2 0-10 16,1-13 6-16,-16-13-21 0,6-5-82 0,8 0-59 16</inkml:trace>
  <inkml:trace contextRef="#ctx0" brushRef="#br0" timeOffset="-142137.17">827 9558 879 0,'0'-2'228'0,"0"0"-259"0,0 0 259 0,0 0-128 15,0-1-34-15,0-1 5 0,0 0-6 0,0 0 4 16,0 1-11-16,0-1-1 0,1 2 0 0,1 0-2 16,0 0-18-16,2 1-2 0,7-5-5 0,11-3 2 0,0 1-19 15,3 3-7-15,1 3 2 0,-2 0-4 0,4 0-4 16,-1 0 6-16,5 0-12 0,3 2 8 0,-3-1-21 0,-1 1-85 16,1-2-21-16,1 0-42 0,3 0-248 0</inkml:trace>
  <inkml:trace contextRef="#ctx0" brushRef="#br0" timeOffset="-141435.28">3220 9764 661 0,'-2'0'168'15,"0"0"7"-15,0 0-74 0,-1 0-11 0,-5 0-70 16,-5-2 6-16,2 2 68 0,2 0-15 0,-2 0 33 0,1 0-9 16,7 0-32-16,-3 0 4 0,4 0-18 0,-2 0-26 15,1 0-11-15,-1 0-5 0,2 0 1 0,0-2-3 16,0 2 22-16,2-2-5 0,0 0 8 0,2 1-18 16,0-1-3-16,2 0 2 0,20-7-3 0,4-1-5 0,0 3-1 15,3 1-7-15,3 1 5 0,1 1-2 0,0 0 3 16,2 1 0-16,0 1-1 0,-3 2-4 0,-1 0 2 15,-5 0 0-15,2 2 0 0,-6-1-10 0,0 1 5 16,0 0-5-16,-1 0 6 0,-5 0 1 0,-1 0-3 16,-6-2 0-16,-2 0-4 0,4 0-8 0,0 0-29 15,-2 0-11-15,2 0-15 0,-1 0-115 0,-1-2-42 0,4 0-26 16,-2-2-9-16,1-1-162 0</inkml:trace>
  <inkml:trace contextRef="#ctx0" brushRef="#br0" timeOffset="-140703.9">4531 9500 491 0,'0'-2'181'0,"-2"0"-6"0,0-1-26 16,-2-3-4-16,2-12-69 0,-14 1-16 0,3 9 16 15,-4-3-1-15,0 2 7 0,4 5-1 0,-3-5-25 16,1 5 0-16,5 1-11 0,1-1-16 0,2 2 1 16,-4-7-5-16,-2 1 3 0,0 3-11 0,1 1-3 15,5 2-3-15,0 2 1 0,-3 0-1 0,1 0-9 16,0 2 4-16,1 2-6 0,3-1 11 0,1 16-6 15,-3 5 3-15,1 4-4 0,-1 5 4 0,-1 1-8 16,1-1 5-16,1 1-5 0,2-5 7 0,1 1-2 16,-16 2-5-16,6-3 1 0,6-3-1 0,3-1 0 0,4 1 6 15,0-4-4-15,2-2 1 0,2-1-3 0,1-2 1 16,1-3-1-16,1 1 4 0,1-2-2 0,-1-2 3 16,-1-1-2-16,8-1-1 0,5-4-5 0,3 1 3 0,-5-2-2 15,0-2 8-15,5 12-7 0,2-2 0 0,2-7-2 16,0-3 4-16,-7-2 4 0,-1-2 1 0,5-3 1 15,-1-3-6-15,0-3 9 0,0 0-5 0,-7 2 8 16,0-3-4-16,-4 5-3 0,0-10 1 0,-1-1 0 16,-3 1 7-16,-1-1-9 0,-3 1 4 0,-1 0-6 15,11-1 1-15,-5 3 3 0,-1-2-1 0,-1-2 1 16,-3-1-5-16,-3 1 2 0,0-3-1 0,-1 2 1 0,-3-1-2 16,-2 1-3-16,1 1 1 0,-1 3 0 0,-1-3 7 15,-1 4-9-15,-1 0 5 0,-2-1-6 0,7-1 12 16,-13 0-8-16,-1 0-1 0,1 3-3 0,0 4 3 0,1 1 3 15,1 3 1-15,-2 1 0 0,2-1-8 0,-1 4 3 16,4 1-2-16,-1-9 3 0,-3 1 4 0,1 2-6 16,0 3 2-16,2 4-4 0,0 0 5 0,0 4-7 15,-4 3 6-15,6 0-6 0,2-3 6 0,1 17 0 16,1 5-3-16,-2-4 3 0,5 4-1 0,-15 4 2 16,10-6-1-16,4 2 2 0,3-2-1 0,2-2-6 15,2 2 6-15,1-1-6 0,3-5 5 0,3 1 0 0,-1-3 3 16,-1-1-1-16,2 0 1 0,-1-2-2 0,1 0-3 15,-2-2 2-15,1-1-7 0,-1-1-17 0,-5-4 3 16,9 1-16-16,2 0-84 0,0 3-58 0,4 0-34 16,3 0-1-16,1-3-106 0</inkml:trace>
  <inkml:trace contextRef="#ctx0" brushRef="#br0" timeOffset="-140485.96">5039 9602 1697 0,'0'0'1'0,"-1"0"4"15,-1 2 4-15,0 0-1 0,-2 0 6 0,0 0 23 16,1 0 17-16,-1-1-3 0,0 3 4 0,1 0-32 0,-1 0-19 16,0-1-4-16,2 1-1 0,0 0 3 0,1-1-5 15,-1 1 2-15,2 0-5 0,0 0-7 0,2-3-45 16,-1 1-11-16,1 0-18 0,0-2-83 0,19-2-77 15,-1-3-35-15</inkml:trace>
  <inkml:trace contextRef="#ctx0" brushRef="#br0" timeOffset="-140084.45">5266 9224 1391 0,'-2'0'12'0,"0"0"1"0,0 0 4 0,1 0 10 15,-1 0-2-15,0 0 62 0,0 0-8 0,0 0 0 0,0 0-8 16,2-2-32-16,0 0-9 0,2 0-2 0,0 0 0 16,2 0 3-16,22-13 4 0,3 1-3 0,-3 2 0 15,4-1-16-15,-4 4-4 0,0 0-6 0,0 1 2 16,0 3-3-16,-2 1-4 0,-2 0 9 0,1 3-8 16,-3 1 6-16,-1 0-10 0,-3 1 4 0,-1 1-5 15,0 2 5-15,0 2 4 0,0-1-2 0,-2 1 3 16,-2 1 3-16,-2 1 9 0,-3 1-8 0,5 11 8 0,-5-1-10 15,5 5 3-15,2 2-4 0,-6 0 3 16,2 0-4-16,8 2 0 0,-4 3 6 0,-5-1-4 0,-5 5 2 16,1 2-7-16,-4-1 5 0,-2 1-5 0,-2-4-4 0,-1-1 9 15,-1-2-5-15,3-3 7 0,-3 1-7 0,2-5 3 16,2-3-8-16,1-1 4 0,-3-1-7 0,2-1 3 16,0 0 6-16,0-4-2 0,2 0 3 0,0-2-4 15,0 0 0-15,0-2-1 0,0 0-1 0,0-1 0 16,0-1 0-16,0-1 2 0,0 1 0 0,0-1-1 15,0-1-7-15,0-1 2 0,0 0-27 0,0-2-103 16,-2 1-3-16,1 1-41 0,-1 0-79 0,0-2-113 16,2-1-64-16</inkml:trace>
  <inkml:trace contextRef="#ctx0" brushRef="#br0" timeOffset="-139775.43">5500 9686 684 0,'-2'-2'468'0,"0"0"-646"0,0 0 553 0,0 0-313 16,-1 1-51-16,-1-1 42 0,0 0 0 0,2 0 15 0,1-2 9 16,-1 1-29-16,0-1-1 0,2 0-9 0,0-1-9 15,4-7 4-15,3-1-6 0,10 2 4 0,18-2-6 16,4 0 4-16,6-2 3 0,1 4-1 0,4 2-3 0,0 2-17 15,-7 1-1-15,-6 4-5 0,-3-2 4 0,-3 3-5 16,-5-16 4-16,-4 6-5 0,-5 5 6 0,-6 4-8 16,2 0 5-16,-2 1-5 0,-5 1 6 0,5 0 0 15,-5 0-3-15,-3 0 5 0,1 0 5 0,-2 0-9 16,2 0 4-16,-1 0-9 0,1 0-5 0,0 0 5 16,-1 0-3-16,1 0 3 0,0 0-13 0,0 0-64 15,-3 0-37-15,9 0-19 0,1-2-212 0</inkml:trace>
  <inkml:trace contextRef="#ctx0" brushRef="#br0" timeOffset="-138450.04">6593 9604 302 0,'-1'0'190'15,"-1"-2"3"-15,-2 0-47 0,-3 1-23 0,-8-3-66 16,0 0-25-16,2 2 52 0,0 0-7 0,4 2 23 15,-2-1-7-15,-1-1-24 0,3 2 0 0,2 0-9 16,1 0-12-16,2 0 4 0,3 0-9 0,-1 0 5 16,-2 0-23-16,0 0-12 0,2 0 18 0,1 0-13 0,-1 0 38 15,2 0-9-15,2 0-5 0,1-2 0 0,27-6-12 16,13-3-2-16,3 0-3 0,2 0 0 0,-3 2-16 16,-6-1-6-16,2 1 1 0,-4 2-2 0,-6 1 2 0,1 2-1 15,-2-1 3-15,-4 1-2 0,-2 2-4 0,2 2 2 16,-6 0-1-16,-3 0 1 0,-2 0-4 0,-4 0 3 15,-2 0-3-15,1 0 3 0,-3 0-11 0,-1 0-4 16,-1 0 1-16,1 0-3 0,-4 0-11 0,-1 0-71 16,1 0-2-16,2 0-26 0,0 0-36 0,-1 0-62 15,1 0-15-15,-2 2-32 0,0-2-215 0</inkml:trace>
  <inkml:trace contextRef="#ctx0" brushRef="#br0" timeOffset="-138217.18">6866 9218 598 0,'-1'-2'241'0,"-1"0"-1"0,0 0-100 0,0-1-2 0,0-1-114 15,-2 0-18-15,1 1 61 0,-1-1-10 0,0 0 28 16,1 0-4-16,-1 3-46 0,2-1-2 0,0 0-15 16,0 0-18-16,0 0 1 0,1 2 5 0,-1 2-1 15,0 2 7-15,-4 11-3 0,-1 20 1 0,3 4 0 0,2 2 4 16,2 1-3-16,0-1-3 0,0 0 0 0,0-2-6 15,0 2-1-15,2-4 2 0,0-2-1 0,2-3 2 16,1-4-30-16,1-4-33 0,1-2-3 0,3-3-138 16,-1-4-110-16,0-1-65 0</inkml:trace>
  <inkml:trace contextRef="#ctx0" brushRef="#br0" timeOffset="-137661.08">7665 9084 1388 0,'-2'0'14'0,"0"0"0"0,0 0-5 0,-1-2 0 16,-1 1-3-16,0-1 25 0,2 0 21 0,0 0-5 15,1 0 7-15,-1 0-24 0,2 0-7 0,0 1 3 0,2-1-4 16,-1 0 7-16,1 2 10 0,22-13-6 0,2 2 8 15,2 3-7-15,-2 3-6 0,4 1 1 0,0 2-5 16,1 2-9-16,-3 4-9 0,-4 1 1 0,-2 5-4 16,-1 1-1-16,-4-9 11 0,-4 26-3 0,-2 1 7 15,-8 3-2-15,-1 5 1 0,21 0-1 0,-14 0 0 16,-7 4-2-16,-6 0-1 0,-5 0 3 0,-6-4-3 16,-2 2 5-16,-1-6-3 0,12 1-4 0,-22-3 1 15,0-1-8-15,2-4 6 0,0-4 1 0,4-5 2 0,-2-2 5 16,5-4-5-16,5 0-1 0,-3-5-1 0,4-4 2 15,0 7 17-15,2-4-2 0,5-3 5 0,-3 0-10 16,3-2 1-16,-1 0-6 0,1 0 2 0,3-2-9 0,-1-1-7 16,-9-16 6-16,2-5-8 0,5 0 0 0,4-2 7 15,2 7-8-15,4-3 8 0,2 5-11 0,-1 4 2 16,1 2 0-16,-1 4-1 0,1 1-6 0,11 2 8 16,3-9-4-16,0 6 5 0,1 3-2 0,-1 4-3 15,1 2 4-15,3 2-5 0,-2 3 8 0,2 2 0 16,0 3-2-16,-1 1 1 0,3 1 0 0,0 1-5 15,-2 0 6-15,2-2-6 0,2 0 4 0,1 2 4 0,-1-4-5 16,-2-2 4-16,-5-1-5 0,-7-4 0 0,7 3 0 16,-6-3 1-16,1 1 4 0,-1-1-11 0,2 0-7 15,-2-2-4-15,0-1-33 0,0-1-206 0,-2 0-19 16,1 0-94-16,11 0-340 0</inkml:trace>
  <inkml:trace contextRef="#ctx0" brushRef="#br0" timeOffset="-132167.79">8591 9027 32 0,'0'0'18'0,"0"-2"15"0,0 0 56 16,0 0 9-16,0-2-9 0,0 1-17 0,0-1-39 15,0-5-5-15,0-1 8 0,0 3 3 0,0 3 11 0,0-3 0 16,0 3 4-16,0-3-3 0,0 1 14 0,0-1-7 15,0 1 9-15,2-1 6 0,-2 1-1 0,0-1 4 16,0-1-5-16,2-1 1 0,0 0-10 0,-2-1-2 16,0 5-2-16,0-1-7 0,0 1-10 0,0 1 4 0,0 2-7 15,0-3 1-15,0 3-5 0,0 0 4 0,0-2-4 16,0 0-5-16,0 1-19 0,0 1-1 0,0 0-5 16,0 0 2-16,0 2 1 0,0 0 1 0,0 0 0 15,0 2-1-15,0 0 4 0,0 0-3 0,-2 16 4 16,0 5-9-16,2-3 3 0,0 2-2 0,0 1 4 15,0-1 1-15,0-2-9 0,0 3 3 0,0 1-3 16,0-2 6-16,0 2-2 0,0 2 1 0,2-2-3 0,0 0-2 16,0 1 4-16,0-5 2 0,-2 0 0 0,0-1-7 15,0 1 4-15,0-3-3 0,0 2 5 0,0-1-6 0,0-1 7 16,0 1-2-16,0-5 5 0,0 0-8 0,0 0 1 16,-2-3-3-16,0 1 1 0,0 0 9 0,0-2-4 15,-2 1 3-15,4-7-5 0,-3 5-4 0,1-3 4 16,0 1 2-16,0-2 1 0,2-3 1 0,-4 3 0 15,1-2 1-15,-5 4-1 0,3-3-3 0,-1 1 7 16,-1 2-6-16,1-3 7 0,4-3 2 0,-1 2-8 16,-1 0 5-16,0 0-7 0,0 0 7 0,3 0 0 15,-1-1-2-15,0 1 1 0,2 0-2 0,0 0 4 16,2 0-3-16,1-2 2 0,7 0-7 0,14 0 5 0,4-2-1 16,0-2 1-16,1-1-5 0,1-1 0 0,0-1-1 15,-1 1 1-15,-3 1-2 0,-1-1 1 0,-1 2-1 16,-6 1 0-16,3-1 1 0,-3 2 1 0,-8 2 0 15,4 0-1-15,-4 0-7 0,-1 0 7 0,0 0-3 0,-7 0 3 16,0 0-4-16,2 0 1 0,-1 0 1 0,1 0-1 16,0 0-13-16,0 0-17 0,-1 0-5 0,-1 0-8 15,0 0-69-15,0 0-62 0,0 0 1 0,0-2-21 16,-2 0-18-16,0 0-155 0</inkml:trace>
  <inkml:trace contextRef="#ctx0" brushRef="#br0" timeOffset="-131964.3">8389 9025 874 0,'0'0'38'0,"0"-2"-2"0,-2 0 5 15,2 0-3-15,0-1-10 0,0-9-3 0,0-1 51 16,4-3-7-16,1-1 20 0,3 0-10 0,3-3 0 16,-9-1-1-16,20 3-1 0,2 3-22 0,0 4-22 15,-1 2-1-15,-3 3-7 0,2 0-5 0,-3 5-12 16,-2-11 0-16,-1 3-3 0,-1 4 4 0,-4 3-9 15,0 2 3-15,1 0-3 0,-3 2 1 0,0-1-25 16,2 3-6-16,-3 0-10 0,3 3-33 0,0-3-95 16,2 16-1-16,2-1-44 0,2 1-126 0</inkml:trace>
  <inkml:trace contextRef="#ctx0" brushRef="#br0" timeOffset="-131665.95">9124 9457 808 0,'0'0'138'0,"0"0"-161"0,-2 0 159 0,0 0-78 16,1 0 5-16,-1 0 42 0,0 0-10 0,0 0 17 15,-2 0-32-15,1-1-31 0,-1-1 1 0,0 0-12 16,1 0-18-16,1 2 3 0,0-2-6 0,0 2 4 0,0 0-11 16,0 0 4-16,0 0 5 0,1 2-2 0,-1 0 3 15,0 9-3-15,-2 19-1 0,2 1 0 0,0 3 4 16,-1-5-6-16,-3 1 5 0,1 0-5 0,-1-2 4 0,0-2-4 15,1-2 6-15,-3 0-4 0,1-4 8 0,1 1-6 16,1-1-7-16,-1-3 3 0,3-2-14 0,-3 0 6 16,2-6-4-16,2-2 4 0,1 1-7 0,-1-3-4 15,2-3-6-15,0 0-1 0,0 2-31 0,0 0-35 16,0-1-1-16,0-1-15 0,0 0-29 0,0-2-49 16,0 0-56-16,2-2-12 0,-1 0-318 0</inkml:trace>
  <inkml:trace contextRef="#ctx0" brushRef="#br0" timeOffset="-131232.77">8959 9571 364 0,'0'-2'116'0,"0"0"22"0,-2 0-27 0,2-2-50 16,-5-12-5-16,1 5 15 0,2-6 21 0,2 4-1 0,0 0 7 15,2-4-16-15,2 2-10 0,3 0-2 0,4-1-3 16,-9 5-21-16,18-1-17 0,1 5 0 0,-4 5-5 16,-1-9-2-16,-5 5 3 0,1 3-5 0,-1 1 6 15,-2 2 1-15,2 2 1 0,-5 0 4 0,-1 1-3 16,-3 10 2-16,13 11-7 0,-4 2 5 0,-7-3-6 15,-4 3 1-15,-2 0-3 0,-4-2 2 0,-1 2-2 16,-2-2-4-16,-2-2 6 0,-2-1-8 0,5-5 8 0,-12-1-14 16,5 0 2-16,2-4-5 0,2-1 4 15,3-3-7-15,-1-3-3 0,3-1 1 0,3 1-2 0,-1 0 3 16,0 0-11-16,2-1 3 0,1-1-5 0,-1 0 7 16,2 0 4-16,0 0 2 0,2 0 0 0,-1-1 2 0,1-1 1 15,24 4-5-15,-3-4 1 0,4 0-6 0,-4 0 9 16,-3 0-4-16,0 0 6 0,-5 0-11 0,0 2 6 15,-2 2 3-15,0 1 1 0,-5-1 2 0,-5-2 3 16,-1 0-6-16,7 11 4 0,1 2-3 0,-3 1 0 16,-3-1 4-16,-2 2-2 0,-2-2 7 0,-2 1-9 15,-2-1 5-15,-3 0-7 0,-3-2 1 0,5 0 5 16,-14 0-1-16,3-2 3 0,-3 0-5 0,0-1 4 0,-5-5-8 16,4 1 6-16,-2-3-8 0,3 10-2 0,10-7 5 15,-2 0-4-15,1-3 4 0,1 1-46 0,-2-2-10 16,5-2-16-16,5 0-69 0,-3-2-121 0,2 0-47 15</inkml:trace>
  <inkml:trace contextRef="#ctx0" brushRef="#br0" timeOffset="-130838.86">9301 9667 1430 0,'-2'0'47'0,"0"0"-62"0,0 0 56 0,0 0-30 0,0-2 5 16,0 1 22-16,1-1-9 0,-1 0 12 0,0 0-20 16,0 0-14-16,2 0 1 0,0-1-4 0,0-1 10 0,7-7 10 15,-5 1-1-15,24 5 2 0,-2 3-8 0,-1-13-10 16,-3 6 2-16,-1 3-3 0,-3 6 13 0,-1 0-5 16,0 2 5-16,-6 2-5 0,1 1 8 0,-5 1 8 15,-3 20 0-15,15 0 2 0,-8 0-2 0,-7-2-2 16,-2 0-1-16,-6 2 1 0,-3-2 3 0,-2 1-7 15,-4-1 5-15,10-2-6 0,-18-2 3 0,3-3 0 16,3-4-4-16,2 0 4 0,0-4-4 0,4 1-3 16,2-5-7-16,2 1 2 0,1-4-7 0,2-1 5 15,2 1 0-15,-1 2-1 0,-1 0-12 0,0-1 6 0,2-1-2 16,1 0 4-16,-1 0-1 0,2 0 3 0,0 0 3 16,2-2-2-16,-1 0 0 0,12 0-7 0,13-4 1 15,4-2-3-15,0 1 9 0,0-1-7 0,1 1-2 16,-1-1-1-16,-4 4 0 0,-4 0 0 0,0 1 4 15,-1-1-4-15,-1 0 1 0,-3 2 3 0,0 0-6 0,-8 0 1 16,2 0-26-16,0 0-29 0,-1-2-4 0,1 0-11 16,5-3-39-16,3-3-157 0,-1 1-3 0</inkml:trace>
  <inkml:trace contextRef="#ctx0" brushRef="#br0" timeOffset="-130424.64">10203 8553 1253 0,'0'0'35'0,"-2"0"5"0,0-2 1 16,-1 1-17-16,1 1 5 0,-9-8 43 0,-1 1 34 15,1-1-2-15,2 3 2 0,-2-1-63 0,3 4-5 0,-1-1-5 16,0 1 3-16,-2 0-1 0,0 2-5 0,-1 0-1 16,1 4-3-16,2 1-7 0,0 3 5 0,-2 23-3 15,1 4 2-15,1 3-6 0,2 0-3 0,-1 5-3 16,6 5 1-16,-1 1-3 0,-22-3-1 0,12-1 6 0,6-3-6 16,3 1 8-16,4 2-3 0,0-1-3 0,4 1 2 15,2-2-8-15,1 1 2 0,2-5 0 0,2-2 0 16,1-2 2-16,-1-5-2 0,2 0 0 0,-2-6-1 15,2-2-6-15,-2-5 10 0,0 0-4 0,10-1 5 16,-1-1-9-16,0 2 2 0,3-2-2 0,-1-4 1 16,-2-5-16-16,3-5-11 0,1 3-2 0,0-2-5 15,-2 4-26-15,6-5-35 0,0 14-56 0,2-9 9 0,3-8-161 16</inkml:trace>
  <inkml:trace contextRef="#ctx0" brushRef="#br0" timeOffset="-130110">10723 8889 1106 0,'-2'-2'29'0,"0"1"56"0,-2-3-55 0,-1 2 58 16,-6-9-3-16,1 2 22 0,-3-3-10 0,8 5-31 0,-1 1-2 15,1-1-9-15,1 3-16 0,0 1-2 0,1-1-4 16,-1 2 1-16,0 0-15 0,2 0-3 0,0 2 7 15,1 0-4-15,-1 2 7 0,0 2-9 0,-9 16 4 16,0 14-4-16,3 1 12 0,3 0-11 0,1 2 0 16,0 2-2-16,0-1 4 0,1 2-3 0,-3 1-3 0,1 2 1 15,1-2-2-15,0-2-11 0,0 2 6 0,1-4-8 16,1 0 10-16,-2-6-7 0,0-3 2 0,3-4-4 16,-1-1-1-16,2-5 3 0,0 3-6 0,0-8 4 15,0-4-15-15,0-2-30 0,0 1 1 0,0-6-14 16,2 3-38-16,-1-1-53 0,1 0-15 0,2-2-16 15,0-2-86-15</inkml:trace>
  <inkml:trace contextRef="#ctx0" brushRef="#br0" timeOffset="-129630.02">10507 8938 693 0,'0'-2'48'0,"-1"0"84"0,-1-2-110 0,-2-11 35 16,-2-7-5-16,3 3 17 0,-1-1 6 0,2 1-22 15,2 6-5-15,6-5-2 0,3-1-8 0,2 1 2 16,-5-3 5-16,22 3-1 0,-4-1 10 0,5 6-3 16,-6-4-5-16,-1 8 0 0,4 7-28 0,-7-11-4 15,1 4 2-15,-3 7-2 0,-2 2 2 0,-4 4 14 0,0 1-5 16,-6 1 9-16,-1 18-5 0,15 4-4 0,-6 5 2 16,-10-1-2-16,-3 0 11 0,-3-6-7 0,-5 0 2 15,-1-2-4-15,0-4-1 0,-2-1-5 0,9-3 1 16,-17-1-4-16,4-2-7 0,0-3-2 0,4-1-5 15,2-4 3-15,0-1-5 0,3-2-1 0,4-2-3 0,0 0 0 16,-1 4-5-16,-1-1-7 0,2 1 7 0,0-2-6 16,0 0 16-16,2 0-6 0,0 0 3 0,2-2-4 15,0 0 2-15,2 0 4 0,5 0-4 0,12-2 3 16,-1 0-5-16,2 2 4 0,-1 0-2 0,1 0 3 16,-2 0 2-16,-5 2-2 0,2 1 1 0,-4 1-2 15,-2 0 0-15,-2 0 1 0,1 1 5 0,-3-1-2 0,-1 0 11 16,-4-4-5-16,3 7 9 0,-1 0-5 0,0 3 10 15,-3-3 6-15,1 4-10 0,-2-1 9 0,-2 1-13 16,-1 0 0-16,-1-2 1 0,-3 2-1 0,-3 2 1 16,1-2-4-16,-10 1 2 0,-1-3-4 0,1 0 2 0,1-3-4 15,-1-1-2-15,4 1 0 0,1-4-5 0,1 1-3 16,1-1 2-16,3 6-2 0,4-5 1 0,1-1-7 16,-4 2-7-16,5-2-3 0,-1 0-41 0,0 0-62 15,1-1 5-15,1-1-27 0,0 0-28 0,2 0-84 16,0-1-32-16</inkml:trace>
  <inkml:trace contextRef="#ctx0" brushRef="#br0" timeOffset="-129427.14">11031 9017 765 0,'0'0'268'0,"0"0"-361"0,0 0 320 16,0 0-176-16,2-1 4 0,0-1 102 0,0 0-23 15,-1 0 44-15,3 0-69 0,-2 2-45 0,18-9-4 0,-1 1-13 16,5 3-15-16,0-1-4 0,-3 3-2 0,-1 1-2 15,-1 0-17-15,-6 0 3 0,2 0-7 0,-2 2 5 16,0 0-3-16,1 0-1 0,-2 0 2 0,1 0-3 16,-4 0-1-16,-2 0-32 0,3 0-11 0,-1 0-12 15,0 0-62-15,-3 0-40 0,-1 0-15 0,3 0-18 16,1-2-149-16</inkml:trace>
  <inkml:trace contextRef="#ctx0" brushRef="#br0" timeOffset="-129193.52">11278 8748 1205 0,'0'0'31'0,"0"0"-1"0,-2 0 75 16,0 0-7-16,-1 0 22 0,-1 0 11 0,0 0-48 15,0 0-4-15,1 0-18 0,1 0-52 0,0 2 27 16,0 0-10-16,0 0 15 0,0 1-15 0,1 7 3 16,-3 10-6-16,2 4 3 0,2 0-9 0,0 2 1 15,0 0-1-15,0-1-1 0,0 1-8 0,0 0-2 16,0-2 3-16,0 0-3 0,0 0 3 0,0-4-9 0,0 1 1 15,0-3-3-15,-2-3 2 0,0 0-21 0,2 0-2 16,0-4-13-16,0 0-58 0,0-3-79 0,2-1-6 16,-2-5-28-16,4 2-69 0</inkml:trace>
  <inkml:trace contextRef="#ctx0" brushRef="#br0" timeOffset="-128962.56">11603 8787 1367 0,'-2'0'23'0,"0"0"42"16,0 0-21-16,1 0 81 0,-1 0-16 0,0 0 32 0,0 0-64 0,0 0-56 15,0 0 2-15,0 0-17 0,1 0 17 16,-1 0 0-16,0 2 5 0,2 0-5 0,0 2 2 0,0 1-7 16,0 12 5-16,2 5-5 0,0 0 6 0,1 3-5 15,1-1 1-15,0-2-2 0,-1 0-2 0,-1-1-8 16,0-1 2-16,0 1-4 0,-2-3 3 0,0-1-7 15,0 0 1-15,0-4-2 0,0-2 2 0,0-2-6 16,0 0-7-16,0-3-2 0,0 1-39 0,0-3-92 16,0 0-10-16,0-1-33 0,2 1-81 0</inkml:trace>
  <inkml:trace contextRef="#ctx0" brushRef="#br0" timeOffset="-128573.05">11675 8434 791 0,'-2'0'403'0,"1"0"-573"0,-3-1 486 0,-2-1-279 15,-5-4-13-15,0 1 73 0,4 1-12 0,-1 0 28 16,3 2-45-16,3 2-34 0,0 0-7 0,-2-2-7 16,1 1-24-16,1-1 7 0,0 0 1 0,0 0 5 15,0 0 5-15,2 0 8 0,0 2-4 0,2 0 7 16,0 0-4-16,2 0 5 0,-1 0-1 0,14 8 3 0,3 1 0 15,-1 2-1-15,1 0-2 0,1 2 1 0,1 2-6 16,-2-9-7-16,5 20 4 0,-3-4-6 0,-4 6-5 16,1-2 6-16,-4-2-7 0,-4 8 6 0,4-7-7 0,-2 9 0 15,-2-1 1-15,2 6-1 0,-4-2-4 0,2-3 9 16,-1 1-5-16,-5-5 6 0,-3 0-12 0,2 1 9 16,-2-1-2-16,16 1 5 0,-5-1-4 0,-5 2 4 15,-5-1 3-15,-3 1 1 0,-3-1 6 0,-3-1-6 16,-1 2-2-16,-3-1 0 0,1-3 2 0,0-2-5 15,-2-4 4-15,0 1-4 0,-2-1-1 0,0-2-5 16,1-3 0-16,1-2 0 0,0 0-3 0,6-6 0 16,-3 0-4-16,3-1-1 0,3-6-26 0,-4 1-37 0,2-1-22 15,3-2-11-15,-3 4-139 0,0-2-158 0</inkml:trace>
  <inkml:trace contextRef="#ctx0" brushRef="#br0" timeOffset="-128284.78">12318 8770 1104 0,'-2'0'121'0,"0"0"281"0,0 0-404 16,0 0 43-16,0 0-5 0,1 0 20 0,-1 0 6 0,0 0-25 15,2 0 6-15,0 0-12 0,0 0 0 0,2 0 2 16,1 0-9-16,7-1 6 0,16-5-19 0,-2 0 1 16,0-1-4-16,0 0 3 0,-2-1-5 0,-3 3-13 15,0-1-3-15,-5 2-8 0,-1 2-40 0,-1 1-44 16,-5 1-6-16,-1 0-15 0,-5 0-51 0,3 1-174 16</inkml:trace>
  <inkml:trace contextRef="#ctx0" brushRef="#br0" timeOffset="-128129.11">12386 8945 1020 0,'0'0'116'0,"0"0"-158"0,0 0 143 16,-1 2-78-16,-1 0 18 0,2 0 55 0,0-1-12 16,0 1 24-16,0 0-37 0,0 0-29 0,0 0-5 15,2 2-7-15,-1-1-5 0,1 1 15 0,2 0-2 16,2-1 4-16,12 7-14 0,4-3-11 0,4-3-2 0,0-4-2 16,6-2-6-16,0-4-49 0,1-1-14 0,2-4-17 15,-3 0-82-15,7-2-121 0</inkml:trace>
  <inkml:trace contextRef="#ctx0" brushRef="#br0" timeOffset="-127591.29">13177 8438 1523 0,'-1'0'19'0,"-1"0"-3"0,0-2 72 16,-2 2 3-16,-11-5 17 0,0-3 23 0,2 3-62 15,2-1 1-15,4 4-22 0,3 2-19 0,2 0-7 16,-1 0 2-16,-1-2-4 0,0 1 3 0,0-1-12 16,1 0 7-16,1 2-7 0,0 0 5 0,0 2 3 15,0 0-3-15,0 1 4 0,1 5-6 0,-5 16 10 16,0 4-9-16,1 3 10 0,1 1-8 0,-1 7-8 16,-1-6 7-16,0 1-8 0,1 3 1 0,-1-2-3 0,1 4-3 15,1 2 2-15,0-6-5 0,1-3 4 0,-1-3-2 16,2-1 3-16,2-2-3 0,0 2-1 0,0-6 0 15,2 3 0-15,2-3-1 0,-1-4-2 0,3 1 2 16,-1-2-1-16,1-4-2 0,1 0 0 0,-5-2 2 0,15-4 0 16,0-1 8-16,-1-2-9 0,3-3 1 0,0 12-5 15,-1-3 8-15,3-5-1 0,1-1 1 0,0-4-2 16,0-2 1-16,1-3-1 0,-3-3 1 0,1 1-2 16,1-4 1-16,-2-1 0 0,-1-1-1 0,-1 0 1 15,-1 10 0-15,0-14-3 0,1 0 5 0,-3 1-3 16,0-3 5-16,-4 4 3 0,-3-2-2 0,-3-1 1 15,1 1-2-15,-4-5 0 0,13 1-1 0,-4-1 0 0,-4-6-7 16,-5 2 8-16,-2-2-3 0,0 1 7 0,-2 2-6 16,-3-4 2-16,-3-1-1 0,-3-2 2 0,-2 1 2 15,0 1 2-15,-2-1-1 0,0 3 0 0,-1 0-3 0,12 4 6 16,-17 3 1-16,3 5 1 0,-4 1 0 0,1 4-3 16,-1 1 3-16,-2 5-2 0,1 1 4 0,1-11-6 15,0 4 0-15,0 4-1 0,-1 5-3 0,3 2-3 16,1 4-2-16,3 3 0 0,-1 2-5 0,2 1 10 15,0-7-6-15,2 16 3 0,2-6-24 0,5 2-19 16,3-2 0-16,1 3-11 0,-6-4-40 0,3-3-188 16,1 0 1-16,4-3-81 0,0 9-163 0</inkml:trace>
  <inkml:trace contextRef="#ctx0" brushRef="#br0" timeOffset="-123436.67">2414 11699 13 0,'0'0'25'16,"0"0"21"-16,0 0 60 0,0-2 22 0,0 0 0 0,0 0-15 16,0 0-36-16,0 0-5 0,-2-1 3 0,0-1 9 15,2 2-3-15,-3-7-2 0,-1-1-3 0,0 1-23 16,0 0 8-16,1 1-1 0,1 3 2 0,0 1-8 0,2 2-10 16,-2-1-3-16,2 1-1 0,0 0-2 0,0 0 8 15,0 0 0-15,-4-2 3 0,1 1-5 0,1-1-21 16,0 0 0-16,0 2-7 0,0 1 9 0,0-1 1 15,1 0-4-15,1 0 2 0,0 0-11 0,1 0 6 16,3 0 2-16,5-5-1 0,17-10-9 0,0 2 0 16,0 2-5-16,0 2 2 0,0 2-6 0,-1 2 0 15,-1 1 0-15,0 0 0 0,-6 3 0 0,-3 1 1 16,-4 0 1-16,-7 2 1 0,2 0 3 0,-4 0 0 0,1 0 3 16,1 0-1-16,-2 0 1 0,0 0 0 0,0 0-4 15,-2 0 2-15,0 0-9 0,-2 2 0 0,-6 0 3 16,-21 7-1-16,3 0 0 0,-2 2 5 0,0 1-7 15,0-1 7-15,-2 0 1 0,6 0-4 0,0 0 7 0,4-2-7 16,-1 3 8-16,6-3-7 0,-1 2 4 0,1-2-6 16,4-1 9-16,1-5-11 0,3 10 3 0,3 0-5 15,0 2-7-15,1 0 7 0,-8 2-7 0,-1 1 8 16,5-1-2-16,3 4-8 0,4-7 7 0,0 5-8 16,4-2 11-16,2-4 3 0,1 1 3 0,0-4-1 15,1 1-2-15,14 2 4 0,2 0-7 0,2-4 7 16,2 0-7-16,-2-1 0 0,2 1 2 0,0 2-2 0,-2-1 1 15,0 3-1-15,-2-2 0 0,-4 2 0 0,-3-2 11 16,0 2-10-16,-8-4 7 0,0 2-7 0,-3 0 20 16,-4 1 10-16,7-1 5 0,-3 0 0 0,-1 0 3 0,-3 0-8 15,-2 0-2-15,-2 2-1 0,-3 0-5 0,-5 0 3 16,-3 0-6-16,-14 2 5 0,-1-2-4 0,0-2-2 16,-2 0 2-16,2-1-4 0,0 1-7 0,2-2 1 15,0 0-6-15,0-1 4 0,0-1-6 0,0-1-3 16,0-1 4-16,4-1-5 0,0 0-1 0,5-2-6 15,-3 13 3-15,5-8-4 0,-4 0-5 0,6-3-19 16,4-2-19-16,-2-2-2 0,9 0-84 0,-2 0-42 16,1-2-10-16,1 0-11 0,0 0-44 0,2-1-130 0</inkml:trace>
  <inkml:trace contextRef="#ctx0" brushRef="#br0" timeOffset="-123263.81">2388 11567 1439 0,'0'0'21'16,"0"0"2"-16,0 0 0 0,0 0 3 0,0 0-1 16,0 0 71-16,0 0-19 0,2 0 7 0,0 0-16 15,0 0-22-15,1 0-22 0,20 2-8 0,4-1-3 16,1-1-11-16,6 0-4 0,1-1 6 0,-2-3-7 0,6 0-9 16,-1-1-90-16,4-1-14 0,1-1-33 0,1-1-116 15</inkml:trace>
  <inkml:trace contextRef="#ctx0" brushRef="#br0" timeOffset="-122809.25">3331 11500 1401 0,'0'0'18'0,"-2"0"1"0,1 0-4 15,-1 0 10-15,0 0-5 0,-2 0 76 0,0 0-13 0,-1 0 8 16,-3 0-16-16,-1 0-29 0,5 0-12 0,-1 0-10 15,1 0 1-15,2 0-20 0,0 0 11 0,-1 4 1 16,-1 1 3-16,-7 16-2 0,0 6 3 0,3 1-4 16,3 8 4-16,1-1-5 0,2 4-1 0,0 2-2 15,0 1 1-15,1 3 1 0,-1-6-6 0,0 5 6 0,0-1-8 16,0-6-3-16,0 2 1 0,0-7-3 16,1-2 5-16,-1-3 3 0,0-1-10 0,-2-3 6 0,0-5-6 15,1-1 9-15,1-4-5 0,-2 0 0 0,0-2-1 16,1-2 4-16,-1-1-6 0,0-3 1 0,4-3-2 15,-2 2 7-15,1-2 3 0,-5 2-1 0,0-1 1 16,1 1-2-16,1-2 12 0,-1 0-3 0,1 0 6 16,0-1-1-16,2-1 2 0,-1 0-2 0,1 0 0 0,0 0-10 15,-2 2-8-15,0 0-3 0,1 0-1 0,1 0 0 16,0 0 2-16,0 0-1 0,2-2 2 0,0 0 3 16,2 0 0-16,0 0 2 0,2 0-3 0,12 0-7 15,8-2 5-15,4-2-3 0,2 0 4 0,0-1-4 0,-1-1-2 16,5 1 1-16,-6-1 0 0,0 2-5 0,-2 1 3 15,-4-1 1-15,-2 2 2 0,2-2-1 0,-1 1-4 16,-1-1-5-16,-5 2 1 0,-4 0-13 0,-1-2-11 16,-3 3-5-16,2-3-6 0,-1 0-41 0,-6 4-29 15,-1 0-10-15,1-4-9 0,4-7-47 0,-1-2-39 16,-3-2-19-16,-2-1-14 0,-3-3-142 0</inkml:trace>
  <inkml:trace contextRef="#ctx0" brushRef="#br0" timeOffset="-122597.95">3129 11606 997 0,'-2'0'123'0,"0"0"21"0,0-2-43 0,0 0-50 16,1 0-13-16,-1 0 15 0,0 0 15 0,0 1 7 0,0-1 1 15,2 0 9-15,0 0-24 0,0 0 1 0,2 0-10 16,2 0-13-16,12-3-22 0,16-1-3 0,0 1-5 16,-1 1-1-16,-1 2-6 0,-2 2 3 0,3 0-5 15,-1 2-8-15,2 2-12 0,-7-1-21 0,5 3 0 16,-6 0-91-16,4 3-41 0,-2 2-16 0,0 2-18 15,6 4-152-15</inkml:trace>
  <inkml:trace contextRef="#ctx0" brushRef="#br0" timeOffset="-122286.66">3911 12100 902 0,'0'0'29'0,"0"0"54"0,0 0-21 0,0 0 70 15,0 0-5-15,0 0 23 0,0-2-28 0,0 0-21 16,0 0-5-16,0 0-7 0,0 0-34 0,0 0-6 15,0 1-3-15,-2-1 0 0,0 0-4 0,0 0-10 16,0 0 0-16,0 0-5 0,0 0-11 0,1 1-4 16,-3-1-1-16,0 2 0 0,-1 0-4 0,-5 3 4 15,-1 5-7-15,-2-6 7 0,-2 22-5 0,-1 0-1 0,3 2 7 16,0 0-4-16,0 2 10 0,1-2 2 0,-1 2 0 16,0-2 0-16,10-2-6 0,-3-2-4 0,4 2-3 15,-11-3 0-15,4-3-3 0,5 1 0 0,4-4 2 16,0-2 0-16,4-2-1 0,2 0-1 0,1 0 0 0,-1-2-1 15,16-3-2-15,-2-2-1 0,4-1 0 0,-1-1-2 16,-1 0 0-16,0 13 1 0,1-4-9 0,-3-4 6 16,2-3-14-16,-3-4 0 0,1 0-4 0,1-2-5 15,-3-1-72-15,3-3-87 0,-1-1-17 0,2-3-26 16,2-3-101-16</inkml:trace>
  <inkml:trace contextRef="#ctx0" brushRef="#br0" timeOffset="-122060.15">4375 12194 811 0,'0'0'492'0,"-2"0"-696"15,0 0 588-15,-2 0-332 0,-7-2 10 0,-4 1 47 16,0-1-6-16,2 2 13 0,0 0-31 0,4 0-32 16,2 0 4-16,1 0-17 0,2 0-17 0,1 2-6 15,-1-1 0-15,0 3-2 0,-5 11-3 0,0 7 6 16,1 2-1-16,5 2 3 0,1 2-1 0,2 4-9 15,2-1 1-15,1 3-3 0,-1-3 0 0,2 3-1 0,-2-3 0 16,0-1-1-16,1 0-6 0,-1-4-3 0,0-2 2 16,2-2-1-16,-1 0 5 0,1-7-7 0,2 2-5 15,-1-2-3-15,-1-6-30 0,-2-3-104 0,0-3-8 16,1 1-37-16,-1-4-71 0,21 8-279 0</inkml:trace>
  <inkml:trace contextRef="#ctx0" brushRef="#br0" timeOffset="-121770.2">4672 12133 1375 0,'-2'0'43'0,"0"0"99"0,0 0-133 0,0 0 71 15,1 0-4-15,-1 0 26 0,0 0-15 0,0 0-41 16,0 0 1-16,0 0-14 0,2 0-4 0,0 0-4 15,2 0-1-15,4 0 0 0,23-6 0 0,7 1-4 16,3-3 1-16,7-1 0 0,-1 2 2 0,1-3-9 16,0 1-1-16,-7 2-2 0,-1-1-5 0,-5 3-6 15,-7 3 4-15,-4 0-4 0,-1 0-3 0,-5 2-6 16,-4 0 0-16,-5 0-2 0,-3 0-15 0,-1 0-78 16,1 0 0-16,2 2-32 0,-3-2-57 0,-1 0-71 0,2 0-47 15</inkml:trace>
  <inkml:trace contextRef="#ctx0" brushRef="#br0" timeOffset="-121523.35">5002 11825 1152 0,'-2'0'73'0,"1"-2"157"16,-1 0-202-16,-2 0 72 0,0 0-13 0,2 2 32 15,-1 0-13-15,-1 0-39 0,0-2 4 0,1 2-19 16,-1 0-26-16,0 0-9 0,2 0-3 0,0 2 1 0,1 2 1 15,-3 7 3-15,-4 19 0 0,5 3 3 0,3 3 9 16,0 3-10-16,5 3 5 0,1 3-7 0,-2-4 0 16,-3-2-2-16,-1-2-4 0,2-2 2 0,0 0-10 15,0-1-2-15,0-3 2 0,0-1-3 0,0-2-6 0,-1-4 6 16,1-5-4-16,0-3 5 0,0 1-16 0,0-6-65 16,0-2-30-16,0-1-21 0,-1-4-191 0</inkml:trace>
  <inkml:trace contextRef="#ctx0" brushRef="#br0" timeOffset="-120492.9">6347 11622 654 0,'0'0'82'0,"-2"0"18"0,0 0-32 0,0-1-41 0,0-1-5 16,0 0 7-16,-1 0 34 0,1 0-2 0,0 0 12 16,0-1 11-16,0-1-18 0,0 0 4 0,0 0-10 15,1-1-11-15,-1-3 9 0,0-1-8 0,2 0 9 16,0 0-11-16,0-3 4 0,2 1 0 0,1 2 1 15,5-4-7-15,-3 6-18 0,3-1 2 0,9 3-8 0,1 1-10 16,3-11 2-16,1 6-6 0,-2 5 5 0,-1 2-4 16,3 4-7-16,0 4 4 0,3 5-5 0,-3 4 9 15,-5-8-3-15,-1 23 0 0,-5-1-2 0,-1 5 1 16,-3 1-1-16,0-1 2 0,-1 5-2 0,16-2 10 0,-9 0-1 16,-9 0 7-16,-4 0-6 0,-6 0 5 0,-1-2 2 15,-4 1-3-15,-8-1 4 0,1-2-4 0,5 1-4 16,-17-3 2-16,-3-5-3 0,-1 0 8 0,3-3-10 15,-3-5 4-15,5-3-7 0,-1-2 6 0,4-4 2 16,-2 1 0-16,4-5 1 0,2-3 2 0,1 13-3 16,3-8 0-16,-1-3-2 0,2-4-9 0,4 0 2 15,2-2-6-15,4-1 5 0,1-1-14 0,2-5 8 0,3-12-1 16,-1 4 4-16,-9 1-8 0,5 5 3 0,0-2 1 16,3 1 0-16,1-1-2 0,2-3 1 0,0 6-3 15,2 1 4-15,1 2-2 0,-1 3 1 0,6-2 1 16,14-8 1-16,2 1-4 0,4 3 3 0,2 5-5 0,-1 3 6 15,5 4-3-15,-1 3 3 0,3 5 0 0,-1 1 2 16,2 0-4-16,0-2 1 0,0 2 3 0,-1 0 0 16,-9-1 1-16,3 1-5 0,-2-2 1 0,0 2-1 15,-4-1 3-15,0-1-1 0,-4-2-2 0,1 1 1 16,-4-1 4-16,-3-1-5 0,-2-1 2 0,-5-1-3 16,0 0 8-16,-1-2-5 0,0-1 3 0,-1 1-4 15,1 0-2-15,-3 0-3 0,3 0-1 0,-4-2-1 0,2 2-8 16,-1 0-91-16,1-2-43 0,3 0-36 0,6-2-326 15</inkml:trace>
  <inkml:trace contextRef="#ctx0" brushRef="#br0" timeOffset="-119089.81">7288 11853 840 0,'-2'0'61'0,"0"0"-2"0,0 0 34 0,0 0-5 15,-1 0-2-15,-1 0 17 0,0 0-3 0,1 0-3 16,-1 0-2-16,0 0-15 0,2 0-8 0,0 0-10 16,1 0-1-16,-1 0-39 0,0 0-1 0,0 0 6 15,2-2-4-15,0 0 11 0,0 0-9 0,2 0 9 0,0 0-8 16,0 0 12-16,-1-1-11 0,1-1 2 0,2 0-5 16,0 1 0-16,-1 1-3 0,1 0-1 0,0 0 1 15,0 0 1-15,-1 0-8 0,1 0 3 0,0 1-4 16,-1-1-3-16,-1 0-4 0,0 0-1 0,0 0 1 15,0 0 0-15,0 0-10 0,0 1-2 0,-1-1-4 0,1 0-16 16,0 0-91-16,0 0-9 0,-2 0-34 0,0 1-80 16,2-1-81-16,0 0-101 0</inkml:trace>
  <inkml:trace contextRef="#ctx0" brushRef="#br0" timeOffset="-118091.23">7850 11511 446 0,'0'0'36'0,"0"0"4"0,0-2 2 16,0 0 1-16,0-1-5 0,0 1 55 0,-3-15-17 15,-1 0 7-15,2 1-11 0,-1-3 10 0,1 2-14 16,-2-1 4-16,2-3-10 0,0 3-5 0,0-3 5 16,1 6-8-16,1 6 8 0,-2-2-6 0,2 5 9 15,0-1 3-15,0 1 0 0,0 5-4 0,0-3-11 16,0 0-11-16,0 0 2 0,0 1-32 0,0-1 0 15,0 2 0-15,0 0-1 0,0 0 0 0,0 2-3 0,0 2 0 16,0 0-1-16,0 4 5 0,-2 20-1 0,0 5 1 16,0-1-1-16,2 5-1 0,0-1 11 0,0 1-4 15,0-2 6-15,0 3-7 0,0-5 3 0,2 3-1 0,0-3 1 16,2 3 0-16,-1-3-11 0,1 1 5 0,0-2-9 16,-1-1 2-16,1 3 2 0,0-10-6 0,-2 2 5 15,-1-2-6-15,1-5-1 0,2 5 2 0,-2-5-2 16,0-2-2-16,0-2 1 0,-2-2-6 0,0-2 3 15,1 3-11-15,1-3-51 0,-2-2-1 0,2 3-23 16,-2-5-55-16,0-3-11 0,2 2-6 0,0-1-3 16,0-1-47-16,1-2-181 0</inkml:trace>
  <inkml:trace contextRef="#ctx0" brushRef="#br0" timeOffset="-117636.02">8322 11450 1140 0,'-2'0'37'0,"0"0"71"0,1 0-99 0,-1 0 73 16,0 0-11-16,-2 0 34 0,0 0 0 0,-1 0-30 15,-4 0 0-15,1 0-13 0,-1 0-27 0,0 0-8 16,3 2-4-16,-1 1 1 0,1 1-4 0,-1 7 5 16,-3 10 2-16,3 1 2 0,3 2 2 0,0 4-12 0,1-2-3 15,-1 0-2-15,-2-2 1 0,-10 2-1 0,5 0 3 16,5-2-3-16,2 2 2 0,4-4 5 0,0-1-2 15,0-1 1-15,2 1-14 0,4-3 6 0,-1-3-7 16,5 0 7-16,-3-4-3 0,4-2-4 0,11 2 3 0,-5-7-3 16,4-2 4-16,3 2-5 0,2-2 2 0,0 14-3 15,0-5-3-15,-4-5 0 0,-2-4-1 0,5-2 2 16,-3-2 3-16,0-4-2 0,2-3 4 0,-2-2-3 16,1-4 4-16,-7 13-2 0,1-16-1 0,-6-3 1 15,-1-1-3-15,-5-2 2 0,-1-2-3 0,14-2 2 16,-6 4-6-16,-7-2 12 0,-1-2-4 0,-4 0 5 0,-4 0-10 15,-1 2 6-15,-5 0 0 0,-1 2 1 0,-2 0-3 16,0 2 0-16,11 3 3 0,-16 3-1 0,-5 1 8 16,5 4-5-16,-1 1 1 0,3 7-2 0,-1-1 3 15,2-7-12-15,-2 3 1 0,1 3-5 0,1 3 3 0,0 2-3 16,0 2-2-16,0 3 1 0,0 3 0 0,1 3-7 16,1-2 5-16,1 13-7 0,3 1 0 0,4-3-28 15,1 2-21-15,-11 1-3 0,6-3-73 0,7-3-40 16,2 1 0-16,4-3-20 0,1-2-60 0</inkml:trace>
  <inkml:trace contextRef="#ctx0" brushRef="#br0" timeOffset="-117277.96">8985 11240 1151 0,'0'-2'32'0,"-2"0"-1"0,0-2 13 0,-3-9 20 0,-3-3-11 15,1-3 77-15,1 6-20 0,-3-5 2 0,2 3-11 16,1 4-26-16,0 0-18 0,5 7-6 0,-1-2-1 16,2 4-7-16,0 1-14 0,0-1-2 0,-2-2-5 15,0 0-13-15,0 2 0 0,0 1 4 0,0 1-2 16,1 0 8-16,-1 1 1 0,2 3-2 0,-10 28 3 16,7-3 1-16,1 7-4 0,2 1 3 0,2-2-4 0,-2 2 2 15,2 2-6-15,-1 0 2 0,3-2-3 0,0 2 1 16,1-3-6-16,-1 1-2 0,0-2-1 0,1-2-2 15,1-1 3-15,0 0-1 0,1-6 1 0,0 1-5 0,1-4 4 16,-1-1-4-16,1-2 2 0,-3-7-2 0,3 2 0 16,-1 2 0-16,-3-8-1 0,3 6-6 0,-3-8-7 15,-4-5-2-15,2 2-7 0,0 0-54 0,1-1-64 16,1 1-14-16,0-2-17 0,3 0-64 0,8 0-213 16</inkml:trace>
  <inkml:trace contextRef="#ctx0" brushRef="#br0" timeOffset="-116917.02">9388 11550 641 0,'0'0'202'0,"0"0"-278"0,0 0 245 0,0 0-137 15,0 0 10-15,0 0 49 0,0 0-8 0,0-2 20 16,0 0-22-16,0 0-12 0,0 1 2 0,0-1-4 16,0 0 10-16,0 0-9 0,0 0 7 0,0 0-6 0,0 0 8 15,0 1-23-15,0-1-6 0,0 0-5 0,0 0-16 16,0 0 4-16,0 2-2 0,0 0 4 0,0 0-2 16,0 0-5-16,-2 2 6 0,2 0-6 0,-2 0 0 15,2 0-6-15,0-1 4 0,0 1-3 0,0 0 6 0,0 0-4 16,0 0-3-16,0 0 2 0,0 0-2 0,0-1 2 15,0 1-4-15,0 0 2 0,0 0-10 0,0 0 5 16,0 0 2-16,0 0 0 0,0-1 1 0,0 1-7 16,0 0-1-16,0-2 0 0,0 0-2 0,0 0-8 15,0 0 1-15,0 0-2 0,0 0 2 0,0 0-13 16,0 0-9-16,0 0-7 0,0 0-73 0,0 0-160 16,0 0-37-16,0 0-81 0,0 0-497 0</inkml:trace>
  <inkml:trace contextRef="#ctx0" brushRef="#br0" timeOffset="-116032.49">10116 11010 1052 0,'0'0'9'0,"0"-2"1"0,-2 0 54 0,0-2 3 16,-2-3 20-16,-3-4 48 0,1 1-29 0,1 1-3 0,-1 0-11 16,2 1-31-16,3 5-9 0,-1-1-1 0,2 2-2 15,0 0-1-15,-2-1-15 0,0-1 0 0,0 0-7 16,0 2-9-16,0 0-6 0,1 1 0 0,-1-1-1 15,0 2 5-15,0 0 7 0,0 2-3 0,0-1 2 16,-1 9-4-16,-3 23 4 0,2 4 1 0,2-1-1 16,1 3-9-16,-1-6 8 0,2 2-6 0,0 2 5 15,0-1-10-15,0 3-2 0,0-6-1 0,0 0 0 0,0-1-7 16,0 1 2-16,0-3 1 0,0-4 2 0,0 0 0 16,-2-4-5-16,0 1 4 0,0-3-3 0,0-1 1 15,0-3 4-15,-1-1-3 0,-1-2 3 0,0-2 1 0,2-3-2 16,1-3 4-16,-1-1-2 0,0 0 5 0,-2 1-2 15,0-1 4-15,-1 0 0 0,-3 1 13 0,-5 3-4 16,6-4-7-16,-4-1 3 0,0-1-11 0,7-2 12 16,-3 0-4-16,1 0 4 0,0 0-3 0,1 0-5 15,1 0 3-15,2 0-4 0,-1 0 0 0,-1 0-4 16,0 0-2-16,2 0-1 0,0 0-6 0,1 0 4 16,1-2-3-16,0 0 3 0,1 1-6 0,1-1 5 0,2 0 1 15,16-7 1-15,8-3-2 0,-2 1 3 0,2 0-5 16,4 2 3-16,-3 0-4 0,-1 1 2 0,0 1 1 15,-4 1 0-15,2 1 8 0,-3 1-11 0,1 0 6 16,-2 0-8-16,-3 3-5 0,-3-1 8 0,-1 2-11 16,-7 0 10-16,-1 0-15 0,2 0-3 0,-3 0-5 0,1 0-2 15,3 0-53-15,-5 0-20 0,4-2-10 0,-3 2 0 16,-2 0-27-16,-1-2-11 0,1 0-9 0,-2 0-3 16,0 0-58-16,0 1-99 0</inkml:trace>
  <inkml:trace contextRef="#ctx0" brushRef="#br0" timeOffset="-115814.24">9921 11047 938 0,'-2'0'109'0,"-2"-2"12"15,-11-4-2-15,-7-5-26 0,5 2-11 0,4 2 25 0,6 3-20 16,-1 0-5-16,7 4-8 0,-3-2-43 0,0-1-3 16,2-1 0-16,0 0 2 0,2 0 15 0,2 1-1 15,0-1-6-15,7 2 2 0,23-3-12 0,0 1-4 16,1-4 3-16,2 3-5 0,2 1-5 0,1-1-9 15,2 3-2-15,-1 0-2 0,0-20-7 0,-3 10-4 16,-3 5-2-16,-3 3-2 0,-4 4-13 0,-2 0-70 16,0 2-8-16,-3 2-24 0,5 1-65 0,-2 1-73 0,-2 1-59 15</inkml:trace>
  <inkml:trace contextRef="#ctx0" brushRef="#br0" timeOffset="-115577.56">10719 11275 980 0,'0'0'178'0,"0"2"-248"0,-2 0 210 0,0 2-119 16,-1 3-2-16,-8 17 92 0,-1 2-17 0,1-2 37 15,0 2-34-15,2 2-17 0,0-2-9 0,-1 2-3 16,1 0-31-16,2-2 2 0,-1 2 4 0,3-2-3 16,1 0 3-16,0-6-17 0,0 2-4 0,3 1-4 15,-1-5-12-15,0 1 1 0,2-2 0 0,0-3 0 0,0 1-1 16,0-7-7-16,0 1-6 0,0-3-2 0,0-3-7 15,0 5-13-15,0-5-14 0,2 1-5 0,0 0-68 16,-1-2-29-16,1-1-8 0,0 1-14 0,0-2-95 0,0-2-182 16</inkml:trace>
  <inkml:trace contextRef="#ctx0" brushRef="#br0" timeOffset="-115198.24">10576 11524 448 0,'0'0'302'0,"-2"-2"-365"15,0 0 348-15,-1 0-179 0,-1-1-40 0,2-1 42 16,-2-3-3-16,-1-3 15 0,-1 1-17 0,3 0-31 15,1-1-5-15,0-3-8 0,2 2-7 0,2-2 0 16,5-3 0-16,2 3-2 0,-1-2-6 0,16 2-5 0,2 5-5 16,-6 3 0-16,-1 1-17 0,0-9-4 0,-5 6 0 15,1 3 0-15,0 4 7 0,-6 2-6 0,1 1 4 16,-5 1-5-16,-1 11-2 0,13 11 1 0,-6 2 3 16,-6 0-2-16,-5-2-2 0,-1 0-2 0,-5 0-4 15,-1 0 2-15,-3-2-5 0,1-2 1 0,-2-1 3 0,2-5-2 16,-1 1 3-16,3-4-5 0,-1 0-4 0,1-2 1 15,1-2 0-15,5-3-4 0,-1-2 4 0,0-1-5 16,0 1 2-16,2 2 1 0,0-3 1 0,0 5 0 16,2-1-4-16,2 3 6 0,1-1-2 0,4 4 4 15,-7-6 0-15,17 3-2 0,-1-1 2 0,1 2-1 0,1 2 5 16,-7-4 0-16,2 6 0 0,-4-2 1 0,-3 0 3 16,-3 2 1-16,-3 0 1 0,8-2 1 0,-5-4 13 15,1 2 6-15,-3 2-5 0,-3 0 4 0,0 0-9 16,-3 4-4-16,-3-4-2 0,-3 2-2 0,1 1-8 0,-14-6-3 15,0 1 0-15,0-7 0 0,-1-1-3 0,-1 1 0 16,4 11-2-16,-3-4-3 0,-1-4-14 0,8-5-22 16,-7-2-14-16,10 0-5 0,10 0-67 0,-1-2-66 15,0-1-9-15,0-7-29 0,3-14-119 0</inkml:trace>
  <inkml:trace contextRef="#ctx0" brushRef="#br0" timeOffset="-114747.06">10970 11595 1547 0,'0'0'29'0,"-2"0"3"0,0 0-11 0,0 0 15 0,-1-2-12 16,-1 0 101-16,0 0-34 0,0 0 1 0,1 0-20 16,-1 0-42-16,2 1-10 0,0-1-3 0,0-2-1 15,2 0 6-15,0 1 2 0,2-9 4 0,2 3-2 16,3 0 10-16,5 1-13 0,10 3 3 0,0 1-8 15,4-13-5-15,-2 8-3 0,0 4-4 0,-1 5 2 16,-10 0-1-16,3 3 13 0,-5 3-3 0,-1-1 5 0,1 7-9 16,-4 14-5-16,-5 0 2 0,2 0-3 0,13 1 0 15,-6 1 6-15,-6 2-4 0,-5-2 5 0,0 3-5 16,-3-3-5-16,-3 2 6 0,-1-4-5 0,-5-2 5 0,1 0-6 16,-2-3 3-16,0-1-4 0,0-1 3 0,2-5-4 15,2-1 3-15,1-3-3 0,5-5 1 0,-1 1 6 16,4-4-7-16,-4 1 8 0,1 1-1 0,1 0-3 15,0-2 3-15,0 0-5 0,0-1 0 0,0 1-3 16,0 0 2-16,2 0-1 0,0-2 8 0,2 0-6 16,0 0 0-16,2 0-3 0,14 0 4 0,7 0-1 15,-5-2 3-15,-1 0-3 0,-1 0-2 0,4 1-1 16,1-1 3-16,1 0-3 0,-4 2 4 0,-3 0 0 16,-2 0-7-16,-2 0 3 0,-2 0 0 0,-2 0-5 15,-1 0 6-15,-3 0-6 0,5 0 2 0,-7 0-3 0,3 0-9 16,-4 0 3-16,1 0-32 0,3-2-106 0,-2 0-9 15,7-5-43-15,-6 1-127 0,5-18-296 0</inkml:trace>
  <inkml:trace contextRef="#ctx0" brushRef="#br0" timeOffset="-114463.9">11607 11147 708 0,'0'0'565'0,"0"0"-823"16,0 0 683-16,0 0-399 0,0 0-18 0,0 0 82 16,0 0-5-16,0-2 30 0,2 0-17 0,-1 1-22 15,3-1-7-15,2 2-3 0,16-6-10 0,0 1-17 16,2 1-3-16,-1 0-6 0,-1 2-20 0,0 0-5 15,-3 1 2-15,-1 1-3 0,-1 0 5 0,-6 0-19 16,0 0 7-16,-3 0-13 0,-5 0-11 0,-1 0-90 0,2 1-12 16,0 1-35-16,-1 0-128 0</inkml:trace>
  <inkml:trace contextRef="#ctx0" brushRef="#br0" timeOffset="-114266.77">11787 11422 1261 0,'0'0'283'0,"0"0"-415"0,-2 2 347 0,0 0-197 16,2-1 56-16,0 1 65 0,0 0-10 0,0 0 18 16,0 0-70-16,0 0-24 0,2 0-4 0,0-1-6 15,1 1-16-15,9 4-14 0,6 1 3 0,4-1-7 16,3-4-3-16,-1-2-11 0,4-4-4 0,-6 0-3 0,-7 1-16 16,3-5-121-16,1 1-12 0,-1-3-51 0,8-3-169 15</inkml:trace>
  <inkml:trace contextRef="#ctx0" brushRef="#br0" timeOffset="-113643.14">12643 10737 1189 0,'0'0'24'0,"0"0"5"0,0-2-2 0,0 0 3 16,-2 0 0-16,0 0 96 0,0 0-20 0,0-1 7 16,0 1-17-16,1-2-30 0,-1 2 1 0,2 0-8 0,0 1 3 15,-2-1-22-15,0 0-5 0,0 0 0 0,0 0-1 16,0 2-2-16,1 0 10 0,-1 0-8 0,0 2 9 16,-2 2-8-16,-1 3-4 0,-12 17 1 0,2 2-5 15,2 2 4-15,2 0-6 0,-2 5 2 0,2 1-6 16,3-1-11-16,1 6 2 0,1-2-3 0,3-1 2 15,1-1 2-15,0-2-10 0,2-1 1 0,0 3-4 16,4 2 0-16,-1-3-4 0,3-3 6 0,-1-1-4 16,3-4 3-16,1 0-1 0,2-2-3 0,-1-3 2 0,1-1 6 15,2-1-5-15,-2-5-1 0,-2-2-3 0,8-3-2 16,0 0 5-16,1-1-2 0,-3-5 3 0,9 1-2 16,-2-2 2-16,-7 9 0 0,4-2 1 0,-2-3-2 0,-4-4 1 15,9-2 0-15,-2-2 0 0,4-4 4 0,4-3-4 16,-4-2-1-16,2-2-1 0,-5 0 4 0,-1 5-4 15,1-14 2-15,-7-4-4 0,-1-4 0 0,-3 4 5 16,-5-5-1-16,1 5 3 0,-2-4-5 0,14-1 2 16,-7 3-1-16,-3 0 1 0,-5 0 1 0,-3 0 3 15,-1-1-2-15,-5-1 1 0,-3 0-6 0,-4 4 5 16,-2 0-1-16,13 2 4 0,-24 2-1 0,-6 1-5 16,3 5 1-16,-5 3-2 0,1 0 3 0,-2 5 5 0,-4 1-4 15,7 5 3-15,-5-20-5 0,4 10 2 0,-3 9 0 16,3 3 0-16,5 2 0 0,6 3 3 0,-1 3-3 15,3 3 2-15,5 0-5 0,-2 0 1 0,8 13 3 16,2 4 0-16,1 0 3 0,4 2-5 0,-16-3 4 0,8-1-4 16,5 0 3-16,3-1-9 0,2 1 5 0,4 0-6 15,1-2 9-15,1-4-4 0,1 0 0 0,3 1-2 16,-3-4-2-16,0-3-15 0,3 3-13 0,-3-6-3 16,1 0-80-16,-5-1-77 0,12-3-6 0,2 1-29 15,3-3-82-15</inkml:trace>
  <inkml:trace contextRef="#ctx0" brushRef="#br0" timeOffset="-113416.9">13304 11138 1925 0,'-2'0'136'0,"0"0"-196"16,0 2 162-16,-2 0-89 0,1-1 41 0,-1 1 42 15,0 0-1-15,1 0 6 0,-1 2-51 0,0-1-30 16,2 1-1-16,0 0-8 0,1 0 0 0,-1-1-5 16,2 1 2-16,0 1-4 0,2 1 0 0,-2-4 0 0,0 0-4 15,3 1 1-15,1-1-3 0,7 6-5 0,0-3 4 16,-3-1-5-16,-3-2-8 0,1 0-71 0,-2 0-9 16,-1-1-30-16,1-1-120 0,0 0-176 0</inkml:trace>
  <inkml:trace contextRef="#ctx0" brushRef="#br0" timeOffset="-112965.7">13486 10657 1398 0,'-2'0'270'0,"-2"0"-390"0,-22-6 327 0,-2 1-184 0,12 1 44 16,1 0 54-16,2 1-8 0,2 1 15 0,3 0-55 0,4 2-43 15,3 0 2-15,-3-2-19 0,0 0-19 0,2 0 12 16,0 0-5-16,2 1 8 0,0-1-9 0,2 0 12 16,2 0-6-16,13-4 10 0,16-1-3 0,2 1-8 15,1 3 11-15,-7 1-9 0,-1-2 9 0,0 2-6 16,0 0 0-16,0 2-2 0,1 0-8 0,-1 2 5 16,0 0-5-16,-2 2 7 0,0 1 2 0,-7 1-10 15,-3 0 6-15,-3-1-6 0,-1 3 11 0,-3-7 7 16,0 18 2-16,-3 1 2 0,-3 1 6 0,-1 1-14 15,0 0 3-15,15 3-5 0,-6 1 3 0,-4-2-2 0,-3 4 0 16,-2-2-2-16,-2 3-6 0,0-1 2 0,-2 0 3 16,0 2-1-16,0-4 2 0,-1 3 3 0,-1-1-6 15,0-2 6-15,1 2-5 0,-1 0 4 0,0 0 0 0,0 0 2 16,3-2 5-16,-3-2 2 0,0-2-1 0,0 4 0 16,1 0-10-16,1-2-6 0,-2-2 1 0,0-1-3 15,1-3 2-15,-1 3-4 0,2-4 3 0,0-4-3 16,0 0 3-16,2-4-7 0,0 0-1 0,0-3-3 15,0-3-2-15,0 3-20 0,0-4-1 0,0 2-10 16,0-1-47-16,0 1-49 0,0-2-18 0,2 0-13 16,0-2-91-16,0 0-139 0,2-2-109 0</inkml:trace>
  <inkml:trace contextRef="#ctx0" brushRef="#br0" timeOffset="-112600.16">13701 11039 1384 0,'-2'0'38'0,"-2"0"2"0,-18 0 38 16,-8-1 9-16,4 1 3 0,8 0 63 0,-6 0-34 16,5 0-4-16,4 0-13 0,1 0-44 0,8 0-24 15,4 0-4-15,-2 0-8 0,1 0-22 0,1 0 9 0,0 0-4 16,0 0 7-16,2 0-9 0,2 0 3 0,0 0 3 15,7 0 0-15,17 0 8 0,6 0-3 0,1 0 2 16,6-4-1-16,0 0 9 0,-2 0-3 0,2 1-5 0,-4 1 1 16,1-2-6-16,-1 0 6 0,-2 3-2 0,-1-1 2 15,1 0-7-15,-1 0 4 0,-2-2-2 0,-4 2 1 16,-4-1-9-16,-3 1 11 0,-5 0-1 0,1 0 3 16,-4 2-3-16,2 0-6 0,-3 0 0 0,-5 0-3 15,-1 0-1-15,0 0 0 0,-1 0-2 0,1 0 3 16,0 0 1-16,-2 0-13 0,0 0-1 0,-1 0-7 0,1 0-26 15,0 0-91-15,0-2-50 0,0 0-30 0,0 1-324 16</inkml:trace>
  <inkml:trace contextRef="#ctx0" brushRef="#br0" timeOffset="-105674.98">4484 13479 256 0,'-2'0'130'16,"1"0"-56"-16,-1 0 53 0,0 0 20 0,-2 0-66 15,0 0 11-15,1 0 6 0,-1 0 4 0,-3 2-7 16,1-2-26-16,2 0-12 0,1 0-8 0,1 0 2 15,-2 2-13-15,0-2-13 0,1 0 5 0,1 0-7 0,0 0 16 16,0 0-2-16,2 0 5 0,2 0-4 16,0 0-8-16,1-2-4 0,10-2-7 0,2 1 4 0,9-5-8 15,-5 3-2-15,1-1 3 0,3 0-2 0,-7 1 0 0,1 1-3 16,-2 0-2-16,-2 3 0 0,0-1 6 0,-2 0-7 16,-3 2 1-16,-1 0-4 0,-1 0 1 0,-3 0 6 15,-1 0 1-15,2-2 2 0,0 0 12 0,-1 2 4 16,-1 0-4-16,0 0-1 0,0 0-22 0,-2 0 7 15,0 0-4-15,-2 0 4 0,0 2-5 0,0-2 6 16,-20 13-4-16,-2 2 4 0,2-13-11 0,-6 20 8 16,2 4-2-16,-2-2 3 0,6-2-5 0,1-1 0 15,8-3-2-15,-2 1 1 0,6-4-5 0,2 2 1 0,3 1 0 16,2-3-1-16,-7 0-1 0,3 0-3 0,2-1-2 16,4 1 2-16,4-2 5 0,2-2-5 0,-3-3 7 15,22-3-5-15,-1 1 10 0,2 0-4 0,0-1 0 16,2 3-2-16,-2-1 1 0,-2 2 0 0,-2-1 4 0,-2 3-4 15,3-2 2-15,-5 2-3 0,1-1 2 0,-4 1 0 16,-4 0 14-16,-4 0-3 0,1 0 6 0,-5-2-5 16,-1 3 13-16,7-1 8 0,-1 0 0 0,-3 0 3 15,-1 2 1-15,-4-2-17 0,0 2 5 0,-2-4-7 16,-1 3 9-16,-5-1-18 0,-1 0 1 0,1-2-6 16,-10 2 5-16,-1-1 3 0,1-1-5 0,-3-2 2 15,-1-1-14-15,0-2 2 0,1-1 2 0,5-1 1 16,-5 13 2-16,-1-4-5 0,-2-3 0 0,-4-5-3 0,8-1-4 15,7-2-3-15,-4 0-2 0,4-2-1 0,-2-1-12 16,0-1-42-16,-2-2 3 0,6 3-19 0,0-3-26 16,4 2-23-16,3 2-7 0,0-1-5 0,2-1-26 0,-7-9-28 15,2-2 0-15,1-2-17 0,2-1-72 0</inkml:trace>
  <inkml:trace contextRef="#ctx0" brushRef="#br0" timeOffset="-105527.21">4386 13715 159 0,'0'-2'142'0,"0"0"-10"0,0-2 62 16,2-8-6-16,1-9-27 0,3-1-34 0,1 0-18 15,1-1 8-15,1 3-11 0,4-2 8 0,0 1-9 16,-11-3-5-16,20 4-2 0,2-1-21 0,2 4-30 0,2 4 0 16,-2 0-13-16,-2 2-20 0,1 2-5 0,1 3-4 15,-1 3 1-15,0-1-3 0,-3 2-4 0,0 0 1 16,2 0-1-16,0 1 5 0,1-1-29 0,1 0-14 16,1 0-12-16,1-2-92 0,0 1-66 0,2-1-30 15,0-2-35-15,7 3-343 0</inkml:trace>
  <inkml:trace contextRef="#ctx0" brushRef="#br0" timeOffset="-105096.64">5370 13455 949 0,'0'0'233'0,"0"0"-300"0,-2 0 270 0,0 0-148 0,0 0-38 15,0 0 73-15,1 0-19 0,-1 0 36 0,0 0-18 0,0 2-16 16,0 0-5-16,0 0-6 0,-1 3-33 0,-9 21-1 15,3 2-2-15,4-4-1 0,1 0-1 0,2 4-3 16,0 0 0-16,0 0-2 0,0 3-10 0,1 1-5 16,1-2 3-16,0 3-4 0,0-3 5 0,0-6-4 15,0 0-4-15,0-4 2 0,0 1 0 0,0-3-4 16,0 1 0-16,-2 0-4 0,0-3-6 0,0 1 11 16,-2-2-3-16,-1-2 4 0,-1-2-1 0,1 0-2 15,-1-2-3-15,1-1 1 0,-1-1 0 0,-5-3 5 0,-4 0 1 16,6-2 0-16,-2 7 4 0,5-5-8 0,2-3 2 15,1 1-5-15,1-2-1 0,-2 2 9 0,0 0 4 16,2 0 3-16,1-2 2 0,-1 0 10 0,2 0-5 16,0 0 7-16,2-2 2 0,1 0-6 0,12-5 3 15,19-8-6-15,-1 0-2 0,-2 2-2 0,3-2-2 0,-3 0 1 16,1 2-3-16,0 0-8 0,-1 2 3 0,-3 0-3 16,0 0 3-16,-4 3-3 0,0 1 0 0,-3 0-2 15,-5 1 0-15,-3 2 0 0,-5 2-3 0,-1 1 0 16,-1-1-11-16,-3 0-56 0,1 0 1 0,0 0-25 15,-2 0-56-15,0 0-72 0,-1 1-22 0,-1-1-31 16,0-2-218-16</inkml:trace>
  <inkml:trace contextRef="#ctx0" brushRef="#br0" timeOffset="-104945.92">5114 13561 1443 0,'-2'0'37'0,"0"0"-1"0,0-2 12 15,-2 0 5-15,3 0-8 0,-1 0 27 0,0 1 9 16,0-1-6-16,2 0 5 0,0 0-31 0,2 0-15 15,3 0-4-15,29-5-3 0,1 1-14 0,-3 3-13 16,-3-1 3-16,1 2-6 0,0 2-1 0,-2 0-7 16,1 0-6-16,-1 2-3 0,-2 0-56 0,2 1-77 15,0 3-16-15,2 0-28 0,-1 3-145 0</inkml:trace>
  <inkml:trace contextRef="#ctx0" brushRef="#br0" timeOffset="-104650.92">6111 13761 856 0,'0'0'246'0,"0"0"-327"0,-2-2 285 0,0 2-156 16,0-1-15-16,0-1 75 0,0 0-13 0,1 0 28 15,-1 0-39-15,0 0-17 0,0 0-6 0,0 1-4 16,0-1-24-16,-1 0-15 0,-1 0 5 0,-4-2-7 16,-6-1 6-16,-1 1 0 0,-2 2-2 0,-3 2 1 15,-1 2-6-15,3 5 5 0,-1 3-5 0,-3-8 5 0,5 25-1 16,-3-1 4-16,-1 0-2 0,6 6 2 0,-1-2-5 15,5 1 5-15,-1 3-5 0,11-1 3 0,-1 2-15 16,-17-1 1-16,8-1 7 0,7-3-5 0,4 0 3 0,4-8-5 16,5 0 2-16,2-3-1 0,-9-4 8 0,24 0-2 15,0-2-11-15,2-8 6 0,4-1-17 0,-3 14 6 16,1-8 1-16,-4-7 0 0,0-3-5 0,0-1-8 16,-4-5-2-16,2-3-4 0,-5-1-28 0,1-3-126 15,1 12-7-15,-3-20-49 0,3-3-119 0</inkml:trace>
  <inkml:trace contextRef="#ctx0" brushRef="#br0" timeOffset="-104417.77">6443 13871 1256 0,'-2'0'137'0,"0"0"-163"0,-1 0 161 15,-1 0-79-15,-9 2 26 0,2 1 26 0,0 1-7 16,3 0 6-16,1 1-40 0,1 5-13 0,3 10-4 0,-1 4-4 15,-13 0-15-15,4 4 0 0,6 2-2 0,3 3 0 16,4 1-12-16,0 1 2 0,4 0-3 0,1 1 2 16,1-3-10-16,-1-3-2 0,3 0-2 0,-3-6 1 15,5 3-4-15,-5-6-4 0,1-3 1 0,-1-1-4 16,-1-8-10-16,0 1-44 0,-2-5-24 0,1 1-12 16,-1-2-123-16,6-3-71 0,7 9-58 0</inkml:trace>
  <inkml:trace contextRef="#ctx0" brushRef="#br0" timeOffset="-104164.1">6827 13785 1590 0,'-1'0'23'0,"-1"0"47"0,0 0-48 0,0 0 48 15,0 0-8-15,0 0 22 0,2 0-2 0,0 0-9 16,0 0-5-16,2 0-4 0,0 2-18 0,2-2-18 15,12 2 12-15,10 2-15 0,4-2 0 0,4-2-8 0,-1-2-3 16,4-4 1-16,2 1-3 0,-4-1-9 0,4 1-4 16,2-3-1-16,-5 3 1 0,-5-1-2 0,-3 0 3 15,-2 3-6-15,-6-1-9 0,1 0-52 0,-6 2-9 0,-6 1-21 16,0-1-84-16,-3 2-85 0,1 0-52 0</inkml:trace>
  <inkml:trace contextRef="#ctx0" brushRef="#br0" timeOffset="-103963.16">7091 13509 1393 0,'0'0'20'0,"-2"0"41"0,0 0-31 16,1 0 56-16,1 0-1 0,0 2 17 0,0 0-15 16,0 1-16-16,0 10-8 0,0 11-1 0,3 4-20 0,3 4-1 15,3 5-3-15,0 0 1 0,-1 2 0 0,1 2-21 16,-1-2 8-16,-3 0-13 0,1 0-1 0,-3-4-10 15,1 0-2-15,0-1 0 0,0-4-2 0,-3-3-11 16,1-1-7-16,0-3-11 0,0-5-123 0,-2-1-366 16</inkml:trace>
  <inkml:trace contextRef="#ctx0" brushRef="#br0" timeOffset="-102856.99">8172 13254 211 0,'0'0'69'16,"0"0"2"-16,-2 0 17 0,0 0-4 0,0-1-10 15,0-1 35-15,0 0 4 0,1 0-9 0,-1 0 5 16,0-2-16-16,0 1-13 0,2 1 3 0,-2-6-8 16,-2 3 3-16,3-3-19 0,-3 3-1 0,0-1-8 0,0 1-12 15,3 1-2-15,1 0 9 0,0 2-6 0,0-1 12 16,0 1-13-16,1-2 0 0,3 0-4 0,4-1 1 16,12-6-11-16,8 1 3 0,-2 7-6 0,4 3-7 15,-3 2-7-15,-1 3 0 0,-1 4-1 0,-1 3 3 0,-4 1 2 16,-3-2-3-16,-2 15 2 0,0 3-4 0,-4 1 3 15,0 2 0-15,-4 1 2 0,-1 4 5 0,-4-5 9 16,20 5 1-16,-11 0 3 0,-9-2-4 0,-2 6-11 16,-6-2 4-16,-3-3-5 0,-4 1 5 0,-2-2 2 15,-1-4-5-15,14 1 4 0,-22-6-4 0,-2-4-3 16,1-3 1-16,1-4-2 0,2-2-1 0,5-4 0 16,2-3 1-16,-1-5 0 0,-3 12 3 0,2-5 5 15,3-4-5-15,1-3 3 0,5-1-16 0,-1 0 6 0,0-3-1 16,5 1 2-16,2 0-3 0,-11-18-5 0,6-1 2 15,3 1-3-15,4-3 7 0,0 5-6 0,2 1 1 16,3 0-1-16,1 3 8 0,1-1-9 0,1 4 1 0,-1 3-4 16,10 3 4-16,5 3 3 0,4-15 2 0,-5 8-2 15,1 1-10-15,-2 5 7 0,1 1-4 0,-1 0 6 16,2 2-2-16,-3 2 7 0,1 0-4 0,-3 1 3 16,2 1-10-16,-1 2 4 0,-1-3-1 0,0 3 2 15,-1-1 2-15,-3-1-7 0,2 2 3 0,-4-3-5 16,0 1-3-16,-1 0 4 0,-3-2-8 0,1 0 3 15,-1-1-26-15,0 3-97 0,-1-2 7 0,1 0-45 0,3 0-65 16,-1 0-116-16,2-2-132 0</inkml:trace>
  <inkml:trace contextRef="#ctx0" brushRef="#br0" timeOffset="-101825.22">9015 13240 476 0,'0'0'83'0,"0"0"-119"0,0 0 110 0,0 0-59 16,0-2 44-16,0 0 26 0,0 0-7 0,0 0 10 15,0 0-24-15,0 0-5 0,0 1-11 0,0-1 4 16,0 0-14-16,0 0 6 0,0 0 3 0,0 0-4 16,0 0-8-16,0 1 13 0,0-1 0 0,0 0 5 0,0 0 7 15,0 0-14-15,0 0 4 0,0 0-6 16,0 1 7-16,0-1-5 0,0 0 0 0,0 0-2 0,-2 0-3 15,0 0-5-15,0 2-2 0,0 0-1 0,0 0-10 16,1 0 4-16,-1 0-5 0,0 0 4 0,0 0-5 0,0 0-1 16,0 0 1-16,0 0-2 0,1 0-4 0,-1 0-6 15,0 0 1-15,0 0-1 0,0 0 1 0,0 0-4 16,0 0 3-16,1 0-4 0,-1 0 8 0,0 0-7 16,0 0 0-16,0 0-2 0,0 0 1 0,0 0 3 15,1 0 1-15,-1 2 0 0,0-2 0 0,0 2-5 16,0-2 1-16,2 0-3 0,-2 2 1 0,0-2 1 15,1 0-2-15,1 0 2 0,0 0-1 0,0 0-1 16,0 0 3-16,0 2-3 0,0-2 2 0,0 0-4 0,0 2 1 16,0-1-2-16,0-1 1 0,0 2 6 0,0 0-6 15,0 0 5-15,0 0-3 0,0 0-2 0,0 0 1 16,0-1-1-16,0 1 3 0,0 0-2 0,-2 2 4 16,0 0-3-16,0-1 6 0,2 1-10 0,-4 5 5 0,1 1-5 15,1-1 4-15,-2 2 4 0,2-2-3 0,0 1 3 16,0 1-6-16,1 4 9 0,1-1-8 0,0 1 8 15,0 0-10-15,0 2-1 0,0 1 3 0,1 1-1 16,1 0 8-16,2 1-8 0,-2-5 5 0,3 2-6 16,1 1 3-16,-2-5-2 0,1 4-1 0,-1-4 0 15,0-4 4-15,1 2 1 0,-1-1-3 0,0-3 1 16,1 2-3-16,3 2 1 0,-5-5 0 0,1 3 2 0,9-1-2 16,-2-5 5-16,2 5-4 0,0-3 4 0,0 3-3 15,2-1 2-15,-2 3 0 0,2-1-2 0,0-2-8 16,0-1 11-16,-2-2-5 0,1-1 6 0,-1-1-7 0,-1 0 3 15,2-2-2-15,-2 0 2 0,1-2-4 0,0-2 2 16,0 1 1-16,1-5 0 0,1 1 5 0,-2-1-8 16,0-1 6-16,-2 2-6 0,2 5 9 0,-1-13-4 15,1 4-3-15,-2 0 1 0,-2-6-2 0,0 2 3 16,-3 2-1-16,-2-2 2 0,1 2 2 0,-1 4-2 16,0-6-3-16,-1 2 2 0,5 4 5 0,-1-4-6 15,-1 4 4-15,-3-1-5 0,1 3 5 0,0-2-8 16,-2-3 4-16,0 3-5 0,-2-2 4 0,0 0 3 15,0 2-3-15,0-3 4 0,0 1 2 0,-2-2-9 0,-2 0 4 16,-2 0-5-16,-1-2 2 0,0 1 6 0,-1-1-4 16,-1 0 3-16,1 2-1 0,-1 0 0 0,0-2-1 15,0 4 0-15,7-2-4 0,-11 4 3 0,3-1 0 0,-1 3 0 16,-2-1-2-16,2 3 5 0,-2-1-1 0,2 3 1 16,0 1-7-16,2-6 2 0,-3 1 3 0,1 1-1 15,-2 1 3-15,2 1-2 0,-4 2-5 0,2 2 2 16,0 0-1-16,4 0-4 0,0 2 5 0,-4 4-5 15,3-1 9-15,-1 3-2 0,0-1-5 0,4 10 1 16,-1-1-5-16,5 3-5 0,-3-4 5 0,2 0-7 16,-5-2-12-16,2 0-83 0,3-4-12 0,2 0-29 0,2 1-82 15,0-3-84-15,2-1-74 0</inkml:trace>
  <inkml:trace contextRef="#ctx0" brushRef="#br0" timeOffset="-100731">9911 13201 492 0,'-1'0'28'0,"-1"0"82"16,0 0-106-16,0 0 74 0,0 0-10 0,0 0 30 0,0 0-2 15,-1 0-11-15,-5 0 4 0,-3-2-9 0,0 0-5 16,5 2-23-16,3 0 0 0,1 0-9 0,-2-2-8 0,0 2-1 15,3-2 1-15,-1 0-1 0,0 0 1 0,0 1 12 16,2-1-6-16,0 0 8 0,0 0-9 0,2 0 0 16,0 0 6-16,0 0-3 0,1 1-3 0,1-1-4 15,13-9-2-15,-4 3 1 0,2-1-4 0,1 0 1 16,3 1-5-16,3 1 3 0,0 1-9 0,-1 2-10 16,-3 3 0-16,1 1-3 0,0 1-9 0,-3 3 8 15,-1 2-2-15,2 3 6 0,-2 2 1 0,-2 0-7 16,0 15-1-16,-4 2-1 0,-2 2-1 0,3 0 6 0,-5-1 3 15,-3 1-1-15,0 0 5 0,17 1-7 0,-8-3-3 16,-6 4 0-16,-5-1 6 0,-2-3-1 0,-3 4 4 16,-1-6-3-16,-3 0 3 0,-2 0 2 0,-2 3-6 15,2-4 4-15,1-7-5 0,1-1 0 0,2-6 2 0,1-4-2 16,-1 3-5-16,-6-5 6 0,2 1-2 0,-1-4 2 16,1 7-6-16,2-4 0 0,0-1 3 0,-1-2-1 15,1-2 4-15,2 0 3 0,-1-2-7 0,5 0 6 16,1 2-5-16,-2-3-7 0,-3-7 5 0,1-1-5 15,2 2 1-15,1-2-1 0,1-2 2 0,2 4-1 16,0-1 1-16,0 3-2 0,2 1 0 0,1-1-1 16,3-1 0-16,16 1 1 0,2-2 0 0,2 1 1 15,2 3 8-15,0-3 1 0,2 5-7 0,-1-1 4 0,1 0-8 16,0 2 4-16,-4 0 0 0,0-14 1 0,4 5-2 16,-8 7 5-16,-2 0-2 0,1 2 0 0,-16 2-5 0,8 0 0 15,-2 0 0-15,-7 0 0 0,7 0 0 0,-5 0-1 16,1 2-2-16,2 0-1 0,-5-2-16 0,2 2-66 15,-3-2-24-15,1 0-30 0,4 2-221 0</inkml:trace>
  <inkml:trace contextRef="#ctx0" brushRef="#br0" timeOffset="-98287.93">11250 12800 92 0,'0'0'42'0,"0"0"12"16,0-2 42-16,2 0 3 0,0 0 8 0,0 0-23 15,0 0 9-15,-1-1-16 0,1-1-3 0,-2 2-4 16,4-7-3-16,0-1 3 0,-1-1 13 0,-1 4-8 15,2-2 4-15,-2 1-6 0,2-5 2 0,-3 4-20 16,1-2 10-16,0 0-12 0,-2 3 8 0,2-1-6 16,-2 0-1-16,0 1-1 0,0 1 0 0,0-3-12 15,0 5 2-15,0-3-4 0,0 1 4 0,-2 0-12 16,0-1 4-16,2 4-6 0,0 1 2 0,-2-1-17 0,2 2 1 16,0 0-4-16,-1-1 3 0,-3-1-3 0,0 0-2 15,2 4-1-15,-7-4-9 0,-2 1 1 0,-4 1 1 16,0 2 2-16,2 2 3 0,0 1 0 0,2 5 0 15,-4-4 1-15,0 20 2 0,0 4-6 0,-1-1 4 0,3 7-3 16,0-3 6-16,0 5-8 0,2 5 4 0,1 1-5 16,3 7 1-16,1 1 9 0,1-8-11 0,-1 7 10 15,1-1-11-15,1-2 1 0,-22 4 1 0,13-1-1 16,9-3 1-16,4 1 6 0,2-3-6 0,4-3 6 16,3 0-7-16,4 0 5 0,0-8 0 0,5 1 0 15,1-1-5-15,-13 0 6 0,18-1-4 0,2-2 5 16,3-1-3-16,-4-5-3 0,1-1 9 0,-4-1-8 15,0-2 1-15,6-1 7 0,-4 0-4 0,-2-5 6 0,1 3-2 16,-7-4-11-16,3-2 3 0,-4 0-4 0,0-3 9 0,0-1-8 16,-2 1 0-16,-4-5-4 0,2 1-4 15,-2 0-1-15,1 3-11 0,-1-1-5 0,0-1-121 0,2-1-170 16,2-2-106-16</inkml:trace>
  <inkml:trace contextRef="#ctx0" brushRef="#br0" timeOffset="-96682.53">11824 12855 462 0,'0'-2'28'0,"0"1"-2"0,0-3 63 0,-2-7-11 16,-4-8 18-16,1 1-12 0,-1-5 7 0,3 7-6 0,-1-1 4 15,2-4-28-15,0 3-11 0,2 5 5 0,0 4-7 16,0-1 6-16,0 8 3 0,0-1-5 0,0-1 5 16,0 0 2-16,0 1-4 0,0 1 4 0,0 0-6 15,0 0-15-15,0 2 1 0,0 2-5 0,0 0 2 16,0 14-15-16,0 16 12 0,0 3-3 0,0 4 6 16,-2-2-10-16,-1 4 4 0,-1-2 0 0,0-2 2 0,2-1-4 15,-1-5 6-15,1-1-12 0,-2 0 9 0,0-3-20 16,2-1 3-16,2-1 1 0,0-1 0 0,0-2-9 15,2-2-5-15,0 1 0 0,0-4 1 0,0-3 10 0,0-1-10 16,0 0 2-16,-1-3-4 0,1 1 2 0,0-4-8 16,0 1 4-16,0-1-7 0,0-1 9 0,0-1-23 15,-1 1 0-15,1-1-15 0,-2-1-71 0,2 0-98 16,0 0-20-16,0-1-36 0,0-1-198 0</inkml:trace>
  <inkml:trace contextRef="#ctx0" brushRef="#br0" timeOffset="-96443.97">12214 13054 1559 0,'0'0'136'0,"-2"0"-161"0,0 0 150 16,0 0-78-16,0 0-45 0,1 0 77 0,-1 0-22 0,0 0 38 16,0 0-31-16,0 0-26 0,0 0 3 0,0 0-13 15,1 0-11-15,-1 0-12 0,0 0 1 0,2 2-4 16,0 0-4-16,0 0-6 0,0-1 3 0,0 1-4 15,0 0-3-15,0 2-17 0,2-1-13 0,0-1-5 16,-1 0-96-16,3 0-58 0,2 0-26 0,7 2-14 16,3-3-147-16</inkml:trace>
  <inkml:trace contextRef="#ctx0" brushRef="#br0" timeOffset="-96038.14">12444 12863 1019 0,'0'-2'19'0,"0"0"40"0,-2 0-48 0,0 0 70 15,0 0-2-15,1 1 26 0,-1-1 2 0,0 0-25 16,0 0-9-16,0-2-3 0,0 1-27 0,0-1 3 16,1 0-3-16,1 0 3 0,0 1-12 0,0-1-1 15,0 0 0-15,1 1 1 0,1-1 11 0,2 0-11 16,5-1 4-16,10-5-7 0,-1 5-16 0,1 3 1 16,3 2-5-16,1 2 4 0,-1 3-11 0,-2 3 3 0,-3 1 1 15,0 2 1-15,1 0-5 0,-8 10 1 0,3 1 0 16,-8 0 2-16,-3 2 6 0,13-1-5 0,-8 1-1 15,-5 0 0-15,-4-4 2 0,-3 3-6 0,-5-1 8 16,-3-2-7-16,12 3 10 0,-27-5 1 0,4-1-3 0,1 0 4 16,3-1 1-16,3-5-3 0,0 2-1 0,3-5 1 15,2 1 3-15,3-3-3 0,4-1-1 0,1-1-1 16,2 2-11-16,2-5 1 0,-2 3 2 0,0 0-1 16,0 0-1-16,2-1 2 0,0-1-4 0,0 2 2 15,2 0 1-15,2-1 6 0,18 8-4 0,8-1 3 16,3-7-10-16,3-3 14 0,3-1-3 0,-4-3 8 15,-3-2-4-15,-1 1-12 0,-3-3 9 0,-4 3-10 0,-3-1 9 16,1 1-4-16,-7 1-5 0,3-2 2 0,3 1-4 16,-10 3-1-16,-4 0 3 0,-1 2-2 0,-2 0 1 15,-3 0-10-15,1 0-7 0,2-2-3 0,0 0-55 0,-1 0-93 16,1 1-13-16,2-1-35 0,3-2-124 0</inkml:trace>
  <inkml:trace contextRef="#ctx0" brushRef="#br0" timeOffset="-95341.99">13099 12618 1058 0,'0'0'200'0,"-1"0"-291"0,-1-2 242 15,0 0-142-15,0 0-17 0,0 0 60 0,0 0-7 16,0 0 28-16,2 1 7 0,0-1-1 0,0 0-3 0,2-2 2 15,0 0-9-15,2-1-10 0,7-4 4 0,13-1-6 16,0-1 0-16,2 4-10 0,2-1-3 0,0 3-3 16,0 1-14-16,-4 2-14 0,-2-13 2 0,-1 6-6 15,-3 3-3-15,-5 5 5 0,0 1 1 0,-3 0 1 16,-5 0 5-16,1 1-6 0,-4-1-2 0,1 4 0 16,7 9 2-16,-1 8 4 0,-2 1 1 0,-5-2 0 15,-2 6-3-15,-4 0-6 0,-3 0-3 0,-4 2-1 16,0-4-1-16,-2 4 3 0,-2 0 2 0,0 4-1 0,-2 1-2 15,2 0 2-15,1-3-3 0,-1 0 3 0,2-2-2 16,2-4-7-16,-1 2 5 0,3-4-5 0,2-3 9 16,-1 3-5-16,3-5-3 0,1-3 1 0,2 1 4 0,0-4-3 15,2 1 1-15,0-5-2 0,0 0-1 0,0 1 1 16,0-3-4-16,2-1 2 0,-2-2-1 0,0 0 2 16,17 9 3-16,1-2-1 0,5-1 5 0,5-3-6 15,-4-5 1-15,2 0-1 0,3-3 1 0,-3-3 1 16,4-1-2-16,-9 1 1 0,-3-1 0 0,-3 1-1 15,-4 0 4-15,0 1-3 0,2-3 3 0,-5 5-4 16,-1-1 3-16,-3 2-3 0,-4 0 1 0,2-7 6 16,0 0-7-16,5-1 7 0,0-3-3 0,-1 2 0 0,-2-5-1 15,-4 5 0-15,-2-4-4 0,-2 0 4 0,-2 2 1 16,-5-6 2-16,2 8-6 0,0-2 3 0,-17-2 0 16,5 0 3-16,-5-1 6 0,0 1 3 0,2 0-1 0,2 2 2 15,3 0 1-15,-1 2 2 0,1 0-1 0,3-4 1 16,-3 6-5-16,4-6 1 0,2 5-3 0,2 1 3 15,0 0 0-15,5 0-3 0,-1-6 5 0,3 5-5 16,1 1 3-16,1 4-5 0,0-1-4 0,-4-1 1 16,6 5-1-16,-2-2 1 0,2 2 2 0,-3-2-3 15,-1 1-6-15,2-1 1 0,0 2 0 0,0 0 1 16,1 0 1-16,-1 1-2 0,0-1-2 0,0 0 1 0,0 0-3 16,0 0 5-16,0 0-1 0,1 0 2 0,-1 1-3 15,0-1-3-15,0 0 1 0,0 0-3 0,0 0-3 16,0 0-10-16,1 0-4 0,-1 1-7 0,0-1-61 0,0 0-85 15,0 0-29-15,2 0-28 0,0-2-181 0</inkml:trace>
  <inkml:trace contextRef="#ctx0" brushRef="#br0" timeOffset="-94466.93">14173 12852 654 0,'-2'0'36'16,"0"0"-7"-16,0 0 14 0,0 0 15 0,0-2 19 15,1 2 13-15,-1-2 21 0,-2 0 14 0,-2 2-19 16,-3-2-11-16,0 0-6 0,-4 0-1 0,4 1-2 0,-4-1-8 16,0 2-5-16,3 0-3 0,-3 0 1 15,4 0 0-15,-2 0-11 0,0 0-3 0,1 0-4 0,1 0-12 16,0 0 2-16,1 0-2 0,1 0 0 0,0 0-17 0,1 0 1 16,0 0 1-16,3 0-1 0,-1 0 1 0,0 0-11 15,1 0-4-15,-1 0-2 0,2 0-9 0,0 0 1 16,0 0 1-16,2 0 1 0,0 0 6 0,2 0-6 15,2 0 4-15,11 2-4 0,16-1 3 0,6-1-6 16,2 0 2-16,6 0-2 0,1 0 6 0,1 0-5 16,-3 0 3-16,-5 0-4 0,-5 0-1 0,1 0 3 15,-3 0-1-15,-1 0 3 0,-3 0-6 0,-8 0 6 16,-3 0-4-16,-4 0 6 0,0 0-5 0,-4 0 6 16,1 0-3-16,-5 0 4 0,-1 0-9 0,0 0 10 0,-1 0-4 15,1 0 7-15,0 0-6 0,-2 0 0 0,0 0-2 16,-1 0 0-16,1 0-5 0,0 0-14 0,-2 0 2 15,0 0-12-15,0 0-51 0,0 0-120 0,0 0-28 0,0 0-39 16,0 0-182-16</inkml:trace>
  <inkml:trace contextRef="#ctx0" brushRef="#br0" timeOffset="-93984.61">15110 12374 1570 0,'0'0'2'0,"-2"0"1"16,1-1 8-16,-1-1 24 0,0 0-3 0,0 0 98 0,0 0-34 15,0 0-5-15,0 0-12 0,1 1-37 0,-1-1-18 16,0 0 0-16,2 0-6 0,0 0 5 0,0 2 1 16,0 0 0-16,0 0 0 0,0 2-5 0,2 0 6 15,0 5-8-15,5 19 6 0,0 2-11 0,-1 0-3 16,-2 3 3-16,-2-1-4 0,-1 5-2 0,1-3-4 15,0 1 0-15,0 3-1 0,-2-5 0 0,0 1 0 16,-2-2 3-16,-2-3-2 0,-1 3 2 0,-1-6 2 16,-1 4-3-16,-1-6 1 0,1-3-5 0,-2-2 3 0,1-2 4 15,1-4-1-15,-1-2 4 0,7-3 0 0,-11-5-3 16,3 7 3-16,4-4-6 0,-3-1 7 0,1 1 7 16,5-4-1-16,-6 2 25 0,7-2-17 0,-7 2 1 0,4-2-7 15,3 0 0-15,-3 0-6 0,0 0-1 0,2 0-2 16,0 0-7-16,1 0-1 0,-1 0 0 0,2 0-1 15,0 0 4-15,2 0-2 0,1 0 1 0,20-6 0 16,8 1 3-16,-1-3-1 0,1 1 6 0,5-4-4 16,-1-1 2-16,0 1-6 0,-3 0 0 0,-2 0 0 15,-4 2-3-15,-4 1 0 0,-4 3-1 0,-1-1 1 16,-2 2 4-16,-6 1-9 0,1-1 1 0,-5 2-4 16,-1 2 8-16,-2 0-13 0,1-2-6 0,1 0-6 0,0 1-44 15,0-1-41-15,-3 0-6 0,1 0-12 0,0-2-41 16,-2 1-45-16,4-10-7 0,-2-6-21 0,-2 0-112 15</inkml:trace>
  <inkml:trace contextRef="#ctx0" brushRef="#br0" timeOffset="-93796.84">15025 12315 1333 0,'-2'-2'67'0,"0"0"138"0,-2 0-178 0,1 1 36 15,-1-1 5-15,0 0 11 0,2 0 28 0,1 0-39 16,-1 0 2-16,2 0-14 0,0 1-13 0,2-1 0 15,9-6-7-15,18-7 2 0,1 6-24 0,5 0-2 0,3 1-5 16,2 3 1-16,-2 1-13 0,-5 2-1 0,-1 0 1 16,-6 2-1-16,-2 0-7 0,-2 2-55 0,0 2-7 15,-1 2-22-15,-3 1-92 0,-1 2-74 0,2 2-47 0</inkml:trace>
  <inkml:trace contextRef="#ctx0" brushRef="#br0" timeOffset="-93128.9">15899 12514 712 0,'0'0'0'16,"0"0"0"-16,0 0-12 0,0 0 9 0,0 0-9 0,0 0 15 15,0 0-6-15,0 0-1 0,0 0-2 0,0-2 5 16,0 0-4-16,0 0 7 0,0 0-3 0,0 0 7 16,2 0-11-16,0 2 0 0,-2 0-3 0,0-1 8 0,0 1 6 15,2 0-2-15,0 0 5 0,-2 0-5 0,0 0-3 16,0 0 2-16,0 0-2 0,0 0 1 0,-2 0 2 15,0 0-4-15,0 1 4 0,0 1 5 0,1 0 19 16,-1 0 7-16,0 0 4 0,0 0 35 0,-2 0 7 16,1-1 4-16,1 1 0 0,0 0 2 0,0 0-15 15,0-2-5-15,0 0-2 0,0 0-6 0,1 0-3 16,-1 0-5-16,0 0 0 0,0 0-9 0,0 0 0 16,0 0 11-16,0 0-8 0,1 2 16 0,-1-2-17 0,2 2 3 15,0-2-7-15,0 0 2 0,0 0-3 0,0 0 7 16,0 0-4-16,0 0 8 0,0 0-16 0,0 0-6 15,0 0-1-15,0 0-5 0,-2 0-2 0,2 0 2 16,0 0-3-16,0 0-5 0,0 0 2 0,0 0-1 0,0 0 1 16,0 0-4-16,0 0-6 0,0 0 4 0,-2 0-4 15,2 0 1-15,0 0 4 0,0 0-10 0,0 0 9 16,0 0-10-16,0 0 3 0,-2 0 5 0,0 0-2 16,0 0 0-16,1 0 1 0,-1 0-6 0,0 0 5 15,0 0-6-15,0 0 1 0,0 0 4 0,-1 0-2 16,-1 0 4-16,0 0-5 0,0 0 3 0,1 0-3 15,-8 2-2-15,1-1 3 0,5-1-3 0,-5 2 4 0,3 0 0 16,-4 2-2-16,3-2 5 0,-1 1-3 0,-2 1 11 16,4 0-14-16,-6 1 1 0,3-1-3 0,1 2 3 15,-4 1-2-15,6-1 1 0,-6 3-2 0,5-7 4 0,1 13 0 16,-3-2 0-16,3 2-2 0,-2-2-5 0,1 0 7 16,3 3-2-16,-1-1 5 0,2 0 3 0,-9 4-11 15,2-1 5-15,4 1-5 0,1-1 10 0,3-1-9 16,1 2 4-16,2-1-5 0,0-1 4 0,2-2-1 15,-1-4-2-15,3 0 1 0,2 2 1 0,-1-2 1 16,3 0 4-16,-3-3-3 0,3-3 0 0,10-3 5 16,-1 9 1-16,5 2 2 0,-1-5-3 0,3-3 9 0,-4-3-10 15,4-2 9-15,1 0-15 0,-3-2 1 0,2-1-1 16,-4-3 0-16,-3 0-6 0,0 1 5 0,-2 1-5 16,-4 0 5-16,4-1-10 0,1-1-16 0,-6 3-15 15,-3-1-6-15,-1 2-92 0,-3 0-115 0,1 0-22 16,2-1-48-16,1-3-254 0</inkml:trace>
  <inkml:trace contextRef="#ctx0" brushRef="#br0" timeOffset="-92765.11">16133 12883 1057 0,'0'0'152'0,"0"0"-230"0,0 0 185 0,0-2-108 0,0 0 10 0,0 1 75 16,0-3-12-16,0-5 30 0,0-4-34 0,2-4-14 16,2-2-2-16,0 3-3 0,-1-1-9 0,1 0 3 15,0 4 3-15,-1 0 1 0,1 0 22 0,-2 4-12 16,2-2 0-16,-4 5-4 0,0 2 5 0,0 3-8 16,2-3 6-16,-1 0-8 0,-1 0-8 0,0 3-18 15,0-1-2-15,0 0-4 0,0 0 5 0,0 2-3 16,0 0 1-16,0 2-3 0,0 0-8 0,-3 27 2 15,1 1 1-15,0 4 0 0,0-1 1 0,0 0-3 0,0 5 1 16,1-1-1-16,-1-4 5 0,0 1-2 0,2-5 1 16,0-1-1-16,0-2 0 0,0-4-9 0,2-1 2 15,0-5-4-15,-1 1 6 0,1-4-3 0,0 0-3 16,0-4 1-16,0-1-5 0,0-1-1 0,0-1 0 16,-2-4-1-16,1 1-14 0,-1-1-64 0,2 2-25 0,2 0-25 15,0-2-189-15</inkml:trace>
  <inkml:trace contextRef="#ctx0" brushRef="#br0" timeOffset="-91818.7">10918 3765 552 0,'0'0'0'0,"-2"0"55"0,0 0 1 0,0 0 7 16,0 0 8-16,1 0-29 0,-1-2 13 0,0 0 9 16,0 0 3-16,0 0-10 0,0 0-34 0,0 1 13 15,1-1 0-15,1 0 8 0,0 2 29 0,0 0-3 16,0 0-8-16,0 0 1 0,0 2-21 0,0 0 3 15,0-1 2-15,0 29 0 0,0 0 14 0,0-2 12 16,0 5-3-16,0-3 2 0,0-6-19 0,0-2-1 16,0-5-2-16,0-4 1 0,0 0-11 0,0-4-6 0,0-3 2 15,0-2-2-15,1-1 8 0,3 1-12 0,5 2-1 16,19-1-5-16,8-5 2 0,8-11-11 0,6-9 5 16,6 14-8-16,3-37-3 0,6-7 1 0,0-7-3 15,4-3 2-15,-6-3-3 0,0-2-3 0,2 4 4 0,-3 1-3 16,1 5 3-16,-4 6-5 0,-1 7-2 0,-6 6-1 15,-10 5-5-15,-3 3 0 0,-9 2 2 0,-4 6-1 16,7 3-2-16,-5 0-78 0,-5 2-18 0,-1 4-34 16,-7-2-178-16</inkml:trace>
  <inkml:trace contextRef="#ctx0" brushRef="#br0" timeOffset="-90696.69">16035 11801 1054 0,'-2'0'40'0,"0"-2"-3"0,-1 0 17 0,-7-4 3 16,-5-3-24-16,2 2-13 0,2 1 65 0,6 2-13 0,-1 1 28 15,1 1-24-15,-1 0-17 0,4 2-2 0,0 0-7 16,0 0-16-16,1 0-20 0,-3-2 6 0,0 0-10 16,2 0 15-16,0 1 0 0,2 1 2 0,0 0-1 15,2 0 4-15,0 1 1 0,2 1-5 0,11 0 3 16,5 17-5-16,1-4 5 0,-3 1-1 0,4 3 3 16,1-3-7-16,-3 5-8 0,6-6 3 0,2 5-4 0,2 2 0 15,-1 1-7-15,3 6 1 0,1 1-3 0,1 0 7 16,-1 1-7-16,2 1-4 0,-3 1 0 0,-4 3 2 15,3-3-2-15,-5 2 3 0,2 1-4 0,-5 1 1 0,-5 2 3 16,-3 2-2-16,-2 0 2 0,6 3 0 0,-12 2 2 16,-1-1 3-16,-5 7-2 0,24-2 2 0,-14 0 1 15,-11 6-7-15,-4-8 5 0,-7 2 5 0,-4 1-4 16,0-9 10-16,-5 1-8 0,-1-6 17 0,19-2-4 16,-22-5 4-16,8-2-5 0,1-4-2 0,-2 0-8 15,4-3 0-15,0-5-2 0,0 1-5 0,4 0-5 16,-1-4 2-16,1-4-2 0,2 2 1 0,3-3-8 15,-2-1 0-15,3-1-2 0,-1-3 2 0,0 5-19 0,2-5-13 16,1 1-6-16,-1 0-88 0,-2 0-89 0,2-1-26 16,0 1-37-16,0-2-251 0</inkml:trace>
  <inkml:trace contextRef="#ctx0" brushRef="#br0" timeOffset="-89730.29">17052 12536 972 0,'0'0'42'16,"-1"0"71"-16,-1 0-74 0,0 0 55 0,0 0-8 15,0 0 22-15,0 0-25 0,2 0-12 0,0 0-5 0,0 0 2 16,0 0 2-16,2 0-18 0,0 0 3 0,2-2-9 15,1 2 0-15,16-6-15 0,1 1 8 0,4 1-10 16,-4 0 3-16,2 1-18 0,-1-1 2 0,-1 2-6 16,-2 0 6-16,3 0-12 0,-5 2 2 0,-1 0-5 15,-4 0-6-15,-4 0 8 0,-3 0-9 0,-4 0 7 16,5 0-14-16,-3 0-17 0,0 0-8 0,-1 0-7 16,1 0-54-16,-2 0-19 0,0 0 0 0,0 2-6 0,-1 0 1 15,-1 0-9-15,-1 0 4 0,-1 0-4 0,-2 1 20 16,-5 5 14-16,-12 7 12 0,-3 0 5 0,2-2 67 0,0-2 39 15,-1 0 12-15,7-2 9 0,-3 0 44 0,4-1 4 16,2-3-3-16,2 1 2 0,4-2-7 0,3-2-29 16,2-2 5-16,-2 3-14 0,4-1-4 0,-5 6 21 15,-1 5-1-15,2-4 8 0,4-4-7 0,0 1-16 16,0 1-3-16,0-3-2 0,4 4 4 0,0-3-11 16,20 12 3-16,2-4-7 0,0-4-3 0,6-1-21 15,-8-7 1-15,4-1-7 0,-2 0-3 0,-2-3-15 16,4-3 2-16,-10 1-16 0,6-1-85 0,2-3-100 15,0-1-50-15</inkml:trace>
  <inkml:trace contextRef="#ctx0" brushRef="#br0" timeOffset="-89171.17">18150 12192 1086 0,'0'0'103'16,"-2"-1"13"-16,0-1-55 0,-2-2-26 0,1-7-29 15,-3 0 28-15,-5-4 59 0,0 4-6 0,5-2 18 16,-1 0-39-16,-1 5-2 0,3-1-10 0,1 7 5 16,0 0-26-16,2 0-12 0,-3-1 0 0,-1-1-4 0,4 4-3 15,-1-4-2-15,-1 2 6 0,0 1-4 0,1 1 10 16,-1 0-3-16,0 1-2 0,2-1 2 0,-3 8 2 16,-3 18 0-16,3 2-1 0,-3 1 0 0,-1 3-5 0,2 0 1 15,-4 1 0-15,3-1-1 0,-1 1-7 0,3 2-5 16,1-1-2-16,3-3 0 0,0-1-4 0,-15-2 6 15,6 0-5-15,7-2 3 0,4-2-5 0,0-2 0 16,4-3 2-16,0-5-2 0,3 3-1 0,3-2 4 16,-3-6-3-16,15 2 2 0,2-5 0 0,-1 9-4 15,6 0 8-15,-3-8-5 0,0-3 8 0,4-4 4 16,-8 0-6-16,10-6 5 0,-2-3-10 0,-3-2 11 16,3-4-4-16,-6 2 6 0,-1-2-4 0,-7 11-4 0,-3-18 1 15,-2 4-2-15,-3-3 0 0,-1 3 6 0,-3 1-4 16,0-4 4-16,9 3-8 0,-2-4 7 0,-4-1-4 15,-5 1 3-15,-2-2-8 0,-4 2 6 0,-3-2-2 16,-4 1 3-16,-2 1-3 0,5 2-1 0,-18-1 6 16,-3 4-4-16,-5 1 2 0,5 1 2 0,1 6-2 0,0-1 4 15,2 7 1-15,4 1-6 0,-4-15 3 0,7 10-4 16,-1 1 2-16,-1 4-2 0,1 2-3 0,1 2 2 16,4 2-4-16,2-1 0 0,4 3 0 0,0 0 0 15,1-3 3-15,3 16-2 0,-3-1-5 0,7 1 2 16,-3 0 3-16,-11 3-3 0,4 0 2 0,3 2-5 15,5 0 1-15,1 1 5 0,2-1-1 0,0-4 1 0,2 0-7 16,1 3 0-16,3-1-3 0,0-2 1 0,1 1-17 16,0-3-46-16,1 1-4 0,-1-4-22 0,1-4-70 15,-1-2-86-15,2-7-20 0,12 13-48 0,3-4-320 0</inkml:trace>
  <inkml:trace contextRef="#ctx0" brushRef="#br0" timeOffset="-88952.32">18649 12321 1076 0,'0'0'182'0,"-2"0"399"0,0 0-567 0,1 0 29 0,-1 1 14 16,0 1 10-16,0 0 64 0,0 0-56 0,0 0-5 16,1 0-17-16,-1 0-20 0,0-1-10 0,0 3 5 15,0 0-8-15,2 0-5 0,0-1-13 0,0 3 2 16,2 1-4-16,0 1 1 0,0-3 0 0,0-1-1 0,1 2 0 15,-3-5-3-15,0 1-19 0,2 2-2 0,2 0-13 16,-1-1-80-16,1 1-116 0,0 0-31 0,0-2-49 16,-1 0-327-16</inkml:trace>
  <inkml:trace contextRef="#ctx0" brushRef="#br0" timeOffset="-88451.12">18887 11764 1186 0,'-2'0'190'0,"0"0"-244"15,0 0 212-15,0-2-113 0,-1 0-18 0,-1 0 94 16,2 0-14-16,0 0 33 0,0 0-44 0,1 1-52 15,-1-1 9-15,0 0-23 0,2 0 13 0,0 0-6 16,2 0-4-16,0 0 0 0,1 1-2 0,8-3-9 0,15-4 2 16,-3 5-4-16,5-3 2 0,1 2-1 0,7 3-3 15,-5-1-1-15,1 2-12 0,-3 0-3 0,-3 3 1 16,2 3-2-16,-2 3 4 0,-5 1-4 0,-1 1 3 0,-1 0-4 16,-4 0 7-16,-1-5-6 0,-1 12 3 0,0-1-3 15,-2 5 3-15,1-2 2 0,-3 3-2 0,0 1 1 16,0 0 1-16,-3 0 0 0,1 0 2 0,-3 4 0 15,13-2 2-15,-4 4 6 0,-6-4-5 0,-1 2 5 16,-4 0-1-16,0 1 2 0,-2-1 3 0,-2 0-3 16,0 0-6-16,0-2 12 0,-2 0-9 0,-1 4 8 15,-1-3-15-15,-1 3 8 0,1-4-5 0,-1 0 5 16,1-2-8-16,1 0-4 0,-1 0 3 0,2-1-4 0,1-3 5 16,-1-3-7-16,2 0 5 0,0-6-5 0,0 0 3 0,0 0-2 15,2-4-2-15,0-3 0 0,0 0-10 0,0 0 6 16,0-1-7-16,0 1 4 0,0 0-21 0,0-1-53 15,0-1-9-15,0 0-21 0,0-2-71 0,0 0-45 16,0-2-8-16,0 0-18 0,0-1-101 0</inkml:trace>
  <inkml:trace contextRef="#ctx0" brushRef="#br0" timeOffset="-88231.37">19158 12241 1646 0,'-2'0'66'0,"0"0"5"0,-1 0-25 0,-1 0 9 16,0 0-25-16,-1 0 91 0,3 0-34 0,-2 0 0 16,0 0-18-16,2 0-50 0,1 0 22 0,-1 0-7 15,2 0 11-15,0 0-14 0,2 0-6 0,1 0-2 0,10-2 1 16,15-4 9-16,4 3-2 0,1-3 2 0,2 0-4 16,2 1-11-16,2-1 4 0,2 3-8 0,4-3 6 15,-1 2-12-15,1 1-3 0,1-1 6 0,-8 0-5 16,-7 2 2-16,-3 0-6 0,-9-1 0 0,-3-1-2 15,5 0-10-15,-6 2-11 0,1-1-18 0,1-1-3 16,-4 0-125-16,2 1-240 0,3-5-130 0</inkml:trace>
  <inkml:trace contextRef="#ctx0" brushRef="#br0" timeOffset="-80218.93">10598 14673 68 0,'0'0'20'0,"0"0"2"0,0 0 19 0,0-2 19 0,0 0-6 16,0 0 1-16,0 1-11 0,0-1-13 0,0 0 9 16,0 0 12-16,-1 0-4 0,-1-2 10 0,0 1-13 15,2-1-15-15,-2 0-4 0,2 2-4 0,-2-3 4 16,2 1 1-16,0 0-7 0,-2-1-3 0,0-1-1 15,1 1-1-15,-1-1-2 0,0 1 2 0,2 1-3 16,0 0-1-16,-2-3 1 0,0-3 5 0,0 3-3 16,-1-4 1-16,1 3 5 0,2 1-4 0,0 0 5 0,-2-1 1 15,0 3-5-15,2 1 2 0,-2-2-4 0,2 3 4 16,-2-3-9-16,2 2 10 0,-2 1-8 0,1-1 3 0,-1 0 4 16,0 0-6-16,0 1 7 0,0-1-4 0,0 0 5 15,-1 2 0-15,-1-1 1 0,2 1-1 0,0 0 1 16,0 0-7-16,0 0 6 0,1 0-1 0,-1 1-11 15,0-1 5-15,0 0-8 0,0 0 7 0,0 0-7 16,0 2 4-16,1 0-5 0,-1 0 5 0,0 2-10 16,0 0 2-16,0 2-3 0,-2 3 1 0,-1 12 4 15,-1-3-3-15,3 3 5 0,1-2-7 0,0-1 3 16,0 3-1-16,2-4 4 0,0 1 10 0,0 1-15 16,0 0 7-16,0 0-9 0,0-3 7 0,0 1 0 0,0 0 1 15,0-2-1-15,0 2 1 0,0-4-5 0,0 2 1 16,0 0-2-16,0 0 7 0,0-2-2 0,0-1 0 15,0-3 0-15,0-1-2 0,0-5 5 0,0 3 3 16,0 0-1-16,0 0 5 0,0-1 6 0,0-1-6 0,0 0 5 16,0 0-8-16,0 0 3 0,2-2 1 0,0 0-1 15,0 0-11-15,-1-2 3 0,1-2-4 0,0 0 5 16,7-14-2-16,-1 1-2 0,3-3-1 0,-4 1 0 16,1-1-5-16,-1-4 7 0,-1 1-5 0,-1-6 5 15,3 1-7-15,-3 2 6 0,3-6 1 0,-3 6 1 16,1-4-12-16,-2 1 5 0,-1 1 0 0,1-2 2 15,0 4 4-15,0 4-6 0,-1 3 0 0,-1 6-2 0,0 2 5 16,0-2 1-16,0 4 2 0,-2 3-1 0,0 3-2 16,0 1 1-16,0-2-1 0,0 0 1 0,0 3-11 15,0-1 10-15,0 0 0 0,0 2 6 0,0 0-5 0,-2 2-2 16,0 0-2-16,2-1 1 0,-11 25 5 0,0-2-8 16,3 2 4-16,3 4-4 0,1 2 10 0,0 1-5 15,-1-3-1-15,-1 0-1 0,1-3 0 0,-1 5-2 16,2 0 4-16,1-3-4 0,1 3 3 0,0-2-1 15,0-1 0-15,0 1-1 0,0 0-2 0,0-2 3 16,2-2 2-16,0 0 1 0,0-2 3 0,0 0-1 16,0-4-3-16,0-1 3 0,0-1 6 0,0-3-10 15,0 0 2-15,0 0-3 0,0 0 5 0,0-4 0 0,0 0 2 16,0-2-2-16,0-1-5 0,0 3 4 0,0 0-1 16,0-4 2-16,0-3 0 0,0 0-4 0,0 0 1 15,0-3-2-15,0 5 2 0,0-2-3 0,0-1 1 0,0 1-1 16,0-2 0-16,0 0-2 0,0 0-4 0,0 0-1 15,0-1-32-15,0 1-60 0,0-2-46 0,0 0-10 16,0 0-208-16</inkml:trace>
  <inkml:trace contextRef="#ctx0" brushRef="#br0" timeOffset="-78900.13">11133 14545 142 0,'0'0'30'16,"0"0"39"-16,0 0-20 0,2 0-1 0,0-2-4 0,0 0 2 16,0 0-4-16,1 0 16 0,1 1 0 0,-2 1 4 15,7-4-3-15,6-5-7 0,-4-1-3 0,0-1-2 16,-1 0-9-16,1-2-12 0,0 0 3 0,0 2-7 16,-5 2-3-16,-1-3 11 0,-1 3 0 0,5-2 6 15,0-4 5-15,-3 4-4 0,0 0 2 0,-3 2-3 16,-1 1-5-16,0-3-3 0,-2 4-2 0,0-3 1 15,0 1-11-15,0 2 6 0,-2-3-6 0,0 3 7 0,0 1-4 16,1 3-7-16,1 1 2 0,-4-2-4 0,-5-1-2 16,-10-5-5-16,6 7-1 0,-7-1 1 0,1 4 9 0,0 2-2 15,-3 1 2-15,2 5-5 0,-1-1-6 0,-1 4 13 16,2 1-7-16,-3 2 8 0,3-6-7 0,0 10 2 16,1 3 3-16,2-1-2 0,2 1-8 0,4 3 2 15,2-2-4-15,2 2 5 0,-3-5 6 0,5-3-14 16,1 3 4-16,0-4-7 0,2 3 5 0,-9-1 4 15,2-2-1-15,3-2 2 0,1 2-5 0,1-2 2 16,2 0-1-16,0 0 2 0,2 0-5 0,0-4 10 16,0 0-2-16,0-3 6 0,0 1-1 0,0-3-3 0,2 0-2 15,-2-2 1-15,4 1 6 0,0 1 2 0,1 0 3 16,8 3-3-16,4 1 0 0,-2-5-12 0,3-1 6 16,3-2-6-16,-1 0 12 0,3-3-7 0,-1-3-3 15,2-1-2-15,-2-1-9 0,2-1 9 0,-9 1-4 16,4-1 6-16,-1-2-3 0,-1 0-1 0,3-2 6 0,-7 4-5 15,-3 1 6-15,-3 1-10 0,1-6 3 0,-7-4-4 16,5 4 4-16,-2 2 3 0,-1-4-4 0,9 0 6 16,-3 0 3-16,-4 2-4 0,1 0-1 0,-4 6-2 15,2-2-6-15,-3-1 9 0,1 1-3 0,-2 5 6 16,0-1-1-16,0 1-4 0,0-2 7 0,0 1-6 16,0 1 3-16,0 2 0 0,0-1-1 0,0-1 0 0,0 0-2 15,-2 2-4-15,1 0 0 0,-1 1 1 0,0-1 1 16,0 0 3-16,0 0-1 0,0 2 2 0,0 0-1 15,1 0-4-15,-1 0 0 0,0 2-1 0,0 0-3 0,0 0 5 16,0-1-2-16,0 3 5 0,-1 5-5 0,-3 10-3 16,2-4 3-16,3 0-3 0,-3 3 7 0,2 3-4 15,-2-1 0-15,1 2 0 0,1 1 3 0,0-1-6 16,0 2 0-16,0-2-3 0,0 3 6 0,0-1 1 16,1 0 1-16,-1 0 0 0,-2 0-2 0,0 0 4 15,1 2-4-15,1-3 1 0,0-1-1 0,0-2 4 16,2-1 1-16,-2-1 1 0,0 3-5 0,2-5-4 15,-2 3 3-15,2-2-2 0,0-2 8 0,0-2 1 16,0-2-1-16,0 0 0 0,0-2 0 0,0 0-6 0,2 3 1 16,-2-7-1-16,0 3 10 0,0-5-11 0,0 1 4 15,0-2-7-15,2 2 5 0,-2-1 0 0,0 1-2 16,0 0 0-16,2-2-10 0,0-1-10 0,0 1 0 16,0 0-4-16,-1 0-12 0,-1 0-59 0,0 0-1 0,0-2-24 15,2 0-47-15,0 0-71 0,0-2-31 0</inkml:trace>
  <inkml:trace contextRef="#ctx0" brushRef="#br0" timeOffset="-78369.25">11668 14567 806 0,'-2'0'46'0,"0"-2"93"0,0 0-121 0,-1 1 6 15,-3 1 1-15,-5-2 3 0,2 0 7 0,-1 0 1 16,1 0-5-16,0 0 4 0,1 2-4 0,1-2 3 16,3 2 4-16,1 0-1 0,1 0 8 0,0 0-11 15,-2-1 4-15,0-1-7 0,1 0 2 0,1 0-8 16,0 0 4-16,0 0-6 0,2 0-5 0,0 1 8 0,2-1-6 15,0 0 6-15,0 2-8 0,20-15-7 0,4 2 0 16,0 4-3-16,0 3 2 0,0 2-10 0,-2 1 8 16,-2 1-8-16,2 2 4 0,2 0-2 0,-3 4 1 0,-1 1 0 15,-3 1-2-15,-3-1 1 0,3 3-4 0,-6-3 4 16,0 1 13-16,-2-1-15 0,-4-1 11 0,-1 0-13 16,3 1 9-16,-3 8-5 0,3-1-2 0,-1 1 2 15,-5-4 5-15,3 6-2 0,-2 0 5 0,-1 1-4 16,1 5 2-16,-4-3 0 0,0 3-4 0,-4-1 3 15,1 1 1-15,-7 3-2 0,1-2 2 0,0 2-3 16,-2-2-3-16,1 1 6 0,3-1-1 0,-1-2 4 0,3-3 3 16,-1-2 2-16,1 2-1 0,-1-6 0 0,1 4-12 15,1-2 7-15,0-2-2 0,2 0 3 0,0-4-9 16,2 1 1-16,-1 1-4 0,1-3 4 0,-2 3 4 0,2-4-6 16,0 1 2-16,0-2-3 0,0-1-1 0,0 1-10 15,0 0 3-15,0 0-5 0,0-1-4 0,0 1-13 16,0-2-7-16,0 0-7 0,0 0-68 0,0-1-108 15,0 1-20-15,0-2-44 0,0 0-227 0</inkml:trace>
  <inkml:trace contextRef="#ctx0" brushRef="#br0" timeOffset="-78084.45">11692 14859 1672 0,'-2'0'41'0,"0"0"0"0,0-2-23 0,-1 0 3 0,1 2-22 16,-6-4 5-16,7 4-12 0,-3-2 9 0,0 1-8 15,2-1 17-15,0 0 3 0,2 0-4 0,0 0 5 16,2 0 5-16,2 0-1 0,5-3 1 0,19-8-2 16,2 4 8-16,3-1-9 0,3 3 1 0,-1 1-6 0,0 3-7 15,-1-1-8-15,1 2-2 0,-4 0-4 0,1 2-13 16,0 0-1-16,-5 0-4 0,-1 0 0 0,2 2-19 15,-2-2-17-15,-2 0-1 0,-1 0-10 0,1 0-43 16,-2 0-49-16,2-2-17 0,2 0-10 0,0-1-74 16</inkml:trace>
  <inkml:trace contextRef="#ctx0" brushRef="#br0" timeOffset="-77507.35">12821 14409 1091 0,'0'0'77'0,"-2"-2"5"0,0 1-32 0,0-3-15 16,-1 0-24-16,-7 2 3 0,-3-1-2 0,2-5 8 15,6 6-6-15,-3-3 6 0,6 1-5 0,-1-2 0 16,1 1 0-16,0 3 10 0,-2-2-1 0,1 1 2 16,1-1-3-16,0 2-1 0,0 0 14 0,0 0 0 15,0 0 4-15,0 1 0 0,1 1-21 0,-1 0 2 0,2 1-9 16,0 1 0-16,0 2 0 0,0 7-4 0,2 15 2 15,-1 2-5-15,-1 2-4 0,0 1 9 0,-1-1-8 16,-3 2 5-16,0-3-8 0,0 3 3 0,-1-2-2 16,-1-1 7-16,3 1-1 0,-1-2-3 0,2 2 1 15,-2-3-7-15,1-1 7 0,-1 2-4 0,2-5 5 16,0-1-3-16,0-4-3 0,0-1 5 0,2-2-4 16,0-2 7-16,-1-2-2 0,-1 0 4 0,0-3-2 0,0-1 6 15,0-1-8-15,0-3 0 0,2-1-1 0,0 0 6 0,-3 2 3 16,-1-1 2-16,-4 3-1 0,-5 1 2 0,2-3 3 15,0 0-7-15,-4 0 5 0,0-3-2 16,2 1 8-16,0-2 2 0,0 0-1 0,2 0-9 0,2 0 4 16,0 0-9-16,1 0 7 0,1 0-3 0,1-2-2 15,3 2 1-15,1 0-3 0,0 0-3 0,-2-1 2 16,0-1-1-16,3 0 0 0,-1 0-11 0,0-2 8 16,2 1-5-16,0-1 5 0,2-2-9 0,3-3 10 15,-1 3-1-15,22-1 3 0,4 2-8 0,-1 1 4 16,3-2-5-16,-2 4 5 0,3 1-3 0,-5-18-2 0,4 6-1 15,-5 6-1-15,-4 5 10 0,1 2-10 0,-6 0 6 16,3 0-7-16,-4 0 9 0,-1 0-9 0,-3 0 4 16,-3 0-7-16,-3 0-1 0,0 0 3 0,-3 0-7 15,3 0 6-15,-1 0-8 0,0 0-8 0,-3 0 5 0,1 0-7 16,0 0-2-16,-1 0-34 0,1-2-3 0,0 0-12 16,-2 0-34-16,0-2-24 0,-1 1 3 0,-1-3-14 15,0-5-50-15,0 0-157 0</inkml:trace>
  <inkml:trace contextRef="#ctx0" brushRef="#br0" timeOffset="-77291.32">12704 14305 1249 0,'0'-1'270'0,"0"-1"-355"15,-2 0 312-15,0 0-172 0,0 0-52 0,1 0 18 16,-1 0-12-16,0 1 13 0,0-1-6 0,2 0 12 15,0 0 4-15,0 0 0 0,2 0 3 0,2 0 2 16,7-1-3-16,13-7 1 0,7-1-17 0,1 2-5 16,3 2-1-16,1 1-3 0,-10 4-19 0,1 0-8 15,-6 2-5-15,-5 0 0 0,-1 0-13 0,-2 2 1 16,-3 2-3-16,-3-2 1 0,4 3-23 0,-3-1-62 0,1 2-30 16,-2-5-22-16,3 16-190 0</inkml:trace>
  <inkml:trace contextRef="#ctx0" brushRef="#br0" timeOffset="-76666.54">13681 14543 675 0,'0'0'40'0,"0"-2"76"0,0 0-80 0,0-1 5 16,0-1-2-16,0-2 2 0,1-5-2 0,-1 4-10 15,0 1 6-15,0 1-6 0,2-3 14 0,0-1 7 16,-2 1 1-16,0 1 3 0,0-2 21 0,0 5-16 16,0-5 6-16,0 1-9 0,-4-3 0 0,3 4-18 0,1 5-3 15,-2-2-5-15,2 2-3 0,-2-1-16 0,0-1 13 16,-2 2-15-16,-7-7 9 0,0 1-6 0,-2 3-3 16,0-1 0-16,-2 2-6 0,-3 1 3 0,-3-1-2 0,1 4 3 15,-1 0 3-15,-1 4-2 0,2-1 6 16,-3 3-6-16,3 1-4 0,-2 1 10 0,5-1-13 0,-2 1 13 15,3 1-7-15,-1 2-5 0,0 0 7 0,1-5-7 16,-1 12 4-16,6-1-5 0,-2 2 2 0,2-3-2 16,1 7 7-16,1-5-6 0,3 3 3 0,3 1-3 15,-1-3 6-15,2 1-5 0,-13 0 1 0,6 1-3 16,2-1 2-16,3-1-3 0,2-1 0 0,2 1 0 16,2 0 5-16,2-3 0 0,1 1 1 0,3-2-2 15,-1-2 1-15,2-2 4 0,2-2 1 0,10 1 0 0,-1-3-9 16,6-1 5-16,0-3-4 0,4-1 5 0,0 17-3 15,1-6-8-15,3-6 2 0,-10-3-6 0,4-2-5 0,-8-2-11 16,-3 0-5-16,-1 0-1 0,-3-2-4 0,2 0-28 16,-4 0 6-16,2-2-19 0,-3 1-49 15,1-3-59-15,4-1-20 0,-2-1-13 0,2-1-82 0</inkml:trace>
  <inkml:trace contextRef="#ctx0" brushRef="#br0" timeOffset="-76043.91">13662 15007 241 0,'0'0'49'0,"0"0"-46"0,2 0 63 16,0-2-25-16,0 0 32 0,-1 1 6 0,3-1-4 15,-2 2 3-15,7-6-9 0,1-7-17 0,1 2 5 16,-2-2-10-16,0-2 0 0,1 0 3 0,-1 1-3 15,-2-1 3-15,1 0 4 0,-3 2 3 0,-1-2 1 16,0 2-1-16,1 2-1 0,-1 2-12 0,0-1-4 16,-2 5-2-16,-1-1-14 0,-1 4 4 0,0 0 9 0,2 2-1 15,2-3 24-15,0-1-35 0,-1 2 5 0,-1 0-16 16,0 0 3-16,0 2-4 0,-2 2-1 0,0 2 0 16,0 11 0-16,-6 16 6 0,-1-1-4 0,-2 2 3 15,-1 1-8-15,1-1 10 0,-2 5 2 0,2-2 2 16,1-3-7-16,3 1-1 0,1-1-2 0,2-3 0 0,2 1-4 15,0-8 5-15,0-5-4 0,0-2 3 0,0-2-10 16,0 2 0-16,0 1-6 0,2-3 3 0,-2-3-10 16,0-3-6-16,0-3-3 0,0 0-4 0,0-1-28 0,2 1-43 15,0 0-8-15,0-1-19 0,-1-1-101 0,3 0-142 16</inkml:trace>
  <inkml:trace contextRef="#ctx0" brushRef="#br0" timeOffset="-75652.65">14559 14526 844 0,'0'0'203'0,"0"-2"-251"0,-2 1 235 0,0-1-125 15,0 0-51-15,0 0 21 0,1 0-7 0,-1 0 13 16,-2 0-5-16,2 1-8 0,0-1-7 0,0 0 1 16,1 0-6-16,-1 0 7 0,0 0 1 0,0 2 1 0,0 0 2 15,2 0 11-15,0 0 3 0,0 0 0 0,2 2-13 16,2 0 4-16,-1-2-8 0,18 4 7 0,1-1-5 15,2-1-3-15,2 0 5 0,2 0-4 0,0-2-2 0,0 0-14 16,-2 0-3-16,-2 0-1 0,-4 2 6 0,-1 0-6 16,-2-2-1-16,-3 0-2 0,-1 0-1 0,-3 0-5 15,-3 0 5-15,-1 0-8 0,-3 0-8 0,1 2 1 16,0-1-9-16,0 1 4 0,-3-2-19 0,1 0-24 16,0 2-14-16,-2 0-5 0,0 0-63 0,-2 0-10 15,0 0-17-15,1-1-2 0,-3 1-96 0</inkml:trace>
  <inkml:trace contextRef="#ctx0" brushRef="#br0" timeOffset="-75367.85">14522 14732 730 0,'-2'0'315'0,"0"0"-386"0,-2 0 352 0,2 0-185 16,-11 0-78-16,2 0 9 0,2 0 2 0,3 0 2 15,-1 0-12-15,3 2-8 0,1 0 1 0,-1 0-2 16,2 0 6-16,0 0 10 0,0 0 1 0,2-1 6 15,0 1 17-15,2-2-13 0,2 0 0 0,7 0-5 16,11 0-3-16,6 0 4 0,0 0-5 0,-2-2 4 16,6 1-10-16,-5-1-11 0,3 0 2 0,-4 0-6 15,2 0 2-15,-4 2-5 0,0 0 6 0,-3 0-5 0,-5 0 11 16,-1 0-13-16,-2 0 3 0,-2 0-5 0,-3 0 8 16,-3 0-4-16,-3 0-1 0,2 0 0 0,0 0 3 15,-1 0-4-15,-1 0-3 0,0 0-4 0,0 0-38 16,0 0-19-16,-2 0-23 0,0 0-9 0,0 0-186 0</inkml:trace>
  <inkml:trace contextRef="#ctx0" brushRef="#br0" timeOffset="31783.17">13831 6186 352 0,'0'0'29'0,"0"0"12"0,0 0 45 15,0 0 9-15,0-2-5 0,0 0-15 0,0 0-30 16,0 0 2-16,-2 1-6 0,0-1-8 0,0 0 5 15,1 0 1-15,-1 0 0 0,2 0-15 0,0 0 4 16,0 1-5-16,0-1 7 0,-2 0 5 0,2 0-12 0,0 0 4 16,0 0-9-16,0 0-8 0,0 1 9 0,0-1-4 15,0 0 8-15,0 0 11 0,0 2-3 0,0 0 5 16,0 0-5-16,0 0-11 0,0 0 2 0,0 2-9 0,2 0 6 16,0 1-8-16,-1 1-3 0,1 4 6 0,2 3-5 15,0 4 2-15,-1-2-1 0,1-2-2 0,0 2 2 16,0 0-3-16,-1-2 1 0,1 2-4 0,-2-2 3 15,2 0 6-15,-1 0 2 0,1 2 1 0,-2-5-2 16,0-1-7-16,0 1 10 0,-1-3-5 0,1 3 6 16,-2-5-4-16,2 3 2 0,-2-4 0 0,0 0-2 15,0-1-10-15,2 3 0 0,0 0 0 0,0 0 2 16,1-1 2-16,1-1-4 0,0 0 3 0,0 0-4 0,-1 0-3 16,1 0 2-16,0-2-1 0,-1 0 4 0,5 0-2 15,1-2 0-15,0-4-3 0,3-1 3 0,1-3-6 0,1 3 9 16,5-10-9-16,0-1 8 0,3-8-6 0,6 0 1 15,0-4 4-15,3 6-3 0,1-6 6 0,3 2-5 16,-4-1 3-16,5-5-3 0,-3 6 11 0,1 1 0 16,3 1-4-16,-8 3 2 0,-1 3 5 0,-2-1-1 15,-3 5 9-15,-5 3-8 0,-3 2 6 0,-4 3-1 16,-3 3-1-16,-3 1 2 0,1 2 10 0,-3 0-5 16,-1 2-5-16,2-4 1 0,0 1-14 0,-1-1-3 15,1 2 1-15,0 0-3 0,-2 0-7 0,0 1 4 16,-1-1-5-16,1 0 4 0,0 0-6 0,2 0-10 0,0 0-22 15,-1 0-4-15,1 1-147 0,-2 1-316 0</inkml:trace>
  <inkml:trace contextRef="#ctx0" brushRef="#br0" timeOffset="43653.17">6655 9327 256 0,'0'0'-63'0,"0"0"47"0,0 0-2 0,0 0 1 15,-2 0 64-15,0 0-7 0,0 0-3 0,0 0 4 0,-1 0-8 16,1 0-15-16,-13-1 23 0,0-1-3 0,0 0 10 15,2 0 10-15,2 0-5 0,6 2-5 0,-3 0-1 16,-1 0-18-16,-4 0 7 0,5 0 2 0,-1 0-2 16,-2 0-7-16,5 0-2 0,-3 0-1 0,4 0 1 15,-1 0 1-15,-1 0 3 0,-1 0 2 0,3 0-1 16,1 0-4-16,0 0 2 0,2 0 0 0,-1 0 3 0,-1 0 8 16,2 0-1-16,0 0-4 0,-2 0 1 0,1 0-15 15,-1 0 17-15,0 0-1 0,2 0 5 0,1 0-21 0,-1 0-7 16,0 0-7-16,0 0 5 0,0 0-1 0,0 0-3 15,2 0-1-15,0 0-1 0,0 0 2 0,2 0-5 16,0 0-3-16,0 0 0 0,2 0 0 0,14 0-3 16,6 0 2-16,0 0-2 0,4 0-1 0,-2 0 4 15,-5 0 1-15,1 0 0 0,-2 0 1 0,-1 2 4 16,3 0-5-16,0 0 3 0,-3 0-3 0,1-1 3 16,-1 1 1-16,0 0-1 0,-5 0-1 0,1 0 3 15,0 0 4-15,-4 0-1 0,2-2 4 0,0 0-5 16,-2 0 1-16,1 0-2 0,1 0 9 0,-2 0-10 15,0 0 1-15,-2 0-3 0,0 0 6 0,1 0 0 0,-3 0-3 16,-1 0 0-16,-1 0-7 0,1 0 9 0,-4 0-2 16,0 0 4-16,1 0 2 0,1 0 32 0,0 0 0 15,-1 0 10-15,-1 0 1 0,0 0-22 0,0 0-4 16,0 0-7-16,-2 0-19 0,0 0 5 0,0 0-4 0,-2 0 3 16,0 0-2-16,-2 0-4 0,-9 0 5 0,-5 1-5 15,-3 1 8-15,1 2-3 0,-6 0-4 0,-6-1 2 16,1 1 4-16,1 0-3 0,0 0 8 0,6-1-7 15,-2 1 0-15,0 0 1 0,6-2-2 0,-6 1 3 16,7-1-3-16,3 0-7 0,-3 2 3 0,6-2-3 16,0 1 5-16,2-1-5 0,0 0 0 0,5-2-1 0,1 0 6 15,1 2-12-15,0 0 4 0,1-2-8 0,1 0 5 16,0 0-9-16,0 0 4 0,0 0-3 0,0 2 9 16,2-1 5-16,0 1-6 0,0 0 6 0,2 0 1 0,2 0-1 15,1 0-2-15,16 5 1 0,1 1 0 0,2-3-4 16,-3-1 8-16,3 0-7 0,2-3 5 0,0-1 0 15,3 0-4-15,-3 0 3 0,-3 0 0 0,-1-1 0 16,0-3 5-16,-3 2-4 0,1 0-1 0,-3 0 0 16,2-1-1-16,-1-1 1 0,-1 0 4 0,0 0-6 15,-3 3 2-15,1-1-4 0,0 0 2 0,0-2 3 16,-4 2 0-16,0 0 3 0,-1 1-1 0,-3 1-3 16,0 0 0-16,-1 0-2 0,-2 0 2 0,-1 0 3 0,1 0 0 15,-2 0 1-15,2-2 5 0,-1 2 6 0,1 0-2 16,-2 0 3-16,0 0-2 0,0 0-6 0,0 0 2 15,-2 0-5-15,-2 0-5 0,0 0 6 0,-2 0-2 16,-14-2 4-16,-8 2-4 0,-2 0 1 0,0 0-5 16,-4 2 3-16,-1 0-4 0,-2-1 2 0,-6 3 4 0,2 2-3 15,0-1 0-15,-2 3-2 0,4-1 1 0,-4 1-1 16,2-1-2-16,7 0 5 0,6-1-4 0,2-2 5 16,6-2-4-16,5-1 0 0,2 1-1 0,5-2 0 15,4 0 1-15,0 0-3 0,0 0-1 0,-1 2-2 16,-1 0-11-16,0-2 10 0,2 0-2 0,1 0 4 15,-1 0-3-15,2 0 7 0,0 0 0 0,2 0 1 16,-1 0-6-16,3 0 9 0,2 0-7 0,16 0 7 0,4 0-12 16,0 0 8-16,4 0-2 0,-4 0 4 0,3 0 4 15,-1 0-4-15,0 0 3 0,4 0-4 0,-5 0 1 16,3 0-1-16,-4 0-1 0,-4 0-2 0,4 0-3 0,-3 0 8 16,-3 0-2-16,1-2 3 0,-1 0-6 0,-1 0 4 15,-1 1-1-15,-1-1 3 0,0-2-2 0,-3 0-3 16,-1 2 2-16,-1 1-4 0,-3-1 5 0,0 0-1 15,-1 0 2-15,-3 2-2 0,-1 0 3 0,-2 0-3 16,0 0 3-16,1-2-2 0,1 0 6 0,0 0 11 16,-1 1-8-16,-1 1 8 0,0-2-15 0,0 2 4 15,0-2 5-15,-2 0-3 0,0 2-4 0,-2 0-1 16,-2 0-3-16,-5-2 3 0,-17 0-4 0,0 2 1 0,-2 0 0 16,2 2 1-16,-2 2 5 0,-1 0-7 0,-1-1 3 15,-5 3-4-15,-3-2 4 0,-1-3-3 0,-1 3 0 16,4-2-2-16,5 0-1 0,-3 0 7 0,3-2-3 15,3-2 3-15,2 0-10 0,6 0 7 0,1 2 1 0,6 0 1 16,2 0-3-16,3 0-4 0,1 0 1 0,3 0 0 16,2 0 3-16,1 0-4 0,-3-2-5 0,0 2-2 15,2 0-8-15,0 0 14 0,1 0-3 0,1 0 7 16,0 0 0-16,1 0 0 0,14 0 0 0,21-2 0 16,3 2-3-16,-2 0 1 0,0-1 0 0,5-1-1 15,-6-2 2-15,5 0 4 0,-2-1-3 0,-8-1 2 16,1 1-6-16,-1-3 7 0,1 1 0 0,-1-3 2 0,-3 1-4 15,0 0-1-15,0 0 1 0,-2-1-1 0,-4 3-2 16,1 1 4-16,-5 1-1 0,-1 1 2 0,-2 0-2 0,-2 2-3 16,-2 1 2-16,-2-1-3 0,-3 2 5 0,-1 0 6 15,-3 0-3-15,0 0 3 0,2-2-5 0,-1 0 12 16,1 0-4-16,0 2 5 0,-2 0-9 0,0-2 5 16,-1 0-6-16,-1 1 3 0,-1-1-11 0,-1 2 9 15,-2 0-2-15,-20-4 4 0,-6 2-7 0,-1 2-3 16,-1 0 2-16,-3 2-3 0,-2 2 3 0,-1 1 0 15,3 1 0-15,-6 1 2 0,-3 3 1 0,-5-3 2 16,-1 0-2-16,0 1 0 0,4-3-6 0,3 1 6 16,6-2-2-16,4-1 4 0,7 1-12 0,5-2 7 0,3 2-2 15,5-2 3-15,5-2-2 0,3 0-3 0,1 0 1 16,0 0-1-16,0 0-9 0,1 0 1 0,1 0-1 16,0 0 2-16,0 0 7 0,0 0 0 0,2 0 1 0,0 0 0 15,2 0 3-15,0 0-4 0,7 0 1 0,19 0-2 16,7-2 5-16,3 0-4 0,1-2 3 0,1-1-3 15,-1-3 3-15,2 1 0 0,-2-1 1 0,-2-1-1 16,-1 2 1-16,-5-3 0 0,1 1-1 0,-4 2 1 16,1-1-2-16,-1-1 4 0,0 1-2 0,0-1 2 15,-2 2-2-15,-4-1-2 0,2 1 5 0,0-1-4 16,-1 1 6-16,-3 2-5 0,-3 1 0 0,0 0-1 0,-3 0 4 16,-2 1-4-16,-1 1 3 0,-6 0-3 0,-3 2 4 15,4 0-3-15,-3-2 2 0,1 0-1 0,0 2 15 16,-1 0-3-16,-1 0-5 0,0 0 2 0,0 0-1 0,0 0-8 15,-2 0 6-15,-2 0-7 0,0 0 6 0,-11 0-3 16,-16 2-1-16,1 2-1 0,-6 3-1 0,1 1 2 16,-2 1 3-16,-3-2-2 0,3 1-2 0,0-1-2 15,0-1-1-15,-1-1 2 0,1-1 8 0,-6 0-11 16,2-2 8-16,2-2-9 0,0 0 5 0,2 0 1 16,-3 0-5-16,1 0 3 0,6 0 2 0,5 0 1 15,5 0-2-15,3 0 1 0,3 0-3 0,2 0-4 16,2 0 8-16,2 0-5 0,1 0 7 0,4 0-11 15,3 0 0-15,-3 0-4 0,0 0 0 0,0 0 0 0,3 0 0 16,-1 0 1-16,0 0 6 0,2 0-2 0,2 0 2 16,0 0-1-16,9 1 1 0,26 3-5 0,4 0 5 15,-2-4-3-15,5-2 10 0,1-2-4 0,1-3 0 16,-1-1-3-16,-1-3-1 0,-5-2 8 0,0-1-9 0,0-3 8 16,0 0-5-16,-2 0-1 0,1 3 3 0,-3-1-2 15,-4 4 5-15,1-1-4 0,-6 5 2 0,-2 1-3 16,0 1 4-16,0 1-4 0,-5 2 2 0,-2 2-5 15,-10 0 9-15,4 0-2 0,-3 0 2 0,-1 0-2 16,6 2-2-16,-9 0 9 0,-1 0-7 0,1 0 7 16,0 0-3-16,-2-1-4 0,1 1 7 0,-1 0-6 15,0 0 11-15,-2 0-6 0,0 0 0 0,-2 0-2 16,0-1 3-16,-1 1-11 0,-27 8 8 0,-2-1-9 0,-3 0 3 16,-2 0 8-16,0 1-9 0,-4-1 7 0,0 0-6 15,2 1 1-15,-2 1 4 0,2 0-2 0,-1 0-2 0,-5 2 0 16,2-2-5-16,-1 0 4 0,1-2-2 0,0 1 3 15,4-3 3-15,0 1-2 0,4-1-3 0,11-1 0 16,0-1-2-16,11-1 1 0,0 0 0 0,4-3 1 16,1 1-2-16,6-2 1 0,0 0-9 0,-1 2-2 15,-1 0 7-15,2 0-5 0,0 0 6 0,0 0 1 16,2-1-4-16,0 1 4 0,2 0 5 0,0 0-2 16,6-2 1-16,31 4-4 0,-6-2-2 0,4-1 7 15,2-1-3-15,-4 0 3 0,2-1-8 0,2-1 7 0,-5-2-1 16,-3 0 3-16,-3-1-3 0,0-1 1 0,2 1 0 15,-4 1 0-15,2-2-3 0,-2 3 5 0,0-1-1 16,-4 0 2-16,0 0-4 0,-1 1 0 0,-3-1 2 16,1 2-1-16,-2 0 4 0,-4 0-4 0,0 2-2 0,-2 0 0 15,-2 0 3-15,0 0 0 0,-3 0 2 0,-1 0-3 16,-1 0-1-16,0 0 3 0,0 0 3 0,-1 0 1 16,-1 0 2-16,0 0 4 0,0 0-3 0,0 0 4 15,0 0 0-15,-2 0-9 0,0 0 6 0,-2 0-8 16,-2 0 0-16,-13 0-2 0,-11 2-1 0,-3 0 0 15,-1 0 0-15,-1 2 3 0,1-1 0 0,-1 1 2 16,-4 2 5-16,-2-3-11 0,0 1 5 0,-6 0-5 0,4-2 7 16,-1-2-4-16,-1 0 0 0,2 0-1 0,2 0-1 15,4 2-1-15,3-2 1 0,8 0 0 0,2 0 2 0,5 0 2 16,6 0-3-16,2 0 2 0,5 0-3 0,2 0-7 16,-2 0 2-16,1 0-4 0,-1 0-5 0,2 0 7 15,0 0-6-15,0 0 6 0,2 0-4 0,0 0 8 16,2 0 4-16,6 0 0 0,29 3-1 0,7 3 1 15,3-2-6-15,3-3 5 0,-4 1-1 0,1-2-2 16,-3 0 7-16,-3-3-5 0,0-1 5 0,-4 0-5 16,-2 2-2-16,-1-1 1 0,-1 1 6 0,-3 0 1 15,0 0-2-15,-4 0 1 0,0 0-7 0,-4 2 4 16,0 0 0-16,-5 0 1 0,3 0-1 0,-7 0 1 0,-3 0 0 16,-1 0 1-16,-5 0-1 0,1 0 2 0,1 0 0 15,-2 0 1-15,-1 0 5 0,1 0 5 0,-2 0-2 16,0 0 2-16,-1 0-9 0,-1 0 1 0,-1 0-3 15,-1 0 2-15,-7 0-3 0,-21-2 1 0,-4 2 1 0,1 0 0 16,0 2-2-16,-1 4-2 0,-1-1 1 0,1 1 0 16,-1 0 1-16,2 1-2 0,-1-1 1 0,-1 1-1 15,-2 0 5-15,0 1-7 0,0-1 3 0,5 1-3 16,2-3 4-16,1 1-3 0,3-2 1 0,7-3-1 16,2-1 3-16,6 0-3 0,6 0-3 0,-1 0 1 15,2 0 1-15,1 0-3 0,-1 0-2 0,0 0-1 0,2 0-11 16,1 0 10-16,-1 0-1 0,2 0 5 15,2 0 1-15,1 0-1 0,27 0 1 0,11 0-1 0,-6 0 2 16,2-3 3-16,2-1-2 0,-7 0 2 0,5-1-4 0,-2 1 2 16,0 0 2-16,-1 1 0 0,-1-3 2 0,1 2 4 15,-3 1-10-15,-3 1 7 0,2 0-4 0,-6 2-1 16,-2 0 4-16,-3 0-3 0,-1 0-1 0,-3 0 3 16,-2 0-1-16,-2 0 2 0,-3 0-4 0,-1 0 5 15,-3 0-3-15,0 0 3 0,-2 0-2 0,1 0 3 16,1 0 5-16,-2 0-3 0,0 0 3 0,0 0-4 15,-1 0-15-15,1 0 1 0,0 0-92 0,0-2-319 16</inkml:trace>
  <inkml:trace contextRef="#ctx0" brushRef="#br0" timeOffset="49749.29">5045 12096 57 0,'0'0'12'0,"0"0"22"0,0-2 28 0,-2 0 6 0,0 0 6 16,0 0-20-16,1 1 0 0,-3-1 2 0,0 0 1 15,0 0-11-15,1 0 9 0,-3-2-1 0,2 3 3 16,1-1-15-16,-1 0 9 0,2 2-15 0,-3-4 14 16,-1 0-6-16,0 1-2 0,1-1 6 0,1 2-6 15,0 0-4-15,-1 0 8 0,1 1-7 0,0-1 6 16,1 0 3-16,-1 0 5 0,0 0-1 0,2 2-3 15,1 0-24-15,-3-2-17 0,0 0 2 0,0 1-7 0,3-1-1 16,-1 0-1-16,0 0-3 0,0 0 1 0,2 0-6 16,0 0 7-16,2 1 3 0,2-1 1 0,25-9 4 15,12 3-3-15,0 4 1 0,7 1-1 0,-5-1 5 0,-2 0-6 16,-4 1 1-16,-7 1-3 0,-1 2 2 0,-1 0 1 16,0 0 0-16,-6-4 1 0,-1 0-5 0,-3 2 2 15,-1 1 1-15,0-1 0 0,-1 0 3 0,-1 0-4 16,-2 0-2-16,0 0 1 0,-3 2 2 0,-1-2 9 15,-4 2-2-15,-1 0 2 0,0 0-2 0,-2 0 13 16,1-1 18-16,1 1-2 0,0 0 56 0,-2 0-54 16,0 0 0-16,-1 0-19 0,-1 0-17 0,0 0 6 15,-1 0-4-15,-1 0 4 0,-2 1-11 0,-11 3 5 16,-7 4 0-16,0-3 1 0,-6 3 1 0,-4-3-6 0,-3 1 4 16,-2-1-4-16,-4-1 8 0,-5 0-3 0,-1-2-1 15,-3-1 0-15,4-1-5 0,3 0 15 0,4 0-8 0,5-1 9 16,1-3-11-16,7 0 1 0,4 0 1 0,5 3 0 15,2-3-3-15,4 2-2 0,2 0 0 0,1 0 0 16,3 0-2-16,1 1 5 0,0-1 1 0,1 0 0 16,-1 0 1-16,0 0-7 0,2 0-1 0,0 0 0 15,1-1 5-15,1-1-2 0,0 2 5 0,1-3-3 16,5-3 8-16,13-3-12 0,18 4 0 0,5-3-1 16,5 5 7-16,9-5-4 0,-8 3 3 0,-2-2-5 0,-1-1-1 15,-6 5-1-15,-6-3 2 0,3 7 0 0,-9-3 0 16,-3 2 2-16,1-15-4 0,-9 8 3 0,1 2-3 15,0 1 4-15,-2 2 0 0,-1 2 2 0,-2 1-7 16,-1-1 5-16,-2 2-2 0,-3 0 5 0,-1 0-6 0,1 0 3 16,-3 0 0-16,-1 0 2 0,2 0 6 0,0 0 0 15,-1 0 4-15,-1 0-2 0,0 0 6 0,0 0-17 16,-2 0 5-16,0 0-6 0,-2 0 11 0,0 0-6 16,-3 0-1-16,-21 0-1 0,-2-2 0 0,-7 0-2 15,3 2-1-15,-7 0 1 0,-2-2 0 0,-5 2 1 16,-14-2 1-16,5 0-2 0,3 2-2 0,2 0-1 15,9 0 1-15,5 2-1 0,5-2 1 0,7 0-3 0,5 2 1 16,4-2-1-16,4 0 3 0,4 0 1 0,1 0-3 16,4 0 2-16,0 0-10 0,-1 0 6 0,-1 0 1 15,2 0 2-15,0 0 4 0,2 0-3 0,2 0-2 16,0 0 0-16,18 0 2 0,23-4 1 0,7 1 0 16,8-3 0-16,-1 1 4 0,1-1-9 0,-8 1 5 0,-3-1-5 15,-7 2 11-15,-2 1-5 0,-7 1-1 0,-3 0-1 16,-2 2-3-16,-6 0 4 0,4 0-2 0,-3 0 3 15,-4 0-2-15,-1 0 1 0,-3 0 2 0,-2 0-1 16,-1 0-1-16,-3 0 0 0,-1 0 2 0,-4 0-2 16,-1 0-1-16,3 0 7 0,0 0 2 0,0 0 3 15,-3 0-3-15,1 0-5 0,0 0-1 0,-2 0-1 0,0 0 2 16,-2 0-1-16,-1 0 2 0,-10-2-1 0,-12 0 1 16,1 0-1-16,-5 0-4 0,-7 1 3 0,-3-1-3 15,-5 0 4-15,-4 2-3 0,-8 0 2 0,0 2-5 0,-5 1 2 16,5 1 1-16,8 0 0 0,3 1-2 0,12 1 1 15,5-2 1-15,4-1 0 0,3 1-2 0,5-2 0 16,1 2-1-16,6-2 1 0,1-1-5 0,6-1-2 16,-1 2-1-16,-1 0 1 0,2 0-3 0,0 0 11 15,2 0-1-15,0-1 3 0,2 1-5 0,5-2 1 16,27 2 2-16,12-2-1 0,6-2 0 0,11-1 3 16,4-5-2-16,-4 1 2 0,-3-2-7 0,-8-1 6 15,-4 1-1-15,-7 2 3 0,-2-1-3 0,-6 1 0 0,-1-1 2 16,1 1-2-16,-1 1 4 0,-2 1-6 0,-1-1 1 15,-1 2-2-15,-2 1 7 0,-5 1-2 0,-1 0-2 16,-5 2 0-16,-4 0-4 0,0 0 7 0,-5 0-1 16,1 0 4-16,-5 0 1 0,2 0-2 0,-1 0 2 15,1 0-3-15,0 0 4 0,-2 0-3 0,0 0 2 16,-2 0-2-16,0 0 2 0,-2 0-1 0,-2 0-1 0,-9 0-2 16,-15 0 0-16,-3 2-3 0,1 0 3 0,-4 0-3 15,3-1 10-15,-1 1-13 0,1 0 4 0,-3 2-6 16,-1 0 6-16,-4-1 4 0,0 1-5 0,-5 2 5 15,-3-1-6-15,-1 3 1 0,1-1-1 0,7-1 1 16,1 1 0-16,5-1-5 0,6-1 5 0,8-1-4 0,5-2 9 16,6 0-6-16,3-2-1 0,4 0-4 0,-1 1-8 15,1 1 7-15,0 0-5 0,2 0 7 0,0-2 0 16,4 0 0-16,22 2 5 0,18 0-2 0,10-2 6 0,-4-2-5 16,2 0 2-16,-7-2-2 0,-8 1 1 0,2-1 1 15,-6 0-1-15,-1 2 0 0,-1-1 0 0,-1 1 0 16,-2-2 0-16,2 2 0 0,-1-2-5 0,-3 3 6 15,0-1-1-15,-2 2 4 0,-3 0 0 0,-4 0-4 16,-4 0-2-16,-4 0 1 0,-2 0 2 0,-3 0 7 16,0 0 2-16,-1 0 0 0,1 0-3 0,-2 0-2 15,0 0-3-15,-2 0 2 0,0 0 1 0,-2 0 0 16,-2 0 1-16,-27 5-2 0,-3 1-3 0,1-2 1 0,-2-3 0 16,-3 1 1-16,-1-2-1 0,0 2-4 0,-5 0 2 15,-4 0-3-15,1 2 10 0,-1-1-6 0,0-1 2 16,9 2-4-16,-4-2 0 0,11 0 1 0,8-1-2 15,8 1 1-15,6-2-5 0,3 0 1 0,5 0-3 0,-2 0 2 16,1 0-4-16,1 0 4 0,2 0 1 0,2 0-1 16,1 0-1-16,33 0 7 0,8-2-1 0,1 1 1 15,1-1-1-15,-7 0-2 0,-2 0 5 0,-1 2-2 16,-9-2 5-16,3 0-5 0,-2 0 1 0,-4 2-1 16,0 0 3-16,-2 0-3 0,-1 0-2 0,-1 0 1 15,1 0 5-15,-5 0-34 0,3 0-15 0,-2 0-27 0,1-1-227 16</inkml:trace>
  <inkml:trace contextRef="#ctx0" brushRef="#br0" timeOffset="57286.88">6978 13880 256 0,'0'0'33'16,"0"0"-3"-16,0 0 37 0,-2 2 11 0,0 0-2 16,0 0 0-16,0-2 20 0,1 0-8 0,-1 0 8 15,0 0-56-15,0 0-4 0,0 0-1 0,0 0 5 0,0 0 21 16,1 0-11-16,-1 0 2 0,0 0-6 0,0 0 5 15,0-2-9-15,0 0 4 0,0 0-5 0,1 0 0 16,-1 0 1-16,0 1-7 0,0-1 5 0,0 0-15 0,0-2-16 16,0 0 2-16,2 3-6 0,0-3 1 0,0 2-5 15,0-2 0-15,0 1-1 0,0-1 4 0,0 0-3 16,2 0 1-16,0 1-2 0,2-1-2 0,11-5 2 16,9-1 3-16,4 1 0 0,3 4 2 0,5-1-1 15,4-1-1-15,3 1 0 0,4-3-3 0,6-4 3 16,-8 0-2-16,3-4 3 0,0 0-4 0,-9 3 9 15,0-1-7-15,-3 4 7 0,-10-1-9 0,-4 1 0 0,0 0 7 16,-7 4-3-16,-2 1 1 0,-4 2 0 16,-1 1-1-16,-4 1 2 0,-1 0 8 0,1 0 42 0,0 0 17 15,-1 0 5-15,-1 1 8 0,0-1-59 0,-2-2-11 16,0 2-8-16,-2 0 5 0,0 2-6 0,-29-13 1 16,-8 2-4-16,-8 4-4 0,-6 3 2 0,-3 2 1 0,0 6 1 15,4-2-3-15,4 1 5 0,3-1-2 0,6 0 3 16,6-2-5-16,3 2 6 0,2 0-1 0,4-2 2 15,4 0 4-15,1 0 12 0,4-2-6 0,4 2 7 16,2 0-13-16,3 0-8 0,1 0 0 0,1 0-4 16,0 0-6-16,1 0 5 0,-1 0-6 0,2 0 4 0,0 0-4 15,0 0 1-15,1 0-1 0,1 0 0 0,0 0-1 16,1 0 9-16,1-2 0 0,2 2 3 0,16-5-5 16,5-1-5-16,-3 0 5 0,6 1-5 0,1 1 5 15,-1 0 2-15,4 1-1 0,-1-3 2 0,-1 2-4 0,3-1 2 16,-3-1-3-16,-2 3 3 0,-4-3-4 0,-3 2 3 15,-1 1 4-15,2-3-2 0,-3 2 2 0,-2 2-4 16,-6 1 1-16,-6 1-1 0,-1 0 4 0,0-2-2 16,-1 0 4-16,1 2-3 0,0 0 10 0,-2 0 2 15,0 0-5-15,-1 0 3 0,-1 0-5 0,-1 0-3 16,-3-2-2-16,-17-2 1 0,-18 1-4 0,2 3 2 16,-4 0 2-16,-1 0-1 0,-1 0 1 0,2 0-5 15,0 1 5-15,6 1-4 0,0 0 6 0,3 0-2 0,-1 0-3 16,3-2 1-16,0 0-7 0,6 2 14 0,-2 0 3 15,6 1 6-15,1 1 7 0,3 0-7 0,3-2-3 16,3-1 0-16,-1 1-9 0,7-2-10 0,1 0-4 16,-1 2-3-16,2 0-4 0,0 0 1 0,0-2 4 0,2 0-3 15,2 0 7-15,2 0 1 0,18 2 3 0,14-2 0 16,1-2 2-16,5-2-3 0,5-1 1 0,7-5 0 16,1-1 12-16,9 0-12 0,-1-2 5 0,-2 2-6 15,-5 2 1-15,-4 1 5 0,-8 1-4 0,-1-1 3 16,-4 3-6-16,-9 1 2 0,-1 0 0 0,-3 1 2 15,-3 1 3-15,-3 0-2 0,-3 0-1 0,-2 0 0 16,-2 0-3-16,-4 0 7 0,0 2-2 0,-5 0 4 16,0 0-10-16,-3 0 11 0,3 0 4 0,0 0 4 0,0 0 5 15,-3 0-11-15,1 0-4 0,-2 0-1 0,0 0-4 16,-2 0 6-16,-1 0-4 0,-25-3 5 0,-4-1-13 0,-7 4 3 16,-7 0 3-16,-6 2 0 0,-6 3 3 0,-5 1-4 15,2 0-1-15,1 1 0 0,3 0 5 0,9 1 0 16,5-1-2-16,6-1 1 0,2 1 2 0,7-1-5 15,-2 1 4-15,8-1-5 0,3-1-1 0,4-1 1 16,4 0-1-16,6-2 2 0,-1 0 6 0,4-2-8 16,-2 0-3-16,1 1-4 0,-1 1 3 0,2 0-1 15,0 0 6-15,2 0-6 0,0 0-3 0,2 0 8 16,0-2-3-16,31 7 6 0,5 0 0 0,2-5-1 16,5-2 1-16,9-2-1 0,3-7 2 0,6 0-1 0,-1 0 0 15,-5-1 0-15,-5 3-3 0,-7-1 2 0,-4 3 1 16,-6-1 0-16,-3 1 5 0,-6 1-7 0,-4 0 4 15,-2 2-6-15,-1 1 4 0,-4-1 0 0,-2 0 0 0,-6 0 0 16,1 0 3-16,-5 2 3 0,-1 0-3 0,0 0 4 16,2 0 8-16,-1 0-8 0,-1 0 3 0,0-2-5 15,-2 2-3-15,0-2 3 0,-2 2-2 0,-7-1 1 16,-19-5-11-16,-5 2 6 0,-6 2 1 0,-6 2 1 16,-9 0-1-16,-5 2-1 0,1 0 0 0,3 2 0 15,-1 0 1-15,4-1 2 0,0 3 0 0,6-1 2 16,5-1-6-16,4 2 4 0,3-1-2 0,4-1 4 0,6 0-4 15,4-2 0-15,3-1-2 0,4 1 0 0,6 0 0 16,5-2-1-16,0 0-3 0,-2 2 2 0,2 0-8 16,1 0 2-16,1 0 0 0,0-1 1 0,1 1 9 0,12 2-3 15,30 5 3-15,5-3-3 0,8-4 0 0,7-4 1 16,10-4-2-16,-1 1 3 0,2 1 3 0,-7 0-1 16,-9-1-1-16,-6 3 0 0,-8 0 1 0,-5 0-1 15,-2 2 4-15,-3 0-4 0,-1 0 0 0,-5 0 2 16,2 0-2-16,-2 0 3 0,-2 0-3 0,-2 0-21 15,-2-2-2-15,0 0-13 0,1 1-53 0,3-3-349 16,0-2-64-16</inkml:trace>
</inkml:ink>
</file>

<file path=ppt/ink/ink331.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30:17.008"/>
    </inkml:context>
    <inkml:brush xml:id="br0">
      <inkml:brushProperty name="width" value="0.05292" units="cm"/>
      <inkml:brushProperty name="height" value="0.05292" units="cm"/>
      <inkml:brushProperty name="color" value="#FF0000"/>
    </inkml:brush>
    <inkml:context xml:id="ctx1">
      <inkml:inkSource xml:id="inkSrc33">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1" timeString="2023-06-20T06:30:43.976"/>
    </inkml:context>
  </inkml:definitions>
  <inkml:trace contextRef="#ctx0" brushRef="#br0">10099 2318 483 0,'-2'0'0'0,"0"0"9"0,0 0 94 0,1 0 3 15,-3 0 16-15,-4 0-24 0,-3-2 6 0,-2-1-34 16,6 1-9-16,-2 0-3 0,-1 0-26 0,7 2 2 16,-5-2 10-16,1 0-5 0,3 2 12 0,0 0-13 15,2 0-1-15,-1-1-4 0,-1-1-6 0,0 0-24 16,2 0 12-16,1 0-10 0,-1 2 44 0,0 0-17 0,2 0 8 16,0 0-10-16,2 0-1 0,1-2-10 0,1 2-3 15,18-5-1-15,3-1 1 0,-1 1-9 0,0-1 2 16,-2 2-6-16,0-1-5 0,-5 1 7 0,-2 2-5 15,-2 0 7-15,-4 1-3 0,-5 1 0 0,0 0 12 16,-2 0-5-16,1 0 33 0,1 0 0 0,-2 0-9 0,0 0 4 16,-2 0-23-16,-2 0 4 0,0 0-1 0,-15 1 0 15,-14 7-8-15,-3 3-7 0,1 2 7 0,-1 0-7 16,-1 4 9-16,4-1-13 0,-1-1 0 0,4-2-3 16,4-2 7-16,4-1-3 0,5-3 0 0,0 0-1 15,7-3-6-15,5-2 0 0,1-2-2 0,-2 2 1 16,0 2-6-16,3-1 15 0,-1 1-3 0,0 2 6 15,2 5-6-15,4 4 0 0,1-2 2 0,6 3-1 0,-3 3-3 16,18-1 3-16,2 3-3 0,1 1 4 0,3 2 3 16,-2 0-4-16,1 1 0 0,1 2-3 0,-4-1 3 15,-2 2 4-15,-2-4 0 0,-4-1 1 0,-1-1 3 0,-6-3 17 16,-2 5 0-16,-6-8 5 0,-1-4 3 0,5 1 19 16,-5-8 0-16,0 3 5 0,-2-1-7 0,-2 2-4 15,-2-1-7-15,-2-3 1 0,-5 6-21 0,-17 0-3 16,0-1-4-16,-2-3 2 0,0-1-6 0,4-3-3 15,-2 1 3-15,6 0-5 0,-1-2-3 0,-1 13 3 16,3-6-1-16,-1-4 1 0,3-3-13 0,2-2-21 16,-1 0-10-16,-3-3-5 0,6-1-47 0,2-2-22 15,5 3-7-15,3 1-8 0,-1-21-50 0,-11 1-102 0,2-7-23 16,6-5-42-16,7 3-216 0</inkml:trace>
  <inkml:trace contextRef="#ctx0" brushRef="#br0" timeOffset="166.93">9947 2495 601 0,'0'0'342'0,"0"0"-457"0,0-2 409 0,0 0-219 16,0 0 46-16,0 0 29 0,2-1 0 0,-1-1 0 16,1-2-54-16,4-7-50 0,1 0 4 0,3 0-19 15,-7 0-8-15,18-3-8 0,-1 1-6 0,4 2 3 16,0 2-10-16,2 1-17 0,4 1-5 0,0 0-10 16,1-2-62-16,5 1-146 0,1 7-27 0,7-22-57 0,14 11-274 15</inkml:trace>
  <inkml:trace contextRef="#ctx0" brushRef="#br0" timeOffset="568.28">10896 2303 1368 0,'0'0'31'0,"-2"0"-1"0,0-1 19 16,0-1 25-16,-2 0-11 0,-5-2 90 0,-2-1-58 15,0-1-8-15,5 4-19 0,2 2-53 0,1-2-9 16,-1 1-1-16,0 1-1 0,2 0 14 0,1 0-9 15,-1 1 9-15,0 1-10 0,2 6 1 0,0 21 6 0,0-3-9 16,2 4 7-16,0 0-10 0,-1 3 3 0,1-1-4 16,-2 3 2-16,0 0-2 0,0 1-4 0,0-1 5 15,-2 0-5-15,-1-1 3 0,-3-1-10 0,1-3 2 16,-3-6-6-16,1 0 6 0,1-7 6 0,1-1-2 16,-1-3 3-16,2-3 10 0,1-3-11 0,-1 1 9 0,0-5-9 15,0 1 6-15,3-4 6 0,-12 7-10 0,3-3 9 16,3-2 0-16,-1 0 1 0,5 0 5 0,-1 0-3 15,0-1 3-15,1 1-8 0,-1 0 4 0,2 0-4 16,0 0 4-16,0 0-2 0,2-2 0 0,0 0 0 16,2 0-1-16,0 0 0 0,4 0-5 0,18 2 4 15,2-2-1-15,2 0-1 0,-1-2 4 0,1-2-4 0,0-2-4 16,0 3 2-16,-2-1-5 0,0 0 4 0,-2 2-6 16,-3-1-5-16,1-1-2 0,-4 0-2 0,-1 1-17 0,-4-1-34 15,-9 4 0-15,1-2-16 0,-1 0-50 0,0 0-66 16,-1 0-14-16,-1-1-18 0,6-16-85 0,-5-3 0 15</inkml:trace>
  <inkml:trace contextRef="#ctx0" brushRef="#br0" timeOffset="723.99">10832 2354 727 0,'-1'-2'85'0,"-1"0"0"0,0 0 56 16,0-2-9-16,-7-11-1 0,1 4 17 0,3 6-24 16,1-1-8-16,0 2-8 0,1 1-50 0,-1-1-32 0,2 0 8 15,0 1-15-15,0 1 13 0,2 0-6 0,0 0-4 16,2 0-1-16,2 0-9 0,16-7-2 0,10-2 1 15,3 4-1-15,1 1-5 0,-1 4-27 0,3 2-7 16,-3 2-13-16,0 2-84 0,10 1-165 0,0 3-50 16</inkml:trace>
  <inkml:trace contextRef="#ctx0" brushRef="#br0" timeOffset="969.5">11640 2597 871 0,'-2'0'371'0,"0"0"-543"0,1-2 460 0,-3 0-263 0,-7-2 68 16,-8-3 31-16,-1 0-10 0,-4-1 7 0,-1 1-68 16,3 1-10-16,0 2-8 0,0 3 2 0,-4 1-9 15,3 0-6-15,1 3 3 0,3 3-6 0,5-1-18 0,-5 7 6 16,6-9-5-16,0 23 6 0,6 2 3 0,3 2-11 16,2 0 9-16,-18 3-9 0,8-3 9 0,9 1 2 15,1-1-5-15,4-2 4 0,5 0-12 0,2-4 8 16,3-2 1-16,1-3 3 0,-8-3-6 0,19-1 1 15,4 0-6-15,0 0 4 0,2-6-9 0,-1-5-18 16,3-2-10-16,3 16-6 0,-1-8-61 0,3-10-126 16,4-6-24-16,1-5-57 0,3-8-282 0</inkml:trace>
  <inkml:trace contextRef="#ctx0" brushRef="#br0" timeOffset="1186.36">12110 2645 1115 0,'-2'0'334'0,"0"0"-476"0,0 0 421 0,0 0-234 16,-1 0 90-16,-1 0-9 0,-5 0-5 0,3 0-11 16,2 0-75-16,1 0-1 0,-1 0-11 0,0 2 7 15,1 0-6-15,3 0 3 0,-13 22-2 0,1 7 0 16,5 5-11-16,3-5-3 0,1 5 2 0,3-3-4 16,0-1-8-16,0 1 1 0,1-3 2 0,1 1 1 0,2-3 3 15,2-4-8-15,-1-2-8 0,-1-5 0 0,1 0-23 16,1-2-65-16,0-4-30 0,-1-2-14 0,-3-3-101 15,20-3-83-15,2 12-50 0</inkml:trace>
  <inkml:trace contextRef="#ctx0" brushRef="#br0" timeOffset="1565.18">12646 2430 538 0,'-1'0'66'0,"-1"0"100"15,0 0-51-15,-2 0 5 0,0 0-3 0,1 0-2 16,-3 0-29-16,-1 0-16 0,3 0 0 0,2 0-6 15,-2 0-13-15,1 0-11 0,1 0-3 0,0 0-3 16,0 0-1-16,2 0 15 0,2 0 2 0,2 0 3 16,18 0-4-16,15-2-22 0,0 0 2 0,8 0-9 15,-4 0-2-15,5 0-3 0,-3 1 2 0,-4-1-2 0,0 0-2 16,-2 0-8-16,-4 0-3 0,-3 0 1 0,-2 2-1 16,-4 0 6-16,-4-2-2 0,-1 1 1 0,0-1-8 15,-5 2 0-15,-1 0-6 0,-1 0 0 0,-1 0-25 0,-6 0-20 16,-1 0-9-16,0 0-11 0,-1 0-96 0,1 0-64 15,0 0-30-15,0 0-18 0,-3 0-200 0</inkml:trace>
  <inkml:trace contextRef="#ctx0" brushRef="#br0" timeOffset="1873.61">13044 2235 535 0,'0'-2'97'0,"0"-4"205"16,-4-16-237-16,0 4 66 0,2 3 0 0,1-2 18 16,1 10-28-16,-2-1-22 0,2 4-18 0,0 3 3 15,0-1-37-15,-2-2-13 0,2 2 5 0,0 0-8 16,0 2 8-16,0 2 11 0,0 0-9 0,0 44 6 15,0 3-24-15,-4 1-1 0,0 2-3 0,-1 0-1 0,-3 2-15 16,1 1-2-16,1-1 2 0,1 2-3 0,-1-2-36 16,3-2-153-16,1 0-41 0,2-2-77 0,5 4-530 15</inkml:trace>
  <inkml:trace contextRef="#ctx0" brushRef="#br0" timeOffset="6485.27">13237 2510 465 0,'0'0'0'0,"-2"0"81"0,0 0 11 16,0 0 39-16,-1-2 17 0,-10 0-60 0,-6-2 4 16,-1 2-19-16,-3 0-6 0,-1 2 3 0,-4 0-11 15,-1 0 10-15,-1 2 6 0,0 0 0 0,0 0 4 0,6-2-4 16,-2 2-7-16,6-2 1 0,3 0-16 0,6 0 3 15,2 0-11-15,3 0 5 0,3 0-26 0,-1 0-20 16,0 0 8-16,2 0-12 0,0 0-7 0,2 0 10 16,2 0-6-16,2 0 9 0,18-4 0 0,15-3 0 15,4-3 5-15,4 1-4 0,1 0-3 0,1 0 5 16,3-1-2-16,0 3 3 0,4-1-4 0,1-1 0 16,1 2-6-16,-2 1 4 0,-6 2-4 0,-3 3-1 15,-10 1 0-15,-11 0 1 0,-2 0-1 0,-3 0 7 0,-4 0-1 16,-6 0 1-16,-1 0-7 0,-7 0 4 0,3 0 6 15,-2 0 0-15,0 0 8 0,-2 1-11 0,0 1-2 16,-4 0-1-16,-18 6 9 0,-19 5-10 0,-2-2 5 16,-5-2-6-16,0 0 12 0,0-1-1 0,-1-1-1 0,3-1 0 15,5-1 7-15,0 1-2 0,6-1 4 0,3-1-4 16,3 0-3-16,4 0 5 0,5-1-3 0,1-1 4 16,3 0-5-16,3 0-9 0,2 0 1 0,3-2-4 15,6 0-2-15,-1 0-4 0,-1 0 1 0,2 0-1 16,0 0 5-16,2 0-1 0,2 0-2 0,2 0 0 15,20 0 4-15,19-6-2 0,3-1 0 0,8-6 0 16,2-2-2-16,9-2 2 0,1 0 0 0,3 1 0 0,-2-1 5 16,-8 2-8-16,-7 2 5 0,-7 2-5 0,-2 0 2 15,-12 3 1-15,-3 1-3 0,-8 1 3 0,-5 3-1 16,-5-1 1-16,-5 2 1 0,-3 2 0 0,2-2 3 0,-1 0-5 16,-1 1 0-16,-2-1-2 0,-2 0 4 0,-1 0 1 15,-38-11 0-15,-17 6-1 0,-9 7-1 0,-23 1 0 16,2 7 0-16,-3 3-1 0,4 2 1 0,11 0 6 15,2 2-2-15,1-4 4 0,1 0-4 0,3 0 1 16,8-3 1-16,1-1 0 0,8 1 0 0,4-1-1 16,4 0 0-16,12-1-1 0,8-2 0 0,13-2-8 15,1-1 2-15,7 1-5 0,-1 0 5 0,2 0 0 16,2 0 1-16,0 0 0 0,4 0 1 0,31 11-3 0,21 0 2 16,3-6-2-16,8-5 6 0,4-4 2 0,-1-4-2 15,3-3 0-15,-1-2-3 0,2-2 0 0,10 0 0 16,1 0 0-16,-1 2-2 0,-2 2 7 0,-12-1-6 15,-9 3 5-15,-5-2-9 0,-10 1 2 0,-7 3 3 16,-9 1-1-16,-2 0 6 0,-9 0-5 0,-8 3 3 0,-4 1-3 16,-3 0 1-16,0 0 5 0,-1 0-5 0,-1 0 4 15,0 0-10-15,-2 0 3 0,-2 0 1 0,-24 0 0 16,-22 0 0-16,-17 1 1 0,-4 5-1 0,-16 3 1 16,-4 2-2-16,-6 1 1 0,0-3-1 0,8 2 2 15,3-2 0-15,6-1 2 0,4-1 6 0,2-1-2 16,7-3 6-16,7 1-5 0,3-2 1 0,14-2-1 15,4 0 8-15,12-2-10 0,11 0 0 0,4 2-4 0,8 0 3 16,-1 0-7-16,1 0 4 0,0-2-6 0,2 1 4 16,4-1 5-16,46-9-5 0,11-1 4 0,8-1-3 0,1 2 0 15,1-2-1-15,-1 0 1 0,-1 0 0 0,5 0 1 16,3 2-1-16,4 2-1 0,1 0 1 0,0 1-3 16,-4 1 4-16,-12 3-4 0,-6-2 7 0,-10 3-4 15,-9 1 4-15,-6 0-4 0,-3 0-3 0,-12 0 3 16,-1 2-1-16,-10 0 1 0,-3 0-5 0,-5 0 7 15,3 0-3-15,0 0 4 0,-2 0-2 0,-2 0-3 16,-2 0 0-16,-2 0-1 0,-27 2 9 0,-18 0-6 0,-10 5 1 16,-4 3-4-16,-8 1 2 0,-7-2-1 15,2 0 2-15,-2-1-2 0,9-3 2 0,12 3 0 0,3-3 0 16,6 1-1-16,1 1 4 0,8-1 2 0,6 0 0 16,-1-1 0-16,12-1 0 0,7-2-5 0,0 0 1 15,12-1-3-15,-1 1 1 0,2 0-1 0,0 0 2 16,2 0-1-16,2 0-1 0,2 0 5 0,31 11-7 0,8-4 6 15,3-4-7-15,4-5 6 0,8-1-1 0,5-3 2 16,4-2-3-16,9-1 0 0,-7-2-2 0,3-1-1 16,-3-1-4-16,-10 2-18 0,1 0-3 0,-8-3-16 15,-4 1-124-15,0-2-261 0,-3 2-99 0</inkml:trace>
  <inkml:trace contextRef="#ctx0" brushRef="#br0" timeOffset="11046.36">15064 2129 477 0,'0'0'0'0,"-2"-2"1"16,0 0 9-16,0 0 7 0,0 1 11 0,-1-1 6 15,1 2 11-15,-6-6-9 0,-8-5 2 0,3 4-3 16,-4-1 13-16,0 1 49 0,-1-3-10 0,1 3 23 16,0 0-9-16,4 1-22 0,2 0 3 0,4 3-13 15,1 1-17-15,2 0-6 0,3 2-2 0,-3-2-1 0,0 0-15 16,0 0-23-16,3 1 3 0,-1-1-7 0,2 0 13 16,0 0-8-16,2 0 4 0,1 0-4 0,8-1 11 0,21-1 5 15,0 4-5-15,-5 4 5 0,-1 1-4 0,2 4 5 16,-5 3-5-16,-5-1 2 0,6-6-17 0,-5 23 7 15,-6-2 3-15,-4 6 0 0,-7 3-5 0,17 0 4 16,-10 1-2-16,-9 1 4 0,-9-2 6 0,-6-2-11 16,7-1 8-16,-33-4-6 0,-3 0 30 0,-1-4 1 15,4-4 0-15,2-3 0 0,4-2 1 0,4-4-7 16,3-4 0-16,4-3-4 0,1 11-5 0,5-6-3 16,3-3-3-16,4-4 0 0,2-1-9 0,3-1-5 0,2 0 4 15,1 0-5-15,-1-1-6 0,0-1-1 0,2 0-1 16,0-2 0-16,2 0 2 0,0-12-2 0,6-1-1 15,3-2 0-15,-7 3 4 0,24 3-1 0,4 2 0 16,-2 3-1-16,-1 3 8 0,3 1-5 0,2-15 3 16,-1 8-5-16,1 6 7 0,-1 3-7 0,-8 2 4 0,1 3-4 15,-2 3 0-15,-3 0-3 0,1 1-1 0,1 2 0 16,-3 1-3-16,3 1-2 0,-3-2-2 0,-3-2-2 16,4 3-29-16,-3-3-61 0,3-1-4 0,3-1-21 15,-3-3-24-15,3-2-9 0,2-2-11 0,-2-3 0 16,6-6-35-16,-4-2-79 0,2-4-9 0</inkml:trace>
  <inkml:trace contextRef="#ctx0" brushRef="#br0" timeOffset="11355.99">15690 2242 310 0,'0'-2'118'0,"0"1"-28"0,0-1 124 0,0-2-22 0,0-5-23 15,0-4-18-15,0 3-7 0,0 3-4 0,0 1-35 16,0 1-37-16,-2-1 9 0,2 4-19 0,-4-1-1 0,0 1-28 16,-1 0-6-16,-8 0-4 0,0 2-7 0,-2 6 1 15,2 3 1-15,0 2-1 0,4 15-5 0,3 0 6 16,2 0-7-16,-12-2 6 0,4 0-13 0,9-3 6 15,3-1 2-15,0-3 0 0,3 0-4 0,3-3 1 16,1-1 1-16,1-1 2 0,16-3 9 0,2-2 2 16,-2-3-2-16,4-2 2 0,-6 13 7 0,8-2-5 15,-2-8 4-15,-2-5-5 0,4-2 7 0,-12-1-9 16,4-5 5-16,-3 1-6 0,-6 1 7 0,2-3-8 0,-8 3 0 16,1-5-3-16,3-7 3 0,-6-5-6 0,-5 1 1 15,-3-2-5-15,-8-2-7 0,-2 6 1 0,0-4 0 16,-15 3 1-16,-4 8-1 0,1 2-2 0,-1 5-1 15,4 1-1-15,0-3-7 0,4-8-27 0,4 6-3 0,3 5-13 16,4 3-52-16,6 2-100 0,3 0-2 0,0 2-37 16,0 0-60-16</inkml:trace>
  <inkml:trace contextRef="#ctx0" brushRef="#br0" timeOffset="11758.18">16273 1992 1337 0,'0'0'5'0,"-2"0"3"0,0 0 80 16,0 0-16-16,-2 0 36 0,1 0-16 0,-1-2-59 15,0 0-6-15,2 0-18 0,0 2-18 0,1-2-1 16,-1 0 8-16,2 0-4 0,2 1 19 0,-1-3-10 16,11 2-1-16,14-5-3 0,1 3-3 0,3-15 13 15,-2 6 8-15,4 4-1 0,1 5-2 0,-5 4 0 16,0 2-3-16,-6 4 6 0,-5 1 20 0,-2 2-26 15,-6-3 16-15,-4 20-18 0,-1 4 18 0,15 1-4 0,-6 5-5 16,-11-1 3-16,-4 2-7 0,-9 0 3 0,-4-3-2 16,13-5 4-16,-33-3 6 0,1-2 3 0,3-3-3 15,1-6 2-15,4-1-4 0,4-2 1 0,3-3 1 16,4-2-1-16,4-3-3 0,5-2-3 0,3 0-3 16,1 0-1-16,-2 1-15 0,0 1 3 0,1 0-1 0,1-1 2 15,0 1-7-15,0 0 2 0,2 0 2 0,0-1 1 16,2 1 12-16,0 0 2 0,0-4-3 0,26 15 1 15,-1-6-13-15,5-4 7 0,0-1-6 0,3-2 6 16,0-2-7-16,-1 0-7 0,-5-2 5 0,1 0-8 16,0-1-9-16,1-1-26 0,-3 0-12 0,2 2-4 15,-2 0-44-15,-4 1-89 0,4-3-14 0,-2 2-41 16,0 0-200-16</inkml:trace>
  <inkml:trace contextRef="#ctx0" brushRef="#br0" timeOffset="12006.26">17327 2021 1375 0,'-2'0'62'0,"1"-2"-50"15,-1 1 81-15,-2-1-26 0,0 0 70 0,1 0-31 16,-1 0-5-16,2 0-18 0,0 0-75 0,0 2-3 16,0 0-2-16,1 0 3 0,-1 2 15 0,2 2-6 15,0 9 6-15,7 11-7 0,4-2-2 0,2-1 2 16,-2 1-7-16,8-1 6 0,14 1-8 0,-3-4 2 0,3-1-3 15,-3-2 1-15,-2-6-7 0,2-1 1 0,-4-1 2 16,2-3-1-16,-6 0 1 0,-4-3-18 0,1 12-5 16,-2-3-6-16,-1-5-24 0,-1-1-20 0,0-2 8 15,-4-2-18-15,0 0-60 0,-3 0-172 0,-3 0-66 0</inkml:trace>
  <inkml:trace contextRef="#ctx0" brushRef="#br0" timeOffset="12178.4">17767 2036 1344 0,'0'0'41'0,"-2"0"-4"16,1 0 51-16,-1 0 7 0,0 0 1 0,-2 0 21 15,0 2-43-15,-5 2-4 0,-9 7-15 0,-1-6-24 16,-1 21-3-16,-5 6-5 0,5-2 2 0,-2 3-15 0,-1 1-6 16,-1-3 2-16,-5-3-4 0,6-2-5 0,7-4-12 15,1 0-4-15,9-3-8 0,-1 1-79 0,3-1-140 16,-7-4-66-16</inkml:trace>
  <inkml:trace contextRef="#ctx0" brushRef="#br0" timeOffset="12748.47">18428 1943 694 0,'0'-2'57'0,"-2"1"-6"0,1-3 9 16,-5-11 12-16,-3-9-20 0,-1 2 46 0,3-1-2 16,0 1 3-16,-1 0-9 0,3 1-29 0,1 3-3 0,2 3-8 15,0 4 5-15,2 3-19 0,0 1 7 0,0 3-10 16,0 2 5-16,0-1-23 0,0-1 1 0,0 0 5 16,0 2-1-16,2 0 22 0,0 2-11 0,0 2 5 0,0 2-7 15,9 29 4-15,2 10-12 0,-4 4 0 0,-2 5-4 16,-1 0 0-16,-2-2-9 0,-1 2 2 0,3-4-6 15,-2 2-5-15,-2-9 5 0,-1 4-2 0,-1-10 4 16,0-6-5-16,0-1-1 0,0-4 0 0,2-1 0 16,-2-3 0-16,0-3 4 0,2 0-4 0,-2-6 2 15,2 0-9-15,-2-4-11 0,2 1-11 0,-2-6-6 16,0-1-89-16,2 3-133 0,0 0-58 0</inkml:trace>
  <inkml:trace contextRef="#ctx0" brushRef="#br0" timeOffset="13068.51">18733 2194 1463 0,'0'0'50'0,"0"0"-5"0,-2 0 16 0,0 0 26 16,0 0-19-16,0 0 96 0,0 0-44 0,1 0-6 15,-1 0-20-15,0 0-67 0,2 0-16 0,0 0 3 0,0 0-7 16,0 0-4-16,0 0 1 0,0 0-8 0,0 0 5 16,2 0-9-16,0 0-4 0,-1 0 0 0,1 0-5 15,2 0-12-15,0 0-50 0,5 0-26 0,4 0-16 16,0 0-143-16,7 0-126 0</inkml:trace>
  <inkml:trace contextRef="#ctx0" brushRef="#br0" timeOffset="13424.43">19056 1915 1275 0,'-2'0'51'0,"0"0"1"0,0-1-10 15,-1-1 21-15,-1 0-23 0,0 0 100 0,0 0-52 16,1 0-8-16,-1 0-19 0,2-1-52 0,0-1-2 15,2 0 2-15,4-7-1 0,2 2 5 0,5 1 5 16,18 1 1-16,1 3 1 0,0 2 4 0,-4-14-13 16,2 5 1-16,-4 7-5 0,-2 4 0 0,-7 2-4 15,0 3-1-15,-6 3-1 0,-2 5 1 0,-5 16 5 16,17 3 5-16,-8 3-2 0,-7 4 3 0,-6 0-2 0,-6-2-2 16,-3-3 0-16,-2-3-5 0,-3-1 0 0,1-4-1 15,-2 0 2-15,0-2 3 0,6-7-3 0,9 0 3 16,-7-4-3-16,-2-4 0 0,7-4-4 0,1 1 3 15,1-2-3-15,-2 1 1 0,2-1-2 0,0 0-2 0,2-1 1 16,0-1 1-16,0 2 2 0,2 0 2 0,0-2 1 16,5 1 5-16,19 3-9 0,2-4 4 0,-2-2-4 15,2-4 5-15,2-3-8 0,-1-3-1 0,1 1-3 16,-2-2-12-16,-2 0-20 0,0 2-9 0,2-1-4 16,-6 3-36-16,2-2-73 0,0-1-29 0,-3 1-33 15,1-2-259-15</inkml:trace>
  <inkml:trace contextRef="#ctx0" brushRef="#br0" timeOffset="13815.09">19752 1824 1536 0,'0'0'15'0,"-2"-1"3"0,0-1 30 16,1 0 6-16,-1 0 8 0,0-2 57 0,0 1-64 15,2 1 4-15,0-8-27 0,2 1-17 0,5-4 12 16,-1 4-6-16,20 0 7 0,-4 1-3 0,4 3-16 15,0 3 5-15,-2-15-9 0,2 6 7 0,-7 7-6 16,-1 4 0-16,-3 2-4 0,0 4-15 0,-4 1 16 0,-2 12-2 16,-5 12 8-16,-2 6 1 0,18 2-5 0,-8-2 4 15,-9 2-4-15,-5 6 3 0,-3-6-1 0,-4-4 0 16,-1-1 0-16,1-6-2 0,0-1-2 0,1 1 3 16,3-5-2-16,1-3 1 0,2-5-6 0,0-2 1 0,2 0-2 15,0-4 9-15,0 0-13 0,0-1 2 0,0-4-6 16,0-3 7-16,4 3 3 0,11 5 1 0,3 1 1 15,3-7-5-15,-3-1 3 0,5-2 1 0,-5-4 3 16,1-1 3-16,-4-1-1 0,-4 1-2 0,-4-1 1 16,-1 1 1-16,-2-14 6 0,12-5 5 0,-6 0 0 15,-7 2 14-15,-3-10 8 0,-5-1-5 0,-6-1 6 16,-8-3-1-16,17 4-2 0,-29 3 3 0,-1 0-4 16,2 2-6-16,-3 4 4 0,1 4-12 0,1 3 8 0,-1 4-16 15,1 0-5-15,-1 2 2 0,2 3-5 0,8-1-7 16,2 4-11-16,1-1 5 0,6 2-7 0,0-1-8 15,4 1-90-15,5 0-22 0,2 1-34 0,-1-1-182 0</inkml:trace>
  <inkml:trace contextRef="#ctx0" brushRef="#br0" timeOffset="17603.54">21323 2146 832 0,'-2'0'49'0,"0"0"7"16,-2 0 44-16,-10 0 18 0,1 0-10 15,0 0-11-15,-6-2 16 0,4 0-11 0,-5 0 10 0,1 2-29 16,2 0 7-16,-3-2 0 0,9 2 0 0,-6 0-10 16,4 0 1-16,4 0-4 0,3 0 0 0,3 0-29 0,-1 0-19 15,0 0-9-15,1 0-3 0,1 0-29 0,0 0 2 16,2 0 3-16,2 0 0 0,1 0-4 0,27-3 8 16,9-1-5-16,9 2 8 0,1-4 6 0,1 3-13 15,0-1 8-15,-4-2-9 0,-3 3 11 0,-2-1-2 16,0 0 1-16,-4 1-1 0,0 1 3 0,-5 2-19 15,-5 0-14-15,-1 0-6 0,-5 0-90 0,-6 0-116 16,-2 0-27-16,-2 0-50 0,-4 0-301 0</inkml:trace>
  <inkml:trace contextRef="#ctx0" brushRef="#br0" timeOffset="17804.07">21364 1862 1132 0,'-2'0'100'16,"0"0"17"-16,0-2-32 0,-2 0-37 0,1 0-10 15,-8-4 35-15,1 3 36 0,3-1-18 0,5 4 12 16,-2-2-81-16,1 0-14 0,-1 0 2 0,0 2-4 16,2 0 17-16,0 2-7 0,1 2 7 0,-12 33-8 15,5 2 1-15,3 8-7 0,3 1-4 0,2-2 0 0,0-1-4 16,3-2 0-16,3-1 2 0,1-1-1 0,3-2 4 16,1-6-23-16,2-5-18 0,2-2-4 0,-13-2-63 15,22-1-88-15,0-7-42 0,4-6-39 0,3-3-371 16</inkml:trace>
  <inkml:trace contextRef="#ctx0" brushRef="#br0" timeOffset="18193.03">22279 1891 1187 0,'0'0'51'0,"-2"-2"2"0,0 1-24 16,1-3 0-16,-1 0-19 0,2 2 61 0,0-3-8 0,0 1-3 15,0 0-9-15,0 2-38 0,3-1-5 0,5-1 1 16,14-3-2-16,0 7 8 0,-1 3-4 0,-1 7 4 16,-1-9-5-16,-2 31 7 0,-3 3-10 0,-1 8 6 15,-3-6-6-15,-5 4 6 0,17 0 4 0,-10 0-7 0,-11-2 7 16,-4 0 1-16,-7-4-9 0,-4-7 10 0,10 0-10 16,-26-4 12-16,1-4-12 0,-1-5 6 0,2-4-7 15,-2-2 19-15,4-5-1 0,2-2-1 0,-2 15 0 16,8-10-4-16,3-3 6 0,-4-2 0 0,8-2 2 15,-2-2 2-15,4 0-14 0,3 0 4 0,2 0-9 16,1 0-6-16,1 1-1 0,0-3-4 0,0 0 4 0,2 0 4 16,2 1-4-16,0 1 2 0,0 2-4 0,24-11-3 15,0 5 0-15,2 4 3 0,-4 2-3 0,0 0 0 16,2 2 9-16,0 2-7 0,2 1 8 0,1 3-10 16,3-3-23-16,1 1-1 0,6-2-11 0,4-4-30 0,3 0-32 15,8-4-22-15,0-3-6 0,6-5-94 0,-1-1-4 16,-1-1-5-16,-5-5 3 0,-6 0-4 0,-4-3 35 15,-6 0 4-15</inkml:trace>
  <inkml:trace contextRef="#ctx0" brushRef="#br0" timeOffset="18475.63">23207 2110 158 0,'2'-1'74'0,"0"-1"-8"0,0-2 112 16,2-3 3-16,5-12 11 0,-3 8 20 0,-1-2-52 15,-3 4 3-15,0 1-23 0,-2-1-26 0,0 7-19 16,0-4-6-16,-2 3-5 0,0-1-24 0,-2 2-23 0,-7-3 3 16,-7 1-12-16,-1 4-11 0,1 4 6 0,-1 1-6 15,4 3 5-15,2 1-10 0,4-2-7 0,1 19 0 16,3-2-3-16,3 1-2 0,-16 4 9 0,8-6-6 15,5 1 7-15,3 2-6 0,2-6-4 0,2 1 6 0,3-1-6 16,3-5 14-16,1 0-2 0,-2-4-3 0,17-2 0 16,2-2-3-16,2-1 9 0,0-4 0 0,0 16 3 15,0-6 3-15,2-9 1 0,-3-3-2 0,-4-2 0 16,1-3-4-16,-6-1 10 0,-3-1-2 0,0-1 4 16,-7 3-6-16,-3-3 6 0,8-12-1 0,-7 0 2 15,-6-3-9-15,-4-3-5 0,-3 6-2 0,-6 0 0 16,-2-1-8-16,-17 6 3 0,-3-1-5 0,-2 3 3 15,3 1-7-15,1 11-7 0,1-18-3 0,6 8-5 16,2 5-40-16,9 4-75 0,4 2-29 0,7 0-22 0,1 0-167 16</inkml:trace>
  <inkml:trace contextRef="#ctx0" brushRef="#br0" timeOffset="18944.48">23837 1860 1358 0,'-2'-2'41'0,"-2"0"92"0,-3-2-113 0,-6-3 51 0,4 1-3 15,5 4 18-15,-2 1-19 0,1-7-48 0,1 3 0 16,0-1-13-16,2-1 8 0,2 1 7 0,0-1 6 16,4-1-2-16,4 3 6 0,21-1-1 0,1 2-4 0,0 2 3 15,1 1-2-15,-3-16-15 0,-2 8 4 0,-2 5-7 16,-3 4 1-16,-3 4-4 0,1 1 0 0,-8 1 0 15,-2-1 7-15,-3-1 6 0,-2 18-3 0,10 1 1 16,-2-1-7-16,-7 4 8 0,-5-2-3 0,-5 4 4 16,-7 2-4-16,-4-3-6 0,8 3 3 0,-21 4-4 15,-3-8-7-15,2 3 3 0,-1-5-3 0,1-1 4 16,2 1 8-16,6-7-9 0,3-1 3 0,8-3-5 16,2-3-4-16,5-5 2 0,2-3-4 0,-1 2 4 0,-1-1-6 15,2 1 2-15,0 0 4 0,0 0-2 0,2-3 10 16,2 1-1-16,0 0 0 0,9 2-1 0,17 0 2 15,0-4-1-15,0 0 2 0,3-2-1 0,3-2-2 0,-3 2 3 16,3-2 1-16,-3 1 1 0,1-1 3 0,-2 0 1 16,-4 1-1-16,-2-1 2 0,-2 2-2 0,-5 0-4 15,-1 2 4-15,-8 0-5 0,-1 0 3 0,-1 0-7 16,-2 0 3-16,3 0-3 0,-1 0 6 0,-3 0-2 16,1 0-3-16,0 0 1 0,-1 0-7 0,-1 0 6 15,2 2-5-15,-2 0 3 0,0 0-23 0,0 0-54 16,-1-1-23-16,3 1-20 0,0 0-155 0,0-2-340 15</inkml:trace>
  <inkml:trace contextRef="#ctx0" brushRef="#br0" timeOffset="22930.37">24801 1917 256 0,'0'0'23'0,"0"0"3"0,0-2 32 0,0 1 19 16,0-3 5-16,0-2 4 0,0-7 0 0,3-3-6 15,3-3 3-15,1-1-23 0,4-3 4 0,2-1-1 0,2 2 3 16,-11-2 3-16,15 1-2 0,-3 1 3 0,-1 0-2 16,2 1 15-16,-4 5-12 0,-2-1 7 0,-4 2-10 15,-1 4 4-15,-4 0-7 0,0 5 3 0,0 3-3 16,-1-1 6-16,3 0-17 0,0 1-5 0,-2-1-5 16,0 2-18-16,-2 0-14 0,0 2 5 0,0 2-8 15,-2 2 1-15,-6 12-6 0,-5 18 1 0,-2 3-1 16,2 4 3-16,2 1-1 0,2 5-4 0,3 1 2 0,5 0-1 15,1 4-8-15,5-5 8 0,1-4-7 0,1-1 6 16,2-5 2-16,-1-3-8 0,1-4 5 0,0-4-6 0,1-4 4 16,-1-4-2-16,-2-3 1 0,-1-4-11 0,-2-1 9 15,-2-5-2-15,-2-1 4 0,0-2 3 0,0 0-6 16,-2 1 8-16,0 1-7 0,-6 0 6 0,-16 3 1 16,0-3-2-16,-2-4 2 0,2 0 3 0,0 0 5 15,2-2-3-15,1 0 3 0,1-2-3 0,3 3 6 16,2-1 2-16,4 0 1 0,2 2 0 0,3 0 10 15,2 0-6-15,1 0 6 0,-1 0-7 0,2 0-12 16,0 0 6-16,2-2-7 0,0 0-6 0,2 0 7 0,2 1-4 16,20-7 5-16,8 1-5 0,7-3 3 0,1 1-6 15,7-2 5-15,-3 2-8 0,-1-1 1 0,-6 3-6 16,-2 1 3-16,-3 1-20 0,0-1 2 0,-5 1-6 16,-2-1 3-16,-1 2-24 0,-6 1-47 0,-3-1-13 15,0-2-15-15,-4 1-74 0,-2 1-48 0,1-1-64 0</inkml:trace>
  <inkml:trace contextRef="#ctx0" brushRef="#br0" timeOffset="23082.67">24892 1600 1473 0,'-2'-2'69'16,"0"0"-3"-16,-2 0 10 0,-3-3 16 0,-4 1-23 0,-1-5 72 16,7-1-46-16,3 1-3 0,-5-2-20 0,3 4-57 15,2-1-11-15,2 1-4 0,2-1 0 0,7-1-2 16,41 2-4-16,6-5-2 0,5 11-2 0,0-3-10 0,-3 2-17 15,-2-26 3-15,-8 17-9 0,-2 9-16 0,-5 4-46 16,0 5-44-16,-6 5-4 0,-3 2-184 0</inkml:trace>
  <inkml:trace contextRef="#ctx0" brushRef="#br0" timeOffset="23364.99">25894 1923 1032 0,'0'0'55'0,"0"0"2"0,0-2 11 0,0 0 5 15,0 0-9-15,-2-1 77 0,0-1-42 0,-1-4 6 16,-5-5-23-16,1 4-31 0,-8 0 8 0,-7 3-8 16,-4 3 8-16,-6-16-26 0,4 8-8 0,-1 5-3 15,-3 6-1-15,4 2-5 0,-2 6 11 0,3 3-5 0,4 2 7 16,1-4-5-16,4 19-9 0,-1 3 3 0,4 5-5 16,2-5 5-16,6 3-11 0,1-5 4 0,-12-1-5 15,6-2 7-15,9 0-3 0,3 0-4 0,2-9 2 16,5 3-1-16,0-5-6 0,-5 0 0 0,24 0-2 15,2-6-9-15,4-1-13 0,3-3 3 0,2-3-8 16,11 0-9-16,-1 22-15 0,-3-13-3 0,1-9-8 0,-10-2-29 16,6-6-106-16,0-1 3 0,-2 0-62 0,0-1-239 15</inkml:trace>
  <inkml:trace contextRef="#ctx0" brushRef="#br0" timeOffset="23569.42">26173 1901 1031 0,'0'0'88'0,"-2"0"-5"0,0 0 31 15,0 0 13-15,0 0-23 0,0 0 51 0,1 0-50 16,-3 0-1-16,0 0-21 0,0 0-27 0,3 0-5 16,-5 1-1-16,0 3-3 0,5 15-10 0,-3 10 2 15,-2 1-1-15,4 0 0 0,-1 1-10 0,-18 3-3 16,8 3-1-16,4 2 0 0,3-6-3 0,5-1-14 16,-1-8 7-16,2 4-10 0,0-2 2 0,0-2-4 0,0 0-8 15,0-5 2-15,0-1-23 0,2-3-42 0,-2 0-13 16,1-2-18-16,3 0-105 0,0-4-77 0,0 1-12 15</inkml:trace>
  <inkml:trace contextRef="#ctx0" brushRef="#br0" timeOffset="23905.88">27006 1713 768 0,'-2'-2'113'0,"1"0"217"0,-3 0-269 0,2 2 62 16,-11-5-15-16,4 1 29 0,-1 0-28 0,5 3-38 15,1 1-11-15,2 0-9 0,-1-2-45 0,1 0 15 16,0 2-3-16,2 0 7 0,0 0-9 0,2 0 1 16,1 0-3-16,33-2 3 0,3 0-4 0,2 2 3 0,1 0 0 15,3 0 1-15,1 0-13 0,-1 0-7 0,-8 0 1 16,-4 0-4-16,-3 2-7 0,-4 0-3 0,-5 0-12 16,-7 0 6-16,-1-1-26 0,-3 1-66 0,-3 0-39 15,-3 0-12-15,-2 0-132 0</inkml:trace>
  <inkml:trace contextRef="#ctx0" brushRef="#br0" timeOffset="24068.18">27006 2006 954 0,'0'0'64'15,"0"0"10"-15,0 0 15 0,0 0-13 0,0 0 0 16,0 2 37-16,2 0-22 0,0 0-3 0,2 0-7 16,7 2-20-16,13 3-15 0,4-3-2 0,2-4-4 0,7 0-3 15,2-2-17-15,3-4-3 0,7 1-7 0,-7-5-22 16,7 1-31-16,1 0 1 0,-2-4-15 0,2 0-37 15,-5 0-433-15</inkml:trace>
  <inkml:trace contextRef="#ctx0" brushRef="#br0" timeOffset="25437.51">28126 1522 707 0,'0'-2'0'0,"0"0"17"16,0-2 159-16,0 1-44 0,2-12 14 0,2-2-63 0,-1-5 10 15,1 3-30-15,0-3 9 0,-1 3-18 0,1 3-10 0,0 1 1 16,0 4-7-16,-1 0 5 0,-3 7-7 0,0 2 0 16,2-2-1-16,0 2-1 0,0 1-16 0,0-1 15 15,-2 2-10-15,0 2 10 0,0 1-20 0,-4 23 11 16,-2 13-7-16,3-2 7 0,-5 1-14 0,3-3-2 16,-3-2 6-16,3 1-5 0,1-3-1 0,2 1 0 15,2-3-7-15,2-1 6 0,4 0-5 0,1-4 0 16,4 0 1-16,0-3 0 0,-5-3-1 0,22-5 1 15,1-3 3-15,3-7-1 0,-1 16 8 0,5-8 9 16,1-7-2-16,0-6 5 0,2-5-1 0,0-8-7 0,-4-2-1 16,-1-3-3-16,-5 16-11 0,-3-22 5 0,-3 2 0 15,-3 0 2-15,-7-1 2 0,0 3 5 0,-7-4 1 16,12-2 1-16,-7-1 0 0,-5-1 2 0,-4-2-4 0,-6 5 4 16,-3-1 0-16,-4 2-5 0,-1 5 2 0,5 1-4 15,-23 3 5-15,1 0-1 0,-1 4-1 0,-2 2-1 16,1 6-9-16,1 3 3 0,-2-17-6 0,6 8 4 15,-1 4-10-15,1 5 6 0,0 2 0 0,1 2 1 16,3 1-11-16,5 3 6 0,-1 3-8 0,3 1 7 16,2-9-6-16,2 18-5 0,9 1 7 0,-13 1-7 15,4-1 12-15,4 1-6 0,1 1 5 0,4-2-4 16,2 1 9-16,2-3-3 0,4 1 3 0,1-2-4 0,2-1-7 16,1-1-14-16,-1-2-9 0,-2 0-4 0,14-2-54 15,3 0-94-15,0-3 4 0,2-1-34 0,2-3-13 0,3 15-142 16</inkml:trace>
  <inkml:trace contextRef="#ctx0" brushRef="#br0" timeOffset="25609.57">29255 1422 1455 0,'0'0'47'0,"-2"-2"92"0,0 0-108 0,0 0 92 15,0 0-15-15,-1 0 38 0,-1 0-30 0,0 1-60 16,1 1-7-16,-5-4-18 0,-1 0-29 0,5 4-1 0,-1-2 3 15,1 2-4-15,0-2-5 0,0 1-23 0,1 1-7 16,1 0-6-16,0 0-33 0,2 0-54 0,0 0-14 0,2 0-25 16,2 0-167-16</inkml:trace>
  <inkml:trace contextRef="#ctx0" brushRef="#br0" timeOffset="25953.65">29635 1098 1247 0,'-1'-1'34'0,"-1"-1"76"0,-2 0-94 16,0-2 58-16,1-1-10 0,-5-7 25 0,-1 1-26 16,3 2-38-16,1-2 2 0,3 2-15 0,2-1 3 15,2 1 26-15,1 2-2 0,3-1 9 0,24 3-2 0,3 3-4 16,1 0 2-16,3-20-4 0,-8 12-16 0,3 7-9 16,-4 3-4-16,0 3 1 0,0 5-10 0,-6 1 0 15,-2 4-1-15,-3-5 1 0,-2 17 12 0,0 7-6 16,-4-4 3-16,-4 7-3 0,1 0 7 0,-5 1-2 15,-1 5 3-15,19-8-2 0,-8 2 10 0,-8 1 2 16,-3-3-1-16,-2 4 1 0,-4-3-8 0,-1-1 1 16,-1-3 4-16,-1-2-1 0,-1-2 0 0,1 0-9 15,0-2 0-15,1 0-3 0,0 0-1 0,1-2-1 16,-3 0-5-16,3-3 4 0,-1-2-7 0,3-2 5 0,1-4-3 16,0 0 4-16,0-4-7 0,2-1-11 0,0-1-1 15,0-1-5-15,0 0-22 0,0 0-50 0,0-1-2 16,2-1-20-16,0 0-51 0,0-2-28 0,1 0-19 15,1-2-8-15,7-5-126 0</inkml:trace>
  <inkml:trace contextRef="#ctx0" brushRef="#br0" timeOffset="26187.54">29832 1511 1296 0,'-2'0'39'15,"1"0"-2"-15,-3 0 29 0,-17-4 11 0,5 0-5 16,3 2 64-16,0-1-53 0,7 3 5 0,2 0-26 0,1 0-32 15,-1-2-11-15,2 0 6 0,0 0-5 0,2 0 12 16,0 0-1-16,2 1-1 0,4-1 3 0,31-8 7 0,6 5-12 16,-6-1 3-16,5 1-6 0,-1 1 0 0,-2-2-4 15,2 3-1-15,0-1-2 0,-2 0-15 0,-4 2 7 16,-1 2-10-16,-5 0 9 0,-1 0-9 0,-6 0 6 16,-3 2-3-16,-4 0 2 0,0 0-21 0,-4 0-27 15,-2 0-24-15,-3 0-12 0,1-1-185 0,2 3-217 16</inkml:trace>
  <inkml:trace contextRef="#ctx1" brushRef="#br0">25470 17081 0,'0'0'0,"0"0"0,-14 61 0,9-48 0,5-13 16</inkml:trace>
  <inkml:trace contextRef="#ctx0" brushRef="#br0" timeOffset="28202.2">15112 3932 256 0,'-2'0'129'0,"0"-2"-28"0,-1 0 81 16,-14 0 40-16,2-18-68 0,0-1-6 0,6 7-67 16,2-1-4-16,-1-2-14 0,1 6-11 0,3-4-16 0,-2 8 0 15,3-1-6-15,-3-3-7 0,4 2-16 0,0-4 1 16,2 5-5-16,4-5 10 0,2 4 13 0,7-2-3 15,11 0 5-15,-4 5-3 0,10 1-5 0,3 3 2 0,-1-17-3 16,5 6-1-16,-9 8-6 0,0 5-2 0,-6 3-1 16,-3 5-9-16,-3 3 10 0,1-6-3 0,-6 23 5 15,-1 8-4-15,-7 1-6 0,20 2 5 0,-12-2-5 16,-9-4 13-16,-4 3 17 0,-9-3-5 0,-6 0 9 16,8 3-3-16,-32-5 6 0,-2-1 0 0,-2-2 2 15,-3 0-4-15,0-4 1 0,-2-2-5 0,3-3 1 16,6-3-11-16,4-5 9 0,6-3-3 0,3-6 5 0,4 14-9 15,3-6 0-15,5-5 1 0,-1-3-1 0,6-2-7 16,2 0-5-16,1-2-2 0,6 2-2 0,0 0-17 0,-1-3 2 16,-1-1-4-16,2 0 4 0,0-7 4 0,2 2 0 15,2-2 1-15,4 1-1 0,-1 3 1 0,25-1 2 16,5 5-1-16,6 1 1 0,-2-20-1 0,0 10 0 16,-6 9 3-16,-3 3-3 0,-4 2 3 0,8 1-6 15,-3 3 4-15,3 1-5 0,-5 1 4 0,-5-1-8 16,4 2-2-16,-2 1-1 0,0-1-18 0,0-2-58 15,2 1-2-15,0-1-20 0,0-1-28 0,0-2-42 16,1-3-17-16,1-1-20 0,3-1-160 0</inkml:trace>
  <inkml:trace contextRef="#ctx0" brushRef="#br0" timeOffset="28579.66">15972 3975 604 0,'0'-2'112'0,"0"0"22"0,-2 0-25 0,0-2-36 0,2 2-6 16,-7-12 81-16,3 4-30 0,-3-3 3 0,3 6-18 15,2 3-29-15,0 0-18 0,-2 1-5 0,1-1-8 16,-1 2-38-16,0 0 4 0,1 2-3 0,-3 0 3 16,0 2-3-16,-3 6 9 0,2 10-2 0,1 12 3 15,1-2-12-15,3 0 12 0,-15-2-10 0,6 0 9 0,3 0-23 16,7-2 14-16,1 0-2 0,1-2 7 16,5-2-8-16,3 1 5 0,2-3 0 0,-7-1 2 0,18-2 2 15,1-6-8-15,1-1 1 0,6-3-1 0,-4-3 13 16,1 17-6-16,1-8 4 0,-2-7-4 0,2-4 1 15,0-4 1-15,0-4 6 0,-4-3-3 0,-2 0 4 0,-1-2-6 16,-1-2-2-16,-7 12 0 0,0-18-2 0,-7 1 6 16,8-3-4-16,-2 1 6 0,-7 0 5 0,-5-4-13 15,-2 2 10-15,-5 0-10 0,-4 1 17 0,-2 1 4 16,5 5-7-16,-18-1 6 0,-2 3-20 0,2 9 1 16,-3 3-3-16,1-16 1 0,0 10-8 0,2 5-1 15,2 4-7-15,0 2 2 0,2 4-11 0,3 1-36 16,0 2-9-16,6 1-15 0,6-7-73 0,-6 16-42 0,4-1-5 15,7-1-21-15,2 0-83 0</inkml:trace>
  <inkml:trace contextRef="#ctx0" brushRef="#br0" timeOffset="28970.7">16627 3663 1027 0,'-2'0'35'16,"1"0"-4"-16,-1 0 20 0,-6-2 23 0,-10-2-13 0,7 2 68 16,-2 0-26-16,3 0-10 0,5 1-6 0,1 1-35 15,0-2-36-15,1 0 2 0,-1 0-15 0,2 2-6 16,0 0 9-16,0 0 8 0,2 0 1 0,2 0 14 16,7 0-4-16,21-2 1 0,5 0-1 0,1 2 5 0,-1-2-7 15,2-1-1-15,2-1-3 0,-7 2-18 0,3 2 0 16,-4 0-1-16,-6 2 3 0,-1 0 3 0,-8 0-6 15,1 1 0-15,-4 3-2 0,0 1 6 0,-2 3 0 16,-1-3 8-16,-3 14-4 0,-1-8 22 0,-3 5 5 16,-1 1-3-16,13 3 2 0,-4 2-11 0,-5-2-3 15,-3 6 3-15,-3 0-2 0,-3 2 4 0,-1-2-8 16,-2 1-1-16,-1 1-1 0,0 0-7 0,-1-2 0 0,1 0-1 16,1-1 1-16,1-1-7 0,1-1 5 0,0-1 0 15,2-4 3-15,0 0 1 0,2-3-5 0,0 2 0 16,0-4-1-16,0-2 5 0,0-2-4 0,0-4-3 15,0-1 0-15,2 1-4 0,0-1 2 0,-2-3 3 0,2 1-1 16,0 0-6-16,0 0-10 0,0-1-6 0,-1 1-2 16,1-2-29-16,0 0-203 0,0 0-72 0</inkml:trace>
  <inkml:trace contextRef="#ctx0" brushRef="#br0" timeOffset="30124.65">16878 4095 256 0,'0'0'137'0,"0"0"-56"0,0 0 73 0,-2 0 32 16,0 0-68-16,0 0 18 0,0 0-35 0,-1 0-2 16,-8-2-10-16,1 1-6 0,1-1 16 0,0 0-3 15,5 2 5-15,-2-2-25 0,3 0-12 0,-1 0-7 16,0 2-2-16,1 0-34 0,1-2-9 0,0 1 5 0,0 1-3 15,2-2 12-15,0 0-4 0,2 0-7 0,2 0 3 16,23-7-18-16,7-2 5 0,5 0-2 0,4-1 3 16,3 1-4-16,4 0-6 0,6 0-3 0,3 2-4 15,3-1-40-15,1 3-34 0,-6 0-8 0,-1 1-10 16,0 0-46-16,-3 5-279 0</inkml:trace>
  <inkml:trace contextRef="#ctx0" brushRef="#br0" timeOffset="30551.93">18098 3629 727 0,'-2'-2'205'0,"0"0"54"0,0 1-102 16,2-1-110-16,-13-13-2 0,0 2 88 0,0 4-1 15,8-1 3-15,-5 1-13 0,5 3-60 0,1 3-20 16,0 1-3-16,1-2-7 0,-1 0-29 0,0 3-9 15,2-1-3-15,0 0 1 0,1 2 17 0,-1 2-3 0,2 0 1 16,-9 31-3-16,1 4-9 0,4 2 9 0,3-4-4 16,-1 4 5-16,0 2-6 0,0-2 5 0,0-3-1 15,0-3 3-15,0-3-9 0,2-4 6 0,0 0 0 16,0-4 2-16,-1-2-10 0,1-1 9 0,0-4-2 0,0-2 5 16,-2-2-9-16,0 0 8 0,0-3-3 0,0-1 7 15,0-1-2-15,2-5-5 0,-2 3 6 0,-1 0-5 16,-7-2 5-16,3 3 4 0,-2 3 2 0,1-5 4 15,-1 3 25-15,2-2-10 0,1-2 3 0,2-2-6 16,1 0-11-16,-1 1-13 0,0 1-2 0,0-2-5 16,3 0-9-16,-1 0 1 0,0 0 4 0,2 0-1 15,2 0 9-15,0 0-3 0,12-2-1 0,24-3 0 0,-1-3-2 16,3 3-1-16,3-1 0 0,-4-1 1 0,2 1 7 16,2-1-8-16,-2 1 3 0,-6 1-6 0,-5-1 6 15,-4 2-12-15,-6 1 1 0,-1-1-7 0,-1 0-22 0,-7 2-36 16,-1 1-14-16,-5 1-14 0,-3 0-112 0,2-2-215 15</inkml:trace>
  <inkml:trace contextRef="#ctx0" brushRef="#br0" timeOffset="30748.22">17769 3616 1384 0,'0'0'34'0,"0"0"-2"0,-2 0 54 0,0 0 4 16,1 0 7-16,1 0 25 0,0-2-72 0,0 0 5 15,0 1-26-15,0-1 6 0,1 0 7 0,3 0 2 16,13-7-1-16,20-8-8 0,6 4-17 0,3 0-4 0,6 0-2 16,-4 2-7-16,-1 2-3 0,-5 3 1 0,-3 2-3 15,0 1-12-15,-1 1-10 0,-1 2-42 0,-8 0 6 16,3 2-167-16,-6 1-177 0</inkml:trace>
  <inkml:trace contextRef="#ctx0" brushRef="#br0" timeOffset="31150.85">18835 4047 523 0,'0'0'56'0,"0"0"121"0,0-2-120 0,0 0 80 15,2 0-10-15,0 1 27 0,-1-1-42 0,1-2-40 16,-2 0 2-16,4-11-15 0,2-3-7 0,-3 5 7 16,1-2-3-16,2-2 3 0,-3-3-13 0,-1-1 7 0,-2 7-4 15,-2-1 6-15,2 9-2 0,-2 1-1 0,-3-7-7 16,3 9 2-16,0-1-20 0,-3 0-11 0,-12-7 0 16,-2 6-7-16,-1 3-9 0,-2 4 0 0,-1 7 2 15,-1 6-1-15,4-6 7 0,1 15 2 0,1 4 3 16,5-4 0-16,1 0 14 0,5-1-20 0,2-1 6 0,1-4-8 15,-9 1 9-15,4 0-7 0,5-5 0 0,2 1-3 16,2 0-9-16,2 0 2 0,2-2-4 0,1-2 3 16,1 0-8-16,20-5-4 0,1-2 0 0,7-1-3 15,-3 16-6-15,10-4-41 0,0-10 1 0,-4-5-20 16,-1 0-55-16,3-4-45 0,1-1-49 0,-2-3-10 16,1-3-294-16</inkml:trace>
  <inkml:trace contextRef="#ctx0" brushRef="#br0" timeOffset="31351.63">19214 4025 1111 0,'0'0'68'0,"0"0"-1"0,-2 0 30 16,0-2 12-16,0 0-13 0,0 0 64 0,0 2-68 15,1 0-5-15,-1 0-26 0,0 0-45 0,2 0 22 16,0 0-8-16,0 0 11 0,0 2-9 0,0 0 7 16,0 0 2-16,0 20 0 0,0 0-12 0,0 6 0 15,0 0 1-15,0 4 0 0,-2-3-1 0,2 5-15 16,-2-3 1-16,2-1-4 0,0 1-1 0,0-1-6 15,0-2-4-15,0 0 0 0,0-2-5 0,2 0-7 0,0-2-5 16,0-4-12-16,1 1-125 0,1-4-165 0,2-1-121 16</inkml:trace>
  <inkml:trace contextRef="#ctx0" brushRef="#br0" timeOffset="31970.64">20107 3900 1123 0,'0'0'23'0,"0"0"0"0,-2 0 40 0,0 0 14 16,0 0 3-16,0 0 54 0,0 0-75 0,1 0-4 16,1 0-24-16,0 0-16 0,0 0 29 0,1 0-2 15,1 0 9-15,9 0-12 0,19 0-6 0,9 0 4 16,4 0-5-16,5 0-8 0,4-5-10 0,-4-1-10 0,-1 1 5 15,-4-1-6-15,-1 2-3 0,-1 1 3 0,-4-1-4 16,-2 2-10-16,-7 0-16 0,-4 2-9 0,-3 0-4 16,-4 0-45-16,-4 0-145 0,0 2-23 0</inkml:trace>
  <inkml:trace contextRef="#ctx0" brushRef="#br0" timeOffset="32158.61">20205 4079 1500 0,'-2'0'21'0,"0"0"46"0,1 0-50 16,-1 0 40-16,0 0-5 0,0 0 14 0,2 0-30 0,0 0-14 16,0 0 6-16,2 0-3 0,2 0 34 0,25 1-6 15,10 1 2-15,10-2-6 0,-1 0-15 0,0-2-8 16,2 1-6-16,-3-3 0 0,3 0-15 0,-6 0-4 16,-1 3 2-16,-6-1-3 0,0 2-3 0,-1 0-59 15,1 0-58-15,-2 2-15 0,-3 1-329 0</inkml:trace>
  <inkml:trace contextRef="#ctx0" brushRef="#br0" timeOffset="33313.18">21798 3646 994 0,'0'0'21'0,"-2"0"10"0,1-2 25 16,-1 0 9-16,-2 0 11 0,-2 0-7 0,-7-1 4 16,0-1 2-16,0 2-7 0,0 2-35 0,2 0-18 15,0 2-7-15,-2 4 0 0,4 1-4 0,3 13 1 16,-3 12 4-16,3-2-3 0,-1 1 3 0,3 1-3 0,2-1 6 15,-16-3-4-15,9-4 6 0,5 1 3 0,4-3-5 16,2-2 5-16,1 1-7 0,1-6-2 0,4-2 1 0,-1-4 1 16,6 0 15-16,13-3-1 0,2-3 5 0,2 16-5 15,3-6-6-15,2-7 5 0,2-6-7 0,2-4 5 16,-2-4-9-16,-5-1-3 0,-6-4 0 0,-7 2-1 16,-1 7 1-16,1-24-1 0,-4 2 4 0,-6-3-3 15,-4-1 0-15,-3 0-2 0,17-3-3 0,-10-2 3 16,-7-1 8-16,-8-1 6 0,-1 4 4 0,-4 5-1 15,-2 2 7-15,0 5 14 0,2 1-3 0,-21 7 6 16,2 0-9-16,-3 6-9 0,3 1 1 0,1 4-5 0,-1-16-5 16,6 8-8-16,2 7-4 0,1 3-1 0,1 2-8 15,3 3 2-15,0 4 0 0,2-5 0 0,4 24-6 16,2 0 4-16,3 3 0 0,1 1 1 0,3-2-1 0,-17-1 1 16,8 3-6-16,6-6 4 0,3 5-18 0,2-3-6 15,2-7-14-15,3 3-2 0,1-9-78 0,3 0-52 16,-3 1-11-16,20-8-22 0,3 1-152 0</inkml:trace>
  <inkml:trace contextRef="#ctx0" brushRef="#br0" timeOffset="33516.91">22522 3633 1720 0,'0'0'162'0,"-2"0"-218"0,1 0 182 16,-1 0-102-16,0 0-28 0,-2 0 81 0,0 0-20 15,-9 0 34-15,-1 0-63 0,1 2-18 0,1 0-5 0,1 1-3 16,0 3-5-16,4-2-4 0,-1 1 6 0,5-3-6 16,-1 4 1-16,-3 5-27 0,1-2-25 0,0 4-1 15,5-2-89-15,1-3-46 0,0-3-40 0,0-3-23 16,3 5-304-16</inkml:trace>
  <inkml:trace contextRef="#ctx0" brushRef="#br0" timeOffset="33828.69">22827 3403 1302 0,'-2'-2'47'15,"0"0"-54"-15,-3 0 52 0,-7-3-25 0,11 5 5 0,-3-2 67 16,0-2-23-16,0 0 29 0,1 1-82 0,1-1-14 16,0 0 4-16,2 0-4 0,2 1 23 0,2-1 4 15,23-11-3-15,9 4 4 0,-1 2 7 0,2 3-7 16,2 2-1-16,2 4-3 0,-4 0-7 0,0 4-8 15,-2 2 5-15,-1 3-7 0,-3 2 5 0,-5 2 19 16,0 2-6-16,-5-13 10 0,-1 22-17 0,-5 4 0 16,0 0-1-16,-2 5 1 0,-2 2 0 0,-3 2 17 0,-7 4-8 15,20-5 10-15,-10 1-10 0,-7-2-6 0,-4-3 2 16,-4 1-5-16,-3 0-5 0,-3-3-10 0,1 0 6 16,0-2-7-16,1-8-2 0,1 1 1 0,1-5-7 15,3-3 3-15,-1 0-7 0,0 0-8 0,2-3-5 0,0-5-6 16,2-1-55-16,0-2-37 0,-1 1-21 0,-1 1-8 15,0-2-105-15,0 0-167 0</inkml:trace>
  <inkml:trace contextRef="#ctx0" brushRef="#br0" timeOffset="34016.24">22990 3741 1279 0,'0'-2'86'0,"0"0"-107"0,0 0 93 0,0 0-46 0,0 0 8 16,0 0 72-16,2-1-17 0,0-1 27 0,0 0-63 0,2-1-15 15,20-5 1-15,5 5-4 0,1 1 11 0,7 0-11 16,0 1 0-16,0-5-5 0,2-14-12 0,0 9-13 16,-1 6 3-16,1 5-6 0,-6 2 2 0,-3 0-13 15,-6 0-1-15,-7 0-10 0,7 0-46 0,2 0-173 16,7 2-61-16</inkml:trace>
  <inkml:trace contextRef="#ctx0" brushRef="#br0" timeOffset="34546.25">24156 3586 799 0,'-2'0'62'0,"1"-1"107"0,-1-1-106 0,-2 0 78 0,2 2-18 16,-3-2 34-16,-3-2-42 0,3 2-35 0,1 2 2 15,2 0-14-15,-2-1-15 0,1-1-28 0,-1 0-3 16,2 0-8-16,0 0-12 0,0 0 21 0,2 2-3 15,0 0 10-15,2 0 1 0,6 0-7 0,25-5 1 0,2 1-2 16,4 0 4-16,-3 2-15 0,4-1 6 0,1 1-10 16,-4 0 3-16,4 0-1 0,-4 0-3 0,0-1 1 15,-1-1-8-15,-3 2 1 0,-5 0 0 0,2 0-1 16,-6 1-7-16,-2-1-8 0,-3 2-3 0,-1 0-4 16,-5 0-31-16,-2 0-72 0,-1 0-10 0,-5 0-25 15,1 0-75-15,-4 0-203 0</inkml:trace>
  <inkml:trace contextRef="#ctx0" brushRef="#br0" timeOffset="35308.42">24448 3301 950 0,'0'0'25'0,"-2"0"3"0,0-2 13 0,0 0 19 16,0 0-5-16,0 0 88 0,1 0-62 16,-1 0 3-16,0 1-24 0,0-1-14 0,0 0-12 0,0 0 3 15,0 0-4-15,1 0 14 0,-1 0-9 0,0 1 1 16,0-1-5-16,0 0-10 0,0 0-1 0,0 0-5 16,1 0 1-16,-1 0-18 0,0 1 12 0,0-1-8 0,2 2 8 15,0 0-11-15,0 0 0 0,0 0 2 0,0 0-3 16,0 0-3-16,0 0 2 0,0 0 4 0,0 0-1 15,0 0 1-15,0 0 2 0,0 0-5 0,0 0 4 16,0 0-6-16,0 0 1 0,0 0-2 0,0 0 2 16,0 0 5-16,-2 0-4 0,0 0-1 0,0 0-2 15,2 0-2-15,0 0 4 0,0 0 4 0,0 0-3 16,0 0-2-16,0 0-1 0,0 0 2 0,0 0-2 16,0 0 7-16,0 0-3 0,0 0 3 0,0 0-2 0,0 0 1 15,0 0 3-15,0 0-4 0,0 0 2 0,0 0-3 16,0 0 1-16,0 0-2 0,0 0 1 0,0 0-1 0,0 0-1 15,0 0 6-15,0 0-5 0,0 0-2 0,0 0 0 16,0-2-2-16,0 0 3 0,0 2 1 0,0 0-1 16,0 0 3-16,0-2-2 0,0 2 6 0,0-2-7 15,0 2 0-15,0 0-2 0,0-2 5 0,0 2 1 16,0 0-4-16,0-1 3 0,0-1-6 0,0 0 3 16,0 0-1-16,0 0 1 0,0 2 2 0,0-2 1 15,0 0 0-15,0 1-1 0,0-1-3 0,0 0 1 16,0 0 2-16,0 0 2 0,0 0 16 0,0 0-3 15,0 1 0-15,0-1-3 0,0 0-7 0,0 0 0 0,0 0 3 16,0 2-2-16,0-2-1 0,0 2-1 0,0 0-6 16,0 0 2-16,0 0-5 0,0 0-3 0,0 0 6 15,0 0-5-15,0 2 5 0,0 0 6 0,0 2-6 16,0 11 7-16,0 12-6 0,0 5 0 0,2 5 2 0,-2 2 0 16,0 2 3-16,0 2-5 0,0 3 4 0,2 0-3 15,0 1 2-15,0-4-3 0,0 3-1 0,-2-7 0 16,2-2 1-16,-1 0 0 0,1-5 0 0,0-4-1 15,-2-2 1-15,0 0 1 0,2-2 0 0,0-4 1 16,0-1-1-16,0-4 7 0,-1-2 2 0,-1 0 0 16,0-4 4-16,0 2-5 0,0-3 4 0,0-1-4 0,0-1 2 15,0-1-3-15,0-1-5 0,0 0 3 0,0-3-7 16,0 1 1-16,0 0-1 0,2 2 1 0,0 0-7 0,0-1-6 16,0 1-10-16,0-2 1 0,0 0-50 15,-1 0-84-15,3-1-38 0,0 1-59 0,11 0-544 0</inkml:trace>
  <inkml:trace contextRef="#ctx0" brushRef="#br0" timeOffset="43923.89">25803 3254 400 0,'-2'0'0'0,"0"0"13"16,-1 0 138-16,-5-2 1 0,-7-1 23 0,2-1-52 15,4 2-10-15,-6-2-31 0,0 1-7 0,4 1 6 16,-4-2-15-16,8 2-28 0,1 2-4 0,5 0-6 16,-3 0 6-16,2 0 11 0,-2-2-1 0,1 0 4 15,1 1-6-15,0-1 5 0,0 0-5 0,2 0 3 16,0 0-23-16,2 0 13 0,0 0-12 0,1 1 10 15,9-1-21-15,10 0 11 0,2 2 0 0,0 0 3 0,0 0-7 16,-5 2-8-16,1 1 0 0,1 3-2 0,-5 0 3 16,3 3-1-16,-2 0-3 0,-4 0 1 0,-2-5-3 0,-4 18 2 15,-3 1 3-15,-2 5-2 0,15-1 3 0,-8 5-1 16,-9 0-4-16,-4 3 1 0,-5 0-4 0,-6 0 10 16,-5 2-4-16,5 1 5 0,-24 4-2 0,-2-1 0 15,-2 0 2-15,0-11-2 0,4-2-5 0,2-1 8 16,6-2-3-16,5-5 4 0,0-1-7 0,4-6 0 15,3-4-5-15,0-2 3 0,3 1-5 0,3-6 9 16,-2 9 3-16,4-4 1 0,1-3 0 0,3-2-3 16,1-2 1-16,3 0-1 0,-1 0 1 0,0-2 9 0,1 0-3 15,-1 0 5-15,0-3-11 0,-3-18-9 0,5 5-1 16,2-3-2-16,2 6-1 0,5-3 6 0,1 1-3 16,1 4 3-16,-7 2-7 0,14 4-7 0,3 5 3 15,0 0-4-15,1-13 5 0,-1 8 6 0,3 1-2 0,0 6 3 16,2 0-6-16,4 6 1 0,-2-1 0 0,6 3 2 15,1 3 7-15,-3-4-9 0,3 4 0 0,-9-1-3 16,4 1 11-16,0 0-6 0,0 0 6 0,2 0-7 16,-4-2-2-16,-6-1 6 0,-1-3-6 0,1-1 6 15,-3 0-13-15,3 0-17 0,-3-3-1 0,-2 1-8 16,1-2-38-16,1 0-56 0,-2 0-9 0,2-3-16 16,1-5-57-16,-1 1-33 0,3-4-20 0,3-4-14 0,1 0-156 15</inkml:trace>
  <inkml:trace contextRef="#ctx0" brushRef="#br0" timeOffset="44266.52">26548 3811 2630 0,'-30'9'-10'16,"11"-5"-13"-16,1 0-41 0,1-4-13 0,6 0-14 15,0 0-80-15,3 0-76 0,3 0-23 0,3 0-33 0,0 0-233 16</inkml:trace>
  <inkml:trace contextRef="#ctx0" brushRef="#br0" timeOffset="44470.23">26420 3351 1412 0,'0'0'18'0,"0"-2"-4"0,-2 0 18 15,0 0 16-15,0-2-4 0,-2-5 61 0,1-4-4 16,-1-2-4-16,4 4-4 0,0 0-40 0,2 2-9 16,1-1 0-16,-1-1-2 0,28 0 3 0,0 2-12 0,1 1-4 15,3 3-3-15,-1-1-21 0,4 3 4 0,-3 1-4 16,-3 0 2-16,-1-17-14 0,0 8-14 0,-6 6-9 15,0 1-5-15,2 2-59 0,-4 2-84 0,1 0-35 0,-3 0-37 16,0 0-311-16</inkml:trace>
  <inkml:trace contextRef="#ctx0" brushRef="#br0" timeOffset="46131.58">26477 3432 411 0,'0'0'66'0,"0"-1"103"15,0-1-116-15,0 0 47 0,0 0-11 0,-2-2 25 0,0 1 0 16,1-1-24-16,-1-2-8 0,0-1-4 0,-2-1-19 16,2 5 1-16,0-1 2 0,2 2-3 0,-3 0-3 15,-3-1-24-15,-3-3 1 0,0 2-10 0,-1 2-13 0,3 2-1 16,-1 2 2-16,3 2-2 0,-1 7 1 0,3 15-8 15,1 6-2-15,-17-3 1 0,8 1 6 0,4-2 1 16,5 0 0-16,2 0 1 0,3-2 14 0,7 0 2 16,1-2 9-16,2-6-6 0,-2 3 5 0,22-5-5 15,1-1-3-15,-1 2 1 0,4-8-6 0,1 1 11 16,-5-1-2-16,2-2 4 0,-7 1-13 0,-6 3-3 16,-1-4 1-16,-8 4 0 0,-2-1 7 0,-5 1 12 15,-3-6 1-15,-1-1 4 0,2 2 11 0,-4-4-1 16,2 3-6-16,-2 1 1 0,0-3-20 0,-2 3-12 0,0-2 3 15,-30-2-7-15,-3-1-3 0,-2 1-5 0,0 0 0 16,3 19-2-16,-1-10-2 0,4-6-5 0,5-3-3 16,0-2-2-16,5 0-13 0,6 0-46 0,2 0-7 0,2-2-19 15,2-1-80-15,1-1-71 0,5 2-40 16,-3-5-31-16,-5-16-360 0</inkml:trace>
  <inkml:trace contextRef="#ctx0" brushRef="#br0" timeOffset="46316.14">26392 3360 1145 0,'0'-2'117'0,"0"0"229"0,-2 0-295 15,0 1 30-15,0-1-3 0,2 0 15 0,0 0 10 16,0-2-45-16,0 1 2 0,2-1-15 0,2-2 0 0,14-3-8 16,21-2-1-16,2-2-5 0,-2 2-13 0,8 0-8 15,-8-1-1-15,-2 3-2 0,5 0-10 0,-4 1-6 16,-3-1-6-16,6 5-4 0,-10-1-61 0,1 3-99 15,-4-17-23-15,-2 8-36 0,0 4-197 0</inkml:trace>
  <inkml:trace contextRef="#ctx0" brushRef="#br0" timeOffset="46802.15">27017 3250 1247 0,'0'0'76'0,"0"0"-62"0,-1-1 79 15,-1-1-29-15,0 0-13 0,0 0 10 0,2 0 0 0,0 0 0 16,0 0-28-16,2-1-3 0,0-1-1 0,7-3 2 16,19-10 10-16,3 4 0 0,3 2-2 0,-4 5 1 15,3 1-4-15,-5 3-20 0,-2 2 6 0,-2 0-9 16,-4 2 9-16,-5 1-8 0,-5 1 8 0,-5 0-5 16,-3 5 19-16,0 17-11 0,15 0 2 0,-8 6-4 15,-7 1 7-15,-6 4-10 0,-7 4 1 0,-8 2-6 16,16-1-7-16,-29 1 8 0,0 2-1 0,6-5 3 15,0-1-4-15,4-1-3 0,0-7-8 0,5-3 3 0,2-2-2 16,4-4-2-16,6 2 2 0,1-1-3 0,-7-8-2 16,3-1-5-16,5-2 2 0,1-5-3 0,2 0 7 15,0-1-6-15,0-4 7 0,2 2-4 0,-2-3 13 0,18 12-3 16,3-3 2-16,6-5-2 0,-2-5-1 0,-1-2 5 16,-2-1-6-16,-3-5 5 0,1-1-8 0,-9 2 2 15,0 3 0-15,-5-20 1 0,9 1 8 0,-4-1-8 16,-6-2 6-16,-5-5-7 0,-7-6-2 0,-8-2 0 15,-3 1-2-15,14 3 1 0,-22 4 5 0,0 3 2 16,2 2-1-16,0 4 0 0,-1 3-7 0,3 4 3 16,0 0 1-16,5 4 0 0,2 2-6 0,4 3 1 15,2 4 1-15,3 1 0 0,1-1-2 0,3 0-7 0,0 2-1 16,-2-4 0-16,1 0 6 0,1 3-5 0,0-1 3 16,0 0-4-16,2 2-4 0,0 0-74 0,0 0-6 15,2 2-29-15,0 0-84 0,0-2-128 0,16 7-60 0</inkml:trace>
  <inkml:trace contextRef="#ctx0" brushRef="#br0" timeOffset="47023.85">27721 3505 1894 0,'0'0'18'0,"0"0"1"15,0 0 73-15,-2 0-4 0,0 0 23 0,1 0 3 16,-1 0-50-16,0 0-4 0,0 0-15 0,0 0-23 0,0 2-8 15,0 0-9-15,1-2 2 0,-1 1-17 0,0-1 5 16,0 2 1-16,0 0 0 0,2 0 3 0,0 0-10 16,0 0-4-16,0 0-3 0,0-1-22 0,2 1-55 15,0 0-4-15,0 0-20 0,1 0-49 0,7 2-71 16,6-1-43-16</inkml:trace>
  <inkml:trace contextRef="#ctx0" brushRef="#br0" timeOffset="47350.33">28371 3098 1294 0,'-2'0'41'16,"0"-2"66"-16,-1 0-52 0,-3 1 61 0,-7-7-14 15,-9-5 25-15,3 6-38 0,2 1-39 0,-3 2-1 16,9 4-12-16,-2 0-19 0,4 0-8 0,3 0-6 0,0 2 1 16,3 0-4-16,1-2 1 0,-9 17 4 0,0 1-3 15,3 3 3-15,4-3 0 0,4 3 2 0,2-1 0 16,6 3 13-16,3-3-4 0,2-1-1 0,-4-1-2 15,19 1 0-15,0-3 8 0,0 1-7 0,-2 0 6 16,2 0-3-16,1-3 1 0,-1 1 6 0,-2 0-5 16,0-2-1-16,-9 0-5 0,0 2 5 0,-3-4-3 15,-4 2 5-15,-1 0 13 0,-5-2-4 0,-2 2 8 0,7 0-7 16,0 2 3-16,-3-2-4 0,-4-2 3 0,-2 4-10 16,-4-2-4-16,-4 2-3 0,7 0 0 0,-29-4-5 0,2 4-11 15,-4 0 4-15,1-4-6 0,3 4 2 16,4-4-1-16,5-2-4 0,3-5 1 0,4 5-2 0,-2 0-48 15,-3-1 3-15,6-5-24 0,-2 1-48 0,0-2-72 16,3-2-12-16,7 0-26 0,-3-2-120 0</inkml:trace>
  <inkml:trace contextRef="#ctx0" brushRef="#br0" timeOffset="47538.23">28286 3158 964 0,'0'0'256'0,"0"0"68"0,0-2-137 0,0 0-139 16,0 0-13-16,0 0 38 0,0 0 19 0,0-1-1 16,1-1 0-16,1 0-54 0,8-3-19 0,16 5-2 0,5-11-3 15,3-4-1-15,-1 4-8 0,4 0 0 0,2 2-2 16,2 0-3-16,0 0-28 0,2 0-14 0,-1 5-6 16,-1-16-75-16,0 7-104 0,0 7-22 0,-2 7-38 15,-2 1-179-15</inkml:trace>
  <inkml:trace contextRef="#ctx0" brushRef="#br0" timeOffset="47957.96">29270 2994 1088 0,'0'0'57'0,"0"0"-3"16,0 0 89-16,0-2-5 0,0 0 16 0,0 1 8 15,0-1-55-15,-2-2 1 0,0 0-22 0,0 1-24 0,-2-1-10 16,1 0 0-16,-1 2-4 0,-3-1-7 0,-5-1-10 16,-1 0-1-16,0 2-4 0,-1 2-8 0,1 0-2 15,0 2 0-15,-4 6-1 0,8-3-4 0,-3 6-5 16,3 15-1-16,2 2-1 0,-4 0 4 0,-1 0-6 15,3 2 6-15,-4 1-6 0,2-1 3 0,2 3 1 16,-2-1-1-16,1 1 1 0,5 3-4 0,-3-1 1 16,6 0-5-16,-18 2 3 0,9-3-4 0,5-5 2 15,6 3 3-15,4-4-1 0,2-4-1 0,3 0-4 16,2-2 0-16,2-1 0 0,-6-3 7 0,21-3 2 0,2-6 4 16,0 1 0-16,5-7 8 0,-2 18-6 0,5-10-1 15,1-7-2-15,-2-6-10 0,4-6 10 0,-1-3-9 16,-4 0 10-16,1-4-4 0,-6 2-4 0,-1-2 3 0,-2 1-4 15,-10 2 5-15,-3 1 0 0,-7 4 4 0,-5-10-4 16,-1-1 2-16,11-1-1 0,-5-1 2 0,-8-1-1 16,-4 1 1-16,-5 1-5 0,5 3-3 0,-26 1 2 15,-5 2 8-15,2 3-4 0,-3 3 7 0,1 5-6 16,-2-20 5-16,0 11 4 0,0 5-7 0,1 6 6 16,1 4-8-16,2 3-3 0,-3 4 3 0,10 1-4 15,0 1 0-15,6-2-4 0,7-2 3 0,0-5-3 16,4 12-8-16,7 1 3 0,-2-4-7 0,-5 0 5 0,3-2-17 15,3-1-65-15,3-3-16 0,0 0-27 0,0-3-147 16</inkml:trace>
  <inkml:trace contextRef="#ctx0" brushRef="#br0" timeOffset="49480.86">17868 5569 256 0,'0'0'276'0,"0"-1"-126"16,-2-1 95-16,0 0 28 0,0 0-167 0,0-2 19 0,-3-5 1 16,-3-6-8-16,3 4-5 0,1 4-35 0,2 1-17 15,0 2-2-15,0 1-9 0,0-1-38 0,1 2-1 16,-1 0-3-16,0 2 5 0,0 0 8 0,2 2 3 15,0 5-7-15,-2 27 4 0,0 3-17 0,2 6-1 16,-2-2 8-16,1 1-6 0,-1 1 5 0,0 0-8 16,0 1 0-16,-2-1-1 0,2-2 1 0,1 2 2 15,1-8-5-15,0 0 3 0,0 0-8 0,0-7 7 0,0 0 3 16,0-4 1-16,0-5 2 0,-2 1-11 0,-2-1 4 16,2-8-5-16,-2 2 8 0,1-6-1 0,-1 1 0 15,-2 3 1-15,-10-4 3 0,-3-1 6 0,1-2 1 16,-3 10 5-16,1-4 32 0,-1-5-3 0,3-3 5 0,3-2-8 15,6 0-9-15,1 0-3 0,1 0-4 0,1 0 1 16,2 0-15-16,3 0-2 0,-3-2 1 0,0 0-3 16,0 1-8-16,3-1-1 0,-1-2-2 0,2 0 1 15,0 2 0-15,5-11 0 0,32 0 0 0,2 2 0 16,2-2-8-16,8 2 6 0,1-4 2 0,4 0 2 16,3 4 5-16,-1 0-9 0,1 2 2 0,-3 0-4 0,-9-1-1 15,-4 5 0-15,-10-1-8 0,-1 1 3 16,-2-1-14-16,-4 0-15 0,-6 3-9 0,-3-8-4 0,-5 3-47 15,-1 3-4-15,-4 1-12 0,-3 0 0 0,6-5-70 16,-3-2-51-16,1-4-21 0,-6 2-16 0,-2-2-131 0</inkml:trace>
  <inkml:trace contextRef="#ctx0" brushRef="#br0" timeOffset="49623.87">17808 5690 1030 0,'-2'-2'75'0,"0"0"-7"0,1 1 32 15,-3-1 9-15,0 0-18 0,0-2 40 0,1 0-3 16,-1 1-10-16,0-1-3 0,1 0-75 0,1 1-14 15,0-1 4-15,2 2-5 0,0 0 19 0,2 0-1 0,1 0-7 16,22-9 2-16,12 2-26 0,5 3 0 0,7 3-3 16,1-1 1-16,0 2-11 0,4 2-6 0,-6 0 0 15,-2 0-4-15,1 0-24 0,-1 0-136 0,1 2-6 16,-5 4-53-16,-1 1-128 0</inkml:trace>
  <inkml:trace contextRef="#ctx0" brushRef="#br0" timeOffset="49932.81">18957 5881 1543 0,'0'0'21'15,"-1"-1"-2"-15,-1-1 5 0,-2 0 16 0,-5-4-7 16,-8-5 97-16,-3-4-43 0,8 8 4 0,-4-4-25 0,3 3-39 16,-2-1 2-16,-4 0-3 0,4 3 1 0,-1 1-8 15,1 1-6-15,-2 2 2 0,0 2-4 0,3 2-1 16,-3 3-2-16,2 3 0 0,-2 3-1 0,1 2 1 0,1 15 11 15,0 2-1-15,2 1 5 0,0 4 1 0,0 1-2 16,4-1 1-16,1-2-1 0,1-1-8 0,-12-4-2 16,6 0 1-16,6-2 1 0,5-2 3 0,2-2-6 15,4-3-6-15,3 3 2 0,2-4-10 0,3-1 4 16,6-4 0-16,14-7 1 0,7-3-12 0,5 22 1 16,8-14-12-16,4-8 6 0,-2-6-29 0,0-8-24 0,-2-4-26 15,-8-4-6-15,3 1-131 0,-5 1-130 16,-8 0-94-16</inkml:trace>
  <inkml:trace contextRef="#ctx0" brushRef="#br0" timeOffset="50122.45">19277 5941 1278 0,'0'0'145'16,"-2"0"24"-16,0 0-57 0,0 0-38 0,0-2-27 15,1 2 60-15,-1 0-16 0,0 0-6 0,0 0-7 16,0 2-39-16,0 2 2 0,-5 18-1 0,1 13 0 15,3 8-9-15,3-1-5 0,0 3-4 0,0-2-1 0,1 1-7 16,1 1-1-16,2-1-3 0,0 1 1 0,-2-6-11 16,-1-2 0-16,-1-2 3 0,2 1-2 0,-2-3-1 15,2-1-17-15,0-1-3 0,0 1-10 0,0-4-64 16,0-2-175-16,1 0-50 0</inkml:trace>
  <inkml:trace contextRef="#ctx0" brushRef="#br0" timeOffset="50907.64">20393 5763 763 0,'0'0'236'0,"-2"0"-100"0,0 0 83 15,-2 0 5-15,2 0-161 0,-5 0-10 0,3 0 50 0,1 0-12 16,1 0 23-16,-2 0-53 0,0 0-50 0,2 0 10 15,1 0-21-15,1 0 11 0,1-2 3 0,1 0-2 16,13-2 3-16,19-5-8 0,8 0-1 0,1 1-6 0,0 1 4 16,3-1 3-16,-7 3-9 0,-2 1 1 0,-2 0-6 15,-1 1-5-15,-4-1-11 0,-3 2-11 0,-1 0-6 16,-3 2-102-16,-7 0-64 0,-3 0-37 0,-5 0-12 16,-6 0-178-16</inkml:trace>
  <inkml:trace contextRef="#ctx0" brushRef="#br0" timeOffset="51049.62">20244 5985 1462 0,'-2'0'32'0,"0"0"-2"16,-1 0 11-16,1 0 20 0,-6 2-13 0,5-2 73 15,-1 2-58-15,0 0-1 0,2 0-21 0,1 0-20 0,1 0 23 16,0-1-7-16,3 1 10 0,25 6-24 0,24-6-3 16,2-4 2-16,-2-8-3 0,7-3-10 0,5-3-5 15,-1-1-5-15,3 0 0 0,-6 2-22 0,-3 1-141 16,5 1-41-16,-3 1-74 0,2 3-528 0</inkml:trace>
  <inkml:trace contextRef="#ctx0" brushRef="#br0" timeOffset="52434.25">22719 5096 227 0,'-2'0'0'0,"0"0"102"0,-7 0 20 0,-19-2 20 15,4 0 18-15,2 0-67 0,0 1 2 0,5-1 21 16,0 0-4-16,2 0 0 0,4 0-30 0,2-2-19 0,1 1 3 16,3 1-9-16,1 0-9 0,2 2 1 0,0-2-12 15,-3-5 6-15,1-1-30 0,0 1-2 0,3-1 2 16,-1 1-1-16,2 0 10 0,0 1 2 0,2-1 0 16,1 1 0-16,8 2 1 0,19-14-2 0,5 5-3 0,1 7 0 15,-5 6-6-15,-1 4 2 0,-4 5-6 0,-6 4 2 16,-1 4-9-16,-2 24 8 0,-2 5-2 0,-4 1 2 15,-6 6-10-15,21 1 4 0,-15-4 2 0,-11 4 1 16,-3-4 2-16,-8-5-1 0,-8 1-3 0,-1-7 1 16,10-3 1-16,-29-3 2 0,-3-5 3 0,-1-4 0 15,8-4 9-15,-1-3 6 0,5-4 0 0,1-4 0 16,0-3-3-16,6-2 3 0,2 11-1 0,0-6 0 0,1-4-8 16,5-3 1-16,-3-2 7 0,6-2-5 0,4-1 4 15,1-1-7-15,3 0-11 0,3 4 6 0,0-3-5 16,-5-7-11-16,1 1 3 0,4 3-5 0,0-1 8 0,2 0-5 15,0-1 4-15,2 4-4 0,-2 3 5 0,26-16 1 16,4 6-5-16,1 5 3 0,-1 6-2 0,3 0 2 16,-1 4-2-16,3 1 1 0,-3 1-2 0,1 3 0 15,6 1 0-15,-7-1 0 0,3 0-5 0,-5-1 1 16,-4-3-4-16,2 3 3 0,3-3-3 0,1-1-16 16,-2 0-21-16,1-3-3 0,-1-1-86 0,1-1-25 15,5-5-1-15,-3-1-13 0,2-5-43 0,-1-1-44 16,1-1-27-16</inkml:trace>
  <inkml:trace contextRef="#ctx0" brushRef="#br0" timeOffset="52679.62">23505 5118 929 0,'-2'-2'90'0,"0"1"-9"0,0-1 30 0,0 2 3 16,-18-6-24-16,-3-3 10 0,1 1 8 0,4 5-8 0,-3-12 0 16,6 7-55-16,2 5-21 0,0 1 1 0,4 2-8 15,2 0-3-15,1 2-8 0,4-2 1 0,-15 26-3 16,8 0 1-16,5 2-4 0,4 1 7 0,6-5-5 15,5 6 6-15,6-2 9 0,-6 0-4 0,24 0 6 16,1-4-4-16,-1-4 7 0,-2 3-3 0,-3-3 6 0,3 2-1 16,-3 1-4-16,-2-7 2 0,-4 5-1 0,-7-3 9 15,-2-1-7-15,-2 1 1 0,-6-3-1 0,-3-4 5 16,-2 1 6-16,5-3 0 0,-1 2 0 0,-3-2-14 0,-3 2-11 16,-1-1 1-16,-3-1-4 0,-4-2-9 0,-23-1 2 15,1-2-9-15,-1-2 6 0,1 16-22 0,-4-7-47 16,3-7-14-16,-1-4-19 0,3-4-107 0,1-5-71 15,4 0-35-15</inkml:trace>
  <inkml:trace contextRef="#ctx0" brushRef="#br0" timeOffset="53179.94">23343 5142 969 0,'0'0'77'0,"0"0"7"0,2-1-32 0,0-1-16 15,1 0-17-15,10-7 61 0,12 5 24 0,1-13-4 16,5 2-1-16,1-3-58 0,7 1-16 0,0-2 0 15,2 1-6-15,1 3-2 0,-1-2-10 0,0 2 1 0,0 2-3 16,-2 2 3-16,-6 2 0 0,1 2-3 0,-3 3 2 16,1 2 2-16,-3-17-3 0,5 6 10 0,-3 6-8 15,1 1 12-15,-2 5-9 0,-1-1 4 0,5 2-4 16,-4 0 8-16,-4 0 1 0,1 0-3 0,-12 0 4 16,-4 0 6-16,-1 0-3 0,-3 2 3 0,1-1-3 15,-1 1-5-15,2 2 5 0,-3-2-7 0,-1 2 6 0,-1 1-2 16,7 14-14-16,-3 5 8 0,-8 6-10 0,-4 3 8 15,-5 4-2-15,-6 4-3 0,-4 2 1 0,-1 3-1 16,-2 1-3-16,-1-1 2 0,5-5-3 0,1-6 5 16,0-1-5-16,2-1 3 0,4-3-5 0,2-1-1 0,3-6 4 15,3-5-3-15,3-1 3 0,0 0 0 0,0-4-1 16,2-4 0-16,1 0-1 0,-1-5-2 0,0 0 16 16,0-3-4-16,13 11 8 0,1-3-8 0,5-4 4 15,-1-3-2-15,3-4 1 0,-3-3 1 0,-7-1 2 16,2-5 4-16,-13 4-4 0,5-12-7 0,-1-5 10 15,9 2-6-15,-2-6 7 0,-8-4-12 0,-5-1 3 16,-7 0-2-16,-4 3 4 0,-2 6 4 0,3-4-2 16,-19 11 0-16,-5-1-3 0,-5 3-5 0,6 7-2 0,1 3-2 15,2 1 0-15,6 2-5 0,2-13-3 0,3 6 2 16,6 5-3-16,2 2 3 0,6 2-9 0,1 0-4 16,0 0-5-16,1 0-40 0,1 0-47 0,0 0-7 0,0 2-15 15,2 0-55-15,2 0-61 0,0 2-26 0,1-1-27 16,22 14-242-16</inkml:trace>
  <inkml:trace contextRef="#ctx0" brushRef="#br0" timeOffset="53352.11">24643 5226 1740 0,'0'0'39'0,"0"0"-2"16,0 0-18-16,0 0 11 0,0 0-18 0,0 0 82 15,0 0-6-15,0 0 1 0,0 0-13 0,0 0-56 16,0 0-15-16,0 0 0 0,0 0-5 0,0 0 0 0,0 0-3 15,0 2 0-15,0 0-4 0,0 0-17 0,0-1-91 16,2 1-2-16,-1 0-36 0,1 0-69 0,2 0-130 16,2 2-72-16</inkml:trace>
  <inkml:trace contextRef="#ctx0" brushRef="#br0" timeOffset="53644.1">25254 4888 1268 0,'-2'0'20'0,"0"-2"50"0,-2 0-37 0,2 2 46 0,-13-3-10 16,-5-1 16-16,3 2-42 0,-1 2-25 0,3 0 6 16,2 2-12-16,2 2 6 0,5-1-8 0,2-1-1 15,-9 17-1-15,4 1-6 0,4 2 19 0,3 3-2 16,2 1 9-16,5-2-3 0,6 2 12 0,2 0-4 0,6 2 6 16,-10-2-10-16,17-2 1 0,0 4-2 0,-2-2 1 15,1 0-7-15,-3 1 11 0,-2-6-5 0,1 1 6 16,-5-3-6-16,-1-3 4 0,-2 5-3 0,-5-8 2 15,-3 4 1-15,-3-4 6 0,4-6 3 0,-1 0-1 16,-3-3-12-16,-2-2-6 0,0 4-8 0,0 1 2 16,0 2-16-16,-4-1-2 0,3-5-4 0,-22-1-1 0,-5 17-18 15,-1-8-74-15,-1-6-9 0,2-5-32 0,-2-3-127 16,-3-5-173-16</inkml:trace>
  <inkml:trace contextRef="#ctx0" brushRef="#br0" timeOffset="54100.79">25114 4938 1130 0,'2'-2'75'0,"0"0"169"0,4 1-227 0,16-11 29 15,6-2 18-15,1-1 1 0,-1 0 33 0,8 0-54 16,-3 0-13-16,2 0-10 0,4-1-24 0,-2 1 4 16,4 0 3-16,2-2 0 0,-2 2 0 0,3 1-6 0,3 1 0 15,-3 1-2-15,1 3 8 0,-1 0 1 0,-3 0-4 16,-2 1 2-16,2-1-6 0,-4 1 3 0,-1 3 4 15,-14 3-1-15,0-2 0 0,-7 2 16 0,-6 2-4 16,2 0 10-16,-3 0 15 0,-4 0-2 0,-1 0 3 16,1 2-5-16,0 0-3 0,-2 0 11 0,-1 2-2 0,-1-1 3 15,2 18-14-15,-4-3-1 0,-5 5-5 0,-2-1 0 16,-2-2-14-16,-2 1 2 0,-2 1 0 0,0 2 1 16,9 0-7-16,-12 0-2 0,5 2-2 0,-2 0 1 15,4 2 5-15,7 2-9 0,-7 2 4 0,9-3-4 16,0 3 3-16,-16-1 3 0,5 3-3 0,7-6 3 0,4-2-9 15,2-2 8-15,0-4-3 0,4 3 6 0,3 1-12 16,3-6 4-16,-1-3 1 0,-5-4 1 0,12-1-2 16,5-5 10-16,3-1-6 0,2 13 9 0,4-6 4 0,-3-6 0 15,-1-3-2-15,4-4-1 0,-4-1-9 0,2-7 1 16,-2 1 5-16,-2-2-3 0,-3 0 9 0,-5 0-9 16,-3 3 2-16,-5-9-3 0,-1-1 13 0,-5 1-3 15,9 0 1-15,-4 3-2 0,-1-3-1 0,-6 2-7 16,-2 2 5-16,-2 4-7 0,1 1 1 0,-31 6-12 15,-5-20-8-15,-5 9 0 0,-6 11-13 0,-2 8-47 16,0 5-3-16,0 6-26 0,5 1-98 0,-5 6-117 16,4 1-42-16</inkml:trace>
  <inkml:trace contextRef="#ctx0" brushRef="#br0" timeOffset="54630.5">23040 6123 789 0,'-1'0'100'0,"-1"0"17"0,-2 0-49 15,0 0-31-15,-7 0-22 0,2 0 20 0,1 0 62 16,3 0-17-16,1 0 26 0,0 0-62 0,1 2-16 16,-1-1 0-16,0 1-2 0,1 0 13 0,-1 0 6 15,0 0-1-15,2 0 1 0,0 0-9 0,1-1 2 16,-1 1-5-16,0 0 2 0,0 2-8 0,2 0 5 0,0-1-3 15,2 1 2-15,0 0-11 0,13 1-6 0,18-1 3 16,12 20-5-16,8-13-4 0,16-9-2 0,16-6-2 16,14-5 2-16,9-4 6 0,10-5-9 0,-2-3 3 15,6-3-6-15,12 0 1 0,7 2 0 0,6-1 0 16,-3 5 1-16,-4-4 7 0,-5 5-7 0,-5 2 5 0,2 2-6 16,-10 4 3-16,-6-1 7 0,-9 5 7 0,-16-3 1 15,-5 3 21-15,-6 1-4 0,-4 0-3 0,-10 1 1 16,-8-1-2-16,-10 2-3 0,-14 0-4 0,-10 0 0 15,-2 1-17-15,-9 1 6 0,-4 0 2 0,-5 0 0 16,0 0 0-16,0 0-3 0,-1 0-3 0,1 0 0 16,-2-2-14-16,0 0-10 0,0 0-12 0,-2 0-1 0,-2 0-68 15,0 0-107-15,-11-1-21 0,-24-3-42 0,-8 6-200 16</inkml:trace>
  <inkml:trace contextRef="#ctx0" brushRef="#br0" timeOffset="55020.38">22940 6760 1389 0,'-2'0'93'0,"0"-2"-95"0,-1 0 95 15,-1 0-44-15,0-2-42 0,1 1 50 0,1-3-7 16,-2-5 20-16,4 0-17 0,4-2-12 0,7-2-2 16,17 0-2-16,11 2-1 0,5 2 2 0,-1 4-7 0,3 3 3 15,-1 2-24-15,-4-18-7 0,-4 12 11 0,-4 8-10 16,-5 4 8-16,-6 3-6 0,-7 1-4 0,-4-6 4 16,-5 22 10-16,-4 4 6 0,15 1-2 0,-8 3 3 15,-9 1 1-15,-8 1 8 0,-6 3 0 0,-5-4 3 16,10 1 4-16,-25 1-6 0,5-7-1 0,-3 0-3 15,4-4-7-15,6-2-5 0,1 0-4 0,8-5 1 0,4-2-8 16,5-2-8-16,3-4 7 0,-9 2-8 0,5 0 2 16,1 1 1-16,2 1-9 0,2-4 7 0,4 2-13 15,0-5 3-15,22-5-2 0,13 22 1 0,3-10-7 16,10-10-20-16,2-3-6 0,4-11-9 0,3-2-50 0,-2 0-40 16,-3-2-28-16,-2 1-7 0,-6-3-131 0,-3 0-148 15</inkml:trace>
  <inkml:trace contextRef="#ctx0" brushRef="#br0" timeOffset="55332.33">24151 6756 1404 0,'0'0'29'0,"0"0"2"0,0 0 60 15,-2-2-2-15,0 0 18 0,0 0 36 0,0 0-68 0,0 1 8 16,1-1-28-16,-1 0-6 0,-2 2-27 0,0 0-2 16,1 0-8-16,-7 2 2 0,-1 1 7 0,-2 3-1 15,-4 5 2-15,8-7-5 0,0 18-8 0,3-1 3 16,-7-3-5-16,2 3-4 0,7-8 9 0,1 3-3 0,3-1 3 15,0-2-14-15,3-2 14 0,1-3-6 0,2-1 10 16,10-3 2-16,12 14-5 0,2-6 7 0,0-11-7 16,1-2 10-16,1-7 3 0,-10 1-1 0,4-4 1 15,-4-1-7-15,-7 3-2 0,2 2 1 0,-11-12-1 16,-3 1 7-16,-1-1-15 0,13-3 0 0,-8 1-6 16,-5-3-4-16,-5 2 1 0,-7 1-1 0,-1 5 0 15,-17-1-6-15,-13 4-27 0,-3 4 4 0,-1 3-13 16,6 3-17-16,2-20-48 0,2 12-2 0,9 7-18 0,4 4-37 15,9 0-55-15,3 2-14 0,7-2-21 0,-1 2-107 16</inkml:trace>
  <inkml:trace contextRef="#ctx0" brushRef="#br0" timeOffset="55565.12">24279 6606 865 0,'4'-2'53'0,"29"-11"98"0,6-4-61 0,2-2 59 16,0 3-4-16,-6 1 17 0,2-2-37 0,-4 4-18 15,5-2-6-15,-5 4-3 0,0 0-17 0,-3 4-13 16,4 1-3-16,-5 2-4 0,1 2-15 0,2 2-3 15,-5 0 0-15,1 2-3 0,2 4-14 0,-8-1-3 16,2 7-3-16,-5-1 2 0,-2-8-6 0,-4 23 1 0,0 2-1 16,-8 4 0-16,3-1-5 0,-5 3 1 0,-1 1 2 15,19 0 0-15,-8 1 3 0,-6 3-2 0,-3 0-9 16,-2-4 5-16,-2 2-11 0,-2-2-2 0,-4-3 5 16,-3-1-5-16,1-3-4 0,-1-4-19 0,-2 2-7 0,0-3-9 15,0-3-77-15,0-1-81 0,1-3-33 0,-1 1-22 16,0 0-190-16</inkml:trace>
  <inkml:trace contextRef="#ctx0" brushRef="#br0" timeOffset="55768.54">24646 6927 1831 0,'0'0'10'0,"0"-2"39"0,0 0-66 15,2 0 98-15,2-2-15 0,26 3 41 0,9-18-34 0,9 2-31 16,6-1-2-16,9-3-8 0,2 3 5 0,4-3-7 15,-3 3 2-15,-1 1-6 0,2 0-8 0,-5 4-12 16,-5 0 4-16,-9 4-6 0,-5 2 6 0,-9 1-9 16,-7 4 1-16,-4-13-3 0,-5 6-13 0,-3 4-2 15,-2 1-31-15,-2 2 7 0,0 0-130 0,-5 2-170 16,-2 0-102-16</inkml:trace>
  <inkml:trace contextRef="#ctx0" brushRef="#br0" timeOffset="60832.19">26971 5529 1291 0,'0'0'0'0,"-2"0"13"16,0 0 120-16,0 0-26 0,1 0 19 0,-1 0-46 15,0 0 14-15,0 0-49 0,0 0-4 0,0 0-16 16,0 0-24-16,2 0-2 0,0 0 6 0,2 0-5 0,2 0 12 16,13 0-4-16,14 0-4 0,3 0 0 0,1 1-3 15,4 3-1-15,-4 2 1 0,1-1-1 0,1-1-3 16,-6 0 2-16,1 1-10 0,-2 3 2 0,-1-1-49 0,-5-1-88 15,1-1-13-15,-5 1-34 0,-5-1-134 0</inkml:trace>
  <inkml:trace contextRef="#ctx0" brushRef="#br0" timeOffset="60968.91">27166 5751 923 0,'-2'0'163'0,"0"0"16"0,-14 2-22 16,-12 2-49-16,7 0-25 0,5-2-12 0,4-1 8 15,5-1-12-15,3 0 4 0,1 2-55 0,-1 0-9 16,2 0-1-16,0 0-1 0,0 0 2 0,2 0-7 15,2-1 2-15,2-1-3 0,16 2 1 0,16-2 3 0,3-3-4 16,3-3 1-16,5-3-14 0,3-2-42 0,-2-2-6 16,6-2-21-16,-2-2-87 0,2-2-289 0</inkml:trace>
  <inkml:trace contextRef="#ctx0" brushRef="#br0" timeOffset="61280.81">28442 4808 1539 0,'0'-2'8'0,"-2"1"3"15,0-3 14-15,-6-9 7 0,-1-6 5 0,2 3 58 16,-1 1-24-16,1-2-2 0,1 6-10 0,3 3-28 16,1 3 6-16,0 1-3 0,0 0 1 0,0 3-18 0,0-1-2 15,0 0-1-15,1 2 1 0,-1 2 8 0,2 0 2 16,-2 31-4-16,2 0 2 0,0 3-8 0,0 1 2 15,0 2 0-15,0 3 0 0,2 1 0 0,-2 2-7 16,2 3 5-16,-2-2-6 0,0 6 7 0,0-1-5 16,0-1-3-16,0 0-1 0,-4-7-4 0,0-1 1 15,0-3 1-15,3-4-2 0,-3 3-3 0,2-9-1 16,0-1-1-16,0-4 1 0,0-1-5 0,2-7-3 16,0 3-7-16,0-6 0 0,2-2-38 0,0-2-79 0,0-3 2 15,0-2-31-15,0-1-27 0,1-1-246 0</inkml:trace>
  <inkml:trace contextRef="#ctx0" brushRef="#br0" timeOffset="61477.5">28932 5239 1629 0,'-2'0'141'0,"0"0"-180"0,0 0 162 0,-2 2-85 15,1 0 13-15,-1 0 61 0,0-1-8 0,1 1 18 16,-9 2-60-16,1 0-40 0,-4 1-6 0,-1 1-8 0,8-2-9 15,3-3-4-15,-1 3-2 0,2-2 0 0,1 2-5 16,-1-1-99-16,0 1 3 0,2 0-45 0,1 0-88 16,1-1-275-16</inkml:trace>
  <inkml:trace contextRef="#ctx0" brushRef="#br0" timeOffset="61953.32">29166 4934 1456 0,'-2'0'40'0,"-2"-1"91"0,0-1-134 0,3 2 25 15,-3-8-2-15,-4-3 13 0,3 0 3 0,1-4-15 0,4 2-1 16,2-4-5-16,4 1-3 0,3 1 8 0,2 0 6 16,17 4 0-16,2 2 12 0,-1-1-2 0,3 1-2 0,3 5 2 15,2-18 5-15,0 11-3 0,1 5-9 16,-1 6 2-16,-10 2-21 0,3 6 6 0,-8 1 6 0,-7 0-4 15,2 4 2-15,-13 15 4 0,-2 4-2 0,16 1 5 16,-9 2 3-16,-9 6-13 0,-5 2 3 0,-10 1-7 16,-5 3 3-16,16-1-4 0,-28 1-1 0,1 1-1 15,-1-2-4-15,-1-5 1 0,1 0 1 0,1-6 0 16,3 1 0-16,4-5-3 0,1-3-1 0,3-8 0 16,1-5 2-16,6 0-4 0,2-6 6 0,4-3-6 15,1-2 10-15,3-2-1 0,-1 1-5 0,0-1 3 0,0 0-4 16,3 0-2-16,-1-2 4 0,0 0-3 0,2-2 0 15,0-2 0-15,2-9-4 0,3-5 2 0,3 1 5 0,-3 4-2 16,-1 6 4-16,3-3-4 0,-1 1 10 0,5 3-7 16,2 3 0-16,0 1-2 0,2-7 4 0,2 1-6 15,-2 3 5-15,3 1-6 0,-1 2 4 0,0 2-3 16,1 0 1-16,-1 2-1 0,5 4 2 0,-5-1-7 16,1 1 4-16,-1-1-4 0,-2 1 4 0,5 3 1 15,1 0-2-15,-5 1 1 0,-3-3-4 0,-1 0-2 16,-3-1-2-16,0 0 3 0,6 1-2 0,0-1-13 15,2-3-8-15,7 1-6 0,-4-2-51 0,4-2-64 0,2-6-10 16,-3-3-25-16,6-8-99 0,3-1-342 0</inkml:trace>
  <inkml:trace contextRef="#ctx0" brushRef="#br0" timeOffset="62280.88">30280 4832 1659 0,'-2'0'29'0,"0"0"48"15,-9-2-42-15,-8 1 61 0,1-1-14 0,3 2 26 16,-2 0-42-16,4 0-43 0,4 2-1 0,1-1-13 16,3 1-2-16,1 0-7 0,0 2 5 0,1 0-5 15,-1 1 6-15,-2 10-1 0,5 2-4 0,1-1 2 0,3 1 3 16,5 2-3-16,1-3 4 0,-7 5-5 0,22 1-2 16,2-1 4-16,-2 1-2 0,0-2 3 0,2 3 2 15,-5-5 6-15,3 3 2 0,0 1 1 0,-5-2 8 16,-5 1 2-16,-2-3-1 0,-3-5 2 0,-4 0 7 0,-1-2 0 15,0 2 7-15,5 2-5 0,-3-2 11 0,-1 2-12 16,-3-2 0-16,-2-2-5 0,0 0-9 0,-2-1-12 16,-3 1 4-16,-3 0-6 0,-7-2 3 0,-9 1-8 15,-5-3-2-15,3 0 0 0,0 1-9 0,1-3 7 16,3-1-9-16,2-2 4 0,-3 13-45 0,3-8-40 16,0-3-13-16,1-4-9 0,2 0-58 0,6-4-37 15,0-3-14-15,5-8-22 0,5-18-176 0</inkml:trace>
  <inkml:trace contextRef="#ctx0" brushRef="#br0" timeOffset="62491.98">30178 4769 1224 0,'0'0'139'16,"0"0"29"-16,0 0-47 0,0-2-65 0,0 1-4 16,0-1 41-16,1 0 20 0,1 0 6 0,0 0-4 15,2-2-37-15,13-9-20 0,12-3-3 0,8 1-3 16,2 0-7-16,0 0-15 0,0-3-3 0,-3 1-4 15,1 2-17-15,-6 0-6 0,5 2-2 0,-7 2-2 0,3-4-11 16,-2 4-24-16,-4 2-12 0,-2 5-12 0,-4-11-105 16,-1 6-113-16,-3 3-38 0,-1 6-45 0,2 0-366 15</inkml:trace>
  <inkml:trace contextRef="#ctx0" brushRef="#br0" timeOffset="63283.27">30861 4895 1335 0,'0'0'30'15,"0"0"-1"-15,0-1 37 0,0-1 0 0,0 0 5 16,0 0 18-16,0 0-39 0,0 2-3 0,0 0-13 16,0 0-27-16,0 0 21 0,0 0-2 0,0 2 9 15,0 0 13-15,0 2-6 0,0 18 2 0,0 2-3 0,0 4 9 16,0 2-11-16,0 1 5 0,0 3-8 0,-2 1 6 15,0-2-16-15,-2-1 4 0,-1-2-8 0,-1-1-5 16,3-3-5-16,-3 2 3 0,0-6-3 0,1 1 4 16,1-7-8-16,2-4-4 0,0-5 0 0,1-1-3 0,-1-3-3 15,0 1-2-15,2 0 0 0,0-2 0 0,0-1 2 16,0 1 1-16,0-2-1 0,0-2 2 0,2-1 1 16,1-10-1-16,7-15 1 0,-1-2-1 0,0 0 0 15,2-1 7-15,1-3-6 0,-1 1-1 0,0 0-1 16,2-1-4-16,0 3 5 0,0 3 0 0,4 0 3 15,-3 2-1-15,-10 4 2 0,20-1-4 0,-3 5-2 16,1 3 2-16,-2 4-2 0,-5 0 9 0,2 3-8 16,-2 3 1-16,0-7-3 0,0 3 8 0,-1 4-1 0,-6 3 2 15,-3 2-3-15,1 0 7 0,-2 0 3 0,1 3-1 16,1 5 1-16,7 14-7 0,-4 2 0 0,-1 0-1 16,-5 2 1-16,-1 0 3 0,0 0-4 0,-2-1 0 0,0-3-2 15,0-2-1-15,0-3 2 0,-2-2-2 0,0-2 0 16,2-2-5-16,0-5 7 0,0-3-1 0,0 1 4 15,0 0-4-15,0-2 1 0,0-1-4 0,0 1 2 16,0 0-2-16,2-2 0 0,0-2 6 0,0 0-5 16,3-9 5-16,10-15-6 0,0-2 0 0,2-1-2 15,0 1 1-15,1-2 1 0,-1 2 0 0,-2 4 0 16,1-2 1-16,-1 4 0 0,-9 1 1 0,12 3-2 16,3 1-4-16,-3 4 5 0,1 4-2 0,1 3 2 0,-1 3-8 15,5-14 10-15,0 8-3 0,-2 5 7 0,1 4-5 16,-7 2 3-16,-1 2 0 0,0 3 2 0,-2 0 14 0,-2-5-8 15,0 17 7-15,-1 1-8 0,-5 1 13 0,1-1-12 16,-2-1 0-16,-3 1-4 0,1 0-5 0,13 1 2 16,-4-1-2-16,-3 1 0 0,-3-3-8 0,-1 1-2 15,-4-2-5-15,0-4 2 0,0 0-12 0,0-8-76 16,0 3-4-16,0-5-33 0,0 1-89 0,0 0-37 16,0-1-52-16</inkml:trace>
  <inkml:trace contextRef="#ctx0" brushRef="#br0" timeOffset="63831.93">32203 4606 918 0,'-2'-2'548'0,"1"0"-763"0,-1-2 661 16,-6-9-373-16,-1-9 1 0,3 5 42 0,1 3-2 0,1 4 12 16,2 5-32-16,0-1-55 0,1 1 0 0,1 3-17 15,0-4 5-15,0 2-5 0,0 1 2 0,0 1-5 16,0 0-5-16,1 0 9 0,1 2-6 0,0 2 6 15,-2 0-18-15,15 33 12 0,-4 4-6 0,-3 2 7 16,-5 2-9-16,-3 3 4 0,-7 2-3 0,-2 1 3 16,-4-3-2-16,0-5-2 0,-2 2 4 0,2-6-5 0,-2-2-6 15,2-2 1-15,2-1-2 0,-2-4 2 0,2-2 1 16,-1-4-3-16,3-3 4 0,4-4-4 0,1-2 3 16,2-4-7-16,2-5-3 0,0-1-3 0,0 1-13 0,0 0 18 15,0-2-8-15,0-1 12 0,0-1 3 0,0-1-4 16,2-1 1-16,2-11-3 0,5-23 4 0,2-3-2 15,2-1 3-15,-2-3-4 0,2 0-3 0,0-1 5 16,-2-3-4-16,0-1 4 0,1-4-1 0,1 0 4 16,0 0-1-16,0 2 3 0,1 3-7 0,1 3-1 15,0 3-1-15,0 8 2 0,0 5-2 0,-4 7 4 16,-4 8 2-16,-1 4 1 0,0 2 5 0,-5 3-4 16,5 0 2-16,0 0-3 0,-1 1 5 0,4-3-3 0,-1 4-2 15,1 0 1-15,2 2-3 0,-3 2 6 0,1 4-2 16,2 1 3-16,-2 19 1 0,1 4-9 0,1-2 5 15,0 2-5-15,0-1 10 0,2 1-6 0,-2 3 1 16,0-1-4-16,4 1-4 0,-2 1 5 0,-2-1-2 0,6 3 4 16,-4-1 0-16,-4-6 2 0,4 5-2 0,-7-4 0 15,1-1-3-15,-1 1 0 0,-2-2 5 0,-1 2-3 16,1-3-2-16,-2 1-1 0,2-2-2 0,12-2 0 16,-5-1 8-16,-3-3-9 0,-4-1 4 0,-3-3-6 15,1-3 0-15,0-1 1 0,-2-3-16 0,0-4 6 16,0-3-52-16,0 0-46 0,0 2-11 0,-2 0-19 15,0-3-100-15,1 1-174 0</inkml:trace>
  <inkml:trace contextRef="#ctx0" brushRef="#br0" timeOffset="64080.56">32159 4940 1589 0,'-2'0'192'0,"0"0"-225"16,-2 0 216-16,1 0-104 0,-3 0 3 0,2 0 17 15,2 0-2-15,-1 0-3 0,-1 0-63 0,2-2-8 16,0 0-5-16,2 0 6 0,0 1 18 0,2-1-7 16,9-4 3-16,23-7-7 0,7 0-3 0,-1 2-8 15,1 2 0-15,2-2-3 0,2 3-5 0,1-1 0 16,-1 1-1-16,1 3 0 0,2 1-2 0,-5 2-1 0,0 0-4 16,-8 1 1-16,-9 1-5 0,2-2 4 0,-4 2 1 15,0 0-2-15,-2 0-6 0,-9 0 3 0,-3 0-2 16,-5 0 3-16,1 0-1 0,-3 0-35 0,1 0-10 15,2 0-15-15,-3 0-91 0,7 0-193 0,3-2-141 0</inkml:trace>
  <inkml:trace contextRef="#ctx0" brushRef="#br0" timeOffset="82634.95">4661 7018 256 0,'0'-2'165'16,"-2"0"-87"-16,-4-15 45 0,-5-12-3 0,-2 1-100 0,2 4 11 15,0-1 79-15,-2 1-1 0,-2 0 14 0,2 2-34 16,0-2-15-16,0 1-2 0,4 7-2 0,-1-1 0 16,5 6 2-16,-1 2-3 0,3 1 2 0,-1 3-9 0,2 1-19 15,0 0-8-15,0 1-5 0,0 1-31 0,1 0-3 16,-1 0 5-16,0 2-1 0,2 2 16 0,0 7-15 15,4 30 8-15,3 6-9 0,0 3 5 0,1 2-1 16,-1 4-3-16,1 2 1 0,-1-4 1 0,1-2 3 16,-1-2-2-16,0-5 2 0,-1-4-1 0,-2-2 4 15,-1-2 1-15,1-3 0 0,0-1 3 0,0-1 0 16,-3-2-1-16,1-4 0 0,-2 0-8 0,0-5 6 16,0-1-2-16,0-3 2 0,-2-2-5 0,1 0 5 0,-3-4 2 15,0-1-1-15,2-5-8 0,-13 1 2 0,-9 2-4 16,-2-4 5-16,-3 16 1 0,1-5-6 0,0-4 6 15,2-3-6-15,0-2-1 0,4-2 5 0,-8-1-3 16,4 1 7-16,2 0 8 0,3 0 15 0,5 0-5 16,3 0 7-16,5-2-16 0,4 0-17 0,1 0 7 0,-1 0-10 15,0 2-4-15,2-2 5 0,1 0 0 0,1 0 2 16,1 0-1-16,5 0 8 0,33-4-7 0,4-2 8 16,3-1-1-16,1-2-1 0,-5-1 0 0,5-1-1 15,-8 2-4-15,-2 0 4 0,-2 1-3 0,-1 3 3 16,-3 1-9-16,-3 2 7 0,-4 0-4 0,-2 2 6 15,-1 0-7-15,-6 0-2 0,-1 0 3 0,-2 0-1 16,-3 0 1-16,-4 0-14 0,-1 0-9 0,0 0-3 0,0 0-38 16,-1 0-9-16,1 0-11 0,-2 0 2 0,0 0-30 15,0-2-26-15,-1 0 3 0,-1-1-19 0,0-7-52 0,-1-10-183 16</inkml:trace>
  <inkml:trace contextRef="#ctx0" brushRef="#br0" timeOffset="82781.11">4222 6851 1275 0,'-1'0'69'0,"-9"-2"95"0,-16-8-80 0,15 7-15 16,2 1 3-16,5 0-6 0,0 0-10 0,1 0-14 15,1 0-5-15,0 1-1 0,2-1-11 0,2 0-9 0,9-2-3 16,39-7 0-16,4 2-6 0,9 1-2 0,-2 3-5 16,-5 1 2-16,-2 2-8 0,-4 0-11 0,-2 2-20 15,1 2-6-15,-3 4-139 0,2 1-231 0</inkml:trace>
  <inkml:trace contextRef="#ctx0" brushRef="#br0" timeOffset="83079.2">5602 7255 1533 0,'0'0'23'0,"0"0"-32"0,-2-1 32 0,0-1-18 0,0 0 9 16,1 0 16-16,-3 0 2 0,-5-2 7 0,-8-3 9 15,0 0-12-15,2 1-10 0,-1 0 1 0,-1 5-11 0,0 1-12 16,-1 3 9-16,-3 5-10 0,-1 3 8 0,-2 4 15 16,-2-10 1-16,-4 21 5 0,-3 4 3 0,1 0 9 15,6 1-12-15,2 3 9 0,5-5-17 0,8 5-13 16,4-5 5-16,5 3-8 0,-17-4 5 0,8 0-4 16,8-4 1-16,3-4-1 0,3 3 0 0,7-5-5 15,-9-3-1-15,24-4 0 0,4-2-3 0,3-3 0 16,-1 13 2-16,3-6-1 0,-1-8 5 0,-1-5-9 15,3-2-3-15,2-3-4 0,-2-5-24 0,-1-3-53 16,-1-3-6-16,-1-1-21 0,-1-2-65 0,1 16-233 0</inkml:trace>
  <inkml:trace contextRef="#ctx0" brushRef="#br0" timeOffset="83287.45">5827 7313 1378 0,'0'0'37'16,"0"0"0"-16,-2 0 51 0,0 0-10 0,0 0 12 15,0 0-2-15,0 0-18 0,1 2-8 0,-1 0-2 16,0 0-24-16,2-1-12 0,-8 24 0 0,3-1-5 16,1 3-4-16,2 3-5 0,2 2 3 0,0 1-5 15,2-1 1-15,0-1-9 0,2-1 4 0,-1-2-4 0,3 2 1 16,0-6-3-16,-3-2-7 0,5-3 3 0,-1-3-8 16,2 1-72-16,1-4-4 0,-5-2-30 0,16-5-70 15,7-3-187-15</inkml:trace>
  <inkml:trace contextRef="#ctx0" brushRef="#br0" timeOffset="83521.05">6441 7183 1687 0,'0'0'8'0,"0"0"-1"0,0 0-8 0,0 0 10 15,0 0-9-15,0 0 42 0,2 0 19 0,0 0-4 16,2 0 4-16,9 2-37 0,20 3-11 0,1-3-3 15,8 0 0-15,-1-2-3 0,4 0-2 0,1 0-1 16,-9 0 0-16,2-2-1 0,-7-1 0 0,-3-3-2 16,5-1-1-16,-1-1-16 0,-1 1-30 0,-1 1-5 0,-5-1-9 15,-1-1-38-15,-5 1-62 0,-1-1-14 0,-3 1-23 16,-1 1-109-16</inkml:trace>
  <inkml:trace contextRef="#ctx0" brushRef="#br0" timeOffset="83736.06">6807 6925 1473 0,'0'-2'30'0,"-2"0"-3"0,0 0 13 16,0 0 16-16,-1 1-11 0,-1-1 49 0,0 0 2 15,2 0-14-15,1 0 2 0,-1 0-60 0,0 0-7 16,0 2 0-16,0 0-1 0,0 2 3 0,0 11-5 15,1 28-1-15,1-2-1 0,3 6 0 0,1-6-7 16,-2-4 4-16,2 4-4 0,-3-4 2 0,3-3-11 16,0-2-2-16,1-3-2 0,1-2-3 0,1-1-97 15,3-2-6-15,-1-2-43 0,4-1-108 0</inkml:trace>
  <inkml:trace contextRef="#ctx0" brushRef="#br0" timeOffset="84139.23">7693 6665 1095 0,'-2'0'147'16,"0"0"41"-16,-2 0-88 0,-9 2-82 0,-2 2-9 16,6-1 15-16,5-1 30 0,1 6-1 0,1 12 9 15,0 4-22-15,-13 2-16 0,4 6-8 0,9 1 1 0,6 0-8 16,3 3-9-16,3-5 8 0,1 5-8 0,-2-7 10 15,2 5-5-15,0 1-1 0,-1-3 0 0,-3 5-8 16,-1-6 8-16,-3-5-8 0,1-2 8 0,-2 1-8 0,-2-1 9 16,0-4 3-16,-2-3 1 0,-2-4-8 0,1-4 5 15,-1-3-3-15,2-3 5 0,-11 1 5 0,-2 0 29 16,0 7-5-16,-5 0 14 0,3-4-3 0,4-3 0 16,-4 2 0-16,10-4-1 0,0-1-9 0,-3 1-13 15,7-2-2-15,1 0-5 0,-6 2-14 0,5 0-4 16,-1 0 0-16,0 0 0 0,2 0 0 0,2-1-3 15,0 1 3-15,2 0-2 0,2 0 2 0,26 9 7 16,3-3-9-16,6-5 9 0,0-3-6 0,-2-3 7 16,4-3-1-16,2-3 0 0,-2-2-10 0,1-1 4 0,1-1-2 15,-6 2 1-15,0 0-12 0,-5 0-20 0,-3 0-8 16,-3 0-7-16,-5 2-35 0,-4-1-51 0,-6 3 0 16,-4 5-24-16,-1-13-63 0,3 2-286 0</inkml:trace>
  <inkml:trace contextRef="#ctx0" brushRef="#br0" timeOffset="84345.12">7390 6713 1443 0,'-2'-2'79'0,"0"2"138"16,-11-5-157-16,6 1 6 0,3 2-7 0,0 0 9 0,1 1 4 16,1-1-20-16,0-2-1 0,2 0-10 0,2 1-20 15,2 1-15-15,38-4 10 0,-1-1-10 0,13-3 7 16,-4 3-14-16,0-2 0 0,0-1-5 0,-1 5 6 0,-3-1-19 15,2 4-19-15,3-24-6 0,-3 15-102 0,2 8-131 16,0 3-59-16</inkml:trace>
  <inkml:trace contextRef="#ctx0" brushRef="#br0" timeOffset="84892.37">8369 6886 1228 0,'-2'0'116'0,"0"0"31"0,0 2-77 0,0 0-58 15,0-1-12-15,-1 3 26 0,-7 11 36 0,-3 13-5 16,4 3 13-16,2-3-22 0,3-2-30 0,0 6 0 16,2-1-10-16,-1-1-2 0,1 5-1 0,0-7-5 15,2 2 3-15,0-2 0 0,0 0-3 0,0-2 2 0,0-4-3 16,2-3 1-16,0-3 4 0,-1 1 1 0,1-6-1 16,2 0-6-16,-2-3 0 0,0-3 0 0,-2-3 0 15,2 2-2-15,-1-1 1 0,1 1-4 0,0-2 2 16,0 0-4-16,0-2 4 0,0 0 0 0,0-2 1 15,-2 0-4-15,0-5 0 0,0-19 3 0,0-2-1 16,-2-4 6-16,-2 1 0 0,0-1-3 0,-1-3 1 0,1 3 4 16,-2-1-5-16,3 3 6 0,-1 2-6 0,2 2 8 15,0 8 3-15,0-4 2 0,2 5 1 0,0 6 4 16,0 0 4-16,0 5-10 0,2 0 7 0,0 3-7 0,2-1 7 16,9-3 6-16,7-1-3 0,4 6 1 0,-1 2-4 15,-1 8 0-15,0 1 1 0,-1 2 5 0,-1 2-12 16,-1-7 5-16,-6 18-8 0,-4 2 5 0,-4-2 2 15,-1 0-3-15,13 0 3 0,-8-1-7 0,-5-1 0 16,-2 2-3-16,-2-4 1 0,-2-3-6 0,0 0 4 16,0-4-4-16,0-4 3 0,0 0-9 0,2-3 7 15,0 0-1-15,0-3 1 0,0 3-1 0,0 3-6 16,0 0 8-16,4 3-5 0,2 2 6 0,1 3-3 16,4 2 0-16,2 1 0 0,0 0 3 0,2 5 4 0,-2-3-5 15,-2 2 6-15,0 0 19 0,-3-2 22 0,-3 1 7 16,-1-1 1-16,0 0 1 0,-4-1-1 0,-2 1-5 15,-2-5 1-15,-1-4-25 0,-5 0-9 0,-4 0-4 16,-14-2-1-16,-2 2-8 0,2-4-2 0,2-3-1 0,4-1-1 16,0-3-10-16,-1 13-36 0,3-6-13 0,3-5-9 15,4-4-64-15,8 0-60 0,3 0-16 0,-2-4-33 16,-3-11-232-16</inkml:trace>
  <inkml:trace contextRef="#ctx0" brushRef="#br0" timeOffset="85201.63">8829 7129 1191 0,'0'-2'14'0,"0"0"13"0,0 1 6 0,0-1 22 16,0 0 2-16,2-2 7 0,0 0 8 0,1 3-24 16,16-11-7-16,7 3-5 0,6 2-26 0,1 3 5 15,-1 4-7-15,3 2 5 0,-4 3-13 0,-5 3 11 16,-1 3-6-16,-9-2 8 0,-3 1 2 0,-7 4-2 15,-3 14 9-15,12-2-7 0,-5 2 19 0,-9 0-10 16,-2-2 6-16,-9 2-5 0,-5-2 27 0,8-2 4 16,-21 0 5-16,4-4-2 0,0-1 4 0,2-2-10 15,-1-2-6-15,7-4-2 0,6-2-15 0,5-2-20 0,1 1 3 16,2-3-8-16,0 1 2 0,1 0 2 0,1-3 3 16,0 3-1-16,0-1 9 0,0-3-1 0,5 2-2 15,23 15 1-15,0-8 0 0,2-4-9 0,1-1 5 16,-1-4-8-16,3-2-1 0,-5 0 2 0,0-2-6 0,-2-2 4 15,0-2-8-15,-2 1-45 0,0-3-9 0,0-1-19 16,0 0-105-16,-3 0-193 0</inkml:trace>
  <inkml:trace contextRef="#ctx0" brushRef="#br0" timeOffset="85405.57">10012 6815 2059 0,'0'0'7'0,"-2"0"1"0,0 0 42 16,0 0 0-16,0 0 14 0,0 0 7 0,1-2-43 15,-1 1-3-15,0-1-15 0,2 0-24 0,0 0-2 16,0 0-16-16,2-2 1 0,1-1-100 0,1-8-251 16</inkml:trace>
  <inkml:trace contextRef="#ctx0" brushRef="#br0" timeOffset="85517.39">10166 7072 1647 0,'0'0'2'0,"0"0"3"0,0 0 86 0,0 1-15 15,0 1 40-15,0 0-4 0,0 0-34 0,0 0-7 16,0-2-12-16,2 0-40 0,0 0-19 0,-1 0-5 16,5 0-7-16,24-8-41 0,7-5-134 0,7-7-89 0</inkml:trace>
  <inkml:trace contextRef="#ctx0" brushRef="#br0" timeOffset="86136.34">11013 6028 1258 0,'-2'-4'38'0,"-6"-14"40"0,-3-4-4 0,6 10-5 15,1 1-2-15,2 8 2 0,2 1 12 0,-2-2-45 16,0 0 15-16,0 2-23 0,2 1 26 0,0 1-6 0,0 1 1 16,2 16-6-16,8 35-8 0,-1 11-1 0,-2 4-5 15,-1 5 3-15,-2-3-12 0,-1 0 8 0,1 0-2 16,-2-4 3-16,0-2-3 0,-2-6-7 0,0 1 3 0,0-8-6 15,1 0-2-15,1-5-8 0,0-3 3 0,2 3-4 16,0-6 4-16,-3-6-9 0,1 1-2 0,-2-8-1 16,0-4 2-16,0 2-11 0,0-7-4 0,0 1-12 15,0-5-91-15,0-1-74 0,0-5-14 0,0-1-20 16,0-3-80-16</inkml:trace>
  <inkml:trace contextRef="#ctx0" brushRef="#br0" timeOffset="86290.67">11304 6849 995 0,'-2'0'228'0,"2"0"67"16,0 0-129-16,0 0-142 0,0 0 2 0,2 0 51 0,0 0 56 16,0 0-3-16,0 0 12 0,-1 0-46 0,1 0-50 15,0 0-1-15,0 0-17 0,0 0-18 0,0 0-3 16,0 0-1-16,1 0-3 0,1 0-14 0,0 0-37 16,-2 0-19-16,9 2-13 0,-2-1-119 0,-2-1-194 15</inkml:trace>
  <inkml:trace contextRef="#ctx0" brushRef="#br0" timeOffset="86663.28">11781 6440 1573 0,'-2'-2'131'0,"0"1"-176"0,1-3 148 15,-1 0-82-15,-4-5-10 0,1-4 27 0,-1-2 6 0,2-4 5 16,4 3 16-16,0-7-34 0,4 3 11 0,5-2-19 15,-7 5 1-15,32 4-1 0,1 4-7 0,2 7 4 16,-9-2-13-16,2-14-4 0,-8 10 0 0,-2 6-3 16,1 4-3-16,-5 6 11 0,-4-1 1 0,1 13 6 15,-8 12 1-15,17 5-1 0,-9 0-1 0,-9 0 1 0,-6 2-7 16,-3-1 6-16,-6-1-3 0,-8 0 5 0,-1-2-4 16,10 0-2-16,-18-1 6 0,8-4-3 0,1-1 16 15,-1-3-10-15,1-2 1 0,3-1-3 0,5-5-4 0,1-1-2 16,7-4-2-16,1-2 0 0,-8 0-5 0,5-2 3 15,1 1-4-15,2-3 2 0,2 6-12 0,0-7 10 16,2 1-1-16,-2-5 6 0,21 11-2 0,10-2 4 16,1-5 0-16,1-6 2 0,-1 0 0 0,-1-4-5 15,6-3 0-15,-1-3-2 0,-5 1-2 0,3-2-11 16,-8 2 3-16,0-1-9 0,-2-1-13 0,-6 2-52 16,3 0-12-16,-6-1-19 0,-1 1-108 0,1 7-166 15,-2-16-164-15</inkml:trace>
  <inkml:trace contextRef="#ctx0" brushRef="#br0" timeOffset="87063.21">12442 6230 1236 0,'0'-1'332'0,"-2"-1"-481"0,0 0 400 0,1 0-233 16,-1 0-12-16,0-2 25 0,0 1 0 0,2-3 10 15,0-3 17-15,0 1-17 0,4-3 3 0,-1 4-9 16,5-2-3-16,20 5-6 0,3 2-4 0,-1-15-2 15,0 8-13-15,-4 7-3 0,2 4 3 0,-1 7-3 0,-4 4-4 16,-7 0 10-16,1 24 1 0,-11 6 4 0,-3 4-1 16,-1-3 1-16,21 1-7 0,-16-1 5 0,-7 3-6 15,-9-1-7-15,-10 1 13 0,-1-1-12 0,-1-1 13 16,3-6-7-16,1-2-4 0,4-4 1 0,0-1 7 0,4-6-3 16,1 1 3-16,6-4-5 0,2-7-6 0,0-3 4 15,0-1 0-15,2-5 2 0,2 2-1 0,-2-5 10 16,15 7-4-16,9 2 7 0,1-5-2 0,3-8 8 15,2-4-7-15,-4-4 5 0,-1-3-6 0,5-4 1 16,-2-3 5-16,-8 12-3 0,-5-20 4 0,-8 2-7 16,-3 0-1-16,12-4-3 0,-9 2-5 0,-5-4 4 15,-4 3-3-15,-7-3 4 0,-8 2-7 0,4 2 4 16,-30 2-4-16,0 5 2 0,-4 3-10 0,-5 3 1 16,0 3-1-16,6 5 0 0,1 3-10 0,9-17-30 0,3 8-9 15,7 8-12-15,3 3-76 0,10 0-78 0,2 1-20 16,7-1-36-16,-2 2-239 0</inkml:trace>
  <inkml:trace contextRef="#ctx0" brushRef="#br0" timeOffset="87608.23">13265 6308 1436 0,'0'0'0'0,"-2"0"7"0,0 2-7 16,0 0 56-16,0 0-8 0,-1 2 23 0,-9 14-11 15,-1 8-29-15,2 0 5 0,2 4-13 0,0 2 5 16,3 1 9-16,2-1-4 0,3-1 6 0,-1-1 1 0,2 0-2 16,0-3 2-16,0-1-3 0,2-1-8 0,-1-5-13 15,3-2-1-15,0-3-2 0,0-2-2 0,-3-3 2 16,3-1 1-16,-4-7 0 0,2 1-2 0,0 1 7 16,0 0 0-16,0 0 4 0,-1-3 10 0,1 1-16 15,0 0 3-15,-2-2-9 0,0-2-11 0,0 0 4 16,0-1-8-16,0-18 7 0,-2-3 0 0,0-4-6 15,1 1 4-15,-1-1-5 0,0-4 8 0,0 1-5 16,2 1 3-16,0 6-4 0,2 1 2 0,0 7 0 16,1 3-7-16,1 2 4 0,0 3-12 0,-2 4 9 0,0 3-1 15,12-11 4-15,-1 7 1 0,2 1 2 0,0 2 1 16,4 4 0-16,-3 2-2 0,3 3 6 0,0 3 1 16,-3-1 3-16,-3 0 13 0,-2-7-9 0,-3 9 4 15,1 0-6-15,0-1 1 0,4-3 1 0,-1-1-3 16,-3-5 2-16,0 3-6 0,-5-2 11 0,3 4-3 0,3-1 4 15,6 1-3-15,1-6-7 0,5-2 2 0,2-6-4 16,-7 1-2-16,5-8 2 0,2 13-5 0,-3-18 4 16,5 1-5-16,-6 1 1 0,1 1-5 0,-3 4 3 15,-3 2-6-15,-4 9 5 0,0-2 7 0,-1-3-3 16,-1 1 8-16,-2 4-6 0,3 2-4 0,-3 0 2 0,-1 2 7 16,-3 0-9-16,3 0 10 0,-4 18-9 0,0 1 4 15,13 1-1-15,-6-1-5 0,-2 1 1 0,-3-4 0 16,-2-1-1-16,0 0 1 0,-2-4-2 0,0-2-15 15,0-4-46-15,0 1-2 0,0-6-16 0,0 1-27 0,2 1-52 16,-1 0 2-16,3-2-25 0,0 0-53 0,5-2-206 16</inkml:trace>
  <inkml:trace contextRef="#ctx0" brushRef="#br0" timeOffset="88029.33">14290 5954 981 0,'0'0'32'0,"1"0"-4"0,1-2 70 16,0 0 0-16,2 0 18 0,0 0 58 0,-1 2-46 15,1 0 2-15,0 2-23 0,-2 0-32 0,1 6-19 0,12 21 3 16,-6 3-10-16,-1 3-9 0,-4 4 7 0,-4 0-7 16,0 0 5-16,0 2-16 0,0-6-4 0,0 6 2 15,0-8-3-15,0-1 1 0,0-2-16 0,0-4 4 16,0-6-9-16,0 2 4 0,1-3-8 0,1-4 5 0,0-2-4 16,0-4 4-16,-2-3-5 0,0-3 2 0,2 1-1 15,0 0 9-15,-2 0-6 0,0-3-1 0,0 1-1 16,0 0 4-16,0-2-6 0,0-2-1 0,0-1-2 15,0-12-1-15,-2-17 3 0,0-1 2 0,2-6 0 16,0-8 0-16,-2 1-1 0,0-2-1 0,2 1 0 16,0 4 0-16,0 1-3 0,2 5 2 0,0 1-2 15,2 9 4-15,-1 6-1 0,1 6 1 0,0 6-1 0,-2 2 1 16,0 3 0-16,-1 0 0 0,3 0-1 0,0 3 4 16,9-3 2-16,0 4 1 0,2 4 0 0,3 5 3 0,-1-4-4 15,2 25 3-15,-1 2-4 0,1 5 3 0,-1-6 10 16,-1 5-5-16,2-1 7 0,-1-5-10 0,3 3 6 15,1-5-6-15,-4 0 4 0,7 3-9 0,-5-5 4 16,2 4 1-16,-3-8-1 0,-2-1-7 0,-3-3 3 16,-1-1-7-16,-1 0 3 0,-1-4-2 0,-6-2-4 15,1 0 5-15,-2-4-7 0,1 1-12 0,-3-4-75 16,-2-3-3-16,2 3-30 0,0 0-75 0,-2 0-103 16,0-1-56-16</inkml:trace>
  <inkml:trace contextRef="#ctx0" brushRef="#br0" timeOffset="88157.46">14251 6464 1459 0,'-2'0'53'0,"0"0"-7"0,0 0 55 0,0 0 11 0,0-1-5 16,0-1 21-16,1 0-42 0,-1 0-11 0,0 0-11 15,0 0-48-15,0 2-4 0,2-2 8 0,2 1-7 16,2-1 6-16,22-6-9 0,5-1 0 0,10 0-2 16,2-1 0-16,3-1-8 0,8 0-4 0,-7 2-4 15,-1-2-37-15,-3 0-144 0,1 3-51 0</inkml:trace>
  <inkml:trace contextRef="#ctx0" brushRef="#br0" timeOffset="89049.55">6872 8848 747 0,'0'0'53'0,"0"-1"-53"0,-2-1 68 16,0 0-28-16,0 0 47 0,1-2 9 0,-5-5 3 15,-3-8 1-15,-1 2 12 0,3 4-7 0,1 0 4 0,-1 0-7 16,3 4-4-16,2 3-12 0,1-2 3 0,-7 1-8 16,-1-1-19-16,5 4-26 0,-1-1-5 0,1 1-6 15,0 0-15-15,2 2 16 0,0 2-6 0,1 7 8 16,-3 30-7-16,4 0-11 0,0 4 4 0,4 3-7 16,1 1 0-16,-3-1-6 0,0 2-1 0,0 2 0 15,1 1 6-15,1-1-3 0,-2-4 4 0,2-5-5 0,-1 2 1 16,1-8-3-16,0-4-2 0,-2-1 0 15,0-4 3-15,-1-7-2 0,-1 1 5 0,0-3-4 0,0-8 12 16,-1 2-5-16,-1-3-7 0,0-5 4 0,-13 3-5 16,-13-4 3-16,-3 16 4 0,3-8-2 0,-4-5 5 0,-1-3 17 15,5-4 2-15,-2-1 4 0,6-1-1 0,4 0-7 16,-1-1-4-16,6 1 1 0,2 0-1 0,6 2-12 16,3 2 1-16,1-2-5 0,-1 1-4 0,2-1-7 15,2 0 1-15,0-2-4 0,4-1 6 0,22-5 7 16,22-6-1-16,6 1 4 0,7-2 2 0,-2 0-3 15,-1-3 3-15,-2 3-4 0,-2 2 0 0,-2 2 0 0,1 4-4 16,-2 3 3-16,-5 1 1 0,-1 3-7 0,-3-2 5 16,-5 1-6-16,0-20 3 0,-5 12-2 0,-2 6 1 15,-4 3-2-15,-11 2-5 0,-2 0-11 0,-6 0-15 16,-3 0 0-16,-1 0-55 0,1 0-6 0,-2 0-13 16,0 0 1-16,0 0-59 0,-2 0-28 0,-2 0-23 15,-6-2-7-15,-29-9-133 0</inkml:trace>
  <inkml:trace contextRef="#ctx0" brushRef="#br0" timeOffset="89189.3">6291 8917 1531 0,'-4'-2'84'0,"-14"-1"147"15,-5-16-166-15,12 4-15 0,6 6-4 0,3 3-2 16,-2 1-12-16,2 1 13 0,0 0-6 0,2 2 6 16,0 1-17-16,2-3-20 0,39 2 4 0,13-24-10 0,5 11 4 15,10 8-3-15,-2 5-3 0,5 4 0 0,-1 1-19 16,-6 3-94-16,2 1-4 0,-8 3-42 0,2 3-121 0</inkml:trace>
  <inkml:trace contextRef="#ctx0" brushRef="#br0" timeOffset="89733.89">7752 9155 1417 0,'-2'0'327'0,"0"0"-475"16,1 2 398-16,-1 0-232 0,-2-1-1 0,0 3 49 0,-1 4-7 15,-6 16 21-15,1 4-8 0,-1 1-36 0,2 3-1 16,-2-1-13-16,3 6-13 0,-1 2-1 0,5 2-2 16,2 2 0-16,-3-4-5 0,3-7 0 0,0-5 3 15,-2-1 0-15,-10-3 6 0,4-1-6 0,7-3-1 0,3-6-2 16,0 0-2-16,0-8 5 0,0 3-3 0,0-7 4 16,0 3-11-16,0 0 8 0,0 0 0 0,0-3 4 15,0 1-5-15,-2-2-1 0,0 0 0 0,0-2 0 16,0 1-2-16,0-3 0 0,-14-26 0 0,-1-1 1 15,4-3 3-15,0-1 0 0,2 0-3 0,5 5 1 16,1-4-4-16,1 7 4 0,4 6 0 0,2-3 0 16,3 5-8-16,1 3 9 0,3-3-2 0,-1 8 4 15,-3 0-4-15,19 3-4 0,2 5 5 0,-2-14-4 0,1 8 14 16,1 3 2-16,-2 6 0 0,-6 2 1 0,3 2-5 0,-6 3 5 16,-4 1 2-16,-2-1 1 0,-2 17 10 0,-5 2-5 15,17 2-2-15,-10 2-1 0,-5 1 3 0,-4-3-13 16,-6 0 1-16,-1-2-7 0,-2-4 1 0,-1-3 0 15,3-4 3-15,-1-4-3 0,1 0-2 0,1-2-7 16,5-3-2-16,-1-1-1 0,0 1-1 0,0 0 7 16,2 3-1-16,0 2 2 0,2 0-2 0,2 2 4 15,1 0-1-15,3 0 2 0,3 4-4 0,-6 0 3 16,16-1 0-16,-1 1 1 0,-1 0 0 0,-5-1-1 16,-1-1 6-16,0 0-3 0,-3-2 9 0,-5 0-4 0,-3 0 5 15,4-4-1-15,-1 4 26 0,-3-2-15 0,-2 1 4 16,-4-1-10-16,-1-2-12 0,-12-2 2 0,-14 1-9 15,1-4 4-15,-2 14-20 0,5-7-31 0,1-5-10 16,3-4-11-16,3-2-71 0,5 0-79 0,2-2-13 0,6 0-33 16,3 0-166-16</inkml:trace>
  <inkml:trace contextRef="#ctx0" brushRef="#br0" timeOffset="90062.36">8103 9482 896 0,'0'0'583'0,"0"0"-844"0,-2-2 707 0,0 0-406 0,0 0 28 16,1-2 14-16,-1 1 7 0,-4-7-7 0,2 3-29 16,3-1-21-16,1 1-5 0,0-2-4 0,3-1-8 15,1 5 0-15,13-3 6 0,11 5-4 0,1-16 10 0,7 8-8 16,1 7 2-16,-4 6-4 0,-3 4-1 0,-6 3-6 16,0 6-1-16,-3-8 0 0,-5 21-1 0,-5 4 9 15,-3-3 0-15,12 5 3 0,-9 1-1 0,-7 2-13 16,-4-3 6-16,-5-3-7 0,-5-1 9 0,-1-6 5 15,-2-3 0-15,11-5 4 0,-13 1 8 0,1-6-10 16,6 0 0-16,3-3-5 0,-3-5-3 0,8-1-13 16,0 0 4-16,-4 2-6 0,3 0 5 0,-1-1-6 15,2 1 4-15,0 0-2 0,2-1 10 0,-1-1-4 0,9 4 1 16,18 5-1-16,1-4-4 0,1-3 1 0,1-4 1 16,5 0-1-16,-3-2 2 0,2-3-5 0,3-3 0 15,-3-1-3-15,2 0-8 0,0-1-24 0,4-1-17 16,-6 0-4-16,1-2-85 0,-5 0-183 0,-3 0-103 15</inkml:trace>
  <inkml:trace contextRef="#ctx0" brushRef="#br0" timeOffset="90284.09">9457 9125 2469 0,'0'0'6'0,"-2"0"0"0,0 0 9 16,0-2 3-16,0 0 2 0,0 1 22 0,0-1-23 16,1 0 1-16,1 0-11 0,0 0-14 0,1 0-1 15,3 0-3-15,24-12 2 0,7 1-14 0,-1 3-41 16,-3 5-12-16,-1 1-18 0,-4 2-121 0,-7 2-162 16,-3 0-83-16</inkml:trace>
  <inkml:trace contextRef="#ctx0" brushRef="#br0" timeOffset="90409.52">9468 9435 1714 0,'0'0'37'0,"0"0"4"0,0 0 1 0,0 2 10 16,0 0-7-16,0 0 89 0,0 0-23 0,0-1-5 15,0 1-10-15,0 0-49 0,0 0-24 0,2 0-2 16,-1 0-7-16,3 0-6 0,18-2-14 0,6-6 3 16,2-3-11-16,9-8-31 0,6-5-196 0,1 18-90 0</inkml:trace>
  <inkml:trace contextRef="#ctx0" brushRef="#br0" timeOffset="90860">10844 8401 1216 0,'0'0'445'0,"0"-2"-647"0,-2 0 539 0,0 0-315 15,0 1-13-15,2-1 44 0,0 2 16 0,0 0 10 16,0 0 47-16,0 2-49 0,0 1-9 0,9 31-11 16,6 12-27-16,-2 2-8 0,2 8 0 0,-2 0-3 15,0-1-4-15,-2 9-2 0,-2-7 1 0,1 3-3 16,-5-7-10-16,-1-4 4 0,0-5-5 0,-2-1 4 0,-1-4-9 15,1-2-4-15,0-3-2 0,0-5-5 0,-2-1-60 16,0-7-101-16,0 1-7 0,0-2-42 0,-2-5-153 0</inkml:trace>
  <inkml:trace contextRef="#ctx0" brushRef="#br0" timeOffset="91001.05">11259 8991 1673 0,'0'0'106'0,"0"0"251"0,0 0-360 0,2 0 26 16,0-1 7-16,0-1 11 0,0 2 41 0,0 0-38 16,0 0-2-16,-1 0-16 0,1 0-32 0,0 0-50 0,0 0-12 15,0 0-23-15,2 0-134 0,3 0-384 0</inkml:trace>
  <inkml:trace contextRef="#ctx0" brushRef="#br0" timeOffset="91357.48">11707 8589 1910 0,'-2'-2'6'0,"0"0"11"16,0-2-13-16,-3-3 41 0,-3-6-5 0,3 0 17 16,-1-2-5-16,4 2-19 0,2-2-2 0,4 0-6 0,5 0-2 15,2 4-3-15,23 2 3 0,7 3-4 0,0 3-3 16,5-22 4-16,-1 16-6 0,-5 9 4 0,1 4-8 0,-7 7 0 15,-3 6 2-15,-5-10-2 0,-3 28 1 0,-3 8 4 16,-11-4-3-16,-7 6 4 0,22-1 1 0,-16-1-7 16,-8 9 0-16,-13 0-2 0,-10-6 0 0,9-1 2 15,-33-6 2-15,1-6-1 0,-3 3-4 0,5-7 5 16,-1-1-3-16,10-4 4 0,7-1 4 0,4-7-1 16,5-3 2-16,6-2-3 0,4-3-8 0,5-3-6 15,3-1-1-15,1-2-1 0,-4 4-6 0,2-3 11 16,2 1-3-16,0 2 6 0,0-5-9 0,2 3 4 0,15 7-4 15,18 2 5-15,9-5 8 0,5-8-10 0,-7-4 6 16,10-5-8-16,-7-4-8 0,5-4-8 0,4-2-7 16,-6 1-3-16,1-1-47 0,-9 1-111 0,1-1-17 15,-4 1-48-15,2-1-206 0</inkml:trace>
  <inkml:trace contextRef="#ctx0" brushRef="#br0" timeOffset="91722.36">12713 8368 1482 0,'0'-2'122'16,"0"0"34"-16,0 0-77 0,-7-20-66 0,1 1-9 0,4 1 25 15,2 1 31-15,4 1-1 0,2 3 11 0,1 2-7 16,1 4-36-16,3 1 4 0,7 6-14 0,6-14-6 16,-5 8-11-16,5 6 4 0,-5 4-3 0,-1 7 15 0,-1-1-2 15,-6 33-6-15,-5 1 4 0,-1 7 0 0,23 6-6 16,-19-1 5-16,-7 8-6 0,-7-3 1 0,-3-1 5 15,-3-1-4-15,2-11 5 0,0 1-6 0,3-12 5 16,2-3-3-16,2-3 4 0,2-4 2 0,2-7 2 16,2 1-2-16,2-6 1 0,-1-2-5 0,1-4 7 15,5-1 4-15,9 9-2 0,2-6-1 0,3-3 17 16,-3-6-11-16,6-4 12 0,-2-4-17 0,-4-3-3 16,-3-2 1-16,-6 6-2 0,-4-19 2 0,-7 2-4 0,14-2 2 15,-4-6-2-15,-11 1-2 0,-4 1 0 0,-10-4-6 16,-4 8 3-16,-3 10-11 0,-25 1-5 0,-3 9-9 15,-8 4 2-15,4 1-31 0,-5-25-68 0,-5 16-15 16,12 10-31-16,0 8-161 0</inkml:trace>
  <inkml:trace contextRef="#ctx0" brushRef="#br0" timeOffset="92437.17">13530 8416 1263 0,'0'-2'16'0,"0"0"-1"0,-2 0 36 16,2 0 3-16,0-1 8 0,0-1 23 0,0 0-6 0,-1 1-13 16,-1-1 3-16,2 2-44 0,0 0 8 0,0 0-2 15,2 2 3-15,-1 2-17 0,1 2 7 0,13 20-5 16,2 15 6-16,-2 2 4 0,-4 0 8 0,-4 0 4 15,1 3 0-15,-5-3-3 0,1-4 1 0,0-2-3 0,-2-7 2 16,-2-4-13-16,0-3-8 0,0-3-3 0,0-5 0 16,0-2-6-16,0-3-1 0,0-4 2 0,0-3-1 15,0 1 7-15,0 2 13 0,0 0-6 0,0-2 6 16,0-1-26-16,0-1 2 0,0 0-1 0,0-1 2 16,0-3 0-16,1-20-3 0,1-12 0 0,2-3 0 15,2 4 5-15,1-6-8 0,0 2 1 0,1 2-3 0,1 0 0 16,0 11 4-16,3 2-3 0,-3 7 2 0,-2 2-1 15,-1 6-4-15,-4 5 5 0,11-5-4 0,3 2 6 16,-1 5 1-16,-2 2 2 0,-2 4-1 0,1 3 2 0,-5 4 6 16,0 19-8-16,-1 1 7 0,-2-3-11 0,-1-2 6 15,-1 0 1-15,0-11 1 0,0 2-2 0,9-2 2 16,-3-2-3-16,-3-2 2 0,-1-4-7 0,0-1 6 16,-3-3-2-16,3 1 6 0,0-2-3 0,0 0-3 15,3-2 0-15,6-2-1 0,2-5-3 0,2-5 2 16,-3-6-2-16,3-19 2 0,-2 5 0 0,4-5-3 15,-1 4 0-15,4 1-1 0,-3 2 5 0,1 8 3 16,-3 5 1-16,0 6 0 0,1 6 2 0,-5 3-5 0,8-11 4 16,-6 5-4-16,-4 7 4 0,6 1-4 0,-8 1-2 15,2 5 1-15,4 0 4 0,-6 23-3 0,2 3 1 16,-7 5-4-16,-2-4-4 0,0 3 2 0,16-3-5 16,-7-3 1-16,-3-1-39 0,-5-3-43 0,1-3-16 15,0-5-7-15,1-1-46 0,1-6-4 0,-2-2-13 0,24 10-5 16,-1-10-119-16</inkml:trace>
  <inkml:trace contextRef="#ctx0" brushRef="#br0" timeOffset="92871.01">14899 8122 1412 0,'0'0'109'0,"0"-1"-116"0,0-1 121 0,0 0-55 16,0 0 6-16,0 2 50 0,0 0-9 0,0 0 20 0,0 2-31 15,0 0-29-15,-2 1-2 0,-4 18-11 0,-1 9-12 16,-3 3-6-16,1 2 1 0,2 2-4 0,-1 2-12 0,3 2-3 15,-3 2-1-15,3 0 0 0,-1-1-7 0,4-3 3 16,2-1-6-16,0-7 4 0,2 1-8 0,2-8-4 16,0-2 4-16,-1-3-4 0,1-3 1 0,-2-6 0 15,2-1-4-15,-3-4 4 0,1-1-3 0,0 0-4 16,0-2 0-16,0 0 0 0,2-2 8 0,-1 0-1 16,-1-2 3-16,9-17-2 0,2-16 0 0,-3-10 3 15,-5-3-3-15,-5 0 4 0,0 0-4 0,0 1 0 16,-2 1 3-16,-1 1-3 0,-1 4-1 0,2 4 2 15,0 4-3-15,2 1 4 0,0 2 5 0,0 6 1 0,2 2 1 16,0 3-2-16,2 3-3 0,-1 5 5 0,1-1-4 16,-2 9 3-16,-2 1-8 0,11-6 5 0,8-1 0 15,3 5 2-15,2 6-5 0,2 6 7 0,2 5-3 0,-10 0 3 16,3 0-8-16,5 18 8 0,-4 1 3 0,4 3 1 16,-2 2 1-16,-5 0-7 0,3 2 2 0,-3 0-3 15,-1 2-2-15,-1 0-2 0,-2-2 0 0,-4 2 1 16,4-2 1-16,-6-7-7 0,2-1-2 0,0-5-2 15,-1-6-3-15,3 3-12 0,-6-7-12 0,1-1-2 16,1 2-54-16,-5-15-23 0,-1 3 0 0,1-1-13 16,0 0-48-16,-1-2-90 0,-1 0-21 0,0-2-29 0,-2 0-152 15</inkml:trace>
  <inkml:trace contextRef="#ctx0" brushRef="#br0" timeOffset="93009.67">14951 8637 1340 0,'-2'0'81'0,"-2"0"-4"0,-16-4 58 15,-8-1-4-15,7 1-3 0,3 0 24 0,5 2-30 16,3 0-5-16,7 2-12 0,1 0-40 0,-2-1-34 15,1-1 8-15,1 0-18 0,0 0 8 0,2 0-12 16,2 0 0-16,5 0-4 0,34-12-2 0,3 2-8 16,10 1-1-16,-5 4-2 0,6-2 0 0,1 1-16 15,-2 1-9-15,2-4-13 0,-8-1-102 0,-2 3-214 16,-5-2-142-16</inkml:trace>
  <inkml:trace contextRef="#ctx0" brushRef="#br0" timeOffset="93299.22">16202 8525 1518 0,'0'-1'57'0,"0"-1"5"16,-2 0-9-16,0 0 11 0,0 0-17 0,1 0 95 0,-1 0-29 15,0 1 0-15,0-1-13 0,0 0-25 0,2 0-2 16,0 0-12-16,0 0 4 0,2 0-38 0,0 1-15 16,2-1-1-16,12-8-4 0,12-3-10 0,7 2 1 15,4 4-3-15,4 1 2 0,4 1-13 0,3 1-87 16,-6 0-40-16,8 1-40 0,2-1-342 0</inkml:trace>
  <inkml:trace contextRef="#ctx0" brushRef="#br0" timeOffset="94355.92">17496 7872 615 0,'0'-4'45'0,"0"-3"-8"0,-4-40 36 0,6-1 11 16,2 7 0-16,0 2 2 0,-2 8 46 0,-1 5 8 0,-1 7 4 16,0 4 2-16,0 6-29 0,0 3 2 0,0 4-13 15,-1-1-27-15,-1-1-46 0,0 2 4 0,-2 2-15 16,0 2 12-16,3 4 3 0,-7 44-2 0,4 9 0 16,-1 1-12-16,-1 5-6 0,3-4-2 0,1-2 0 15,-26-1-5-15,17-6 0 0,7-6-1 0,2-1 0 16,2-3-11-16,4-3 0 0,0 0-1 0,3-5 0 0,2 1 2 15,-1-5-5-15,3-2-7 0,-2-2-1 0,0-4-44 16,-1-3-111-16,-3-5-1 0,-1-2-50 0,0-3-116 0</inkml:trace>
  <inkml:trace contextRef="#ctx0" brushRef="#br0" timeOffset="94485.26">17719 8301 1400 0,'0'0'144'0,"0"0"29"0,0 0-86 15,0-2-54-15,0 0-28 0,0 0 34 0,0 0 60 16,0 0-18-16,0 1 26 0,0-1-64 0,0 0-33 16,0 0-4-16,0 0-8 0,2 0-10 0,0 0-48 0,0 1-13 15,-1-1-23-15,3 0-148 0</inkml:trace>
  <inkml:trace contextRef="#ctx0" brushRef="#br0" timeOffset="95068.55">18009 7922 1811 0,'-2'-2'5'0,"-2"-2"11"16,-1-3-13-16,-3-6 20 0,1 0 4 0,1 0 5 16,2 2 11-16,1-6-32 0,3 0 3 0,2 3-10 15,5 1 12-15,6 5 6 0,26 3 1 0,2-18 1 0,0 10-4 16,-1 10-12-16,5 4 4 0,-10 9-6 0,1 3 7 0,-5 5 2 15,-7-8-6-15,-3 23 5 0,-3 8-6 0,-3 3 9 16,-6 3-1-16,-7-3 3 0,22-1-5 0,-14-2 9 16,-8 3-7-16,-8-1 7 0,-5 0-15 0,-4-4 2 15,-4-2 0-15,1-4 0 0,14-3-4 0,-16-4-4 16,1-5 4-16,8-7-4 0,5-1 0 0,1-5-3 16,1-3-3-16,0 1 0 0,4-4-5 0,0 0-10 15,-1 1-1-15,1-1-4 0,1 0 3 0,1-2-4 16,15-4-6-16,16-10-1 0,5-9-30 0,4 12-16 0,5-20 3 15,1-3-6-15,-2-1 15 0,-3 3-12 0,0-1-1 16,-1 3-6-16,-3 0-14 0,-1 1 32 0,-3-1 7 16,-7-2 12-16,-6-1 54 0,-7 1-4 0,-4 1 13 15,6 5-8-15,-8 6 35 0,-5 3 47 0,-2 2-9 0,-2 4 22 16,0 3-12-16,-2 3 2 0,2 3-5 0,-6-2 3 16,-12-7-20-16,1 6-24 0,-5 1 1 0,5 4-8 15,2 4 0-15,4 3-14 0,7-1 1 0,0 20-7 16,-10-6-8-16,1 8 7 0,9-6-1 0,4 0 4 15,5 2 0-15,5-1 1 0,1-1-2 0,-6 0 1 16,20-1 2-16,2-1 0 0,5 1 5 0,-8-1-3 16,8 0 8-16,3-1-3 0,-5 0-2 0,5-3 0 0,-11-1-10 15,-7 0 5-15,-2 0-4 0,-8-4 3 16,1 2-8-16,-1-4-2 0,-1 1 0 0,-1-1-1 0,-3-4-2 16,-2 5-6-16,-2-1-2 0,-3 0-1 0,-3 1-12 0,-29-5-37 15,5-1-9-15,-5-2-15 0,0 20-80 0,-2-9-72 16,-2-9-11-16,6-4-31 0,2-6-148 0</inkml:trace>
  <inkml:trace contextRef="#ctx0" brushRef="#br0" timeOffset="95186.29">18716 7985 1246 0,'2'-2'53'0,"0"0"-53"16,1-1 57-16,16-10-22 0,14-2 24 0,8-4 68 16,0 4-15-16,-6 4 23 0,-1-2-76 0,-1 2-35 0,-1 2-3 15,-1 1-10-15,-3 3-11 0,-2 3-12 0,-2-4-5 16,1-10-7-16,-1 5-63 0,-6 5-124 0,3 2-23 15,-1 2-43-15,1 2-165 0</inkml:trace>
  <inkml:trace contextRef="#ctx0" brushRef="#br0" timeOffset="95580.35">19472 8018 664 0,'0'2'108'15,"2"0"0"-15,-1 2 38 0,7 14-8 0,-1 7-15 16,-1-1 23-16,-2-2-19 0,-1 0 2 0,-1 2-9 16,-2 1-14-16,0 1-5 0,-2-4-2 0,0-2 0 15,-1-1-10-15,-1-2-26 0,0-3-2 0,1-2-10 16,1-3-14-16,0 0-23 0,0-3 10 0,0-1-13 15,2-3 8-15,-2 2-6 0,0 0-1 0,1-1 1 0,1-1-2 16,0 0-6-16,0-2-5 0,1 0 2 0,1-2 2 16,-2 0-6-16,6-26 4 0,12-1-4 0,3 1 2 15,-1-2 4-15,8 0-4 0,-7 3 2 0,3-1-4 0,-8 2 1 16,-3 5 3-16,2 5-2 0,-2 4 1 0,-2 7 0 16,-3 3-2-16,1-5 0 0,-3 3 1 0,1 2 2 15,1 2 1-15,-7 0 1 0,1 0-5 0,2 2 3 16,0 2 1-16,5 12 2 0,0 3-2 0,-3-2 1 15,-2-3-3-15,-3 1 2 0,1-4-4 0,0 1-3 16,-2-5 4-16,0-1-2 0,0-3 3 0,0-1 2 16,2 2-2-16,2 0 2 0,-1-3-2 0,9 1 5 15,1-2-2-15,3-2 2 0,-1-1-6 0,0-5 1 0,-2 1-2 16,0-1 1-16,-6 5-2 0,5-5 4 0,-5 5 4 16,2-1-1-16,-1 2 3 0,-3 2-5 0,3 0 2 15,-3 0-4-15,3 0-2 0,-3 2-1 0,3 2-2 16,-5-3 2-16,3 16 6 0,-2 0-32 0,1 0-7 0,3-3-14 15,1 1-63-15,4-4-26 0,2-1-6 0,1-5-6 16,7-1-21-16,3 13-67 0,2-8-37 0</inkml:trace>
  <inkml:trace contextRef="#ctx0" brushRef="#br0" timeOffset="96036.02">20615 7877 924 0,'0'-1'37'0,"0"-1"-4"15,0-13 97-15,0-7 0 0,0 9 22 0,0 0 15 16,0 9-44-16,0 2-8 0,-1-2-15 0,-1 2-59 15,0 1 8-15,0 1-8 0,-2 0 8 0,1 1-13 16,-1 5 0-16,0 27 1 0,-1 3 0 0,-3-3 7 16,1 4-17-16,-1-3 6 0,1 1-9 0,-15 2 5 0,11-5-7 15,3-3-1-15,3-1-3 0,3-2-2 0,0-2-9 16,2 0 1-16,0-5-4 0,2 0-1 0,0-6-3 16,-1-2 0-16,1-6-1 0,0 1 3 0,-2-4-4 15,0 0 0-15,4 1-3 0,0 1-1 0,-3-2-9 16,3-2 7-16,-2 0-8 0,2-2 9 0,-2-2 3 15,14-25-2-15,-3-5 2 0,-4 1 4 0,1-4-2 16,-3-6 2-16,1-5-3 0,-3-3 1 0,-1 0 6 0,1-5-4 16,-1 0 7-16,-2-1-7 0,0 6-3 0,2 3 3 15,-1 13-1-15,1 5 6 0,2 6 7 0,-3 5-3 16,1 6 5-16,0 6 3 0,-2 3-12 0,1 1 9 16,12-7-9-16,2 5 11 0,3 5 0 0,1 5-4 0,3 8 2 15,-2-3-6-15,0 27 7 0,1 0 1 0,1 7 1 16,-2-3 2-16,2 2-2 0,-1-2-4 0,3 0 0 15,-2-4-10-15,-6-6 2 0,3 8-3 0,-5-9 3 16,-1 3-3-16,0 1 3 0,-6-3 0 0,-7-3 1 16,17 2 0-16,-8-4-6 0,-4 0 2 0,-3-4-4 15,-2 1-8-15,-2-5-4 0,0-3-13 0,0-6 2 16,0-1-60-16,0-6-14 0,0 1 1 0,0 1-6 0,0-2-25 16,0 0-48-16,0-2-19 0,0-2-19 0,0 0-179 15</inkml:trace>
  <inkml:trace contextRef="#ctx0" brushRef="#br0" timeOffset="96187.46">20653 8126 825 0,'-2'0'293'0,"0"0"54"0,0 0-156 15,-2 0-109-15,2 0-57 0,1 0 27 0,-1 0 57 16,0 0-10-16,0 0 20 0,0 0-42 0,2 0-25 16,2 0-4-16,0 0-7 0,9 0-16 0,21-2-6 15,-1 2-1-15,4-2-2 0,4-1-3 0,2-1-10 0,2-2-1 16,2 1-2-16,-1-1-8 0,1 3-94 0,1-1-31 15,4 0-50-15,-1-1-359 0</inkml:trace>
  <inkml:trace contextRef="#ctx0" brushRef="#br0" timeOffset="96814.3">21730 8278 902 0,'0'0'490'0,"0"0"-692"15,0 0 580-15,0-1-332 0,0-1-37 0,0 0 78 16,0 0 6-16,1 0 24 0,1 0 12 0,0 0-49 16,2 1 4-16,1-3-18 0,20-11-3 0,2 2-16 15,7 2-8-15,1 2-2 0,0-1-23 0,4 3-6 0,-2 1 1 16,-1 4-3-16,-1 1 0 0,-3-1-8 0,-5 2 1 16,-2 0-5-16,-1 0-7 0,-6 2-32 0,-1-1-10 15,-4 1-13-15,-4 0-84 0,-1 0-39 0,-3 0-11 16,-3-2-11-16,0 0-86 0</inkml:trace>
  <inkml:trace contextRef="#ctx0" brushRef="#br0" timeOffset="96969.59">21819 8358 1328 0,'-2'0'164'0,"0"0"-198"0,-2 0 184 0,1 0-96 16,-3 0-30-16,0 0 69 0,3 0-19 0,-1 0 32 16,0 0-57-16,2 0 6 0,1 0-4 0,-1 0 5 15,2 0-8-15,2 0-15 0,1 0-1 0,34 2-5 0,8-2-8 16,1-4-12-16,3-1-1 0,-9-3-3 0,3 1-3 15,4 0-17-15,-8 1-21 0,-2 0-6 0,0 1-128 16,-6-1-303-16</inkml:trace>
  <inkml:trace contextRef="#ctx0" brushRef="#br0" timeOffset="97704.8">23345 8191 523 0,'0'0'108'0,"0"0"257"0,0 0-393 16,0-2 17-16,0 0-3 0,0 1 12 0,0-1 10 15,0-2 2-15,0 0-4 0,0-11 1 0,0 1-7 0,0-3 25 16,0 0-6-16,0 0 15 0,0-1 2 0,0 1 25 15,0 0-2-15,-2-1 10 0,0 7 8 0,0-2 7 16,-1 3 0-16,-1 3 0 0,0 0-8 0,4 5-27 16,0 0 6-16,-13-7-15 0,-4 1-4 0,1 6 6 15,-3 2-2-15,-3 8 4 0,0 7-4 0,1-4-3 16,-1 24 3-16,3 0-3 0,-1-1-5 0,3 1 4 16,2 2-10-16,0-3 8 0,6-1-14 0,0-1-6 15,5-1 2-15,-14-1-3 0,7 0 1 0,7-3-6 16,4-1 0-16,4 0-2 0,3-5 7 0,4 1-9 0,2-3 9 15,-2-3-9-15,19 1 14 0,1-8-13 0,5 3 7 16,1-7-10-16,2-1 10 0,2 18 6 0,0-11-3 16,3-7 4-16,-1-6-9 0,0-3-2 0,-1-3-1 15,-5-3 1-15,1-2 3 0,-9 0-3 0,-1-2 0 0,-4 0-1 16,-5 10 1-16,-4-19 4 0,-4-1-3 0,-4-2 2 16,-3-1-12-16,14-4 7 0,-5-1-4 0,-7-3 7 15,-6-1-8-15,-6 2 0 0,-3-2 6 0,-4 3-4 16,-5-1 11-16,14-2-9 0,-26 4-4 0,-7-3 0 15,0 7 3-15,2 6 7 0,-4 3 1 0,2 7 1 16,-2 0 3-16,0 4-5 0,5 3 0 0,1 1-3 16,3-14 3-16,2 10-10 0,0 5 6 0,2 6-7 0,2 3-1 15,4 5-4-15,3-8 2 0,4 27 0 0,2 3 8 16,5-2-11-16,1-3 3 0,1 1-5 0,-13-2 10 16,6 0-12-16,6-2 3 0,5 0-7 0,1 1 12 0,5-5-32 15,3 2-11-15,2-3-10 0,-7-1-59 0,22-5-30 16,4 2-4-16,3-5-14 0,-1-5-55 0,7-1-246 15</inkml:trace>
  <inkml:trace contextRef="#ctx0" brushRef="#br0" timeOffset="97922.73">24164 8163 1626 0,'0'0'24'0,"0"0"5"0,0-2 18 0,0 1 18 15,-2-1 0-15,0 0 107 0,0 0-61 0,0 0-2 0,0 0-23 16,1 0-35-16,-1 1 3 0,0-1-4 0,0 0 1 16,0 0-22-16,0 0-13 0,0 0 0 0,1 0-5 15,-1 2-5-15,0 0-6 0,0 0 0 0,0 0-1 16,0 0-3-16,2 0-2 0,0 2-4 0,0 0 0 16,0 0-16-16,0 0-79 0,0 0-11 0,2 0-30 15,0-1-99-15,0 1-215 0</inkml:trace>
  <inkml:trace contextRef="#ctx0" brushRef="#br0" timeOffset="98519.5">24795 7759 954 0,'0'-2'27'0,"-2"0"65"0,0 0-39 0,0-2 70 15,1-1-8-15,-3-5 22 0,0 3-39 0,0 0-5 16,3 3 0-16,-1 0-2 0,2 2-1 0,0 0-20 16,0 1-1-16,-2-3-6 0,0 0-4 0,0 0-19 0,0 3 3 15,0-1-9-15,1 0-2 0,-1 0 6 0,0 0 2 16,0 2 0-16,0 0-10 0,0 0-5 0,-1 2-5 16,-1 0 3-16,0 2-5 0,-7 12-11 0,0 1 5 15,0 2-7-15,-2 3 8 0,3-2-1 0,-1 6-6 16,2 2 4-16,0 0 1 0,1 0-8 0,1 0 7 15,1 0-9-15,3-4 3 0,-1 2-2 0,2 0 0 0,2-2 0 16,0-2 7-16,0 0-9 0,2-1 2 0,2-1-3 16,1-1 5-16,1-1-4 0,1 1 4 0,2-2-5 15,1-3 6-15,-1-1 0 0,-3 0 1 0,12-5-1 16,1 1 2-16,1-3 5 0,1-1-4 0,1-3 3 0,0 2-11 16,4 13 6-16,0-6 1 0,6-4 2 0,3-5-2 15,-3-2-2-15,-1 0-4 0,-5-2 3 16,4-3 1-16,-2-3-4 0,1 1 3 0,1-3-4 0,-8 3 3 15,4-4 0-15,-2 0 0 0,-1 0 0 0,-1-1-3 16,-3 1-1-16,-3 0 1 0,1 0 0 0,-4 2 0 0,0 3 4 16,-2-7-2-16,-3-2 2 0,1 2 2 0,-2-3-6 15,-3-1 5-15,9-2-5 0,-4 1 1 0,-1-1-1 16,-3-5-1-16,-3 0 1 0,-2 0 0 0,-4-6 0 16,-1 4 3-16,-3 0-1 0,-3 0 1 0,0 4 1 15,-4 1-6-15,8 7 4 0,-17-3-1 0,-2 6-1 16,2 3 7-16,-8 3-5 0,4 3 0 0,-2-17-2 15,-1 8-5-15,5 6 3 0,-6 1 2 0,4 4 1 16,1 0-1-16,4 2 0 0,-1 1 1 0,0 3-9 0,2 0 7 16,0-1-10-16,7-1-4 0,4 1-37 0,-1 1-10 15,5-2-12-15,0-1-57 0,-1 1-117 0,3 0-18 16,1-2-56-16,-5 9-288 0</inkml:trace>
  <inkml:trace contextRef="#ctx0" brushRef="#br0" timeOffset="99560.47">25640 7577 168 0,'0'0'39'0,"0"0"-87"15,0 0 50-15,0 0-38 0,0 0 10 0,0 0-4 16</inkml:trace>
  <inkml:trace contextRef="#ctx0" brushRef="#br0" timeOffset="100492.33">25686 7577 105 0,'0'0'62'0,"0"0"-10"0,0 0 81 16,0 0-1-16,0 0 2 0,0 0-25 0,0 0-23 15,0 0 2-15,0 0-10 0,-2 0-8 0,0 0-1 16,1 0-4-16,-1 0 2 0,0 0-15 0,0 0-4 16,0 0-4-16,0 0-1 0,0-2-21 0,2 0-4 15,0 0-3-15,0 0 1 0,-1 0-5 0,1 0-6 16,0 1-1-16,0-1-1 0,0 0 5 0,0 0-6 16,0 0 5-16,0 0-7 0,0 0 1 0,0 1 4 0,0-1 0 15,0 0 1-15,0 0-4 0,0 0 12 0,0 0-5 16,0 0 7-16,0 1-8 0,0-1 6 0,0 0-4 15,0 2 5-15,-2 0-9 0,0-2 2 0,2 2-5 16,-2 0 4-16,2 0-4 0,-2 0 7 0,2 0-5 16,0 0 5-16,0 0-4 0,-2-2-2 0,0 2 9 0,2-2-7 15,0 2 7-15,0 0 3 0,0 0-3 0,0-2 4 16,-1 2-2-16,-1-1 0 0,0-1-2 0,0 2 1 16,0-2 7-16,0 2-7 0,0-2 1 0,2 2-3 15,0-2-3-15,0 2 14 0,0-2-10 0,-1 2 11 16,-1-2-5-16,0 2 3 0,0-1 4 0,0-1-4 15,0 0 4-15,0 0-7 0,1 0-3 0,-1 2-2 16,2-2-12-16,0 0-2 0,0 1 2 0,0-1-1 0,2 0 3 16,-1 0 0-16,3 0 7 0,2 0-4 0,18-7 9 15,-4 2-8-15,8-3 6 0,-2 5-4 0,2-1 11 16,4 1 11-16,-3-1-11 0,3 2 13 0,-1 1-12 0,-1 1-7 16,-2 0 0-16,-4 2-6 0,-2 2-10 0,-5 0 9 15,2 3-2-15,-6 1 5 0,-2-1-2 0,0 3 1 16,-5-5 2-16,-1 16-1 0,-3-2 2 0,0 3 2 15,13 1 1-15,-6-1 0 0,-5 2 5 0,-4 1-7 16,-2-1 2-16,-6-2-3 0,-3 3 1 0,-2-5 4 16,10 1-4-16,-18-1 3 0,-7 1-14 0,2-4 7 15,4-2-6-15,2-2 5 0,3-2-9 0,2 2 1 16,4-3 2-16,2-3-1 0,1 3-2 0,3-5-1 0,-1 1 0 16,4-4-1-16,-2 4 0 0,1 0-5 0,1-1 1 15,0 1-2-15,0-2 2 0,2 0 6 0,0 0-6 16,2-1 6-16,2 1-8 0,18 9 4 0,2-1 4 15,6-1-2-15,-4-2 2 0,5 1 0 0,-1-1 1 0,-2 3-1 16,0-1 4-16,-2 2-6 0,0 2 2 0,-6-2-5 16,1 2 6-16,-6-4 1 0,-2-7 1 0,-2 15-1 15,-4 0 0-15,-3-1-1 0,-2-1 2 0,5-4 0 16,-1 2 13-16,-3-2-6 0,-3 2 3 0,-1-1-3 16,-5-1 11-16,-1-2-8 0,-27 2 3 0,-7-3-3 15,-1 1 3-15,-3 0 2 0,2-3-6 0,-1-3 4 16,1-1-12-16,2 21 3 0,4-12-2 0,2-6 1 0,5-3-4 15,4-2-1-15,0-2-2 0,11 0-2 0,2 1-11 16,6 1-7-16,5 0-4 0,-2-2-5 0,0 0-44 16,3 0-24-16,-1 0-9 0,2 0-6 0,2 0-66 15,1 1-81-15,38-14-57 0</inkml:trace>
  <inkml:trace contextRef="#ctx0" brushRef="#br0" timeOffset="101071.39">26772 7671 1014 0,'0'-2'334'0,"0"1"-439"16,0-3 387-16,0 0-207 0,-1-5 7 0,-1 1 69 0,2 5-9 15,0 1 18-15,-2-2-82 0,-2 0-45 0,2 4-1 16,-9-3-12-16,4 3-1 0,-4 3 5 0,5 1-5 16,-1 26 5-16,1 13-5 0,-16-3-1 0,9-1 3 15,5-3-3-15,5-3 1 0,-1-3-6 0,2 0-2 0,2 1-1 16,0-7-10-16,2-3 6 0,-2-5-6 0,0-5 5 15,2-1-4-15,0-3 6 0,-2-3-1 0,0 0 3 16,0-3-3-16,1 3 15 0,1 0-5 0,0-2 5 16,0 0-11-16,-2-2-6 0,0 0 0 0,0-2-2 15,0-2 0-15,0-7-3 0,2-13 1 0,-2-2-3 16,2-6 3-16,0 3-1 0,1-7 0 0,5-3-2 16,-1 2-8-16,2-4 11 0,-1 8-4 0,-1 1 5 15,3 3-3-15,-3 8 0 0,0 1-3 0,-1 7 3 0,0 3 2 16,-5 7-4-16,12 1 4 0,2-7-4 0,-2 3 5 15,4 2 0-15,2 4 0 0,-3 6 0 0,3 5-1 0,-4-4 3 16,-1 23 0-16,-1-2 2 0,0-2-7 0,-1 0 5 16,-3 2-2-16,2 0 5 0,-5 0-5 0,-1-8 2 15,1-1-2-15,3-8 2 0,-2 0 1 0,-1 0-3 16,-2-2 3-16,-1 1-3 0,-1-5 3 0,-2-3-3 16,0 0 1-16,2 2 1 0,0-1 11 0,0 1-9 15,0-2 0-15,-2 0-4 0,0 0 0 0,0-2-2 16,0-2-1-16,0 0 0 0,2-11 2 0,3-19-4 15,1 3 4-15,3-5-4 0,2 1 5 0,0-1-2 0,2 3-1 16,-2 8-2-16,1 1 0 0,-5 9 5 0,2 2-1 16,-7 4 2-16,9 3-6 0,2-5 7 0,0 1-1 15,4 3 3-15,3 1-6 0,1 4 2 0,1 4-1 16,2 5 2-16,0 4 4 0,-1-11-1 0,-7 24-1 0,-1-2 0 16,-2 2-4-16,2-2 0 0,0 4 3 0,4 0-3 15,-1 0-2-15,-5-1-3 0,6-2 1 0,-8-3-2 16,4-2-7-16,1-1-79 0,1-1-20 0,-2-5-27 15,4 0-131-15,5-2-185 0</inkml:trace>
  <inkml:trace contextRef="#ctx0" brushRef="#br0" timeOffset="101548.1">28183 7469 1756 0,'-1'-2'65'0,"-1"0"2"16,0 0-20-16,-2-1 19 0,-1-1-30 0,-14-7 105 0,2 1-44 15,-3 1-5-15,9 5-19 0,2 3-54 0,-3 1 0 16,1 0-5-16,0 3 3 0,2 3-3 0,-4 5-7 16,5 24 8-16,-5 6-8 0,2 2 0 0,4 3-1 15,-1 1-5-15,3 3 4 0,1-2-3 0,-20-5 5 16,9-2 0-16,8-8 1 0,3 1-6 0,4-5 0 16,0-5-1-16,0 1 1 0,2-7-2 0,-2-5 2 0,0 0-3 15,0-6 3-15,0-1 1 0,0-2 3 0,0-1 7 16,0-1-6-16,0 0-3 0,0 0 3 0,0-2-5 15,0-2 5-15,2-2-8 0,1-25 4 0,3-10-4 16,-2-6 5-16,-1-5-3 0,1 0-4 0,0 0 3 16,0-8-2-16,-3 4 5 0,5-1 0 0,0 1-3 0,1 6 0 15,0 3-7-15,1 8 7 0,1 3 0 0,0 7 1 16,3 4-1-16,-3 9 0 0,-2 2 3 0,1 3-2 16,-3 5 10-16,10 3-6 0,2-11-1 0,0 5-2 15,1 3-3-15,3 4 3 0,1 4 3 0,4 5 1 16,0 4-1-16,-2 4-1 0,4-6-3 0,-2 21 2 15,0 1 3-15,3 2-5 0,-3 4 7 0,0 2-6 0,0-2 4 16,0 2 2-16,2-2-3 0,-4 0 3 0,1 0-2 16,-3-6-1-16,-2 5-3 0,-5-9 2 0,0 1-5 15,-6-4 1-15,-1-6 2 0,-1 3 0 0,-3-3-5 16,-2-3 3-16,9-2-7 0,-4 0 5 0,-3-6-15 0,-2-4-44 16,0 3 1-16,-2-6-19 0,0-1-22 0,0 3-65 15,0-2 7-15,-2 0-27 0,0 0-10 0,0-2-19 16,-2 0-10-16,-5-4-5 0,-11-7-54 0</inkml:trace>
  <inkml:trace contextRef="#ctx0" brushRef="#br0" timeOffset="101762.96">28263 7838 455 0,'-20'-1'121'0,"-34"-7"136"0,6-1-29 0,5 0-49 15,6 1-7-15,2-1-15 0,7 1-36 0,7 3-5 0,3-1 1 16,5 3-3-16,2-1-15 0,3 2-18 0,3 0-4 16,1 0-5-16,0 0-23 0,1 2-23 0,1 0 7 15,0 0-9-15,0 0 14 0,2 0-13 0,0 0 1 16,2 0-3-16,2 0 3 0,33 4 3 0,7 0-1 15,1-2 1-15,1-2-1 0,-5 0-12 0,2 0 2 0,3-2-6 16,4 0 0-16,0 2-9 0,-5-2 0 0,-4 0-3 16,-4 0-5-16,-4 1 2 0,-3-1-2 0,-4 2 0 15,-4 0-17-15,-5 0-71 0,-2 2-24 0,-2-1-28 16,-2 3-200-16</inkml:trace>
  <inkml:trace contextRef="#ctx0" brushRef="#br0" timeOffset="105201.95">12554 10274 847 0,'0'-1'0'0,"-2"-7"26"15,-2-7 226-15,0 4-93 0,2 2 15 0,-1-2-118 16,1 3 12-16,2 5 10 0,-2-3-7 0,2 4 4 0,-2-2-36 16,0 1-39-16,0 1 4 0,1 0-12 0,-1 2 14 15,0 2 5-15,0 15-1 0,2 27 1 0,0 4-7 0,4-7 13 16,1 4-4-16,1-4 8 0,-1-6-5 0,5 2 3 15,-1-2-2-15,0-5 2 0,1-2 3 0,-1-2-14 16,0-2 6-16,-1-2-9 0,-1 1 0 0,-1-5 0 16,-3-1 0-16,1-2 0 0,-2-2 5 0,-2-2 4 15,0 0-1-15,-2-4 2 0,0 1-12 0,-2-1 14 16,1 1-6-16,-1-3 10 0,-9 1 3 0,-6-2 12 16,1-3-3-16,-4 1 4 0,1 13-15 0,1-4 4 0,-3-1-3 15,1-3 3-15,0 0-9 0,-2-1 1 0,0 1-3 16,-1 1 1-16,3-3-8 0,4 1 6 0,-1 0-2 15,4-3 4-15,2 1-4 0,0 0-5 0,4-1-6 16,5-1 2-16,1 0-2 0,-1 0-6 0,2 0 9 16,0 0-8-16,0 0 4 0,2-1 5 0,2 1-1 15,2 0 2-15,11 0 1 0,18-2-6 0,6-4 3 0,7-5-4 16,3-2 0-16,3-4 2 0,5-4-5 0,3 3 4 16,-1-1 8-16,-1 0-12 0,-10 4 8 0,-2 2-10 15,-3 2 2-15,-8 1-7 0,3 1-1 0,-14 1-1 16,-2 3-7-16,-2-1-8 0,-5 2-10 0,-2 0-4 15,-4 0-76-15,-5 2-29 0,0 0-17 0,0-1-4 16,-1-1-85-16,-1 0-45 0,0 0-45 0</inkml:trace>
  <inkml:trace contextRef="#ctx0" brushRef="#br0" timeOffset="105390.92">12153 10442 1176 0,'-2'-2'105'0,"-2"0"-1"0,-24-15 1 16,8 2-10-16,7 6-27 0,9 5 7 0,2 1 3 15,-3-5 0-15,3 4-3 0,2-1-10 0,0-1-5 16,3-1-2-16,14-8-3 0,24 2-24 0,2 6 2 16,1-6-4-16,8 3 3 0,-2 1-5 0,2-6-8 15,4 10-3-15,5-5-3 0,1 5-14 0,1-23 1 16,-2 15-2-16,-13 5 0 0,-1 5-23 0,-1 1-84 0,-7 2-28 16,6 0-33-16,-6 2-204 0</inkml:trace>
  <inkml:trace contextRef="#ctx0" brushRef="#br0" timeOffset="105947.57">13573 10655 665 0,'0'0'83'0,"0"-2"156"0,0 0-180 0,0 0 20 0,0 1 2 0,-2-1 9 15,0 0 18-15,0 0-12 0,-1 0 7 0,-1 0-9 16,-15-5-2-16,-3 1-35 0,0 4-2 0,-6 2-9 15,4 2-5-15,0 2 11 0,0 3-6 0,5 1 5 16,2 1-15-16,4 0-4 0,0-1-1 0,2 14 0 16,2 2-7-16,0 0-7 0,3 1 1 0,4-1-4 15,-15 2-2-15,6 0-2 0,6 3 0 0,5-3-1 0,2 0-6 16,3 0 1-16,3-5 0 0,3-1 0 16,0-5 0-16,0-2-8 0,22 2-2 0,1-6-2 0,3-1 0 15,2-5-16-15,-6 16 4 0,6-10-9 0,-3-7-6 16,4-4-79-16,-2-5-14 0,1-4-27 0,-4-2-105 0,-2-2-202 15</inkml:trace>
  <inkml:trace contextRef="#ctx0" brushRef="#br0" timeOffset="106680.28">13864 10675 831 0,'0'0'69'0,"0"-1"3"0,0-1-13 16,0 0-12-16,0 0-16 0,0 0 15 0,0-2 42 0,0 1-7 15,2-1 17-15,0-2-7 0,2-3-25 0,0 2 11 16,1-1-19-16,-1 1-9 0,14 5-7 0,5-13-3 15,-1 4-1-15,2 5-6 0,-2 5-3 0,3 2 1 0,-7 5-1 16,1 3 5-16,-8-1 9 0,-6 5-2 0,-1 11 3 16,15 4-9-16,-8 0-9 0,-6 1-3 0,-5 3-1 15,-3-1-5-15,-7-3 15 0,-4 2-1 0,-5 0 4 16,13-6-10-16,-18 2-6 0,0-2 1 0,4-9-1 16,1 3 3-16,4-3-10 0,2-4 2 0,6 1-5 15,1-7-7-15,4-3 0 0,1 0 2 0,-3 2-1 16,0-1 5-16,2 1-5 0,0-2-2 0,2 0 1 15,0 0 0-15,2-1-3 0,2 1 0 0,28 2-2 0,5-4 5 16,0-4 1-16,6-1 1 0,-6-3-1 0,5-3-3 16,5 2 6-16,-8 0-6 0,0 1 4 0,-6 3-10 15,1-3 4-15,-5 4 1 0,-1 1-1 0,-7 1-11 0,-7 0 0 16,1 2-5-16,-5 0 2 0,1 0-11 0,-2 0-58 16,-2 0 3-16,1-2-27 0,-1 0-43 0,-1 0-37 15,3-3-13-15,0-1-14 0,4-3-129 0</inkml:trace>
  <inkml:trace contextRef="#ctx0" brushRef="#br0" timeOffset="106928.75">14776 10319 1903 0,'0'0'16'0,"0"0"4"0,-2 0-14 0,0 0-5 0,1 0-1 15,1 0 35-15,0 0 28 0,0 0-4 0,0 0 8 16,1 2-20-16,3-2-12 0,7 2 7 0,25 0-10 16,1-2 3-16,2-4-7 0,7-4-6 0,-1 1 1 15,-6-2-18-15,0 1-4 0,-10 3 2 0,-5-1-3 16,2 1 0-16,0 1-5 0,-9 0-2 0,-4 2-1 0,-2 0-9 16,0 1-30-16,1-1-24 0,-1 2-5 0,-4 0-96 15,-5 0-8-15,0 0-9 0,2 0-3 0,-3 0-70 16,1 2-72-16</inkml:trace>
  <inkml:trace contextRef="#ctx0" brushRef="#br0" timeOffset="107109.39">14765 10536 1283 0,'0'0'39'0,"0"0"1"0,-2 0 9 16,0 0 2-16,0 2-5 0,1 0 47 0,1 0 3 16,0 0-7-16,0-1 0 0,1 1-29 0,1 0-3 15,2 0 3-15,13 7-4 0,11 2 5 0,3-3-4 16,4-4-4-16,6-3-1 0,2-1-14 0,-2 0-5 0,-6 0-6 15,-9 0-1-15,4 0-18 0,-4 0-4 0,0 0 4 16,-2 0-5-16,-7 0 4 0,-3 0-6 0,-4 0-1 16,-3 0-2-16,-3 0-17 0,5 2-49 0,2 2-33 15,-1 0-16-15,3 1-207 0,-2 1-361 0</inkml:trace>
  <inkml:trace contextRef="#ctx0" brushRef="#br0" timeOffset="109549.37">16178 10065 256 0,'0'0'0'0,"0"0"79"0,0-2 2 16,0 0-1-16,0 0 3 0,0 0-79 0,0 0-1 0,0 0-1 15,0-1-4-15,0-1 2 0,4-9 3 0,1 0-4 16,1 2-6-16,1 0-4 0,-1 1-38 0,1 1 4 15,-3 0 4-15,7 1 2 0,0 1 29 0,-3 1 6 16,-3 1 5-16,-1 1-1 0,-2 2 10 0,0-1 25 16,-2 1 1-16,0 0 9 0,0 0 15 0,0 0 13 15,0 0 2-15,0 0 7 0,0-1 35 0,0 1-4 0,0-2 6 16,0 2-10-16,-2-1-28 0,2 1-20 0,-2-2-8 16,-9 2 0-16,1-1 2 0,5 1-12 0,1 0 8 15,2 0-11-15,-1-2 2 0,-1 1-33 0,0-1 6 16,2 0-14-16,0 0 2 0,1 1 7 0,1-1-4 15,1 0 8-15,3 1 9 0,9-5-6 0,17-7 3 0,5 4-3 16,0 2 10-16,3 3 3 0,1 3 0 0,-2 3 0 16,-2 0-10-16,-5 1-12 0,-1 3 2 0,-6 0-3 15,-5 1 19-15,-3 1-5 0,-7-2 5 0,-5-2-7 16,1 3-3-16,5 10 1 0,-3 0-2 0,-4 2 3 16,-2-1 1-16,-6 3 1 0,-5-1 0 0,-4 3 0 15,-20-1-3-15,-4-1-2 0,2 1-1 0,5-1-2 16,1-4-8-16,5 1 1 0,0-6 0 0,5-1 1 0,3 0-3 15,3-3-4-15,4 3 3 0,1 0-2 0,5-1 2 16,1-5-9-16,2 1 5 0,-2 0-6 0,1 0 6 16,1-1 3-16,0 1-6 0,0 0 5 0,2-1-5 0,0-1 2 15,0 0 3-15,4 4 0 0,16-4 5 0,10 5-8 16,5-3 1-16,2-2-3 0,-1-1 5 0,-3 3 0 16,2 5 6-16,-9 3-5 0,0 1-6 0,-3 3 6 15,-12-3-6-15,2 0 8 0,0 2 2 0,-8-2 3 16,7 9 0-16,-11 1 1 0,12-5 4 0,-3 3 2 15,-7-6-1-15,1 3 0 0,-4 1-1 0,-2-3 13 16,-1-1-2-16,-3-4 5 0,0 1-5 0,-21-3 0 16,-5 2 4-16,-1-2-3 0,3-1 3 0,0-3-4 0,-1-3-2 15,-1 2 0-15,6 12-8 0,2-4-9 0,5-7-5 16,3-1 1-16,1-2-2 0,4-2-1 0,-1 0-4 16,7 0 0-16,-1 0-23 0,3 0-4 0,-1 0-24 15,0 0 4-15,0 0-87 0,3 0-5 0,-1 0-15 0,2 0 1 16,2 0-76-16,1 0-91 0,14-2-57 0</inkml:trace>
  <inkml:trace contextRef="#ctx0" brushRef="#br0" timeOffset="110169.74">17160 10029 1061 0,'0'-2'46'0,"-2"1"95"0,0-1-116 15,1 0 70-15,-1 0-11 0,0 0 27 0,0 0-52 0,0 2-34 16,0 0-6-16,-1 2-4 0,-1 0 3 0,-4 9 21 16,-8 23-5-16,3 3 9 0,3-2-13 0,3 2 9 15,0 0 1-15,1-3 1 0,2-1-3 0,1 2 1 16,1 1-5-16,0-5 3 0,0 1-7 0,0-6-6 16,2-6 2-16,0 1-4 0,0-6-9 0,0-2-1 15,0-2-7-15,0-2 4 0,0-2-5 0,0-3 7 16,0 0-2-16,2-1 3 0,0 1 3 0,0 0 3 15,0-2 5-15,-1 0-4 0,1-1-7 0,0-1-4 0,-2 0-6 16,0-1 3-16,0-3-5 0,2-15 0 0,0-7 6 16,0-1-5-16,0 1 1 0,-1-4-3 0,1 4 0 15,0 0 0-15,2-6 7 0,0 6-6 0,1-2-2 16,1 4-1-16,1 4 3 0,1 3-2 0,3 0 3 0,-6 3-4 16,18 1-1-16,1 3 6 0,0 1-2 0,0 7 3 15,6-16-10-15,-2 6 7 0,-1 7-3 0,-6 5 4 16,-3 2-4-16,-6 0 4 0,4 5 0 0,1 2 2 15,-8-1 0-15,4 3 6 0,-11 7-1 0,0 5 3 16,3-3-6-16,10 1 2 0,-4 1 2 0,-3-5 0 16,-4-1 0-16,-4-3 1 0,0 4-3 0,0-6 4 15,0 4-4-15,0-6-3 0,0-3-1 0,0-1 0 0,0-3-1 16,-2 2 10-16,0 0-3 0,2-1 4 0,0-1-9 0,0 0-5 16,0-2 4-16,0 0-4 0,0-2 1 0,0-1 3 15,5-31-6-15,5-1 6 0,1-2-6 0,2-2 2 16,-2 2-1-16,2 5 1 0,0 2 1 0,0 6-1 15,0 4 1-15,-11 3 0 0,16 4 2 0,1 4-2 16,1 3 3-16,1 4-3 0,3-14 4 0,-2 6-2 16,2 7-1-16,-1 3 1 0,-1 3 2 0,-5 3 4 15,1 3-1-15,-3 2 1 0,0 6-4 0,-4 9-3 16,-3 4-1-16,-1-2 0 0,-3-2 0 0,-1 1-6 16,1-2-3-16,-2 1-2 0,0-2-13 0,13-2-33 15,-6-3-22-15,-2 1-9 0,-1-3-106 0,0-2-53 0,1 1 7 16,-5-12-27-16,0 5-44 0</inkml:trace>
  <inkml:trace contextRef="#ctx0" brushRef="#br0" timeOffset="110705.92">18443 9922 1316 0,'0'-2'115'16,"0"0"2"-16,-2 0-38 0,0 0 1 0,1-2-41 15,-1 1 90-15,0-1-8 0,0 0 3 0,0 1-18 16,0 1-79-16,0 0-21 0,1 0-1 0,-1 0-3 15,0 2 10-15,0 0-1 0,0 2 2 0,0 4-3 0,-3 25 2 16,1 3 8-16,4 3-3 0,0-2 4 0,0 6-12 16,0-4 2-16,0 2 1 0,0 0 1 0,0-4 1 0,0-3 2 15,0-4-7-15,0-4 5 0,0-4-6 0,0-1-4 16,0-2 3-16,0-4-3 0,0-4 5 0,0-4-6 16,0-3 4-16,0 2-4 0,0 0 13 0,0-1 8 15,0-1-7-15,0 0 5 0,-2-2-23 0,0 0-1 16,0-2 0-16,2-1 1 0,-3-22 2 0,-1-10-6 15,2 0 2-15,0-4-4 0,2-4-4 0,0 2 7 16,0-5-7-16,2 1 8 0,2 3-1 0,0 3 4 16,1 1 2-16,1 7 0 0,1-1-8 0,2 5 3 15,1 2 3-15,-1 3 0 0,2 2 3 0,0 3-3 0,0 0-3 16,-3 8 2-16,9 2 6 0,-3 3-6 0,3-7 3 16,0 1-3-16,1 5 7 0,5 1-5 0,-1 4 5 15,0 6-5-15,0 3 5 0,-1 2 0 0,1 2-1 16,0-9 2-16,-3 20 5 0,-4 0-7 0,0 2 3 0,-2-2-5 15,3 4 3-15,-4 0 2 0,-3 2-4 0,6-1 3 16,-4 1-2-16,2 0-4 0,0-1 5 0,-9 3-4 16,3-4 8-16,-5 3-5 0,2-1-2 0,14-2-1 15,-7-2-1-15,-3-7-3 0,-1 3 6 0,-1-2-6 16,-3 1 5-16,1-1-3 0,-2-5-3 0,0-4-2 16,0-2-6-16,-2-3-10 0,0-2 1 0,0-1-6 15,0-1-14-15,0 2-35 0,0 0-5 0,0-1-12 0,0 1-46 16,0-2-44-16,0 0 2 0,0 0-17 0,0 0-3 15,0-2-82-15,-2 0-19 0</inkml:trace>
  <inkml:trace contextRef="#ctx0" brushRef="#br0" timeOffset="110926.36">18633 10256 728 0,'-2'-2'80'0,"0"0"-6"0,-2 0 56 16,-5-5 1-16,-12-8-9 0,3 4 1 0,1 2-3 16,2 1-8-16,4 4 1 0,2 1-34 0,3 1-2 15,1 0-10-15,3 2 5 0,-2-2-20 0,0 2-20 16,1 0 8-16,1 0-11 0,0 0 18 0,0 0-11 15,2 0-1-15,0 0-6 0,2 0-8 0,2 0 6 0,7 2 2 16,15 0 0-16,2 0 9 0,1 0-14 0,3-2 4 16,1 0-7-16,1 0 4 0,-1-2-15 0,-1 0 5 15,1 0-9-15,-5 2-2 0,-6 0-3 0,1 0-1 16,-12 0 1-16,0 0 3 0,-2 0-10 0,-3 0-5 16,5 2-3-16,-9-2-34 0,5 0-192 0,-3 0-13 0,0 0-85 15,12 5-266-15</inkml:trace>
  <inkml:trace contextRef="#ctx0" brushRef="#br0" timeOffset="111875.25">21503 9868 443 0,'-2'-2'166'16,"0"0"6"-16,0 0-46 0,1-1-23 0,-1-3-55 16,-6-9-10-16,1 0 53 0,-4-7-3 0,1 3 21 15,3-1 11-15,0-4-29 0,1 5-5 0,0-1-9 16,3 3-20-16,1 4-1 0,-2-4 2 0,4 12-4 15,0 1-5-15,0 0-6 0,0 3 1 0,0-3-5 16,0 0-9-16,0 0-9 0,0 3-3 0,0-1 0 0,0 2-4 16,0 0-9-16,0 2 8 0,0 11-8 0,2 16 10 15,-2 7-8-15,0 1-5 0,0-2 2 0,-4 4 2 16,1-2-7-16,-1 2 6 0,-2 0-6 0,-1 2 1 16,-1-2 3-16,3 2-3 0,-1-6 4 0,1-3-2 0,-1-1-2 15,-3-3 3-15,0 0-3 0,1-2-1 0,1-2 4 16,-1-5-2-16,3-6 4 0,-3 1-8 0,5-6 6 15,-1-3-3-15,2-1 5 0,-7 4 5 0,3-5-1 16,-1 1 3-16,1-2-3 0,-3 2 4 0,1-3 10 16,3-1 1-16,-1 0 3 0,4 0-3 0,-7 0-5 15,5 0-3-15,1-1 0 0,-1-1-4 0,0-2 5 16,1 0-2-16,1 1 1 0,0-1-14 0,0-2 1 0,2-1-1 16,0-1 2-16,2-3-3 0,5 0 0 0,6 2 1 15,23 1-1-15,3 1 5 0,1 3-6 0,-1-1 1 16,-5-3-3-16,1-12 0 0,-3 7 0 0,-3 5 0 15,-1 3 0-15,2 3 2 0,-4 2 1 0,0 0 0 16,-2 0 0-16,-2 0-6 0,1 0-16 0,-7 0 5 0,3 0-7 16,-2 0 1-16,-4 0-45 0,0 0 0 0,-4 0-17 15,-2 0-19-15,-3 0-25 0,0-2-9 0,0 0-6 16,-3-1-32-16,3-9-73 0,-4-1-10 0</inkml:trace>
  <inkml:trace contextRef="#ctx0" brushRef="#br0" timeOffset="112079.28">20978 9742 802 0,'-2'-2'193'0,"0"0"4"16,0-4-42-16,-7-14-30 0,3 5-60 0,2 4-45 0,1-2 34 15,3 4 8-15,0-1 9 0,2-5 30 0,-1 10-37 16,5-4 0-16,13-1-12 0,12 1-7 0,8 2-3 16,2-3 3-16,-2 5-4 0,4-5-13 0,-3 5-17 15,1-1-4-15,-2 3-1 0,2-20-2 0,-4 12-5 16,-1 6 1-16,-5 3-5 0,-3 2-8 0,0 3-52 15,0 5-11-15,1 1-17 0,-1 4-70 0,-2 4-55 16,0-10-14-16,0 27-18 0,-2-1-91 0</inkml:trace>
  <inkml:trace contextRef="#ctx0" brushRef="#br0" timeOffset="112517.38">21937 10066 879 0,'-1'0'52'0,"-1"-1"103"16,0-1-129-16,0 0 18 0,0 0 11 0,0-2 2 16,0 1 32-16,1-1-35 0,1 2 1 0,-2-5-12 15,2-1 2-15,0 1 1 0,0-1-2 0,0 5 2 16,0 1-12-16,0 0-3 0,3-2 10 0,1 0-4 0,0 3 29 16,0-1-23-16,-1 0 0 0,-1 2-9 0,2 0-11 15,0 2-2-15,-1 3-3 0,14 29 2 0,-8 3-4 16,-7-2 5-16,-2 4 0 0,-2-5 2 0,-3 3 6 15,-1 0-5-15,-1-6 5 0,-1-1-7 0,1-2-7 0,1-4 0 16,3-3-5-16,3-1 4 0,0-3-1 0,0-4-8 16,1 2 2-16,1-4-3 0,0-2 6 0,0-3 3 15,0-3 3-15,3 1-2 0,14 0-1 0,1-2 0 16,1 12-3-16,1-2 2 0,-3-7-8 0,1-3 12 16,2 0-7-16,-1-2 7 0,3 0-14 0,-5-2 1 15,-3 0 1-15,-3 0 0 0,0-1 1 0,-2-1-1 16,-1 0-2-16,-1 2 0 0,-2 0-3 0,-1 1 3 15,1-1-2-15,-1 0 1 0,-2 2-4 0,1-2 2 0,-1 0 2 16,0 0-1-16,-1 0-8 0,1 1-1 0,0-1-6 16,1 0 3-16,-1 0-10 0,-2 2-6 0,2-2-2 15,-2 2-1-15,1-2-4 0,-1 2-66 0,2-2 10 16,-2-5-31-16,0 1-8 0,-1 3-5 0,1-5-4 0,2 3-3 16,2-3-25-16,-3 5-70 0,-1-1-30 0</inkml:trace>
  <inkml:trace contextRef="#ctx0" brushRef="#br0" timeOffset="112812.19">22017 10224 601 0,'-2'-2'140'0,"1"1"245"0,-11-3-311 0,-1 0-16 16,-1 0 6-16,4 3 2 0,1-1 58 0,3 2-20 15,5 0-6-15,-1 0-6 0,0 0-30 0,-2 0-28 16,0 0 5-16,3 0-13 0,-1 0-1 0,2 0 3 16,0 0-7-16,0 0 6 0,2 0-4 0,1 0 2 15,20-2 6-15,-1 0-4 0,0 0-5 0,10-3 2 16,-3 1-8-16,7-2 5 0,-5 3-19 0,-5-1 2 16,2 0 2-16,-6 2-2 0,1 2-4 0,-5 0-2 0,-1 0-1 15,-4 0 0-15,2 0-7 0,-6 0-6 0,0 0-9 16,1 0-4-16,-3 0-84 0,-1 0-42 0,-3 0-17 15,-1 0-3-15,0 0-52 0,2 0-124 0</inkml:trace>
  <inkml:trace contextRef="#ctx0" brushRef="#br0" timeOffset="113034.81">21872 10016 704 0,'-1'0'329'0,"-1"-2"-364"0,0 1 358 0,0-1-178 15,-2 0-119-15,2 0 1 0,1 0 14 0,-1 0-2 0,0-1 57 16,0-1-28-16,2 0-1 0,0 0-8 0,2 1-6 16,-2 1 11-16,15-7-8 0,13 1 6 0,-1-1-18 15,-1 0-9-15,6 1-3 0,1 1-4 0,-1 1-24 0,-2 2-3 16,-4 3-1-16,-4-1-1 0,2 0-2 0,-2-13-13 16,-1 6 0-16,-4 3-13 0,-1 1-83 0,-1 3-58 15,0 0-25-15,0 2-4 0,0 0-70 0</inkml:trace>
  <inkml:trace contextRef="#ctx0" brushRef="#br0" timeOffset="114940.05">23000 9912 586 0,'0'0'95'0,"-2"0"-79"15,0 0 100-15,0 0-38 0,0-2-4 0,-2 1 40 16,1-1-5-16,-1 2 11 0,0-2-41 0,1 0-26 0,-1 2-3 16,2 0-7-16,0 0-21 0,0 0-8 0,0 0 0 15,1-2-2-15,-1 2 5 0,0 0 28 0,2-2 0 16,0 2 10-16,2-1-1 0,0-1-17 0,7 0 0 15,19-7-4-15,1 1 13 0,5 1-16 0,1-3 9 0,4 1-12 16,0 2-1-16,0-1-6 0,-2 1-5 0,-2 1 1 16,-1 1-16-16,-4 1 2 0,-8 2-2 0,4 0 3 15,-6 0-3-15,-9 2 1 0,2 0-1 0,-9 0-1 16,0 0-9-16,0 0-18 0,-1 0-2 0,-1 0-8 16,0 2-24-16,0 0-18 0,-2 0-2 0,-2 0-7 15,0 0-42-15,-5 3-42 0,-17 10-6 0,-1-2-12 16,1 0-40-16</inkml:trace>
  <inkml:trace contextRef="#ctx0" brushRef="#br0" timeOffset="115095.11">22970 10024 917 0,'-2'0'100'0,"0"0"207"0,0 0-281 0,0 0-12 16,1 0 19-16,-1 2-7 0,2-1 90 0,0 1-24 16,2 0 0-16,-1 0-12 0,3 0-24 0,7 3 3 15,13 7-4-15,4-3 2 0,2-4-3 0,1-1-5 16,3-4 1-16,3 0-4 0,0-2-9 0,-2 0-17 15,1-1 0-15,-5-1-6 0,5 0-6 0,-7 1-7 16,-3 1 1-16,-3 0-3 0,-7 0-8 0,1 2-23 16,2-2-46-16,-5 0-1 0,3 0-243 0</inkml:trace>
  <inkml:trace contextRef="#ctx0" brushRef="#br0" timeOffset="116246.3">24591 9502 175 0,'0'0'46'0,"0"0"-26"16,0 0 59-16,0 0-18 0,0 0 16 0,0-2-7 15,0 0-3-15,0 0-1 0,-2 1 0 0,0-1-3 16,2-2-3-16,0 0-1 0,0 1-17 0,0-1 5 16,-2-4-4-16,2 1 4 0,-2-2-14 0,0-2-9 15,2 5 12-15,0-1-9 0,0 1 11 0,0 0 0 0,0 1-6 16,0-1 7-16,0 4-1 0,0-5-4 0,0 1 0 16,-1-5-1-16,-1 2 4 0,2 3 13 0,-2-1-2 15,2 1 4-15,0 3-11 0,-2-5 5 0,0 3-2 16,0-1 4-16,2 2-1 0,-2-1-8 0,2 1 4 15,0 2-4-15,0-1-1 0,0 1-7 0,-1-2 0 0,-1 0-1 16,0 1-1-16,0 1-14 0,0 0-8 0,0 0 0 16,0 0-4-16,2 0-4 0,0 2 6 0,0 2-6 15,0 0 8-15,0 13-1 0,2 26 0 0,0 0 0 16,0-2-4-16,0 3 6 0,0-3 0 0,0 0 3 16,-1 6-1-16,1-6-2 0,0-2 2 0,0-2-1 15,0-3 10-15,0-2-9 0,0-1-1 0,-1-1-2 16,1-2-3-16,0-2-5 0,0 0 3 0,0-1-3 0,0-3 3 15,0-1-9-15,-1-3 2 0,1-5-7 0,0-1-10 16,0-3-15-16,0 1-31 0,0-3 6 0,0-1-84 0,-1-4-14 16,16 11-8-16,2-5-9 0,1-5-78 0</inkml:trace>
  <inkml:trace contextRef="#ctx0" brushRef="#br0" timeOffset="116564.56">25122 9452 1012 0,'0'-2'67'0,"-2"0"91"0,0 0-58 0,0 0-32 16,0 2-1-16,-1 0-10 0,-3 0-12 0,-13 6 11 0,3 1-4 16,-7 8 6-16,3-5-6 0,1 21-13 0,1 3 2 15,7 3-8-15,-2-2-6 0,4 0 2 0,1-1 1 16,3-5-1-16,-14-1 0 0,8 0-9 0,7-2 0 16,4-2-3-16,6-1-1 0,3-3 3 0,4-1-2 15,0-3 3-15,15-1 3 0,3-4-1 0,-5-3 3 0,8-3-4 16,1 16-2-16,0-10-1 0,4-8-1 0,0-3 1 15,0-5-4-15,-5-6 5 0,1-4-2 0,-3 0 2 16,-3-2-3-16,-3 15-2 0,-5-22 2 0,-6 2-1 16,-2-2 5-16,-4-2 6 0,-4-4-2 0,-3-3 2 15,21-4-7-15,-14-2-6 0,-5 2-1 0,-6-1-2 16,-6 5-6-16,-3 0 3 0,-6-1 1 0,16 6 1 0,-29 2-5 16,0 4 1-16,-1 5-5 0,1 8 0 0,-4 0-10 15,5-10-2-15,1 10-1 0,6 5-1 0,1 4-16 16,-1 2-64-16,5 4-9 0,2 1-24 0,8-5-74 15,-10 26-71-15,12 3-14 0,5 5-23 0,9-1-85 0</inkml:trace>
  <inkml:trace contextRef="#ctx0" brushRef="#br0" timeOffset="116826.9">26020 9266 1463 0,'0'-2'91'0,"-1"0"-2"0,-1-5-34 0,-6-13 15 15,-3-3-41-15,4 5 109 0,-1 1-12 0,1 2 11 16,1 4-20-16,1 0-38 0,1 4-27 0,0 1-7 16,2 2-5-16,1 1-27 0,-1-1-16 0,0 2 3 15,0 0-7-15,0 0 10 0,2 2 8 0,0 2 2 0,0 2 2 16,6 14 2-16,3 18-7 0,0 5 0 0,1 3-2 16,-1-1-2-16,0 3 2 0,0 1-3 0,-1-3 3 15,-1 4-3-15,-3-7-5 0,0-2 2 0,-1-2-3 16,-1-5 1-16,2-2-9 0,0-2 0 0,-1-6-10 15,1-4-63-15,0-1-65 0,0-2-25 0,-1-4-8 16,3-2-73-16,-1-1-108 0,7-3-122 0</inkml:trace>
  <inkml:trace contextRef="#ctx0" brushRef="#br0" timeOffset="117067.97">26628 9216 2034 0,'-2'0'38'0,"0"0"95"0,0 0-151 0,0 0 29 16,0 0-2-16,0 0 16 0,2 2 20 0,0 0-12 16,0 0 7-16,2 3-10 0,8 18 4 0,4 1-12 15,-8-2-1-15,24 0-3 0,5 0-10 0,0-3 9 16,1 5-7-16,1-3 7 0,-4-3-12 0,1-3-1 16,-5-2-2-16,-1 0 0 0,-2-4-5 0,-4 6-11 0,-1-7 3 15,-5 1-8-15,-1 4-24 0,-2-8-77 0,-2 5-8 16,-1-3-27-16,-3-1-62 0,1-1-105 0,-3-1-51 15</inkml:trace>
  <inkml:trace contextRef="#ctx0" brushRef="#br0" timeOffset="117271.15">26984 9136 1857 0,'0'0'18'15,"-2"0"4"-15,0 0-19 0,0 0 5 0,1 0-9 16,-14 8 48-16,-2 3 20 0,-2-4-4 0,5 21 7 0,-5 6-20 15,-1 1-26-15,-1 4 1 0,-5 7-11 0,-3-5-6 16,6 9-4-16,-5-5 1 0,4-3-2 0,9 3-1 16,-5-8-6-16,7 4-2 0,4-8-5 0,-1-1-25 0,7-4-101 15,-12-4-2-15,6 0-38 0,7-3-55 0,4-3-51 16,3 1-38-16</inkml:trace>
  <inkml:trace contextRef="#ctx0" brushRef="#br0" timeOffset="117644.31">27578 9261 1150 0,'0'-2'166'0,"-2"0"-178"0,0-2 183 15,1 1-83-15,-5-5-1 0,2-1 35 0,-9 5-11 16,0 2 7-16,0-7-85 0,0 2-14 0,0 1-5 16,2 4-1-16,0 2-11 0,2 4 3 0,-2 3-1 15,5 14 2-15,1 12-3 0,1 0 8 0,2 6-5 0,-18-5 6 16,8-1-11-16,9-3 8 0,5-2-3 0,1-6 4 15,5 2-5-15,3-1 10 0,2-5-1 0,0-1 5 16,15-6 1-16,-4-5 0 0,2-5-2 0,5 18 1 16,3-8 0-16,1-7-4 0,0-4 1 0,1-6-2 15,-3-5-5-15,-3-2 1 0,-2-5-2 0,-6 10 1 16,-5-20-2-16,-6 0 2 0,-4-1-3 0,-1-1 4 16,16-7-1-16,-11 2 14 0,-5-3-4 0,-6-1 7 0,-6 6 4 15,-3 2 6-15,-6 1 1 0,0 6 0 0,10 3-2 16,-20 8-21-16,-1 2 2 0,0 6-9 0,0 3-7 15,4 0 1-15,-2-13-3 0,2 8 2 0,-6 5-8 0,6 5 8 16,1 5-2-16,-3 7 3 0,9-4-2 0,4 22-16 16,4-3 5-16,5 0-13 0,-17 1-42 0,10-1-81 15,5-4-12-15,6-4-21 0,2-3-45 0,3-4-21 16,6 3-25-16</inkml:trace>
  <inkml:trace contextRef="#ctx0" brushRef="#br0" timeOffset="117818.5">28252 9301 1502 0,'0'0'161'0,"0"0"13"0,0 0-78 0,0 0-28 15,0 0-52-15,0 0 59 0,0 0 40 0,0 0-7 16,0 0 7-16,-2 0-77 0,0 0-23 0,2 0-5 0,-1 0-4 16,1 0-6-16,0 0-9 0,0 0-11 0,0 2-5 15,0 0-89-15,0 0-95 0,1 0-11 0,1 0-29 16,0 0-61-16</inkml:trace>
  <inkml:trace contextRef="#ctx0" brushRef="#br0" timeOffset="118157.18">28702 9023 1217 0,'0'-2'53'0,"0"0"108"0,-2 0-139 0,0 1 74 16,0-1-25-16,-2 0 36 0,1 0-62 0,-5-2-20 15,-5 1 3-15,-2 1-7 0,4 2 12 0,-2 3-1 16,0 3 1-16,2 0-1 0,-2 25 8 0,4 4 3 16,1 3-4-16,1 1 1 0,1 1-16 0,3 3-9 15,1-6 2-15,-21 2-5 0,12-5-3 0,8-7 7 16,3 5-2-16,1-10 4 0,7 6-3 0,-1-9 2 16,3-3 1-16,-7 1 2 0,21-6 10 0,4-1 2 0,4-3-2 15,-1 12 0-15,5-8-7 0,5-6-4 0,1-5 1 16,-5-3-3-16,2-7-7 0,-11-1 1 0,-2-4-4 15,4-1 3-15,-10 10-1 0,-3-16 4 0,-4-4-1 16,-4 0 0-16,-3-4-6 0,12 0 6 0,-5-3-2 16,-11-4 2-16,-2 3-6 0,-5 3 7 0,-6-1-2 0,-1 4 3 15,-2 4-10-15,6 6-2 0,-23-1-2 0,-5 6 0 16,3 4 1-16,-10 3-7 0,4 4-2 0,4-18-4 16,2 9-16-16,7 7-67 0,3 4-12 0,5 0-26 15,5 2-101-15,5 0-142 0,5 0-11 0</inkml:trace>
  <inkml:trace contextRef="#ctx0" brushRef="#br0" timeOffset="118645.15">29155 8936 829 0,'0'-2'291'0,"0"0"-364"15,-2 0 331-15,0-2-176 0,2 3-51 0,-2-7 47 16,0-1-4-16,2 0 18 0,0-3-13 0,0 5-19 16,4-6-3-16,3 0-5 0,4 0-11 0,17 2 4 15,8 5 4-15,-3-1 0 0,4 1 6 0,0 4-17 0,0-3 1 16,1-17-6-16,-3 9-8 0,-2 3-8 0,1 7-4 16,-3 4 1-16,-3 5-12 0,-8 1 8 0,-3 3-5 15,-13-8 5-15,1 12 1 0,-3 9-3 0,11-3 4 16,-3 2-4-16,-9 1 7 0,-2-1-2 0,-7 0-5 0,-7 1 0 15,0-3-8-15,-18-1 4 0,5-1 3 0,0-3-1 16,6 2-2-16,0-4-4 0,7-2 0 0,2 0-2 16,4-4 2-16,5-1-1 0,2 1-6 0,0-3 3 15,-1 2-14-15,1-1 8 0,2 1 0 0,0-2 4 16,2-1 0-16,-2-1 5 0,29 17-3 0,6-4 4 16,-3-8 4-16,3-1-8 0,-1-1 4 0,-8 1-5 15,0 1 12-15,-8-1-7 0,1 3 4 0,-1 2-5 0,1 2 6 16,1-11-4-16,-3 18 4 0,0-1-3 0,-10-2 13 15,1-1-2-15,-5-1-2 0,9 0 0 0,-1 4-3 16,-8-6 6-16,-1 1-1 0,-2-1 2 0,-3-3-3 0,1 1-8 16,-34 2 2-16,10-2-5 0,-16 0-1 0,-3-2-1 15,-3-1 1-15,-10-4 0 0,14 1-11 0,1 1-46 16,2-3-31-16,8 1-12 0,3 15-173 0,10-10-214 16</inkml:trace>
  <inkml:trace contextRef="#ctx0" brushRef="#br0" timeOffset="129816.32">30300 8978 256 0,'0'0'593'16,"-2"0"-294"-16,0 0 162 0,1 0 10 0,-1 0-424 0,0 0 9 15,0 0-21-15,0-1 3 0,0 1-15 0,0-2-26 0,2 2 9 16,0 0-8-16,2 0 9 0,0 0-4 0,9-2 1 16,12-2 0-16,-5 2 0 0,8 2-4 0,2 0-3 15,-2 0 1-15,-2 0-3 0,0 0-8 0,0 0-16 16,-1 2-28-16,1 0 0 0,-7 0-126 0,-6 0-76 15,0 1-30-15,-6-1-32 0,-1 0-256 0</inkml:trace>
  <inkml:trace contextRef="#ctx0" brushRef="#br0" timeOffset="129984.59">30443 9168 856 0,'0'0'430'0,"0"0"-567"0,-2 0 501 16,0 0-276-16,1 0-61 0,-1 0 37 0,0 0 6 15,2 0 13-15,0 0 23 0,0 0-22 0,0 0-1 16,0 0-7-16,2 0-13 0,0 0-19 0,-1 0-3 0,24-4-6 15,-7 0-13-15,6-1-5 0,0-1-4 0,-3 3-1 16,10-5-10-16,-1 3-3 0,-4-1-3 0,0 0-1 16,-4 1-7-16,-5 1-45 0,2-1-18 0,-5 1-17 15,5 0-119-15,-2 0-82 0,-2 3-41 0</inkml:trace>
  <inkml:trace contextRef="#ctx0" brushRef="#br0" timeOffset="130532.11">31171 8631 830 0,'-2'-2'150'0,"0"1"25"0,-1-1-38 16,-10-6-63-16,-4-3-9 0,2 2 25 0,4 1 23 16,-2-1 0-16,4 2 0 0,3 3-49 0,2 2-25 15,1-2-11-15,-1 1-3 0,2-1-22 0,0 0-3 16,2 1 8-16,0-1-6 0,2 0 4 0,0 4 12 15,33-18-6-15,-1 5 9 0,5 3 6 0,-2 5 4 16,2 1 3-16,2 2-3 0,-6 2-7 0,2 0-4 0,-6 2 0 16,-3 4-1-16,-5-1 5 0,-7 1-8 0,-1 1 4 15,-6-1-6-15,-1-3 0 0,-6-3 4 0,9 17-2 16,-2 4 4-16,-3 6 0 0,-6-6-3 0,-6 1-2 16,-5 0-1-16,-4 1-1 0,2 1-1 0,-20-2 4 0,3-2-4 15,0-3-3-15,4 0-9 0,10-2 5 0,-3 0-5 16,6-1 6-16,2-4-4 0,-2-3-4 0,11-3 1 15,-3 0-3-15,3-3-6 0,-2 5 3 0,4-4-4 16,-2 2 6-16,0 1-3 0,2-1 3 0,0 0-2 16,0-3 7-16,4 3-5 0,3 2 6 0,18 7-5 15,4-2 2-15,-3-6 8 0,2-1-10 0,-4 0 9 16,0 0-7-16,2-1 3 0,-2 3 2 0,1-1-1 0,-1 3-7 16,-6-3 10-16,-3 1 0 0,-2 0 6 0,-2-1 6 15,-5-1 4-15,-2-2-1 0,-3 0 3 0,9 9 2 16,-3 0 10-16,-3 0-2 0,0 4 2 0,-4-2-10 0,-2 2-7 15,-4 1 3-15,-1 1-4 0,-4 0 3 0,1 1-8 16,-12-1 3-16,0 0-5 0,-2-2 8 0,1 0-11 16,-3-2 0-16,2 0-3 0,2-2 0 0,3-2-4 15,6-2 1-15,0-1-2 0,2-2-9 0,6-1-27 16,1-1 3-16,2-2-14 0,-2 4-30 0,1-2-63 16,1 0-14-16,0-1-21 0,2-1-101 0,0 0-173 15</inkml:trace>
  <inkml:trace contextRef="#ctx0" brushRef="#br0" timeOffset="130734.45">31724 9001 1959 0,'0'0'56'0,"0"0"105"16,0 0-99-16,0 0 25 0,0 0 3 0,0 0 3 15,0 0-13-15,0 0-36 0,0 0-7 0,0 0-8 16,0 0-21-16,0 0-6 0,0 0 1 0,0 0-3 15,0 0-1-15,0 0-7 0,0 0-3 0,2 0-4 16,0 0-42-16,0 0-93 0,0 0-21 0,0 0-31 16,1 0-138-16</inkml:trace>
  <inkml:trace contextRef="#ctx0" brushRef="#br0" timeOffset="131234.48">32042 8642 492 0,'0'0'67'0,"0"-2"-86"16,0 1 89-16,0-3-41 0,0-5 75 0,0-8 32 16,0-2-2-16,0 5 6 0,2-3-29 0,-1 0-19 0,1 6 5 15,0-2-10-15,0 4-3 0,2-1-12 0,-1 3-2 16,-1 3-3-16,2-1-7 0,0-1 13 0,-1 1-3 15,3-3 5-15,3 3-5 0,10-1-23 0,-2 0 5 16,5 3-11-16,2 1-1 0,-2-2-9 0,1 2 0 0,-1-13-4 16,2 4-2-16,-2 4-11 0,2 3-1 0,-5 4-2 15,-4 0 0-15,-4 2 2 0,-2 2 1 0,-5-2 0 16,-2 1 8-16,15 23-8 0,-8 2 0 0,-5 6-3 16,-6 3 3-16,-8-2-3 0,-3 0 4 0,-3-1-4 15,-5-1-2-15,16 0 1 0,-21-1-4 0,2-6 4 16,-2-2-6-16,5-5 1 0,1-1-1 0,5-5 0 15,7 0-3-15,3-5-1 0,1 1-3 0,-1-2 1 0,3-3-7 16,-2 2 0-16,4-4-1 0,0-1 0 0,0 3 2 16,0 0-3-16,2 0 7 0,0-1-5 0,1-1 10 15,20 9-1-15,1-3 3 0,-4-5-2 0,1 1 5 0,-3 0-3 16,1 0-4-16,-2 1 1 0,-1 1-3 0,-1 1 4 16,-2 1 1-16,0 1 2 0,-4-2 5 0,-1-5-2 15,-1 13 7-15,-3-4-6 0,0 2 10 0,5 0-6 16,-3-4 4-16,-1 4-2 0,-3-3 11 0,-2 1-5 15,0 0 0-15,-2-2-1 0,-2 2-3 0,-1-1-14 16,-1-3-1-16,-7 1-2 0,-5-1 0 0,-1-1-3 16,1-5-1-16,-1 1-2 0,2 9-19 0,1-1-25 15,-5-3-22-15,6-5-10 0,-3-2-162 0,1-2-334 0</inkml:trace>
  <inkml:trace contextRef="#ctx0" brushRef="#br0" timeOffset="133498.1">32732 8685 759 0,'0'0'36'0,"0"-2"1"0,-1 0 49 16,-1 0-14-16,0 1 15 0,0-1-7 0,0-2-2 15,0 0-2-15,-1 1-3 0,1-1-24 0,0 0-13 16,-2 0 5-16,2 1-9 0,0-1-9 0,1 2-7 16,-1-2-5-16,0 3 3 0,0-1 0 0,0 0-6 15,0 0-3-15,0 0-2 0,1 0-2 0,-1 1-1 0,0-1 2 16,0 0-2-16,0 0 0 0,0 0 0 16,2 0-5-16,0 2 4 0,0-2 0 0,0 1 2 0,-2-1 6 15,1 0-3-15,1 0-2 0,0 2-4 0,0 0-1 16,0 0 0-16,0 0 4 0,0 0 2 0,0 0 3 15,0 0-3-15,0 0-3 0,0 0-1 0,0 0 1 0,0 0 0 16,0 0 11-16,0 0-12 0,0 0 1 0,-2 0-6 16,2 0 6-16,0 0 6 0,0 0-5 0,0 0 5 15,0 0-7-15,0 0-4 0,0 0 3 0,0 0-2 16,0 0 9-16,0 0-9 0,0 0 4 0,0 0-6 16,0 0 3-16,0 0 4 0,0 0-1 0,0 0 5 15,0 0 2-15,0 0-11 0,0 0 1 0,0 0-4 0,0 0 12 16,0 0-4-16,0 0 0 0,0 0-2 0,0 0-2 15,0-2 0-15,0 2-4 0,0 0-1 0,0-2-25 16,0 2-56-16,0 0 4 0,-2 0-25 0,0 0-37 0,2 0-10 16,0 0-6-16,0 0-5 0,0 0-63 0</inkml:trace>
  <inkml:trace contextRef="#ctx0" brushRef="#br0" timeOffset="134602.66">32363 8550 149 0,'0'0'47'0,"0"0"52"15,0-2-27-15,0 0 31 0,0 0-15 0,0 0 21 16,0-2-12-16,-2 1-21 0,2-1 4 0,-2-3-12 16,0-3-13-16,2 3-3 0,-1-2 6 0,1 3-2 0,0-1 12 15,0 3-2-15,0-2 0 0,0 1 0 0,0 1 4 16,0-2 1-16,0 3-6 0,0 1 5 0,-2-4-11 0,2 3 5 16,0 1-7-16,-2-4 4 0,2 4-14 0,0 0 13 15,0 1-5-15,0-1 5 0,0 0-21 0,-2 0-8 16,-4-2 3-16,-3-3-4 0,2 3-6 0,-1 0-7 15,1 3 2-15,-2-1-1 0,-1 2 8 0,1 0-12 16,2 0-4-16,1 2-2 0,-1 1-11 0,1 1 5 16,2 9-1-16,2 13 3 0,1-2 1 0,-1 8-4 15,-2 1 2-15,2 1-3 0,-18 1-4 0,9-2 3 16,5-1 2-16,2-3 0 0,1 5 6 0,3 1-6 16,0-5 3-16,0 1-3 0,0-1 0 0,0-4-1 0,0-2 0 15,1-1 1-15,1-1 6 0,0-2-7 0,0 1 1 16,0-3-2-16,2 1 10 0,-1-4-6 0,1-2-3 15,0-2 0-15,1-2-4 0,-1-1 2 0,2-1 1 16,-1-1-1-16,10-3 3 0,0-1-1 0,0 9 2 16,3 0-2-16,1-3-3 0,-1-4 2 0,3-4-3 0,-1 0 3 15,-1-4 6-15,1-4-8 0,1-1 4 0,-1-2-5 16,2-4 10-16,-3 13-8 0,0-20 5 0,-5 2-6 16,-1-3 5-16,-1-1 6 0,-7 0-9 0,6-4 5 15,0 0-3-15,-3 0 3 0,-1-3 5 0,-1 3-5 16,-4-2 0-16,-1-5-1 0,18 5 1 0,-10-3 0 0,-7-1-2 15,-2 8 6-15,-4-1-1 0,-1 3 4 0,-4-2 8 16,-3 1 3-16,-2 3 2 0,10 4-1 0,-18 3-4 0,-4 4 0 16,2 1-4-16,-4 5 3 0,4 1 3 0,1 2-10 15,-1-15 5-15,2 8-8 0,0 4-3 0,1 3-2 16,1 2 1-16,1 2-1 0,4-1-1 0,2 3-4 16,0 2-2-16,4-1 1 0,0 1 4 0,3-4 1 15,4 14-2-15,-1 3 0 0,1 0-9 0,-2-5 1 16,-9 5-3-16,4-2 2 0,1 1-10 0,6-1-8 15,2-4-4-15,0 0-5 0,0-7-48 0,2 3-46 16,4 2-4-16,-2-6-15 0,7 1-37 0,11-2-88 16,2 12-50-16</inkml:trace>
  <inkml:trace contextRef="#ctx0" brushRef="#br0" timeOffset="135077.95">32842 8373 1011 0,'0'0'77'0,"-2"0"2"16,0 0 4-16,0 0-5 0,1 0-16 0,-1 0 43 15,0 0 4-15,0 0-3 0,0 0-4 0,0 0-44 16,0 0-35-16,2 0-1 0,0 0-11 0,0 0-2 15,2 0 17-15,0 0 2 0,2 0 5 0,9 0 7 0,11-2-17 16,-2 2 1-16,-1 2-8 0,-3 2-8 0,-1 1 5 16,-2 3 0-16,-4-1 3 0,0-1-4 0,-7 16 8 15,0 4-3-15,10 0 7 0,-2 6 8 0,-9-1-4 16,-3-7 1-16,-7 4-2 0,-4-4-9 0,-6 8-2 16,11-6-2-16,-20-4 2 0,2 2-5 0,2-9 2 15,2-2-3-15,5-4 2 0,0-3-6 0,7 0-7 16,5-1 1-16,1-1-3 0,-2 0-2 0,0-1-9 15,3 1 0-15,-1 0-1 0,0-1 7 0,2 1 0 0,2 0 3 16,0 0 0-16,3-1 8 0,16 8-3 0,-1-1 0 16,0 1-1-16,1 0 1 0,-3 2 2 0,-1-2 3 15,-4-3-1-15,-4 10 5 0,-1 1 0 0,-4-3 1 16,7 1 0-16,-2 0 6 0,-5-4 6 0,-2 2 3 0,-2 0 1 16,-2-2 7-16,-4 0-10 0,-1 0-4 0,-3-2-2 15,-12-2-15-15,-4-2-2 0,-2-3 1 0,6 0-1 16,2 0-2-16,3-1-17 0,0 8 3 0,2-1-11 15,2-5-29-15,2-1-77 0,6-2-15 0,1-2-22 16,0 0-83-16,2 0-151 0,-1 0-73 0</inkml:trace>
  <inkml:trace contextRef="#ctx0" brushRef="#br0" timeOffset="135829.97">32857 9444 919 0,'0'0'44'0,"0"0"1"0,-2-1 43 0,0-1-7 0,0 0 9 16,0 0 34-16,1 0-15 0,-1 0 4 0,0 0-11 15,0 1-23-15,0-1-14 0,0 0-3 0,0 0-2 16,2 2-4-16,0 0-5 0,0 0-5 0,-1 2-1 16,-1 2-23-16,-4 7 18 0,-7 17 0 0,-2 3 6 15,0-1 3-15,-1 7-13 0,1-2 1 0,2-1-5 16,2-3-3-16,0-5-17 0,1-3 5 0,3-3-9 15,-1-1 9-15,1-3-10 0,1-3 0 0,3-3-3 0,-1-3-6 16,2 0 0-16,2-3-2 0,0-2 1 0,-2 2-12 16,0-1 4-16,2 1-6 0,0-2 7 0,0 0 5 15,0 0-6-15,0 0 7 0,2-2-6 0,0-2 10 0,0 0 0 16,2-2-1-16,3-7 0 0,8-11 0 0,0-6-3 16,-2 0 7-16,-6 6-4 0,4-6 0 0,-1 6 2 15,1-3-5-15,0 1 4 0,-4 9-1 0,1 2 4 16,-1 0-1-16,3 2 2 0,1-5-4 0,-6 6-2 15,1 1 2-15,-6 7-2 0,4-2 2 0,-1 1 12 16,1 1-1-16,0 0 7 0,-1 0-9 0,1 2 5 16,0 0-7-16,-2 2 7 0,0 2-5 0,11 24-1 15,-6 1 5-15,-5-5-4 0,-2 2 3 0,0-5-9 0,0-3 1 16,0-3-3-16,0-2 7 0,0-3-6 0,0-1 2 16,0-5-4-16,0-1-2 0,0-1-9 0,2 2 4 15,0 0-5-15,-1-1 12 0,3-1 6 0,4 0-5 16,10-2 6-16,3-4-7 0,-3-3-1 0,3-6 1 0,-5 4-2 15,1-16 3-15,0 1 3 0,-1 2-4 0,-1 5 1 16,-2 6-8-16,-3 4 9 0,-1-1 2 0,-4 5 1 16,-1 1-9-16,0 0 9 0,0 0-1 0,-1 2 6 15,-1 0 7-15,0 0-2 0,2 0-3 0,-1 2-1 16,1 0-13-16,-2 1 7 0,4 9-6 0,-3 4 5 16,1 3-5-16,-4-2-8 0,0-1 5 0,0-3-7 15,0-3-8-15,0-3-59 0,0 0 0 0,0-1-23 0,2 0-32 16,0-3-17-16,0 1-9 0,1-2-2 0,7 0-36 15,6 0-56-15,1-2 4 0,2-8-26 0,-3-3-23 16</inkml:trace>
  <inkml:trace contextRef="#ctx0" brushRef="#br0" timeOffset="136277.95">33393 9446 381 0,'0'-2'106'0,"0"1"-7"0,2-9 94 15,4-16-9-15,-2 8 0 0,-3 5-25 0,1 5-14 16,-2 6-6-16,0 1-3 0,2-3-36 0,0 0-35 16,0 0-10-16,0 3-4 0,0-1 8 0,-1 0 9 15,1 2 5-15,-2 0-5 0,0 2-14 0,0 0-8 16,0 3 1-16,-5 17-4 0,-3 6-9 0,1-2-13 15,-1-5 3-15,1 3-7 0,1-7-5 0,-1-3 0 16,0 1-5-16,1-4 3 0,0 1-8 0,5-7 5 0,-1 1-2 16,2-4 1-16,-2 1-12 0,0 1 6 0,0 0-5 15,0-1 6-15,0-1 1 0,2 0-3 0,0 0 4 16,0-2-4-16,0-2 6 0,2-2-1 0,2-9 6 16,3-16-4-16,1-3 6 0,-1 4-5 0,-1 0-1 0,-1 4 0 15,-1 4 7-15,0 7-1 0,0 4 3 0,-4 5-2 16,1 0-2-16,1 0 3 0,0 1-7 0,0 1 6 15,0 0-12-15,2 2 6 0,-1 0-1 0,1 0 3 16,2 2 3-16,3 5-4 0,0 12 1 0,-3 3-1 16,3-1 6-16,2 5-11 0,-3-4 2 0,1 0-5 15,-2 4-3-15,6-7-5 0,0 3-2 0,-5-7 0 16,-1 2-11-16,-1-4-20 0,-1-2-12 0,-3-6-6 0,0 1-67 16,-2-4-16-16,2 1-2 0,0 1-7 0,0 0-38 15,-2-2-3-15,0 0 1 0,0-2 6 0,-2 0 50 16,0-2 102-16,0-2-4 0,-11-15 43 0,7-1 64 0,-8 7 47 15,-7 0 1-15,3 4 11 0,8 3-25 0,3 2-18 16,1 1-4-16,6 1-6 0,-2 2-38 0,-1-4-17 16,-1 0-7-16,2 1 1 0,0-1-9 0,0 2 6 15,2 0-4-15,2 0 3 0,0-1-12 0,2 1-16 16,26-2-8-16,-4-9-4 0,1-2-42 0,3 0-86 16,-4-1-65-16</inkml:trace>
  <inkml:trace contextRef="#ctx0" brushRef="#br0" timeOffset="136641.51">31734 8997 1526 0,'0'0'50'0,"0"0"-1"0,0 0 41 16,0 0 2-16,0-2 0 0,0 0 31 0,0 0-25 15,0 1-8-15,1-1-6 0,1 0-33 0,0 0-15 16,2 0-3-16,9-2-5 0,5-1-21 0,-1 1-4 16,2 0 2-16,-1 1-3 0,-3 1 1 0,7-2-14 15,-7 2-16-15,2 0-11 0,3-1-149 0,1 1-315 16</inkml:trace>
  <inkml:trace contextRef="#ctx0" brushRef="#br0" timeOffset="137646.17">31084 10113 1046 0,'-2'0'103'15,"0"0"15"-15,-2 0-16 0,1 0-42 0,-14-4-7 16,2 0-3-16,2 1 43 0,2 1-4 0,2 0 13 0,-1 0-26 15,3 0-27-15,3 2 2 0,2 0-11 0,0 0-9 0,-1-2-28 16,-1 1 2-16,0-1-9 0,2 2 1 0,1 0 6 16,1 0-2-16,1 0 4 0,14 0-3 0,39 3-2 15,4 5 5-15,7-3-3 0,11 3 10 0,0-4 2 16,7-1-3-16,7-1 3 0,2-2 5 0,16 0 0 16,4-2 2-16,8 0-3 0,3-1-18 0,-4-1 8 15,-1 2-4-15,-1 0 8 0,6-1-4 0,-1-1-6 16,-5-2 2-16,-14 1-3 0,-11-1 0 0,-8-1 0 15,-12 3 1-15,-7 0-1 0,-5 1-1 0,-8 1 0 16,-13 0 0-16,-6 0 0 0,-5 2 6 0,-11 0-9 0,-6 0 3 16,-9 0-4-16,1 0 2 0,1 0-10 0,0 0-6 15,-2 0-5-15,0 0-66 0,-1 0-150 0,-1 0-30 16,0 0-58-16,-1 0-308 0</inkml:trace>
  <inkml:trace contextRef="#ctx0" brushRef="#br0" timeOffset="137953.37">30989 10165 1498 0,'-4'0'22'0,"-24"0"42"0,-1 0-43 0,8 0 37 15,3 0 2-15,3 0 14 0,0 0 28 0,4 0-22 16,2 0-3-16,3 0-10 0,4 0-32 0,0 0-11 16,-1 0-3-16,-1 0-3 0,2 0-8 0,0 2 15 15,2 0 0-15,2-1 5 0,5 5-4 0,47 3-2 16,15 6 0-16,11-7 1 0,13-1-1 0,7-3-3 16,-3 31-7-16,10-22 2 0,3-7-17 0,12-5 4 0,8-2 0 15,6-3 3-15,-3-5-2 0,-6 1-1 0,-3 3-3 16,-1-1 0-16,-1 0-10 0,-9-1 11 15,-7-2-4-15,-17-1 3 0,-12 3-26 0,-14 1-45 0,-8-1-3 16,-6 1-18-16,-10 1-47 0,-8-3-374 0</inkml:trace>
</inkml:ink>
</file>

<file path=ppt/ink/ink332.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38:23.280"/>
    </inkml:context>
    <inkml:brush xml:id="br0">
      <inkml:brushProperty name="width" value="0.05292" units="cm"/>
      <inkml:brushProperty name="height" value="0.05292" units="cm"/>
      <inkml:brushProperty name="color" value="#FF0000"/>
    </inkml:brush>
  </inkml:definitions>
  <inkml:trace contextRef="#ctx0" brushRef="#br0">22487 12519 273 0,'0'0'0'0,"-2"0"33"0,0 0 19 0,0-2 26 15,-1 0 5-15,-3 1-20 0,-5-3-13 0,4 2-9 16,-1 0 0-16,3 0 0 0,1 2-6 0,2 0-14 15,0 0 3-15,0 0-6 0,-1-2 5 0,-1 1-15 16,0-1 5-16,2 0-7 0,1 0 11 0,-1 0-12 16,0 0 8-16,2 0-8 0,0 1 4 0,2-1 2 0,0 0-6 15,1 0 6-15,14-2-7 0,7 1 5 0,2 1 1 16,6 0 0-16,1 0 0 0,8 0-5 0,2 2 0 16,-1 0 0-16,10-2 10 0,2 0-4 0,0-1 3 15,2-1-4-15,-10 0-8 0,1 1 3 0,-5-1-2 16,-1 2 3-16,4 0-6 0,-6 2 7 0,0 0-7 15,-2 0 7-15,-2 0-7 0,0 0 4 0,-1 0 2 0,-5 0 0 16,-1 0-2-16,-2 0-4 0,0 0-1 0,-2 2 1 16,-5 0 9-16,-2-2-13 0,-8 0 9 0,0 0-10 15,2 0 14-15,-5 0-19 0,3 0-1 0,-7 0-7 16,0 0-1-16,2 0-72 0,-2 0-50 0,-1 0-15 16,3 0-220-16</inkml:trace>
  <inkml:trace contextRef="#ctx0" brushRef="#br0" timeOffset="464.08">22701 12963 334 0,'-2'0'19'15,"0"0"21"-15,0 0-24 0,-2 0 0 0,1 0-5 0,-1 0 4 16,0 0-3-16,2 0 2 0,-3 0-2 0,-1 0 0 15,1 0-15-15,1 0 11 0,0 0-12 0,0 0 12 16,3 0-8-16,-1 0-5 0,0 0 10 0,0 0-7 16,2 0 22-16,0 0-9 0,2 0 4 0,0 0-6 15,1 0-3-15,18 0-2 0,9-2 3 0,3-2-1 0,2-1 11 16,6-4 0-16,0-1-1 0,2 1 3 0,1 0 10 16,-1-4-3-16,0 0 5 0,3 0-6 0,-1 2-18 0,-1 3 1 15,-1 3-6-15,-2 3 5 0,0 0-3 0,-2 0-5 16,3 2 1-16,-5 0-2 0,-3 2 4 0,-3 0 0 15,-5 0-2-15,0 1 2 0,-5 1-3 0,1 0 1 16,-3 1-2-16,-6-1 0 0,0 0-13 0,-2-1-5 16,-4-1-1-16,1 2-1 0,-5-2-2 0,1 0-32 15,-2-2-22-15,0 0-8 0,0 3-102 0</inkml:trace>
  <inkml:trace contextRef="#ctx0" brushRef="#br0" timeOffset="775.76">22608 13351 489 0,'-2'0'85'15,"0"0"24"-15,0 0-46 0,-2 0-59 0,1 0 2 16,-1 0-12-16,2 0-14 0,0 0 3 0,-1 0-10 15,-1 2-14-15,2 0 15 0,0 0-5 0,2-1 11 0,0 1 20 16,2 0-1-16,2 0 1 0,25 4 0 0,7-3 8 16,10-3-4-16,2 0 13 0,1-2-10 0,5-3 12 15,-2-3 0-15,0 1-3 0,-2 0 2 0,4-1 1 0,-1 1 0 16,5-1-8-16,1 1 4 0,8 1-18 0,7 4-8 16,-1 1 1-16,5 1-6 0,-2 0-20 0,-7 0-13 15,-1 1-60-15</inkml:trace>
  <inkml:trace contextRef="#ctx0" brushRef="#br0" timeOffset="4450.18">26843 10367 256 0,'0'-2'-27'0,"0"1"27"16,0-1 19-16,0-4 8 0,-6-16 28 0,1 0-8 16,-1-1-25-16,1 1 8 0,1 5-7 0,2 1 10 0,0-1-5 15,0 0 0-15,2 2-1 0,0-1-6 0,0 1 8 16,0 0-9-16,0 2 8 0,0 2-12 0,0 3 1 15,0-1 3-15,0 2-1 0,0-1 1 0,0 3-7 16,0 1 3-16,0-2-4 0,0 3 3 0,0 1 4 16,2-2-6-16,0 0 7 0,0 1-10 0,-2-1-5 15,0 2 7-15,0 0-2 0,2 0 31 0,0 0-6 0,0 1-4 16,-1 1 0-16,1 0-6 0,0 0-3 0,0 1 3 16,0 3-7-16,0 5-14 0,3 17 7 0,1 2-8 15,-1 4 7-15,-1-1-11 0,0 5 3 0,1 1-1 16,-1-2 2-16,0 2 0 0,0-7 4 0,-1 3-2 15,1-3 2-15,0 0-2 0,-1 1-1 0,1-3-3 0,-2-2 0 16,0 0-6-16,0 0 8 0,-1 2 3 0,1 2 1 16,-2-1-7-16,0 3 5 0,0 1-5 0,0-1 5 15,-2 5-7-15,1-2 2 0,-1 3 1 0,0-1 2 16,0-2 8-16,0 0 0 0,0-1 0 0,1-3-1 16,-3-3-5-16,2 0-1 0,0-6 5 0,2-5-4 15,-2 2 3-15,2-5-2 0,0 3-1 0,0 0 1 16,0-6-5-16,0-4 1 0,0 1-4 0,0-3 2 0,0 3-6 15,0-3-24-15,0 1 0 0,0-1-14 0,0 5-65 16,0-3-133-16,0-1 6 0</inkml:trace>
  <inkml:trace contextRef="#ctx0" brushRef="#br0" timeOffset="5214.33">26938 11361 724 0,'0'0'36'0,"-2"0"1"0,0-2-6 16,0 0-9-16,0 0-9 0,-2 0-8 0,-1 0 10 0,-6-3-1 15,-4-1 1-15,-2 1-20 0,-1 1 10 0,-3 2-7 16,-7 2 8-16,1 0-4 0,-9 2 14 0,3 3-4 16,1 1 7-16,-5 1 9 0,0 1-11 0,-6 3 13 15,2-2-13-15,2 2 15 0,2 1-4 0,4-1-2 0,3 0 0 16,0 2 10-16,4 0-8 0,0 2-1 0,0 1-3 15,4-12-10-15,-2 20 2 0,4 4 4 0,-1 2-3 16,-1-2-4-16,2 5-4 0,1 1-7 0,2-1 6 16,1 6 5-16,3 4-12 0,-4-1 13 0,6 1-14 15,1-4 7-15,-1-6-5 0,4 5 1 0,-4-3-1 16,3 0 2-16,3-1-4 0,3-5-1 0,-17 3 0 16,8-4 4-16,6-2-2 0,1-2 3 0,4 0-3 0,2 4-3 15,1-4 2-15,5 6-4 0,1-1 4 0,2 1 0 16,2 2 0-16,0-1 1 0,2 1 0 0,4 5 7 0,-3-2-12 15,3 2 2-15,1 4-6 0,-1 0 8 0,1 0 4 16,-1-2-6-16,0-2 3 0,-1-4-8 0,3 1 5 16,-16-4 2-16,23-4 0 0,0 0 0 0,0-2-5 15,3-2 3-15,6-3-4 0,4 1 0 0,7-3 5 16,-1 1 2-16,5-3 2 0,-2-2 8 0,0 0-5 16,-3-2-4-16,-3 2 1 0,3-2-1 0,-5-1-1 15,5-3 6-15,-1 0-5 0,0-1 2 0,1-2-1 16,-1-2 1-16,1 22 2 0,7-9 6 0,-1-10-8 15,7-3-2-15,-4-4 0 0,-4-2 0 0,0-1-1 0,-6-3 1 16,-5-1-2-16,-2-2-8 0,-2 0 9 0,-4 0-1 16,3-4 4-16,-3 0-9 0,-1 0 5 0,-1-2-4 15,-1-1 5-15,0-1 3 0,-4 18-4 0,0-25 0 16,0-2-3-16,3-2-3 0,-5-2 6 0,2-3 0 0,-3-2 2 16,-7 0-3-16,-1-4 9 0,4 4-4 0,-6-2 6 15,-2-4-9-15,6 4-2 0,-12 0 5 0,8 4-3 16,-5 1 7-16,-5-1-7 0,-1 2-1 0,0-1 0 15,4 3-1-15,-4-1 1 0,16 3 2 0,-9-3 1 16,-5 2 1-16,-4-1-2 0,-2-3-3 0,-5-1 1 16,-4-6 1-16,0 2-2 0,-4-5 0 0,-4-1-2 15,-5-3 7-15,20-1 0 0,-25 5-2 0,-3-4 1 0,4 3 4 16,-3 2-11-16,3 1 7 0,-4 1-8 0,-1 2 8 16,-1 2-1-16,-5 0 0 0,0 3 1 0,-3 3 5 0,-3-3-1 15,-5 3 0-15,-6 3-1 0,-3 2-5 0,-2 0 14 16,-3 7-10-16,1 2 10 0,4 6-4 0,3 4-9 15,0 1 7-15,8-18-9 0,0 13-1 0,7 9 5 16,0 6-7-16,4 7 4 0,-4 8-17 0,2 1-7 16,-2-13-2-16,1 29-4 0,2-1-28 0,1-2-46 15,0 1-6-15,7-3-20 0,10-1-74 0,3-2-39 16</inkml:trace>
  <inkml:trace contextRef="#ctx0" brushRef="#br0" timeOffset="5616.42">26850 11843 858 0,'-1'-2'52'0,"-1"-1"91"15,-4-7-112-15,-1-1-1 0,-1 0-1 0,6 7 0 0,1 1-5 16,1 1-13-16,0 0-1 0,-4-2-4 0,0 1-2 16,2-1 0-16,0 0-5 0,1 2 2 0,-1 1-6 0,0-1 3 15,0 0 6-15,0 2-3 0,2 0 8 0,0 2-3 16,0 0-1-16,0-1 1 0,4 29 4 0,1 3 0 16,3 3-4-16,-1 1 1 0,3 4-8 0,-3-2 9 15,2 2-1-15,-1-2 3 0,-1-6-10 0,-1 0 1 16,-1-1 5-16,1-6-2 0,-1 2 5 0,1-2-6 15,-1-2-2-15,-1-2 0 0,0 2 10 0,-2-1-14 16,0-1 1-16,-1-3-7 0,-1-5-5 0,0-2-9 16,0-3-7-16,0 0-1 0,0-3-31 0,0-5-26 15,0 1-7-15,0 2-9 0,0 0-38 0,0-2-46 0,0-1-8 16</inkml:trace>
  <inkml:trace contextRef="#ctx0" brushRef="#br0" timeOffset="5946.67">26761 12283 265 0,'0'0'44'0,"0"0"-5"0,0 0 32 0,-2-1 7 0,1-1-10 16,-1 0 7-16,0 0-15 0,0 0-7 0,0 0-1 16,0 0-21-16,0 1-8 0,1-1 5 0,-1 0-9 15,0 0-6-15,0 0 2 0,0 2-7 0,0 0 6 16,-1 0-2-16,-1 0-3 0,2 0 4 0,0 0-4 16,0 2 2-16,0 0 0 0,1 0-2 0,-1 1 2 0,0 1-12 15,0 4 4-15,2 6-4 0,0 1 5 0,6 4-3 16,-1-1 11-16,1-1-3 0,1 2 5 0,-1-3-8 0,1 3 0 15,2-1 3-15,3 3-1 0,-1-1 8 16,0-1-1-16,-2-1-1 0,2 1 1 0,-1-4 8 0,1 2 0 16,-2-4 1-16,-7-2-2 0,11 0-7 0,-2-6 12 15,6 5 2-15,-4-7 3 0,3-1 6 0,1 9-8 16,0-3 1-16,3-3-3 0,2-3-8 0,4-4-1 16,2-7-12-16,4-8 7 0,1 4-15 0,1-20-11 15,-6-2 4-15,7 3-9 0,0-1-17 0,-11 1 5 16,6 3-5-16,-15 3 6 0,-2 1-3 0,-2 7-14 15,-2-1-15-15,-3 8-4 0,3 0-91 0,-7 7-48 0,0 1-34 16</inkml:trace>
  <inkml:trace contextRef="#ctx0" brushRef="#br0" timeOffset="6430.47">27138 13297 461 0,'0'-2'65'0,"-2"0"124"0,0 1-166 16,1-3 3-16,-1 0-8 0,0-1 7 0,-2-5 0 15,0-1-1-15,3 4-3 0,-3-3 0 0,0 1-4 0,0 0 10 16,3 0 0-16,-1 1 3 0,0 1 12 0,0-1-2 15,0 3 10-15,0 1-9 0,0 0 4 0,2 2-8 16,0 1-8-16,-1-3 1 0,-1 0-15 0,0 0-5 16,0 3 0-16,0-1-3 0,0 0-7 0,0 0 2 15,1 2 4-15,-1 0-2 0,0 2 6 0,0 0-1 16,0 3-5-16,-5 21 3 0,1 4-3 0,2 2 2 16,3 3 1-16,-1 6-2 0,2 5-10 0,0 6 12 15,0 2-3-15,2 4 6 0,-1-1-8 0,3 1 0 0,-2 3-1 16,2-5 2-16,-1 3-2 0,1 0 0 15,0 3-1-15,0 3 1 0,-1 3 1 0,3 5-1 0,-1 1 0 16,3 4 0-16,-1 2-3 0,1-4 4 0,1-5 0 16,-2-8 4-16,3-8 1 0,1 3-2 0,0-4-3 15,2 2 2-15,2-1 7 0,-2-1-12 0,0 0 5 0,2 2-7 16,-4-4 11-16,4 0-7 0,1 0 3 0,1-4-4 16,-2-4 6-16,-4-3-2 0,-2-5 4 0,-1-7-5 15,-3-5-3-15,-1-5-2 0,0-2-6 0,-2-6 2 16,0-2-23-16,-2-3-29 0,0-3-34 0,1 1-5 15,1 0-171-15</inkml:trace>
  <inkml:trace contextRef="#ctx0" brushRef="#br0" timeOffset="7272.63">26939 9599 48 0,'0'0'22'16,"0"0"21"-16,0 0-2 0,0 0-4 0,0 0 6 0,0 0-3 15,0 0 11-15,0 0 6 0,0 0-4 0,0 0 6 16,0-2-9-16,0 0 17 0,0 0-14 0,-1 0 12 15,-1 2-32-15,0 0-3 0,0 0 6 0,0 2-5 16,-2 0 8-16,-7 0-9 0,-5 22-3 0,-1 2-1 16,-3 4-11-16,-3-3 0 0,-1 3-2 0,0 0 0 15,0 0-10-15,7-1-2 0,6-1 6 0,4-2-3 0,3-2 15 16,2-2-14-16,-9-5 7 0,3-2-7 0,5-2 7 16,3-6 5-16,0-1 0 0,0-4 4 0,2 2 3 0,-1-1-5 15,3-1-1-15,9 4 1 0,6-4 8 16,3-2-9-16,4-6 5 0,-6-3-6 0,3-2 1 0,-7-1 2 15,-3 11-4-15,-1-14 3 0,-3-2-9 0,-5 2 13 16,1 0-5-16,-3 1 7 0,0-1-7 0,7 2 12 16,-3 2-5-16,-3 1 5 0,-1 3-8 0,-2 1-10 15,0 3 4-15,0 1-7 0,0 0 3 0,-4-2-5 16,-3-1-2-16,-13-7 1 0,-1 5-6 0,-1 3 0 16,5 4 0-16,1 0 0 0,4 2 0 0,1 0-24 15,0 2 3-15,9-4-13 0,-3 2-25 0,1-1-98 16,2 3-56-16,0 0-16 0,2-2-189 0</inkml:trace>
  <inkml:trace contextRef="#ctx0" brushRef="#br0" timeOffset="8202.56">27558 9580 500 0,'0'-2'37'0,"0"0"-1"0,-2-1 13 0,0-3-10 0,-2-9-2 16,-1 2-6-16,-1 0-1 0,3 4 4 0,-3-4-5 15,0 0-7-15,-1-2 13 0,3 6-13 0,2 1 10 16,1 1-15-16,-1-1 6 0,0 1 6 0,0 1-2 15,0 1 7-15,2 3-20 0,0-2 0 0,0 1-9 16,0-1-15-16,0 2 14 0,0 0 3 0,0 2 4 16,2 0 2-16,0 2 3 0,0 7-9 0,7 28 6 15,-3 1-7-15,-1 4 2 0,-1 1 5 0,-2-8-4 16,-2 2-7-16,0-5 13 0,0 0-7 0,0-3 8 0,0 1-12 16,0 2-3-16,0-3 1 0,0 3-1 0,0-2 3 0,0 1-3 15,0-1 0-15,0-2-1 0,0-1 0 0,0-2-2 16,0-1-6-16,0-2 1 0,0 0-16 0,0-1-16 15,0 3-10-15,0-2-5 0,0-5-49 0,0 1-141 16,0-8 35-16</inkml:trace>
  <inkml:trace contextRef="#ctx0" brushRef="#br0" timeOffset="8475.79">27339 10178 114 0,'-2'-2'31'0,"0"0"52"0,0-2-27 0,-3-3 35 15,3-8 3-15,-4 2 8 0,-1 2 0 0,-1 2-26 0,5 1-2 16,-3 3-8-16,4 1-10 0,0 2-17 0,0-2-5 15,-1 1-4-15,-1-1-13 0,2 0-16 0,0 2 9 16,0 1-12-16,1-1 0 0,-1 0 4 0,0 0 3 16,0 2 3-16,2 0 10 0,0 0-9 0,2 2 4 0,0 0-6 15,0 1 1-15,11 20 5 0,1-1-7 0,-1-2 9 16,-11 3-1-16,8-1-4 0,-1-5 9 0,2-1-7 16,-2-3 19-16,6-5 6 0,4 5-3 0,-4-2 4 15,3 0 0-15,-5-5 10 0,-2 1-2 0,2 1 4 16,-2-3-5-16,1-1-7 0,4-2 3 0,1-2-5 15,-4-2-4-15,4-4-18 0,-4-1-1 0,-2-2-6 0,4-3-7 16,-6-4 0-16,0-3-2 0,-1-1 1 0,-5-1-4 16,3 1-9-16,-2 1 2 0,7 4-7 0,-2 1-19 15,-3 1-19-15,-1-2-34 0,-1 0 2 0,-2 4-139 16,0 0-10-16,-1 1-24 0</inkml:trace>
  <inkml:trace contextRef="#ctx0" brushRef="#br0" timeOffset="8898.33">28217 9608 584 0,'-2'-2'274'0,"0"0"-375"0,-2 0 324 16,1-1-183-16,-8-5-32 0,1 4-10 0,5 3 2 15,-1 1-4-15,4 0 5 0,-1 1 5 0,-1 3-10 16,-5 11 8-16,-4 7-4 0,2 4 2 0,1 0 1 15,5-2-1-15,1-1 6 0,2-3-3 0,0 1 7 0,2-3-7 16,0 3 1-16,0-1 10 0,0-1-5 0,0 1 6 16,0 0-17-16,2 1 7 0,-2-1-7 0,0 1 9 15,0-3-2-15,0 3-10 0,0-3 10 0,0-1-11 16,0-2 8-16,0-4 8 0,-2-4-5 0,0 1 7 16,1-3-7-16,1-3 2 0,0 0 6 0,-2-2-3 0,-6 6-1 15,-1-1 9-15,0 1-12 0,5-4 12 0,-2-1-9 16,3-1 5-16,1 0-2 0,-2 2 2 0,0 0-11 15,3-2 0-15,-1 0 7 0,0 0-4 0,0 0 9 16,0 0-9-16,0 0-1 0,2 0-2 0,0 0 1 16,2 0 8-16,0 0-6 0,0 0 8 0,22-5 0 0,-4 1-7 15,3-2 0-15,-1 1-5 0,-5 1-10 0,1 0 3 16,-5 1 0-16,2-1 0 0,2-2-7 0,-4 3-3 16,0-1-7-16,0-2 2 0,-4 3-21 0,2-5 3 15,-5 4-10-15,-3 1 5 0,1-12-30 0,-2-2-90 16,9 0 5-16,-2 1-34 0,-1-3-7 0</inkml:trace>
  <inkml:trace contextRef="#ctx0" brushRef="#br0" timeOffset="9073.46">28154 9534 407 0,'-2'-2'103'0,"0"0"-41"0,-2-7 99 16,-3-10-22-16,1 4-47 0,3 0-31 0,-1 2 8 16,0 2-18-16,2 0-11 0,2 5-2 0,0 1-9 15,0 1 4-15,0-3-25 0,2-3 16 0,2 1-13 0,3-2 13 16,12 4-19-16,14-3-9 0,-1 5 0 0,-2-1-8 15,-1 1-36-15,3-14-17 0,-2 8-10 0,-3 7-20 16,1 4-233-16</inkml:trace>
  <inkml:trace contextRef="#ctx0" brushRef="#br0" timeOffset="9354">28770 9885 1089 0,'-2'0'80'0,"1"0"20"0,-3 0-47 16,-5 0-42-16,-8 1-9 0,2 3-11 0,0 5 4 15,4-7 0-15,4 20 1 0,3-1-9 0,2-4 1 16,-9-1-4-16,3-5 5 0,5-3 1 0,1-1 10 16,2-1 5-16,0-2 3 0,0-3 20 0,0 1 10 15,2 2 1-15,0-2 4 0,1 0 2 0,8 0-8 0,14-2 0 16,2-2-3-16,5-4 0 0,-2-1 0 0,1-3 0 15,-9 1-1-15,3-2-6 0,-9 4-10 0,-8 3 2 16,1-2-5-16,-3 3 0 0,-5-1 4 0,9-9-8 16,-3-2 4-16,-3 2-14 0,-4-2 3 0,-2 0-3 15,-4 2 0-15,-1 2-22 0,-12 4-27 0,-14 1-6 0,-2 4-10 16,-2-20-62-16,5 13-203 0,-1 7-9 0</inkml:trace>
  <inkml:trace contextRef="#ctx0" brushRef="#br0" timeOffset="10447.96">25384 9584 387 0,'0'-2'31'16,"0"-2"-8"-16,-4-27 29 0,0 1-6 0,0 4-21 15,1 0 12-15,-1 0 0 0,0 7 5 0,1-7 1 0,-1 8-4 16,0-3-4-16,2 5 3 0,0 3-6 0,1 0-6 15,1 5 5-15,0 1-4 0,0 1 11 0,0 4-6 16,-2-1 1-16,0-1-4 0,2 0-11 0,0 2-3 16,0 0-10-16,0 1 6 0,0-1-2 0,0 2 6 15,0 2 0-15,0-1 1 0,-2 22 0 0,0 23-9 16,2 4 2-16,2-3-6 0,0-1-6 0,2-5 10 16,1 0-5-16,3-2 8 0,-1-2-8 0,0-9 1 15,1-4 5-15,-1-4-4 0,1-1-2 0,-1-4 15 0,1 0-11 16,-3-6 12-16,1 0-15 0,-1-1 19 0,-3-5-6 15,6 1 10-15,-1 2-3 0,0-1 22 0,3-1-2 16,1 0 6-16,2-4-12 0,2-2-6 0,0-4-2 16,1-5-1-16,1 6-7 0,-2-23 3 0,0-2-2 15,-2-2 1-15,-4-8-3 0,0 1-4 0,-1 3-2 0,-5-1 0 16,5 6-13-16,-3 3 1 0,-1 0-1 0,0 4 1 16,9 5 0-16,-6 4-8 0,-1 2-5 0,-3 4-2 15,-1 3-19-15,-2 5-21 0,0-3-9 0,2 0-4 16,-2 2-30-16,0 0-44 0,0 2 0 0,0 0-22 15,0 2-54-15,0 0 28 0,0 2 1 0,0 11 13 16,0 3 15-16</inkml:trace>
  <inkml:trace contextRef="#ctx0" brushRef="#br0" timeOffset="10664.41">25838 9615 166 0,'0'0'41'0,"0"0"-7"0,2 2 54 16,0 0 6-16,0 0-2 0,0 2-6 0,2 3-16 16,1 10-8-16,-3-1-1 0,0 3-26 0,-2 0-1 15,-2-1 6-15,-4 3-5 0,3-1-4 0,-5 0-5 16,3-1-7-16,-1 0 4 0,1-1 3 0,3-3-6 15,0 0 2-15,2-4-3 0,0 0-7 0,2-2 18 16,0-3-3-16,-1-2 11 0,1-1 16 0,6 3 1 16,16 7 1-16,0-6-2 0,0-5-13 0,0-4-3 15,0-3 0-15,-3-5 0 0,-3-1 1 0,-3 2-9 16,-5 4 3-16,-5-14-4 0,-3 0-6 0,0 1-14 16,9 1 0-16,-2-1-4 0,-5 1 3 0,-4 2-11 0,-2 0-1 15,-2 4-6-15,-1 2-30 0,1 3-12 0,-13 1-14 16,-12 1 1-16,1-13-63 0,-4 8-186 0,4 9 8 0</inkml:trace>
  <inkml:trace contextRef="#ctx0" brushRef="#br0" timeOffset="11379.27">25993 15557 843 0,'-2'0'50'0,"0"0"0"16,-13-2 9-16,-7 0-14 0,5 0-7 0,10 2-30 0,3 0-14 15,0 0-1-15,0 0-6 0,3 0-6 0,-1 0 13 16,0 2-1-16,2 0 6 0,2 0 11 0,0 0-6 16,1 0 4-16,12 7-4 0,15 6 11 0,1-4 2 15,5-4 1-15,1-1 0 0,0-3 8 0,6-3 1 16,5 0 3-16,11-3-1 0,4-5 2 0,15-5 6 16,6-1-1-16,9-3 3 0,2-2 2 0,-3 1-9 15,1-1 1-15,-4 2-5 0,0 1-9 0,4 3-12 16,4 3 5-16,-4 3-6 0,-2 1 1 0,-15 5 1 0,-9-1-3 15,-10 0 3-15,-9 2-7 0,1 0 6 0,-7 2-8 16,-6 0 6-16,-3 1-5 0,-5 1 2 0,-6 0 5 16,-5-2-4-16,-2-1 1 0,-6-1-12 0,-5 0 6 0,0 0-6 15,-1 0 15-15,-1 0-19 0,0 0-7 0,0 0-9 16,-2 0-51-16,-2 0-89 0,0-1-10 0,-7-1-33 16,-19-2-96-16</inkml:trace>
  <inkml:trace contextRef="#ctx0" brushRef="#br0" timeOffset="11587.98">26910 15939 905 0,'-2'0'349'0,"0"0"-471"15,0 0 408-15,-2-2-229 0,1 1-43 0,-1-1-26 16,0 0 11-16,3 2-16 0,-1 0 22 0,0 0-3 15,2 0 0-15,2 0-2 0,0 0-6 0,5 0-2 16,19-4-2-16,0-1 1 0,2-1-16 0,-2 0-12 16,-2-1 4-16,-2 0-6 0,-3-1 9 0,-3 3-32 15,-3 1-19-15,-1 0-12 0,-3 2-130 0</inkml:trace>
  <inkml:trace contextRef="#ctx0" brushRef="#br0" timeOffset="11737.62">27101 15949 167 0,'0'0'97'0,"-2"0"-10"0,0 1 61 0,0 1-7 16,-1 0-15-16,-1 0-43 0,0 2-30 0,1-1-2 15,-1 1-10-15,0 4-8 0,2-5 14 0,0 5 4 0,1 3 3 16,1-6 5-16,0 1-1 0,0-2-4 0,3-1 1 16,5 3-14-16,16 11-18 0,6-4-1 0,10 0-10 15,-2-8-37-15,8-3-29 0,4 0-16 0,2-4-22 16,8-2-254-16</inkml:trace>
  <inkml:trace contextRef="#ctx0" brushRef="#br0" timeOffset="17043.59">28438 12157 381 0,'0'-2'0'0,"0"0"7"0,-2 1 82 0,0-1 0 0,0 0 13 16,0 0-27-16,1 0-6 0,-1 0-41 0,0-1 6 16,-2 1-10-16,0 0 9 0,1-2 3 0,1 2-4 15,0 0 4-15,0 1-11 0,0-3 9 0,0 0-5 16,1 0 6-16,-1 3-15 0,0-1 0 0,0 0-3 0,0 0 0 15,0 0-25-15,0 0 6 0,1 0 2 0,-1 1 1 16,0 1 6-16,2 0 4 0,0 1-7 0,0 3 7 16,0 0-2-16,-4 18 2 0,0-3-1 0,1 1 0 15,1 1-6-15,0-3-6 0,2 1 2 0,0-4-4 16,0-1 9-16,0-1-6 0,0 0 4 0,2-1-3 16,0-3 12-16,0 2 0 0,1 0-4 0,1 0 3 0,0-1 3 15,-1-1-4-15,1-2 3 0,2 1-4 0,-3-3-3 16,1 1 1-16,7-4 4 0,2 0-1 0,-2 7 15 15,4 0-3-15,0-3 2 0,7-3-3 0,4-3 3 0,8-7-15 16,5-10 1-16,11-9-5 0,11 17 2 0,10-30 0 16,5-7 2-16,7-3-3 0,-1-8-7 0,-4-6 0 15,4-6 1-15,-4-7 1 0,2 0 5 0,9 1-5 16,9 5 1-16,1 7-2 0,-1 7 0 0,-9 10-2 16,-11 5 0-16,-13 7-2 0,-7 6 4 0,-12 6-2 15,-3 4 0-15,-8 6 0 0,-3 5 5 0,-10 5-13 16,0-13-3-16,-7 8-9 0,-6 3-47 0,2 0-111 15,-9 4-31-15</inkml:trace>
  <inkml:trace contextRef="#ctx0" brushRef="#br0" timeOffset="166179.19">15272 14318 806 0,'-2'0'71'16,"0"0"122"-16,0 2-151 0,-1 0 37 0,1-2 0 16,-13 2 19-16,4 0 35 0,-4 0-36 0,6-2-6 0,5 0-11 15,-2 0-25-15,3 0-21 0,-1 0-2 0,0 0-9 16,2 0-23-16,0 0 18 0,1 0 0 0,1 0 6 16,0 0 1-16,1 0-11 0,3 0 4 0,4 0-8 15,14-4 0-15,0 0-8 0,-1 2 0 0,-3-1-1 16,1-1 7-16,-3 2-15 0,1 0-1 0,2-1-7 15,-3 1-12-15,3 0-29 0,-2 0 0 0,-2-2-18 0,-1 1-79 16,1-1-138-16,-2-2-51 0</inkml:trace>
  <inkml:trace contextRef="#ctx0" brushRef="#br0" timeOffset="172320.83">15961 14092 449 0,'0'0'3'16,"0"0"3"-16,0 0-12 0,0 0-5 0,0 0-2 16,0 0-4-16,0 0-56 0,0 0-21 0</inkml:trace>
  <inkml:trace contextRef="#ctx0" brushRef="#br0" timeOffset="176630.75">1703 8421 256 0,'0'0'60'16,"0"0"-8"-16,-2 0 47 0,0 0 14 0,0 0-31 16,0 0-8-16,1 0-36 0,-1 0-3 0,0-1-5 0,0-1-15 15,0 0 1-15,0 0 4 0,0 0-3 0,1 0-3 16,-1 0 0-16,0 1-7 0,0-1 5 0,0 0 1 16,0 0 0-16,0-2 6 0,2 1-5 0,0 1 3 15,0-2-1-15,0 2-3 0,0 0 3 0,0 0 2 0,0 1 5 16,0-1 3-16,0 0 0 0,0 0 9 0,0 0-3 15,0 0 6-15,0 0-5 0,0 1 1 0,0-1-13 16,0 0 0-16,0 0-2 0,0 0-3 0,0 0-3 16,0 0-4-16,0 1 2 0,0 1-5 0,0 0 4 15,0 0-3-15,0 0 3 0,0 0-8 0,0 0 6 16,0 0-1-16,0 0 2 0,0 0-7 0,0 0 2 16,0 0-4-16,0 0 3 0,0 0-1 0,0 0 6 0,0 0 2 15,0 1-1-15,0 1-5 0,0 0 6 0,2 2 1 16,2 13 1-16,2 5 0 0,1 9-5 0,2 3 0 15,-1-1-1-15,1 4-5 0,-2 1 5 0,3 2-1 16,-3 7 3-16,1 1 7 0,-1-2-5 0,0 1-2 16,-1-4 0-16,-2-4 10 0,-1 0 8 0,-1-6 10 0,0-1-5 15,0-5 1-15,0 1-9 0,0-2-5 0,0-7-1 16,-1-2-13-16,1-1 6 0,0-5 1 0,0 1 1 16,0-5-6-16,0-1 5 0,0-1-5 0,-2-3 5 15,0 0-10-15,0 2 6 0,1-1-6 0,1 1 7 16,0 0-1-16,0-1-11 0,0-1 4 0,-2 0-8 15,0 0-2-15,0 0 6 0,0-2-4 0,0 0 5 16,0-2-3-16,0-5-1 0,-4-25 1 0,-1-3-1 0,-1-1 0 16,-1-1 0-16,-5-2 2 0,1-2 0 0,-2-3 12 15,2-1-7-15,-2 1 2 0,2 1-3 0,2 4 0 0,-1 0 1 16,3 0-2-16,1 6 2 0,1 3 0 0,1 6 0 16,2 3 3-16,0 3-3 0,2-1 0 0,0 3-4 15,0-1 5-15,2 4-4 0,2 0 3 0,2-2 0 16,-1 4-2-16,3 0 3 0,-1 1 9 0,2 3-8 15,10 1 3-15,1 5-5 0,3-1 1 0,-3-13 1 16,0 6 4-16,5 3 0 0,-9 6 4 0,7 2 4 16,-7 2-5-16,1 3 6 0,0 4-4 0,-8-2 2 15,4 27-5-15,-7-3 4 0,-1 6-3 0,-3 4-3 0,20-2 7 16,-7 5-7-16,-9 0 0 0,-6-5 9 0,-2-2-2 16,-6 2 6-16,-1-6 8 0,-4 1 0 0,0-3-1 15,0-5 0-15,0-2-17 0,0-2-1 0,2-5-2 16,2-4 2-16,-1-2-5 0,3-2 1 0,1-4 1 15,3-1-1-15,3-4-3 0,-2 1-19 0,0 1 2 0,0 0-7 16,0-2 16-16,0-1-1 0,2 1 3 0,2 0-3 16,2 0 1-16,9-2 7 0,20 0 0 0,1-2 1 15,-1-2-4-15,-1 3 2 0,-2-1 2 0,-3 0 1 16,3 2-3-16,0 2 6 0,-2 1-5 0,-2 3 4 16,-6 0-7-16,-3-1 6 0,-4 1-2 0,-6-1 5 15,-1-1 8-15,-4 9 1 0,1 2-1 0,10 3 1 0,-3 1-9 16,-3 1 1-16,-5 3-1 0,-2-5 2 0,-4 4 3 15,-3 1-6-15,-3-5 4 0,-4 5-4 0,8-5 3 16,-14-1-7-16,-10 1 2 0,-2-1-3 0,4-6 0 0,3 0 3 16,4-7-1-16,4-2 1 0,3 9-10 0,-1-3-20 15,7-7-11-15,6-1-2 0,-1 0-32 0,-1 0-11 16,2-1-16-16,0-5-3 0,-3-26-83 0,8-3-135 16,7 0-33-16</inkml:trace>
  <inkml:trace contextRef="#ctx0" brushRef="#br0" timeOffset="176945.29">2407 8609 659 0,'0'0'39'0,"0"-2"-4"0,0 0 28 0,0-1 17 15,0-1-10-15,0 0 65 0,0-1-30 0,0 1-5 16,0 2-11-16,0 0-33 0,0-2 14 0,0 1-4 16,0-1 5-16,0 2-26 0,0 0-19 0,0 0 1 15,0 1-6-15,0-1 4 0,0 2-6 0,0 2 4 0,0-1-2 16,0 16 14-16,1 15-4 0,1-3 4 0,0 7-3 15,2 1 1-15,-2 0-9 0,0 0 4 0,-1 0-6 16,1-3-4-16,0-3 1 0,0-3-5 0,0-2 4 16,2-4-10-16,-1-3-8 0,1-4 7 0,2-2-4 15,-1-2 19-15,-1-4-13 0,-2 1-1 0,13-5-3 16,3-1 2-16,4 13 3 0,4-4 0 0,4-3 0 0,0-5-8 16,0-3 8-16,-1-1-3 0,1-5 3 0,-2-1-6 15,-4-3-4-15,-2 1 8 0,0-2-7 0,-3 0 4 16,3-2-4-16,-3 2-3 0,-6 3 2 0,2-1 1 0,-8 3-15 15,-1 3-2-15,-1-7-9 0,-1-1-33 0,-2 0-53 16,2 2-17-16,5-2-18 0,-2-1-129 0</inkml:trace>
  <inkml:trace contextRef="#ctx0" brushRef="#br0" timeOffset="177164.86">2481 8973 1441 0,'-2'0'57'0,"0"0"-16"0,0 2 51 16,0 0-8-16,1-1-25 0,-1 1-19 0,0 0 5 16,0 0-12-16,0 0-2 0,2-2 5 0,0 0-5 0,2 0 5 15,0 0 2-15,2 0 3 0,23-15-4 0,3-2 1 16,0 15-17-16,1-22-8 0,1 4 5 0,0-2-7 16,-1-1 0-16,-3 3-12 0,-2-2 4 0,-9 3-6 15,3 10 8-15,-1-1-17 0,-6 5-10 0,5-8-7 16,-10 9-65-16,1-1-43 0,0 1-11 0,-5 2-11 15,-2 2-39-15,0 0-65 0,1-2-30 0</inkml:trace>
  <inkml:trace contextRef="#ctx0" brushRef="#br0" timeOffset="177323.86">2529 8616 824 0,'-2'0'71'0,"0"-1"-7"0,1-1 43 16,-1 2 3-16,-11-6-13 0,3 1-1 0,3 1-51 15,3 2 6-15,1-2-25 0,-1-1-24 0,-2-6 4 16,3-2-10-16,3-2 8 0,1-4-4 0,7-1-5 15,5-1 10-15,-2-1-7 0,24 0 4 0,4-1-14 16,4-1-6-16,5 2-5 0,-3 0-42 0,-6 1-97 16,0 3-13-16,-6 1-33 0,1 6-99 0</inkml:trace>
  <inkml:trace contextRef="#ctx0" brushRef="#br0" timeOffset="177803.09">2990 8132 289 0,'0'0'68'0,"-2"-2"-2"0,0 0 40 0,-2 0-6 15,-18 0-5-15,-8-13 2 0,-7 6-16 0,-4-8-2 16,-3 10-7-16,1 0-21 0,-11-1-8 0,4-16 4 15,-2 13-6-15,-7 5-1 0,7 6 3 0,-4 8-2 0,-2 3 5 16,1 6 19-16,-6 3-10 0,-4 2 3 0,-4 2-7 16,-5 2-7-16,-2 2-5 0,4 2-2 0,5-28 0 15,6 35-6-15,11 4-4 0,2 0-1 0,5 1-1 16,6 3-1-16,2 1 12 0,0 5-6 0,-2 1 6 16,6 0-15-16,-1 7-9 0,6-2 4 0,6 8-6 15,0 2-2-15,9 0-5 0,9 4 2 0,-26-3-1 16,17-3 13-16,12-3-9 0,4-3-3 0,5 2-1 0,3-3 0 15,6 5-5-15,5 4 8 0,4 0-8 0,4 3 3 16,-1-1-1-16,-25-8-2 0,29-7 1 0,5-4 2 16,-1-7-3-16,3-6 0 0,5-7-3 0,5-4-2 15,8-2 0-15,9-6 1 0,7-5-2 0,-2-3-13 0,6 1 16 16,-5-6-3-16,-7-3 8 0,1 28 3 0,-7-19 1 16,1-9 0-16,6-8 1 0,5-5 0 0,10-7-5 15,0-5 4-15,-1-3-3 0,-3-1 8 0,-7-3-9 16,-8 21 3-16,-5-38-4 0,-8-5 3 0,-4-2-2 15,2-5 2-15,1-4-1 0,-3 0 4 0,-3-2-10 16,1 5 4-16,-8 3-4 0,-3 1 7 0,-3 0 1 16,-6 1-5-16,-7-7 2 0,-1-1-1 0,-5-4 0 15,-7-3 5-15,26-3-2 0,-19 3 7 0,-9 7 3 0,-6 0 0 16,-5 9 2-16,-6 2 0 0,-5 0 16 0,-3 9-8 16,14 2 11-16,-32 0-4 0,-5 4-5 0,-4 4 5 15,-6-1-7-15,-2 3-9 0,1 3-3 0,-10 2-7 0,-9 6 3 16,-4 1-10-16,-17 2 3 0,5 4-2 0,-5 6 2 15,4-27-10-15,13 27-40 0,6 11-18 0,5 14-14 16,3 10-126-16,1-13-221 0</inkml:trace>
  <inkml:trace contextRef="#ctx0" brushRef="#br0" timeOffset="186047.5">4248 9938 51 0,'0'-2'0'0,"0"1"4"0,0-1 36 0,0 0-17 0,0-2 5 16,0 2-15-16,0-5 6 0,0-1-9 0,0 1-1 16,0 0-5-16,0 1-3 0,0 2 12 0,0 1 5 15,0-1 1-15,0 2 1 0,0-2 3 0,0 1-9 16,0-1 7-16,0 0-8 0,0 1 6 0,0 1 0 16,0 0 1-16,0 0-3 0,0 0 3 0,0 0 4 0,0 0-1 15,0 1 10-15,-1-1-9 0,-1 0 3 0,0 0-5 16,0 0 7-16,0 0-17 0,0 0 1 0,0 2-4 15,1 0 17-15,-1 0-22 0,0 0 10 0,0 0-14 16,0 0 11-16,0 0-8 0,2 0 5 0,0 0-6 16,0 0 1-16,0 0 8 0,0 2-9 0,0 0 9 15,0 0-12-15,0 0 3 0,0 0-2 0,0 0 3 0,-2 1-1 16,2 1 2-16,0 2-2 0,-1 5-1 0,-1-2-10 16,0 2 8-16,0 2 3 0,2 0 1 0,0 0-1 15,0 4 4-15,-2 1-11 0,2 3 8 0,0 1-6 0,0 4 4 16,0 4 5-16,0 1-3 0,0 1-4 0,0 3 2 15,0 4 0-15,0 2 3 0,0 4 4 0,4 1-11 16,-2-3 3-16,1-1-5 0,1-3 5 0,-2-3 0 16,0-3 3-16,0 0-2 0,0-1 4 0,1 1-2 15,1 1-3-15,0 1 0 0,-2 0 0 0,-1 1 0 16,3 1 0-16,0 0 0 0,1 4 0 0,1 2-5 16,0-1 3-16,-3-1-2 0,1 2 12 0,-2-2-11 15,2 0 5-15,-1-1-5 0,3 1 11 0,-2-4-7 16,-3-3-2-16,1-3-1 0,2-3 0 0,-2-2 4 0,0-4 0 15,0-3 0-15,-1 0-9 0,1-3 13 0,-2-1-2 16,0 0 6-16,0-2-10 0,0 0 3 0,0-2 4 16,0-2 2-16,0-1 28 0,0 1 9 0,0-3-4 0,0-1 4 15,0-1-20-15,0 0-18 0,0-2 4 0,0-1-8 16,0 3 6-16,0 0-4 0,0 0-4 0,0-1 1 16,0 1-7-16,0-2 3 0,0 0 1 0,0 0-1 15,0-1-9-15,-2 1 12 0,1 0-12 0,-1 0 10 16,0 0-18-16,0 0-26 0,0 0-15 0,0-1-14 15,0 1-152-15</inkml:trace>
  <inkml:trace contextRef="#ctx0" brushRef="#br0" timeOffset="186516.78">4313 11509 513 0,'-1'0'40'0,"-1"-2"56"0,-4 0-47 0,-5-1-19 0,5 1-2 16,-1 0-4-16,3 0-6 0,1 0-1 0,-1 0-6 15,2 1 1-15,0 1-12 0,0 0 1 0,0 0 7 16,1 0-1-16,-1 0 11 0,0 0 5 0,0 0 1 15,0 0 2-15,2 1 2 0,0 1 2 0,0 0-7 0,0 2 6 16,2 0 8-16,2 1-13 0,-2 8 6 0,18 0-11 16,2 2-12-16,4 0-2 0,6 3 0 0,1-1 1 15,3 2 6-15,-1 1-12 0,0-1 5 0,0 7-5 16,1 0 19-16,1 2-17 0,-2 3 9 0,4 2-11 16,0 3-3-16,2 3 6 0,0-4-3 0,5 4 5 0,-3-6-2 15,1 1 6-15,3-1-7 0,-4-7 6 0,7 0-7 16,-4-3 26-16,-1-3 1 0,-3-3 7 0,-4-4-13 15,-7 0-6-15,-1 0 2 0,-4-2-2 0,0 0 5 16,-4-2-8-16,2 2-9 0,-5-1 4 0,-3-1-1 0,-1 0-3 16,-2-1 7-16,-3-3-7 0,-1 3-4 0,-4-3 0 15,-1 1-2-15,-2-2 2 0,0-1 4 0,2 3-9 16,-3-2 2-16,-1-1-8 0,0 3-10 0,0 1-60 16,0-1-5-16,-1-1-21 0,-3 1-43 0,4-4-48 15,-8 3-29-15</inkml:trace>
  <inkml:trace contextRef="#ctx0" brushRef="#br0" timeOffset="187027.49">5453 11548 367 0,'0'0'37'16,"0"-2"-3"-16,-1 0-5 0,-1 1 10 0,0-1-20 15,0-2 8-15,0 0 2 0,0 1-11 0,-1-1 7 0,-1 0-4 16,0 0 12-16,0 1 7 0,1-1-1 0,-1 0 16 16,0 1-12-16,1-1 9 0,-1 0-7 0,0 0 19 15,2 1-21-15,0-1-1 0,1 2-8 0,-1 0-16 16,0 0-4-16,0 1-4 0,0 1 1 0,0 0-3 0,0 1 0 15,2 1 1-15,0 6 0 0,0 21-3 0,0 1-7 16,0 4 5-16,2 1-4 0,2 4 8 0,0 7-10 16,1 3 2-16,1 4-4 0,-2-1 3 0,1 4 1 15,-1 2 2-15,0-5 2 0,-1 3 6 0,-1-4-9 16,2 2 2-16,0-2-3 0,1 4 0 0,1-1 0 16,-3 5-4-16,3 1 4 0,0 2 5 0,1 0-7 15,0 4 7-15,1 2-8 0,-3-6 3 0,1 6 4 16,0-8-3-16,-1-3 3 0,-1-3-4 0,-2-5 3 0,0-1-3 15,-2-3 4-15,1-3-3 0,-1 1-2 0,0-5 3 16,0-2-2-16,0-1 14 0,0-7 22 0,0 1-5 16,-1 0 10-16,1-8-22 0,-2 2-14 0,2-7 0 15,0-8-4-15,-2 4 3 0,2-3-4 0,-2 1 0 0,0-2-1 16,2-5-6-16,-2 3 6 0,0-1-8 0,2-3 6 16,-1 1-18-16,1-2-60 0,-2 2-20 0,-2-1-20 15,0-1-120-15</inkml:trace>
  <inkml:trace contextRef="#ctx0" brushRef="#br0" timeOffset="187495.77">5522 12928 466 0,'0'-2'68'0,"0"0"-2"0,0 0-12 0,-2 0-6 16,0 0-25-16,1 1-4 0,1-1-11 0,0 0 10 15,0 0-11-15,-2 0 13 0,0 0-16 0,0 2 10 16,0 0-10-16,0 2 22 0,0 0-9 0,1-2 5 0,-18 22-5 16,-5 2 18-16,-4 4 0 0,-4-2 2 0,-5 6 0 15,-7-1-1-15,-8 6-14 0,-4 4 5 0,-9 2-6 16,-4 5 16-16,-1 1 7 0,-4-1 2 0,10 2 0 16,5-5 1-16,7-1-13 0,2-3 2 0,2-2-6 0,1 0 3 15,-3-6 2-15,7 1-5 0,3-6 3 0,2 1-13 16,7-5-6-16,-3-3-1 0,3-3-1 0,5-3 1 15,0 0-8-15,5-4 2 0,5 0-4 0,-1-3 5 16,6-1-13-16,0-1 6 0,5-1-7 0,4-1 3 16,0-2-2-16,-1 2-8 0,-1-1 5 0,0 1-8 0,2 0-1 15,1-2 0-15,-1 0-3 0,2-1-18 0,0 1-79 16,0 0-18-16,2-2-27 0,1 0-118 0</inkml:trace>
  <inkml:trace contextRef="#ctx0" brushRef="#br0" timeOffset="187804.9">4642 13279 1042 0,'-2'-2'32'16,"-1"0"46"-16,-5-2-53 0,-5-1-8 0,-2-1-9 15,6 2 4-15,-2 2-11 0,2 1 1 0,1 1 5 0,3 0-4 16,1 0-6-16,-2 1 1 0,-1 5 2 0,-4 1 1 15,0 16 2-15,1 3 12 0,-3-2-5 0,6 6 10 16,-4-3 14-16,0 1 7 0,7 2-2 0,-2-2 2 16,3 0-6-16,-14-2-3 0,6-2-2 0,5-4-2 15,4 1-14-15,2-3-5 0,4-3 4 0,0-4-3 16,3 2 4-16,-1-5-13 0,3-6 2 0,11 3-3 0,5 12 5 16,-1-6-7-16,-2-4 6 0,4-3-7 0,-2 0 8 15,-3-4-6-15,3 0-5 0,-4 0-1 0,0-2-18 16,-5 2-10-16,0 0-2 0,-7 0-10 0,1 0-87 0,-5 0-120 15,-1 0-4-15</inkml:trace>
  <inkml:trace contextRef="#ctx0" brushRef="#br0" timeOffset="188115.44">4098 13975 703 0,'0'0'42'0,"0"0"-2"0,0-2-3 0,0 0-8 16,0 0-12-16,0 0-18 0,0 1 1 0,0-1 6 16,0 0-3-16,0 0 1 0,2 0-3 0,0 2 2 15,0 0 3-15,-1 2 45 0,1 0 16 0,0 2 1 16,17 25 1-16,-4 5-29 0,-1 7-5 0,-2 3 0 0,-3 8-2 16,-2 4-4-16,-1 11-14 0,-2 3 3 0,-3 4-6 15,-1 4 0-15,0 0-4 0,0 4-5 0,0 2 1 16,0-3-2-16,0 3-1 0,2-2 5 0,0-6-3 15,0-2 6-15,2-5 4 0,-1-8 3 0,3-3 0 16,0-8 8-16,-3-6-2 0,3-5-11 0,-2-3 4 16,1-5-17-16,3-3 6 0,-3-4 1 0,1-2-1 0,-3-3-15 15,-1-4-15-15,0-2-22 0,0-2-11 0,0-4-207 16</inkml:trace>
  <inkml:trace contextRef="#ctx0" brushRef="#br0" timeOffset="188614.29">5476 12636 714 0,'0'0'38'0,"0"0"3"0,-2 0 5 15,0 0-16-15,0 0-1 0,0 0-12 0,0 2-3 16,1-2 8-16,-1 2-8 0,0-2 2 0,0 0-3 16,2 2 3-16,0-2 0 0,2 0 16 0,0 0 34 15,5 0-6-15,23-4 13 0,1-2-19 0,5-3-17 16,5 0 0-16,5 0-5 0,4-1 3 0,4 5-18 15,0-1 0-15,-2 4-6 0,0 0-3 0,3 1-9 16,-3 2 2-16,-5 1-5 0,-1 4 8 0,-3-1-2 16,0 1 1-16,-1 1-1 0,-1 1 1 0,-4-3-6 15,-1-1-1-15,-1 0-3 0,-2-2-5 0,-3 0-17 0,2-1-3 16,-10-1-17-16,0 0-132 0</inkml:trace>
  <inkml:trace contextRef="#ctx0" brushRef="#br0" timeOffset="190183.3">4527 10692 141 0,'0'0'48'0,"0"0"-15"0,-2-2 37 0,0 0-4 16,0 1-39-16,-1-1-24 0,-1 0 13 0,2 2-16 15,-11-4 3-15,2 0 2 0,-2 1-3 0,4 1 4 16,-4 0 0-16,2 0-5 0,1 0 12 0,-8 0-5 15,7 1 37-15,-4-1 21 0,-2 0 0 0,6 0 8 16,0 0-1-16,0 0-22 0,1 0 0 0,7 2-9 16,-10-1-9-16,7 1-6 0,-3-2 0 0,-1 0-2 0,7 2-5 15,-3 0 6-15,1 0-1 0,1 0 5 0,2 0 7 16,0 0-6-16,0 0-3 0,-1-2 0 0,-1 0-7 16,2 0 12-16,0 0-7 0,0 1 7 0,2-1-17 0,0 0-4 15,2 0-1-15,0 0-1 0,7-3-3 0,17-8 0 16,2 1 1-16,2 3-2 0,3 2-6 0,4 1 0 15,2 2 0-15,2 1 0 0,-2-1-3 0,-2 0 7 16,4 1-4-16,2 1 6 0,1 0-6 0,5 2-1 16,6 0-1-16,5 2 2 0,-1 1 3 0,3 1-10 15,-1-2 11-15,6 0-10 0,0-2 10 0,1 0-2 16,-3 0-6-16,-4 0 3 0,3 0-5 0,-3 0 8 16,2 0-2-16,6 0 4 0,3 0 2 0,1 2-6 0,-1-2 2 15,-7 0-4-15,-2 0 6 0,-5 0-3 0,-6 0 0 16,-2-2-2-16,-6 0-7 0,-1 2 8 0,0 0 1 15,-6 0 3-15,0 0 2 0,-2 0-1 0,-1 2-3 16,-5 0 1-16,-3 0-8 0,2-1 7 0,-4 1 1 16,-1 0 2-16,-1 0-1 0,-4 0-3 0,-1 0-1 0,-4 0 0 15,-5-2 7-15,-5 0-4 0,5 0 0 0,-1 1-2 16,1 1-4-16,-3-2 5 0,-1 0 0 0,0 0 4 16,3 2 6-16,-3-2 2 0,-1 2-2 0,1 0 1 15,-2 0-9-15,0 0 4 0,0-1-2 0,0 1 2 16,-1 0 3-16,1 0-10 0,0 0 4 0,0 0-6 0,0 0-1 15,-2 1 1-15,0 1-2 0,0 2 3 0,0 7-2 16,0 3 2-16,-2 3 0 0,0 1 2 0,-2 4 0 16,1 4-3-16,-5 0 4 0,1 6-4 0,-2 1 5 0,-1 8-6 15,5 1-1-15,-1 6-2 0,1 0 9 0,-1 1-8 16,0 1 4-16,3-2-6 0,1 2 9 0,2-2-4 16,0 0 0-16,0-2-2 0,2 0-2 0,0 3 6 15,-1-1 3-15,5 4 1 0,0-1-3 0,-1 3-1 16,3 4-1-16,-1-3 2 0,0-1 0 0,1 3-5 15,-3-11 2-15,1 3-2 0,0-5 12 0,-1-3-12 16,-1-2 8-16,0-6-8 0,-1 0 12 0,1 0-12 16,0 1 2-16,-2-3-5 0,-1 2 9 0,1-3 1 0,0 0 3 15,0-5-2-15,0 7-2 0,0-3-2 0,0 1 3 16,-1-1-1-16,-1-1 15 0,0 0-12 0,0 0 1 16,-1-3-4-16,1-2 3 0,-2 1 1 0,0-4-1 15,0 0 1-15,0-1 4 0,0-7 9 0,0 1 4 16,2-5 0-16,0-5-2 0,0 3-1 0,0-5-5 0,0-1 2 15,0 2-10-15,0 0-2 0,0-1 2 0,2-1-1 16,0 0 5-16,0 0-6 0,0 0 0 0,0-2-2 16,0 0 1-16,-1-2-6 0,1 0 4 0,0-2-4 15,2-3 1-15,3-8 5 0,1-2-5 0,-1-1 4 16,-3 3-4-16,1-4-2 0,-1-1 1 0,0-2-3 16,-2 1 4-16,-2 1 0 0,0 5 3 0,-2 4-2 0,0-2 4 15,0 0-4-15,0 2-1 0,0-1 0 0,-1 1 6 16,1 4-8-16,-4-2 2 0,3 3-2 0,1 2 6 15,-2 1-5-15,-2-1 1 0,-3-2-3 0,0 1 3 16,-10-3 2-16,3 5-4 0,-5 1 4 0,1 2 3 0,7 2-13 16,-4 1 12-16,2 3-11 0,2-1 17 0,0 3-10 15,11-8 3-15,-7 7-3 0,4 6 4 0,1 2-2 16,-4-2-5-16,-3 2 3 0,4 0 2 0,1-2-8 16,3 0 10-16,1 2-11 0,2 1 8 0,0-4 4 15,2 1-4-15,-1-2 5 0,1-4-2 0,4 4 0 16,-1-3-4-16,1-6 3 0,9 1-6 0,5 12 6 15,-3-6-2-15,0-1 4 0,5-1-2 0,-7-5-3 16,5 0 6-16,1-2-5 0,-3-2 7 0,1 0-1 0,-4-1-2 16,-4-3 2-16,-2 0-2 0,0 1 2 0,-1-1-2 15,1 1 2-15,-3-8 2 0,-5-4-7 0,12-2 5 16,-3 1-5-16,-7-3 4 0,-1 10 2 0,-2-4-2 0,0 4 2 16,-2 0-5-16,-1 0-2 0,-3 0-1 0,4 7 1 15,-9 0-1-15,-9-10 5 0,-3 2 0 0,-3 3 1 16,4 5 0-16,-4 4-5 0,2 2 3 0,-4 6-4 15,-2 1-1-15,1 2 5 0,-1 4 1 0,6 0 2 16,2 0-3-16,5-10 0 0,4 12-4 0,4-2 3 16,1 0-2-16,5-2 0 0,1-2 4 0,-9 4-2 15,3 0-2-15,4-6 3 0,3-2-5 0,1-1 3 0,0-2-3 16,1-1 1-16,5 5 0 0,13 5 1 0,10 0 2 16,5-6-7-16,1-7 5 0,-2-2-5 0,1-3 12 0,-3-3-10 15,-7 3 4-15,6-5-6 0,-8 1 0 0,1 0-10 16,-7 1-11-16,-6 3-4 0,-1-1-73 0,-9 4-10 15,2-9-19-15,11-7 9 0,-6 3-47 0,-5 6-38 16,-2-4 11-16,0 7-18 0,-4-1 20 0</inkml:trace>
  <inkml:trace contextRef="#ctx0" brushRef="#br0" timeOffset="190622.05">6189 12595 220 0,'0'0'32'0,"-2"0"-3"0,0 0 45 0,0 0 3 16,0 0 2-16,-1 0 2 0,1 0-20 0,-11 4 9 0,3-2-10 15,1 2 19-15,0-1-7 0,0 1-4 0,1 0 0 16,-1-1-3-16,0 1 2 0,3-2 0 0,0 0 0 16,3 0-15-16,-1 0-40 0,2-1 7 0,0 1-17 15,0 0 10-15,1 0 6 0,1 0-4 0,0 0 4 16,1 0-8-16,3-1 7 0,17 1-2 0,8 0 3 15,3 0-2-15,7 0 0 0,4 0-1 0,5 0 1 0,6 1 0 16,5 3 7-16,6 1-4 0,4 1 4 0,-4-3-7 16,3 1-7-16,-3-1 5 0,0 1-6 0,0 1 9 15,0-1-11-15,2 1 5 0,4-1-6 0,3 0 3 0,2-3 1 16,0 1-5-16,2 2 4 0,-7-5-6 0,-2 1-3 16,-3 0 5-16,-8-2-4 0,3 2 8 0,-3 0-2 15,3 0 2-15,-2-2-2 0,1 0 2 0,-1 0 13 16,-1 0-4-16,-6 0 7 0,-6 0-6 0,-1 0 5 15,-6 0-6-15,-4 0 3 0,-1 0-21 0,-14 0 13 16,0 0-6-16,-7 0 9 0,-3 0-6 0,-7 0 0 16,1 0 4-16,-2 0-3 0,0 0 2 0,2 0 1 15,-1 0 0-15,1 0-1 0,-2 0-8 0,0 0-23 16,0 0-16-16,-2 0-8 0,0 0-101 0,-2 0-90 0,0-2-71 16</inkml:trace>
  <inkml:trace contextRef="#ctx0" brushRef="#br0" timeOffset="191668.69">6365 13247 725 0,'0'0'100'0,"0"0"18"0,-2-2-30 16,0 0-51-16,1 0-7 0,1 2-41 0,0 0 16 15,0 0 2-15,0 2 7 0,1 2 1 0,7 18-8 0,3 8-1 16,2 7 0-16,2 4 11 0,-2-2-8 0,-2 0 6 16,-2-2-7-16,1 2-2 0,-3 0 5 0,0 0-4 15,-3-4 5-15,-2-7-6 0,0 0 0 0,-2-4-5 0,0 0 3 16,0 0-3-16,0-7-12 0,0-2 2 0,-2-4-8 15,0-2-14-15,0-1-157 0,2-6-20 0</inkml:trace>
  <inkml:trace contextRef="#ctx0" brushRef="#br0" timeOffset="192111.94">6306 13284 1029 0,'-2'-2'199'15,"0"0"-254"-15,-2-1 227 0,-7-3-122 0,0-7-32 0,5 4-20 16,3 1 8-16,-1 3-10 0,0-3 11 0,1-1-13 16,1 0 7-16,2 0-8 0,2-1 11 0,1 1 8 15,3 0-4-15,1 1 6 0,16 3 2 0,1 1 14 16,0-13-11-16,2 6 9 0,-4 6-21 0,0 3-4 16,-1 4 6-16,-1 3-6 0,-3 3-2 0,-6-7 4 15,-7 25 2-15,-2 2 0 0,16 2-7 0,-8 0 4 16,-7-1-2-16,-3-1 5 0,-3 2 11 0,-5-2-15 15,-1-6 6-15,-2-3-8 0,0-1 4 0,-1-3 6 16,1 0-8-16,4-4 6 0,1-2-10 0,3-3 4 0,1-2-5 16,-2 3 3-16,2-3-9 0,0 0-1 0,0-1 4 15,2 1-1-15,0-2 12 0,2 0-13 0,2 0 9 16,20 11-10-16,6 1 8 0,5 1-3 0,-1-2 0 0,1 2 2 16,6 4 11-16,-6-1-4 0,2-16 1 0,-7 22-3 15,-4-1-3-15,-4 1 14 0,-2 0-3 0,-3-2 7 16,-6 0 4-16,-1-3 2 0,-5-2 3 0,6-1-1 15,-1-1 8-15,-5-2 6 0,-1 2-2 0,-4-2 3 16,-4 2-14-16,-3 0-12 0,-3 0 0 0,-27-2-5 16,0 0-3-16,-4 0-14 0,-1-2-3 0,3-2-5 15,-2-3-20-15,0-3-97 0,-2 21-17 0,8-12-46 0,3-9-238 16</inkml:trace>
  <inkml:trace contextRef="#ctx0" brushRef="#br0" timeOffset="192854.5">3153 10390 411 0,'0'-2'53'0,"0"0"-10"0,-2-6 12 15,-3-16 13-15,1 6-27 0,0 1-24 0,2 10 6 0,2 1-12 16,0 2 9-16,0 2-20 0,0 1 11 0,0-1-8 16,0-2 7-16,0 2-3 0,0 0-5 0,0 0 12 15,0 2-10-15,0 2 20 0,0 0 4 0,-2 9 2 0,-1 19 0 16,1 3 7-16,0 5-1 0,0-1-5 0,2 0 3 15,-2 0-7-15,2-4 1 0,0 1 0 0,0-3 0 16,0-1-3-16,0 0 18 0,0-2-4 0,0-4 8 16,2-4-9-16,0-1-2 0,2 1-5 0,-1-5 4 15,1 0 5-15,2 0 5 0,-3-6-2 0,3 2-1 16,-6-9-9-16,9 0-16 0,8 9 8 0,2-2-11 16,3-1-1-16,4-5-5 0,2-3-1 0,3-3-1 15,-1-3-5-15,2-3 3 0,-1-2-4 0,2-2 2 0,1 0-7 16,-3 2 9-16,-3-1-4 0,-13 7 6 0,2-3-9 15,-8 5 0-15,-3-1 3 0,-3 2-2 0,1-2-5 16,0 1-44-16,-2-1 1 0,1-5-16 0,-3 1-11 0,0 3 12 16,-1-3-3-16,-5 1 6 0,-9-1-4 0,-13 1-8 15,2-2-2-15,6 3-2 0,-4-3-3 0,1 0-27 16,3-1-8-16,-2-1-10 0,5 0-42 0</inkml:trace>
  <inkml:trace contextRef="#ctx0" brushRef="#br0" timeOffset="193229.56">3172 10512 77 0,'0'0'69'0,"-2"0"-7"0,0 0 47 15,0 0 13-15,-2 0-17 0,1 0-3 0,-1 0-31 0,0 0-3 16,0 0-8-16,1 0-13 0,1 0 34 0,0 0-10 16,0 0 20-16,0 0-18 0,2 0-9 0,0 0-6 15,2 0 0-15,0-2-13 0,0 2 0 0,20-7-2 16,4-1 1-16,4 1-9 0,3 0-18 0,3-3 6 16,1-1-11-16,0 2-6 0,2 0 3 0,-2 1-7 0,0 1 6 15,-7 1-3-15,-6 1-8 0,-2 1 5 0,-3 0-6 16,-3 0 4-16,-1 3-3 0,-4-1-6 0,-3 2-2 15,-6 0-31-15,1-2-33 0,1 0 6 0,-2 0-14 16,0 0 1-16,-2 0 11 0,-2 1-6 0,-2-1 9 16,-22-11 0-16,-7-2 14 0,-6 0-3 0,4 4 4 15,-6-4-25-15,4 2 4 0,-2 0 5 0,3 4 6 16,1-2 55-16,2 3 28 0,1 1 2 0,2-1 9 0,3 3 14 16,4 1 15-16,3 0-4 0,1 1 4 0,6-1-20 0,2 0-2 15,0 0 16-15,9 4-4 0,-3-1 56 0,1-1-48 16,0 2 8-16,2 0-21 0,0 0 17 0,2-2-8 15,0 0-2-15,2 0-2 0,0 0-9 0,6-1-17 16,25-10 0-16,6-2-8 0,4 2-12 0,5-2 0 16,6-2 1-16,3 4-4 0,3 2-19 0,-3 2-118 15,6 1-52-15</inkml:trace>
  <inkml:trace contextRef="#ctx0" brushRef="#br0" timeOffset="194459.77">7065 8362 384 0,'0'-2'39'0,"0"0"35"0,0-3-17 0,-4-10-13 16,1 2-3-16,-1 0 0 0,2 2-13 0,0 1 12 16,0-1-11-16,2 2 11 0,0 0-22 0,0-1 1 0,0 3 0 15,0 1 2-15,0 1 4 0,0 1 9 0,0 0 2 16,0 1 2-16,0-1 1 0,0 0-19 0,2 2-6 15,0 1-3-15,0-1-2 0,0 2-3 0,0 0 4 16,0 2-7-16,-1 3-11 0,12 25 12 0,-1 1-7 0,-3 5 8 16,-2 3-7-16,-1 0 4 0,-1 3-3 0,1 3 3 15,0 1-1-15,-3 1 0 0,1 1 4 0,0-3-4 16,-1 1-1-16,1-1 2 0,-2-6 3 0,0-4 0 16,2-5 13-16,-3-4 8 0,3-4-7 0,0 0 6 15,0-1-11-15,-1-1 8 0,-1-3 5 0,0-2 0 16,0-2 23-16,2 0-26 0,-3-4 9 0,1-2-14 15,-2-3 4-15,0-2 6 0,0 0 4 0,2 1 3 0,0 1 20 16,0 0-27-16,0-2 6 0,0 0-13 0,-1-2-6 16,1 0-7-16,0-2-1 0,0-2-1 0,5-15 3 15,4-10 4-15,1-3-7 0,-1-7 7 0,0 0-1 0,2-5 1 16,0-7-1-16,-2-2-1 0,2-7-5 0,0-5 3 16,2 6 3-16,0 1-2 0,1 8-5 0,1 4 5 15,-6 5-6-15,0 6 6 0,-3 7-5 0,-1 5-3 16,1 3 1-16,-1 5-2 0,-1 4-10 0,-3 2 5 15,-1 3-5-15,0 2 4 0,0 1-17 0,0-1-10 16,0 2-2-16,0 0-2 0,-1 0-1 0,1 2-41 16,0 2-4-16,-2 0-16 0,0 13-47 0,-4 17-30 15,-3 3-15-15,0 4-10 0,-1 0-94 0</inkml:trace>
  <inkml:trace contextRef="#ctx0" brushRef="#br0" timeOffset="194714.18">7522 8899 210 0,'0'0'34'16,"0"0"-3"-16,0 0 42 0,0 0-2 0,0 0 3 16,0 0-5-16,0 0-26 0,0 0 2 0,0 0-8 15,0-2 15-15,0 0-6 0,0 2 4 0,0 0-5 16,0 0 13-16,0 0-30 0,0 0 2 0,0 2-14 16,0 0-14-16,0-1 3 0,0 24 2 0,-2 2-1 0,-2 1-1 15,-1 4 1-15,-1 1 5 0,-1 1 0 0,1-1 16 16,1 2-6-16,-1-1-1 0,2-4-2 0,1-1-8 15,-1-3-9-15,2 0 2 0,0-2-3 0,2 0 2 0,0 1-2 16,0-9 0-16,0-1 0 0,0-4 8 0,0-7-18 16,0 0 6-16,2-1-13 0,0 1-2 0,0-2-41 15,0 0-23-15,-1-2-13 0,1-2-137 0</inkml:trace>
  <inkml:trace contextRef="#ctx0" brushRef="#br0" timeOffset="195158.57">7572 9043 223 0,'0'-1'77'0,"-2"-1"-16"15,0 0 71-15,0-2-12 0,-3-7-54 0,-4-6-12 16,3 2-5-16,0-1-1 0,3-1-11 0,1 0-5 0,2 1 6 16,0-1-3-16,2-2 12 0,1 1 10 0,3-1-4 15,3 1 5-15,-7 3-14 0,17-6-12 0,3 5 1 16,-3 6-6-16,1 1-9 0,-1 7-15 0,-1-9 0 0,-3 5-3 16,0 6 0-16,-4 2-3 0,-4 2 1 0,-3 5 0 15,0 23 13-15,14-1-11 0,-6 5 5 0,-11-3-7 16,-2 1 10-16,-7 1-5 0,-3-4 1 0,-4 1-1 15,-2-4 0-15,1-2 6 0,10-4-1 0,-14-1 3 16,5-1-1-16,0-5 5 0,6 0-4 0,-8-6 5 16,6 0-12-16,7-3 4 0,-1 1-5 0,-1 1 4 15,6-6-6-15,-2 1-3 0,2-1 7 0,-2 2-5 16,0 0 9-16,2-1-4 0,0 1-5 0,2 0 0 0,0-1-7 16,2 1 3-16,13 0 6 0,1 7-2 0,-3 4 13 15,0-2-9-15,0 2-2 0,-2 9 0 0,0-6 0 16,-6 5 6-16,-1-1-4 0,-4-5 3 0,9-1-5 0,-2 1 6 15,-3 0-1-15,-5-2 3 0,-1 1 7 0,-1-1-2 16,-3-4 10-16,-2 0-6 0,1-1 19 0,-3-1-9 16,-16-2-8-16,4-1 2 0,-4 11-8 0,-2-6-11 15,3-4 4-15,1-3-8 0,5-2 5 0,-1-2-8 16,3 0 3-16,2 0-4 0,-4-2 2 0,10 2-8 16,1 0-2-16,1 0-3 0,1-2-23 0,0 0-34 15,0 0-4-15,3 1-12 0,-1-1-38 0,2 0-97 0,2-2-21 16</inkml:trace>
  <inkml:trace contextRef="#ctx0" brushRef="#br0" timeOffset="195716.76">8122 9066 534 0,'0'-2'112'0,"-2"0"-137"0,0 0 124 0,0-2-64 15,-2 1-14-15,2-1-13 0,-1-2 7 0,-1 1-11 16,-2-1-5-16,5 3 8 0,-3-1-10 0,-2 0 9 16,4 2-6-16,-1-1 12 0,-1 1 7 0,4 0 2 0,-4-2 31 15,-1 0 2-15,-1 1 0 0,1-1-3 0,1 2-20 16,2 2-9-16,0 0 6 0,-2-4-7 0,1 3 3 0,-1-1-18 16,0 0-1-16,2 0-4 0,1 0 11 0,-1 0-12 15,0 0 7-15,0 1-8 0,0-1 1 0,0 0 5 16,0 2-6-16,1 0 5 0,-1 0-1 0,0 0 2 15,0 0-4-15,2 0 4 0,0 0-3 0,0 0 3 16,-2 0-2-16,2 0 1 0,-2 0-5 0,0 0-1 16,1 0 7-16,-1 0-5 0,0 0-1 0,0 0 4 15,0 0 0-15,0 0 4 0,0 0 4 0,1 0-8 16,-1 0-6-16,0 0 2 0,0 0-2 0,0 0 7 0,0 0 1 16,0 0 1-16,1 0-14 0,-1 0 8 0,0 0-1 15,0 0 3-15,2 0-2 0,0 0 6 0,0 0-5 16,-2 0 6-16,2 0-7 0,0 0-1 0,0 0 5 15,0 0-4-15,0 0 4 0,0 0-3 0,0 0-3 16,0 0 1-16,0 0-1 0,0 0 3 0,0 0-3 0,0 0 3 16,0 0-6-16,0 0 5 0,0 0 5 0,0 0-2 15,0 0-3-15,0 0 0 0,0 0-4 0,0 0 4 16,0 0 6-16,0 0-4 0,0 0 3 0,2 0-5 16,0 0-4-16,0 0 5 0,0 0-1 0,-2 0 2 15,1 0-5-15,-1 0 0 0,0 0 0 0,0 0 1 0,0 0 3 16,0 0-2-16,0 0 1 0,0 0 0 0,0 0 6 15,2 0-4-15,-2 0-1 0,0 0-1 0,0 0-6 16,0 0 2-16,0 0 0 0,0 0 1 0,0 0 0 16,0 0-3-16,2 0-3 0,-2 0-1 0,0 0-2 0,0 0-92 15,0 0-33-15,0 0-38 0,0 0-261 0</inkml:trace>
  <inkml:trace contextRef="#ctx0" brushRef="#br0" timeOffset="197180.61">3810 10347 570 0,'0'-2'57'0,"-2"0"-7"0,1 0 20 0,-1-1-1 16,0-10-15-16,-11-2-13 0,0 0-6 0,0 2-2 0,7 2-3 15,-7-4-13-15,4 6 10 0,-6-6 3 16,2 2 3-16,0-4 23 0,-2-2-7 0,4 3 3 0,-6-3-6 15,4 1-8-15,2 1 6 0,0 0-4 0,0 4 2 16,2 0-20-16,-4 2-1 0,-4 4-3 0,2 1 0 16,0 4-17-16,-1-9-2 0,-1 4 0 0,-4 3 0 15,-3 4-1-15,-2 5 3 0,-2 8 6 0,-1-11 1 16,-1 35 5-16,0 4 5 0,1 8-4 0,3-1 6 0,-2-2-1 16,4 4-3-16,0-7 2 0,1 4 0 15,3-7 8-15,1 1-18 0,1-2 2 0,1-2-5 0,4 2 11 16,4-3-7-16,3 1 9 0,4-4-8 0,-18 2-5 15,9-1 1-15,5 1-2 0,6 0 5 0,4-1 5 0,3-1-3 16,3-3 0-16,3 3 0 0,1-3-5 0,1-4 6 16,0-2-2-16,-7-7 4 0,18 2 7 0,-2-8-9 15,5 2 2-15,3-4-3 0,1-3 3 0,5-3-2 16,4 21 4-16,3-14-4 0,3-8-1 0,-2-8-10 16,1-5-1-16,-4-4 0 0,1-5 6 0,-5-1-4 15,-5 3-4-15,-3 8-1 0,-9-16-13 0,-1 0-52 16,-4-5-3-16,-3 5-22 0,-2-2-40 0,-3 0-9 15,-2 2 4-15,-5 2-5 0,0 0 10 0,0 3 18 0,11 3-5 16,-4-1 8-16,-5 4-19 0,-2 0-31 0</inkml:trace>
  <inkml:trace contextRef="#ctx0" brushRef="#br0" timeOffset="197534.54">3823 10139 800 0,'-2'-2'34'15,"1"0"0"-15,-3-5 54 0,-9-14-14 0,4 6 13 16,5 2-33-16,-13 2-18 0,2 4-7 0,-3 3-2 16,-3 2-13-16,1-11-7 0,-2 4 6 0,-1 5-6 0,-3 4 20 15,4 2 3-15,-8 6 6 0,-1 5-2 0,3 1 9 16,-4 5 2-16,4-10 1 0,-3 19 1 0,1 7-3 16,1 1-2-16,-1 1-5 0,0 2 2 0,2 5-20 0,4 1-3 15,2 3 2-15,1-1-2 0,1-3-6 0,3 1 2 16,-1-1-7-16,1 5 6 0,6-3-1 0,-2 2 0 15,5 2-2-15,3-1 1 0,-1 1-4 0,-18-2 0 16,11-1 2-16,9-8-1 0,4-2 3 0,2-8-4 16,4-3 4-16,1-1-3 0,3-5 11 0,-1-3-6 15,-5-6-1-15,20-2-1 0,4-5-9 0,1-1 4 16,7-1-4-16,1 21 4 0,0-12 1 0,6-8-10 16,-4-4 5-16,1-7-8 0,1-1 6 0,2-2-20 0,-6 0-27 15,2-4 2-15,-6 0-80 0,-1-4-21 0,-2 10-2 16,-4-21-16-16,0-1-75 0</inkml:trace>
  <inkml:trace contextRef="#ctx0" brushRef="#br0" timeOffset="197897.74">3684 10243 962 0,'-2'-2'44'0,"-2"0"6"15,-12-5 19-15,-14-14-22 0,10 6 5 0,-3 6-34 16,1 5-7-16,5-7-10 0,-7 0 6 0,0 6-6 16,0 5-1-16,-6 1 3 0,4 7-3 0,-2 5 9 0,-3 5 37 15,1-10 4-15,-1 27 11 0,-3-1 19 0,6 1-8 16,-3 6-5-16,5 0-1 0,0 1-13 0,3-3-16 16,3 2 1-16,-2-4-9 0,1 2-17 0,5 0 2 15,-5 2-4-15,14 0 4 0,1 0-12 0,-16 0 10 16,9-4-8-16,5 0 8 0,5 2-11 0,3-8 7 15,5 1 2-15,6 3 0 0,2-7-4 0,2 2 0 16,0-8 0-16,-11-5 0 0,20-2 5 0,6 0-1 16,3-8 2-16,2 2-2 0,6-3-3 0,2 18 0 0,5-11-5 15,1-6 2-15,3-7-2 0,-8 0-1 0,2-2 0 16,-3-1-1-16,-9-3 1 0,5-1-10 0,-6-2 4 16,-3-1-9-16,1-3-2 0,-7 0-74 0,-1 8 10 15,-5-27-32-15,1 1-1 0,-6-3-36 0,0 1-7 0,-2 1-15 16,-2-1-64-16,-1 3-50 0</inkml:trace>
  <inkml:trace contextRef="#ctx0" brushRef="#br0" timeOffset="198162.94">3448 10395 742 0,'-2'-2'39'0,"-16"-5"41"0,-14-6-17 16,4 4-21-16,2 3-11 0,0 6-1 0,2 0-16 0,2 6-2 15,-2 5 15-15,0 2-8 0,-2-6 27 0,2 23 0 16,-4 1-2-16,2 7 2 0,-2-1 5 0,0 3-4 16,-2 7 6-16,4-1-4 0,2 4 12 0,2 2-2 15,9 2-6-15,0 2 1 0,7-2-20 0,1-6-11 16,-19 0 2-16,14-7-5 0,10 0-1 0,6-4-9 16,5-5 7-16,4-6-6 0,-13-4 9 0,27-2-12 15,1-1-4-15,-2-8-1 0,9-2 0 0,6-5-5 16,5 20 2-16,12-11-3 0,5-11 3 0,13-9-76 0,11-8-10 15,9-11-37-15,4-8-168 0</inkml:trace>
  <inkml:trace contextRef="#ctx0" brushRef="#br0" timeOffset="199497.6">8348 9060 154 0,'0'0'14'0,"0"0"26"0,2 0-23 0,0-2 12 15,0 0-3-15,0 1 5 0,-1-1 9 0,3 0 13 16,0-2-1-16,0 2 3 0,3-1-16 0,-1-9 21 0,1 3 0 16,0 0 9-16,-1-2-4 0,-2 1-4 0,1 1 3 15,-1 0-2-15,0 0-4 0,-2-1 2 0,-1 5-2 16,5-3 2-16,-2 3-3 0,-1-3-6 0,1-1-8 15,-2 3 4-15,0-3-21 0,-2 5-5 0,0-1-7 0,0 1 2 16,0 0-16-16,0 3 12 0,-2-3-1 0,-18-11 6 16,-5 4 2-16,-1 3-7 0,2 5 3 0,-5 1-4 15,3 2 14-15,0 0-13 0,-4 4 13 0,6 3-14 16,-6 4 7-16,-2 2 4 0,1 2-12 0,-1 2 10 16,4-15-7-16,1 27-4 0,1 1 6 0,3 3-7 0,1 1 0 15,3 1 6-15,3 0-7 0,3 3 7 16,2-3-3-16,1 0 0 0,7-3 0 0,1 1-2 0,-17-3-10 15,8 1 17-15,5 3-5 0,6-10 9 0,4 2 1 16,2-9-10-16,1-1 6 0,2-3-8 0,8 2 6 16,13-7 4-16,7 1-8 0,6 15 4 0,5-11-13 0,4-6 8 15,-2-7 1-15,2-1 0 0,-5-5-11 0,-3-3-6 16,-1-1 1-16,-8 1-2 0,0-2-6 0,-5 2-58 16,-2-1-20-16,-2-1-19 0,0 0-119 0,0-2-317 15</inkml:trace>
  <inkml:trace contextRef="#ctx0" brushRef="#br0" timeOffset="200625.33">3025 8730 95 0,'0'-2'34'0,"0"0"-5"0,0 0 29 0,2-28-8 0,0 2 0 16,1 2-28-16,1-1 11 0,0-1 5 0,-2 2 1 16,-1-4 14-16,1 0 3 0,-2 6-2 0,0 0 0 15,0 4-17-15,0 1 17 0,0 1-1 0,0 1 10 16,-2 4 15-16,1 4-21 0,-3-1-7 0,2 5-6 15,0 1-37-15,-15-7 10 0,-7 0-6 0,-5 3 8 16,-7 6 0-16,3 6 5 0,-2 7-2 0,-4 6 3 16,-4 5 2-16,-3-14 2 0,-1 31 4 0,1 3-3 0,5 5 3 15,4-1-5-15,1 1 0 0,5-1-2 0,-1-3-1 16,8-1-5-16,0 1 2 0,5-4-4 0,1-4 2 0,1-3 1 16,4 0 1-16,4-5 0 0,0 1 3 0,5-2-5 15,2-2 0-15,-13 1-3 0,8-5-3 0,3 2 0 16,4-3 0-16,4-4-1 0,3 1-3 0,1-4 5 15,14-3-2-15,11-5 3 0,4-3 0 0,10 22-2 16,3-14 3-16,8-9-4 0,5-7-5 0,5-6 3 16,3-6-4-16,-1-1 3 0,1-5-15 0,-4 1 7 15,-2-2-1-15,-4 2 3 0,-1 0-11 0,-7 0 0 16,-1 0-12-16,2 1-5 0,-7 1-143 0,1 0-109 16,-4 0-98-16</inkml:trace>
  <inkml:trace contextRef="#ctx0" brushRef="#br0" timeOffset="200968.6">3103 8366 1086 0,'-2'-2'0'0,"0"0"2"16,0 0 8-16,0 0-9 0,-1 0 8 0,-1 1-11 15,-7-3-2-15,-4 2 1 0,-2 2 1 0,-1 6 7 16,-6 5-2-16,-2 4 2 0,-8 5-4 0,6-18-6 0,0 20 31 16,-9 2 5-16,4 2 15 0,-6-2 44 0,0 2-12 15,9 0-5-15,1 2-3 0,3 6-25 0,1 1-15 16,-1-2 6-16,10 3-9 0,-3-5 4 0,6 3-10 16,4 5 0-16,1-8-4 0,7-1-1 0,-18 0 0 15,10-6-4-15,7 0 1 0,2 0-4 0,4-2 13 16,3-1 2-16,2-5 2 0,-7-1-2 0,30-4-6 15,1-1-1-15,10-5-2 0,1-3 4 0,5 0-14 16,-1 22 6-16,8-15-9 0,3-9 3 0,6-7-7 16,2-6 1-16,-4 0-4 0,4-4-1 0,2-1-151 0,9-3-38 15</inkml:trace>
  <inkml:trace contextRef="#ctx0" brushRef="#br0" timeOffset="201773.12">8755 8548 302 0,'-2'0'73'16,"0"0"-8"-16,0 0 16 0,-2 0 5 0,-1 0-26 0,-8-2-22 16,0 0-13-16,2 0 4 0,1 0-8 0,-1 2-1 15,4 0 13-15,-1 0-9 0,3 0 13 0,3 0 18 0,-2 0 17 16,2 0 2-16,-1 0 2 0,-1 0-4 0,0 0-37 16,2 0 7-16,1 0-18 0,-1 0 3 0,2 0-13 15,0 0 4-15,2 0-7 0,-1-2 6 0,7 1-12 16,20-5 6-16,5 0-7 0,4 3 13 0,6-3-5 15,-6 2 5-15,6-1-4 0,0-1 14 0,-4 1-14 16,5-1 5-16,-10 2-8 0,-1 1-1 0,-1 1 4 16,-8 0-10-16,-2 0 8 0,-5 2-8 0,-3 0 2 15,-1 0 1-15,-1 0-1 0,-5 0 0 0,0 0 2 0,-1 0-1 16,-4 0 0-16,2 0-14 0,-1 0 8 0,1 0-3 16,0 0 4-16,-2 0-6 0,-1 0-1 0,1 0-6 15,-2 0 2-15,0 0-20 0,-2 2-65 0,1 0-3 16,-1 0-29-16,0-2-74 0,-15 2-165 0</inkml:trace>
  <inkml:trace contextRef="#ctx0" brushRef="#br0" timeOffset="202054.73">8788 8865 653 0,'-2'0'61'0,"0"-2"114"0,1 0-141 16,-3 1-16-16,0 1-6 0,-5-2-2 0,0 0-10 16,-3 0 6-16,1 2 2 0,4 0 0 0,-1 0-5 0,1 0 22 15,3 0 17-15,1 0 2 0,1 0 47 0,0 0-16 16,-2 2-2-16,0 0-3 0,3-2-15 0,-1 0-16 16,0 0-11-16,2 0 1 0,0 0-23 0,2 0-1 15,0 0 2-15,31 0-1 0,4-2 6 0,4-2-12 16,0 0 0-16,-2 1-2 0,0-1 1 0,-4 2 2 15,2-2-3-15,0 3 1 0,-3 1-13 0,-3 0-64 16,-3 0-53-16,-2 0-19 0,0-2-302 0</inkml:trace>
  <inkml:trace contextRef="#ctx0" brushRef="#br0" timeOffset="202859.93">9898 8410 303 0,'0'0'27'0,"0"-2"35"0,0 1-25 0,0-1-1 15,0 0-6-15,0-2 4 0,0 0-22 0,0-1 6 0,0-4 8 16,0 1 0-16,0 1 24 0,0 3 32 0,0-3-14 15,0 1 19-15,0 2-8 0,0-1-1 0,0 1 4 16,0 0-6-16,0 1-16 0,0 1-12 0,0 0-6 16,0-2 0-16,0 0-7 0,0 1 1 0,-1-1-8 15,-1 2 3-15,0 0-25 0,2 0-3 0,0 1 6 0,0-1-4 16,0 0 6-16,0 2 8 0,-2 0-8 0,2 0 8 16,0 2-11-16,0 0 3 0,-2-1 1 0,2 3-2 15,-5 18-8-15,-1 1-1 0,0 3-1 0,-1 5 0 16,0 1 4-16,-5 7 3 0,-1 0 0 0,4 0-1 15,0 5-14-15,0 3 11 0,1-8-3 0,1 0 6 16,-3-2-4-16,3-4 1 0,1 3-2 0,5-5 2 0,-1-3-3 16,0 0 11-16,2-4 3 0,0 0 1 0,0-2 1 15,2-1-4-15,0 1 0 0,-1-3 1 0,3 1 11 16,2-1-16-16,1-3 8 0,2 1-11 0,1-2 3 0,-1-2-8 16,-5 0 4-16,14 0-3 0,3-4 9 0,-1-1-3 15,1-1 1-15,-1 8-2 0,-1-6-4 0,1-1 10 16,4-3-7-16,-3-3 9 0,1-2-10 0,0-2-1 15,0-1 6-15,1-5-3 0,-1-3 2 0,2-4 1 16,2 11-7-16,2-20 8 0,0-2 5 0,-2 0-4 16,2-3 5-16,-2 1-5 0,-8-2 3 0,6 2-5 15,-5 0 3-15,0-1-3 0,-1 1 2 0,-9-2-3 0,-3-3 1 16,-2-1-2-16,1-1-2 0,1-2 2 16,-1-2-3-16,18-2 4 0,-12 2 2 0,-8-2-4 0,-3 6-3 15,-7-4 0-15,-4 2 0 0,-2 0 6 0,-2-1-1 16,0 7 3-16,-2 1 3 0,-1 2 3 0,12 2 6 15,-18 4-4-15,-4 0 1 0,2 5-11 0,0 4-3 16,-1 2-2-16,1 2-4 0,1 1-7 0,-1 6 2 0,4-13-6 16,0 6-3-16,0 4-17 0,1 5 5 0,-1 1-11 15,-2 7-40-15,0 5-87 0,-4-8-18 0,0 29-31 16,-2 7-162-16</inkml:trace>
  <inkml:trace contextRef="#ctx0" brushRef="#br0" timeOffset="203527.91">7592 10111 909 0,'-3'-2'50'0,"-16"-9"73"16,-14-8-68-16,7 6-30 0,-4-1 5 0,6 4-13 0,-2 1 2 15,5 2-6-15,3 1 2 0,-3 0 0 0,8 3 20 16,-1-1-3-16,1 2 3 0,0 0-4 0,1 0-8 0,5 2-14 15,0 0-4-15,5 0-1 0,-2 0-14 0,0 0 16 16,2 0 2-16,1 0 5 0,1 0 1 0,0 2-8 16,1 0-6-16,3 0 2 0,26 5-1 0,13 1 3 15,5-3 0-15,4-5 1 0,7 0-2 0,6-3 21 16,4-5-5-16,9-1 9 0,0 0-13 0,11-2 5 16,9-1 1-16,3-1 0 0,3 0-4 0,-4 0-4 15,0 2-3-15,-5 2 2 0,0 0 2 0,1 1-10 16,-1 3 4-16,3 1-7 0,-1 0 0 0,-8 3 0 0,-11-3 2 15,-8 2-1-15,-3 0 6 0,-5 0-3 0,-1 0-6 16,-4 1 2-16,-6-1-1 0,-1 0 6 0,-4 0-1 16,-9 0 3-16,-5 0-7 0,-8 2 7 0,-7 0 2 15,-1-2 0-15,1 2-11 0,-8 0 9 0,-1 0-4 0,-5 0 6 16,1 0-8-16,-2-1-10 0,0-1-9 0,-2 0-1 16,0 0-35-16,-2 0-47 0,0 2-12 0,-31-5-16 15,-10 3-77-15,0 2-224 0</inkml:trace>
  <inkml:trace contextRef="#ctx0" brushRef="#br0" timeOffset="203871.9">7310 10250 1289 0,'-2'-2'56'0,"-1"1"6"0,-25-11-18 16,5 5-18-16,5 1-12 0,3 3-14 0,6 3-18 16,3 0 8-16,4 0-9 0,-1 2 26 0,1 1 11 15,2-1-1-15,-2 11 4 0,2 0-3 0,4 0-9 16,3-4 1-16,25-3-3 0,14 5-6 0,6-5 2 0,9 5-4 16,6-2 4-16,4 21 6 0,7-15-7 0,0-8-1 15,9-7-1-15,9 0 7 0,21 0-7 0,8-2 9 16,3-1-10-16,6-3 5 0,-6-3 19 0,4 1-3 15,16-3 9-15,4-4 13 0,-3 2-11 0,1-2 2 0,-5 2-7 16,-2 4-13-16,0 2-8 0,-9-1-3 0,-17 5 1 16,-10 3-2-16,-8 3 3 0,1 7-2 0,-9 1 1 15,-2 2-3-15,-9 0-7 0,-11 0-9 0,-8 2-14 16,-11 3-182-16</inkml:trace>
  <inkml:trace contextRef="#ctx0" brushRef="#br0" timeOffset="207476.03">5511 13858 95 0,'-2'0'0'0,"0"-2"28"0,0 0 260 15,1 0-99-15,-3 0 9 0,0 1-141 0,0-1-10 0,3 0-19 16,-1 0 0-16,0 0-5 0,0 0-16 0,0 0 15 16,0 1-5-16,0-1 12 0,2-2 19 0,0 0 10 15,0 1-1-15,2-1 4 0,0 0-4 0,2 0-4 16,9-5-5-16,7-4-2 0,3 2-19 0,1 0-2 15,2 2 1-15,2 1-5 0,-2 3-20 0,0 1 4 16,1 0-6-16,3 2 5 0,-2 0-2 0,-4 2-7 16,-3 0 3-16,-3 0-5 0,4 0 9 0,-3 0-12 15,1 0 1-15,-3-1-8 0,0-1-15 0,3-2-85 0,-3 0-16 16,-2 1-31-16,-4-1-116 0</inkml:trace>
  <inkml:trace contextRef="#ctx0" brushRef="#br0" timeOffset="207701.11">5853 13500 815 0,'-2'0'75'0,"0"-2"-35"0,-2 0 69 0,-1 0-18 16,-3 0-52-16,5 2-16 0,1 0-6 0,-2-2-4 16,0 2-23-16,2 0 12 0,1 0 4 0,-1 2 5 15,0 0 19-15,0 2 19 0,2-1-8 0,0 16 9 0,0 1-24 16,4 1-8-16,1-1-5 0,3 4-1 0,1 2-17 15,0-1 1-15,2 4-3 0,1-3 1 0,-1 0-14 0,-4-2-10 16,2 2-12-16,-3 0-12 0,0 2-182 0</inkml:trace>
  <inkml:trace contextRef="#ctx0" brushRef="#br0" timeOffset="208059.99">4497 14758 1040 0,'-2'-1'89'0,"-1"-1"168"15,-8-4-222-15,7 4-23 0,0 0-9 0,2 1-2 0,0-1-15 16,2-2 18-16,0 0 2 0,4-3 6 0,5-6 6 16,12-2-17-16,9 0 6 0,-6 2-8 0,2 0 4 0,0 2 1 15,-2 0-5-15,-2 5 1 0,-2-1-23 0,-3 5 3 16,-2 0-5-16,-2 0 3 0,0-7-20 0,0 2-216 15,2 1-22-15</inkml:trace>
  <inkml:trace contextRef="#ctx0" brushRef="#br0" timeOffset="208619.72">5039 14586 582 0,'-1'-2'59'0,"-3"0"65"16,0 0-19-16,-9-5-34 0,-2-1-3 0,4 5-11 15,2-1-27-15,0 2-20 0,-1 0-3 0,1 2-3 16,0 0 9-16,-2 2-10 0,-2 4 4 0,0 3-6 0,0 2 21 16,0 15 17-16,1-2 2 0,1-2 1 0,2 1-7 15,5-3-6-15,1-1-4 0,1-3 0 0,-9 1-8 0,1 0-13 16,5-4 7-16,1 2-10 0,4-2 7 0,0 0-8 16,0 0 6-16,2-2-6 0,2 0 10 0,-1-2-7 15,1-1 2-15,0-3-2 0,14-3 24 0,5 2 5 16,3-2-2-16,-2 13 1 0,5-4-17 0,3-6 0 15,1-3 2-15,1-4-2 0,-4-3 0 0,-6-1-8 16,-2-1-2-16,2-4 0 0,-2-1 8 0,-1 1-2 16,-3 0 1-16,-6 4-3 0,-1-1-8 0,-4-10 12 15,-1-3-1-15,-1 1 4 0,10-2-9 0,-4-1 6 0,-3-1-2 16,-5-2 5-16,-3 2 5 0,-1 0-9 0,-5 2 6 16,-3-1-6-16,-2 1 15 0,-1 3-11 0,1 3 4 15,4 5-5-15,-8 3 2 0,-5 3 5 0,3-7-12 16,0 3 8-16,-3 0-22 0,10 7 2 0,-1 0 3 15,0 2 0-15,6 0-5 0,-7 4-3 0,-1 3-1 0,10-5 0 16,-7 13 4-16,7 4-2 0,-10-1 6 0,2 1-4 16,5-1 8-16,4 3-21 0,2-3 1 0,4 1-10 15,1-2-6-15,1-4-78 0,5 1-6 0,-3-4-28 16,14-3-67-16,13-1-198 0</inkml:trace>
  <inkml:trace contextRef="#ctx0" brushRef="#br0" timeOffset="208806.95">5552 14569 1646 0,'-2'0'25'0,"0"0"5"0,0 0-9 16,-1 0-11-16,-1 0-2 0,0 0-4 0,0 0-11 16,3 0 1-16,-1 0-5 0,0 0 2 0,-2 0-6 15,0 0 2-15,1 0-2 0,-1 0-2 0,2 0-22 16,0 0-14-16,0 0-11 0,1 0-137 0,-1 0-41 15,0 0-53-15</inkml:trace>
  <inkml:trace contextRef="#ctx0" brushRef="#br0" timeOffset="209146.97">5717 14317 801 0,'-2'0'119'0,"-13"-2"226"15,-9-4-309-15,6 2-19 0,3 3-9 0,4-1 3 16,1 2 7-16,7 0-7 0,1 0 3 0,-2 0-7 16,0 0-12-16,1 0 8 0,1 0 4 0,0-2 5 15,0 0 21-15,2 0 17 0,0 0-1 0,2 0 7 16,0 1-3-16,2-1-20 0,3-2 1 0,17-9-9 0,-2 4-18 16,3 3 4-16,1 2-7 0,1 4 5 0,-1 0-9 15,-1 4 5-15,-1 2-2 0,-4 1 3 0,2 4-13 16,4 4 10-16,-5-7-2 0,-1 19 6 0,-3 3-5 0,-2 2 0 15,1 1 0-15,-8-5 0 0,3 5 2 0,-2-5 19 16,-5 0-6-16,2 4 9 0,10-8-7 0,-5-2 1 16,-3-2 1-16,-3 1-1 0,1-3-6 0,-2-1-2 15,-2-4-3-15,-1 0 0 0,-1-2-2 0,0 0-4 16,0-1 3-16,0-1-5 0,0 0-2 0,0-3-10 16,0 1-1-16,0-3-3 0,0 0-12 0,0-2-66 0,0 1 1 15,-1 1-28-15,-1-2-44 0,0 0-54 0,0 0-12 16,0-2-20-16,2 0-130 0</inkml:trace>
  <inkml:trace contextRef="#ctx0" brushRef="#br0" timeOffset="209368.66">5713 14634 1350 0,'-1'0'33'0,"-1"-2"61"15,0 0-72-15,-2 0-13 0,2 1-1 0,0-1-3 16,1 0 11-16,-1 0 20 0,2 0 4 0,2 0 3 15,1 0 7-15,21-12-8 0,8 12-4 0,9-15-1 16,-2-3-8-16,5-6-11 0,1 3-4 0,3 1-3 0,-1 3-10 16,-5-5-12-16,1 4-2 0,-4-4-7 0,0-2-28 15,4 5-126-15,-2-3-19 0,5 0-62 0,2-4-305 16</inkml:trace>
  <inkml:trace contextRef="#ctx0" brushRef="#br0" timeOffset="210240.74">7657 10670 554 0,'0'-2'33'0,"0"0"-5"0,-1-11 25 0,-5-15-1 16,0 0-4-16,3 2-2 0,-1 0-6 0,0 4 2 0,2 4-5 15,1-1-2-15,-1 4-10 0,0 0 11 0,0 4-8 16,2 2 38-16,0 3-4 0,0 3 3 0,0 1-4 15,0-4-1-15,-2 3-33 0,0-1 3 0,0 2-14 16,1 0-5-16,-1 2 0 0,0 0 0 0,0 2 0 16,0 2-4-16,-2 12-7 0,1 14 0 0,-1 2 0 15,0-1 7-15,2 1-4 0,1-1 3 0,1 5-5 0,-2-3 6 16,2 0 4-16,0 5-2 0,2-3 2 0,1 2-7 16,3-2 5-16,-1 1 0 0,1-1 2 0,0-5 2 15,3 5-4-15,0-4 5 0,0-1-6 0,1-2-2 0,-1-2 3 16,-2-2-5-16,-1-7 6 0,1 1-4 0,-3-6-2 15,0-3 3-15,3 6-2 0,-1-6 5 0,-1 0 2 16,-1-1-7-16,-2-5 4 0,2 1-5 0,-1 0 4 16,1-1 3-16,0 1-2 0,0-2 6 0,-1 0-6 15,1 0 2-15,0-2-2 0,-1 0 5 0,7-8-6 16,-1-10 1-16,2-17-2 0,2-3 6 0,2-4-1 16,2-3 2-16,-1-3-2 0,1-4 2 0,0-4 0 0,1 4-2 15,1 0 1-15,1 4-2 0,3 3-1 0,-5 1 0 16,-3 1-1-16,0 4-5 0,-2 6 4 0,-4-1-2 15,2 8 1-15,-1 2-6 0,-1 2 1 0,-4 7-2 16,1 2 0-16,-2 7-3 0,-1 1-23 0,1 1 2 16,-2 0-18-16,0 3-81 0,0-1 6 0,0 2-22 0,-2 0 20 15,0 2-23-15,-4 16-62 0,-9 21-9 0,0 0-28 16,0-2-118-16</inkml:trace>
  <inkml:trace contextRef="#ctx0" brushRef="#br0" timeOffset="210464.39">8179 10869 405 0,'0'0'95'0,"0"0"-118"0,0 0 134 0,0 1-65 0,0 1 64 16,0 0-54-16,0 6-1 0,-2 21-18 0,0 3-8 15,-1 3 5-15,-1 4 14 0,-2 6-6 0,1-3 24 16,-3 3 0-16,-3-2-3 0,0-4 2 0,0-2-5 16,0 0-11-16,3-2 1 0,3-7-6 0,-1 4-8 0,3-8-14 15,-1 2-5-15,2-4-1 0,0-3-4 0,2-1-2 16,0-1 7-16,0-4-7 0,0-2-4 0,0-2-1 15,0 1-5-15,0-3 4 0,0-1-2 0,0-5-5 16,0 1-3-16,0 0-1 0,2 2-9 0,0 0-11 16,0-1-12-16,0-1-7 0,-1 0-98 0,1-2-50 15,0 0-18-15,-2-2-7 0,0 0-55 0</inkml:trace>
  <inkml:trace contextRef="#ctx0" brushRef="#br0" timeOffset="210864.9">8062 11208 179 0,'0'-2'103'0,"0"1"-7"0,0-3 53 0,-2-18-8 15,0 1-18-15,2 5-47 0,0-1-5 0,0-2-10 0,0 3 3 16,0 1-22-16,2-2-4 0,2 6 10 0,5-6-5 16,4-1 28-16,-5 3-1 0,16-4-2 0,2 4-3 15,-6 0-31-15,10 4-17 0,-4 4-5 0,0 5-3 16,2-17-8-16,-6 12 6 0,-1 5-5 0,-3 2 6 16,-3 4-7-16,-2 5 1 0,-2 6 2 0,-5 20-3 15,-3 4-7-15,20 0 11 0,-12 2-5 0,-9-4 7 0,-6 0-2 16,-5 0 6-16,-2-1 2 0,-4-5 1 0,11-5 5 15,-18-3-4-15,1-5 0 0,1-1-4 0,7-2-7 16,-2-4 7-16,4 0-8 0,2-5 5 0,3-1-13 16,2-3 9-16,2 0-4 0,2 0 5 0,-3 1-9 0,1 1-7 15,0 0 8-15,0 0-7 0,0-3 10 0,2 1-1 16,0 0-1-16,2 0 1 0,2 0 6 0,7 0-5 16,9 3 1-16,-1 1-3 0,-2-1-4 0,1 5 6 15,-1-1-2-15,-6-2 4 0,-2 3 11 0,-5 16-8 16,13 0 6-16,-4 3-9 0,-8 1 2 0,-3-2 0 15,-4 0 4-15,-3-4-2 0,-3-2 5 0,-3 1-7 16,8-5 3-16,-23-3-2 0,-6 2 7 0,2-10-8 0,4 2-2 16,2-3 0-16,4-4-4 0,3 0-12 0,-5 12-2 15,11-8-6-15,-2 0-25 0,3-5-109 0,7-1-12 16,-1 0-45-16,2-1-154 0</inkml:trace>
  <inkml:trace contextRef="#ctx0" brushRef="#br0" timeOffset="211223.22">8976 10943 1092 0,'-2'-2'36'0,"0"2"87"0,-15-6-115 15,2 3-7-15,-1-1-1 0,-1 4-2 0,-2 4 1 16,1 3-2-16,-3 6 1 0,5 4-3 0,-1 18 0 0,0 2 10 15,1-3 1-15,1 3 5 0,-2-7 15 0,6 1 26 16,2 2-3-16,-1-1 10 0,5-2-9 0,1-2-21 16,2-4 0-16,-15 0-8 0,8 0-8 0,5-4-1 15,3 3 3-15,2-3-5 0,3-1-14 0,4-1 8 16,1-1-4-16,-4 0 8 0,25-2-2 0,2-2-2 16,1-2-1-16,-1-4 0 0,3-1 2 0,4-4 3 15,-4-1-4-15,4 20 4 0,-3-12 1 0,1-5-3 16,-2-4 7-16,-2-2-6 0,-1-2 10 0,-10 1-12 15,0-3 1-15,-5 0-4 0,-2 1-1 0,-2-1 0 0,-4 1-1 16,-3 1 0-16,-4 4-6 0,5-9-23 0,1-2-17 16,-5-1-5-16,-1-1-78 0,-2 2-30 0,-2 2-11 15,-1 0-11-15,-3 1-88 0</inkml:trace>
  <inkml:trace contextRef="#ctx0" brushRef="#br0" timeOffset="211448.79">8745 11297 1286 0,'0'0'27'0,"0"0"3"16,-1 0 28-16,-1 0-26 0,0 0 13 0,2 0-46 15,0 0-5-15,0 0 4 0,2 0-2 0,0 0 22 16,-1 0 20-16,3 0 2 0,17 2 5 0,1-2 1 16,6 2-4-16,0-2-6 0,1 0 0 0,5-2-15 0,1-1-9 15,2-1 0-15,-3 2-3 0,-5 0 3 0,-1 0-13 16,-6 0 1-16,-1 1-4 0,-1-1 5 0,-3 0-7 15,-2 0 3-15,-2 2-8 0,-6 0-6 0,-1 0-46 16,-4 0-6-16,1-2-16 0,1 0-42 0,0 0-38 16,-2 1-13-16,-1-1-17 0,1-2-135 0</inkml:trace>
  <inkml:trace contextRef="#ctx0" brushRef="#br0" timeOffset="211634.23">8716 11041 1222 0,'-2'-2'43'15,"0"1"77"-15,0-1-44 0,0 0-22 0,0 0 2 16,1 0-14-16,-1 0-25 0,2-1 29 0,2-1 0 0,1 0 9 16,16-1-2-16,24-7-11 0,7-2-4 0,-4-3-2 15,2 0-15-15,4-1-16 0,-3-1 6 0,1 6-10 16,-4 0-1-16,-5 4-13 0,-4 3-7 0,-5 1 0 16,-1 3-6-16,-5-2-76 0,-3-11 9 0,1 4-37 15,-2 4-46-15,-2 3-80 0,1 2-42 0</inkml:trace>
  <inkml:trace contextRef="#ctx0" brushRef="#br0" timeOffset="211888.24">9419 11006 872 0,'0'0'17'0,"0"0"40"0,0-2-57 0,0 2 11 16,0 0 4-16,2-2 3 0,0 2 17 0,2 0 8 0,1 0-4 16,16-2 5-16,1-1-7 0,2 1-23 0,0 0 2 15,1 2-10-15,-9 0 0 0,5 0-10 0,-3 0 5 16,-7 0-7-16,8 0-4 0,-6 2-26 0,-4 0-35 16,-3 0-14-16,-2-1-291 0</inkml:trace>
  <inkml:trace contextRef="#ctx0" brushRef="#br0" timeOffset="212044.18">9395 11450 995 0,'0'0'93'15,"0"0"15"-15,0 0-31 0,-2-2-35 0,1 0-16 0,1 0-15 16,0 0 4-16,0 0 4 0,1 1 1 0,3-1 14 16,20-13-25-16,6-4 5 0,7 1-12 0,0 1-11 15,6-2-6-15,0 3-8 0,-8-3 3 0,2 1-19 16,4-3-116-16,-4 1 1 0,6-1-52 0,-2 1-124 0</inkml:trace>
  <inkml:trace contextRef="#ctx0" brushRef="#br0" timeOffset="212477.73">10311 10850 1030 0,'-2'-2'46'0,"0"0"75"0,0 2-48 0,-16-9 1 0,3 2 2 16,-2 1-6-16,6 2-33 0,-4 1-5 0,2 1-5 15,0 0 3-15,0 2-6 0,0 0 3 0,0 2 1 16,0 1 1-16,2 3-5 0,2 0-9 0,-3-1-2 16,5 16-1-16,0 1-2 0,1 8-12 0,4-1 5 15,-2 1-5-15,-14 2 9 0,5-1-5 0,5-3-2 16,5 2 0-16,1-6-4 0,2-2 0 0,2 6 4 0,0-6-1 16,3 6 0-16,3-8 1 0,-3-3-1 0,3-4 2 15,-1-2-3-15,-1-1 7 0,14-3-1 0,4-1 3 16,0-3-7-16,4 16 10 0,-2-8-6 0,6-4 10 15,-3-5 3-15,5-2-2 0,3-5 7 0,-4-3-6 16,-1-3-6-16,-1-2 4 0,-3-2-5 0,-2 12 7 0,-3-23 1 16,-5-2-4-16,-7 0-3 0,-5-4 0 0,-2 1-1 15,16-3 2-15,-7-1-1 0,-9 4 0 0,-4-3-8 16,-2 3 0-16,-4 1 0 0,-5 2-1 0,-2 2 1 16,-2 6 3-16,6 3 3 0,-13 4-3 0,-8 2-9 0,2 5 2 15,2 2-4-15,-2-14 5 0,4 9-2 0,-4 5 7 16,-3 4-7-16,1 5 5 0,2 5-6 0,4 1-2 15,2 4 5-15,5-2-4 0,2 16-2 0,4-1 0 16,4 2-1-16,3 2 2 0,2-5 6 0,-16 5 0 16,8-4 0-16,7-4-2 0,3 2-6 0,1-2 1 15,3 2-3-15,2-5-1 0,3-1-20 0,-2-5-55 16,3 0-4-16,-7-2-25 0,20-4-75 0,3 0-139 16</inkml:trace>
  <inkml:trace contextRef="#ctx0" brushRef="#br0" timeOffset="212715.43">10836 11023 1669 0,'0'0'20'0,"-2"-2"40"16,0 0-26-16,1 0-17 0,-1 0-2 0,0 2-8 15,0 0-20-15,0 0 12 0,2 0 2 0,0 0 2 16,0 0-3-16,0 0 1 0,0 0 0 0,0 0 1 0,0 0-3 15,0 0 1-15,0 0-6 0,0 0 4 0,0 0-21 16,0 0 3-16,0 0-9 0,2 0 1 0,0 0-57 16,0 0-76-16,1 0-14 0,5-2-25 0,14-5-103 0</inkml:trace>
  <inkml:trace contextRef="#ctx0" brushRef="#br0" timeOffset="213103.68">11100 10692 846 0,'-2'-2'527'0,"0"0"-758"15,0 2 643-15,-15-11-373 0,1 2-19 0,6 3-5 0,3 3-6 16,3 1 1-16,1 0-24 0,-1 0 9 0,2 0 0 16,0 0 5-16,0 1 10 0,2-1 15 0,0 0 8 15,2-2 3-15,2 0 24 0,7 1-24 0,15-5-6 0,4 5-5 16,-2-1-16-16,-2-13-5 0,0 6-3 0,-2 4 1 15,-2 3-3-15,2 4-2 0,-2 4 3 0,1 1-3 16,-1 4 3-16,-7 1 0 0,3-5 0 0,-6 21 0 16,-1 4-3-16,2 3 2 0,-6 1 4 0,2 3-1 15,-3 0 6-15,-2 4-8 0,-1 2-1 0,22 1-2 16,-12 3 11-16,-8-8 6 0,-3 2-2 0,-2-4 3 16,-2 0 7-16,-2-2-6 0,-1-3 6 0,-1-1-7 0,1-5 2 15,-1 2 3-15,1-2-5 0,-1-4 4 0,0-1-12 16,1-5 8-16,-1 1-7 0,3-4 5 0,-3 2-3 15,2-4-2-15,1-2 3 0,-1-1-5 0,0-3-6 0,2-1 6 16,0 0-1-16,2-2 2 0,-1 1-3 0,-3 1-12 16,2-4-1-16,-5 6-5 0,-3-1-10 0,-5 3-67 15,8-6 2-15,-2-1-31 0,-1-1-56 0,1 0-28 16,4 0-30-16,-3-3-1 0,6 3-137 0</inkml:trace>
  <inkml:trace contextRef="#ctx0" brushRef="#br0" timeOffset="213338.64">10951 11134 1505 0,'-2'0'37'0,"1"0"5"0,-1-2 33 0,0 0-20 0,0 1 8 16,0-1-53-16,0 0 3 0,0 0-7 0,2 0 13 16,0 0 35-16,4 0-1 0,20-3 2 0,25-6-5 15,6-2-5-15,6-4-7 0,4 0-1 0,8 1-4 16,-4 1-8-16,1 0-18 0,-3 0 6 0,-2 0-9 15,2 2 1-15,-2 4-4 0,2 0-6 0,-6 3 0 16,2 2-32-16,-7 1-102 0,-4 1-28 0,-2 0-52 16,-4 2-346-16</inkml:trace>
  <inkml:trace contextRef="#ctx0" brushRef="#br0" timeOffset="-213024.36">10771 8557 115 0,'0'-2'0'0,"0"0"9"0,0 0 102 0,0 1-21 15,0-1 6-15,0-2-44 0,0 2-11 0,-2-9-10 0,2 2-1 16,0 3 2-16,0 1 5 0,0 3 10 0,0-4-1 15,0 1 2-15,0 1-12 0,0 2-2 0,0-2 0 16,0 1-1-16,0-1-13 0,0 2-3 0,0 0 0 16,2 0 0-16,0 0 6 0,0 1 6 0,0 1-2 15,0 0 4-15,-1 1-2 0,1 3-16 0,2 9 3 16,2 13-6-16,-3 2 7 0,-1 5-14 0,-2 1 3 16,0 1-6-16,0 0 5 0,0-1 6 0,0-6-1 0,0-2 1 15,0-4-5-15,0-4-3 0,0-1 5 0,0-2-3 16,0-2 5-16,2-2 12 0,0 0-8 0,0-3 11 15,0-1 0-15,-1-1-1 0,-1-3-1 0,2 1-1 16,-2-2-6-16,0 0 0 0,0 0 2 0,4 1-1 16,0 1 4-16,-1 0-4 0,1-2 2 0,0 0-3 15,0-1 7-15,-1 1-10 0,1-2 5 0,7 0-7 0,8-3 5 16,5-7 0-16,4-5 0 0,7 12 1 0,2-31-2 16,15-7 0-16,6-3-8 0,3-10 6 0,9-4-2 0,3-5-3 15,-3-3 8-15,5 2-7 0,-5 1-2 0,3 6 2 16,5-1-3-16,5 8 3 0,6 0 2 0,2 3-11 15,-3-1 6-15,-12-2-6 0,-9-2 6 0,-8 4-7 16,-7 7 0-16,-4-2-4 0,-3 4-4 0,-8 11-9 16,0-1-8-16,-4 12-1 0,3 2-27 0,-5 6-172 15,3 7-35-15</inkml:trace>
  <inkml:trace contextRef="#ctx0" brushRef="#br0" timeOffset="-188111.13">6580 12787 11 0,'0'0'26'16,"0"0"-7"-16,0-2 21 0,0 0-4 0,0 0-23 15,0 0-10-15,0 0-4 0,0 0-2 0,2 1 7 16,0-3 21-16,0 0 17 0,-2 0 12 0,2-3-1 15,0 1 32-15,-2 5-27 0,0-3-2 0,2-4-7 0,-1 1-3 16,1-2-6-16,0 3 1 0,-2 2-5 0,0-1-13 16,0-1 42-16,0 3-6 0,2-7 17 0,0 1-17 0,0-2-16 15,0 0-8-15,-1 0 0 0,-1 5-8 0,0-1-2 16,0-1 1-16,0 1-2 0,0-1-4 0,0 3 0 16,0-1 3-16,0-1-1 0,0 3 1 0,-1-2 13 15,1 5-7-15,-2-3 8 0,-2 0-16 0,0 0 0 16,1 3 4-16,1 1-2 0,0 0 2 0,-6-2-8 15,-1 0-3-15,4 2-1 0,-6 0 2 0,7 0 0 16,-2 4 4-16,1-1-4 0,-1 10-3 0,2 4 12 16,3 3-6-16,-14 3 8 0,4 1-14 0,5-4-2 0,2 1 5 15,2-3-4-15,1 1 3 0,1 1-6 0,1 1-8 16,3 1 4-16,2-2-8 0,-1-5 5 0,3 2 0 16,-3-6 0-16,1-2 0 0,-2 1-1 0,10-5-2 15,5 1 0-15,1-2 7 0,1-3-2 0,1 14 4 0,-2-5-6 16,3-7-1-16,3-3-3 0,-2-2 5 0,4-3-2 15,-4-3 12-15,-6 1-10 0,1-2 0 0,-4-1-2 16,0 9 11-16,-6-20-7 0,0 3 4 0,-1 1-6 16,-5-4-2-16,1 7 7 0,-2-9-1 0,9 7 4 15,0-3-5-15,-3-1 3 0,-5 5-8 0,-1-9 6 16,-2 3-7-16,-2-3 1 0,-1 4 4 0,-1 1-1 16,-2 2 4-16,-1 2-5 0,0 2-3 0,3 2-1 0,-18 2-5 15,1 3 10-15,-5 3 1 0,0 1 2 0,-2-17-5 16,-7 6-8-16,2 6 6 0,5 5-6 0,0 4 10 15,-2 3 0-15,-1 5-6 0,-1 1 2 0,2 2-8 0,6 0 5 16,4 0 2-16,3-11 0 0,2 20 2 0,4-5-5 16,2 3 0-16,1-1-1 0,5-1 2 0,-10 1 1 15,3-2 2-15,5-3-2 0,1 1-9 0,2-7 13 16,2 5-7-16,0-4 8 0,0-2-11 0,2 3 12 16,0-5 0-16,4 3 4 0,-5-6-12 0,20 11 9 15,1-4-6-15,2-4 6 0,2-3-9 0,4-2 11 16,0-2-4-16,-2-5 7 0,-1-4-7 0,1 0 0 15,-7 0 2-15,-1-2-1 0,0-2 5 0,-7 11-8 0,2-11 3 16,-2 4-3-16,-7 2 11 0,-2 1 2 0,-3 5-1 16,1-1 1-16,2-2 7 0,-2 1-16 0,0-1 10 15,-2 4-12-15,0 0 8 0,0-1-6 0,-2-1-4 16,0 0 1-16,-2 2-1 0,2 2 2 0,-12-5 1 0,2 3 0 16,-1 2 1-16,2 0-5 0,0 2-2 0,4 0-7 15,1 0-47-15,-1-1-173 0,1 1-75 0</inkml:trace>
  <inkml:trace contextRef="#ctx0" brushRef="#br0" timeOffset="-186400.56">4440 10562 83 0,'0'0'48'16,"0"0"-6"-16,0-2 1 0,0 0 3 0,0 1-21 15,0-1-16-15,0 0 5 0,0 0-5 0,0 0 4 16,0-2-8-16,0 1 2 0,0-3-1 0,0-1 2 0,2-4 11 15,-2 1 7-15,0 5 8 0,0-8-4 0,0 2 13 16,0 1 5-16,0-3 4 0,0 2 0 0,0 6 9 16,-2-5-16-16,0 5-2 0,0 1-4 0,-2-3 2 0,1 1-10 15,1 2 8-15,-9-5-8 0,-10-2 10 0,8 5-14 16,-7 1-1-16,-1 3-2 0,6 2 1 0,-9 4-7 16,0 3 1-16,0 4-4 0,-2 0 2 0,6 1-9 15,-1-1 5-15,1 0-5 0,3 0 4 0,4-2-11 16,2-1 4-16,0-6-5 0,1 9 7 0,3 0-2 15,1-2-5-15,1 2 2 0,1-1-10 0,2 1 6 16,0 0 2-16,-7 2 1 0,4-4 3 0,-1 4-4 16,2-2-5-16,2-2 2 0,2 1 1 0,0 1-1 15,0-2 6-15,2-1-4 0,0-1 6 0,0 0-6 0,0-1 1 16,0-2-1-16,7-1 12 0,6 9 7 0,3-1 8 16,5-4-3-16,1-1 7 0,2-4-10 0,4-2-1 15,1-4 1-15,8-2 7 0,-4-1-17 0,-3-1 5 16,1-1-8-16,-8 2 1 0,1-3-2 0,-2 3 0 0,-8 1 1 15,1-1 1-15,-4 1 0 0,-2 1 1 0,-3 1 0 16,-6 4 3-16,1-2-3 0,3-5-2 0,3-6 1 16,-3 2 0-16,-1-2 6 0,-3 2-7 0,-2-2 6 15,0 3-14-15,-2-1 6 0,-1 0 1 0,-1 4 1 16,-2-1-7-16,-12 5 0 0,-6 1 0 0,-2-15 2 16,-2 6 0-16,5 7 0 0,-4 2-4 0,-1 2 1 0,-2 4-13 15,0 2 11-15,2 1 0 0,1 2 3 0,4-1 8 16,-1 1-11-16,4 0 6 0,-1 1-8 0,1 1-1 15,7-4 2-15,-2 4-7 0,6-9 7 0,-1 13-1 0,5-2 1 16,1 2 0-16,2 0-1 0,-7-2-12 0,2 0 15 16,1 0-4-16,4 0 6 0,2-2-10 0,0-2 2 15,2 0-1-15,0-1 2 0,2-1 3 0,-3-3 13 16,14-2-1-16,8 13 6 0,4-2-7 0,1-6 6 16,-4-3-3-16,10-4 3 0,-3-2-2 0,-3-2-4 15,4-1 3-15,-8-1-3 0,4-3-1 0,0-1 1 16,-4 1-1-16,-4 2 3 0,-5-1 8 0,-6 3-6 15,-1-1 3-15,-4 1-4 0,5-8 3 0,0-2-9 0,-3 4 2 16,-3-1-3-16,-1-1 11 0,-2 4-7 0,-2-2 4 16,-1 2-6-16,-1 3-2 0,-2 2-2 0,-14-10-2 15,-6 1-1-15,-4 3-6 0,-5 7 4 0,-2 3-5 16,5 5 4-16,-5 6-7 0,6 2 9 0,1 2 0 0,4-2 3 16,5 0-3-16,7-11-3 0,2 13 5 0,5 2-5 15,3-4 4-15,-3-4-2 0,-1 2 1 0,5-5 0 16,-1 1 4-16,4-3 16 0,0-1-9 0,0-1 11 15,0 2-10-15,2 0 0 0,0-2 5 0,1-1-4 16,22 7-3-16,-1-6 8 0,4-2-6 0,1-2 7 16,-6 0-5-16,1 0-90 0,0 2-66 0,-4 0-45 15,10 2-542-15</inkml:trace>
  <inkml:trace contextRef="#ctx0" brushRef="#br0" timeOffset="-160111.41">28930 7101 256 0,'0'0'-76'0,"0"0"44"0,0 0-17 16,0-2-3-16,0 1 56 0,0-1-6 0,0 0 0 15,0 0 0-15,0 0 2 0,0 0 4 0,0 0-3 16,0 1 13-16,0-1-6 0,0-2 48 0,0-7 3 0,-2-6-2 16,0-3 0-16,0 3-12 0,0-3 0 15,1-1-5-15,-1 3 2 0,0-5-17 0,0 5 8 0,2 3-2 16,0 2 5-16,0 4 1 0,0 3-2 0,0 0-4 16,0 3 3-16,0-1-2 0,0 0-27 0,0 1 11 0,0 1-16 15,0 0 15-15,0 0-1 0,0 2 11 0,0 0-6 16,0 2 27-16,0 0-24 0,-4 29 1 0,-1 8-7 15,1 0-1-15,-3-2-6 0,-1 8-2 0,1-6-1 16,-1 6-3-16,5-5-3 0,-1-1-1 0,-2-5 0 16,1-4 4-16,1-1-8 0,2-3 12 0,2 2-11 15,0-2 5-15,0 0 3 0,0 2-6 0,2-2 6 16,2 2 4-16,-2-2-9 0,1 2 4 0,1-2-5 0,0-2 13 16,-2-2-2-16,-2 0 0 0,0-1-3 0,0-1-7 15,0-3 6-15,-2-4-2 0,0 0 5 0,-2-4 5 16,0-1 1-16,-3 1-1 0,3-2-1 0,-5 1-3 15,-6-3-1-15,-1-1-1 0,-3-2 0 0,0 11-2 0,1-4 3 16,-1-1-2-16,1-3 2 0,1-1-8 0,-2-2 8 16,3-2-1-16,-1 0 3 0,0 0 9 0,4 0-1 15,-2-2 6-15,6 0-4 0,-2 0 6 0,4 0-9 16,1 0 0-16,2 2-4 0,1 0-2 0,1 0 3 16,-2-1-3-16,0-1 4 0,2 0-9 0,1 0 2 15,-1 0 0-15,2 0 2 0,0-1 0 0,2-1 6 16,11-9-2-16,22-2 4 0,6-4 5 0,0 3-5 15,5 5-2-15,0-2-3 0,3 1-10 0,-7 3 2 0,-5 2 0 16,2 1 0-16,-9 1-3 0,-2 3-1 0,2-2-3 16,-6 2 1-16,-2 0-1 0,-3-11 2 0,-3 4 2 15,-3 3-1-15,-1 1-1 0,-5 3 0 0,-1 0-4 16,-5 2 3-16,3-2-11 0,0 0-12 0,0 1-8 0,-3-1-3 16,1 0-45-16,-2-2-26 0,0 2 5 0,0-9-12 15,-2 2-11-15,-1-4-50 0,-3 0-24 0</inkml:trace>
  <inkml:trace contextRef="#ctx0" brushRef="#br0" timeOffset="-159908.14">28460 7183 786 0,'0'-2'46'0,"0"0"3"0,-2-7 8 15,-3-21-17-15,3 15-2 0,2 1-21 0,0 6-10 16,2 1 1-16,5-4-6 0,8 1 1 0,18-3-4 15,6 4 2-15,4-4-3 0,0 2 7 0,3 2 1 16,1-6-1-16,1 11-1 0,-7-3 2 0,-4 3-5 16,-6-15 3-16,-1 8-4 0,-8 6-9 0,-1 3-8 15,-3 2-8-15,-8 2-4 0,6 3-63 0</inkml:trace>
  <inkml:trace contextRef="#ctx0" brushRef="#br0" timeOffset="-159478.21">29548 7604 599 0,'0'-1'8'0,"0"-1"7"16,0 0-16-16,0 0 7 0,0 0-6 0,0-2 8 15,0 1-11-15,0-1 3 0,0 0 5 0,0-3-1 0,-2 1 2 16,-1-1 12-16,-1-1-3 0,0 3 10 0,-1-3 11 16,-10 3 15-16,0 1-6 0,-2 2 8 0,2 0-14 15,-1-9-11-15,1 2 1 0,0 3-6 0,0 3-5 0,0 3-4 16,2 0-6-16,0 3 2 0,0 3 4 0,2 1-10 16,2-3 5-16,-2 18-8 0,1 1 1 0,3 1 3 15,0 0 2-15,3 2 1 0,2 0 9 0,0 0-1 16,0-2 2-16,-13-2-2 0,6 1-2 0,4-5-11 15,3 3 8-15,2-6-8 0,0-1 14 0,2 3 9 16,1-4 1-16,1-2 3 0,3 2 3 0,-1-3-1 16,1-5-6-16,16 4 4 0,1-7-8 0,2 0-6 15,5 2 2-15,1 14-4 0,1-5-7 0,-1-3-7 0,1-7-2 16,-1-1 0-16,-6-2 5 0,2-3-12 0,-10-1 4 16,-1-2-11-16,3-1-25 0,-3-1-86 0,-2 1-9 15,0-2-32-15,3 3-92 0</inkml:trace>
  <inkml:trace contextRef="#ctx0" brushRef="#br0" timeOffset="-159176.31">29907 7322 546 0,'0'0'26'0,"0"0"4"15,0-2 9-15,0 1-9 0,-2-1 1 0,2 0-7 0,0 2-18 16,0 0 2-16,0 0-4 0,0 0 21 0,0 0 28 16,2-2 17-16,-1 0 2 0,3 0 30 0,11-1-28 15,7-5-11-15,2 1-2 0,2-3-40 0,0 3-14 16,0 1-7-16,0 1 1 0,-2 1 6 0,-3 2-10 15,-4 2 3-15,-1 0-8 0,-3 0-5 0,-3 0-5 0,-1 2-7 16,-4 0-1-16,-3-2-45 0,2 2-45 0,0 0-10 16,-2 0-18-16,-1-1-90 0</inkml:trace>
  <inkml:trace contextRef="#ctx0" brushRef="#br0" timeOffset="-159004.93">29728 7545 490 0,'0'0'57'0,"0"0"86"15,0 0-66-15,0 0-33 0,0 0 6 0,0 0-16 16,0 0-8-16,2 0 19 0,0 0-12 0,0 0 13 16,24 0-11-16,5-2-7 0,8 0 4 0,-3-1-8 0,3-1-15 15,-4-2-2-15,0 1-8 0,1-1 3 0,-5 2-11 16,-3 1-1-16,0 1-11 0,-2 0-11 0,-2 0-189 16</inkml:trace>
  <inkml:trace contextRef="#ctx0" brushRef="#br0" timeOffset="-158564.83">30698 7012 782 0,'0'-2'18'0,"-2"-7"16"16,-2-10-19-16,2 8-11 0,2 4-8 0,0 3 1 15,0 0-11-15,0 1 11 0,0-1 2 0,0 2 1 16,0 0-3-16,0 0 8 0,0 1-8 0,0 1 8 15,0 0-6-15,0 1 15 0,2 3-3 0,2 7 6 0,3 19-10 16,0 3 1-16,1 3 4 0,-1 8-2 0,-1-5 7 16,-1 2-16-16,-1 2 8 0,-2-4-9 0,2 2 7 15,-2 3 2-15,-1 1 5 0,1 3 1 0,0 0 30 16,0 2 11-16,2 2-8 0,-2 0 7 0,1 0-27 0,1-3-1 16,-2-5-5-16,2-5 3 0,-1-3-3 0,1-3-6 15,0-3-1-15,-1-2-4 0,1-6-10 0,-2-2 4 16,0-1 5-16,-2-6-2 0,0 0 0 0,0-2-5 15,0-2-5-15,0-1 2 0,0-1-5 0,0-1-27 16,0-5 2-16,-2 3-18 0,-2 0-73 0,2-4-147 16</inkml:trace>
  <inkml:trace contextRef="#ctx0" brushRef="#br0" timeOffset="-158050.64">30685 7252 699 0,'-2'-2'78'0,"-8"-22"140"16,1-10-176-16,2 8-21 0,-1-3 3 0,6 16-9 15,1-4-3-15,1 6-10 0,0 1-7 0,1-4 2 16,3 2-4-16,4-2 7 0,3-5 2 0,-6 6 2 16,19-9 25-16,6 5 25 0,2 2-1 0,5-5 5 15,0 3-15-15,2 6-21 0,-2 2-3 0,0-14-6 0,-3 14-13 16,-7 7-6-16,-2 6 6 0,-3 5-3 0,-4 4 3 15,-3 4-4-15,-9 13 2 0,12-1-4 0,-5 5 1 0,-9-6 9 16,-4 3-4-16,-5-3 9 0,-7-2-4 16,11-6 1-16,-35-1 0 0,1 0 1 0,-2-6-1 0,0 0 7 15,1 0-2-15,1 0 3 0,0-2-8 0,1-2 0 16,3-2-2-16,-1-1 1 0,8-2 1 0,6 1-3 16,3-3 4-16,4 7-5 0,5-5-2 0,2-2 1 15,3-2-2-15,-3 2 2 0,0 0-5 0,2 0-3 16,0-1 2-16,2 1 0 0,2-2 8 0,2 0-8 15,13 0 1-15,12 2-5 0,3-2 9 0,-2 0-3 16,1 2 3-16,3 0-3 0,-1 2-3 0,2 1 7 16,-1 3-7-16,-5-1 8 0,-1 2 0 0,-5-1-2 0,-3-1 1 15,-5 0-1-15,0 1-2 0,-10-4 6 0,-1-3 2 16,-2 3 0-16,3 5 10 0,-1 1 1 0,-4-3 1 16,0 2-2-16,-4 1-11 0,1-1 6 0,-36-2-6 15,-4 3 5-15,4-1-5 0,2-2-1 0,3 1 3 0,3-1-4 16,1-1-10-16,4 1 8 0,0 1-6 0,4-1 6 15,3 2-2-15,3-5-7 0,4 2-2 0,3-4-4 16,7-1-21-16,2 1-26 0,-3 2 1 0,1 0-15 16,0-1-57-16,2-1-139 0,4 0-43 0</inkml:trace>
  <inkml:trace contextRef="#ctx0" brushRef="#br0" timeOffset="-157546.83">31665 6706 920 0,'0'0'12'0,"0"-2"0"0,0 0 2 16,0 0-3-16,0 0-2 0,0 1-5 0,0-1-18 16,0 0 5-16,0 0-10 0,0 0 10 0,0 2 11 15,0 0-5-15,0 0 8 0,0 2 7 0,0 0 7 0,0 0 12 16,0 0-6-16,7 18 27 0,1 2-17 0,3 8-1 15,2 9-7-15,-2 0-25 0,-2 7 6 0,-1 1-8 16,-1-3 8-16,-1 5-5 0,-3-5 0 0,1-1 0 16,-2-6-1-16,0-4 3 0,0-3-2 0,0 0 1 15,1-6-2-15,-1 0-6 0,0-3 12 0,-2-3-6 0,0-1 7 16,0-1-16-16,0-3 7 0,0-1 1 0,0-1 4 16,0-4 3-16,0-1-4 0,0 1-1 0,0-3-1 15,-2 1 2-15,2-3-1 0,-18 0 3 0,-1 0-3 16,-1 13 3-16,-1-6 0 0,-1-1-2 0,-2-3 2 15,1-1 7-15,3-4-3 0,-2 0 10 0,3-2-6 16,1 0 19-16,1 0-6 0,4 0-1 0,4 1-1 0,-1-1-5 16,5 0-4-16,3 2-2 0,-2 0 0 0,0-2-13 15,3 0 2-15,-1 0-3 0,2 0 4 0,0 1 0 16,2-1 3-16,1 0-5 0,10-6 4 0,21-6-2 16,-1 1 5-16,6 1 0 0,0 3 0 0,0 0-2 0,2 1-3 15,2 1-2-15,-2 3-2 0,-1 1-6 0,-2-1-2 16,-7 0 8-16,-3 0-7 0,-4 1 7 0,-4-1-1 15,1 0-5-15,-8 1-1 0,-6 1-31 0,1-2-79 16,-5 0-7-16,-1 1-27 0,8-14-51 0,-7-2-77 16</inkml:trace>
  <inkml:trace contextRef="#ctx0" brushRef="#br0" timeOffset="-157359.87">31520 6734 574 0,'0'-2'38'0,"0"0"45"0,-2-2 26 16,0-1 17-16,-3-8-53 0,1 2-14 0,2 3-11 15,0 1 4-15,2 1-10 0,0-1 13 0,2-3 2 16,2 1 1-16,3-2-1 0,14 2-16 0,12-2-2 0,8 1-7 16,2 3-28-16,-4-1-2 0,3 3-2 0,3-19 0 15,-4 11-6-15,-2 7-11 0,2 4 3 0,-13 2-6 16,1 4-5-16,-1 2-120 0,-4 1-10 0,-2 2-46 16,1 2-106-16</inkml:trace>
  <inkml:trace contextRef="#ctx0" brushRef="#br0" timeOffset="-157112.48">32192 7302 947 0,'0'0'36'0,"-2"-2"-6"0,0 0-18 16,2 0 1-16,0 2-20 0,0 0-6 0,0 0 9 15,-1 2 5-15,-1 0-1 0,0 4 5 0,-2 16-2 16,0 2 2-16,1 2-3 0,1 4 9 0,0-1 18 15,0 5 8-15,0 1 2 0,0 0 0 0,1 1 3 16,-1-1-12-16,2-2 9 0,0 4-15 0,0-1-10 16,0-7 1-16,0 1-4 0,0-8 5 0,0-1-10 0,0-1 6 15,0-7-9-15,0-3-4 0,0 1 7 0,0 0-6 16,0-4 7-16,0 3-4 0,0-5-1 0,0-1 3 16,0 0-4-16,0-1-7 0,0-1 3 0,0 0-13 15,0 0 0-15,2-2-111 0,-1 0-183 0</inkml:trace>
  <inkml:trace contextRef="#ctx0" brushRef="#br0" timeOffset="-156673.81">32183 7304 859 0,'-2'-2'38'0,"0"-2"67"0,-3-11-70 16,1 4-8-16,0 0-3 0,2 5-4 0,0 3-16 15,1-3-2-15,-1 1-5 0,0 1 2 0,0-4 1 0,2 5-2 16,0 1 6-16,0-2-4 0,0 0 12 0,2-3 0 16,2 0 11-16,-1-1-5 0,20 3 24 0,-3-8-23 15,0 3-1-15,1 5-9 0,-4 3-14 0,-3 2 4 16,-1 0 2-16,-1 2 1 0,-7 0 3 0,-1-1-8 16,0 5 3-16,10 16-3 0,-4 2 7 0,-8 1-1 15,-4 1-3-15,-6 0 0 0,-3 0 5 0,-4 1-4 16,2-3 3-16,0-1-4 0,2-3 5 0,2-1-6 15,1-1 0-15,3 1-4 0,1-2-1 0,4 1 6 0,0-1-3 16,4-2 3-16,3 0-2 0,3-2-1 0,-3 1 2 16,13 5-3-16,3 1 4 0,-3 1-3 0,1 5 6 15,-1-2-4-15,-1 2 8 0,-5 2-5 0,1-4 4 16,-5 0-3-16,-1 2 24 0,-5-9 8 0,-3 3 8 0,11-5 0 16,-9-6 28-16,1 4-9 0,-4-9-2 0,0-2-7 15,-2 2-33-15,-24 12-7 0,-15-1-2 0,-1-4-2 16,-5-5-5-16,-5-4 2 0,2-6-7 0,2-1 1 15,5-3-19-15,4 1-42 0,6 1-41 0,5 1-12 16,2-1-242-16</inkml:trace>
  <inkml:trace contextRef="#ctx0" brushRef="#br0" timeOffset="-155600.25">32751 6561 170 0,'0'0'13'16,"0"0"-1"-16,2-2 18 0,0 0-3 0,0 0 3 15,-1-1-13-15,1-1 24 0,-2 2-2 0,0-11 13 16,0-2 16-16,-2-1 5 0,-5-1-3 0,-2 0 4 0,-4-3-17 15,9 1 0-15,-13 2-12 0,-9-9 6 0,6 8-31 16,-6-3 0-16,2 1-3 0,-2 1 2 0,0 1-1 16,0 3-12-16,-4-4 9 0,-1 6-12 0,1-1-1 0,-4 4 12 15,1-3-14-15,-2 4 14 0,-2-2-15 0,-6-2 12 16,-4 4-5-16,-1-3 6 0,-8 3-15 0,1 2 9 16,1-1 0-16,-5-1 4 0,3-2 0 0,-2 0 0 15,1 3-1-15,3-3-1 0,0 2-5 0,2 0 12 16,-2 1-1-16,2 1 5 0,-5-1-5 0,-3 1-12 15,-8-4 5-15,1 3-7 0,-2 1 5 0,-3-2 0 16,7 3-1-16,-2 1 0 0,4-1-5 0,-2 0 3 16,1 1-2-16,-12 1 6 0,4-1 1 0,-12 1-3 0,3 2 1 15,8 0-2-15,-5 0-1 0,11-27 4 0,1 16-6 16,-5 9 3-16,4 6-10 0,-1 1 6 0,-7 5 1 16,1 1 1-16,-8-1 8 0,2 1-4 0,4 0 1 15,4 0-2-15,3 3-3 0,4-3 6 0,0 2-7 16,-3 2 3-16,-5 0-7 0,1 4 12 0,1-2 5 0,1-2 1 15,5 1-5-15,0 1 3 0,3 2-7 0,7 1 6 16,1 1-7-16,2 1 6 0,2-1-7 0,0 5 5 16,-8-20-16-16,6 31 8 0,-4 4 2 0,-3-13 0 15,9 6-3-15,-8-4 1 0,4-2 0 0,4 3 2 16,2-3-2-16,5 2 2 0,2 2 0 0,6 0 1 16,4 3 2-16,3-1-10 0,2 1 4 0,3 0-5 0,3 5 15 15,1 0 8-15,5 1-2 0,1 10 3 0,1-5 4 16,5 5-19-16,1-1 12 0,3 0-14 0,-21 0 5 15,11-5-4-15,9 0-1 0,4-4 0 0,4 0-2 16,3-2 1-16,4 2-1 0,4 4 3 0,5 1-1 0,3 6-6 16,-21 8 1-16,31 3-2 0,4 2 10 0,4 4-4 15,4-7-4-15,8 1-1 0,3-4-2 0,4-8 5 16,6-1 3-16,-3-13-1 0,6-1-1 0,5-1-1 16,1-5 2-16,1 0-1 0,7 0 1 0,5-2 8 15,5 0-5-15,9-2 7 0,2 2-3 0,1-2 2 16,3 0 2-16,5 2-1 0,6-2 4 0,11 0-5 15,0-1 3-15,0-3-5 0,-4-1-7 0,1-5 7 0,10-1-8 16,4-3 7-16,4-7-3 0,0 36 3 0,-6-29 4 16,6-10-4-16,-4-8-9 0,0-5 7 0,-7 0-7 15,-15-5 7-15,-6-1-9 0,-4-1 4 0,5-4 3 16,-1-2 0-16,-2-4 6 0,-3-4-3 0,-8 1-2 0,-1-2 0 16,-8 31-1-16,3-35 4 0,-6-2 8 0,-1-3-1 15,-2-7 26-15,-7-12-4 0,-2-3-5 0,-9-12 0 16,-5-2-17-16,-10-2 5 0,-4 0-1 0,-7 6 0 15,-6-2-13-15,-9 2 12 0,-7 2-3 0,-10-13 7 16,-7-8 0-16,29-13-10 0,-31-5-1 0,-20 5-3 16,18 4 0-16,-57 11-4 0,-14 4 0 0,-25-4-2 15,-17-3 0-15,-23-8-2 0,-16-2 0 0,-20 11-1 0,-23 8-2 16,-24 15-5-16,-22 12 1 0,-32 14-3 0,-13 9-6 16,-26 13-72-16,-22 7-41 0,-30-31-23 0,-25 48-245 0</inkml:trace>
  <inkml:trace contextRef="#ctx0" brushRef="#br0" timeOffset="-146191.09">18553 14757 498 0,'0'0'26'0,"0"0"6"0,0 0 24 0,0-2 2 16,0 0-15-16,0 0-31 0,0 0 8 0,0 2-15 15,0 0 1-15,0 0-5 0,0 0 0 0,0 0 0 16,0 0 5-16,0 0-2 0,0 0 2 0,0 2 0 15,0 0 15-15,0 0 8 0,3 18 9 0,-1-3-4 16,2 1 4-16,-2-1 0 0,0-4-5 0,0-2 6 16,-1-1-5-16,1-3 6 0,0-1-3 0,0-3 4 0,0 1-6 15,2 0 4-15,5 1-7 0,13 5 7 0,0-7-8 16,6-5 7-16,6-7 1 0,6-8-2 0,5-7-14 16,1 19-7-16,1-27-2 0,-1 1-1 0,4-1-2 0,2-7-6 15,2-2 0-15,2-3-3 0,0-7-16 0,3-4-49 16,6-8-16-16,7-6-15 0,14-3-113 0</inkml:trace>
  <inkml:trace contextRef="#ctx0" brushRef="#br0" timeOffset="-115521.03">12490 5393 23 0,'0'0'0'0,"0"0"5"0,0 0 3 16,0 0 3-16,0 0-3 0,0 0-7 0,0 0-4 16,0 0 0-16,0 0-1 0,2 0 3 0,0 0 7 15,0-2 3-15,0 0 6 0,-2 1-3 0,2-1 14 16,0 0 10-16,-1 0-4 0,1 0 6 0,-2-2-7 0,0 3 9 16,0-3-6-16,0 0 5 0,0 2-21 0,0 0-4 15,0 1-5-15,0-1 2 0,0 0-9 0,0 0 7 16,0 0 0-16,-2 0 0 0,1 2-9 0,-1 0 0 15,0 0 6-15,-2 0-3 0,0 0 7 0,-7 2 0 16,0 2-2-16,0 0 3 0,-2-1 7 0,0 1-2 16,0-2 2-16,2 0 0 0,0 0 4 0,0-1-2 15,1 1 1-15,-1 0-1 0,2-2-5 0,0 0 1 0,-1 0 0 16,1 2 2-16,0-2 4 0,1 0 3 0,-1 0 6 16,-2 0-2-16,4 0 7 0,-1 0-8 0,-1 0-6 15,3 0 3-15,1 0-3 0,-1 0-8 0,1-2 6 16,-3 0-8-16,6 2-1 0,-1 0 1 0,-3-2-8 15,0 2 6-15,-1-1-6 0,-2-1 1 0,7 2 1 0,-2 0-2 16,-1 0-14-16,1 0 10 0,0 0-2 0,0 0 4 16,-1 0 2-16,1 0-4 0,-1 0-3 0,3 0 1 15,-2 0 10-15,2 0-3 0,-2 0 0 0,1 2-2 16,-1-2 3-16,2 0-4 0,0 0 5 0,-1 0-6 16,1 0 2-16,0 0 7 0,0 0-1 0,0 0 3 0,0 0-7 15,0 0-6-15,1 0 1 0,-1 0-1 0,0 0 13 16,0 0-9-16,0 0-2 0,0 0-1 0,0 0 4 15,1 0-8-15,-1 0 8 0,0 0-9 0,0 0 6 16,0 0-1-16,0 0 1 0,0 0-1 0,1 0-5 0,-1 0 1 16,0 0 1-16,0 0 3 0,0 0 8 0,2 0-7 15,0 0 1-15,0 0-1 0,0 0 11 0,0 0 3 16,0 0-6-16,0 0 5 0,0 0-3 0,2 0-10 16,0 0 11-16,0 0-12 0,0 0 0 0,-1 0 9 15,1 0-12-15,0 0 11 0,2 0-17 0,0 0 13 16,-1 0-4-16,3 0 6 0,3-2-1 0,6 0 6 15,9-2 0-15,-5 2 0 0,7-1-4 0,-4-1-1 16,0 0-2-16,2-1 0 0,2-3-4 0,-2 3 0 0,2-3 4 16,-1 3-2-16,1-3 2 0,0 3 1 0,0 1-3 15,5 0 1-15,1 4-11 0,3 0 13 0,2 0-8 16,6 4 9-16,-2 1-16 0,3 3 8 0,-1-1 2 16,3 3 0-16,3-1 2 0,-1-2 8 0,6 3-10 0,-8-5 10 15,4 3-9-15,2-1 10 0,-2 0-4 0,6 1 4 16,0-3 0-16,5-1-7 0,6 0 7 0,7-2-8 15,2-2 14-15,4-2-8 0,-4-2 5 0,-1-3-7 16,1 1-1-16,-2-1-2 0,8 1-1 0,3 1 0 16,2-3 0-16,4 3-1 0,-3 3-2 0,-10 0 0 15,-2 0 2-15,-9 0 5 0,-6-2-5 0,-2 4 2 16,3 0-15-16,-1 4 11 0,2 4 3 0,2-1 1 0,4 0-7 16,-6 1 3-16,-8-1 0 0,-1 3 2 0,-9-3 0 15,1 2-3-15,-5-1-2 0,-4-3 2 0,-3-1 15 0,-3 0-12 16,-1 1 6-16,-2 1-9 0,-2-1-5 0,-2 1 10 15,-2-1-8-15,0 1 9 0,-5-2-4 0,0-1-1 16,-2 1 3-16,0 0-3 0,-6-2-2 0,-2-2 2 16,-3 0 4-16,-2 0-2 0,0 0 6 0,1 0 4 15,1 0-3-15,0 0 4 0,0 0 1 0,-1 0-7 16,-1 0 1-16,0 0-2 0,0 0-2 0,-2 0 2 16,0 0-7-16,-2-2 4 0,0 0 4 0,-7-2-12 15,-17-3 12-15,2 1-14 0,0 1 10 0,-1-1-1 16,3 2 0-16,-4-1 1 0,2-1 1 0,0 1-3 0,-6-1-1 15,-1 3-1-15,-6-3-3 0,-2 2 1 0,-2 1 0 16,-8-1 0-16,-1 0 6 0,-7 0-3 0,-8 1 2 16,0 1-3-16,-2 2 2 0,-2 0-1 0,-3 0 2 0,-1 2-2 15,-8-2 1-15,-7-2 1 0,-3-2-1 0,-13-1 1 16,6 1-4-16,2-2 4 0,5-1-1 0,11-1 2 16,2-1-8-16,0 0 5 0,-2 0-2 0,-2-1 4 15,2 1-2-15,-1 2-1 0,5-1-2 0,3 4 1 16,1 3 2-16,5 1 0 0,2 1 1 0,0 7-1 15,-2-1 0-15,2-1 2 0,-2-1-3 0,2 1 3 16,4-2 2-16,5-1-6 0,8 1 4 0,9 0-3 16,0 0 12-16,4 1-11 0,5-1-1 0,2 0-3 0,4-3 6 15,4-1-5-15,-1 0 4 0,6 0-5 0,2 0 8 16,4 0 0-16,2 0 0 0,1 0-2 0,4 0-9 0,-2 0 1 16,1 0-3-16,-1 0 4 0,2 0 4 0,0 0-11 15,0 0 10-15,1 0-11 0,-1 0 7 0,0 0 6 16,2 2-3-16,0 0 6 0,0 0 1 0,2 0-3 15,0 0-2-15,5 1-1 0,17 9 0 0,8-1 5 16,1-4 5-16,8 2-2 0,5-1-5 0,10-3-1 16,2-1 2-16,9 0-2 0,5 0 0 0,2-3 7 15,4 1-7-15,0 0 7 0,-4-2-6 0,1 0-3 16,8 0 4-16,8 0-2 0,4 0 14 0,3 0-12 16,1-2 4-16,-8-3-7 0,-4-1-4 0,0 4 5 0,4-3-2 15,4 1 3-15,9 4 8 0,4-4-3 0,-4-1-2 16,-10-3-1-16,-5-1-3 0,-7 2-3 0,-2-1 3 15,2 4-5-15,-1 3 5 0,1-1 3 0,0 0-3 16,-8 0 4-16,-7 0 2 0,-8 0-3 0,-9 2 1 0,-3 0-3 16,-6 0-1-16,-4 0-7 0,-2 0 7 0,-5 0-4 15,-2 0 7-15,-4 0 2 0,-4 0-5 0,-5 0 4 16,0 0-2-16,-8 0-5 0,1 0 5 0,-3 0-4 16,-1 0 13-16,0 0 5 0,-1 0-1 0,1 0 2 15,0 0 1-15,-2 0-8 0,0 0-1 0,-2-2-3 16,0 1-3-16,-2-1-3 0,-8-4 4 0,-29 1-3 15,-3-12 3-15,-5 4-5 0,-5 0 0 0,-7 2-2 0,-12 0 6 16,-3-2-2-16,-6-2 1 0,-3 0-2 0,5 0 0 16,-6-2 6-16,4 1-4 0,4 4 4 0,-2-1-6 0,-2 2-5 15,1 0 5-15,-14 0-6 0,-6-2 7 0,1 2 3 16,0-2-3-16,14 0 2 0,4 0-7 0,11 2 3 16,1 0 3-16,-1-1 1 0,-2 3 7 0,-1 0-10 15,5 1 0-15,0 3-3 0,8 1 2 0,9 0 0 16,2 3 0-16,7-1 1 0,2 0-1 0,3-19-2 15,3 8 4-15,3 8-2 0,2 1-1 0,2 4 2 16,2 0-1-16,0 2 1 0,0 0-1 0,5 2-7 16,-3 1 3-16,7 1-2 0,0-1 4 0,2 1-6 0,6-2 0 15,0 1-1-15,3-3 3 0,-5 11 7 0,-1 4-4 16,5-1 4-16,1 3-9 0,4 0 5 0,4-1 3 16,5 1 0-16,6 1-3 0,5-3 9 0,23 0-10 15,7-3 9-15,10-2-7 0,8-1 1 0,16-2 3 0,14-2-1 16,6-5 3-16,11 35-4 0,-7-27 1 0,-8-8-2 15,1-2-3-15,1 0 6 0,4 0-1 0,5 0 3 16,-3 0-3-16,-10 0 3 0,-7 0-3 0,-11 0 4 16,-4 1-4-16,-5 7-32 0,1 5-12 0,0 4-17 15,-1 3-134-15</inkml:trace>
  <inkml:trace contextRef="#ctx0" brushRef="#br0" timeOffset="-113171.89">19306 5438 65 0,'0'0'41'0,"-1"-2"-4"0,-1 0 20 0,0 0-6 0,0 2-6 15,-13-4-15-15,-1 1-9 0,-3-3 9 0,-5 2-9 16,0 1 6-16,-2 1 3 0,-2 0-13 0,0-17 8 16,-4 8-16-16,-1 4 8 0,0 1 6 0,-3 6-1 15,-1 0 4-15,-4 0-5 0,6 2 0 0,2 2-2 16,5 0-3-16,5-1 12 0,5-1-3 0,5 0 7 15,0-2 1-15,4 0 2 0,-1 0-5 0,5 0 2 0,1 0-13 16,2 0 2-16,-2 0 2 0,1 0 0 0,-1 0 7 16,2 0-24-16,0 0 3 0,0 0-10 0,1 0 11 15,-1 0 7-15,0 0 1 0,0 0 1 0,2 0 5 0,0 0 9 16,0 0-4-16,0 2 3 0,2 0-10 0,0 0-4 16,1-1 7-16,9 1-6 0,14 2-4 0,1 0-1 15,3-2-4-15,4-1 2 0,3 1-11 0,2 0 14 16,3 0-6-16,5 0 8 0,-3-4-9 0,7-2 4 15,-1-1-7-15,0-1 5 0,4 1-5 0,3-1-1 16,12-1 4-16,5 1-4 0,15 4 5 0,13 0-7 16,10 0 5-16,5-5-5 0,-2-6 11 0,11-4-6 15,17 1-2-15,15-5-1 0,2 1-2 0,1-6-1 0,6 2 9 16,12-2-7-16,4 1 2 0,5-2 1 0,-4 2-1 16,3 5 2-16,3 1-5 0,-5 5-1 0,-1 2-3 15,0 1 2-15,-2 6 0 0,0 3 7 0,-6 2-6 16,-7 0 6-16,0 5-3 0,0 1-2 0,-9 3 1 0,-14 4-2 15,5 2 6-15,-10 2-8 0,-2 1 7 0,-14-3-9 16,-16-2 6-16,-12 2-5 0,-8 2 2 0,0 0-1 16,-5-3 5-16,1-1-4 0,-9-1-1 0,-7-5-1 15,-4-1 9-15,-10 1-8 0,-3-1 3 0,-11-3-5 16,-4 3 8-16,-3-4 1 0,-4 1 2 0,-6-1-1 16,-2 2-10-16,-2-2 3 0,-3 2 1 0,-6-3 2 15,-1-1-2-15,-7 0 7 0,1 0-6 0,0 0 8 0,-1 0-4 16,1 0 6-16,0 0-1 0,-2 0 2 0,0 0-10 15,-1-1 1-15,-1-1-3 0,0 0 3 0,-1-2 5 16,1 2-5-16,-25-5-3 0,-12-1-1 0,-2 3-8 16,-3 3 6-16,-7-22 2 0,-8 9 0 0,-3 8 4 0,-14 3-5 15,-6 0 0-15,-3 2-3 0,-8 2 7 0,3 0-11 16,1 0 5-16,-2 0-7 0,-9 0 14 0,-5 0-1 16,-4-2-2-16,-1 1 1 0,6-5-2 0,5 0-3 15,3 3 5-15,1-3-4 0,-9 2 1 0,-11-1 4 16,-3-1-5-16,-6-1 4 0,3-1 2 0,2 1-3 15,-6 0 4-15,-10-1-5 0,-6 1-3 0,-3-1 3 16,5 1-2-16,3 3 2 0,-1 0 2 0,-8 1-4 0,5-1 3 16,7 4-3-16,6 0-3 0,8 0 6 0,4 4-3 15,-8-1 4-15,2-1-2 0,6-2 3 0,7 0 1 16,12 0-1-16,5 2-6 0,-6 0 2 0,0 2 0 16,-3 1 1-16,-8 1 3 0,8-1-3 0,1 5-1 15,12-3-1-15,7 2 1 0,3 3 1 0,-1-1 4 0,-2 2-4 16,-3 0 3-16,-1 0 1 0,11-2-4 0,8 0 4 15,11-2-12-15,8 1 11 0,6-1-4 0,12-4 6 16,6 1-9-16,11-4 9 0,-1 0-5 0,7-2 5 16,1 0-17-16,0 0 10 0,-2 2-8 0,1-1 9 15,-1 1-11-15,2 0 13 0,0 0-3 0,0 0 3 16,2 0-12-16,2 0 6 0,2-1 3 0,20 11-1 16,21 1 3-16,10-2 3 0,12-6-2 0,4-3 3 0,7 0-9 15,5-4 8-15,-1 0-3 0,5-3 6 0,4 3-9 16,8 2 3-16,16 0-5 0,11 0 5 0,11 0-8 15,4 0 6-15,-1 0 3 0,10 0 0 0,12 5 1 0,8 1-2 16,5 3 0-16,0 4 0 0,1 2-2 0,4 6 2 16,-2 1-3-16,-3 0 3 0,-3 2 7 0,3 4-7 15,-6 0 5-15,-6-4-7 0,-14-2 0 0,-1-3 6 16,-6-1-8-16,-7-1 7 0,-5 0-10 0,-20-6 12 16,-6-2-1-16,-8 1 3 0,-3-1-16 0,2-2 9 15,-10-1-2-15,-5-4 4 0,-11 0 2 0,-4-1 4 16,-12-1-8-16,-8 0 5 0,-4 0-4 0,-6 0-3 15,-5 0 9-15,-6 0-8 0,-5 0 8 0,-5 0-2 0,-2 0 1 16,-9 0-1-16,1 0 0 0,0 0 5 0,-1-1-6 16,1-1 6-16,-2 0-4 0,0 0-3 0,-2 0 0 15,0 0-2-15,-4-1-7 0,-26-3 5 0,-20-1 0 16,-15-3 1-16,-3 3 0 0,-14-2-2 0,-7-6-1 0,-8-4 2 16,-7 2 5-16,-3 1-2 0,-5 1-1 0,-7 0-1 15,-7 2-7-15,-19-2 9 0,-1-2-7 0,3 4 7 16,-4-5-8-16,-7 5 5 0,-10-2 2 0,-8 0 0 15,-3 6-4-15,-7 5 1 0,-7-1-1 0,-6-38 2 16,-6 32 11-16,-3 5-11 0,-2 1 4 0,4-3-7 16,3 5 4-16,2 1 0 0,4-2-2 0,6 4 2 0,-1 0-1 15,12 0-4-15,7 6 7 0,9-3-6 0,15 7 4 16,19-3 2-16,11 0-4 0,13-1 3 0,-2 0 5 0,5-1-1 16,8 1-5-16,15-1 1 0,9 1-10 0,13-1 14 15,10 1-4-15,5 0 6 0,4 3-12 0,5-2-3 16,6 1 7-16,5-1-4 0,-1-1 14 0,9-3-16 15,5-1 4-15,1 2-9 0,1 0 10 0,0-1 0 16,4-1-3-16,-4 6 1 0,4-3 3 0,0 1-4 16,0-3 6-16,8-1-4 0,36 2 6 0,14 24 1 15,11-13-4-15,20-10 3 0,13-5-3 0,15 0-4 16,0-3 3-16,0-5-2 0,5-3 6 0,12 2-2 16,16-1 3-16,14-3-4 0,5 4-3 0,9 0 2 0,10 0-5 15,5 1 5-15,5-1 0 0,12 2-1 0,0-3 1 16,5 5 0-16,6-1 9 0,10 4-8 0,-9 2 1 15,-1 0-3-15,2 0-1 0,-8 0 3 0,-5 6 0 16,-2-1 0-16,-2 8-2 0,-16-1 6 0,-6-1-1 0,-16 0 3 16,-13-2-7-16,-7-2-2 0,-5-1 1 0,-11-2 0 15,-8 1 3-15,-23-3 0 0,-14-2 4 0,-9 2-3 16,-8-2 1-16,-1 0 3 0,-9 0-3 0,-10 0 4 16,-10-4-3-16,-10 1 1 0,-4-1 5 0,-13 0-1 15,0 0 6-15,-9 4-5 0,0-1-1 0,-1-3 0 16,-1 0 10-16,4-13-15 0,-4-1 1 0,-4-4-5 15,-6-1 4-15,-7-3 4 0,-5 0-5 0,-21 4 2 0,-5 2-14 16,1 5-21-16,6 2-17 0,0 7-14 0,4-14-175 16</inkml:trace>
  <inkml:trace contextRef="#ctx0" brushRef="#br0" timeOffset="-79925.95">30413 12434 256 0,'0'-2'92'0,"0"-2"-33"0,-3-25 31 0,-3-7 5 16,4 5-72-16,-1-1-9 0,-1 1 0 0,0-7-10 15,0-1 10-15,1-3-17 0,1-3 16 0,0-1-7 16,2-6 10-16,-2 0-7 0,-2-2 2 0,-1-2 5 16,1 4-3-16,-3 2 13 0,-1 2-5 0,3 3 1 0,-1 3-3 15,1-3 10-15,-3 4-14 0,-1 0 7 16,0 0-10-16,-3-1 9 0,-1-3-15 0,0-3 9 0,0-4-11 16,-1 0 6-16,-1-6-3 0,0-3 4 0,-2 2-2 15,0-1 10-15,3 6-8 0,-3 4 5 0,2 2-3 16,0 2 13-16,-2 1-5 0,1 0 2 0,-1 5-3 15,-3-5 1-15,-1 0-8 0,1-1 1 0,-4-6-3 16,0 0 0-16,-4-7-2 0,26 1-7 0,-33-1 3 0,-3 3-5 16,-1 2 2-16,2 4 1 0,0 4-3 0,-2 1 0 15,2 0 7-15,-6 5-5 0,4-1 4 0,2 2-9 16,-2 0 3-16,0 0 4 0,0-8 0 0,-2-1 4 0,2 0-4 16,-3-6 1-16,-5 6-2 0,-1-2 4 0,-10 3-5 15,5 6 9-15,-1-1-7 0,0 4 6 0,4 3-3 16,0 2-3-16,-4 1 5 0,0 1 7 0,2 1-14 15,4 4 1-15,1 2-4 0,-3-2 6 0,-2 5-4 16,-4-3 5-16,-1 2-5 0,-3 2 10 0,3-1-11 16,-3 1 2-16,-3-1-4 0,4-3 7 0,1 4-5 15,5-3 6-15,2 1-6 0,1 2 2 0,4-3 3 0,-1 5-6 16,1 1 4-16,1 4-3 0,1 2 7 0,1 0-3 16,-3 3 4-16,-3-5-8 0,-1 0 6 0,-2 6 2 15,2-4 2-15,4 4-4 0,-1 5-5 0,5-4-1 16,1-16-1-16,0 7 3 0,-2 6-2 0,2 5 0 15,1 0-2-15,-1 4-2 0,2 4 4 0,-4 2 3 0,2 1-1 16,-5 2-6-16,1 1 9 0,4-1-7 0,1 0 8 16,-1 0-13-16,-4 1 7 0,-1 1-4 0,1 4 4 15,4-2-1-15,2 3 1 0,0 1 3 0,-2 2-3 16,1-3 0-16,-1 1 1 0,0 3-1 0,-2 1 0 16,-3 3 0-16,-8-2-6 0,-2 2 5 0,1 1-6 15,-1-3 6-15,-2 4 0 0,3 0-1 0,-1-2 2 0,0 4 7 16,8-24-8-16,0 27-2 0,1 6-2 0,1 2 2 15,-1 2 2-15,1 6 3 0,-2 1-1 0,3 2-6 16,-5 2 7-16,0 0-7 0,2 4 5 0,-4-1-8 0,-2-3 4 16,0 0 3-16,2-5 0 0,-2-1 1 0,6 4-2 15,0 2-5-15,1 4 2 0,-3 7-3 0,2 6 8 16,-2 7 0-16,-6 7 1 0,-2 1-8 0,-3 0 9 16,0-8-2-16,-4-8 4 0,2-1-4 0,-2 0 2 15,3 2-2-15,7 3-1 0,5 8-6 0,1 9 10 16,1 4-3-16,3 5 4 0,-3-7-7 0,4-5 5 15,5-8-1-15,1-2 2 0,5 0-5 0,0 8-4 16,3 3 5-16,0 6-5 0,8 5 1 0,0-5 7 0,-4-4-7 16,9-7 6-16,0-4-10 0,2 3 10 0,8 7-1 15,1 12 4-15,3 4-9 0,-33 4-2 0,23-3 3 16,12-10-2-16,2-8 1 0,7 1 1 0,3-1-3 16,6 8 3-16,-1 9 4 0,3 3-9 0,1-1 5 15,1-6-6-15,5-7 8 0,4-4 2 0,1 0-1 0,-29 8 1 16,33 5-5-16,2 8-5 0,2 1 2 0,4-5-3 15,0-4 2-15,-1-5 2 0,5-3-3 0,5 10 4 16,2 6-5-16,11 3 3 0,7 0 2 0,-1-11-2 16,3-9-9-16,2-13 5 0,-2-2 3 0,8 2 3 15,0 5 17-15,1 3-1 0,5-1 1 0,8-5 0 16,8-4 2-16,4-12-2 0,-2-4 1 0,-1-9 0 0,-6-4 9 16,3-3-4-16,8-1 4 0,6-3-6 0,5-1-10 15,2-2-2-15,-8-2 1 0,-4-1 0 0,2-3 1 16,4-5 0-16,6 0-5 0,0-8 3 0,-3-1 6 15,-3-10-4-15,-2-5 2 0,4 31-3 0,7-29-4 0,3-14 6 16,-7-10-2-16,-3-5 3 0,-10-4 6 0,8-7-7 16,0-1 7-16,2 27-6 0,0-38 9 0,-9-2-7 15,-3-2 3-15,-5-4-3 0,4-2 4 0,-2-9 3 16,4-5-3-16,1-12 3 0,-8-7-9 0,-8-4-1 16,-6-4-1-16,-2 8 0 0,-1 4-10 0,7 7 9 15,-4-4-3-15,-5-7 7 0,-4-9-4 0,-10-14-4 16,-3 1 1-16,-3-1-1 0,-7 8 11 0,-1 4-9 0,-2 0 6 15,0-12-5-15,-4-8 10 0,4-8-11 0,-7-4 8 16,0 11-7-16,1 2 20 0,-9-3-4 0,6-12 1 16,-10-9 0-16,-1-5 6 0,-1 8-5 0,-6 5-1 15,-5-3-1-15,-3-5-3 0,-10-9-5 0,1 0 2 16,31 9-3-16,-28 4-3 0,-11-4-1 0,-6-8-4 0,-9-1 3 16,-3 2-1-16,-8 14-1 0,-4 6 3 0,-7-5-2 15,31-8 1-15,-44-2-2 0,-6 6-1 0,-1 14 1 16,-6 4 1-16,-6 3-7 0,-2-7-3 0,-7-3-1 15,-1 7-8-15,-14 14-19 0,-9 14-5 0,-6 11-16 16,-11 6-121-16,2 6-302 0</inkml:trace>
  <inkml:trace contextRef="#ctx0" brushRef="#br0" timeOffset="7123.75">15125 10594 36 0,'0'0'-2'0,"0"0"8"0,-2 0 12 16,0 0 0-16,-1-2 8 0,-1 2-6 0,-7-4 7 15,-2 0 3-15,-2 1 1 0,2 1-6 0,-4-2 7 16,4 2-10-16,0 0 11 0,-3 2-3 0,-1 0-13 15,2 0 2-15,2 0-9 0,0 0-3 0,0 0 0 16,0 0-4-16,2 2 3 0,-2 0 3 0,2 0-8 16,-2 2 15-16,0 1-13 0,2 1 11 0,-2-1-9 0,3 1-5 15,-1 1 2-15,0 1-2 0,0-1 10 0,2-5-7 16,-2 11 8-16,-1 2-9 0,3-2-1 0,-2 2 7 16,4 0-5-16,-1 1 9 0,1-1-8 0,1 0 2 15,2 0-2-15,1 2 2 0,-12 3-4 0,6 1-2 0,-1 5 1 16,5-2 2-16,-1 4-5 0,4 1 7 0,2 1-6 15,0 2 1-15,2-3 8 0,2 1-12 0,1 0 11 16,3-4-12-16,-1 3 6 0,1-4 4 0,1-3-2 16,2 4-14-16,-2-8 12 0,3 6-1 0,1-1 6 15,-2-5-1-15,0-1-5 0,-6 0-2 0,18-6 0 16,-3 2 4-16,4-4-5 0,6 0 9 0,-2 1-8 16,3-3 3-16,-3-1 11 0,4-3-15 0,-1 1 12 0,-1 0-4 15,7-2-5-15,-5 0 8 0,1 18-8 0,-3-9-3 16,-2-5 0-16,0-3 0 0,-4-3 1 0,0-1 7 15,-2-3-1-15,2-2 3 0,-1-1-4 0,-1-2-8 16,0-3 11-16,-1 1-9 0,-1-2 11 0,2 11-3 0,0-18-5 16,3 0 7-16,-3-3-7 0,0-1 6 0,-1-4-5 15,1 4 6-15,2-2-6 0,-2 2 6 0,-1-2 8 16,-1-7-7-16,1 1 7 0,-1-3-17 0,4 3 14 16,-3 1-3-16,-3-3 7 0,-3 5-4 0,-6-3-6 15,8 2 2-15,-8 1-2 0,1-1 9 0,-1 2 2 16,-2 0-8-16,-5 2 6 0,7 2-10 0,-3 2-5 15,9-1 8-15,-4-1-8 0,-5 4 14 0,-6-4-8 0,-2 3 2 16,-2 3-4-16,-3-3 0 0,-3 5 7 0,8-7-2 16,-25 7 6-16,-3 1 5 0,0 4-4 0,0 7-5 15,-1 2 0-15,-1-16-7 0,-1 8 0 0,-2 8 2 16,-1 4-3-16,3 6-10 0,1 3 1 0,3 4-7 0,-1 3 4 16,4-12-16-16,2 22-32 0,2-1-41 0</inkml:trace>
  <inkml:trace contextRef="#ctx0" brushRef="#br0" timeOffset="19544.58">19089 13581 32 0,'0'0'26'0,"0"0"10"0,0 0 29 0,-2-2 13 15,1 1-5-15,-1-1-12 0,0 0-12 0,0 0-9 16,0 0 1-16,0 0-19 0,0 0 5 0,1 1-3 16,-1-1 2-16,0 0-9 0,0 0 9 0,0 0-6 15,0 0 4-15,0 0-9 0,1 1 4 0,1-1 5 16,0 0-4-16,0 0 1 0,0 0-4 0,0 0 2 0,1 0-3 16,1 1-2-16,0-1 9 0,0 0-5 0,0 2 7 15,0 0-1-15,1 0 11 0,1 2-5 0,0 0 5 16,0 1-4-16,-3 1-10 0,7 13 5 0,-6 1-7 15,5 6 12-15,-3-1-16 0,-2-3 2 0,1 1-8 16,1-3-2-16,0 1 2 0,3-1 2 0,1-1-1 0,-5-6-2 16,3-2 7-16,-4 1-7 0,0-3 7 0,0 0-6 15,1-1-5-15,1-2 4 0,2-2-5 0,-5-1 8 16,5 3-4-16,0 0 4 0,1 1-4 0,2 1 0 16,2-2 0-16,2-2 0 0,2-2 1 0,2-2 10 0,3-6-17 15,6-5 8-15,4-5-10 0,3 3 3 0,5-24-2 16,10-6 2-16,8-8-2 0,10-3-7 0,14-9-45 15,6-4-23-15,1 2-37 0,0-1-383 0</inkml:trace>
</inkml:ink>
</file>

<file path=ppt/ink/ink333.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38:50.125"/>
    </inkml:context>
    <inkml:brush xml:id="br0">
      <inkml:brushProperty name="width" value="0.05292" units="cm"/>
      <inkml:brushProperty name="height" value="0.05292" units="cm"/>
      <inkml:brushProperty name="color" value="#FF0000"/>
    </inkml:brush>
    <inkml:context xml:id="ctx1">
      <inkml:inkSource xml:id="inkSrc44">
        <inkml:traceFormat>
          <inkml:channel name="X" type="integer" max="11520" units="cm"/>
          <inkml:channel name="Y" type="integer" max="720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1" timeString="2023-06-20T06:39:29.274"/>
    </inkml:context>
  </inkml:definitions>
  <inkml:trace contextRef="#ctx0" brushRef="#br0">9470 2749 9 0,'0'0'0'0,"0"0"4"0,0 0 19 0,0-2 9 15,0 0 6-15,0 1 0 0,0-3-12 0,0 0-7 16,0 0 5-16,1-9 2 0,1 2 11 0,-2-2-1 16,0 2 3-16,0 2-12 0,0-2 0 0,2 0-1 15,-2-1 2-15,0-1 8 0,0 4 10 0,0-2 1 0,0 2 1 16,0-1-12-16,0 1-5 0,0 0 2 0,0 1-2 16,0-1 3-16,0 2 3 0,0-1-2 0,0 1 2 15,0-1 2-15,0 3-16 0,0 1 6 0,0 0-9 16,0 3 2-16,0-1 3 0,0-2-5 0,0 2 4 15,0 0-3-15,0 0-3 0,0 1 0 0,0-3-1 16,0 0-7-16,0 0 0 0,0 3-1 0,0-1-1 16,0 0-8-16,0 0 6 0,0 0-6 0,0 0 6 0,0 2-7 15,0 0 12-15,0 0-4 0,0 2 5 0,0 0-18 16,0 0 12-16,0 2-2 0,0 3 5 0,2 12-9 16,0-1 7-16,0 4-6 0,1 1 7 0,-1-1-8 0,2 4 8 15,0 2-1-15,-1 2 1 0,1-3-11 0,0 9 8 16,0-1-6-16,-1-2 6 0,1 3-7 0,-2-7 5 15,0 1-1-15,-2 3 3 0,0 1-8 0,0 1 3 16,0-1 3-16,2-3 2 0,-2-5 5 0,1-4-13 16,1-1 8-16,-2-3-8 0,0-1 5 0,0 0 3 15,0 0-5-15,0-3 4 0,0 1-2 0,0 0 7 16,0-2-2-16,0 2 4 0,0-4-1 0,-2 2 0 16,1-2-1-16,-3 0 1 0,0-1 2 0,0-1 3 0,1-2 5 15,-1-1-2-15,-2 1 6 0,5-3-8 0,-7 0 1 16,-3 0-3-16,0-3 7 0,0 1-11 0,3 0 6 15,1 0-8-15,1 2 5 0,3-2-3 0,-1-1-3 16,0 1 1-16,2-2-8 0,0 0 6 0,1 0-3 0,-1 0 5 16,0 0 3-16,0 0-10 0,0 0 3 0,0 0-4 15,0 0 0-15,1 0 1 0,-3 2-2 0,0 0 2 16,2-2-1-16,-1 2 4 0,-1 0 1 0,0 0 1 16,0-1-4-16,3-1 3 0,-1 0-5 0,0 0 4 15,0 0-4-15,0 0 2 0,-2 4-2 0,1-2 0 16,-1 0 3-16,2 0-6 0,0 0 7 0,0 1-6 15,1 1 9-15,-1 0-2 0,2-1 2 0,0 1-1 16,2 0 3-16,-1 0-1 0,-1-3-4 0,21 3 3 0,1 2-5 16,6-3 1-16,0-1 0 0,7 2-2 0,-1 15 3 0,6-6 6 15,-1-6-3-15,-5-5 2 0,7 0-10 16,-10-2 5-16,3 0 1 0,-3 0 1 0,-9 0-6 0,-1 2 2 16,-3-1-5-16,-5 1 4 0,-1 0-7 0,1 2 9 15,-2 0-2-15,-2-1 4 0,-2 1-5 0,-5-4 4 16,0 0-1-16,2 2 2 0,0 2-3 0,-1-1 1 15,-3-1-3-15,8 11 3 0,-5-4 1 0,-1 2-3 16,-2-1 3-16,0-1-4 0,-2 2 0 0,1-3 3 16,-5 3-1-16,4-2 1 0,-18 2 6 0,-3 4-6 15,-4-4 5-15,2 4-5 0,-2-4 5 0,-5 0-9 0,1 2 5 16,-1 0-5-16,0 2 7 0,-3-2 1 0,2 0-6 16,-3 2 4-16,7 0-2 0,1 3-3 0,4 3 1 15,0-6-1-15,1-4 7 0,5-2-4 0,1-3 3 16,2-1-5-16,2 1 3 0,4-1 0 0,1 1 6 15,3 0-3-15,1-3 9 0,0-1-9 0,3 0-3 0,1 0-1 16,-2-2-2-16,0 0 0 0,-2 4 1 0,0-1 0 16,1 1-3-16,1 0-1 0,0-2 1 0,0-1 0 15,0 1 1-15,0 0 0 0,2 0 3 0,0 0-1 16,2 0 0-16,0 1-2 0,2 1 1 0,13 7 0 16,10 2 7-16,3-2-8 0,2-1-3 0,1-3-1 15,2-1 4-15,3-3-4 0,1 1 4 0,-2 0-5 0,-2-2 11 16,-2 0-6-16,-3-1 4 0,-4-1-4 0,2 0 5 15,-4 0-6-15,-4 0 4 0,-1 0-4 0,-6 0 0 16,-2 0 1-16,-2 0-1 0,-3 0 1 0,1 0 6 0,-3 0-5 16,0 0-1-16,0 2-1 0,-1 0-3 0,1 0 13 15,-2 0-4-15,0 0 5 0,0 0-12 0,-2 1 3 16,0 1 3-16,-2 5 0 0,-6 2 4 0,-1 2-3 16,-21 2-1-16,1 2 1 0,1 0 3 0,-6 1-3 15,-1 1 1-15,-2 1-2 0,-4 1 2 0,-2-1-2 16,8 0 3-16,-2 1-4 0,5 1 0 0,5-5-2 15,-1 0 2-15,4-3-1 0,3-2 5 0,6 2-7 16,0-2 2-16,4-3-3 0,4 2 3 0,1-5-1 16,3-1 0-16,1-5 0 0,2 2-1 0,-4 2-5 0,0-1 5 15,2 1-2-15,1 0 7 0,-1 1-7 0,0 1-1 16,2 0-1-16,0-5 3 0,0 1-1 0,2 2 2 16,1 0 0-16,3-1 0 0,16 9-2 0,2-5-2 15,1-3-1-15,2-2 2 0,-1-2 6 0,0-2-3 0,-1-2 2 16,1 0-1-16,-6 1-5 0,2-3 4 0,-5 2-4 15,-10 2 10-15,8-1-5 0,-7 1 1 0,5-2-3 16,0 2-3-16,-8 2 5 0,1 0 1 0,-1 0 1 16,-1 0-3-16,0 0 0 0,0 0 0 0,-1 0 0 15,-1 0-1-15,0 0 4 0,0 0 0 0,0 2 2 16,0 0-1-16,-2 0-1 0,0 2 2 0,0 3-3 0,-4 10-3 16,-2 1 4-16,3 1-3 0,-3-4 4 0,-3 7-7 0,1 0 5 15,1 1-3-15,-1 4 4 0,3-2-4 16,-1 2 1-16,1-1 1 0,-1 2-1 0,1 2 0 0,1 3 0 15,2 3-1-15,2-3 1 0,0 4 0 0,0 0-4 16,0 0 5-16,0 1-4 0,0-3 2 0,0 2-1 16,2-2 2-16,0-1 0 0,0-3 1 0,-1-5-1 15,3 6 0-15,2-6 1 0,-1-6 6 0,1 1-8 16,-2-5 3-16,1 3-4 0,-1-4 4 0,0-4 1 16,1 2-3-16,-1-6 1 0,1 5 3 0,1-3-7 15,0 2 3-15,-5-7-4 0,3 3 9 0,0-1-3 16,-2-3 1-16,-2-1-3 0,3 4 0 0,1 1 5 0,-4-5-4 15,4 4 3-15,0-3-7 0,-3 1 3 0,1 0 1 16,0-1 2-16,0 1-3 0,0 0 0 0,0-2 0 16,0 0 1-16,-1-1 3 0,1 1-1 0,0 0 3 15,0 0-3-15,0 0 8 0,0 0-3 0,0 0-1 0,-1-1 0 16,1 1 1-16,0 0-1 0,-2 0 2 0,0 0-2 16,0-2 5-16,0 0-5 0,0 0 4 0,0 0-4 15,0 0-1-15,0 2-6 0,0 0 1 0,0-2-1 16,-2 1 3-16,0 1 0 0,1 0-3 0,-1 0 0 15,-4 0-4-15,-9 5 4 0,-9 6 0 0,2 0 0 16,-6 4-6-16,-2-15 8 0,-3 20-4 0,-1 0 5 16,-1 3-8-16,-2 1 7 0,-2 0-1 0,0 0 3 15,4 1-5-15,-4 1 2 0,2 0-1 0,-1 0 1 0,3 0-2 16,-2-2 4-16,-2 4-1 0,-2-4 4 0,6 0 5 0,0 1-6 16,5-1 2-16,4 2-4 0,-7-5-1 0,3 1 4 15,4-2-3-15,4-4 1 0,3 5-7 0,0-12 2 16,3-2-1-16,3-1 2 0,5-1 4 0,3 0-4 15,3 3-1-15,-2-3-2 0,2-3 2 0,0 0-5 16,-1-1-2-16,-1 1-4 0,0 0-21 0,2-1-90 16,1 1-6-16,-1 0-34 0,0 0-77 0,0-1-113 15</inkml:trace>
  <inkml:trace contextRef="#ctx0" brushRef="#br0" timeOffset="450.62">8593 5399 657 0,'0'0'38'0,"0"-2"-30"0,-2 0 44 0,0 0-15 0,1-2 12 16,-1-1 31-16,0-3-9 0,-2-1 15 0,0-2-13 15,3 7-18-15,1 2 3 0,-2-1-10 0,0-1-7 16,0 0-10-16,0 2 2 0,2 1-5 0,0-1 7 16,0 2-6-16,0 0 3 0,0 2-3 0,0 1 8 0,0 5-13 15,2 12 5-15,0 6-9 0,2 2-4 0,-1 0-4 16,3 7-2-16,-1 0 1 0,3 8-5 0,-1 3-2 16,3 3-3-16,-1 6 2 0,2 3 4 0,0 5-4 15,0 6 3-15,0 5-5 0,1 0-1 0,-3 2 4 16,4 6-3-16,0-4 4 0,-2 2-8 0,0-4 2 15,0-2 2-15,0-3 0 0,4-6 3 0,0-2-1 16,2-4-3-16,0-3 1 0,-1-2 3 0,1-4 0 16,2-3 1-16,-5-7-2 0,-1-1-3 0,-1-3 0 0,-3-3 6 15,-2-5-4-15,-1 0 6 0,-1 2-9 0,1-6 2 16,0 2-1-16,-3-6 8 0,-1-1-6 0,0-3-1 16,0-1-1-16,-2-2 0 0,0-2-2 0,0-1-5 15,-2-3-2-15,0 0-24 0,0-3-59 0,0 2-14 0,2-4-23 16,0-1-118-16,-1 3-158 0</inkml:trace>
  <inkml:trace contextRef="#ctx0" brushRef="#br0" timeOffset="855.12">8807 6834 940 0,'-2'0'22'0,"0"0"0"0,-2 0 16 16,1 0 13-16,-9-4-5 0,3 0 41 0,2 3-15 15,1-1-11-15,4 2-1 0,-1-2-42 0,-1 0-6 16,0 0-1-16,2 0 0 0,0 0 8 0,1 1 2 16,-1-1 4-16,2 0-2 0,0 0 6 0,2 0 3 15,-1 0-2-15,3 0 3 0,5-1 4 0,14-1-4 16,-1 2 0-16,6 2-2 0,-4 4-6 0,4 3 0 0,2 4-5 15,3 4 4-15,4 2-5 0,-2 2-5 0,4 1-1 16,-5-1-3-16,1-16-10 0,-2 18 4 0,1-1-4 16,1-5 5-16,2-2 0 0,2 0 7 0,2-4-1 15,4-3 2-15,-3 3 0 0,3-1 2 0,-4-7-2 16,2 9 0-16,-3-5-8 0,-8 14-5 0,0-4 4 0,-8-8-4 16,-4 1 10-16,4-1-9 0,-3 0 0 0,-5-1-2 15,-1-2 5-15,-4-1-2 0,-1 1-1 0,-5-2-1 16,1 0-2-16,-1 0-16 0,-1 0-16 0,0-1-5 15,-1 1-89-15,1 0-92 0,-2 0-48 0,2 0-29 16,-2 0-298-16</inkml:trace>
  <inkml:trace contextRef="#ctx0" brushRef="#br0" timeOffset="1149.39">9366 6769 1236 0,'-2'0'48'0,"0"0"-34"16,0 0 56-16,0 0-18 0,-9 0 10 0,4 0-1 16,-1 0-6-16,6 0 1 0,0 0-33 0,-1 0-16 15,-1 0 1-15,2 0-6 0,0 0 1 0,0 0 2 16,2 0-6-16,0 2 4 0,2 0-6 0,0-1 3 16,2 3 4-16,9 5-2 0,7 6 4 0,3 0-3 0,-3-2-4 15,0-9 1-15,-3 13 1 0,-2-3 1 0,-2-1-1 16,4 0 2-16,-2 6 2 0,-2-4 26 0,-4 3 1 15,-7-3 7-15,0-4 0 0,5 1-1 0,0-1-4 16,-1 2 2-16,-4-2 0 0,0 4-17 0,-2 1 4 0,-2-3-11 16,-4 4-10-16,-1 0-2 0,-2-2-1 0,-3 0-2 15,7 1-1-15,-12 1-9 0,2 2-7 0,2-3-4 16,2 3-59-16,2-4-48 0,3-2-10 0,4 2-13 16,-9-1-68-16,2 3-77 0,3-2-38 0</inkml:trace>
  <inkml:trace contextRef="#ctx0" brushRef="#br0" timeOffset="1569.68">9911 7129 959 0,'0'0'45'0,"0"0"85"0,-1-2-64 0,-1 0 32 15,0 1-3-15,0-1 8 0,0 0-27 0,0 0-25 16,0 0 2-16,1 0-8 0,-1 0-3 0,0 1-5 16,0-1-9-16,0 0 2 0,0 2-21 0,2 0 8 0,0 0 6 15,0 2 0-15,0 0 5 0,0 5-5 0,0 19-5 16,2 6 2-16,2-1-3 0,0 1-4 0,1 1-2 16,-1 1-2-16,1 3-10 0,1 5 7 0,-2 1 1 15,1 3 1-15,1 6-9 0,-1 0 1 0,1 2 2 0,0-2 2 16,-3 0 1-16,3-2 0 0,-2 4-7 0,1-4 4 15,1 4-2-15,-3-4 3 0,3-1 2 0,-2-7-3 16,-1-1-10-16,1 0 12 0,0-2 0 0,0 0 5 16,-3 2 1-16,3-4 0 0,0 2-7 0,-2-2 4 15,1 0-5-15,1 2 5 0,-2-2 2 0,0-1-2 16,0-1-7-16,0-2 3 0,-1-3-3 0,1 0 4 16,0 3-4-16,-2-5 0 0,2 4 0 0,0-3 0 15,0-6-7-15,0 3-72 0,-1-2-20 0,1-6-31 0,0 3-189 16</inkml:trace>
  <inkml:trace contextRef="#ctx0" brushRef="#br0" timeOffset="3599.82">13070 2556 286 0,'0'0'26'0,"0"0"-1"0,0-2 19 0,0 0 6 0,-2 0-4 16,0-1 15-16,0-5 26 0,-2-8-9 0,-1-3 12 16,1 0-34-16,0 3-5 0,1-3-8 0,-1 1 6 15,2-1 3-15,-2 0 4 0,1-1 4 0,-1 3-4 16,0-3-7-16,1 3-5 0,-1 2-2 0,0 0 0 15,0 3 0-15,1-3 3 0,-1 2 0 0,0 2 0 16,1-1-15-16,1 5 3 0,0 0-8 0,0 1 5 16,0 0-14-16,2 3 3 0,0-1-4 0,-2 0 3 0,0 1-9 15,2-1-1-15,0 2 2 0,0 0-1 0,0 0-2 16,0 0-9-16,0 1-1 0,0-1-2 0,0 0 4 16,0 0-1-16,0 0 2 0,0 2-2 0,0 0-1 15,0 2-1-15,0 2 1 0,0 16 0 0,2 12 3 0,2 3 3 16,0 4 0-16,-1 0 1 0,3 2-9 0,-2 0 4 15,1-1 0-15,-1 1 1 0,0 0-1 0,-1-2 2 16,-1-2-1-16,0 0 3 0,0-1-2 0,0-5 5 16,0-1-5-16,0-2 4 0,-1-2-3 0,1 0 3 15,-2-6-1-15,0-1 1 0,0-2-3 0,0-3 4 16,0 1-2-16,0-2 1 0,0 2-6 0,0-8 4 16,0 5-3-16,0-9 5 0,0 3 4 0,0-2-2 0,0 1 3 15,-2 4-4-15,1-3 5 0,-3 1-5 0,2-3 2 16,-2 0-3-16,-14-2-1 0,-6 1 2 0,3 1 2 15,3 0 0-15,-6 0 2 0,3 1-1 0,-1-1-4 16,-2 0 3-16,1-3 9 0,-1 1-5 0,-5 17 8 0,3-8-8 16,1-5 3-16,5-3 0 0,0 1-2 0,-1 0 2 15,-3-1-4-15,5-1 1 0,3-2-1 0,5 0 0 16,-1 2-2-16,3-2-2 0,2 0-1 0,1 0-1 16,1 0-2-16,3 0-3 0,-2 0 0 0,0 2-2 15,1-2-6-15,-1 2 8 0,2 0-2 0,0 0 3 16,0-1-6-16,0 1 4 0,1 0 0 0,-1 0 1 0,2 0-5 15,0 0 3-15,0 0-2 0,2-1 3 0,-1 1-2 16,3 0 0-16,7 4 2 0,12 3 0 0,-1-2 1 16,2 1-2-16,0-3-1 0,2 1 1 0,4 0 6 0,0-1-3 15,-3-1 0-15,1 0-1 0,-4-3-2 0,-1 1 2 16,5 0 1-16,-6 0 0 0,0 0-6 0,2 0 5 16,-5 0 0-16,-3-1 3 0,-3 1-2 0,-3-2 4 15,3 2-5-15,-6-2 5 0,4 2-8 0,-5 0 3 16,-2-2 0-16,-1 0 1 0,1 2 4 0,0 0-2 15,-1-1 1-15,1 1-1 0,-2 0 14 0,0 0-13 16,0 0 10-16,-2 0-10 0,0 0 14 0,0-1-14 16,-2 1 0-16,0 0-4 0,-2 2 6 0,-5 1-5 15,-10 8 7-15,-3 0-6 0,0 0-1 0,-4 0 0 16,2-1 0-16,-2 1 2 0,0 0 1 0,2-2 2 0,-4 2-5 16,2-2 6-16,4-2 2 0,-1 0-5 0,5-1 0 15,1-1-3-15,-3 1-1 0,5-3 0 0,0 1 4 16,7-2-3-16,1-1 1 0,0 1-5 0,-1 0-2 0,3-1-1 15,1-1 8-15,0 2-1 0,0 0-1 0,1-1 0 16,3-1-3-16,-2 4 3 0,2-1 0 0,0 1 0 16,0 0-4-16,4-1 3 0,14 1 1 0,16-3 1 15,-3 16-1-15,3-6-6 0,-3-7 0 0,1-3-1 16,3-1 5-16,0-2 6 0,-1 0-3 0,-5 0 4 16,-3 0-5-16,-2 0 0 0,-5 0-4 0,1 0 3 0,-1 2 1 15,-6 0-5-15,0 0 11 0,-7-2-9 0,-1 2 5 16,-1-2-1-16,-2 0-1 0,0 0 0 0,1 1 10 15,1 1-3-15,-2 2-3 0,0 0 0 0,-2 5-4 16,0 6 2-16,-4-4 1 0,-5 7-1 0,-1-3 2 0,-3 2-3 16,-13 0 6-16,-1-2-5 0,1-1 0 0,-2 1 6 15,0-2-5-15,8 2 7 0,-5-6 0 0,5 1-9 16,0 3 6-16,5-4-7 0,-2-2-1 0,4 5 0 16,9-1-5-16,1-2 5 0,1 0 5 0,-6 1-4 15,3-3 2-15,-1 2-2 0,-1 6-1 0,5-2-2 16,2 0 2-16,0 6-2 0,4-3 0 0,1 3 1 15,3 3 1-15,-1 1 0 0,2 3 1 0,1 1 0 16,-1 3-1-16,2 2 1 0,-4-1 2 0,1 3-2 0,-1-1-1 16,-1 2 1-16,-1 1-3 0,1-3 3 0,-2 0 1 15,-2-3 0-15,1 0 4 0,-1 0-5 0,2-3 1 16,1 3-1-16,-3-6 0 0,0 0 3 0,0-3-4 0,0-1 3 16,2-1-3-16,-3-4 0 0,3 5 1 0,-2-7-1 15,0 0 6-15,0-2-4 0,-2-3-1 0,2-1 0 16,-1 1 2-16,1-3-2 0,0-1 6 0,0 0-6 15,-2-1 6-15,0 1 12 0,0-2-1 0,0 0 7 16,0 0 7-16,0-1-13 0,0 1 0 0,0 0-6 16,0 0-2-16,0 0-4 0,0 0 1 0,0 0-3 0,0-1 0 15,0-1 0-15,0 0-4 0,0 2 2 0,0-2-7 16,0 0 5-16,0 0 0 0,0 0 1 0,0 0 5 16,2 0-6-16,0 0 2 0,0 2-4 0,1 0 2 15,8 0-3-15,6 2 0 0,3 1 0 0,3-1 6 0,-1 1-2 16,2 1 0-16,4 0-1 0,2-1-1 0,1-1 3 15,3 1-2-15,3-1 1 0,4 0-1 0,5-2-4 16,-1-2 3-16,5 2-2 0,0-1-1 0,-7 3 6 16,-2 0-3-16,-12 0 4 0,3-1-4 0,-6 1 0 15,-4 0 2-15,0-1-1 0,-9-1 7 0,0 0-5 16,-2 0-1-16,-3 0 0 0,-1 0-4 0,-1-1 3 16,-2-1 2-16,-1 2 1 0,1 0 1 0,0 0-1 15,-1 0-6-15,1 0 3 0,-2 0-4 0,0-1 0 0,0 1 0 16,0 0-2-16,-1 0-17 0,1 0-56 0,2 0-24 15,0 0-14-15,-1-1-95 0,1 1-78 0,0 0-16 16</inkml:trace>
  <inkml:trace contextRef="#ctx0" brushRef="#br0" timeOffset="4734.1">12893 4790 527 0,'0'0'22'0,"-1"0"1"0,-1-2 17 15,0 0-5-15,-2 0 7 0,0 0 53 0,1 0-20 16,-1 1 11-16,2 1-20 0,-2-2-10 0,-7-8 14 16,6 7-1-16,-3-3 5 0,3 2 2 0,-1 3-1 15,1-1-3-15,1 0-1 0,-2-2-27 0,3 2-7 16,-1 0-9-16,0 1 3 0,2-1-18 0,0 0 0 15,1 0 9-15,-1 0-5 0,0 2 6 0,2 0 3 0,2 0-7 16,0 0 5-16,11 4-2 0,14 3-7 0,1 1 3 16,8 3-5-16,-5-2 6 0,1 0-8 0,1 3 4 15,0-1-6-15,1 0 3 0,-1 0-2 0,1 2-2 16,1 0 0-16,0-2-3 0,-3 2-5 0,-1 0 6 16,-3 0-5-16,2 0 7 0,-2 0 2 0,2 2-6 0,-6-4 6 15,0 2-4-15,-2-2 0 0,-5-2 7 0,-2 1-5 16,-2-3 1-16,-6-3 5 0,4 3-8 0,-1-1 7 15,-5-2-3-15,3 1-7 0,-5-3 5 0,3 2-7 16,1 1-3-16,-5-5 2 0,4 4-4 0,-3 0 4 16,1-2 3-16,0-1-12 0,-1 1 2 0,1 0-8 15,0 0-9-15,-2 0-2 0,0 0-28 0,-1 0 7 16,1-2-94-16,-2 0 14 0,0 0-4 0,-2-2 6 0,1 0-8 16,-1 2 13-16,-28-11 1 0,0 1 5 0,-1 1 33 15,-6 0 61-15,7 1 0 0,-2 1 19 0,1 0 2 0,3-1 11 16,0-1 5-16,0-2 3 0,0-2 14 0,8 2 0 15,-2-4-7-15,1 0 5 0,3 13 0 0,-1-17-8 16,2 3 7-16,3-1-8 0,1-2 11 0,0 5 14 16,-2-1 1-16,4 2 5 0,-1 2 4 0,3 0 4 15,0 1-1-15,-2 3 2 0,3-2 3 0,1 3-13 16,1-3 3-16,4 5-5 0,-3 2 11 0,1-5-11 16,0 3-3-16,1-2-3 0,1 1-13 0,-2 1-8 0,0 0 1 15,1 1-4-15,1-1-1 0,0 0-19 0,0 1 8 16,0 1-9-16,2 0 7 0,0 0-2 0,2 0-2 15,0 2 1-15,0 0 4 0,2 0-1 0,3 2 0 16,13 7-1-16,1 2 0 0,-1-1-4 0,3 16 3 16,-1 2-3-16,2-1 2 0,0 1-3 0,2-2 5 15,2 0-4-15,0 0 5 0,2-2 3 0,1-1-9 0,1-3 6 16,3 2-6-16,-2-3-1 0,-3 1 5 0,2-3-5 16,-3 0 3-16,1-2 1 0,0-2 2 0,-6-2 0 15,4 0-4-15,-2-2 1 0,-4-1 1 0,4 3 1 16,-6-4-5-16,-1-1 1 0,-4 1-3 0,-2-3 3 15,-4-2-4-15,0 3-7 0,-3-3-4 0,3 0-1 16,-1 2-18-16,-5-2-96 0,1-1-3 0,2 3-42 16,-3-2-108-16,3 2-170 0</inkml:trace>
  <inkml:trace contextRef="#ctx0" brushRef="#br0" timeOffset="5179.72">13762 4446 726 0,'-2'-2'64'0,"-3"-7"134"0,-1-13-174 0,-5 3 55 0,4 2-12 16,-1 3 25-16,1 1-21 0,-2 0-24 0,1 3 1 15,4 3-7-15,3 1 26 0,1 4 0 0,0 1 9 16,-2 1-10-16,-2-4-16 0,0 0 6 0,1 2-12 0,1 0 9 15,0 2-16-15,0 0 10 0,-2 2-8 0,1 2 7 16,-5 11-16-16,-3 15-12 0,4 3 7 0,3 4-8 16,2-2 4-16,2 3-11 0,2 1-1 0,2 0-3 15,-1 0-4-15,1 1-1 0,0 3 4 0,-1-2-3 16,3 2 4-16,-2 1 0 0,1 3-4 0,1-1 3 16,-1 4-5-16,5 2 3 0,-3 2-1 0,4 4 2 15,-1-3 3-15,-1 3-5 0,2-2-1 0,0-1 0 0,-2 1 4 16,-1-6-4-16,-1 2 5 0,-1 0-6 0,1-4 5 15,1 4-7-15,-3-3 0 0,3-1-2 0,-3-4 7 16,-1-3 2-16,0-4-1 0,-2-3-1 0,-1-3-3 16,3-3 2-16,-2-2-1 0,2 2 2 0,-2-7-7 0,-1-1 7 15,1-3-1-15,0-6 4 0,0 0-6 0,0 2 2 16,0-2-2-16,0 0 2 0,-1 0 1 0,1-5-7 16,-2-2 2-16,0-1-8 0,2 3-9 0,0-2-18 15,0-1-26-15,0 1 1 0,0 0-92 0,-1-2-71 16,1-1-16-16,0 1-35 0,0 0-206 0</inkml:trace>
  <inkml:trace contextRef="#ctx0" brushRef="#br0" timeOffset="5552.78">13766 5534 779 0,'0'0'58'16,"0"0"-2"-16,-2 0 55 0,0 0-10 0,0 2 4 15,1 0-22-15,-3 0-18 0,0 1 3 0,-1 3-7 16,-10 11 2-16,0 3-2 0,-4 4 1 0,-7 0-2 0,6 4-3 16,-8 4 5-16,-7-1 1 0,1 5 3 0,-10-3 7 15,-4 2-4-15,1 1-4 0,-1-3 1 0,1 1-13 16,7-1-6-16,-1-1-1 0,5-1-4 0,1-1-16 15,4-6-9-15,3 2 0 0,0-6-4 0,4 4-6 0,0-7-3 16,1 4-2-16,3-5 1 0,-1 1-7 0,8 3 4 16,2-1-4-16,0 0 4 0,4-3 0 0,-1 1 0 15,1 0 0-15,3-1 0 0,1 1-3 0,-1-6 1 16,0 2 0-16,2-3 0 0,-5-1 2 0,1 0-10 16,3 0 1-16,1-3-6 0,0 0-19 0,2-5-67 15,0 1-3-15,0 0-24 0,0 2-42 0,0 0-63 16,0-1-46-16,2-1-29 0,1 0-370 0</inkml:trace>
  <inkml:trace contextRef="#ctx0" brushRef="#br0" timeOffset="5867.34">13079 5861 1474 0,'-2'0'23'16,"0"0"-2"-16,0 0 43 0,1 0-1 0,-3-2 6 15,-4 0-10-15,-3-1-38 0,0-1 3 0,4 2-14 16,-1 0 0-16,1 0-6 0,1 0-1 0,-1 1-2 0,-1 1-4 16,-3 0 4-16,-2 0-5 0,0 1 5 0,4 3-4 15,-2 2 7-15,2-4 3 0,-1 22 2 0,-3 4 10 16,2-1 0-16,0 3 6 0,0 4-5 0,5-5 14 0,-1 3-5 16,0-4-1-16,5-1-2 0,-4 1 0 0,-9-5-13 15,6-3 6-15,3-1-9 0,5-5 7 0,-1 1 0 16,2 0 0-16,2-2 0 0,1 4 0 0,3-4 0 15,3 0-7-15,-1-6 4 0,14-3-11 0,-4 2 1 16,7 1 1-16,-5-1-2 0,2-1 2 0,-1-1-12 16,-3-2 1-16,3 0-7 0,-1 1-5 0,-1 10-35 15,1-2-29-15,0-3-11 0,1-3-171 0</inkml:trace>
  <inkml:trace contextRef="#ctx0" brushRef="#br0" timeOffset="7005.14">12867 6490 32 0,'0'0'16'0,"0"0"16"0,0-1 21 0,0-1 3 16,0 0 15-16,0 0 2 0,0 0 2 0,0 0-3 15,0 0-22-15,0 1-3 0,0-1-8 0,0-2 6 16,0 2-6-16,0 0 11 0,0 0-7 0,0 1 8 0,0-1-6 16,0 0 5-16,0 0 10 0,0 0-3 0,0 0 18 15,0 0-5-15,0 1-10 0,0-1 4 0,0 0-23 16,0 0-16-16,0 0 2 0,0 0-9 0,0 0-8 16,0 1 3-16,0-1-7 0,0 0 4 0,-1 0-10 0,-1 0 9 15,0 0-3-15,0-1 5 0,0 1-10 0,0 0 9 16,0 0 2-16,1 0 2 0,-1-2-7 0,0 3 9 15,0-3-3-15,0 2 5 0,-2 0-4 0,3 0 0 16,-1 0 1-16,0 1 0 0,0-1-1 0,-2 0-7 16,2 0 0-16,-1 0-2 0,-1 0-10 0,0 0 9 15,1 1-3-15,-1-1 8 0,0 0-5 0,2 2-1 16,0-2-1-16,1 0 0 0,-3 2 4 0,0-2 8 16,0 0 2-16,1 1 2 0,-1-1 12 0,0 0-8 0,1 0 5 15,1 2-8-15,-2-2-5 0,0 0-6 0,1 0-1 16,-1 1 0-16,0-1 7 0,0 0-12 0,1 0 7 15,1 0-9-15,0 0 6 0,0 0-4 0,0 1-1 16,0-1 1-16,1 0 6 0,-1 0 9 0,0 0 1 0,0 0 3 16,0 2 7-16,0 0-3 0,0 0 0 0,1 0-1 15,-1 0 1-15,0 0-6 0,0 0 0 0,0 0-2 16,0 0-3-16,0 0-10 0,1 2 3 0,-1 0-6 16,0 0 3-16,0 2-2 0,-7 16 1 0,-1 8-1 15,3 3 0-15,3 8 0 0,4 6-3 0,2 5 1 16,4 6-1-16,5 7 1 0,2 4 0 0,0 5 0 15,4 6 2-15,-6 2-2 0,-2-8 2 0,0 1-2 0,-1-6 5 16,-3-6-3-16,-1-3 0 0,-2-7-2 0,2-4-4 16,1-4 6-16,1-1-3 0,-3-3 4 0,3 0 0 15,0 2-2-15,1-4 3 0,0-1-4 0,1 1-1 0,-1-4 4 16,3 4 2-16,-3 2 0 0,0-3-6 0,1 1 5 16,-3-6-7-16,1 5 9 0,0-5-2 0,-3-1-2 15,3-1 2-15,-2-3-3 0,1 0-1 0,1-1-1 16,-3-5 1-16,1-3 0 0,-2-1 2 0,0-3 3 15,0-1 2-15,-2-5 0 0,0-1-7 0,0-1 10 16,0-3-4-16,0 2 8 0,0-1-3 0,0 1-8 16,0 0 2-16,0-2-4 0,1 0 5 0,-1-1-25 0,2 1 3 15,0 0-14-15,-2 0-18 0,0 0-154 0,2 0-30 16,0 0-77-16,0-1-460 0</inkml:trace>
  <inkml:trace contextRef="#ctx0" brushRef="#br0" timeOffset="7959.29">9843 8802 419 0,'-2'0'60'0,"0"0"121"0,0-2-149 0,0 0 30 15,-1 0 5-15,1 2 9 0,-4-1 26 0,-3-3 1 16,0 0-7-16,-4-1 4 0,1 1-18 0,5 2-16 15,-2 0-1-15,5 2-5 0,-3-2 0 0,-1 0-3 16,1 1 3-16,-1-1-5 0,7 2-10 0,-3 0-16 16,0 0-1-16,0 0-6 0,1 0-18 0,1 0 3 15,0 0-5-15,0 0 5 0,0 0-2 0,2 0 5 16,0 0 1-16,0 0 2 0,2 0-2 0,0 0 3 0,0 0-1 16,20 0 1-16,8 2-2 0,-1-1 1 0,-1-1-2 15,6 0 0-15,-1 0-5 0,1 0-2 0,6 0-1 16,5 0 0-16,3 0-2 0,12 0 1 0,1-1-2 0,13-1 1 15,2-2-1-15,6-3 0 0,3-1 3 16,-5 1-3-16,6-1 3 0,-3 1-6 0,5-1 1 0,6-5-3 16,12 0 6-16,7-1 1 0,-3-1-2 0,-4 2 1 15,-15-4 4-15,-6-1-7 0,4 1 5 0,0 2-5 16,2 4 2-16,2 2 3 0,-6-3-3 0,-14 5 3 16,-6 0-3-16,-13 1 4 0,-6 0-4 0,-4 5 2 15,-5-1-5-15,-3 0 8 0,-3 0 0 0,-5 0 4 0,2 2 3 16,-6 0 11-16,0 0-4 0,-2 0 5 0,0 0-1 15,-1 0-18-15,-1 2 11 0,4 0-12 0,-3 0 12 16,-3 0-10-16,7 1 1 0,-11-1-1 0,7 2 6 16,-1 0-7-16,-10-3 0 0,6 3-3 0,-6-2 4 0,-1 0-3 15,6 2 5-15,-2-3-5 0,-2 1-1 0,-2 0 4 16,0 0-5-16,-1 0 6 0,-1 0-3 0,-1 0-1 16,-2-2 5-16,-3 0-4 0,3 1 5 0,0 1-8 15,0 0-2-15,-1 0-1 0,1 0 2 0,-2 0-19 16,0 0-4-16,0-2-19 0,-1 0-142 0,1 0-363 15</inkml:trace>
  <inkml:trace contextRef="#ctx0" brushRef="#br0" timeOffset="9378.37">13900 5271 154 0,'0'0'-7'15,"0"0"1"-15,0 0 0 0,0 0-5 0,0 0 7 16,0 0 0-16,0 0 4 0,0 0 3 0,0 0-1 15,0 0 4-15,0 0-10 0,0 0 4 0,0 0-4 16,0 0 4-16,0 0 0 0,0 0-4 0,0 0 4 0,0 0 5 16,0 0 13-16,0 0 13 0,0 0-1 0,0 0 32 15,0 0-20-15,0 0 1 0,0 0-7 0,0 0-11 0,-2 0-3 16,0 0-13-16,0 0 9 0,0 0 2 0,0 0 13 16,1 0 5-16,-1 0 4 0,0 0 44 0,0 0 1 15,0 0 5-15,-2 0-7 0,1 0-7 0,-1 0-14 16,0 0 6-16,2 0-10 0,-1 0 1 0,-1 0-3 15,-2 0-2-15,3 0-2 0,-1 0-17 0,2 0 2 16,0 0-7-16,-1 0 4 0,-1 0-12 0,0 0 8 16,0 0-4-16,3 0 4 0,-1 0-3 0,0 0-9 15,0 0 4-15,0 0-7 0,0 0-9 0,0 0-4 16,1 0-2-16,-1 0 1 0,0 0-2 0,0 0 2 0,0 0 5 16,0 0-3-16,2 0-4 0,0 1-1 0,0 1 3 15,0 0 0-15,0 0 4 0,0 0-5 0,0 0-3 16,0 0 1-16,0-2 5 0,0 0 0 0,0 1 5 0,0 1-3 15,0 0 2-15,2 0 10 0,0 0-5 0,0 0 6 16,-2-2-7-16,2 2-1 0,0-1 1 0,-2 1 0 16,1 0 1-16,-1 0-8 0,2-2 1 0,0 0-4 15,-2 0 0-15,2 0 2 0,0 0 1 0,0 0 1 16,0 0 0-16,-1 2-7 0,1 0 1 0,0 0-3 16,0-1 1-16,0-1 6 0,0 0-1 0,0 2 4 0,1 0-8 15,1 0 6-15,0 0-6 0,-1-2 7 0,3 0-4 16,3 2-4-16,4 0 1 0,2 1-3 0,4 1-1 15,7 2 7-15,3-3-4 0,10-1 4 0,8-2-4 16,5-2-2-16,5-3 3 0,6-3-2 0,2-1 9 0,2-4-10 16,4 0 3-16,-10 0-4 0,0 2 6 0,-3 2 0 15,-2 1-3-15,-1 4 1 0,-1 3-5 0,-4 1 4 16,-5 0 2-16,-1 0 0 0,1 1 0 0,-13 1 1 16,1 2-2-16,-13-2 2 0,-1 2 2 0,1-1-4 15,-3 1 5-15,-2-2-5 0,-4 0 11 0,-2 0 11 16,-3-2 0-16,0 0 4 0,-5 0 3 0,1 0-5 15,2 1-5-15,0 1 2 0,-1-2-8 0,-1 0-4 16,0 0 2-16,0 0-4 0,0 0-3 0,0 0-5 0,0 0 3 16,-1 0-4-16,1 0 5 0,0 2 0 0,0-2-5 15,0 0 2-15,0 0-5 0,0 0 8 0,-1 0-1 16,1 0 3-16,0 0-4 0,0 0 0 0,0 0 0 16,0 0-1-16,0 0 3 0,-1 0-3 0,1 0 2 0,0 0-2 15,0 0-2-15,0 0 6 0,0 0-4 0,0 0 3 16,-1 0-8-16,1 0 7 0,-2 0-4 0,0 0 5 15,0 0-8-15,0 0 7 0,0 0 0 0,0 0 2 16,0 0-9-16,0 0 3 0,0 0 2 0,0 0 1 16,0 0-1-16,2 2 5 0,0 0-7 0,-2 0 6 15,0 0-9-15,0-2 9 0,0 0-3 0,0 0 4 16,2 0-6-16,-2 0 5 0,0 0-1 0,0 0 2 0,0 0-6 16,0 0-4-16,0 0 4 0,0 0-2 0,0 0 10 15,0 0-3-15,0 0-2 0,0 0-1 0,0 0-6 16,0 0 3-16,0 0-1 0,0 0 3 0,0 0 4 0,0 0-3 15,0 0 0-15,0 0-1 0,0 0-4 0,0 0-3 16,0 0 0-16,0 0-2 0,0 0-18 0,0 0-125 16,0 0-9-16,0 0-55 0,2 0-176 0</inkml:trace>
  <inkml:trace contextRef="#ctx0" brushRef="#br0" timeOffset="10399.31">8482 6546 721 0,'0'0'21'0,"0"0"-1"0,0 0 11 15,0 0 11-15,0 0-6 0,0 0 52 0,0-2 1 16,0 0-5-16,0 1 1 0,0 1-21 0,0 0-28 16,0 0 4-16,0 0-11 0,0 0 12 0,0 0 20 15,0 0 8-15,0 0 3 0,0 0 9 0,0 0-26 16,0 0-3-16,-2 0-5 0,0 0-7 0,0 0-15 16,0 0 0-16,-9 0-7 0,-11-2-12 0,-4 2 6 0,-9-2-3 15,1 2 4-15,-10 0-9 0,-12 0 3 0,-2 0-5 16,-7 0 6-16,-1 0 0 0,1 0 16 0,1-2 0 15,11-2 5-15,-1 1 2 0,9-3-14 0,1 0 6 0,1 1-8 16,4-3 11-16,0-1-9 0,7 2 2 0,-1-1-5 16,7 1-2-16,7 1-3 0,1 1-3 0,7 1-1 15,1 2-4-15,3 0-3 0,0 0 2 0,3 1-1 16,-2-1 4-16,3 0-7 0,-1 0-2 0,0 0-2 16,0 0-3-16,3 0 11 0,-1 1-5 0,0-1 5 15,0 0-1-15,0 2 1 0,0 0 0 0,0 0 2 16,1 0 3-16,-1 0 0 0,0 0 5 0,0 0-3 0,0 0 5 15,0 0-3-15,-1 0-6 0,-1 0 3 0,0 0-2 16,-7 0 1-16,7 0 8 0,2 0-7 0,-1 0-3 16,1 0 4-16,-6 0-8 0,1 0 6 0,3 0-5 0,1 0-4 15,-1 0 2-15,2 0-3 0,0 0 2 0,0 2-1 16,0 0 0-16,1 1 0 0,-3 10 3 0,-2 17 2 16,3 3 0-16,3 5 1 0,0 1-2 0,0 0-4 15,0 3 4-15,1 3-2 0,5-1 7 0,1 1-3 16,1-1 0-16,-3-1-1 0,-1-2 0 0,0-6 3 15,1-5-4-15,3 3 3 0,-3-7 2 0,1 0-5 16,1 2 0-16,-1-7-3 0,1 1 1 0,-1-3-1 0,-2-3 0 16,-2-6-2-16,1 1-9 0,-1-2-23 0,0-3-3 15,2 1-18-15,-4-5-119 0,0 0-52 0,2 1-48 16,-1 1 5-16,1 0-154 0</inkml:trace>
  <inkml:trace contextRef="#ctx0" brushRef="#br0" timeOffset="10850.76">7190 7270 806 0,'-2'0'58'0,"-2"0"95"15,-16 0-103-15,-5 0-14 0,1 4 5 0,0 3-6 16,-2 5 16-16,-4 2 10 0,1 3-6 0,-1-15 6 16,2 24-17-16,0 4 6 0,2 1-1 0,-2 3 2 0,-1 1-1 15,1 2 2-15,2 2-4 0,9 4 3 0,-1-4-17 16,10 0-9-16,-1-2-5 0,1-4-2 0,-14 6-11 0,11-3 3 15,7 1 0-15,4-4 1 0,4-3-3 0,5 1 2 16,6-1 3-16,2-2-1 0,-15-2-4 0,20-2 4 16,-3-5-1-16,5 1 4 0,-2-3 0 0,4-2-1 15,4-2-1-15,-2 0 1 0,3-2-8 0,1 0 4 16,1-2-4-16,1 0 5 0,-1-1-3 0,4-4 1 16,2-3-6-16,6 1 4 0,-3 21-3 0,5-12 2 15,-5-8 1-15,1-4-3 0,4-5-5 0,-8-3 3 16,-2-2 3-16,-2-2 0 0,-5-2 0 0,-2-2 1 0,-1 13-5 15,-4-22 4-15,1-2-1 0,-7-5-1 0,-3-2 2 16,-2-2-2-16,-1 1 3 0,-4 3-1 0,-3 0 2 16,-2-3-2-16,18-1 12 0,-9-2 9 0,-7 2-9 15,-6 2 8-15,-5-6-6 0,-3 6-6 0,-3-1 12 0,-1 1-10 16,-1 5 15-16,-2 2-9 0,11 2 2 16,-20 6-3-16,4 1-4 0,-4 6-5 0,4 4-4 0,-4 4 2 15,-2-1-8-15,0 4-4 0,2-15-5 0,4 10 0 16,-4 3-5-16,2 4-49 0,0 2 3 0,-2 4-25 15,7 1-50-15,-1 4-61 0,5 0-21 0,4 2-19 16,1 15-133-16</inkml:trace>
  <inkml:trace contextRef="#ctx0" brushRef="#br0" timeOffset="11147.47">7113 8078 1166 0,'-1'-2'37'0,"-3"0"80"0,-2 0-105 0,-5-3 21 16,0-3 1-16,4 3 7 0,-1-1 4 0,3-14-20 16,1-4-4-16,-11 1-4 0,4-3-15 0,5 4 0 15,6 2 3-15,0 3-3 0,2 4 2 0,2 2 4 16,0 3 1-16,-1 1 2 0,-3 5 3 0,10-5 8 16,6-1-4-16,3 6 4 0,-2 2-12 0,-1 6 19 15,5 5-3-15,-1-7 9 0,1 24-4 0,-1 0 11 0,-3-8-1 16,1 2 4-16,4-3-8 0,-1-6 3 0,1-2-8 15,-1-4 6-15,-5-3-15 0,3 9-10 0,-2-6 3 16,5-1-6-16,-4-6 2 0,3-2 7 0,-1-3-9 0,-5-5 8 16,0 5-13-16,-4-23-3 0,2 4 2 0,-7 3-3 15,-3-3 0-15,3 9-7 0,5-1 3 0,-3 3-7 16,-7 7-9-16,1 1-57 0,0-1-15 0,0 2-21 16,0 1-114-16,0 1-79 0,0 0-15 0</inkml:trace>
  <inkml:trace contextRef="#ctx0" brushRef="#br0" timeOffset="11397.19">7342 8245 1222 0,'0'0'31'0,"0"0"-1"0,-2 0 51 16,0 0-9-16,-2 2 12 0,1-2-18 0,-5 4-17 15,3-1-6-15,-1 10-3 0,0 10-22 0,3 6 3 16,-18 5 1-16,8 3 0 0,6 0 12 0,3 2 7 15,2 4-5-15,0-4 4 0,2 2-18 0,0-4-1 16,0-6-6-16,0-3 1 0,0 0-16 0,0-2 5 16,0 0 0-16,2 0 1 0,0-4-6 0,2-3-9 15,-2-3-6-15,0-3 0 0,-1 0-24 0,1-3-61 0,-2-3 7 16,0-1-27-16,0-4-14 0,2 1-61 0,0 1-10 16,0 0-27-16,0-1-136 0</inkml:trace>
  <inkml:trace contextRef="#ctx0" brushRef="#br0" timeOffset="11678.5">6879 9131 1397 0,'-1'2'42'0,"-3"-1"86"16,0 1-117-16,0 0 19 0,1 2 0 0,-1 0 9 16,2-1 4-16,0 1-18 0,0 0-4 0,2-1-6 0,0 1-16 15,2-2-2-15,2-2-3 0,22 6 1 0,4-6 0 16,-2-4-17-16,-1-2 8 0,-1-1-12 0,-1-1-12 15,-5 3-39-15,-1-1-6 0,-6 4-9 0,-2 2-3 16,-4 0 23-16,1 0 10 0,-7 0 5 0,3 2 48 0,0 2 22 16,1 7 19-16,1 8 1 0,-4 1 57 0,-2-1 2 15,0-3-5-15,-2-3 3 0,0 0-7 0,0-2 0 16,0 1-1-16,1-3-1 0,-1 0-23 0,2-1-22 16,0-1-5-16,0-1-5 0,2 1-16 0,-2-5-9 15,22 13-1-15,15 0-2 0,7-14-8 0,8-6-67 16,6-12-44-16,13-7-35 0,5-4-398 0</inkml:trace>
  <inkml:trace contextRef="#ctx0" brushRef="#br0" timeOffset="12673.81">14629 5430 1083 0,'-1'0'60'0,"-1"0"3"0,0-2-21 0,-2 1-6 16,0 1-17-16,-7-4 39 0,4 2 2 0,1 0 3 15,3 2-8-15,-1 0-24 0,0-2-32 0,0 0 7 0,3 2-13 16,-1 0 14-16,0 0-2 0,2 0-1 0,0-1 1 15,2-1 5-15,1 0-4 0,9-4 4 0,15-7-3 16,5 0 8-16,3-2 1 0,1 2 5 0,3 0-1 16,0 2 10-16,7 0-12 0,-2 4-2 0,7 1-3 15,-5 4-3-15,-1 2-3 0,-1 4 0 0,-7 2-1 0,0 3-5 16,-5 2 6-16,-6-2-7 0,-4 1 6 0,1 1-3 16,-3 0-2-16,-5-2 3 0,-2 0-4 0,-2 1 4 15,-5-7 2-15,1 5 0 0,-1 1 0 0,-1 2 7 16,1-1-3-16,-4-9 8 0,-1 1-4 0,1 2 27 0,0-2-16 15,2 1 4-15,-2 1-7 0,0 0 11 0,-1 0-10 16,5 5 0-16,1 4-6 0,1 4-13 0,-1 10 2 16,-3 5-3-16,-4 5 3 0,0 2-6 0,-2 8 8 15,-2 3-1-15,-1 5 3 0,1 5-6 0,-1 5 3 16,1 2-1-16,0 5 0 0,2-1 1 0,0-3-5 16,1-3 5-16,1-7-5 0,0-4 2 0,0-6 1 15,1 0-5-15,3-3 4 0,0-2-1 0,1 1 3 16,1 1 6-16,0-3-4 0,1 1 2 0,-1-4 6 0,-1 0-1 15,1-2 4-15,-1-3 1 0,-1-3-3 0,2 1-1 16,-3-6-1-16,1 3-8 0,-2-8 2 0,0-1-4 16,0-1 3-16,-2-10-4 0,0 6-1 0,0-6 0 15,0-5-1-15,0 7-7 0,0-7-23 0,0 0-2 0,0-3-8 16,0 3-33-16,0 0-42 0,0 0 9 0,0-3-21 16,0 1-15-16,1 0-87 0,1 0-23 0,0 0-31 15,0 0-210-15</inkml:trace>
  <inkml:trace contextRef="#ctx0" brushRef="#br0" timeOffset="12913.37">15175 7209 867 0,'-2'0'47'0,"1"0"-5"0,-3 0 72 15,0 0 1-15,-9 2 8 0,0 0 3 0,2-2-54 16,-2 0 5-16,9 0-23 0,-3 0-16 0,3 0-14 15,0 2-1-15,3-1-3 0,-1 1 4 0,2 0 16 16,0 0-2-16,2 0 7 0,-1 0 7 0,14 1-10 16,15 1 5-16,2-2-8 0,-1 0-4 0,-3-2 0 15,0 0-6-15,-2-2 4 0,2-2-15 0,0 1-12 16,-4-1 2-16,-2 2-6 0,-2 2 4 0,-3 0-8 0,0 0 1 16,-4 0-4-16,0 2-3 0,-6-2-57 0,1 2-30 15,-3 0-15-15,-3-2-158 0,2 3-134 0</inkml:trace>
  <inkml:trace contextRef="#ctx0" brushRef="#br0" timeOffset="13108.79">15367 7597 1575 0,'0'0'24'16,"0"0"-1"-16,0 0 41 0,0 0 19 0,0 0 0 0,1 0 55 15,1 0-40-15,0 0-6 0,0 0-11 0,2 0-34 16,5 2-1-16,6-2-6 0,2 0 2 0,-1 0-17 15,3-2-15-15,-1-4 1 0,5-1-7 0,-1-2-16 16,4-2-29-16,2-2-42 0,3-4-4 0,3-2-224 0</inkml:trace>
  <inkml:trace contextRef="#ctx0" brushRef="#br0" timeOffset="14149.62">12825 2188 469 0,'0'0'71'0,"0"0"161"0,-2 0-215 15,0 0 21-15,0 0 3 0,0 0 9 0,0 0 28 16,1 0-40-16,-1 0 10 0,-2 0-22 0,2 0-8 15,-2 0 32-15,1 0-7 0,-1 0 16 0,-2 0-2 16,-1 2-7-16,1 0-2 0,-1 2-1 0,-2 0 1 0,1-1 1 16,-1 1 5-16,7-4-3 0,0 0 13 0,0 0 2 15,-1 2-6-15,-1 0 4 0,0 0-8 0,2-1-13 16,1 1 1-16,-1 0-9 0,0 0-22 0,0 0 1 16,0 0-1-16,0-2 1 0,0 0-3 0,2 0-10 15,0-2 6-15,0 0-6 0,0-2 8 0,2-5-9 16,2-6 0-16,2-2-1 0,-1 4 4 0,1 0 1 15,3-1 2-15,-2 1-2 0,1-4-5 0,1 0 5 0,-1 2-3 16,-1-3 5-16,-1 3-5 0,-3 0 2 0,3-2-3 16,-2 2 4-16,1-1-2 0,1-1 3 0,-3 4 1 15,1 0 1-15,0 4 5 0,-2 3-4 0,1-1 3 16,1 1-4-16,0 1-3 0,-2 1-3 0,-2 2 0 16,7-4-1-16,-1 3 6 0,5-3-1 0,7 1 3 0,-5 5-4 15,0 0-4-15,4 3 4 0,2 3-2 0,-3 1 5 16,3 3 3-16,-2 1-3 0,-1 0 2 0,3-9-1 15,-1 13 6-15,-1-4-9 0,0 4 0 0,0-6-2 16,-3 2 5-16,-1-2-8 0,2 2 4 0,0 2-5 16,-2-7-7-16,2 5-13 0,2-7-1 0,-2 1-6 15,1-1-26-15,-1 7-148 0,-4-5-15 0,6-1-68 0,-2-3-275 16</inkml:trace>
  <inkml:trace contextRef="#ctx0" brushRef="#br0" timeOffset="14850.81">9057 2638 678 0,'-1'0'170'0,"-1"0"-221"0,0 0 211 16,-15 2-111-16,4-1 25 0,4 1 25 0,3-2-5 15,1 0 10-15,1 0-21 0,0 0-48 0,1 0-2 0,1 0-15 16,0 0-9-16,0-2 6 0,2 1 0 0,2-3 2 15,3-7-4-15,-3-15-6 0,22 0 1 0,2-2-1 16,-7-2 3-16,3 2-1 0,1 0-2 0,-3 1 2 16,4 1 3-16,-9 1-1 0,2 5 5 0,-3-4-3 15,-2 5 18-15,-3-3 2 0,0 4 8 0,-3 6-4 16,-1-1 7-16,1 10-9 0,-1 1-6 0,1-2 0 16,1 0-13-16,1 1 0 0,3 1 0 0,2 2-2 0,4 4-5 15,1 3 5-15,6 8-2 0,2-13 4 0,2 20 3 16,6-4-13-16,-1-1 0 0,6 0-3 0,6-2 6 15,-3-2-9-15,-3-2 0 0,2-2-3 0,-7-1-14 0,6-5-43 16,-1-1-59-16,2 20-13 0,0-9-342 0</inkml:trace>
  <inkml:trace contextRef="#ctx0" brushRef="#br0" timeOffset="17849.83">12860 7835 175 0,'-2'-2'0'16,"0"0"22"-16,0-2 199 0,-3-5-74 0,-3-2 18 0,3 2-95 15,-3-4 8-15,1 0 8 0,1 1-5 0,-1-1 2 16,3 4-24-16,2 2-18 0,2 5 2 0,0-2-6 15,-1 0 11-15,-1 1-10 0,0-1-3 0,2 2-3 16,0 0-5-16,0 0 8 0,0 1-2 0,0-1 1 16,0 0-20-16,0 2-6 0,0 0 2 0,0 2-3 15,0 0 2-15,4 27-8 0,1 3 6 0,-1 1-7 0,0-1 0 16,-1 1 0-16,-1 1-2 0,0-1 3 0,-2 2 8 16,0 1-11-16,2-3 7 0,0 0-7 0,0-1 9 15,-1-2-7-15,1 1 2 0,0-3-2 0,2 0 1 0,-2-2 6 16,0-4-7-16,1 1 5 0,-1-3-4 0,2-1 0 15,0-3 5-15,-3-3-4 0,3 0 7 0,-2-3 9 16,0-1 5-16,0-4 0 0,1 5 13 0,-1-5-4 16,0-1-1-16,0 2 0 0,-2-5 3 0,0 1 5 15,2 2 4-15,0 0 0 0,0-1 12 0,-1 1-18 16,-1 0 6-16,0 0-11 0,0-3-2 0,0 1-14 16,-1 2 0-16,-1 0-4 0,0-1 8 0,-2 1-4 15,-7 4 3-15,0-1-3 0,0 0-2 0,3-3 3 0,3 0-7 16,-3 0 4-16,5-3-17 0,-1 1 3 15,-2 0 0-15,3 0 0 0,-1 0-5 0,2 2 5 0,0-1-7 16,0 1 6-16,2 0-14 0,0-1-32 0,0 1-38 16,2 0-7-16,0 0-206 0,13 5-310 0</inkml:trace>
  <inkml:trace contextRef="#ctx0" brushRef="#br0" timeOffset="22443.3">11139 8850 114 0,'0'0'6'0,"0"0"24"16,0 0 45-16,0 0 9 0,0 0 13 0,0 0-15 15,0 0-22-15,0 0 3 0,0 0-1 0,0 0-2 16,0 0-26-16,0 0 4 0,0 0-12 0,0-2-6 16,0 1-2-16,0-1 0 0,0 0 0 0,0 0 3 0,0 0-7 15,0 0 1-15,0-1-2 0,0-1 11 0,0 2-1 16,0 0-1-16,0 0 0 0,2 0-7 0,-2 1 10 16,0-1 1-16,0 0 4 0,0 0 13 0,0 0-7 15,0 0 5-15,0 0-5 0,0 1 2 0,0-1-8 16,0 0-3-16,0 0-1 0,0 0-7 0,0 2 2 15,0 0-5-15,0 0 4 0,0 0-9 0,0-2 1 16,0 0-1-16,0 1 1 0,0-1-7 0,0 0 7 0,1 0-4 16,1 0 5-16,0 0-7 0,0 0 2 0,0 1 0 15,0-1 1-15,0 0 0 0,-1 0 14 0,1 0-1 16,0 0 5-16,0 0-4 0,0 1 6 0,0-1-2 16,-2 0 4-16,0 0-7 0,0 0 1 0,0 0-4 0,0 0 2 15,0 1-4-15,0-1 4 0,-2 0-1 0,0 0 1 16,0 0-6-16,0 0-5 0,0 0-1 0,1 1-1 15,-1-1-3-15,0 2 2 0,0 0-1 0,0 0 0 16,0 0-8-16,0 0 9 0,1 0-3 0,-1 2 5 16,0-1-4-16,2 1-1 0,0 2-1 0,-2 5-1 15,0 8-1-15,0 3 1 0,2 1 1 0,0 1 1 16,0-1 3-16,0-1-6 0,0 2 4 0,0 2-6 0,0 1 2 16,0-1 0-16,0 0-2 0,2 0 1 0,-2 0-1 15,2-2-1-15,2 3 5 0,1-1-5 0,1 0-2 16,1 2 9-16,3 4-11 0,-1-1 10 0,0-1-13 15,2 5 11-15,-1-1-4 0,-1 3 5 0,0 2-2 0,0-1-6 16,-1 5 3-16,-3-2-4 0,3 1 12 0,-1 3-8 16,-1-2 5-16,-1-4-5 0,-1-2 0 0,-2 3 3 15,0-5-2-15,0 2 1 0,0 1-7 0,-1-3 8 16,1 2-3-16,0-3 6 0,0 1-4 0,0 2-3 16,0-1 1-16,0 1-1 0,-1 0 6 0,1 1-8 15,0-1 5-15,-2 2-5 0,0-3 12 0,0-1-10 16,-2-3 2-16,0-1-5 0,-1 1 4 0,1 0 2 15,2-4 0-15,0-2 3 0,0-2-3 0,2-3 4 0,1-1-2 16,1-3 3-16,0 0-5 0,-2-4 5 0,1 2-1 16,-1-4 3-16,0 1 2 0,0-1-7 0,2 0 5 15,-1 1-6-15,1-1 3 0,-2-4-4 0,0 3-2 0,0-1 0 16,-2-3 5-16,2 2-2 0,-2-3 0 0,0-1-3 16,0 0-15-16,0 0-39 0,1 2-10 0,1-1-16 15,0-1-93-15,0 0-29 0,0 0-24 0,0-2-3 16,0 0-120-16</inkml:trace>
  <inkml:trace contextRef="#ctx0" brushRef="#br0" timeOffset="24506.32">11557 12343 1038 0,'-2'0'176'0,"0"0"-224"15,0 0 205-15,-2-2-108 0,2 2-8 0,-5-4 41 16,1 2-6-16,5 2 15 0,-1 0-37 0,0 0-21 16,-2-3-2-16,0 1-6 0,1 0 2 0,-1 0-1 15,2 0-2-15,0 0 0 0,0 1-4 0,1 1 0 16,-1 0 4-16,0 1-1 0,0 1 9 0,-2 8 2 15,-5 17-4-15,2 3 3 0,1 0-5 0,2 1-2 16,1-1 1-16,1 0-2 0,0 3-5 0,0 2-3 0,-2 4-5 16,1 8 2-16,-1 1-3 0,-2 10-2 0,3 9 3 15,-1 3-4-15,0 3-4 0,0-3 4 0,1-9-3 16,-1-7 3-16,0-4-3 0,2-5-3 0,1-6 6 16,-1-2-5-16,0 0 9 0,2 6-12 0,0-2 2 15,-2 3-2-15,0 3 8 0,-2 10-8 0,1 3 4 0,1 1-5 16,2 0 1-16,0-5 2 0,0-6-2 0,0-7 3 15,-2-4-4-15,2-4 3 0,0-3 1 0,0-8 1 16,2 0-3-16,-2-4 1 0,0-3-3 0,0-6 1 16,0 2 3-16,0-4-3 0,0-3-1 0,0-2-5 15,0-1-20-15,0 1-40 0,0 0-6 0,0 0-17 16,0-3-83-16,0 1-141 0,0 0-53 0</inkml:trace>
  <inkml:trace contextRef="#ctx0" brushRef="#br0" timeOffset="24968.49">10704 14324 1391 0,'-2'0'60'0,"1"2"2"0,-3 0-10 0,-22 5 1 16,5-3-18-16,1-1 43 0,1 1 20 0,10-2-12 0,-4 2 9 15,4-2-54-15,5-2 0 0,-1 1-6 0,1-1 4 16,0 2-15-16,0 0-6 0,1 0-4 0,1 0 0 16,0 0-10-16,2 0 8 0,2-1 1 0,0 1 2 15,9 0-4-15,13 2 1 0,6-2-1 0,1-2 0 16,3 0-5-16,3 0 2 0,2-2-7 0,5 0 5 15,5 0-3-15,3-3-3 0,5-3 6 0,10 1-6 16,-6-3 1-16,1 1 1 0,-7 0-2 0,-5 2 0 0,2 1 0 16,-7 2 4-16,-8 1-1 0,-3 1 2 0,-8 2 1 15,-2 0-3-15,-2 0 1 0,-7 0-3 0,0 0 4 16,-6 0-4-16,-2 0 5 0,-1 0-5 0,-2 0 3 0,-1 0 1 16,1 0 0-16,0 0 1 0,-2 0-8 0,0 0-17 15,-1 0-2-15,1 0-5 0,-2 0-22 0,0-2-19 16,0 0-20-16,0 0 1 0,-2 0-61 0,1 0-21 15,-1 1 0-15,0-1-10 0,0 0-16 0,-2 0-16 16,1 0-5-16</inkml:trace>
  <inkml:trace contextRef="#ctx0" brushRef="#br0" timeOffset="25334.5">11111 14489 1061 0,'-2'2'55'0,"0"0"-2"0,-2 0 37 0,-20 13 0 16,9-4-3-16,1-8 32 0,2 12-3 0,1-9-6 15,4-1-3-15,1 1-46 0,3 0-15 0,1-3-8 0,-2 1-3 16,0 0-29-16,3-1 13 0,-1 1-5 0,2-2 7 16,0 0 2-16,2-2-7 0,1 0 3 0,31-4-7 15,-5-3-6-15,8-4-4 0,2-2 2 0,-13 3-3 16,8-1 0-16,-4 4 1 0,-4 1 2 0,5 1-1 16,-3-1 3-16,-8 4-11 0,3 0 1 0,-5 0-5 15,-3 2 5-15,2 0-13 0,-6 0 2 0,-4 0-7 0,3 2-9 16,-8-2 4-16,-1 0-8 0,3 4 9 0,0 2-3 15,5 12 13-15,-5 1 3 0,-4-4 3 0,-2-1 7 16,-2 1 7-16,-1-4-3 0,-5 2 5 0,7-3 3 16,-18 1 7-16,3-2-1 0,1-1 5 0,-3-1 22 0,1-5 7 15,2 0 4-15,6 0-4 0,6-1-12 0,-1 3-12 16,2 0-7-16,1 0-1 0,1-3-18 0,0 1 6 16,2 0-3-16,0 0 5 0,2-2-4 0,1 0 2 15,14 0 0-15,9-2-1 0,-2-2-5 0,-1-1 1 16,-1-1 1-16,2 1 1 0,-2-1 0 0,-1 1-6 15,-1 1-3-15,-3-2-5 0,1 1-22 0,-3-1-150 16,0-1-12-16,0-3-70 0,4-3-247 0</inkml:trace>
  <inkml:trace contextRef="#ctx0" brushRef="#br0" timeOffset="29851.26">13361 7018 36 0,'0'0'11'0,"0"0"9"0,0 0 8 16,0 0-3-16,-2 0-5 0,1 0-14 0,-1 0-6 15,0 0 5-15,0 0-6 0,0 2-4 0,0-1-2 16,0-1 5-16,1 0-1 0,-3 0 21 0,0 0-12 16,2 0-2-16,0 0-4 0,1 0-8 0,-3 0 17 15,2 0-7-15,0 0 8 0,0 0-24 0,0 0 18 16,1 2-13-16,-1 0 14 0,0 0-17 0,0 0 12 0,0 0 1 16,0 0 2-16,0-1-11 0,1 1 2 0,-1 0-2 15,0 0 3-15,0 0-1 0,0 0 2 0,0 0 1 16,0-1 2-16,1 1-3 0,-1 0 4 0,0 0-5 15,0 0 6-15,0 0 3 0,0 0 23 0,0-1 4 16,1 1 4-16,-1 0-1 0,0-2-2 0,0 0-7 0,0 0 5 16,0 0-6-16,0 0 2 0,2 0 0 0,0 0 0 15,0-2 2-15,0 0 17 0,0 1-5 0,0-1 8 16,0 0-11-16,0 0-1 0,0 0-5 0,0 0 2 16,0 0-10-16,0 1 11 0,0-1-6 0,0-2 5 15,0 0-11-15,0-1 4 0,-1-6 7 0,-1-1-5 0,2 5 2 16,0 0-9-16,0 1-6 0,0 2 1 0,0-3-3 15,0-1-7-15,0 3 4 0,0-1-6 0,0 3-2 16,0-3 0-16,0-1 5 0,0 1-3 0,0 0 4 16,0 1-4-16,0-1-2 0,2-1 1 0,-1-1-2 0,1-1 8 15,0 0-1-15,0 0 4 0,0-1 0 0,0 1 12 16,0-2 0-16,-1 0 6 0,1 1 11 0,0-1-4 16,-2 2-4-16,2-2 1 0,-2 2-4 0,0-1-3 15,0 3 1-15,0-1-3 0,0 3-6 0,0-1 15 16,0 1-8-16,0 1 10 0,0-2-11 0,0 3-3 15,0 1 1-15,0-2-2 0,0 0 0 0,0 1 6 16,0-1 5-16,0 2-1 0,0-1 3 0,0-1 2 16,0 0-2-16,-2 0 2 0,2 3-6 0,-2-3-4 0,2 2-3 15,-2-2 1-15,1 1-1 0,-1-1-15 0,0 2 3 16,0 0-8-16,0 0-3 0,0 0 5 0,0 2 1 16,1 0 2-16,-1 2-8 0,0 2 6 0,0 5-5 15,-2 14 6-15,2 2-7 0,2 0 2 0,0-1 2 0,0 5 0 16,2-4 3-16,0 4 6 0,2 5-8 0,0-3 7 15,-3 5-3-15,3 1-5 0,-2 0 6 0,0 2-7 16,2-2 7-16,-3 0-2 0,1-2 0 0,0-5 0 16,0 2 2-16,0-6 5 0,0 0-1 0,0 0 1 15,-1-6-4-15,1 0 5 0,-2-1-3 0,0-2 3 16,2-2-10-16,-2-2 1 0,2 0 0 0,-2-4 1 16,2 0-2-16,-2-1-5 0,0-1 5 0,0-3-4 0,0 1 5 15,0-1-8-15,0 0 1 0,0-2-5 0,0-1-4 16,0 1-16-16,-2 2-19 0,0 0 1 0,0-2-73 15,0-1-33-15,1 1 2 0,-1 0-15 0,0-2-15 16,0 0-40-16,0 0-26 0,-2 0-17 0,3-2-211 0</inkml:trace>
  <inkml:trace contextRef="#ctx0" brushRef="#br0" timeOffset="30381.19">13057 7332 640 0,'0'0'25'0,"-2"-2"38"0,0 0 0 0,0-2 39 0,0 0-1 16,2 3 11-16,-2-9-22 0,1 1-29 0,-1 2 4 15,0-1-12-15,2 4 1 0,0 3-1 0,0-7-3 16,0 4 3-16,0 1-2 0,0-1-10 0,0 0 1 0,0 2-5 16,0 1-4-16,0-1-1 0,0 0-4 0,0 2 2 15,0 0-6-15,0 0 2 0,2 2 2 0,0 0-1 16,-1-1 1-16,1 3-9 0,0 2 5 0,2 9-8 15,0-1-1-15,1 5-4 0,1 0-1 0,-1 1 0 16,1-2 2-16,-1 5 8 0,1-3-7 0,0 2 6 16,-1-1-15-16,3 1 10 0,-1 0 2 0,-1-1 1 15,-1-3 1-15,1 1-2 0,-3-4-4 0,1-2 3 0,0 0-5 16,-2-4 3-16,0-1 0 0,1 3 1 0,-1-4 0 16,0 1 1-16,0-1-5 0,0-3 3 0,0-1-5 15,-2-1 1-15,0 0 2 0,1 2-3 0,1 0-8 0,0-1 11 16,2-1-5-16,0 0 5 0,-1 0-11 0,1-2 2 15,0 0 5-15,-1 0 0 0,1-2 0 0,0 0-6 16,3-2 1-16,3 1-1 0,-1-16 8 0,2 2-8 16,0-1 2-16,0-1-3 0,4 3 3 0,-2-3 0 15,2 2-2-15,0 1 2 0,-2-1-1 0,4 2 3 16,-4 0 0-16,0 4-2 0,0-2-4 0,-6 4 5 16,4-1-6-16,-2 1 6 0,-1 2-1 0,1-1-3 15,-3 5 3-15,1-3-4 0,-1 2 9 0,1 2-4 16,2-1 0-16,-5 1-3 0,0 0-2 0,-2 2 2 0,1-4-1 15,1 1 1-15,0 1-5 0,0 0 0 0,-1 0 5 16,-1 2-1-16,4-2 5 0,1 2-12 0,1 0-4 16,3 0-8-16,-6 0-59 0,1 0-192 0,-1 0-46 15</inkml:trace>
  <inkml:trace contextRef="#ctx0" brushRef="#br0" timeOffset="31159.46">10220 7021 522 0,'0'-1'32'0,"0"-1"-4"0,0-2 78 0,-2-13 0 15,0-1 17-15,0-3 8 0,-2 3-11 0,3 3-7 16,-1 2-3-16,2 7-41 0,-2-1-13 0,2 5 9 15,0 0-8-15,0-2 13 0,-2 1-5 0,0-1-11 16,0 0 5-16,0 2-20 0,1 1-14 0,-1-1 7 0,0 0-9 16,0 0 1-16,0 0 5 0,0 2-5 0,2 2 5 15,0 0-9-15,0 2 2 0,0 16-2 0,0 10 2 16,2 5-4-16,2 4-3 0,0 0 0 0,1 6 0 16,-1 1 3-16,0 2 0 0,-1 4-2 0,1-3 2 15,0-1 3-15,-2-2-3 0,-1-1 0 0,-1-1-1 16,2-1 3-16,0-4-8 0,-2 0 5 0,2 0-6 15,-2-6 5-15,2-1-9 0,-2 0-2 0,0-12-2 16,0 4 0-16,0-5 0 0,0-3-3 0,0 5 0 0,0-6-6 16,0-2-2-16,0-4 4 0,0-3-6 0,0-1-18 15,0-1-56-15,0 0-10 0,0-1-20 0,0-1-82 0,0 0-65 16,0 0-29-16,0-2-23 0,-2 0-215 0</inkml:trace>
  <inkml:trace contextRef="#ctx0" brushRef="#br0" timeOffset="31655.16">10112 7677 589 0,'-2'0'86'0,"0"0"175"0,0 0-230 0,-1 0 66 0,-1-2-10 16,2 2 31-16,-5-4 0 0,-1 1-43 0,1-1 1 16,1 2-16-16,4 2-7 0,-1-2 3 0,-1 0 4 15,0 0-2-15,1 1-5 0,-1-1-19 0,2 0-3 0,0 0-3 16,0 0 0-16,0 0-8 0,1 0 3 15,-1 1-4-15,2-1 6 0,0 2-6 0,0 0 1 0,0 0-3 16,0 0-1-16,0 2-1 0,2-1-1 0,-1 3 0 16,1 2 0-16,6 14-1 0,-1 1 6 0,2 3-2 15,1-2 6-15,-1 2-7 0,-2-3-2 0,3 3 0 16,-1 0-6-16,0 0 3 0,2 2-5 0,-1 0 5 16,-3-4-1-16,1-1-3 0,-1 5 4 0,-1-6-5 15,1 4 0-15,-1-5 4 0,-3-3 0 0,1-1 1 16,0 0 0-16,-1 0 3 0,-1-6-2 0,0 1 2 0,-2-7-10 15,2 1 2-15,0 0-2 0,-2-2 2 0,2 1 1 16,1 1-5-16,1 0 6 0,0-2-5 0,0-1 9 0,-1-1-3 16,8 2 2-16,1-2-3 0,1-3-4 0,0-5 5 15,-6 6-5-15,4-20 4 0,-2 0-6 0,1-2 2 16,5-1-1-16,-6-4 0 0,4 1-3 0,-2 4 4 16,-2 2 0-16,6 1 1 0,-6-3-2 0,4 2-1 15,0-2 1-15,-5 3-1 0,3 6 2 0,2 0 0 16,-6 1 0-16,1 1 0 0,-1-2-4 0,-5 4 6 15,5 3-3-15,-1 3 5 0,-4 1-3 0,2 2 4 16,-3 0-3-16,1 0 2 0,2-1-8 0,0-1 4 0,-1 0-4 16,-1 2 5-16,0 0-5 0,0 1-4 0,0-1 3 15,0 0-5-15,0 2-6 0,-1 0-15 0,1 0-15 16,0 0-7-16,0 0-120 0,0 0-150 0,0-2-77 16</inkml:trace>
  <inkml:trace contextRef="#ctx0" brushRef="#br0" timeOffset="33700.42">10274 3208 39 0,'0'0'0'0,"0"0"22"0,0 0 18 0,0 0 25 0,0-2 9 15,0 0-4-15,0 0-8 0,0 0-30 0,0 0 11 16,0 1-14-16,0-1 16 0,0 0-19 0,0 0-6 15,0-2-3-15,0 1-5 0,0-1-5 0,0 0 3 16,0 2-5-16,0-7 2 0,0 2 16 0,0-1 1 0,0 1 6 16,1-4 24-16,-1 1-8 0,2-3 10 15,-2 4-9-15,2 0 13 0,-2 1-8 0,0 5 2 0,0-5-4 16,0 3-9-16,0-1 9 0,0 0-14 0,0-3 12 16,0 2-16-16,0-1 5 0,-2-3 6 0,2 9-3 15,-2-7 3-15,2 5-3 0,-1-1 1 0,-1-3 0 16,-2 1 7-16,0-2-14 0,1-1 3 0,1 3-5 15,0-1 5-15,0 1-2 0,0 1-1 0,-2-3-2 0,4 7-4 16,0-1-4-16,0 1-3 0,0-2 1 0,0 0-2 16,-1 1-5-16,-1-1 1 0,0 2-4 0,2 0-5 15,0 0-7-15,0 1 7 0,0 1-6 0,0 0 17 16,0 1-1-16,0 1-2 0,0 6 1 0,0 19-3 0,2 9-3 16,0 1 3-16,1 4-2 0,1-2 3 0,0 0 4 15,-1 0 0-15,1 2 2 0,-2-4 1 0,0 2 3 16,0 0-5-16,0-2 5 0,1 0-10 0,-1-2 0 15,2 2-1-15,1 2 1 0,1-2 3 0,0-3-4 16,-3-4 2-16,-1 1-4 0,2-1-2 0,-2 0 1 16,0-4 0-16,-2-6 1 0,0 4-5 0,0 0 2 15,0 2-3-15,0-5 3 0,0-3-4 0,0-5 2 16,0 0-1-16,0-2 0 0,-2-3-7 0,0 1 6 0,2-5-5 16,0 0 3-16,0-1-13 0,0-1 3 0,-2 2-7 15,0 0-2-15,0-1-68 0,0-1-66 0,1 0-9 16,-1 0-18-16,0-2-43 0,0 0-58 0,0 0-34 15</inkml:trace>
  <inkml:trace contextRef="#ctx0" brushRef="#br0" timeOffset="34115.68">10145 3848 435 0,'-1'0'185'0,"-1"0"-176"0,0 0 213 0,-2 0-89 15,0-2 1-15,-1 1-2 0,-6-3 1 0,1 0-5 0,3 2-34 16,0 0 0-16,1 1-12 0,-1-1 6 0,1 0-24 15,4 2-15-15,-3-2-5 0,1 0-4 0,0 0-12 16,0 0-7-16,3 1 5 0,-1-1-7 0,0 0-10 0,0 0 2 16,0 2-3-16,0 0 3 0,2 0 0 0,0 0-6 15,0 2 5-15,0 0-5 0,2 1 7 0,0 3-4 16,5 16-1-16,3 2 0 0,-1 1 1 0,-2-3-2 16,1 0 2-16,1 2-2 0,-1-3-2 0,-1 5 6 15,-1-2 1-15,-1 0 1 0,1-2-7 0,-1-1 10 16,1-1-10-16,-1 1 11 0,1-1-10 0,-2-2-1 15,-1-1 5-15,1 0-4 0,0-4 2 0,0 0-3 16,-1-2-3-16,-1-4 1 0,0-1-1 0,0-2 5 0,-2-2 2 16,4 1 0-16,-1 1 4 0,3-2-2 0,5 2 1 15,4-3-1-15,-2-2 4 0,5-7-6 0,3-5 6 16,1 2-7-16,6-21 0 0,0-1 4 0,-2-2-6 16,-4 0 5-16,2 3-11 0,-5-1 0 0,5 3 6 0,-7 0-4 15,-4-1 5-15,0 3 2 0,-4 2-8 0,2 5 6 16,-4-1-7-16,-1 7 7 0,-4-2 4 0,0 4-1 15,7 2 1-15,-3 2-7 0,-3 2 1 0,-3 3-1 16,2 0 4-16,0 0-7 0,-2 1-1 0,0-1-2 16,0 2-8-16,0 0-19 0,-2 0-12 0,0 1-13 15,0-1-135-15,1 0-177 0,-1 2-90 0</inkml:trace>
  <inkml:trace contextRef="#ctx0" brushRef="#br0" timeOffset="34900.24">10842 3638 656 0,'0'0'65'0,"0"-1"11"0,-2-1 40 16,0 0-27-16,0-2 15 0,0 0 24 0,0 1-35 15,1-1 2-15,-1 0-15 0,0 1-18 0,0-1 11 16,0 2-7-16,0 0 7 0,0 0-22 0,1 0-16 15,-1 1 2-15,0 1-5 0,0 1 8 0,0 1-6 16,0 2-4-16,-5 11 0 0,-1 9-7 0,3 4 1 16,3 0 2-16,2-2-2 0,0 0-4 0,0 2-11 15,0 3 0-15,2 1-3 0,-2-1 4 0,2 1-9 16,-2-1 5-16,0 3-6 0,0 1 6 0,0 0-3 0,-2-1 1 16,-2-1-2-16,0 1-2 0,-1-3 3 0,-1-3-1 15,1-2 2-15,-3-2 2 0,3-7 0 0,-3 1 2 16,3-5-1-16,1-1 2 0,0-3 15 0,1-2-5 15,-3 1 9-15,2-3-8 0,1 1 4 0,-5-2-4 0,1 1 3 16,-3 3-3-16,5-5-5 0,-3 1 2 0,1 0-4 16,1-2-5-16,-1-1 8 0,1 1-2 0,5-2 4 15,-3 2 1-15,0 0-18 0,2 0 5 0,0-2-8 16,1 0 2-16,-1 0 4 0,2 0-4 0,0 0 2 16,2 0-2-16,-1 0 1 0,3 0 3 0,4 0 1 15,10-2 1-15,3 0-3 0,1 0-1 0,0 0-1 0,0 1 0 16,1-1-5-16,-3 0 4 0,-1 0-2 0,-3 0 7 15,1 0-6-15,-2 0 0 0,0 1-2 0,-2-1 3 16,-2 0 0-16,-4 0 1 0,1 0 0 0,-3 2 6 0,-1 0-8 16,0 0 2-16,-2 0-4 0,1-2 3 0,1 0-3 15,0 1-4-15,-2-3-2 0,0 0-23 0,-2 0-76 16,1-7 5-16,-1-2-31 0,0 0-21 0,-1 0-24 16,-3 0-9-16,-2-3-8 0,-1 1-76 0</inkml:trace>
  <inkml:trace contextRef="#ctx0" brushRef="#br0" timeOffset="35103.44">10639 3772 649 0,'0'-2'128'0,"-2"0"184"0,1-1-168 0,-1-5-35 0,2-1-2 15,0-4-8-15,0 0 0 0,0 6-6 0,3-6-5 16,3-2 1-16,1 4-1 0,1-2-23 0,16 3 0 16,-2 1-12-16,-1 2-27 0,-1 5-12 0,-1-11-1 15,-4 5-5-15,-2 3-6 0,-4 1 2 0,0 2-5 0,0 0 1 16,-1 2-8-16,-1 0-27 0,-1 0-12 0,1 0-12 15,1 0-94-15,1 2-25 0,-2 0-11 0,5 4-6 16,-1-5-67-16</inkml:trace>
  <inkml:trace contextRef="#ctx0" brushRef="#br0" timeOffset="35395.49">11111 4175 428 0,'0'0'74'0,"0"0"-3"0,0 0 81 16,0 0-19-16,0 0 13 0,0 0-21 0,0 0-25 15,0-2-1-15,0 0-10 0,0 1-11 0,0-1-16 16,0 0 10-16,0-2-13 0,0 0-6 0,0 1 3 16,0-1-10-16,0 0 8 0,-2-1-15 0,0-1-6 15,0 2 5-15,-1 1-5 0,-1-1 6 0,-2 0-13 16,-7-1 5-16,0 1-7 0,0 2 4 0,2 2-8 16,-4 2 0-16,2 2-3 0,0 3-1 0,0 2 8 15,0 6-6-15,2 9 6 0,-2 4-7 0,8 0-2 16,-3 0 4-16,5-2-2 0,-1-2 7 0,-13 0-11 0,6 0-2 15,5-3-1-15,5-5 0 0,1-3 2 0,0 0 2 16,1-3-2-16,3 1-5 0,0-4-3 0,-2 3-1 16,16-5 0-16,1 1-3 0,-1-1-3 0,1 1-1 15,0-4-1-15,1 13-3 0,-2-6-16 0,1-2-2 16,1-3-11-16,-7-2-75 0,6 0-58 0,0-2-21 0,-1-2-8 16,3-4-71-16,1-1-184 0</inkml:trace>
  <inkml:trace contextRef="#ctx0" brushRef="#br0" timeOffset="35923.75">11391 4123 948 0,'0'0'65'0,"-2"0"-8"15,1 0 96-15,-1-2-15 0,0 2 16 0,-13-3-41 16,0-1-35-16,0 2 6 0,2 0-17 0,2 2-9 16,2 0-14-16,-2 0-4 0,0 2-4 0,-1 2-20 0,-4 1-1 15,-1 5 0-15,4-1 0 0,0-2 13 0,6 16-8 16,1 2 2-16,0 1-6 0,-1 0-6 0,5 0 8 15,-15 2-9-15,8-4 8 0,4 2-14 0,3 0 9 16,2-3-2-16,0-5 4 0,2 1-9 0,1-6-3 16,3 0 6-16,3 4-3 0,-3-8 3 0,-1-2-4 15,12-1-3-15,0 5 2 0,-2-2 2 0,3-1 2 16,1-3-5-16,-4-3 4 0,-1-2-6 0,1-4-3 16,-2-1 8-16,6-6-4 0,-2 0 6 0,-6 9-5 0,0-17-2 15,-4-5 1-15,-1 4 5 0,-1 1-6 0,-3-3 0 16,11 1-1-16,-3-1 1 0,-5-2-4 0,-5 2 4 15,-4-1-3-15,-1 1 6 0,-3 0-6 0,-1 1 3 16,-4 3-4-16,2 1 7 0,-11 4-6 0,3 2 3 0,1 0-4 16,5 3 6-16,-2 5-3 0,-2-1 2 0,6-5-2 15,-6-2 2-15,10 7 1 0,5 4-2 0,-2-2 1 16,0 0-4-16,1 0 3 0,-1 0-1 0,2 2 2 16,0 0-4-16,0 0 7 0,2 2-3 0,0 0 6 15,2 2-9-15,2 11 9 0,3 5-5 0,3 1 8 16,-1 1-4-16,0-2 8 0,2 2-3 0,2 1 4 15,-1-5 7-15,-1 3-3 0,0-5 7 0,-2-1-6 0,4 4-3 16,-5-8-3-16,-1 6-3 0,10-2 3 0,1-2 3 16,3-2-12-16,1 0 7 0,-3-4-8 0,1 4 4 0,-3-3-5 15,1 1 0-15,3 0-1 0,-3-1-6 0,1 5 4 16,-1-4-3-16,-3-1 3 0,0-5-5 0,-4 1-95 16,2 0-24-16,-2-4-35 0,4 0-176 0</inkml:trace>
  <inkml:trace contextRef="#ctx0" brushRef="#br0" timeOffset="36724.44">13677 2868 792 0,'0'-2'199'0,"-2"0"-245"15,-2-5 264-15,-12-25-130 0,1 3 88 0,4 4-34 16,1 5-10-16,5 5-9 0,-1 0-49 0,-1 0 2 16,3 6-3-16,0 2 2 0,2 3-15 0,2 2-21 15,-1-2-3-15,-1 1-5 0,0 1-19 0,2 0 11 16,0 0 0-16,0 2 4 0,0 0-1 0,2 2-7 0,0 2 0 16,11 25-2-16,0 5-1 0,-2 1-7 0,0 6 4 15,-4-2-4-15,1 0 2 0,-3 4 1 0,-3-4-2 16,-2 0 2-16,0 1-10 0,-2-8 2 0,-1 1-7 15,-3-3 4-15,0 0-6 0,1-2-7 0,1-2 2 16,0-4-7-16,3-3-26 0,-1-3-107 0,0 1-6 0,0-2-40 16,0 0-87-16,0-4-180 0</inkml:trace>
  <inkml:trace contextRef="#ctx0" brushRef="#br0" timeOffset="37060.32">13430 3280 890 0,'0'0'179'0,"-2"0"-192"0,0-2 230 0,0 0-104 0,1 1 71 15,-3-1-39-15,0 0-10 0,0 0-12 0,1 0-52 16,-1 0-13-16,0 0-6 0,1 1-2 0,1-1-24 16,0 0-2-16,0 0 2 0,0 2-2 0,0 0 1 15,0 2-5-15,2 0 1 0,0 1-2 0,0 10-3 0,0 13-1 16,4 4-1-16,0 0 0 0,1 1 3 0,1 1-2 16,0-2 2-16,1-1-2 0,2 1 5 0,1-4-8 15,1 2 5-15,-2-6-7 0,0 0 1 0,2-1 7 16,2-3-6-16,-11-5 7 0,15-1-4 0,-2-9 7 15,-2-1-2-15,2 0 3 0,-2 7 1 0,9 2-6 16,-4-5 0-16,1-4-2 0,1-2 1 0,-5-4-2 16,2-5 0-16,0-2-3 0,-1 0-8 0,-3-17 0 15,-1 2-1-15,-1 2 0 0,-2 3 4 0,-2 3-7 0,1-3 1 16,-3 3-4-16,-3-1-6 0,2 4-17 0,-2 0-4 16,2 2-11-16,-3 0-83 0,3 2-80 0,0 0-22 15,-2 4-23-15,5-3-133 0</inkml:trace>
  <inkml:trace contextRef="#ctx0" brushRef="#br0" timeOffset="37711.04">14362 2625 1198 0,'0'0'69'0,"-2"-2"-12"0,0 0 86 16,0 0 3-16,1 0-3 0,-1-1-35 0,0-1-27 15,0 0-6-15,2 2-4 0,0 0-11 0,0 1-10 0,0-1-1 16,0 0-4-16,0 2-8 0,0 2-3 0,0 0-3 16,0 1 0-16,6 25-12 0,-1 6-3 0,3 5 3 15,-1-2-4-15,-3 0-12 0,-1 2 1 0,-3-6-4 16,-1 8 4-16,-3 0-8 0,0-2-2 0,-1 4 0 0,-1-3 1 16,0-4-2-16,1-1-4 0,-1-3-2 0,1-5 0 15,1-1 5-15,2-5 7 0,-2-6-1 0,3-2 2 16,-1-4-5-16,0-3 4 0,0-1 3 0,2-3 0 15,0 0 10-15,-2 2-4 0,0-1-3 0,0 1 0 16,1-2 0-16,-1 0 3 0,0 0 8 0,0-1-3 16,2 1 17-16,0 0-4 0,2 0-5 0,0 0 2 15,0-2 3-15,1 0-4 0,5 0 6 0,16-2-6 0,-2-2 7 16,-5 1-9-16,3-5-1 0,1 1-3 0,-6-1-6 16,5-3-6-16,-1 2 0 0,-3 0-2 0,3-3-2 15,-8 5-8-15,0 0 4 0,-2 1-6 0,-5 4-12 0,0 0-62 16,0 0-4-16,-3 2-20 0,3-3-28 0,0-1-33 15,-2 0 0-15,0 1-15 0,-1-5-19 0,-1-7 5 16,0-1 2-16,-5-9 6 0,-8-2 47 0,-4-9 76 16,13-10 14-16,-27-4 23 0,-3-2 72 0,3 2 59 15,3 3 6-15,4 6 21 0,-2 2 53 0,4 8-24 16,5 5-5-16,0 4-10 0,10 3-31 0,-3 4-23 16,5 2 4-16,-3 4-15 0,3 0-20 0,3 1-20 15,0 1 0-15,2 1-7 0,0 1-1 0,2-3-6 0,2 3-1 16,5 1-2-16,13-4-10 0,6 7-9 0,-7-3-1 15,3-13-2-15,-2 8-11 0,-3 3-50 0,3 4-26 16,-5 2-16-16,5 4-148 0,0 4-235 0</inkml:trace>
  <inkml:trace contextRef="#ctx0" brushRef="#br0" timeOffset="37981.92">15112 2829 851 0,'-2'0'313'16,"-5"0"62"-16,-36 0-143 0,6 2-103 0,2 0-57 0,3 0 70 16,2 3-66-16,1 3-4 0,6 3-22 0,5 0-37 15,1-4 13-15,1 19-4 0,1 4 7 0,2 3-4 0,3 1-13 16,1 3 1-16,4-6-4 0,1 3 0 0,2-1 4 16,-15-7-7-16,6 2 6 0,7-4-3 0,4 2-6 15,4-3 11-15,2-5-9 0,3 1 6 0,0-3-2 16,1-1-9-16,-5-4 5 0,16-3-11 0,6-1-7 15,-3-5 3-15,4 17-5 0,-4-10-3 0,4-5-46 16,4-4-18-16,3-6-16 0,2-5-106 0,6-6-94 16,2-1-35-16</inkml:trace>
  <inkml:trace contextRef="#ctx0" brushRef="#br0" timeOffset="38448.64">15419 2755 1277 0,'-2'0'69'16,"0"0"75"-16,0 0 19 0,-2 0-26 0,-5 2-4 15,-8 3-14-15,2 1-56 0,1 3-4 0,-1 2-6 0,0 4 4 16,-2 9-9-16,2 2-4 0,0 6-5 0,1-5 0 16,-1 3-14-16,4 2-6 0,-4-3 1 0,9 1-3 15,-12 2 0-15,6-8-5 0,5 0-2 0,5-2-1 16,0-1-5-16,4-3-5 0,4 1 6 0,1-4-5 16,2 0-1-16,1-4 4 0,-3-2-3 0,14-3 3 15,1-3 1-15,2-1 6 0,0 13-5 0,2-6 4 16,2-3-9-16,-2-6-3 0,0-4 2 0,0-5-4 15,-2-2 3-15,0-2-6 0,-2-2 2 0,-3 11-3 0,-2-18-5 16,-6-2-29-16,-4 1-8 0,-3-1-8 0,15-4-32 0,-8-1-13 16,-8-3 2-16,-3 6-6 0,-7-4 6 0,-4 3 37 15,-2 1-1-15,-4 0 18 0,13 9 39 0,-18 4 7 16,-2 4 7-16,0-1-2 0,4 7 9 0,-1 1 15 16,1-2-1-16,5-7 8 0,0 4 13 0,4 3 7 15,3 2 0-15,1 0 0 0,1 0-9 0,1 2 0 16,1 0-5-16,0 0 3 0,1 0-4 0,1 2-1 15,0 0 9-15,0 2-7 0,0 5-2 0,2 10-3 16,0 5-7-16,4-4 6 0,2 2 3 0,3 6-2 16,0-2 5-16,2 4-5 0,2 0 5 0,0-4-6 0,-2-2 5 15,2 0-5-15,2 2-2 0,-2-4-6 0,0-1-3 16,-2-5 1-16,0-1-9 0,-7-2-11 0,15-2 1 16,-1-1-4-16,-1-3 7 0,-2-3-16 0,-2-1 3 15,0 7-12-15,-2-3-23 0,-2-1-107 0,1-3-22 0,-7-3-37 16,-1 0-159-16</inkml:trace>
  <inkml:trace contextRef="#ctx0" brushRef="#br0" timeOffset="38731.35">14561 3865 1108 0,'0'0'91'0,"0"0"-98"16,-2-2 133-16,0 0-57 0,0 0 89 0,0 1-49 15,2-1 0-15,0 0-18 0,0 0-11 0,0 0 4 16,2 0 3-16,0 0-2 0,2 1-4 0,16-12-23 16,6 0-4-16,4 1-5 0,3 1-10 0,3 2-7 15,3 0 5-15,3-2-7 0,3 3-8 0,3 3 0 0,-2-3-9 16,3 4 6-16,-10-1-19 0,-2 1 0 0,0 0 0 15,-11 1 0-15,4 1 0 0,-10 0-22 0,-7 2-11 16,0 0-14-16,-4 0-136 0,1 0-196 0,1 0-135 16</inkml:trace>
  <inkml:trace contextRef="#ctx1" brushRef="#br0">24463 17657 0,'0'0'0,"0"0"16</inkml:trace>
  <inkml:trace contextRef="#ctx1" brushRef="#br0" timeOffset="2276.4">24811 17341 0</inkml:trace>
  <inkml:trace contextRef="#ctx0" brushRef="#br0" timeOffset="44632.8">16178 2623 1315 0,'0'0'27'0,"-2"0"0"0,0-2 14 15,0 0 36-15,0 0-14 0,1 0 129 0,-1 1-83 16,0-1-11-16,0 0-25 0,0 0-49 0,2-2 20 15,0 1-2-15,0-1 6 0,2 0-9 0,0 0-19 0,2 1 6 16,12-8-9-16,7-1-1 0,-1 5-12 0,-2 3 3 16,-5 2-6-16,2 1 1 0,-4 1-6 0,0 0-6 15,2 1 2-15,0 1-5 0,-4 0-71 0,0 0-8 16,-4 0-29-16,-1 0-99 0,-1 0-166 0</inkml:trace>
  <inkml:trace contextRef="#ctx0" brushRef="#br0" timeOffset="44817.52">16182 2816 1370 0,'0'0'48'0,"-2"0"101"15,0 0-145-15,0 2 139 0,2 0-37 0,0 0 66 16,0-1-80-16,0 1-37 0,2 0 4 0,0-2-13 0,0 0 2 16,-1 0-17-16,16 0-8 0,0 0-2 0,0 0-20 15,-1 0-8-15,1 0 3 0,2-2-6 0,1 0-5 0,2 1-91 16,1-3-2-16,-1-2-39 0,8-3-75 0,-4-2-143 15,9-4-70-15</inkml:trace>
  <inkml:trace contextRef="#ctx0" brushRef="#br0" timeOffset="45242.69">16844 2424 887 0,'-1'0'177'0,"-1"0"-245"0,0 0 212 15,-2-2-115-15,0 0 44 0,1 1 30 0,-1-1-12 16,2 0 6-16,0 0-83 0,0-2 26 0,2 1-3 16,2-1 12-16,0 0 7 0,6-1-7 0,16-10-7 0,2 4 3 15,0 3-5-15,2 3-5 0,1 3 4 0,1 2-5 16,-2 3-10-16,-4 5-8 0,-4 1-3 0,-3 2-1 16,-4 0-3-16,-5 21 1 0,-7 1 5 0,22 5-3 15,-12-1-4-15,-7 0 8 0,-6 4-6 0,-8-2 6 16,-4 2-10-16,-5-2 7 0,15-4-5 0,-25-2 6 15,-3-1 3-15,2-4 1 0,2 3 1 0,2-9-2 0,-1-5-9 16,2 0 13-16,1-10-7 0,2-3 8 0,9 2-7 16,2 3 16-16,5-5-1 0,3-3 3 0,-1-1-26 15,0 2 1-15,0-2-2 0,3-2 4 0,-1 1 3 16,0-3-12-16,2-9 6 0,2-8-6 0,3 3 4 0,3 5 7 16,1 0-3-16,-7 0 5 0,15 6-2 0,-1 1 5 15,1 4-6-15,3-13 5 0,-1 6-6 0,0 2 2 16,-1 3 0-16,3 2-1 0,-3 2-7 0,-1 0 6 15,0 2-3-15,-3 2 3 0,-1-1-10 0,-1 3 1 16,-3-1 0-16,-2 1 2 0,-1-2-2 0,-1-1-1 16,-1 9-5-16,2 1 0 0,-1 0-15 0,1-4-56 15,-1-2-24-15,1-1-19 0,3-4-147 0,2 3-195 0</inkml:trace>
  <inkml:trace contextRef="#ctx0" brushRef="#br0" timeOffset="45433.33">17680 2536 2032 0,'0'0'12'15,"-2"0"-1"-15,0 0 102 0,0 0-20 0,-1 0 37 16,-3 0-73-16,-3 0-42 0,-6 0-4 0,6 0-9 16,1 1-2-16,-3 3-11 0,7-4-6 0,-3 4-7 15,3-2-62-15,1 1-89 0,1 1-21 0,0 2-30 0,0 1-151 16</inkml:trace>
  <inkml:trace contextRef="#ctx0" brushRef="#br0" timeOffset="45711.86">17899 2322 1316 0,'-2'0'44'0,"-1"0"92"0,-20 0-109 0,3 0 117 15,-2 4-44-15,7-1 57 0,-2 5-121 0,8-3-19 16,-1 3 0-16,7 3-3 0,1 11 16 0,-15 2-10 15,8 1 10-15,5-1-11 0,4 0 11 0,6 2-6 16,3 0-1-16,4 0-1 0,-9 0 7 0,24-2 2 0,3 0 1 16,3 0 0-16,1-1-1 0,0 1 2 0,-1-2-2 15,-3-2 1-15,-5-1-8 0,-4-2-3 0,-1-2-2 16,-8-1 0-16,-8 1-3 0,-3-2 4 0,6-2 2 0,-3 1-1 16,-3-1-13-16,-2-6-6 0,-4 3-1 15,-7-1-1-15,-28-3-4 0,-2-2-27 0,1 1-22 0,-1 20-3 16,2-12-91-16,3-8-60 0,5-3-16 0,1-5-25 15,4-4-148-15</inkml:trace>
  <inkml:trace contextRef="#ctx0" brushRef="#br0" timeOffset="46579.17">17762 2448 733 0,'2'0'49'0,"-1"-2"-6"16,5 1 121-16,26-16-5 0,1-2 24 0,2 3-20 16,4-1-56-16,0 0 0 0,8 0-16 0,-5 1-12 15,-1 1-17-15,0 4-12 0,-13 3 1 0,3 1-26 0,-5 1-15 16,-5 3 4-16,-4 1-10 0,-4 0-5 0,-2 2 4 15,-2 0 0-15,-2 0 1 0,1 2-11 0,-1 2 5 16,3 1-1-16,-3 1 3 0,-1 14-2 0,-1 2 2 16,-1 4-3-16,1 4 3 0,1 0 5 0,-2-1-7 15,-2 3 7-15,18 1-8 0,-7-1 3 0,-4 1 8 16,-3 1-7-16,-2-4 7 0,-3 1-8 0,-1-5 6 16,0 0 0-16,0-5 4 0,0-5 7 0,0-3 5 15,0-3 4-15,0-3 0 0,0-3 10 0,0-1 0 16,0 1 6-16,0-2-4 0,0 0 2 0,0-2-22 0,0 0 0 15,0-2-6-15,2-9 0 0,4-23-1 0,1 1-8 16,3-2 4-16,1-2-6 0,-2 1-1 0,4-3 3 16,0 4-3-16,2 2 3 0,-2 5-1 0,0 4 0 0,-2 3-1 15,0 4 3-15,-5 8-3 0,-3 4-1 0,3 1 0 16,1 0 0-16,1 2 1 0,1 0-1 0,0 2 2 16,1 4 5-16,-3 2-9 0,-3 10 3 0,0 10-5 15,-1 4 4-15,-1-2 1 0,2-2 3 0,-2-2-1 16,13-2-4-16,-8-7 1 0,0 2 0 0,-3-6 3 15,0-2 2-15,-2-3 0 0,-1-2-4 0,3-1 2 16,0 1 2-16,5 0-5 0,2-2 4 0,4-4-4 16,2-6 0-16,-2-1 7 0,3-2-7 0,-3-17 5 0,2 2-1 15,-2 2-2-15,3 2 9 0,-8 3-7 0,4 6 6 16,-2 4 2-16,-9 0-8 0,5 7 5 0,-5 0-4 0,3-2-4 16,3-1 1-16,-7 5-2 0,2 0 1 0,-2 0-3 15,0 0 2-15,1 1-5 0,-1 1 3 0,11 17-11 16,-4-1 1-16,-1-1-7 0,-3-2-25 0,1-2-83 15,0-2-3-15,-3-3-30 0,1-3-29 0,3 1-4 16,14 5 4-16,1-4-3 0,2-5 9 0,2-4 44 16,-2-5 11-16,-3-4 15 0,-4 0 79 0,-4 1 34 15,0-14-2-15,-2 0 13 0,0-4 19 0,-2 0 54 16,-1-1 15-16,-1-3 13 0,-1 6 49 0,1-2-22 16,-1 10 0-16,-1 6-9 0,-1-4-11 0,1 8-23 0,3-3-9 15,-4 6-7-15,-3 1-55 0,1 0 3 0,0 2-3 16,0 1 3-16,0 1 9 0,0 1 9 0,0 1 1 15,-1 2 1-15,7 18-3 0,-3 4-2 0,-1-4-5 16,0 3 1-16,-2-3-22 0,-2 2-6 0,0-2 0 0,0-1-2 16,0-1-3-16,0-3-3 0,0 0-2 0,0-6 0 15,0 0-3-15,0-6 1 0,0-1 0 0,0 0-1 16,0 0-2-16,0-3 3 0,0 1-1 0,0 0 2 16,0-2-5-16,0 0 5 0,0-2-4 0,0-1 5 15,2-18-7-15,1-3 8 0,-1-6-2 0,0 1 3 16,0-5-6-16,0 3 4 0,-1-7 0 0,1 5 2 0,0 3-3 15,2 1-1-15,0 8 4 0,-1 1-3 16,1 5 10-16,0 4-1 0,-1 2-3 0,-1 5 2 0,2 0-6 16,0 2 3-16,3-1-1 0,12-1 2 0,-3 4-7 0,3 2 4 15,1 5-3-15,1 4 6 0,1-7 0 0,0 22-4 16,-5 0 3-16,4 2-3 0,-3-4 2 0,-5 2-5 16,6 0 2-16,-8-4-3 0,-4 2 3 0,4-1-13 15,-7-1-2-15,11-2-9 0,-6 1-40 0,-3-3-107 16,-4 1-14-16,-2 1-42 0,-2-3-137 0</inkml:trace>
  <inkml:trace contextRef="#ctx0" brushRef="#br0" timeOffset="46694.03">19368 2463 1399 0,'0'0'56'0,"0"0"5"0,0-2 59 0,-2 0-16 16,0 1 17-16,2-1 10 0,0-2-75 0,0 0-2 16,2 1-25-16,-2 1-7 0,28-6-8 0,7 1 6 15,10 1-8-15,-1 1-2 0,6 1-11 0,-3 0-3 16,-5-1-4-16,1 3-2 0,-9-19-86 0,-3 10-7 0,-10 8-37 15,-12 3-107-15,-5 0-314 0</inkml:trace>
  <inkml:trace contextRef="#ctx0" brushRef="#br0" timeOffset="47169.49">16670 3455 976 0,'-2'0'593'0,"-2"0"-843"15,-27 2 707-15,9-2-405 0,7 0-20 0,11 0 30 16,2 0-5-16,2 0 7 0,2 0-37 0,13 0-17 16,42 1 11-16,10 1-10 0,11-2 19 0,6-2 2 15,12-3-11-15,14 1 7 0,11-1-16 0,7-1-4 16,-2 0 2-16,-5 1-5 0,-6-3-3 0,5 3-2 0,3-3-1 15,-2 1 0-15,-8 1 1 0,-20 5-6 16,-19-3-1-16,-16 2-2 0,-12 2-10 0,-13 0-55 0,-10 0 7 16,-14 0-21-16,-5 0 16 0,-1 0-12 0,-1 2-4 15,-2 0-5-15,-2 0-18 0,-20 9 32 0,-30 9 9 16,-15-1 9-16,-11 1 52 0,-20-1 12 0,-12-3 7 0,-1 3 0 16,1-2 11-16,3-1 35 0,-5 5 3 0,-7 1 14 15,-9-2 45-15,4 5 7 0,7 1-1 0,15-2-1 16,15 2-21-16,14-2-36 0,6 0 8 0,17-4-18 15,9 1-10-15,14-19-33 0,12 20-5 0,9 2-7 16,-7 2-10-16,13-2 9 0,13 2 3 0,22-7 3 16,30-4 6-16,13-2 7 0,13-10 0 0,23 35 2 15,8-33-3-15,12-10 6 0,-1-8 0 0,-8-8 3 0,3-1-5 16,4-6-14-16,5-2-1 0,-11 1-3 0,-7-1-2 16,-22 6-13-16,-14 1-10 0,-8 1-10 0,-12 2-111 15,-9-3-329-15</inkml:trace>
  <inkml:trace contextRef="#ctx0" brushRef="#br0" timeOffset="68169.42">11369 10532 31 0,'0'0'24'16,"0"0"0"-16,0 0 26 0,0-1 4 0,0-1-7 15,0 0-6-15,0 0-8 0,0 0-5 0,0 0 2 0,0 1 0 16,0-1 4-16,2 0 8 0,0 0-6 0,0 0-4 16,-1 0 9-16,1 0-11 0,0 1 10 0,0-1-6 15,0 0 7-15,0 0-3 0,-2 0 2 0,2 0-10 16,-1 0 7-16,1 1-6 0,0-1 3 0,0 0-14 0,0 0 3 15,0 0 3-15,0 0 1 0,-1 0 13 0,1 1-8 16,0-1 3-16,-2 0-5 0,0 0 3 0,0 0-1 16,0 0 6-16,0 0-5 0,0 1-3 0,0-1 3 15,0 0-8-15,0 0 7 0,0 0-6 0,0 2-8 16,0 0 5-16,-2 0-6 0,0 0 0 0,1 0-3 16,-3 0-1-16,0 0 0 0,-7 2-1 0,-6 2-3 15,2-1-3-15,-5 5 0 0,1-1-7 0,-1 3 6 0,-6 3 4 16,2-2-1-16,-4 2-6 0,0 0 4 0,0 1-7 15,-1 1 7-15,-1 0 3 0,0 2-4 0,0 0-1 16,-3 1-2-16,2 1-8 0,-1-1 7 0,2 1 5 16,1-1 0-16,-1 1 9 0,0 0-5 0,2-1 0 15,-5 1-2-15,1-1 0 0,-5 3 6 0,4-3-5 0,-3 1 6 16,-1-2 4-16,4-3 4 0,-4 3-4 0,5-4 2 16,2 2-12-16,-3 2 12 0,3-4 6 0,6-2 0 15,0 0 3-15,2-4 6 0,1 1-5 0,3-3 5 16,-1 1-7-16,4-2-7 0,2-1-1 0,2 1-3 15,0 0-10-15,2 0-2 0,-2-1 2 0,1 1-1 16,1 0-2-16,-2-1-5 0,5-1 1 0,1 0-1 16,1-2 6-16,0 0-6 0,3 0-4 0,-1 0 0 0,-2 2-8 15,0 0 7-15,1 0-1 0,1 0 1 0,0-1-12 16,0 1-38-16,0 0-10 0,0 0-11 0,0 0-56 0,2 0-68 16,0 0-74-16</inkml:trace>
  <inkml:trace contextRef="#ctx0" brushRef="#br0" timeOffset="68866.38">10027 9988 422 0,'0'0'23'0,"0"0"2"16,0-1 26-16,0-1-9 0,0 0 12 0,-2 0 29 0,0 0-9 16,0-2 13-16,0 1-14 0,0-1 2 0,0 0-10 15,1 1-3-15,-1 1-3 0,0 0-19 0,0 0-3 16,0 0-5-16,0 0 2 0,0 0-19 0,2 1-3 16,0-1 2-16,-1 0-3 0,1 2 1 0,0 0 8 15,0 2-9-15,0 0 9 0,0 1-16 0,0 18 3 16,0 3 0-16,0 6 1 0,0-3-1 0,1 3-4 15,1 2 2-15,0-3-2 0,2 9 3 0,-2-3 4 16,1 2-6-16,-1 6 7 0,0-1-4 0,0 1-2 0,0 4 0 16,0-7-1-16,0 3 2 0,-1-2-8 15,1 3 2-15,0 1-5 0,0 1 5 0,0 3 3 0,2-1 0 16,-3 4 1-16,1 2 11 0,0 5-11 0,0 1 2 16,0-5-6-16,0 3 2 0,0-4-1 0,-1 0 1 15,1-4-2-15,0-2-1 0,0-3 5 0,0-5-1 0,0-1 3 16,0 0-11-16,-1 0 7 0,3 0-2 0,0-1 6 15,0-1-6-15,1-2 1 0,1 0-1 0,-1 1 0 16,1-3 3-16,-1 2-3 0,3-1 8 0,-3-7-6 16,1 7 6-16,-2-8-5 0,-1-2 2 0,1 0-1 15,0-5 1-15,0 1 9 0,-3-3-7 0,1-2 9 16,-2-4-3-16,0 0 6 0,0 0-3 0,0-3 2 0,0 1-6 16,0 0 3-16,0-3-3 0,0-1 1 0,0 1-11 15,0-2 11-15,0-1-7 0,-2 1 6 0,1 0-14 16,-1-1 4-16,2 1 5 0,0-2-1 0,-2 0-6 15,2 0-5-15,0 0-8 0,0-1 1 0,0 1-28 16,0-2-35-16,0 0-7 0,0 0-13 0,0-2-43 0,0 1-219 16</inkml:trace>
  <inkml:trace contextRef="#ctx0" brushRef="#br0" timeOffset="69540.5">10077 11420 180 0,'0'0'23'15,"0"0"-3"-15,0 0 36 0,0 0 0 0,0 0 6 16,0-2 6-16,0 0-5 0,0 0 3 0,0 1-4 16,0-1 1-16,0 0-6 0,0 0-3 0,0 0 1 15,0 2 1-15,0 0-1 0,0 0 9 0,0-2-8 0,0 2 4 16,0 0-1-16,0-2-3 0,0 2 3 0,0 0 1 16,0 0 1-16,0 0-3 0,0 0 2 0,0 0-13 0,0 0 6 15,0-1-10-15,0 1 5 0,0 0-26 0,0 0 2 16,0 0-4-16,0 0 2 0,0 0-21 0,0 0 4 15,0 0 0-15,0 0 1 0,0 0-5 0,0 0 14 16,0 0-6-16,0 0 8 0,2 0-10 0,-1 1 2 16,1 1-5-16,0 0 4 0,0 0 4 0,2 2-4 15,-2-1 2-15,3 10-4 0,8-1 6 0,0-1 2 16,0 2-1-16,2-2 0 0,2 0-6 0,-1 0 7 16,5 0 3-16,3-1-1 0,0 1-1 0,4 0 6 15,-2 0-8-15,2 2 7 0,5 2-5 0,1 0-15 0,-1-2 8 16,-3 2-9-16,1-2 10 0,1 1-3 0,-2-1 0 15,1 4-3-15,-5 0-4 0,-2-4 3 0,2 4-2 16,-5-4 4-16,1 0-2 0,0 1 2 0,-1-2 1 16,1-3-2-16,0-2-7 0,1 1 7 0,-3 1-3 0,2 2 4 15,2 2-4-15,1-2 3 0,1 0-2 0,0-1 2 16,1-5 8-16,1 8-8 0,-2-5 2 0,4-1-5 16,-6 0 1-16,-2-1 5 0,2 3 1 0,-9-3 0 15,6 9-3-15,-5-8 3 0,-4 2-3 0,1 1 3 16,-6-5-3-16,-1 3-1 0,1-3-1 0,0 3 1 15,-5-3-1-15,6 3 1 0,-5-3 3 0,-1 1-2 0,0-2 4 16,2-1-7-16,1 1 5 0,-1 0-5 0,0-1 6 16,0 1 1-16,-1 0-3 0,1-2 3 0,0 0 1 15,-2-1-3-15,-1 1-2 0,1 0-3 0,0 0-33 0,0 0-47 16,0 0-11-16,-2-2-14 0,0 0-60 0,0-2-55 16,-2 0-29-16,2-2-17 0,-9-14-190 0</inkml:trace>
  <inkml:trace contextRef="#ctx0" brushRef="#br0" timeOffset="69945.92">10799 11507 651 0,'-2'0'26'15,"0"-2"52"-15,0 1-57 0,-1-1 41 0,-1 0-13 0,0 0 22 16,1 0-13-16,1 2 7 0,-4-4 4 0,2 3-2 15,3 1-6-15,-3-2-9 0,2 2-3 0,-2-2-2 16,1 0-21-16,-1 0-2 0,2 0 3 0,0 0-2 16,0 1 1-16,0 1-5 0,1 0-5 0,-1 0 4 15,0 1-2-15,0 1 5 0,0 2-5 0,0 0 4 16,2 7-5-16,0 6 0 0,0 1 0 0,0 1-1 16,2 1-7-16,2 1 3 0,0-1 1 0,1 4 0 0,1 0-7 15,-1-3-4-15,3 1 5 0,-3-3-3 0,1-1 11 16,-1 1-2-16,1-3-8 0,-4-3 4 0,0 0 0 15,1 4 1-15,-1 0 6 0,-2-1-6 0,-2 3 2 16,1-6 1-16,-5 2-6 0,-3 2 4 0,3-8 0 0,-3 4 5 16,-13 0 6-16,-1 0-2 0,1 0 9 0,0-2-3 15,-6-4-1-15,4-3 0 0,-2 4 0 0,3-7-19 16,9 7 5-16,1 1-8 0,5-5 9 0,4-2-19 16,-3 1 3-16,3-1-10 0,1 0-2 0,-1 0-2 15,2 0 2-15,0 0-2 0,2 0-7 0,0-1-22 16,2 1-8-16,2 0-1 0,18 2-14 0,8-2-32 15,-2-2-12-15,1 0-16 0,3 0-105 0,-6 0-150 0</inkml:trace>
  <inkml:trace contextRef="#ctx0" brushRef="#br0" timeOffset="70539.5">11297 12098 85 0,'0'0'0'0,"0"0"0"0,0 0 30 15,0-2-6-15,0 0 15 0,0 0 13 0,0 0-6 16,0 0 6-16,0 1-6 0,0-1 20 0,0 0 1 16,0 0 8-16,0 0-5 0,0 0 13 0,0 0 0 15,0 1 4-15,0-1-4 0,0 0-5 0,0 0-9 16,0 0-4-16,0 0 0 0,0 0 0 0,0 1-2 0,0-1-4 16,-2-2 1-16,0 0-7 0,0 2-7 0,0 1 0 15,0-1-5-15,0 0-12 0,1 0 0 0,-1 0 0 16,0 0-2-16,0 0-17 0,2 1-6 0,0-1 0 15,0 0-2-15,0 0-6 0,0 0 4 0,0 0-1 16,0 0 3-16,0 1 5 0,0-1 2 0,0 0-3 16,0 0 2-16,0 0-6 0,0 2 0 0,2 0 0 0,0 0 1 15,0 0 8-15,-1 0-1 0,1 0 4 0,0 0-4 16,0 0-2-16,0 0 3 0,0 0-3 0,0 0 3 16,-1 0-3-16,1 2 0 0,0 0 0 0,0 0 0 15,0 0 1-15,0 1 0 0,0 1-1 0,1 2 0 16,5 5-10-16,-1 4 10 0,-1-2-2 0,3 7 5 15,-2-1-11-15,3 7 17 0,-1 1-9 0,-2 7 14 16,1 1-9-16,-1 6 6 0,-1 4 2 0,-2 3 1 0,-1 0-2 16,1 4-6-16,0 0-3 0,-2 6 0 0,-1-5 0 15,1 1-6-15,0-4 4 0,0-5-5 0,0-2 4 0,0-4-2 16,0-4-3-16,-1-9-1 0,3 0-2 0,0-7-21 16,1-1-2-16,1-3-11 0,0 0-35 0,-3-6-68 15,1-1-27-15,0-3-36 0,-4-3-281 0</inkml:trace>
  <inkml:trace contextRef="#ctx0" brushRef="#br0" timeOffset="71425.83">12112 10878 546 0,'0'0'22'0,"0"-2"1"0,0 0 22 16,-2 0 2-16,0 0 3 0,0-1 40 0,0-1-2 0,0-2-4 15,-1 1-1-15,1 1-6 0,0 0-5 0,2 3 4 16,-4-1-7-16,-5 0-10 0,2-4-10 0,1 3 0 16,-5-5-4-16,0 3-5 0,0 1-1 0,1 2-3 15,-3 0 1-15,4 2 0 0,-2 0-9 0,-2 0 4 16,4 2-5-16,-1 0 8 0,1 2-13 0,-2 1 5 0,-2 3-7 16,0-7 5-16,4 18-9 0,-1 3 4 0,1 4-6 15,0 2-1-15,1 4-2 0,3 5 2 0,1 6-1 16,0 1 6-16,-1 3-14 0,-1-5 6 0,-18 1-8 15,13-8 3-15,3 2 6 0,7 0-10 0,1-7 9 16,1 0-13-16,3-4 2 0,2-2 2 0,1 0 0 16,2-3 3-16,3-3-3 0,-11-1-2 0,24-2 1 15,-1-2-4-15,2-2 5 0,-4-2-3 0,-2-1 4 0,5-1-2 16,-3-5 5-16,0 0-1 0,4 14 1 0,0-4 7 0,0-7-9 16,-2-3 9-16,-1-2-8 0,3-4 10 15,-2-1-11-15,2-6 7 0,-2-1-7 0,-4 1 2 0,1-2 2 16,-3 11-5-16,3-18 6 0,-5 0 0 0,-1 3 0 15,0-2 0-15,-4 1 0 0,0-1 3 0,-3 1-1 16,-1-7-3-16,-3 5 1 0,0 0 1 0,12-6-5 16,-5 1 6-16,-3-2-6 0,-6 1 8 0,-2-4-7 15,-2 2 5-15,-4-3-6 0,-3-5 8 0,0 7-8 16,-2-1-1-16,-2-2-2 0,0 4-4 0,-2-1 6 16,0-1-3-16,-2 2 5 0,0 4-5 0,14 4 7 15,-16 3-2-15,-3 4 2 0,0 4-10 0,-1 1 3 0,-3 4 0 16,-3-14 3-16,-3 5-2 0,1 7-1 0,1 4-5 15,8 4 2-15,1 4-3 0,-3 5 2 0,2 2 2 16,-1-6-1-16,5 25 3 0,3 1-7 0,6 3 1 0,-1-3-2 16,5 2 12-16,-16 1-7 0,10-3 3 0,8-1-4 15,1-1-1-15,2-7-5 0,3 4-4 0,3-4-2 16,3-1-19-16,6 3-23 0,-13-10-8 0,18 3-8 16,3-4-49-16,-8-4-65 0,3-2-28 0,1-1-24 15,-3-3-222-15</inkml:trace>
  <inkml:trace contextRef="#ctx0" brushRef="#br0" timeOffset="71861.27">12184 11273 420 0,'0'0'27'0,"0"0"-1"0,0-2 45 0,-2 1-4 15,0-1 12-15,1 0 28 0,-1 0-15 0,0 0 11 16,0 0-15-16,0-1-5 0,0-1-7 0,0 2-6 16,1 0 2-16,-1 0-7 0,0 0-7 0,0-1 4 15,0 1-5-15,0 0 5 0,0 0-21 0,1 0 2 0,-1 0-9 16,0 1-12-16,0-1-6 0,0 0-2 0,0 0-1 15,0 2-3-15,1 0 14 0,1 2 3 0,0 0 3 16,0 1 0-16,1 10-10 0,3 8 3 0,2 1-2 16,3 2 5-16,0-3-1 0,2 3-8 0,1-4 8 15,1 1-2-15,0-1-5 0,1 1 8 0,1-1-8 16,-2-1 1-16,0-1 5 0,-2-1-10 0,-9 0 8 16,13-1-11-16,-2-1 1 0,2 0 0 0,-4-4-1 15,2 2-8-15,-2-4 3 0,0 1-1 0,-1-3 1 0,-1 1 2 16,-2-3-4-16,1 1 5 0,-1-4-5 0,1-1 5 15,-3 3-9-15,1 0-5 0,1 1-3 0,-1-1-36 16,1-2-71-16,2 0-5 0,3-2-25 0,1-4-56 0,1-3-157 16,1-4-52-16</inkml:trace>
  <inkml:trace contextRef="#ctx0" brushRef="#br0" timeOffset="72273.06">12795 11247 1212 0,'0'0'20'0,"0"0"-2"0,-2-2 17 0,0 1 3 16,0-1-2-16,1 0 13 0,1 0-5 0,0 0-2 15,0-2-1-15,0 3-6 0,5-18-8 0,4-1 0 16,-7-1-2-16,26 1 0 0,4 5 4 0,-4 2 5 0,-1 4-3 16,1-2 4-16,-6 3-17 0,1 3 3 0,-8-7-6 15,-1 7 1-15,-1 3 12 0,-3 2-4 0,1 4 9 16,-4 1 10-16,-5 10 7 0,17 13-2 0,-8 2 2 15,-6 3-10-15,-5 0-14 0,-1-1 5 0,-7 1-9 16,-1-1-9-16,-4 1 1 0,0-1-9 0,-2-4 6 16,-2 0-10-16,15 0 6 0,-18-2 0 0,0-2 0 15,5-2-7-15,2-2 0 0,0-1-1 0,11-6 0 0,-2 0 1 16,-3-4-6-16,3-1 2 0,0-1-2 0,3-3 4 16,-1 1-2-16,2-1-2 0,0-2 1 0,0 2 1 15,2-1-1-15,-1 1 3 0,1 0-3 0,2 0 0 0,3-1 3 16,10 3-2-16,-4-4 3 0,6 0 5 0,-1-2 6 15,1 0 1-15,1-2 1 0,-1 0 0 0,-3-2 9 16,1 0-2-16,0 1 4 0,-2-1-11 0,-2 0 5 16,0 1-6-16,-4-1 6 0,-2 2-12 0,-1 0 2 15,-4 2 2-15,0 0 1 0,1-2 7 0,1 0-6 16,0 1-4-16,0-1-2 0,-3 0-27 0,1 0-111 16,0 0-15-16,0 0-51 0,0 0-231 0</inkml:trace>
  <inkml:trace contextRef="#ctx0" brushRef="#br0" timeOffset="73648.35">9960 11290 94 0,'0'0'42'0,"0"0"-7"16,2-2 21-16,-1 0 2 0,1 0-12 0,0 1-16 0,0-1 18 16,0 0 2-16,0 0 7 0,0 0 19 0,-1 0-14 15,1 0 8-15,0 1-10 0,0-1 12 0,0 0 7 16,0 0 0-16,0 0 3 0,-1 0 0 0,1 0-7 15,0 1 0-15,0-1-3 0,0 0-12 0,0 0-9 16,-2 2-3-16,0 0-1 0,0 0-1 0,0 0-7 16,0 0 4-16,0 0-5 0,0 0-1 0,0 0-11 15,0 0 2-15,-2 0-2 0,0 0 13 0,0 0-16 16,0 0 3-16,0 0-7 0,-1 0 8 0,-1 0 2 0,-7-2-1 16,-2 0 0-16,4 2-4 0,-4-2 0 0,-2 1 1 15,5 1-3-15,-4 0-14 0,-5 0 12 0,0 0-5 16,-5 0 7-16,6 0-10 0,-6 0-3 0,1 0 4 15,3 0-3-15,-4 1 10 0,3 1-7 0,-1 0-4 0,2 0 0 16,1 0 2-16,-1-2-3 0,-1 0 1 0,5 0-2 16,-7 0 0-16,8 0 3 0,1 0 4 0,-3 0-2 15,4 0-2-15,-2 0 1 0,-2 0-1 0,-1 0 2 16,1 0 2-16,-2 0-1 0,3 0 3 0,-3 0-4 16,1 2 0-16,-3 0 4 0,1-1-8 0,-3 1 7 15,3 0-8-15,-2 2-4 0,-1 0 5 0,-4 1-5 0,1-1 5 16,-4 1-1-16,4-1-1 0,-2 0 0 0,0 0 0 15,2-3-7-15,-2 3 2 0,-1 0-2 0,-3-2 7 16,1 0-2-16,-3-1 1 0,6-1-2 0,-3 0 1 0,1 0 0 16,0 0-4-16,1 0 2 0,1 0-3 0,0 0-1 15,-2 0 5-15,-1 0-3 0,-1 2 8 0,0 2-1 16,-3 2-6-16,-4 1 3 0,-2 0-1 0,-9 3-3 16,-5 1 2-16,-3 0-4 0,-13-2 0 0,1-3 5 15,-1-1 1-15,-1 3 0 0,7-1-5 0,4 3 10 16,-1-1-1-16,3 0 5 0,0 0-10 0,-5-1 6 15,-2-3-1-15,-5-1 3 0,-1 0 2 0,-5-2-7 16,5 0-6-16,2-1 2 0,1-1-5 0,4 0 3 16,2 0 4-16,-4 0-2 0,2 0 2 0,-6 0-2 0,-3 0 0 15,0-1-1-15,-6 1 3 0,2 0-3 0,2-2 0 16,3 2-1-16,3 0 1 0,3 0 0 0,-2 0 1 16,-5 0-1-16,0 0 0 0,-6 0 1 0,-2-2-1 15,2 2 1-15,2-2 5 0,4 0-6 0,5 0 1 0,4 0-2 16,0 1 4-16,-5-1-3 0,-2-2 1 0,-8 0-2 15,-2-1-2-15,2 1 2 0,0 0 2 0,6 1-1 16,0-1 1-16,5 0-2 0,-1 2 3 0,-5 0-3 16,-3 1 4-16,-3-1-6 0,-7 2 2 0,5 0-2 15,-3 0 2-15,5 0 1 0,3 0 2 0,3 2-1 16,7-1-1-16,-12 3 5 0,4-2-10 0,-8 0 8 16,-3 0-7-16,7-2 3 0,0 0 2 0,8-2 0 0,5 0 9 15,9 0-1-15,-3-2-2 0,7 1 1 0,0-1-9 16,-3-3 3-16,10 1 0 0,-5 0 2 0,6 1 1 15,0-3-5-15,-1 1 3 0,3 1-4 0,1 1-4 0,4-1 8 16,4 1-5-16,3 1 5 0,2 0-7 0,6 1 2 16,0-1 2-16,4 2 0 0,1-2 3 0,4 2-5 15,2 1 2-15,2-1-2 0,0 2 6 0,4 0-7 16,-1 0-5-16,4 0-2 0,1 0-23 0,-1 0-80 16,2 0-36-16,0 0-34 0,2 0-295 0</inkml:trace>
  <inkml:trace contextRef="#ctx0" brushRef="#br0" timeOffset="75074.59">2345 10861 51 0,'0'-2'40'16,"0"0"-1"-16,0 1 41 0,0-7 12 0,0-18-9 0,0 0-6 16,0-2-26-16,0 0 10 0,0-1-11 0,0 1 13 15,0 2 13-15,-2 2-8 0,-1 1 10 0,-1-1 3 0,0 2-9 16,2 2 4-16,1 3-9 0,-1 0-17 0,0 2-12 16,-2-1 8-16,0-1-8 0,1 2 14 0,-1 0-15 15,0 0 4-15,2 6-5 0,1-2 15 0,-1 5-18 16,2 3 5-16,0-1-9 0,0 2-8 0,-2-2 2 15,0 1-12-15,0-1 8 0,0 2-29 0,0 0 6 16,1 0 4-16,-1 2 0 0,2 2 2 0,-2 8 5 16,-2 23-7-16,0 4 5 0,4-2-13 0,0 3 8 15,0-1 2-15,0 0 2 0,2 2-8 0,2 5 3 16,0 3-3-16,-1 5 5 0,1 2 7 0,2 3-9 0,-1 6 1 16,1 0-3-16,-2-1 2 0,1 1 4 0,-1 0 0 15,1-7 2-15,1 1-9 0,-2-9 4 0,-1-1-4 16,-1-3 5-16,0 5-1 0,0-3 6 0,2 2 2 0,-2 3-1 15,-1-3-5-15,1 2 6 0,0 2-3 0,0-2 6 16,-2-4 1-16,0-1-1 0,0 0-1 0,0-10 1 16,0 0 8-16,0-3 2 0,0-6 1 0,0-2 0 15,0-2 7-15,0-7-9 0,0-2 5 0,0-4-7 16,0-1-8-16,0-1-1 0,0-3-1 0,0-2 2 16,0 1 1-16,0 1 1 0,0 0-7 0,0 0 5 0,0-3-12 15,0 1-19-15,0 0-4 0,-2 0-9 0,0 0-51 16,0-2-52-16,1 0-14 0,-1 0-27 0,0 0-192 15</inkml:trace>
  <inkml:trace contextRef="#ctx0" brushRef="#br0" timeOffset="75479.03">2369 11613 801 0,'0'0'37'0,"-1"-2"96"0,-1 0-123 0,0 1 16 0,0-1 1 16,0 0 3-16,0 0 6 0,0 0 13 0,2 0 4 15,0 0 2-15,0 1 2 0,0-1-8 0,0 0-4 16,0 0 1-16,0 0 1 0,-1 0-22 0,-1 2 9 16,0 0-14-16,0 0 1 0,0 0 13 0,-2 2-13 0,-1 2 14 15,-16-2-2-15,-3 22-2 0,-4 2 2 0,-1 2-6 16,-8 1-10-16,-2 9 2 0,-6-7-2 0,-7 14 1 15,4-6-2-15,-4 0-2 0,2 1 4 0,1-1-5 16,3 2 11-16,3-2-7 0,4-2-2 0,4-3-1 16,3-1-6-16,6-3 7 0,-1-4 0 0,4 0 1 15,3-2-9-15,-2 0 6 0,5-1-6 0,-5-1 7 16,10-2-5-16,3-1 1 0,0-1 0 0,7-3-1 0,-7-2-1 16,5-3 3-16,-1 1 2 0,-1-4-1 0,2-1-4 15,1-1 1-15,1-1-2 0,0 0 2 0,0-1-11 16,0 1 7-16,0 0 1 0,0-1 4 0,1 1 1 0,-1 0-15 15,0-2-6-15,0 0-5 0,0-1-31 0,0 1-41 16,0 0-4-16,1-2-18 0,-1 0-67 0,2 0-202 16</inkml:trace>
  <inkml:trace contextRef="#ctx0" brushRef="#br0" timeOffset="75850.42">1708 11828 1117 0,'0'0'52'0,"0"0"-63"0,-1 0 58 0,-1 0-31 15,0 0-7-15,0-1 8 0,0 1-3 0,0-2 5 16,0 2 8-16,1 0 14 0,-1 0-7 0,2 0 4 16,0 0-27-16,0 0 7 0,0 0 2 0,0 0 3 15,0 0 4-15,0 2-9 0,0 1 0 0,-2 12-3 16,-4 17-10-16,-1 7 12 0,-2 0-4 0,-3 0 7 15,-1 5 7-15,2-5 9 0,-2 2-3 0,2-4 5 16,0 0 11-16,0-3-12 0,2-4 9 0,-1-3-10 16,3-2 4-16,1-3-10 0,1-4-1 0,1-3-3 0,2-2-3 15,0-3 1-15,2-5 0 0,0 1 1 0,0-3-2 16,0-1 2-16,2 2-2 0,0 0 2 0,2-1-6 16,1-1-8-16,16 4 0 0,3-4-4 0,0-2-7 0,2-6 2 15,2-3-2-15,3-2 4 0,-1 0-4 0,-2-1 1 16,2 1 1-16,-8 4-2 0,-2-1-17 0,-3 3-48 15,-6 3-4-15,-1 0-18 0,1 0-51 0,-8 2-73 16,1 0-34-16</inkml:trace>
  <inkml:trace contextRef="#ctx0" brushRef="#br0" timeOffset="76242.03">1502 12688 934 0,'0'0'16'15,"0"-2"2"-15,-2 0 17 0,1 1 4 0,-1-1 0 16,0 0 21-16,0-2 12 0,0 0-6 0,0 1 10 16,1-1-2-16,-1 0-17 0,0 1-2 0,2 1-4 15,-2-2-16-15,0 0-7 0,0 1-3 0,0-1-1 16,1 0-10-16,-1 0 6 0,2 1-7 0,0 1 6 0,0 0 1 15,0 0-2-15,0 0 4 0,0 2-5 0,0 0 0 16,0 2 0-16,0 0 0 0,2 2-2 0,1 18-15 0,3 10 14 16,1-1-7-16,1 6 9 0,-1 8-12 0,-1 1 7 15,-1 6-3-15,1 2 6 0,-1-4 3 0,3 6-6 16,-5 1 6-16,3 7-6 0,0 2 3 0,-1 5 10 16,-1 0-2-16,0-1 5 0,1-3 5 0,-1 0-3 15,0-8-1-15,-1-3 0 0,-1-2 0 0,0-4-14 16,2-6 9-16,-1-3-11 0,-1-4 3 0,0-1-5 15,0-3-4-15,2 1 1 0,-1-3-2 0,1-1 3 16,-2-4 0-16,0-4 1 0,0-1-9 0,0 1-2 0,-2-2-5 16,0-3 0-16,0-2-32 0,0-2-46 0,0-4-15 15,0-3-16-15,0-3-105 0,0-1-299 0</inkml:trace>
  <inkml:trace contextRef="#ctx0" brushRef="#br0" timeOffset="77253.99">2260 10815 337 0,'0'0'20'0,"-2"0"49"0,2 0-82 0,0 0 15 16,0 0-9-16,0 0 11 0,0 0-9 0,0 0 35 15,0 0 2-15,0 0 12 0,-2 0 11 0,2 0-2 16,-2 0-6-16,2 0 3 0,-2 0-2 16,2 0-3-16,0 0 11 0,0 0-7 0,0 0 15 0,0 0-7 15,0 0-2-15,0 0 0 0,0 0-6 0,-1 2-1 0,-1-1-2 16,0 1 0-16,0 0-11 0,0 0-1 0,0 0 1 16,0 0 0-16,1 0 4 0,-1-1-5 0,0 3 6 15,0 0-5-15,0-2 2 0,0 0 16 0,0 1-9 16,1-1 11-16,1 0-13 0,0 0 5 0,0 0-2 0,0 0 2 15,-2-1-7-15,0 1 6 0,2 0 1 0,0 0 1 16,0 0-5-16,0 0-8 0,0 0-2 0,0-1 0 16,0 1-7-16,0-2-3 0,-2 0-6 0,0 0 4 15,0 0-3-15,0 0-8 0,1 0 6 0,-3 0-6 16,0-2 6-16,0 1-2 0,3 1 0 0,-16-6 0 16,2-1 2-16,0-1-6 0,-2-1 1 0,5 1-3 15,-5-1-4-15,0-2 3 0,6 4-1 0,5 3 2 0,-8-11-1 16,-1-2 1-16,-4 1-3 0,-3-1 3 0,3 2-2 15,1 2-4-15,-1-4 7 0,-3 2-6 0,3-1 4 16,-1 1-7-16,3 0 1 0,2 2-1 0,-1-2 9 0,1 0-7 16,-2 2 1-16,-2-2-2 0,5 2 5 0,1-1-6 15,-2 3 4-15,2-1-4 0,0 1-1 0,-2-4 6 16,-2-1-5-16,0-1 6 0,3 0-14 0,-1 1 8 16,2-3-1-16,0 4 4 0,2-5-1 0,-1 3-2 15,1-2 0-15,6 1-1 0,-3 5 4 0,-1 0-7 16,5 7 3-16,-5-1-5 0,0-2 4 0,7 5-3 15,-4-5-4-15,3 5 1 0,3 2-10 0,-2-2-18 16,-2 2-4-16,0-1-8 0,1-1-41 0,1 0-16 0,0 2-14 16,0 1-2-16,0-1-73 0,2 0-187 0</inkml:trace>
  <inkml:trace contextRef="#ctx0" brushRef="#br0" timeOffset="78179.11">1500 7391 167 0,'-1'-2'27'0,"-1"-5"14"0,-11-43 30 16,4-4-45-16,1-6 33 0,3 8-28 0,-3-5 9 15,3 5 2-15,-1 2 4 0,0-1 21 0,3 11-27 16,-1 2 13-16,0 9-18 0,2 3 16 0,1 5-11 16,-1 3-6-16,2 3 0 0,0 4 0 0,0 3-5 0,0 3 7 15,0 1-7-15,0 2 1 0,0-2 0 0,0 1-1 16,0-1 1-16,0 2-7 0,0 0 1 0,0 0-6 16,0 2 3-16,-2 2-5 0,-4 19-9 0,-1 27 9 15,-1 13-9-15,3 2-4 0,1 8-3 0,2 1 0 16,0 1 1-16,1-1 2 0,-3-3-3 0,-2 5 1 0,4 2 1 15,-1 10 6-15,1 7-6 0,0 3-3 0,2 3 1 16,-2-7 14-16,2-8 3 0,4-6 4 0,1-6-4 16,5 1 1-16,1 5-5 0,-2 9 3 0,2 10-3 15,2 3-4-15,-2 6-5 0,-1-10 0 0,-5-7 0 16,1-5 6-16,-2-8-9 0,-1 0 6 0,7 0-6 16,-3-1 4-16,-3 1-1 0,-1-4-1 0,-1-3 3 0,-2-2 13 15,0-6 2-15,2-7 2 0,0-6-2 0,0-5 6 16,0-2-6-16,1-2 3 0,3 0-5 0,-2-2-6 15,1 0 1-15,1-2-2 0,-3 0 3 0,3-1-1 0,0-1-4 16,-1 1-1-16,3 1-1 0,-1 4 2 0,-1-4 2 16,-3-1 1-16,1-3 0 0,0-1-1 0,-2-4 6 15,-1-2 0-15,1-7 2 0,0-2 7 0,0 1-13 16,0-5 6-16,-2-3-9 0,0-3 10 0,2 1-12 16,-2-4 0-16,2 2-4 0,-1-1-3 0,1 1-3 15,0-2-13-15,0 0-1 0,2 0-57 0,-1-1-57 16,3-1-17-16,3 0-35 0,1-1-270 0</inkml:trace>
  <inkml:trace contextRef="#ctx0" brushRef="#br0" timeOffset="78687.16">899 11193 663 0,'0'0'44'0,"0"-1"-6"16,-2-1 27-16,0-2 14 0,0 0-15 0,0 1 13 0,1 1-20 16,-3 0-5-16,0 0-4 0,2 2-11 0,-5-4-5 15,-4 3 2-15,2 1-5 0,-3 1-3 0,5 3 8 16,-2 0-4-16,-1 22 5 0,1 5 0 0,2-1-7 15,1-2 6-15,1 2-6 0,1-3-1 0,2-1-4 16,0 0 2-16,-15 2-2 0,6 0 1 0,4 0-10 16,3 0 2-16,2 0-3 0,2-2 6 0,0 0-8 15,2-2-2-15,2-2-1 0,3 2-1 0,1-3 9 16,1-1-1-16,0-3 2 0,1-2-4 0,-9-4 4 16,20 0-1-16,-1 0 2 0,1-9-6 0,5 0 17 0,-4 11-2 15,4-6 7-15,0-7-5 0,2-5-14 0,1-6 3 16,3-8-5-16,-2 10 1 0,-6-27 6 0,-2 1-3 15,-5 0 4-15,1 0-9 0,-5-1 5 0,-9 3-4 16,18-6 5-16,-10 2-3 0,-12-2 6 0,-4-4-9 0,-5 2 6 16,-6-3-11-16,-4 5 8 0,14 5-1 0,-29 1 1 15,-3 9-10-15,0 5-5 0,2 4 4 0,1 12-4 16,-1-5-5-16,5-10-28 0,2 8-6 0,2 7-8 16,2 3-30-16,6 3-18 0,-3 7-4 0,8-3-6 15,2 0-30-15,4 16-30 0,1 1-10 0,4 0-7 16,-13 0-29-16,8-2-104 0</inkml:trace>
  <inkml:trace contextRef="#ctx0" brushRef="#br0" timeOffset="78864.38">836 11396 240 0,'0'0'52'16,"0"0"7"-16,2 0 57 0,0 2-4 0,-1 0-1 0,1-1-3 15,0 1-3-15,0 0 3 0,0 0 6 0,0 2 0 16,-2-2-6-16,3 11 3 0,1 1-1 0,0-1-21 16,-1 2 5-16,1 0-12 0,2 0-10 0,-1 2-8 15,1-1 2-15,-1 1-5 0,1 0-8 0,0-4-9 16,-1 0 0-16,3-2-3 0,-1 0-11 0,-5-2-17 15,13 1-2-15,0-3-3 0,-1 2-4 0,3-1 1 16,-4-1-2-16,-2-5 0 0,8 6-7 0,-4-5-18 16,1 1-9-16,5 0-6 0,-6-1-50 0,3 10-36 0,5-1-18 15,3-5-11-15,-4-5-99 0</inkml:trace>
  <inkml:trace contextRef="#ctx0" brushRef="#br0" timeOffset="79095.74">1452 11147 1169 0,'-2'0'51'0,"1"0"-52"0,-1 0 59 0,-2 0-25 15,0 0 19-15,1 0 8 0,-7 0 4 0,3 0 0 16,-6 2 19-16,2 0-5 0,5 0-6 0,-9 7-2 0,10-2-35 16,-14 21 2-16,6 6-2 0,6 1 1 0,1 0-14 15,1 8 3-15,1-4-4 0,2 4 2 0,0 1-21 16,0 1 4-16,2-1-3 0,0 1 4 0,0-4-9 0,4 1-16 15,3 1-21-15,5-4-2 0,2-2-115 0,3-2-278 16</inkml:trace>
  <inkml:trace contextRef="#ctx0" brushRef="#br0" timeOffset="82837.39">7134 11541 186 0,'0'0'13'0,"-2"0"14"0,0-2-16 15,0 0-9-15,0 0 4 0,1 0-5 0,-3 0 6 0,0 1 7 16,0-3-2-16,1 0 6 0,3 2 10 0,-8-7 11 16,3 0-4-16,-1 1 6 0,1-1 7 0,1 2 12 15,0-1 1-15,0 1 2 0,-1-3 8 0,1 5-2 16,-1-4 5-16,1 3-3 0,0 0 2 0,2 3-13 15,-1-3-7-15,1-1-1 0,-4 3-10 0,2-2-7 16,1 1 1-16,-1 3-4 0,0-2 4 0,1-1 3 16,-1 3-1-16,2-4 0 0,-2 4 0 0,2-1-10 15,-1-1 6-15,-1 2-8 0,0 0 3 0,2 2-11 0,-3-3 2 16,1 1-5-16,0 0 1 0,3 2 2 0,-5-4-4 16,0 2 2-16,1 0-7 0,-1 1-3 0,-1 1 3 15,-1 0-2-15,1 0 14 0,0 1-10 0,-1 3 4 16,6-4-5-16,-5 6 6 0,1-3 3 0,3 3-5 0,-5 1 4 15,3 1-4-15,1-3-3 0,-2 3-2 0,4-3-1 16,1-1 2-16,-1 0-9 0,2 0 8 0,0-1-8 16,0 3 11-16,0-4-3 0,0 1 0 0,0 1-1 15,0 0 5-15,2 0-9 0,-1-1 2 0,1-1-4 16,0 0 2-16,2 0 4 0,0 0 1 0,-3-2 0 16,11 3-8-16,-3-1 3 0,0-2 0 0,-1 0 2 0,1 0-2 15,-4 0 10-15,-1 0-5 0,-2 0 8 0,0 0-2 16,2-2-10-16,-1-1 4 0,-1-1-6 0,0 0 12 15,0-1-11-15,0-6 4 0,-2 1-5 0,0 1 6 16,-2 0-1-16,-2 1 0 0,-1-1-1 0,1 3-11 0,-4-1 9 16,-6 3-7-16,-1-1 8 0,0 3-3 0,0-9 1 15,0 3 0-15,-2 3-2 0,-1 1-2 0,-1 4 5 16,1 2 2-16,-10 2 0 0,7 1-3 0,1 3-2 16,-2 3-1-16,9-4 1 0,0-5 0 0,-6 15-1 15,8 1 3-15,4-1-3 0,-1 2-1 0,-3-5 2 16,2 1-2-16,3-2 3 0,1 2-9 0,3 0 9 15,2-2-8-15,0 0 8 0,3 0-8 0,1-6 7 16,2 3-1-16,-3-3 4 0,16-1-8 0,5-3 4 0,2-1 1 16,-7 11 1-16,3-2 2 0,-7-5-3 0,2-2 1 15,1-2-1-15,-1-2 1 0,0-2 3 0,-1-2-3 16,-1-2 3-16,4-1-9 0,-6 0 7 0,0-1-1 16,0-1 5-16,-2 7-7 0,-2-11 9 0,-1 0-10 0,-3 2 10 15,-1-2-5-15,-2 0 0 0,7 0 8 0,-2 2-7 16,-1-2 4-16,-2 0-3 0,-2 0 3 0,-2 0-3 15,0 3-2-15,-2 1-4 0,-2-2 3 0,0 2-2 16,1 1 8-16,-5-1-8 0,4 5-2 0,-9 2 0 16,-3 1 2-16,1-11-4 0,0 5 5 0,-4 1-5 15,3 5 2-15,3 1 0 0,-8 1-1 0,3 3 1 16,-1 4-2-16,1 1 2 0,3-2-1 0,2 3 1 0,2-7-1 16,3 14 3-16,1 2-3 0,3-1 2 0,2 1-7 15,-11-1 1-15,6 3 6 0,3-3-2 0,4 3 0 0,2-3-1 16,2 1-1-16,1-4 2 0,4 0 7 0,3-1-7 15,-7-2 2-15,14-1-4 0,-4-4 2 0,5-3 1 16,-3 0-1-16,7 12 1 0,-4-6 9 0,-1-5-10 16,1-3 2-16,1-2-3 0,-1-4 10 0,1-3-6 15,1-4 2-15,-4 0-4 0,1-2 4 0,-2 5 0 16,-2-12 3-16,-4-1-3 0,-2 3-1 0,-5-1 5 16,-2 2-4-16,11-1 4 0,-4 1-2 0,-4 0 6 15,-3 1-3-15,-2 1 3 0,0-2-13 0,-2 4 4 16,-1 2 1-16,-3 0 3 0,-1 0-2 0,-3 1 2 0,-10 3-4 15,1 3 4-15,1-9-7 0,-1 4 0 0,3 3 0 16,-3 3-2-16,0 1-4 0,-1 2 4 0,5 0 0 16,-2 2 1-16,4 1 4 0,0 3-6 0,-1 1 4 15,2 1-5-15,-2-4-2 0,8 12 7 0,-5 3-3 0,9-1 4 16,-11 1-5-16,4 0-3 0,5-1 4 0,2-1-2 16,2-2 7-16,0-2-3 0,4 2-2 0,1-2 0 15,1-2-2-15,1-2 1 0,-3 0 3 0,13-3 0 16,-4-2 5-16,2-3-7 0,-4 1 3 0,2 8-3 15,0-3 7-15,2-1-3 0,0-3-1 0,1-1 0 16,1-2-1-16,-2-2 3 0,0-1-2 0,-2-1 1 16,0-2-7-16,-2-1 12 0,-2-1-3 0,-1 3 7 15,-1-14-10-15,-1 3 1 0,-5-3-1 0,14-1 1 0,-5 1 6 16,-3-1-1-16,-3 1 0 0,-2 2-1 0,-2-1 0 16,-2 1-1-16,-2 0 3 0,-3 1-4 0,-1 3 2 0,-1 0-8 15,7 5 3-15,-17 4-3 0,1-5 5 0,-1-4-5 16,1 2 0-16,-1 4-1 0,-1 1 3 0,-3 2-4 15,3 4 4-15,-2 4-6 0,1 3 6 0,1 3-1 16,-1 1-4-16,-3 6 3 0,2-16 2 0,2 22 3 16,1-1-3-16,10 0 1 0,5 2-5 0,0-3-4 15,-11-1 5-15,6 1-4 0,4-3 7 0,3 1-1 16,2-1-4-16,2-1 2 0,1-2-2 0,5-2 6 0,1 0-2 16,4-2 2-16,9-3-5 0,-1 1 4 0,-3-4 1 15,1-3 2-15,1 0-2 0,-3 0 0 0,2 11 3 16,-1-4-3-16,3-3-1 0,1-4 0 0,-2-2 0 15,-1-2 0-15,-1-2 0 0,-3 0 5 0,0-3-4 16,-2 0 4-16,-2-1-1 0,-1 6 2 0,-5-13-3 0,1 1 1 16,-3-3 2-16,9 0-2 0,-1-1 6 0,-6 1-6 15,-1-2 0-15,-2 1-1 0,-2-1-4 0,-2 1 1 16,-2 1 5-16,-1 4-2 0,-1 0 5 0,-1 2-5 16,1 1 7-16,-11 1-13 0,-1 0 3 0,1 5-4 15,-3-1 9-15,1 3-5 0,1-11 0 0,-1 3-2 16,4 7 2-16,-7-1-1 0,1 4-1 0,3 2 0 15,-3 3 2-15,7 1-6 0,-5 5 5 0,2 0-6 0,2-5-1 16,2 14 3-16,8 4 0 0,-1-1 1 0,-9-1 4 16,4 0-2-16,6 1 1 0,3-5-1 0,4 3-2 15,1-3 2-15,3-1 0 0,1-2 1 0,3-2 4 0,-5-2-4 16,16-2 0-16,-3-1-3 0,3-3 2 0,-3-3 0 16,-1 9 0-16,2 0 0 0,-5-5 7 0,7-2-3 15,1-4 3-15,-1-2-4 0,1-2-2 0,-2-3 2 16,-1-3 0-16,-1-1 3 0,-1 0-2 0,-2 0-1 15,-2 9-1-15,-4-15 2 0,1 1 7 0,-7 1-6 16,1 0 5-16,7 0-5 0,-3 0 7 0,-3-2-9 16,-1 1 7-16,-4-1-7 0,0 2 9 0,-2 0-10 15,-2 2 2-15,-1 2-3 0,-3 0 4 0,6 4 2 0,-14 1-6 16,-1 2 4-16,0 2-2 0,1-9-1 0,-1 2-1 16,2 3-1-16,-2 1-2 0,4 3-2 0,-3 2 6 15,-1 0-4-15,0 4 7 0,2-1-8 0,4 3 1 16,0 0-4-16,0 1 9 0,5-3-5 0,1 14 2 15,-8 1-3-15,2-1 4 0,1 1-1 0,5 0 2 0,1-3-1 16,4 3-3-16,0-4 4 0,2 1-4 0,0-3 4 16,1 0 0-16,1-1-4 0,0-5 2 0,0 0-1 15,-3-3 3-15,5-2 1 0,7 0-2 0,-2 5 2 16,0 1-1-16,2-3 6 0,2-1-6 0,0-4 4 16,0 0-4-16,-2-4 0 0,0-1 4 0,0-3-3 15,0 5-3-15,-4-16 7 0,2 0-1 0,-3 1 4 0,-3-1-6 16,-3-1 5-16,0 1-5 0,13-1 5 0,-6 1-5 15,-5 3 1-15,-2 1 5 0,-2 0-5 0,0 4-3 16,-2 0 6-16,-4-2-6 0,3 5 6 0,1 4-5 0,-9 3-1 16,-4-9 0-16,-2 3-1 0,-2 1-1 0,-1 4-3 15,0 2 2-15,-1 4-2 0,-3 4 3 0,5-1 0 16,-5 6 1-16,8-2 0 0,4-9 1 0,3 17-3 16,4-1-2-16,1 1 0 0,-7-4 5 0,1-1-5 15,5 1 1-15,3 0-4 0,2-2 4 0,4-2 0 16,1-1 4-16,-1-3-4 0,20-1 3 0,2-5-3 15,0 16 1-15,-4-8 0 0,8-1 3 0,-2-6 0 16,0-4 0-16,2-2 1 0,-3-3 6 0,-2-1-7 16,-3-1 0-16,-2 0-2 0,-1-1 3 0,-8 5 3 0,0-3 3 15,-5 5-2-15,-4-1 1 0,7-7 0 0,0-4-1 16,-3 2 2-16,-4 2 3 0,-2-4-6 0,0 0 1 16,-4 2-3-16,-2 0-3 0,1 4 7 0,-1 1-9 15,-12 3 8-15,-3-1-7 0,3 1 1 0,-3 1 2 0,1-11-1 16,-1 6 0-16,3 3-4 0,-1 4 4 0,2 2-1 15,-5 0-2-15,5 4 1 0,-1 2-1 0,3 1 2 16,8-3-5-16,-6-2 3 0,7 14-2 0,0 3 3 16,-1-2 2-16,-6 1-1 0,4-1-3 0,1 0 1 15,3-1 1-15,3 1-5 0,2 0 4 0,0-2-6 16,2-2 8-16,1-2 0 0,3 0 0 0,0-4 0 0,1 1-3 16,10-4 5-16,-1-3 0 0,5 14 2 0,-3-5-3 15,1-5-4-15,0-3 4 0,1-2-4 0,-1-4 9 16,-1-1-2-16,1-5 2 0,-3-1-3 0,-1 0 5 0,-2 2-5 15,-5-13 4-15,-3-1-4 0,1 3 1 0,9-2 4 16,-4-3-1-16,-7 3 2 0,-4 2-4 0,-2-3 2 16,-2 5-3-16,-2 1 4 0,-3 0-3 0,2 4-2 15,5-1-2-15,-17 2 0 0,-1-1 2 0,-1 6-5 16,1 3 6-16,-4-12-6 0,3 6-3 0,-1 5 9 16,-4 3-10-16,6 4 10 0,-3 3-8 0,1 3 5 15,4 1-3-15,-3 2 3 0,4 0-1 0,4 0-4 16,0 12 4-16,2 1-6 0,4-2 3 0,3 0 4 0,0 1-3 15,-10-1 4-15,6-3-5 0,6 1 0 0,2-3 3 16,4-2-1-16,3 1-4 0,1-5 3 0,-6-1 3 16,20-3 0-16,0-3 2 0,-3-2-2 0,-1 11 0 15,3-4-2-15,-4-3 2 0,1-3 0 0,1-3 1 0,-3 0 0 16,3-3 3-16,-4-1-5 0,2-2 0 0,-4 1-2 16,0-3 5-16,-2 1 2 0,-4 1-1 0,-1 3 2 15,-3-5 7-15,-1-5-7 0,8 2 1 0,-3-2-3 16,0-2-1-16,-3 0 1 0,-2 2 2 0,-2 0-2 15,-2 0-3-15,-2 2 3 0,-1-2 1 0,-1 2 0 16,-1 2 3-16,1 3-8 0,-10 1 1 0,-5 1-2 16,4 0 7-16,-1 0-4 0,-3 3 0 0,1-14-1 0,-4 4 0 15,0 5-2-15,0 4 2 0,-1 2-2 0,1 2-3 16,-2 4 6-16,4-1-2 0,-2 3 4 0,3 1-3 16,7 0-4-16,-5 2 3 0,8-9-5 0,2 19 2 15,1-5-1-15,6 1 1 0,-9-2-1 0,4 2 5 0,3-4-4 16,4 1-3-16,2-2 1 0,2-1 2 0,1-4 3 15,8 1 1-15,11-5 0 0,2 1 0 0,2 15 2 16,-2-8 0-16,-2-6 0 0,-1-3-2 0,1-2 1 16,-2-4-1-16,0-1 1 0,-5-1-4 0,2-3 8 15,-5 2 0-15,1-3 2 0,2-1-11 0,-8 4 7 16,1-1 0-16,-7 5 3 0,1-5-4 0,3-1 6 16,-3 3-5-16,0-1 7 0,-2 1-5 0,0 3 3 0,-2-1-1 15,0 0 1-15,0 2-1 0,0 0-8 0,0 1 4 16,-2-3-5-16,0 0 2 0,0 2-18 0,-2 0-9 15,1 1-6-15,-1-1-56 0,0 2-152 0,2 0-24 16,0 0-78-16,2 0-408 0</inkml:trace>
  <inkml:trace contextRef="#ctx0" brushRef="#br0" timeOffset="83745.77">1506 13917 195 0,'0'-2'0'0,"-2"1"12"0,0-1 126 0,0-2-21 15,-5-7 18-15,-2-6-52 0,0-1-2 0,1-1-3 16,1-1-8-16,-3-5 11 0,5 7-2 0,1 1-17 16,0 4 2-16,3 2-10 0,-1 2-19 0,2 5-10 0,0-3 0 15,0 3-1-15,0 0 14 0,0 0-5 0,0 3-3 16,2 1-2-16,-1 1-9 0,3 3-4 0,11 18 3 16,2 17-3-16,-4 6 13 0,-6-4-8 0,0 5 8 15,-3 3-8-15,-2-1 9 0,0 2-3 0,0 2 1 16,0 0-2-16,-2 4-10 0,0-2 0 0,-2 1-8 0,-2-3 6 15,0-2-8-15,1-5 1 0,-1-4-2 0,2-8 0 16,-2-3-10-16,3-4 2 0,1-4-12 0,0-5 1 16,0-2-62-16,0-2-58 0,0-6-1 0,0-3-28 15,0-2-94-15</inkml:trace>
  <inkml:trace contextRef="#ctx0" brushRef="#br0" timeOffset="84099.71">1031 14875 443 0,'-2'0'136'0,"0"0"-145"16,-11 2 153-16,-9 2-72 0,1 0-17 0,6-1 11 16,1 1 3-16,2 0 3 0,-1 1 19 0,4-1-4 15,2 0 0-15,1-2-3 0,2 0-14 0,1-1-22 16,-1 1 1-16,0 0-8 0,2 0-9 0,1 0 12 15,-1 0-3-15,2 0 6 0,2-1-2 0,-1 1-11 0,7-2-4 16,23 2-2-16,7-2-5 0,6-2-3 0,6-3 2 16,4-1-3-16,2-1-2 0,0-3-6 0,-1 3-1 15,-5 0-2-15,1-3-9 0,-7 3 2 0,-5-1 2 16,-2 3 1-16,-3-1 2 0,-3 1 1 0,3-1-2 16,-1 1 1-16,-3 1-6 0,-1 0 0 0,-1 2 5 0,-4 0-3 15,-1 1 7-15,-1-1 0 0,-2 0-3 0,-3 2 3 16,-2-2 0-16,-9 2-3 0,-1 0 3 0,-3 0-2 15,0 0 1-15,2 0-16 0,-1 0 0 0,-1 0-10 16,0 0-37-16,-2 0-35 0,0 0-13 0,0 0-7 16,-2 0-53-16,0 0-115 0,-1 0-30 0</inkml:trace>
  <inkml:trace contextRef="#ctx0" brushRef="#br0" timeOffset="84773.78">1345 15438 1056 0,'-2'0'29'0,"0"0"-1"0,-2 0 12 0,0 0 5 16,-12 2-5-16,8-2 40 0,-1 0 1 0,2 0 3 15,3 0-6-15,0 0-34 0,2 0-20 0,0 0-1 16,2 0-3-16,0 0 15 0,2 0 2 0,15-6-2 0,26-7 0 15,-2 0-12-15,-1-2-7 0,-6 2-1 0,-3 0-2 16,1 0 1-16,-4 2-6 0,1 2 4 0,-3 3-6 16,-3 3 7-16,-5 1 0 0,3 0-5 0,-5 2-2 15,3 0-37-15,-6 0-64 0,0 2-22 0,-2 2-42 16,-2-1-353-16</inkml:trace>
  <inkml:trace contextRef="#ctx0" brushRef="#br0" timeOffset="85678.59">1785 8774 16 0,'0'0'10'0,"0"0"0"0,0 0 4 16,-2 0-3-16,0 0-8 0,0 0-5 0,0 0 1 0,0 0-3 15,0 0 2-15,1 0-11 0,-1 0 11 0,2 0 6 16,0 0 0-16,0-2 2 0,0 0-15 0</inkml:trace>
  <inkml:trace contextRef="#ctx0" brushRef="#br0" timeOffset="88924.52">1733 8691 78 0,'0'0'56'0,"0"0"2"0,-2 0 47 0,0 0 1 16,0 0-24-16,0 0-3 0,-2 0-6 0,1-2-2 16,-1 0-29-16,0 0-1 0,2 2 6 0,-3-2-5 15,1 0-6-15,0 0 3 0,1 1-6 0,-1-1 6 0,0 0 3 16,1 0-2-16,-1 0 4 0,0 0-3 15,2 0 8-15,-1 1 4 0,-1-1 5 0,-2-2-1 0,-1-2 5 16,3 5-6-16,-5-5-4 0,5 4 1 0,-1 0-2 0,-3-1-9 16,3 3 3-16,-3 0-5 0,-3 0-10 0,2 0-11 15,-2 1 2-15,-2 3-4 0,3 0 5 0,-1 3-3 16,4-5-3-16,-1 17 1 0,-1-4-12 0,3 1 6 16,-1-1-3-16,0-2 3 0,5-4-7 0,-9 6-1 15,5-4-7-15,4-3 4 0,0 3-6 0,2-5 10 16,0 1-2-16,0-1 5 0,0-1 2 0,0-3-8 15,2 2 11-15,2-1-11 0,0-1 12 0,1 0-3 16,8 0 4-16,0-2-3 0,0-2 7 0,0-3-8 0,-2-3 1 16,-1-1-2-16,-1-12 4 0,-2 3-9 0,-1-4 4 15,3 9-4-15,4-10 12 0,-7 8-10 0,-3 2 1 16,-1-1-5-16,-2 4 9 0,0 3 2 0,0-1-4 16,-2 3 2-16,1 1-11 0,-1 1 1 0,-2-1 4 15,-7-2-3-15,-8 3 2 0,3 3-4 0,-5 1 3 0,4 5-3 16,1 5 0-16,-3 2-2 0,6-6 2 0,4 6-2 15,-2-1 4-15,7-1-1 0,-1-4 0 0,-1 2 0 16,4-3 3-16,-2 0-5 0,1-1-5 0,1-1 2 16,-2 7 2-16,4-4-3 0,0-3 8 0,0 4-6 15,2-5 2-15,0 1 1 0,0-2-5 0,1 0 5 16,1-2 2-16,7 2-1 0,2-1 3 0,-2-1-2 0,-3 0-1 16,-1 0 0-16,-5 0 2 0,2 0 1 0,-1 0 12 15,1 0-10-15,0 0 2 0,0 0-3 0,-3 0 10 0,1-1-15 16,0-1 4-16,0 0-7 0,-2 0 3 0,0 0 3 15,0 0-3-15,-2 0 4 0,0 2-1 0,0 0-6 16,1-1 5-16,-3-1-6 0,-2 0 5 0,-3-2 2 16,2 2-5-16,5 2 4 0,0 0-1 0,-2-2-4 15,1 1 3-15,-1-1-3 0,0 0 3 0,0 0-11 16,1 0 2-16,1 2-4 0,0 0 14 0,0 0-4 16,0 0 3-16,0 0-5 0,2 0 7 0,0 0-3 15,0 0 1-15,0 0-2 0,0 0 2 0,0 0 6 16,0 0-6-16,0 0 5 0,0 0-2 0,0 0 0 0,0 0 6 15,0 0-6-15,0 0 7 0,0 0-10 0,0 0 3 16,0 0-4-16,0 0 6 0,0 0-7 0,0 0 4 16,-1 0-4-16,-1 0 6 0,0 0-3 0,0 0-1 15,0 0-1-15,0 0 6 0,0 0-9 0,1 0 4 16,-1 0-6-16,0 0 8 0,0 0-2 0,0 0 1 0,0 0-1 16,0 0 2-16,2 0-4 0,0 0 2 0,-1 0-2 15,-1 0 2-15,2 0 2 0,0 0 0 0,0 0 2 16,-2 0 0-16,0 0 0 0,0 0 2 0,0 0-2 15,0 0-1-15,1 0 7 0,-1 0-6 0,0 0 8 16,0 0-4-16,2 0-3 0,0 0 0 0,0 0-1 0,0 0 2 16,0 0-6-16,0 0 6 0,0 0-6 0,0 0 6 15,0 0-3-15,0 0-2 0,0 0 1 0,0 0 0 16,0 0 2-16,0 0 0 0,0 0 0 0,2 0-2 0,0 0-5 16,0 0 3-16,-1 0-4 0,1 0 7 0,0 0-1 15,0 0-1-15,0 0 1 0,0 0-7 0,0 0 10 16,-1 0-6-16,1 0 7 0,2 0-6 0,0 2 0 15,-1-2 1-15,5 0-1 0,-1 0 4 0,3 0-2 16,1 0-1-16,0 0 0 0,0 0-3 0,-4 0 2 16,4-2 0-16,-1 0 1 0,1 0 1 0,2 1-2 15,-2-1-1-15,2 2 0 0,-2-2 0 0,2 0-2 16,0 2 4-16,0 0-1 0,2 0 9 0,0 2-11 0,2 0 2 16,-1 0-6-16,3 1 8 0,1 1 1 0,3 0 1 15,-1-1-2-15,4-1-6 0,0 0 4 0,0-2 0 16,4 2 2-16,-3-2-3 0,3 0 3 0,-4 0-2 15,0-2 2-15,-2 0-6 0,-1 0 3 0,-1-1 0 16,0-1 1-16,-3 2 6 0,-1 0-7 0,1 0 2 0,-1 2-3 16,3 0 4-16,-5 0-3 0,3 0 1 0,-4 0-1 15,2 0 1-15,1 2 0 0,-1-2 2 0,3 0-1 16,-1 0 3-16,1 0-7 0,3 0 3 0,-1 0-3 16,2 0 12-16,-2 0-7 0,2-2-2 0,-1 1 0 15,1 1-6-15,0 0 4 0,0 0 0 0,-2 0 0 16,3 0 2-16,-7 0 0 0,4 0-1 0,-1 0 1 0,1 0 5 15,-1 1-6-15,-3 1 2 0,1 2-3 0,-4 0 2 16,3 1 0-16,-1-1 0 0,-2 0-1 0,3-1 1 16,1 1-1-16,-1-2 1 0,-1 0-2 0,-2 0 4 0,2 0-2 15,1 1 0-15,3-1-1 0,-3 0 4 0,-1-2-2 16,-2 0 4-16,-2 0-5 0,3 0 3 0,-3 0-5 16,0 0 2-16,0 2-3 0,0 0 3 0,-1 0-1 15,-1-1 1-15,0 1 0 0,0 0 5 0,-2 0-7 16,1-2 1-16,-1 0-4 0,2 2 5 0,-2-2 2 15,2 2 0-15,1-2 2 0,1 0-6 0,0 0 0 16,0 0-1-16,3 0 3 0,-1 2 6 0,0-1-9 16,2 3 4-16,-1 0-4 0,-1-2 2 0,4 1 2 0,1 1-3 15,1 0 3-15,-3 1 4 0,1 1-4 0,1 0-1 16,1-3-1-16,-3 1 1 0,1 0-3 0,-3-2 4 16,-1-1-3-16,2 1 3 0,0 0 2 0,-4 0-3 15,0 0 1-15,2 0-1 0,1-2-4 0,-5 0 6 0,4 0-4 16,-4 0 6-16,-3 0-6 0,5 0 4 0,-4 0-4 15,-1 0 3-15,3 0-2 0,-2 0-1 0,2 0 1 16,-2 0 9-16,-1 0-8 0,3 0 2 0,-2 0-5 16,1 0-3-16,-1 0 4 0,0 0 2 0,-1 0 2 15,-1 0-1-15,2 2 5 0,1-2-9 0,1 0 7 16,0 0-6-16,-2 0 2 0,0 0 2 0,3 0-1 0,-3 0-1 16,2-2-2-16,0 0 1 0,0 0-2 0,2 0 9 15,-2 0-8-15,1 0 4 0,-1 2-6 0,-2 0 2 16,0 0 3-16,1 0-3 0,-3 0 3 0,2 0-2 0,1 0 3 15,-3 0-2-15,2 0 3 0,2 0-3 0,0 0 0 16,-1 0-1-16,3 0-3 0,-6 0 0 0,4-1 8 16,-1-1-1-16,1 0 2 0,4 0-12 0,-6 2 7 15,2-2-2-15,-2 0 4 0,-1 2-1 0,-5 0-1 16,5 0 0-16,-3 0 0 0,1 0 2 0,-2 0-5 16,-2 0 3-16,5-2-3 0,-3 2 10 0,1-1-6 15,1 1 2-15,-2 0-3 0,-1-2-3 0,1 2 0 16,0 0 3-16,-1 0-1 0,1 0 1 0,0 0 2 0,0 0 0 15,-1 0 1-15,1 0 0 0,-2 0-2 16,0 0 1-16,0 0-2 0,-1 0-5 0,1 0 7 0,0 0-4 16,0 0 5-16,0 0-2 0,0 0-1 0,0 0 2 15,-1 0-2-15,-1 0 0 0,0 0 0 0,0 0 1 16,0 0-1-16,2 0-2 0,0 0 3 0,0 0-5 0,0 0 4 16,0 0 4-16,0 0-4 0,-2 0 5 0,0 0-6 15,0 2 2-15,0-1-1 0,0 1 0 0,0 0-2 16,0 0 8-16,0 0-8 0,0 0 4 0,0 1-6 15,0 1 6-15,0-2-2 0,0 7-1 0,-2 2-1 16,0 1 2-16,0-1 0 0,0-2 1 0,0 6-1 16,2-2 1-16,0 0-1 0,0 2 0 0,0-2 1 0,0 0 6 15,0 2-6-15,0-2 1 0,0 1-2 0,0 1-4 16,0 0 4-16,0 0-4 0,0 0 4 0,0-2 3 16,0 2-3-16,0 0 0 0,0-1-3 0,0 1-1 15,0 2 4-15,0-2 2 0,0 0 0 0,0 0-2 0,0-2 3 16,0 0-2-16,0-1 2 0,0 3-3 0,0 4-3 15,0-1 2-15,0 5-2 0,2 1 7 0,0-6-1 16,0 7-2-16,0-7 1 0,0 3-2 0,-1 1-5 16,1-2 5-16,2 8-3 0,-2-4 5 0,2 2 2 15,-3 0-4-15,3-2 2 0,0 1-2 0,0-5-5 16,-1 2 5-16,1-1-5 0,0-3 5 0,-1 1 1 16,-1-2-1-16,0 1 1 0,2-1 3 0,0 1-2 0,-1-1 2 15,1 0-3-15,0 1-6 0,-1 1 4 0,3 1 1 16,0 1 2-16,1-1 1 0,0 4-4 0,1-1 0 15,-3-1 0-15,1 2 3 0,-2 2 2 0,1 2-7 16,1 0 3-16,-2-2-7 0,-1 2 9 0,-1-4 1 0,-2-2 3 16,4 2-5-16,0-2-1 0,-1-1 0 0,1 5 0 15,0-2 0-15,-2-2 1 0,1 4 0 0,1-7 1 16,0 1-2-16,-1 1 4 0,-1-3-1 0,0 3 3 16,0-1-14-16,0 1 11 0,2 1-3 0,-3-2 5 15,1 2-10-15,-2 3 6 0,2-3-1 0,-2 2 2 16,0 2-3-16,0 0 2 0,4 2-1 0,-2 0 4 15,0 0-8-15,-1-1 4 0,1 1 0 0,0-2 2 0,2 2-4 16,0-2 7-16,-1 0-9 0,1-2 8 0,-2-9-6 16,2 4 3-16,-3-3-1 0,1-4 0 0,2 8-4 15,-2-5 5-15,0-4 4 0,1 2-1 0,-1-6-6 16,2 5 3-16,-2-3-1 0,0-4 5 0,0 1-1 0,-2-2 0 16,0-1-4-16,0 1 2 0,1 4-5 0,-1-5 4 15,0 3 1-15,0-4 1 0,0 1 2 0,0 3-4 16,0-4 3-16,0 7-2 0,0-3 3 0,0 3-1 15,0-4-3-15,0 5 1 0,0-5 2 0,0 3-1 16,0 1 1-16,0-2-2 0,0 5-5 0,0-3 2 16,0 0-1-16,0 2 2 0,0-3 5 0,0 1-6 15,0-2 4-15,0 1-5 0,0-4 8 0,0 1-6 0,0 1 0 16,0-4 0-16,0-1-5 0,0 1 8 0,0 2-1 16,0 0 4-16,0-1-7 0,0 1 8 0,0-2-6 15,0 0 7-15,0 0-3 0,0 0 4 0,0-1-1 16,0 1 0-16,0 0-4 0,0 0-4 0,0 0 3 0,0 0-2 15,0 0 7-15,0-1-7 0,0 1 3 0,0 0-3 16,0-2 9-16,0 0-9 0,0 0 5 0,0 0-7 16,0 0 1-16,0 0 7 0,0 0-4 0,0 0 6 15,0 0-1-15,-1 0-8 0,-1-2 5 0,0 0-6 16,0 1 1-16,0-1 5 0,0 0-4 0,0 0 4 16,-1 0-6-16,1 2 7 0,-9-4-2 0,0 3 5 15,-1-1-9-15,5 2 4 0,-2 0-4 0,-2 0 5 0,-1 2-5 16,5-1 1-16,0 1-1 0,1 0 1 0,-5 4 0 15,3-3-1-15,1 3 3 0,0 0-3 0,3-1 2 16,-5 10-2-16,3-4 0 0,0 2-1 0,1-2 2 0,1-1 0 16,0 3 1-16,3-2-1 0,-1 0 5 0,0 0-8 15,2 2 4-15,0-2-5 0,0 2 4 0,0-2-1 16,0 2-3-16,0-2 3 0,0-1-2 0,2-1 2 16,0 0 0-16,-1-1 1 0,1-3-4 0,0 1 2 15,2-1 0-15,-4-3 1 0,5 0 1 0,7 0-1 16,-5 4 0-16,4 1 0 0,-2-1-6 0,1-3 11 15,-1-1-6-15,-3-2 6 0,1 0-9 0,4 0 4 16,0 0 0-16,2-2 0 0,0-1-3 0,-2-1 6 0,-1 0 0 16,-3 0 1-16,2-1-7 0,1-3 3 0,-7 7-1 15,3-9 2-15,0 3-1 0,-3-1 6 0,3-1-4 16,-4 2 5-16,5-3-1 0,-1 3-6 0,-3 0 2 16,1-3-4-16,-2 3 12 0,0-4-9 0,0 0 2 15,-2-1-4-15,0 1 3 0,-2 4 1 0,0-2 2 0,-2-1-1 16,-1 1-2-16,-1 2 0 0,4 1 0 0,-11 2 0 15,4 2-3-15,-4 1 1 0,-4-1 0 0,4-8 2 16,-2 1 2-16,4 4-3 0,0 1 1 0,0 0-2 16,2 2 0-16,-1 2 2 0,3 0-2 0,0 0 1 15,-1 0-4-15,3 2 3 0,1 0 2 0,0 0-1 16,0 0 0-16,3 7 0 0,-1 6-5 0,-9 2 4 0,3-1-4 16,3 1 5-16,3 2-1 0,2-3 1 0,0-1-4 15,0 2 2-15,2-2 1 0,-1-2 0 0,3 0-2 0,0-2 2 16,1-2-2-16,1 0 2 0,0-1-4 0,-5-4 5 15,5-1-1-15,5-1 3 0,2 0-1 0,2 9-2 16,-4-3-3-16,2-3 0 0,2-1 1 0,0-2 0 16,0-2 6-16,-2 0-5 0,0-4-3 0,2-2 10 15,-2 1-7-15,-2-3 7 0,-2 5-7 0,0-14 4 16,-1 0-3-16,-1 2 4 0,-1-1-7 0,-1 1 3 16,-1 2 6-16,-2-2-3 0,9 0 3 0,-4 2-2 15,-1-2-3-15,-2 2 2 0,-2 0-3 0,-2 2 2 16,0 0 4-16,0 5-1 0,-2-1 3 0,0 1-10 0,0 3 5 15,-2-3-5-15,-11-5 4 0,1 2 1 0,-5 1-7 16,0 3 4-16,1 3 0 0,-1 2 1 0,1 0 2 16,-5 4-2-16,1 3-6 0,4 0 4 0,-1 3-2 15,6-1 3-15,-2-5 3 0,0 12 1 0,6 1 1 0,-4-2-2 16,9 2-5-16,-7-2-3 0,4-2 1 0,1 0 1 16,2-2 3-16,3-2 0 0,1-2 0 0,0-1-2 15,0-2 2-15,0-2 0 0,3 1 0 0,12 7 0 16,13 1 0-16,-2-8-2 0,-2-3 3 0,2-3-1 15,-5-5 3-15,3-3-3 0,-4 0 1 0,-5 0-1 16,2 7 4-16,-8-13-2 0,0 4 5 0,-3 0-3 16,-1 0-1-16,-3 4-1 0,8-2-2 0,-5 2 3 0,-1 1 7 15,0-1-7-15,-3 3 2 0,-1 1-5 0,0-1-4 16,0 4-18-16,0-1-9 0,0-3-5 0,0 2-54 16,0 1-107-16,-1-3-29 0,-3 1-46 0,-2-5-282 0</inkml:trace>
  <inkml:trace contextRef="#ctx0" brushRef="#br0" timeOffset="90070.27">1512 8770 338 0,'0'0'0'0,"0"0"2"0,0 0 10 16,0-1-12-16,0-1 10 0,0 0-9 0,0 0 7 15,0 0 2-15,0-2 4 0,0 3 36 0,1-7-1 16,1-5 23-16,0 4-16 0,0-2 31 0,0-4 8 16,-2 6-10-16,0-1 10 0,0-1-11 0,0 2-10 15,-2 0 7-15,0-1-8 0,-2 1 9 0,3 4 3 0,-7-7-12 16,3 5 6-16,-1 1-23 0,-5 1-3 0,0 1 4 15,0 0-5-15,-4 3 3 0,-2-11-10 0,2 3-1 16,0 4-3-16,1 1-1 0,1 2-8 0,0 2 6 0,-2 0-8 16,2 0-6-16,3 0 6 0,-1 2-7 15,2 2 7-15,3-3-10 0,-3 5-7 0,4-2 1 0,3 3-5 16,0 12-3-16,-13 1 2 0,6-3-7 0,1 1 5 16,3 5-7-16,5-7 3 0,0 8 0 0,0-7 0 15,3-2-6-15,3 2 5 0,-2-6 2 0,3 0 2 16,1-2 1-16,3-1-6 0,9 1 5 0,-7-2-4 15,9-3 11-15,-3-2-2 0,0 11-5 0,1-4 4 16,0-3 0-16,1-4-2 0,3-2 2 0,-2-2-3 16,-5-2-3-16,0-1 4 0,-3-5-1 0,1-1 2 0,-4 6-1 15,1-12 2-15,-5 8-3 0,-1-4 2 0,-3 1 1 16,8-2-4-16,-1-3 5 0,-5 2-5 0,-1-2-1 0,-2 6 4 16,-2-2-3-16,0 0 4 0,-2 4-3 0,-2-2-2 15,1 3 3-15,-1 3-4 0,2 1-1 0,-4 0-4 16,-5 3 2-16,-7-12-3 0,1 3 3 0,-3 3 2 15,-1 3 1-15,6 4 1 0,-3 2-2 0,-6 4 6 16,3-1-5-16,1 3 6 0,1 1-11 0,8-2 6 16,-4 4-4-16,0-5 4 0,1 14 0 0,6 1-6 15,3-1 3-15,-1 2-4 0,-7-3 4 0,2 0 1 0,3-3-4 16,7 1 2-16,1-4-8 0,0 2 5 0,1-4 3 16,1-4 0-16,2 1 0 0,-4-6 2 0,4 1-2 15,12 9 3-15,7-1-3 0,-3-4 2 0,10-1-2 16,-8-6 0-16,-1 0-8 0,-1-4 8 0,-1-3 0 15,1-5 5-15,-2-1 1 0,1 2-3 0,0-11 0 16,-5-2-1-16,3 5-1 0,-4 3 1 0,-2-3 3 0,-1 2-2 16,-5-1 0-16,-1 1 7 0,-2-2-7 0,11 1 8 15,-6 3-11-15,-3-2 9 0,-2 3-2 0,-2 4 4 16,-4-3-9-16,0 4 3 0,2 5-5 0,-1 1 4 16,-16-10-7-16,-1 1 3 0,-1 7-2 0,-8 3 2 15,8 2-1-15,-8 7 1 0,-3 5 1 0,2 2 0 0,-1 5-2 16,8-17 4-16,9 16-1 0,2 1 3 0,5-2-4 15,0 1-1-15,-6 1-2 0,5-6 0 0,3 0-4 16,3-4 0-16,0 2 7 0,2 2-4 0,2-5 3 0,3-1 4 16,5 0-5-16,17 8 4 0,-6-7-9 0,5-1 11 15,-2-5-5-15,0-2 7 0,2-4-5 0,-4-3 7 16,-1-2-3-16,-3-3 3 0,-3 3-5 0,-2 0-1 16,-2 1 5-16,-3 3-4 0,-5 3 0 0,-1 2 11 15,0-4-6-15,4-3 9 0,-4 3-14 0,-2 2-4 16,0 0 0-16,0-1-4 0,0-1-29 0,-2 0-116 15,-2 2-57-15,0 1-45 0,-1-1-460 0</inkml:trace>
  <inkml:trace contextRef="#ctx0" brushRef="#br0" timeOffset="92785.5">1666 3423 220 0,'0'-2'0'0,"0"-1"24"0,-4-22 9 0,-2-8 28 16,-1 0 10-16,0-3 0 0,-1-1 4 0,1 0-6 15,-1 0 6-15,1 2-6 0,-1 1 5 0,1 1-2 16,0 5-2-16,1 6 1 0,0-1-1 0,3 8 5 0,-1 1 0 16,0-1-1-16,1 2-17 0,-1-2 6 0,2 0-9 15,0 2 8-15,0 4-15 0,0 1-10 0,1 3 4 16,-1-1-7-16,2 4-6 0,0-1 1 0,0-1-1 16,0 2 2-16,-2-3-9 0,0 1 3 0,0 0-8 15,0 0 6-15,0 1-4 0,1 1-14 0,-1 0 3 0,0 0-7 16,0 0-5-16,0 0-2 0,0 2 3 0,0 0-2 15,1 2 13-15,-1 0-6 0,0 4 3 0,-2 27-4 16,4 6 2-16,0 2-2 0,2 3 1 0,2-1-1 16,-2 2-4-16,3-3 9 0,-1 1-5 0,0-2 7 15,1 0-11-15,1 2 4 0,-1-1 1 0,-3 1 2 0,0-4 1 16,2-2 3-16,-1 2 2 0,1-4 1 0,2 2 8 16,-3-7-8-16,1-2 0 0,0 2-1 0,0-4 3 15,-1 2-5-15,1-6 3 0,-2-5-4 0,0 1 2 0,0-3 10 16,-1 0-4-16,-1-4 5 0,0-2-5 0,0 1 4 15,0 1-4-15,0-4 4 0,0 1-5 0,0-3-7 16,0 1 5-16,0-1-6 0,0-1 1 0,0-2-2 16,0 0-2-16,0 0 2 0,0 1-3 0,0 1 7 15,0 0 0-15,0-1 2 0,0 1-1 0,0-2 6 16,0 0 0-16,0 0 1 0,0 1-9 0,0 1 8 16,0 0-7-16,-1 0 7 0,-1-1-9 0,0 1 0 15,0 0 3-15,0-1-3 0,0 3 1 0,-13 1-4 0,-3 3-3 16,-4-1 1-16,1 0 3 0,-8 4 2 0,1-3 0 15,-4-1 1-15,2 0-4 0,3 0 8 0,1-3-4 16,5 0 5-16,1-3-3 0,1-1-1 0,4 9 2 16,4-3-3-16,-7 1-5 0,3-2 2 0,0-1-2 15,-2 0 2-15,8-5-4 0,1 1-1 0,-1 0 1 0,2 0 0 16,3-2 7-16,-2 0-10 0,3 2 3 0,-1 0-4 16,0 0 10-16,2-1-10 0,1 1 1 0,-1 0-4 15,0 0 3-15,0 0 2 0,0 0 1 0,0 0 0 16,0-1-1-16,2 1 0 0,0 0-6 0,2 0 3 15,0 0-4-15,2 0 4 0,9 1 7 0,22 5-3 16,-9-3 3-16,6 1-4 0,3 0-1 0,2 1-1 16,4-1 2-16,-2-3 0 0,-4 3 0 0,-7-3 1 0,6 1 4 15,-5 0-2-15,3 0-1 0,-3-1 0 0,1 1 0 0,-2 0 2 16,2-1 1-16,-2 1-1 0,-1 2-2 0,-1-3-2 16,-1 3 1-16,2 0-3 0,-4-3 2 0,-1 3 7 15,-5-2-3-15,-2-1 4 0,-1 1-8 0,-4 0 8 16,3 1-8-16,-6-3 8 0,-3 0-11 0,0 0 17 15,-1 0-3-15,1 0 7 0,-2 1-3 0,0 1 2 16,-2 0 4-16,-2 9-4 0,-4 0-6 0,1 5-2 16,-25-1-3-16,-3 2 3 0,1-3-3 0,-3-1 3 15,-1-2 0-15,1 6 0 0,-2-1 0 0,4-1-4 16,-1 2 2-16,-1-6-2 0,0 0 2 0,-3 0-2 0,-2 0 3 16,3-4-2-16,-1 0 0 0,1-1 7 0,4-1-3 15,1 0 4-15,3-1-8 0,1-4 6 0,9 2-9 16,-3 10 7-16,9-6-11 0,4-4-1 0,3-3 4 0,2 1-2 15,1 0 2-15,-1 0-7 0,0 0 3 16,2 0-5-16,0 0 4 0,1-1 6 0,-1 3-4 0,2 0 4 16,0 1-10-16,3 5 7 0,1-1-3 0,4 2 5 15,3-2-5-15,9 1 4 0,4-1-1 0,4-2 1 16,-7 1 0-16,8 1 1 0,-1 2-1 0,-2-3 1 16,4-3 5-16,-2 1-9 0,-2-1 4 0,2-1-6 15,-1 2 5-15,1-3-4 0,2 3 6 0,0-4-4 16,1 3 4-16,-1 3-1 0,3-4 0 0,1 1 0 0,-5 1 2 15,1-3-2-15,-2 3-3 0,-4-1 1 0,-2-1 2 16,-1 0 2-16,-3 0 4 0,-5-3-1 0,-1 3-3 16,1 0 0-16,-8-2-1 0,1 3 1 0,1-3-1 0,-5 2 7 15,2 1-5-15,-1 3 5 0,-1 1-3 0,-2 2 1 16,-3 0-1-16,-5 2 0 0,-3 2-3 0,-24-2-2 16,1 4 2-16,-1 0-2 0,2-1 1 0,-1-1-1 15,1 0 0-15,3-4 0 0,2 2 8 0,2-5-9 16,2-1 4-16,5-1-5 0,1-3 7 0,7-1-7 15,1 6 2-15,5-5-3 0,-1 1 8 0,4-4-8 16,-1 2 1-16,-3 0-6 0,2 0-4 0,1 0 4 16,1-1 2-16,0 1 1 0,0 0 5 0,2 0 0 0,0 2 0 15,0-1-1-15,2 9-2 0,2 2 4 0,1 7-1 16,3 1 3-16,-1 0 4 0,1 4-9 0,1 0 4 16,0 4-5-16,-1-2 4 0,-1 4 2 0,0 1-6 15,-1-1 4-15,0 3-4 0,-1 0 5 0,3 4-2 0,-3 2 1 16,1-2-2-16,-1 0-1 0,1 4 3 0,-1-3-2 15,1 3 1-15,1 4 4 0,-1-3-5 0,0 3 4 16,-1 3-8-16,1 0 6 0,-3-4-1 0,-1 2 3 16,2 1 0-16,0-7-5 0,-1 10 3 0,3-7-3 15,0 0 2-15,-1-3 2 0,-1-6 1 0,1-1 1 16,1-4-8-16,0 1 4 0,-1-4-2 0,1-2 3 16,-1-2-2-16,-1 0 4 0,0 0-3 0,-1-3 4 0,-1-1-5 15,0-1 3-15,0-3-2 0,0-1 3 0,0 0-4 16,0 0-1-16,-2-4 2 0,0 0-2 0,0-2 0 0,0 1 2 15,0-1-4-15,0-2 4 0,0 3 9 0,0-3-7 16,0 4 2-16,0-3-4 0,0-5-6 0,0 5 6 16,0-4-1-16,0-1 2 0,1 1 1 0,-1 0 5 15,2-1-5-15,0 1 3 0,0 0-9 0,0 0 9 16,-2-1-2-16,2-1 4 0,0 0-12 0,-1 0 7 16,1 0 0-16,0 0 3 0,0-1-7 0,-2 1 7 15,0 0-6-15,0 0 8 0,0 0-2 0,0 0 1 16,0 0-1-16,0-1 1 0,0 1 1 0,0 0 5 0,0 0 0 15,0 0 0-15,0 0-3 0,0 0-7 0,0-2 4 16,0 0-5-16,0 0 0 0,-2 1-2 0,0 1 1 16,0 0 0-16,1 0 2 0,-1 0-5 0,0 0-2 15,0 0 0-15,0-1-2 0,0 1-23 0,0 0-10 0,1 0-7 16,-1 0-55-16,2 0-86 0,0 1-24 0,0-1-31 16,2 0-180-16</inkml:trace>
  <inkml:trace contextRef="#ctx0" brushRef="#br0" timeOffset="93517.67">1681 6591 864 0,'0'0'28'0,"-2"-2"39"0,0 0 14 0,0 0 36 0,-2 0 7 0,1 0 5 16,-7-3-15-16,-5-3-35 0,1 3-3 0,-1 3-9 16,-4 0-23-16,4 4-15 0,-5 4-1 0,-2 5-3 15,3 2-9-15,-5 2 0 0,5 16-3 0,-7 3 2 16,4-1 2-16,5 0 0 0,-5 1 1 0,7 1-2 16,2 0-7-16,0-5 6 0,10 3-4 0,-5-3 5 15,-9-6-6-15,8 0-4 0,5-7-6 0,4-6 3 16,0 2-3-16,4-2 0 0,0-3 5 0,1-1-2 0,3-3 4 15,10 9-1-15,1-4-3 0,-2-3 2 0,-1-1-3 16,3-3 9-16,-2-2-1 0,-4 0 2 0,2-2-12 16,-4-1 6-16,4-5 1 0,-4 1 3 0,-2 5 13 0,2-17-9 15,0-1 2-15,-2 1-5 0,-3-3 4 0,-2 0-3 16,-2-2 2-16,12 1-2 0,-2 1 0 0,-7 2 1 16,-3 1-1-16,-2-1 1 0,0 3-2 0,-2 2 3 15,0 2 5-15,0 4-1 0,1 3 6 0,-1 3-4 16,2 1-5-16,-4-2 2 0,-3 0-2 0,-5-1-12 15,-1 3 1-15,-1 2-4 0,2 2 1 0,1 3-2 16,4 5 0-16,0 19-2 0,-5 3 5 0,9-1-7 16,1 1 5-16,-17 1-6 0,10-5 5 0,5-2-1 15,4-2 2-15,0-3-1 0,4-3-2 0,2 1 1 0,-1-8-3 16,3 0 4-16,-3-1 1 0,12-9 0 0,-1 11-3 16,7-3 3-16,-1-5 3 0,0-4 9 0,2-6 1 15,-1-3 0-15,-1-4 0 0,0 5 4 0,-1-23-1 0,-6 1 2 16,-1-5-3-16,-4 7 4 0,-5 0-1 0,-3 0-1 15,15 4-5-15,-8 0 8 0,-7 0-2 0,-2 3 3 16,-6 1-9-16,-1 3-7 0,-4 0 0 0,7 4-1 16,-20 0 3-16,0 6-15 0,2 0-3 0,-1 3-9 15,3 0-38-15,1 2-69 0,1 1-20 0,5-9-24 16,5 7-139-16</inkml:trace>
  <inkml:trace contextRef="#ctx0" brushRef="#br0" timeOffset="94507.51">2449 4363 664 0,'-2'-2'41'0,"1"-2"93"15,-5-5-117-15,-7-10 43 0,2 1 0 0,2 1 15 16,1 4 4-16,1 0-27 0,3 5-3 0,0 3-9 16,2 1-13-16,1 0 16 0,-1 1-4 0,0-1 7 0,0 2-5 15,0 0-7-15,0 0 0 0,0 2-3 0,1 0-2 16,1 2-3-16,-2 17 2 0,0 22-2 0,2 3 3 0,0 5 2 16,2 1-2-16,0-2 2 0,1 8 7 0,-1-4-5 15,0 2 4-15,0-1-7 0,-2-2-5 0,2-7 5 16,-2 1-5-16,0-6 3 0,0-2-12 0,0-4-9 15,0-1 2-15,2-3-6 0,-2-4-3 0,1-3 4 16,1-4 0-16,-2-5 1 0,2-3 0 0,0-3-4 16,-2-1 1-16,0-4-1 0,0-1 1 0,2 3 7 15,0 0-6-15,0-2 6 0,-1 0-10 0,1-2-8 16,-2-2 2-16,0 0-4 0,0-7 5 0,-2-21 1 16,-1 2 5-16,-3-4-3 0,1 1-6 0,-5-6 10 15,-1 0-3-15,-2-6 6 0,0-2-8 0,2-3 5 0,-2-8-6 16,4-3 6-16,-1 0 0 0,1-1-5 0,2 3 5 15,3 3-5-15,0 2 9 0,4 5-6 0,2 6 3 16,2 4-4-16,3 4 0 0,1 5 2 0,-1 2-2 0,2 6 2 16,1 1 0-16,-1 4 2 0,-5 2-2 0,18 4 1 15,2 3 1-15,0 3 1 0,0-14-1 0,-1 8 0 16,1 5-11-16,0 4 10 0,-2 2-1 0,-1 3 4 16,1 5 3-16,-5-1-4 0,-1 2 3 0,-3 0-3 15,-1 12 1-15,-3-1 3 0,0 0-5 0,-1 0 5 16,-3 2-1-16,12 1-2 0,-6 1 5 0,-4 0-5 15,-3-2 7-15,-2 0-6 0,0 4 3 0,-2-2-2 0,-4 0 12 16,0-4-8-16,-3 0-2 0,-4 2-2 0,0-1-2 16,-4 1 5-16,0-4 4 0,4-5-2 0,5 2 3 0,-9-2 6 15,4 0 2-15,-2 1 1 0,2-6-1 0,2-3-5 16,0 4 0-16,5-9-2 0,0 2-8 0,2 1-7 16,2-3 0-16,-2 2-2 0,-3 3-1 0,5-5 3 15,0 0-3-15,-4 5 3 0,4-5-10 0,-2 6 11 16,2 3-4-16,0-4 5 0,2 4-1 0,4 1 1 15,-1-3 2-15,1 4-2 0,16-4-4 0,0 0-1 16,3 4 2-16,-1-3 0 0,2 1 6 0,2-2 0 16,-2 2-1-16,5 0-1 0,-10-1 0 0,3-1 0 15,-2 0 1-15,-5-1-1 0,5-1-1 0,-5-1 11 0,1-3-4 16,-1 3 6-16,1-2-3 0,-6-3 5 0,-3 3 2 16,-5-2 0-16,1 2 1 0,1-1-2 0,3 5 2 15,-3-4-1-15,-1-1 6 0,-1-1-14 0,-2-2 8 16,1 2-9-16,1 0 8 0,0 0-6 0,0 0-1 0,-3-1 0 15,1 1 0-15,0 0-8 0,0 0 3 0,0 0-5 16,0 0 3-16,0 0 1 0,-1-1-5 0,1 1 3 16,0 0-4-16,0-2-8 0,0 0-1 0,0 0-7 15,0 0-40-15,-1 0-44 0,1 0-12 0,0 0-13 16,0 0-84-16,0 0-113 0,0 0-51 0</inkml:trace>
  <inkml:trace contextRef="#ctx0" brushRef="#br0" timeOffset="95371.88">3214 4617 677 0,'0'0'61'0,"0"0"-8"0,0 0 70 15,-2 0 1-15,1 0 0 0,-1 0-13 0,0 0-20 0,0 0-4 16,0 0-8-16,0-2-40 0,0 0-7 0,1 0 4 16,-1 1-1-16,0 1 3 0,0 0-8 0,0 0-3 15,0 0 1-15,0 0 1 0,1 0-18 0,-1 0 3 16,0 0-5-16,0 0 13 0,0 0-12 0,0 0 8 0,0 0-8 16,1 0 10-16,-1 0 8 0,0 0-7 0,2 0 6 15,0 0-8-15,0 0-2 0,0 0-3 0,0 0 0 16,0 0-16-16,0 0 9 0,0 0-7 0,0 0 9 15,0 0-9-15,0 0 0 0,0 0 3 0,0 0-3 16,0 0 4-16,0 0-5 0,0 0 3 0,0 0-4 16,0 0 5-16,0 0-2 0,0 0-1 0,0 0 0 0,0 0-4 15,0 0 6-15,0 0 0 0,0 0 2 0,0 0-7 16,0 0 3-16,0 0 2 0,0 0 1 0,0 0 0 16,0 0-4-16,0 0 4 0,0 0-3 0,0 0 2 15,0 0 7-15,0 0-8 0,0 0 7 0,0 0-14 16,0 0 11-16,0 0-3 0,0 0 7 0,0 0-8 0,0 0 0 15,0 0-1-15,0 0 0 0,0 0-2 0,0 0 5 16,0 0-5-16,0 0 4 0,0 0-7 0,0 0-1 16,0 0 7-16,0 0-4 0,2 0 8 0,-2 0-7 15,2 0 0-15,-1 0-2 0,1 0 10 0,-2 0-6 16,2 0 1-16,0 0-3 0,0 0-4 0,0 0 10 16,-2 0-3-16,0 0 5 0,0 0-9 0,0 0 6 15,0 0 2-15,0 0 3 0,0 0 2 0,0 0-7 0,0 0 2 16,0 0-2-16,0 0 2 0,0 0 2 0,0 0-5 15,0 0 3-15,0 0-3 0,0 0-2 0,0 0 8 16,0 0-5-16,0 0 12 0,0 0-6 0,0 0-2 16,0 0 1-16,0 0 1 0,0 0-6 0,0 0-1 0,0 0-2 15,0 1 0-15,0 1 2 0,0 0 1 0,-2 28 0 16,2 1 4-16,0 1 3 0,0 5 1 0,-2-3 1 16,2-3 3-16,0 1 1 0,0-3 3 0,0-1-1 15,0 0 4-15,0-6-12 0,0 1 1 0,2-3-3 16,0 0 5-16,0-3-5 0,1 0 3 0,1-4-3 15,0 0 2-15,-1-2 1 0,1-2-2 0,2 1 2 16,-3-5 2-16,3 1-5 0,9-1 1 0,-2-1-3 0,4 0-2 16,1-1 8-16,1-1 0 0,1 13 1 0,4-4-5 15,0-3 2-15,2-5-7 0,2-1 4 0,-4-2-7 16,4-2 5-16,-2-1-1 0,-2-1 3 0,-1-2-3 0,-3 1 0 16,-5-1 1-16,-4 3-2 0,6-5-8 0,-6 3 0 15,4-3-4-15,-4 1 0 0,-6 3-25 0,5-3-9 16,-7 5-5-16,3-8 0 0,-2 1-11 0,3-2-18 15,-1 2-6-15,-3-1-5 0,-1 1-35 0,-2 2-15 16,0-1-6-16,0 3-3 0,-2 1-25 0,1 0-12 16,-12 1 5-16,-6 1-8 0,-3 0-14 0,-4 0-7 15</inkml:trace>
  <inkml:trace contextRef="#ctx0" brushRef="#br0" timeOffset="95620.5">3279 4760 378 0,'0'0'96'0,"0"0"-2"0,-2 2 53 0,1 0 6 0,-1 0-14 15,0-1 26-15,-2 1-30 0,0 0-8 0,1 0-6 16,1 0-37-16,0 0-42 0,0 0 12 0,0-1-20 16,0 1 15-16,1 0 9 0,-1 0-10 0,2 0 10 15,0 0-15-15,2 0 2 0,-1-1-6 0,3 1 4 16,2-2-15-16,14-2-4 0,1-1 0 0,1-5-2 0,2 1-4 15,-2-1-15-15,2-1-1 0,-1 2-4 0,-1-1-8 0,0-1-33 16,-5 2-7-16,3-1-12 0,-7 3-43 16,-2 1-62-16,-3 0-2 0,-6 4-27 0,1-2-70 0</inkml:trace>
  <inkml:trace contextRef="#ctx0" brushRef="#br0" timeOffset="96140.79">3307 4615 685 0,'-2'0'92'0,"-1"-2"101"0,-5 0-41 0,-3-1-23 16,2-1-12-16,3 2-1 0,2 0-26 0,3 2-35 15,-3-2 1-15,0 1-15 0,2-1-21 0,0-2 6 16,1 0-13-16,1 1 10 0,0-1-18 0,1 0 2 0,9-9 0 16,6-2 0-16,14 0 6 0,5-1-18 0,3 1 11 15,8 0-13-15,-5 2 13 0,0-2-22 0,1 4 0 16,-8 2-9-16,1 1 0 0,-5 3 4 0,-8-1 1 16,2 4 2-16,-5 0 10 0,-3-5 6 0,-3 3 2 15,-3-1 1-15,-3 1-4 0,-1-2 8 0,-1 5-5 0,-1-1 7 16,-2 2 1-16,2-4 12 0,-1 0 0 0,1 1 3 15,0 1 0-15,-2 0-3 0,-1 0 2 0,1 2-2 16,0 0 5-16,0 2 8 0,0 2 4 0,2 23-1 16,-3 9-2-16,-1 3 11 0,0 2-5 0,0-2 8 15,0 7 0-15,-1-1-2 0,-1 3-3 0,0-2-1 16,0-5-16-16,0 0 0 0,2-2-2 0,0-2 1 16,0-2-3-16,0-3-7 0,0-2-1 0,0-3-2 0,2-2 0 15,0-5-13-15,0-3 7 0,1-2-8 0,1-2 6 16,-2-6-4-16,2 2 0 0,-2-5 0 0,-2-2 0 0,1 2 3 15,3-1-1-15,0-1 4 0,0 0-2 0,-3 0-7 16,1-2 1-16,0 0-5 0,0-2-6 0,0-2-6 16,5-16 4-16,-1-8-4 0,-4 0 7 0,-2-2 3 15,-2-1-2-15,-4-4 3 0,1-1 8 0,-1-5 0 16,1 4 0-16,1 0 0 0,0 2 5 0,2 3-3 16,0 1-2-16,2 1-1 0,0 4-7 0,4 2 5 15,0 2-2-15,1 5 2 0,3-5 1 0,-1 5 2 0,3 2 1 16,-7-2 1-16,21 4 5 0,6-1-4 0,2 1 3 15,-1 0-4-15,-1 1 10 0,0 3-9 0,-3 2 4 16,3 3-6-16,-4 0 0 0,-5 2 0 0,-1-12 1 16,-3 4-2-16,-6 7-1 0,-2 1-25 0,-3 2-14 15,-3 0-7-15,1 0-85 0,-2 2-65 0,0-1-4 16,-2 11-28-16,-4 27-85 0</inkml:trace>
  <inkml:trace contextRef="#ctx0" brushRef="#br0" timeOffset="96281.5">3961 4771 554 0,'-2'2'123'0,"0"0"173"16,-2 0-113-16,-9 5-31 0,6-3-6 0,-1 0-13 15,3-1-59-15,1 1-41 0,0 0 4 0,3-1-13 16,-1-1 22-16,0 0-2 0,2 0-1 0,2 0 0 0,0 0 7 16,1-1-8-16,21 3 3 0,4-4-7 0,2-4-7 15,2-3-16-15,1-4 1 0,6-8-6 0,2-1-4 16,3 14-14-16,3-23-20 0,-3-3-3 0,5 2-103 16,-5-7-347-16</inkml:trace>
  <inkml:trace contextRef="#ctx0" brushRef="#br0" timeOffset="98058.72">1482 3076 67 0,'0'0'37'0,"0"0"12"0,0-2 46 0,0 0 17 16,-2 0-12-16,2 0-16 0,0 1-40 0,-5-16 3 16,1 4-10-16,-4-8-5 0,5 8 14 0,-5-5-7 15,5 5 11-15,-3 2-3 0,-1-2 15 0,1 3-4 0,2 3 6 16,-1-2-18-16,3 5 11 0,0 0-9 0,2 2 9 16,-6-1-10-16,-5-6-7 0,6 5 6 0,-5-2-9 15,7 4-9-15,-1 1-8 0,2 1 4 0,-3-2-3 16,-1 0 9-16,4 2-8 0,-2 0-8 0,3 0 1 15,-3 0-9-15,0 0 2 0,0 0 4 0,3 0-2 16,-1 0-2-16,0 0 8 0,0 0-7 0,0 0 6 0,0 0-6 16,0 2-2-16,2 0 1 0,0-2-2 0,0 1 0 15,0 1-3-15,2 0-3 0,0 0 0 0,0 0-4 0,2 0 5 16,1 0 0-16,19 7 1 0,1-2-3 0,-3-1-3 16,2-1 4-16,2-1-4 0,2-4 4 0,3 0 0 15,5-4 0-15,3 1 1 0,5-5 5 0,6 3-9 16,8-3 3-16,11-1-5 0,1 2 0 0,10 3 6 15,-11-2-5-15,-1 3 6 0,-1-1 5 0,-9 0-9 16,7 0 2-16,3 1-4 0,1-1 4 0,11 2-2 16,11 0 0-16,4 0 0 0,1 2 2 0,-3-3-2 15,-9-1 5-15,-5 2-4 0,5-2 0 0,7 3-2 0,11-3 0 16,8 0 0-16,-1 0 6 0,-5 3-6 0,-9-1 3 16,0 0-5-16,-3 0 5 0,16-2 0 0,9 1 0 15,0 3 1-15,0-2 6 0,-11 2-9 0,-8 0 2 0,4-2-4 16,8 2 9-16,12 0-4 0,3 0 3 0,-4 0-3 15,-8-4 6-15,-11 0-7 0,6 3 0 0,12-1 0 16,1 0 1-16,7-2 1 0,-7 0 0 0,-15-1-1 16,5-1-2-16,0 3 2 0,16-3 0 0,-3 2 3 15,-5 1 2-15,-11 1-9 0,-14 2 2 0,1 0-5 16,5 2 11-16,12 3-2 0,-1 1-2 0,-3 3 0 16,-10 2-2-16,-14-3 1 0,-6 1 0 0,-2 2 0 15,4 0 3-15,3 0 3 0,4 2-2 0,6 0 0 16,-11-3-5-16,-4-1-2 0,-11-2 4 0,-10-1-2 0,3-1 4 15,-3-1 7-15,-1 0-4 0,5-1 5 0,1-1-1 16,1 0-3-16,5 0 6 0,-6-2-5 0,3 0 4 0,-8 0-7 16,-7-2 0-16,-1-2-2 0,-12 1 8 0,2 1-8 15,-4 0 0-15,0-2-2 0,2 3 1 0,-1-1 2 16,-1 0 1-16,-2 2-2 0,-1 0 1 0,0 2-6 16,1 0 4-16,-1-1-4 0,-1 3 2 0,-1 0 0 15,-2-1 2-15,1 1 0 0,-1 2 7 0,0-1-9 16,-2-1 0-16,-2 0 0 0,2-1 1 0,0 1 0 15,0 0-2-15,-5-2 0 0,1 0-3 0,0-1 4 16,0-1 0-16,3 0 2 0,-3 0-3 0,-4 0 4 16,1 0-3-16,0 0 4 0,-3 0-1 0,-1 0 5 0,0 0-1 15,-4 0 2-15,-2 0-3 0,1 0 6 0,-3 0 2 16,-3 0 0-16,0 0 1 0,-3 0 18 0,1 0-6 16,2 0 11-16,0 0-1 0,-1 0 1 0,1 0 3 15,-2 0-4-15,0 0-16 0,0 0-11 0,0 0-6 0,-1 0 1 16,-1 0-3-16,0 0-8 0,0-1 4 0,0-1-7 15,0 0-2-15,-1 0-20 0,-1 0-7 0,0 0-4 16,0 0-34-16,0 1-13 0,0-1-4 0,0-2-2 16,1 0-21-16,-1 1-13 0,2 1-4 0,-2-2-1 15,0-3-9-15,2 3 1 0,0-2 13 0,0 5-2 16,0-1 55-16,0 0 46 0,0 0-4 0,-2-2 19 0,0 1 11 16,0-1 3-16,1 0 7 0,-1 2-3 0,-2 0 1 15,0 1-6-15,2 1-5 0,-7-6-2 0,0 0-41 16,1 3-65-16</inkml:trace>
  <inkml:trace contextRef="#ctx0" brushRef="#br0" timeOffset="98974.59">9781 2716 284 0,'-1'0'50'0,"-1"0"-3"0,0 0 37 15,0 0 2-15,-18 2-5 0,-4-1 0 0,-1 3 14 16,1 0-10-16,6 0 10 0,-3 1-23 0,3 1-15 16,-3 1 2-16,6-1-4 0,1 1 6 0,1-1 10 15,3-1-5-15,1 1 6 0,3-2-9 0,3-3-7 0,1-1 0 16,-2 2-4-16,0 0-14 0,1 0-6 0,1 0 2 15,0 0-2-15,0 0 6 0,0-1-17 0,0 1 0 16,1 0-6-16,-1-2-4 0,2 0-5 0,0 0 3 16,0 0-4-16,0-2-4 0,0 0 0 0,2 2-5 15,-1 0 4-15,1 0-3 0,0 0 1 0,0 0 3 0,0 0-1 16,0 0 8-16,0 2-5 0,-1 0 0 0,1 0 1 16,0 2 10-16,4 5-8 0,-1 2 12 0,-1 0-9 15,-2-3 26-15,2 1-9 0,-3-2 2 0,1-1-6 16,0-2-4-16,0-1 9 0,0 1-3 0,0-2 6 15,0 0 1-15,-1 0 3 0,3-2 2 0,-2 0-1 16,11-2-2-16,-7 0-12 0,5-5 3 0,-2-3-4 16,-7-5 8-16,5 4 2 0,-1 4 1 0,-2 1 0 0,-1 1 10 15,-1 1-20-15,-2 2 5 0,2-2-13 0,-2 1-5 16,0-1-3-16,0 2-5 0,-2 2 3 0,0 0 0 16,-1 2-3-16,-1 0 4 0,-13 9-4 0,6-9 0 0,0 11 1 15,5-2 1-15,4-2-1 0,1-7-9 0,-3 2 4 16,0 0-1-16,2-1 5 0,0 1 1 0,1 0 1 15,-1-2-4-15,2-1 2 0,0-1 3 0,0 0-3 16,2 0 2-16,-1-1-2 0,1-1-1 0,0-2 3 16,2-5 2-16,0-1 0 0,-3 5 2 0,1-1 0 15,-2 3 0-15,0 1 0 0,0-2-5 0,0 0 4 16,0 2-2-16,0 1 2 0,-2 1-3 0,1 0-2 0,-3 1 4 16,-7 5-3-16,0 0 0 0,1-1 2 0,3-3-4 15,3 7 2-15,2-1 2 0,0-5-6 0,2-1 3 16,-3 2-5-16,-1 0 2 0,2-1 3 0,0 1 0 15,0 0 1-15,2 0-1 0,0-3 3 0,0 1-3 16,2 0 3-16,0 0-6 0,0 0 4 0,0 0-1 0,0 0 3 16,0-1 1-16,-1 1-3 0,1 0 2 0,0 0-2 15,0 0 1-15,-2 0 0 0,0-1-3 0,0 3 1 16,-2 4-3-16,-3 6 3 0,-3 7 0 0,1-1 0 16,1-7 0-16,1 0 0 0,3-7 2 0,0-1-2 15,0-1-1-15,2-2-3 0,0 0 4 0,-2 2-4 16,0-1 4-16,0-1-2 0,1 0-2 0,1 0 1 0,0-2 2 15,0-2 0-15,1 0 0 0,1-2-1 0,4-10 2 16,1-3 0-16,-1 4 6 0,-1 2-3 0,-1 0 1 16,-4 7 1-16,0 0-6 0,0 0 3 0,0 1-5 0,0 1 2 15,0 0-2-15,-2 2 3 0,0 0-1 0,1 2 1 16,-3 0 0-16,2 1 0 0,-7 18 3 0,3 1-5 16,1-5 4-16,-7 0-5 0,5-6 1 0,3-4 1 15,2-1-3-15,2-3 4 0,0-1 0 0,0 2-1 16,0 0-1-16,2-1 0 0,0-1-2 0,0 0 6 15,2-2-2-15,12 0 4 0,3-5-7 0,0-5 5 16,-8 3-1-16,-4-1 5 0,-3-12-1 0,7 3-3 16,-4 4 3-16,-1 0-3 0,-4 4 2 0,-2 2-7 0,-2-1 6 15,0 4-5-15,-2 1 9 0,-12-7-5 0,-5 5-2 16,-3 5 0-16,0 2 2 0,0 5 3 0,2 2-2 16,3 1 1-16,2 1-10 0,6-4 5 0,0 3-1 15,5-7 2-15,1 5 3 0,3-3-3 0,2-3 0 0,-4 2-2 16,1 0 0-16,1-1-1 0,0 1 3 0,0 0-3 15,2-2-1-15,0-1 3 0,2 1-5 0,0-2 4 16,1 0-12-16,12-5-25 0,8-6-27 0,-5-1-9 16,4-1-185-16,4 0-344 0</inkml:trace>
  <inkml:trace contextRef="#ctx0" brushRef="#br0" timeOffset="100769.65">2301 6706 340 0,'-2'-2'0'0,"0"0"8"16,0 0 87-16,2 0 0 0,-7-12 10 0,-1-3-23 16,3 2-3-16,1 0-29 0,0-2 4 0,2 3-10 15,2 1-14-15,0-2 7 0,0 4-3 0,0-2 6 16,0 0 5-16,0 1 7 0,0 1-5 0,0 0 7 0,0 4 5 15,0-1-16-15,0-1 13 0,0 0-15 0,0 1 6 16,0 1 2-16,0 1-7 0,0 3 4 0,0-1-13 16,0 2 4-16,0-2-4 0,0 2 4 0,0 1-2 0,-1-5-1 15,-1 2-1-15,0 1-1 0,0-1-14 0,0 0 0 16,0 2-1-16,0 0 0 0,1 1-5 0,-1-1-12 16,0 0 1-16,0 0-3 0,0 2 4 0,0 0 5 15,2 0-3-15,0 2 3 0,0 0-8 0,0 1 1 16,0 3 5-16,0 16-2 0,0 1 0 0,2 3 3 15,2 1-5-15,0 1 3 0,-1 2-5 0,1 2-1 16,2 1 2-16,-1 0 0 0,-1 3 3 0,1 4-1 16,1 1 4-16,0 8-2 0,-1 1 6 0,1 5-6 15,-4-4-1-15,-1 4-1 0,1 3-5 0,-2-6 5 0,-2 4 2 16,1-6 3-16,-1-4 7 0,-2-1 5 0,0-3-6 16,2-3 5-16,1 0-8 0,1-3 0 0,0-3 4 15,0-3-3-15,1 1 1 0,1-3 3 0,2-2-4 16,-2 0 4-16,0-4-7 0,0-1 7 0,-1-3-5 0,1 3 5 15,0-4-18-15,0-1 7 0,-2-5-4 0,0-1 6 16,0 1-6-16,0-2-2 0,0 0-2 0,0-1 1 16,0-4-3-16,0-1-18 0,0-1 1 0,0 2-10 15,0 0-22-15,0-1-91 0,0-1-7 0,0 0-35 16,0 0-98-16,0 0-215 0</inkml:trace>
  <inkml:trace contextRef="#ctx0" brushRef="#br0" timeOffset="101269.03">2158 7643 191 0,'-2'0'92'0,"0"-1"-2"0,-2-1 40 16,-1-2 2-16,-8-5-14 0,5 3 38 0,-6-5-38 15,8 7 2-15,-7-1-16 0,0-5-11 0,7 3-21 16,-1 1-3-16,1 3-7 0,5-1-21 0,-1 0 1 16,2 2 0-16,-4-1-1 0,0-1-4 0,1 0-6 15,1 1 0-15,0 1-2 0,0 0-7 0,0 0 3 16,0 0-4-16,2 0 3 0,0 0-10 0,0 1 0 15,0 1 2-15,2 0 0 0,0 0 13 0,0 1-6 0,0 1-3 16,0 2-2-16,-1 0-9 0,12 16 5 0,-1 1-2 16,1 1 3-16,0 0-2 0,0 4-12 0,0-4 8 15,-1 3-9-15,0-1 10 0,-1-2-7 0,0 4 6 16,-4-6-8-16,1 1 0 0,1 3 2 0,-3-7-6 0,5 7 5 16,-4-7 0-16,1-1-2 0,1 3 3 0,-5-10-3 15,1 4 9-15,3 2-6 0,-5-6 2 0,3 4-4 16,-1-2 6-16,-1-1 10 0,0-1-3 0,-2-4 4 15,0-1-3-15,-1 2 0 0,-1-4 0 0,2 1-1 16,-2-1-6-16,2 2-6 0,0 0 6 0,0-1-5 16,0 1 11-16,0-2 1 0,-1 0-4 0,1 0 3 15,0-1-1-15,0-1-7 0,0 0 8 0,0-1-8 0,1-1 1 16,3-6-5-16,0-18-1 0,8-3 0 0,3-8 5 16,4 5-5-16,-1-1 4 0,2-5-4 0,2 5 3 15,-3-10 0-15,5-1-1 0,-6 3 2 0,3 2 6 0,-3 5-4 16,-1 5 1-16,-3 5-2 0,-3 1-2 0,-3 7 1 15,-7 1 2-15,7 4 0 0,-5 1 3 0,-3 5-3 16,0-1-3-16,-2 2 0 0,0 3-9 0,0-1-1 16,0 0-5-16,0-2 3 0,0 0-20 0,0 1-58 15,-2 1-4-15,0 0-28 0,0 0-89 0,0 0-58 16,1 0-47-16</inkml:trace>
  <inkml:trace contextRef="#ctx0" brushRef="#br0" timeOffset="101970.27">3110 6583 522 0,'0'-2'42'0,"0"1"78"16,0-1-53-16,-2-2 41 0,1-2 3 0,-1-5 9 15,0 2-16-15,0 0-6 0,0-1-18 0,0 1 9 0,0 2-28 16,1 1-4-16,-1 1 9 0,2 1-9 0,-2 0 6 16,2 2-5-16,-2-1-2 0,0-1-1 0,0 0-16 15,0 0-17-15,1 1-4 0,-1 1-3 0,0 0-15 0,0 0-2 16,0 0-2-16,2 0 1 0,0 1 6 0,0-1 4 16,0 2 3-16,0 0-2 0,0 0-2 0,0 2 2 15,0-1 1-15,0 1-1 0,0 2-12 0,0 5 7 16,0 8-4-16,0 2 5 0,0 1 3 0,0 0-4 15,0 5 2-15,0 1-3 0,2 1-1 0,-2 3 3 16,0 2 3-16,0 1-1 0,0 4-3 0,0-2 1 16,0 4-2-16,0 0 2 0,0 0 3 0,2 0-4 15,-2-1-3-15,2 1 0 0,-2-4 0 0,2-2 2 0,-1-1 2 16,1-4-1-16,0 0-3 0,0-4 2 0,0 0 2 16,0 0 1-16,0-2 3 0,-1 1-8 0,1-1 3 15,0-2-3-15,0 1 8 0,-2-1 0 0,0 0-1 16,0 1 3-16,0-1 10 0,0-3-6 0,0 2 6 0,0-3-6 15,-2-1 11-15,0 0 2 0,0-4-3 0,1-2 2 16,-1-1-6-16,2-4 4 0,-4 3 0 0,2-3 1 16,0-1 3-16,2-1-3 0,-2 2-1 0,1 0-1 15,-1-1-4-15,0 1-6 0,0-2 3 0,0 0-5 16,0 0-3-16,0 0 0 0,1-1-3 0,-1 1 3 16,0 0 2-16,0 0-10 0,0-2 7 0,0 0-9 15,0 0 1-15,1 0 0 0,-1 0-1 0,0 0 1 0,0 0 4 16,0 0-3-16,2 0-3 0,0 0 0 0,0 0 0 15,0 0 1-15,0 0 4 0,2 0-2 0,0 0 4 16,0 0-4-16,1 0 1 0,-1 0 0 0,15 0-1 16,0-2 4-16,3-2-5 0,1 1 5 0,-1-3-2 0,0 1-4 15,1-1 2-15,1 0-4 0,-1 3 4 0,-7-1 3 16,3 0 2-16,-6 2-1 0,2-1 0 0,-3 1-6 16,-3 0 1-16,-1 2-4 0,-3 0 5 0,1 0 1 15,-2 0-4-15,2-2 2 0,-1 0-11 0,1 0-11 16,0 2 0-16,-2 0-6 0,-1-1-20 0,1-1-81 15,0 0-2-15,-2 0-30 0,0 0-48 0,0 0-101 16,0 0-32-16</inkml:trace>
  <inkml:trace contextRef="#ctx0" brushRef="#br0" timeOffset="102206.15">2934 6680 1258 0,'-2'0'89'0,"-2"0"-55"0,-22-8 90 0,11 3-27 16,-3-3-17-16,14 8 0 0,-5-3 1 0,5 1-3 16,0 0-19-16,1 0-27 0,1 0 1 0,0-1-11 15,2-1-5-15,0 0 8 0,6-7-2 0,1 2 5 0,23-2-4 16,3 1-21-16,-3 3 6 0,-2 1-9 0,0 3 12 16,-8 1-15-16,4-15 3 0,-3 8-9 0,-1 3 2 15,0 4-8-15,1 2-25 0,-3 2 5 0,-1 2-102 16,2 3-65-16,-1 3-29 0,-1 1-28 0,2-2-243 0</inkml:trace>
  <inkml:trace contextRef="#ctx0" brushRef="#br0" timeOffset="103549.44">3678 7361 365 0,'0'-2'43'0,"-1"0"69"16,-1 1-9-16,0-1 9 0,-2-2 9 0,0 0-8 15,1 1-13-15,-1-1-33 0,2 4-5 0,-3-4-9 16,3 4-6-16,-4-3-11 0,-1-1 5 0,3 2-10 15,-3-2-12-15,5 4-3 0,-2 0-1 0,0 0 1 16,1 0-3-16,-1 2 0 0,2 2 0 0,-4 5 0 16,-1 15 3-16,3 4 8 0,4 2 5 0,0 3 1 0,0 2 8 15,0 4-4-15,0 2-8 0,0 2 5 0,0 0-3 16,0 3 2-16,0-3 3 0,0-6-2 0,0-5-4 16,0-5 3-16,-2-2-6 0,2 4 5 0,-1-5-10 15,-1-5-8-15,0-2 1 0,2-10-6 0,0 1 1 0,0-3-2 16,0-3 0-16,0 2-2 0,0-1 8 0,0 1 2 15,0-2 2-15,0 0-1 0,0-2-7 0,0 0-10 16,0-2 6-16,0-2-7 0,-2-27 1 0,0-5 7 16,2-3-8-16,-2-3 9 0,2 1-8 0,-2-7 4 15,2 3-2-15,0 0 2 0,-3 1-8 0,1 1 0 16,2 6 7-16,2 2-4 0,5 5-2 0,1 2 10 16,-1 4-8-16,2 4 10 0,2-1-3 0,1 6 2 15,-7 2 3-15,16 6-2 0,-5 1 4 0,1-5 4 0,0 4-4 16,-4 3 3-16,3 4-10 0,-3 0 5 0,0 4-2 15,-5 0 4-15,-3 7 6 0,-1 13 0 0,-2 2-5 16,15 0 1-16,-4 3-12 0,-6 1 13 0,-5 0-2 0,-2 0 3 16,-2 1-15-16,-3-1 7 0,-3 3-3 0,-1-1 5 15,0-2-12-15,-1-4 11 0,-1 0-5 0,4-10 8 16,-3 1-2-16,5-8-10 0,3-5 4 0,-4 0-4 16,3 1 13-16,-3-3-5 0,2 0-5 0,1 2 1 15,-1-1-2-15,0 1-6 0,2-2 5 0,1 0-6 16,-1 0 10-16,0 0-2 0,2-1 7 0,0 1-5 15,0 0 6-15,2 0-5 0,0 0 0 0,1 0 0 0,5-2 5 16,12 2 3-16,1-1-4 0,-1 1 3 0,-3 0-5 16,-4 0-5-16,2 0 3 0,-2 0-4 0,1 1-1 15,-2-1-3-15,-1 0-1 0,-2 0-1 0,0 0-11 16,2 0-23-16,1-2-4 0,1 0-13 0,0 0-78 0,-2 0-14 16,2 0-19-16,-2-2 7 0,0-4-53 0,-2 1-55 15,-1 1-24-15</inkml:trace>
  <inkml:trace contextRef="#ctx0" brushRef="#br0" timeOffset="103877.46">4065 7554 142 0,'0'-2'114'0,"0"1"-25"16,0-3 105-16,-4-18-12 0,0-1-28 0,2 3-20 16,-1-1 5-16,-1 3-13 0,2 5-4 0,0 0-35 15,2 4 11-15,0 1-21 0,0 3-8 0,0 3-16 0,0 0-7 16,0-2-2-16,0 0-25 0,0 3-3 0,0-1 3 16,0 2-2-16,0 0 7 0,0 2 0 0,0 1-5 15,0 14 5-15,-2 9 5 0,0 2-5 0,2-2 5 16,0 2-5-16,0-2 1 0,0 0-7 0,0 0 4 0,0 0-4 15,0-4 4-15,2-2-5 0,0-1-1 0,0-6 0 16,0 0 1-16,0-6-7 0,1 3 3 0,1-1-4 16,0-2-2-16,0 3 7 0,-1-3-10 0,1-1 9 15,-2-3-11-15,11 1 11 0,2 7 2 0,3 0 0 16,1-1-6-16,-1-5 0 0,3 1 2 0,-4-4 0 16,7 0 1-16,-2-1-6 0,-2-1-6 0,-3 0 2 15,0 0-2-15,-4-1-5 0,0-1 4 0,5-2-6 16,-3 0-4-16,-2 1-17 0,-3 1-2 0,-5 0-6 0,-1 0-13 15,-2 2-23-15,5-4-1 0,-3 2-8 0,0 1-21 16,-1-1-28-16,-1-2-2 0,0 0-12 0,2-9-33 0,-4-3-23 16,-2 1-8-16,-2 0-7 0,-5 0-48 0</inkml:trace>
  <inkml:trace contextRef="#ctx0" brushRef="#br0" timeOffset="104078.14">4039 7513 335 0,'-2'0'104'0,"0"0"127"0,-2 0-43 0,-1 0-45 16,-6 0 12-16,1 0-23 0,5 0 8 0,-1 0-29 15,4 0-7-15,0 0-8 0,-1 0-39 0,-1 0-35 16,0 0 14-16,2 0-16 0,1 0 37 0,-1 0 0 16,2 0-1-16,0 0 1 0,2 0-11 0,-1 0-8 0,5 0 0 15,16 0-2-15,2 0-6 0,2 0-3 0,2-1-8 16,6-3 2-16,-8 2-14 0,1-2-7 0,1 1 2 16,-4 1-4-16,4 0 3 0,-5 0-5 0,-7 2-4 0,-5 0-1 15,-1 0-13-15,-3 0-73 0,1 0 2 16,-1 0-34-16,-3 0-44 0,-2 0-73 0,1 0-11 0,1 0-35 15,-2 0-174-15</inkml:trace>
  <inkml:trace contextRef="#ctx0" brushRef="#br0" timeOffset="104231.64">4066 7359 648 0,'-1'0'296'0,"-1"0"-328"0,0 0 347 0,0-2-167 0,-2 1-17 16,1-1-31-16,-1 0 2 0,0 0-13 0,2 0-16 15,0 0-35-15,1 1 2 0,1-1-11 0,0 0 2 16,1 0-14-16,1-2-1 0,2 1-4 0,16-12-1 0,10 0-11 15,0 4 5-15,1 1-8 0,-3 3-3 0,2 1-64 16,0 3-11-16,-10 1-20 0,6 0-66 0,2 0-202 16</inkml:trace>
  <inkml:trace contextRef="#ctx0" brushRef="#br0" timeOffset="104625.19">4611 7226 1040 0,'0'0'66'0,"0"0"-2"0,0 0 27 0,0 0 8 16,-2 0-16-16,0 0 20 0,0 0-14 0,0 0-10 15,0 2 0-15,0-1-39 0,1 1 10 0,-1 2-5 16,-2 3 6-16,-3 18-3 0,-1-3-2 0,1 4-1 16,1-2-1-16,-1 0-6 0,-1 2-9 0,3 2 3 15,-1-2-7-15,1 4-6 0,-1-4 0 0,2 3-1 16,2 1 2-16,2-6-7 0,0 2-8 0,2-4-1 0,0 1-1 16,2-5-2-16,0 1 7 0,-1-2-5 0,1-8 5 15,0 4-11-15,-1-4-4 0,1-1 2 0,0 1-3 16,-2-5-1-16,1-1-32 0,1 1 2 0,0-2-10 15,0 0 7-15,-3-2 6 0,1 0 2 0,0-2-1 16,0 0-8-16,4-9-14 0,3-19 3 0,-4 0-5 0,-1 1 10 16,-4-5 18-16,0 5 1 0,-2-5 8 0,-3-1 22 15,1 3 5-15,-2 1-1 0,3 3 2 0,1 2 0 16,0 5 1-16,2 7 6 0,0-3-5 0,0 4 0 16,0 4 10-16,4-4-1 0,-2 5 6 0,1-1 21 0,3 0-10 15,-2 1 4-15,14-3-6 0,3 2 5 0,-1 1-5 16,0 3-1-16,-1 1-1 0,-2 2 5 0,-3-9-24 15,-1 4 7-15,0 1-14 0,-1 2 4 0,-1 3-4 16,-2 1 0-16,-2 0-2 0,1 0-7 0,-4 0-30 16,-1 0-11-16,-1 0-13 0,2 3-96 0,0 3-173 15,3 11-63-15</inkml:trace>
  <inkml:trace contextRef="#ctx0" brushRef="#br0" timeOffset="104808.94">4646 7460 1061 0,'0'0'93'0,"0"0"15"0,-2 0-16 0,2 0-28 16,0 0-10-16,0 0 36 0,0 0 12 0,0 1-3 0,0 1 2 16,0 0-25-16,0 0 2 0,2 0-9 0,0 0 3 15,0 0-23-15,1-1-7 0,8 1-3 0,6 0-3 16,2-2-24-16,1-2-10 0,0-1 2 0,5-5-4 16,-1-1-1-16,-2 0-33 0,6-3-33 0,0-1-6 15,-2 2-167-15</inkml:trace>
  <inkml:trace contextRef="#ctx0" brushRef="#br0" timeOffset="106610.34">11662 9348 152 0,'0'0'25'0,"0"0"11"0,0-2 40 16,0 0 25-16,0 0 15 0,2-1 3 0,0-1-35 0,0-7-2 15,0 1-13-15,0-3-15 0,-2 4 14 0,0-2 3 16,0 0 1-16,0-2-9 0,0 2 1 0,-2-2-6 15,0 2 3-15,0-2-5 0,0 2-10 0,-2-1 6 16,3 3-8-16,-3-4 1 0,2 4-6 0,0 0-5 16,0 1-1-16,1 3-23 0,-1-1 2 0,2 2-2 0,0 1 2 15,0 1 9-15,0 0-7 0,0 0 7 0,-2-2-7 16,0 1 1-16,0-1 5 0,0 2-5 0,2 0 5 16,0 0-1-16,-2 0 6 0,2 1-1 0,0-1 2 15,0 0 0-15,-1 0 6 0,-1 0-6 0,2 0 5 16,-2 0-6-16,2 1-8 0,-2-1 8 0,2 0-9 15,0 0 6-15,-2 0-9 0,2-2-1 0,0 3-3 0,-2-1-1 16,2 0 2-16,0 0-7 0,0 0 5 0,0 0-2 16,0 0 1-16,0 1 7 0,0-1-5 0,0 0 0 15,0 0 0-15,0 0 0 0,0 0 2 0,0 0 10 0,0 1 2 16,0-1-6-16,0 0 3 0,0 0-5 0,0 0 2 16,0 0 0-16,0 0-2 0,0 1-11 0,0-1 5 15,0 0-5-15,0 2 5 0,0 0-7 0,0 0 0 16,0 0 0-16,0 0-1 0,0-2-1 0,0 2-5 15,0 0 5-15,0 0-5 0,0 0 7 0,0 0 6 16,0 0-5-16,0 0 4 0,0 0-11 0,0 0 3 16,0 0 0-16,0 0 1 0,0 0 3 0,0 0 0 15,0 0-1-15,0 0 0 0,0 2-6 0,0 0 9 0,0 0 0 16,0 1 4-16,2 8-5 0,0 10 1 0,2 1-5 16,-1 4 3-16,3 2 6 0,1 7-5 0,1 2 4 15,-1 2-5-15,1 0-1 0,-1-2-2 0,-1 4 0 16,-1 0-1-16,1 4 8 0,-3-4-3 0,1-1 0 0,-2 3-2 15,0-8-2-15,0 1 4 0,0-3 0 0,-1-5 1 16,1-2-5-16,0-2 6 0,0 0-2 0,0-1 4 16,0-1 1-16,0-4 4 0,-1 1 0 0,-1 0 2 15,0-3-1-15,0 1-4 0,0 0-2 0,0-3-1 16,2 3-5-16,-2-4 5 0,2 2-2 0,-2-2 1 16,2-2-6-16,0 0 1 0,-2-3 0 0,0-3 0 0,0 3-1 15,0-6-1-15,0 3 1 0,0-3-1 0,2 2-3 16,0-1-9-16,-2 1-4 0,0-2-3 0,0 0-19 15,0 0-35-15,0 0-14 0,0-1-10 0,0 1-57 16,0-2-97-16,0 0-23 0,0-2-41 0,0 1-215 16</inkml:trace>
  <inkml:trace contextRef="#ctx0" brushRef="#br0" timeOffset="107280.17">11519 9745 960 0,'0'0'29'0,"0"0"2"0,-1 0 62 15,-1-2-11-15,0 1 23 0,0-1 20 0,0 0-13 0,0 0-9 16,0 0-3-16,1 0-44 0,-1 0-9 0,0 1 3 16,0-1-4-16,0 0 1 0,0 0-3 0,0 0 1 15,1 0-1-15,-1 0 3 0,0 1-17 0,0-1 2 0,0 0-8 16,2 0-2-16,0 0 0 0,0 0-3 0,0 2 2 15,0 0-7-15,0 0 8 0,0 0-8 0,0 0 8 16,0 0-13-16,0 0 3 0,0 0 1 0,0 2-1 16,0 0 0-16,0 0-3 0,2 0 0 0,0 1-1 15,0 1 1-15,0 2-3 0,5 9 3 0,2 1-3 16,1 1 6-16,-1 0-7 0,0 1 3 0,0 3-4 0,1-1 6 16,-1-1-4-16,0-1 0 0,1 3-2 0,-1-1-2 15,0 2 6-15,0 1-4 0,-1-3 5 0,-1 2-7 16,1-1 5-16,-1-1-1 0,-1 1 2 0,-1-1-8 0,-1-1 8 15,0-1-6-15,-1-1 5 0,1 0-2 0,0-1-8 16,-2-3 8-16,-1-3-8 0,1-1 10 0,0 0-5 16,2 2-1-16,0 0-1 0,-3-3-4 0,-1-6 8 15,2 3-3-15,-2-3 6 0,0 0-4 0,0 0-3 16,2 2 3-16,0-1-3 0,-2-1-2 0,0 0 8 16,2 2 0-16,0-1 4 0,0 1 9 0,-1-2-7 15,1 0 5-15,0 0-6 0,0 0-6 0,0-1-5 0,0 1-2 16,0-2 0-16,-1 0 0 0,1 0-1 0,0-2-2 15,0 1 2-15,2-3 1 0,5-9-4 16,-5-8 3-16,12-1-3 0,3-6 5 0,0-1-3 0,1-5 4 16,0 3-4-16,6-5 5 0,-1-1-1 0,-1 0-1 15,-4 0-1-15,-1 3-1 0,-6 3-1 0,2 3 7 16,-2 6-3-16,-6 0 6 0,4 7-5 0,-9 0 1 0,0 6-2 16,0 1 4-16,0 4 5 0,-1 1-5 0,-1 1 6 15,0 0-1-15,4-2-1 0,0 1-1 0,0-1-1 16,-1 2-6-16,-1 0 0 0,0 0 1 0,0 0 0 15,0 1-4-15,0-1 7 0,-1 0-1 0,1 0 4 16,0 0 1-16,0 0-3 0,0 0 2 0,0 1-2 0,0 1-5 16,-1 0 6-16,1 0-6 0,0 0 6 0,-2 0-13 15,0 0 3-15,0 0-5 0,2 0 1 0,-2 0-23 16,0 0-126-16,0 0-4 0,0 0-53 0,2 0-114 16</inkml:trace>
  <inkml:trace contextRef="#ctx0" brushRef="#br0" timeOffset="110411.51">3253 5974 344 0,'0'-2'0'0,"-2"1"9"0,1-1 2 0,1 0-1 16,-10-17-1-16,1-1-3 0,2-1-1 0,-1 1-10 15,1 0 11-15,3 5-12 0,-2-2 8 0,1 4 8 16,-1 0-8-16,1 0 9 0,-1 2 9 0,2 2-13 16,-1-3 10-16,1 5-12 0,0 0 9 0,1 1 8 15,-1 0 1-15,4 5 5 0,0-1 28 0,-4-2-31 0,2 4 2 16,-5-4-17-16,1 2-34 0,-1 1 13 0,-4 1-8 15,0 1 10-15,0 3-6 0,-2 5 11 0,1 1-2 16,-4 18 4-16,-3 1-5 0,2-1 7 0,-7 2-3 16,-5 0 3-16,-3 3 7 0,-5 2 7 0,3 4 2 15,1 6 0-15,0-1-1 0,1-1 0 0,-5-2 3 16,5-2-1-16,5 2-4 0,1 0 1 0,5-1-10 0,4-2 6 16,1-5-7-16,5-3 2 0,-2-1 4 0,3 1-3 15,5-2 0-15,1 0-2 0,0 2 0 0,2 1-2 16,1 3-3-16,-1 1 4 0,-17 0-2 0,10 6 4 15,7 5-3-15,4 8-3 0,5 6 1 0,3 3-2 16,3 2 9-16,1 0-10 0,3 3 10 0,5-1-11 16,1 0 9-16,-1 2-5 0,2-4-4 0,-3-2 1 0,1 0 6 15,6 4 1-15,-2-6 1 0,-17 0-2 0,22-7-8 16,-1-5 9-16,4 1-3 0,-3-8 8 0,1 3 2 16,-3-6-12-16,1-4 3 0,2-3-5 0,-1-3 11 15,5 3-11-15,4-4 3 0,3-2-6 0,9 0 11 0,6-4-3 16,7-1-2-16,9-3 0 0,2 1 2 0,-4-3 4 15,-5-3-3-15,-15 0 1 0,-3-1-6 0,-9-5 2 16,-2-1 12-16,1-1-6 0,0-3 10 0,0 0-3 16,3 22 3-16,1-13 0 0,3-5 10 0,3-6-15 15,6-8 0-15,1-1-5 0,-10-2 11 0,1-2-2 16,-4-4 4-16,-3-3-4 0,-1-1 6 0,-1 14-8 16,-7-25 7-16,-1 1-7 0,0 1 3 0,-3-3-14 15,1 1-2-15,2-3-1 0,-2-4-3 0,1 0 7 0,3-2-3 16,-4 0 4-16,2-2-7 0,-1-5 7 0,1 0-1 15,0-6 5-15,1 2 11 0,-1 2 5 0,-2-4 1 16,-4 2-1-16,-4-4 0 0,-5 2-3 0,0-1 1 16,-2-3-2-16,0 4-1 0,-7-7-4 0,22 4 5 0,-15-1-4 15,-10-5 5-15,-6 3-12 0,-5-1 1 0,-5 2-4 16,-5 1-4-16,-5 1 10 0,21-3-6 0,-37 1 8 16,0-1-3-16,-1-6-3 0,-3-7 3 0,0-3-4 15,-1-4-6-15,3 0 3 0,2 4-1 0,-2 4 2 16,-2 1 6-16,-1 6-11 0,-12 4 6 0,-3 5-6 15,-8 2 4-15,-9 4 29 0,5 6-1 0,2 5 13 16,8 11 16-16,7 6-7 0,4 10-16 0,4 11 3 0,3-24-43 16,6 18 1-16,-4 7 6 0,4 11-4 0,-8 10 1 0,-3-16-3 15,0 38-9-15,-6-2 4 0,4 3-17 16,1 5-52-16,10-1-25 0,6 2-21 0,11 2-181 0</inkml:trace>
  <inkml:trace contextRef="#ctx0" brushRef="#br0" timeOffset="111485.85">11601 9244 28 0,'0'0'12'0,"0"0"-1"0,0-2 13 0,0 0-1 0,-2 0 8 16,0 1 3-16,1-1 1 0,-1-2-1 0,0 0-5 15,0 1-5-15,0-3 7 0,-2-7-4 0,1 0 16 16,-1 0 15-16,2 0-4 0,0-2 7 0,0 0-1 0,1 0 1 16,-1 1 3-16,0-1-1 0,0 2 6 0,0-2 3 15,0 2-5-15,0 2 4 0,1 0-11 0,-1 1-16 16,0 1 2-16,-2-2-7 0,0 2-12 0,3 1 3 15,-1 1 0-15,2 5 2 0,-2-2-2 0,2 2-8 16,-2-1-7-16,0-1 3 0,0 0-8 0,0 0-10 16,1 3 5-16,-1-1-7 0,0 0-3 0,0 0 10 15,2 0-2-15,0 0 8 0,0 0 6 0,0 2-1 16,0 0-1-16,0 0 1 0,0 2 0 0,0 0 3 0,0 2-2 16,0 3 2-16,4 16 0 0,-1 3-5 0,3 5 1 15,-2 3-2-15,-1 5 6 0,3 3-10 0,0 3 4 16,-1 5-8-16,1 0-1 0,-1 2 3 0,1 2-2 15,1-4 2-15,1 8 2 0,-1-5-1 0,1 1-4 0,1-2 2 16,-2-7-1-16,1-1-2 0,1-1 8 0,-2-4-6 16,3 0 14-16,-3-7 3 0,0-3-4 0,3-1 2 15,-3-4-14-15,1-3 9 0,-1-3-3 0,-1-3 4 16,-3-4-5-16,1 0-1 0,-2-3 1 0,0-3-2 16,0 1-2-16,-1 0-3 0,1-1 3 0,0-1-2 15,0 1-4-15,0-1 2 0,0 2-2 0,0 1 3 16,-1 1-4-16,1-3-1 0,0 1 0 0,-2-4 0 0,0 1-7 15,2 1-18-15,-2 0-15 0,0-1-2 0,0 1-70 16,0-2-88-16,0 0-2 0,0 0-38 0,2 0-97 16</inkml:trace>
  <inkml:trace contextRef="#ctx0" brushRef="#br0" timeOffset="111883.53">11538 10033 435 0,'0'0'88'0,"-2"0"150"0,0 0-153 0,0 0 21 0,1 0-3 16,-1 0 9-16,-2 0-17 0,0 0-37 0,1 0 2 15,1-2-12-15,0 0-6 0,0 2-1 0,0-2-5 0,0 2 2 16,0 0-12-16,1 0-11 0,-1 0-2 0,0 0-4 15,0 0-14-15,0 0 19 0,2 0-4 0,0 0 11 16,0 2 3-16,2 0-8 0,-2 0 4 0,9 20-6 16,2 2 3-16,1 2-2 0,-1 2-3 0,-2 0 2 15,0 0-7-15,1 0 7 0,-1-2-8 0,0 0 7 16,0 0-11-16,-1-4 6 0,-1-1 5 0,-1-5-2 16,-2-5 3-16,-1 1-5 0,1-5-2 0,0 0 0 0,-1 1 5 15,-1-4-2-15,-2-3 5 0,2-1-2 0,7 6 16 16,2 0-4-16,1-5 4 0,-1-1-5 0,4-3 0 15,-1-7-5-15,5-1-5 0,3-22 1 0,4-2-1 0,2-4-4 16,0-4 6-16,2 4-6 0,-4-2-2 0,0 6 0 16,-6 1-4-16,-5 6 2 0,0 2-9 0,-6 6 2 15,0 1-7-15,-3 5 5 0,-4-1-9 0,9 0-45 16,-2 0-31-16,-1-2-16 0,-1-1-202 0</inkml:trace>
  <inkml:trace contextRef="#ctx0" brushRef="#br0" timeOffset="119655.94">13668 9422 973 0,'0'-2'0'0,"0"0"37"16,0 1-3-16,0-3-5 0,0 2-1 0,0 0-43 16,0 0-1-16,0 0 8 0,0 2 2 0,0 0 3 15,0 2 5-15,0 0 4 0,0 2-4 0,0 1 6 0,-6 16 6 16,0-3-9-16,1 1 7 0,-4 0-8 0,-1-1 3 16,-3 1 6-16,10-1-6 0,-22-3 6 0,-4 0-10 15,1 5 3-15,-5-3 3 0,1 2 0 0,-1-4 8 16,1-2-8-16,-3 1-7 0,-1-2 1 0,-1 2-3 0,0-2 3 15,0-1 6-15,-4-2-3 0,2 2 5 0,-2-3 0 16,0-3 3-16,-3 1 0 0,-1-1 7 0,-7-1-3 16,0 0-1-16,4-2 0 0,-8-1 7 0,10 1-14 15,-2 0 3-15,1 22-8 0,5-11-1 0,-1-5 5 16,2-5-4-16,0 1 3 0,-3-2-3 0,-3 0-6 16,-1 0 3-16,-6 0-5 0,0-1 1 0,-7 3 2 15,-4-2 0-15,-2 0 0 0,-3-2 3 0,3 0-3 16,0 2 0-16,4-2-1 0,0 0 1 0,0 0 2 0,-2 0-2 15,-4 0 3-15,-5 0 0 0,-4-2 0 0,-4 0 3 16,6 0-2-16,-2-2-2 0,11 1 0 0,0-3-1 16,4 1 1-16,0-1 2 0,3-1 14 0,-1-1-8 15,2 1 10-15,-3-3-5 0,-1-1-5 0,6 0 5 0,-3 0-7 16,5 0 2-16,1-2-6 0,-2 0 1 0,4 0-3 16,2 0-4-16,2 4 4 0,-2-3 3 0,-4 1 0 15,0 0-4-15,-2-2 0 0,2 2-4 0,-3 0 3 16,5-4-1-16,-6-2 8 0,4 1-8 0,10-1 8 15,-3-2-4-15,8 3-6 0,0-5 8 0,4 19-7 16,4-20 11-16,1-4 5 0,2-2-5 0,4 4 4 16,2-9-6-16,-1 3 4 0,1 0 0 0,2-1-1 0,-1-1-12 15,6 2 8-15,0 1-4 0,-1-1 6 0,1 2-13 16,-2-2 10-16,-1 3-5 0,1-1 7 0,0 2-10 16,1 0 4-16,-1-2 0 0,0 0 2 0,-1-2-7 0,-3 1 4 15,1-5-3-15,-1-1 3 0,-3 0 0 0,6-1-1 16,-3-6-1-16,3 1-1 0,3 0-1 0,-2-4 7 15,0 5-2-15,4-1 4 0,-3 0 0 0,3 0-4 16,1 2 2-16,-2-4-3 0,1 2-4 0,-2-1 8 16,2 1-4-16,2-2 5 0,-1-3-12 0,3-3 7 15,0-1 1-15,1-5 3 0,1-5-4 0,0-1 1 16,-1 2-5-16,3 1 4 0,-3-1-1 0,-1 5 4 16,1 0-2-16,1 0 2 0,0 2-7 0,-1-2 2 0,1 0 1 15,-1-1 1-15,1-7-1 0,-1-6 0 0,-1-5 2 16,0-8-1-16,1 4 3 0,1 3-7 0,0 0 4 15,1 5-4-15,0-1 9 0,3-1-6 0,1 1-1 16,0-7-2-16,-4-4 7 0,-1-10-4 0,-2 2 4 0,-2 1-4 16,1 5 1-16,-1 7 0 0,-4 1-3 0,1 5 3 15,-5-3 1-15,2-1 3 0,-3-8-4 0,-6-5 3 16,2 0-4-16,-6 0-1 0,10 5 2 0,-6 4 0 16,-4 6 3-16,0 1 0 0,-9 0-1 0,8-5 1 15,-5-2-2-15,5-5 1 0,1-4 2 0,0 3-2 16,2-3-4-16,1 9 10 0,-1 3-9 0,2 7 8 15,-4 1-8-15,2 0 1 0,-3-5 3 0,-6-6-3 16,3-2-4-16,-7-4 6 0,0 4-2 0,-1 6 3 0,-5 2-6 16,-3 7 5-16,-4 4-1 0,2 1 3 0,-2 3-5 15,1-3 7-15,3-1 0 0,-4-2 1 0,2-2-7 0,2 0 4 16,-4 0-4-16,0 0 6 0,-2 0-1 0,-3 5-5 16,-1 3 1-16,-5 3-2 0,0 0 1 0,0 2 4 15,-1-2 0-15,4-1 1 0,3-1-3 0,1-3 0 16,1 1-1-16,-1-3 1 0,-1-2 0 0,-8 1-3 15,-2 3 1-15,-7 3-1 0,-6 2 6 0,4 6-3 16,-5 2-1-16,9 5-2 0,3 2-6 0,0 2 6 16,-5 3-2-16,-2-1 4 0,-1 0 1 0,-12-1-5 15,3-3 6-15,-3 6-6 0,4-2 3 0,7 5 0 0,4 6-10 16,-7-4 9-16,3 4 0 0,-8 3 1 0,-6-1 0 16,6 7-1-16,-6-1 1 0,8 1-1 0,6 5 5 15,3-4-4-15,-5 4-1 0,4 3 1 0,-8-2-1 16,1 3 1-16,3 2 4 0,-3 2-7 0,5-29 1 0,6 20-3 15,3 7 5-15,6 4 7 0,4 2-4 0,-8 3 4 16,2 3-11-16,-7 3 4 0,0 0-4 0,2 2 4 16,-3 4 4-16,8 0-6 0,-1 1 4 0,5 4-6 15,1 4 4-15,1 2-3 0,0-20 2 0,-6 29-3 16,-4 0 7-16,-5 2-4 0,0-4 0 0,0 2-3 16,2-1-7-16,7 1 1 0,4 2 5 0,3 0-2 0,1 3 4 15,-4 3 3-15,-4 1-6 0,-11 3 6 0,4 6-2 16,-2 1 1-16,5 7 0 0,4-1 0 0,0 3 0 15,6 1-3-15,5-6 0 0,4 1 0 0,0-5 2 0,-1-6 2 16,-1 6 0-16,2-1 1 0,0 7-1 0,3-1-5 16,3 4 0-16,-2 4-3 0,7-4 5 0,4 5-1 15,-2-3 4-15,7-4-3 0,-1 2 1 0,3-7-3 16,-3 1 4-16,1 0-3 0,2 3 5 0,1-1-3 16,6 4-2-16,-1-4 0 0,4 2-2 0,-1 2 4 15,1-2 2-15,1 1 0 0,1-1 4 0,5-9-4 16,0 1 0-16,-8-5 0 0,8-3 1 0,-1 1-3 15,1-1 0-15,-13 5-2 0,13-1 6 0,5 5-3 16,4 0 1-16,3 3-2 0,-1-3 4 0,2 2 9 0,2 1-4 16,-1-1 3-16,1 3-15 0,-2-7 5 0,0 0-3 15,0-6 4-15,-2 6 8 0,1-1-11 0,-1 3 4 16,0 4-5-16,2 1 4 0,-2 4 9 0,-4 0-5 16,5-2 4-16,-7 2-12 0,1-4-1 0,-3 0 4 0,-1 1-2 15,2-7 2-15,2-3 7 0,-1 0-5 0,6 0 4 16,0 0-12-16,2 2 6 0,0 2 0 0,0 7 2 15,0-2-1-15,4 2 2 0,0 1-3 0,0-12 4 16,1 3-4-16,-1-6-4 0,1-1 1 0,-1 0-2 16,2 0 9-16,-3 4-4 0,3 0 3 0,3 4-3 15,-3 2 7-15,-2 5-11 0,1 0 5 0,3 4-5 0,-3 0 6 16,1 3 7-16,-3-3-9 0,-1 0 6 0,2-2-10 16,-2-8 4-16,0 3 1 0,0-1 0 0,-1 6-2 15,7 0-3-15,-1 6 2 0,-1 1-1 0,-1 1-1 16,1-1 4-16,1-1 0 0,-1-3 1 0,1-3-2 0,-1-2 6 15,0 0-4-15,1 2 5 0,0 2-3 0,-3 8-5 16,-2 1 2-16,-2 7-2 0,-4 5 8 0,-1-3-3 16,-5 0-3-16,-1-5 0 0,-5-4-3 0,1 2 2 15,-2 0 2-15,-5 10-1 0,7 1-6 0,0 2 11 16,0 5-9-16,8-5 10 0,-6-2-6 0,3 0-2 16,-1-5 2-16,2 5-3 0,2 2 2 0,-3 6-2 15,5 1 8-15,3 6-5 0,0-6 4 0,-4-3-3 0,1 0-3 16,-4-6 2-16,5 6 4 0,2 5-10 0,2 4 9 15,-2 2-8-15,-3-1 10 0,3-4-3 0,-4-3-3 16,1-3 1-16,-5 0-1 0,5 1 1 0,-5 3-3 16,10 1 2-16,0 2 0 0,0-6 0 0,0-3 0 0,-5-4 0 15,3-3 1-15,0-1-1 0,2 2 4 0,6 4-3 16,-1 4 6-16,-3-2-4 0,-2-4-2 0,2-3 0 16,5-8 0-16,3-1-5 0,3 0 8 0,-2 2-5 15,6 5 8-15,-1-2-5 0,5 7-5 0,1-6 2 16,0-1 4-16,1-2-5 0,1-6 8 0,5 2-8 15,1 0 8-15,-26 1-10 0,27 4 6 0,-1-3-6 16,0-2 9-16,3 4-5 0,1-6-2 0,-1-1 1 16,-1-3 2-16,-4-5 0 0,3-1 0 0,1-1 0 0,1-2-3 15,-3 2 9-15,-2-4-6 0,7 6 8 0,-7-5-12 16,5 3-1-16,2-2 5 0,-7-5-2 0,9 2 13 0,-1-8-11 16,-3 0 0-16,4-4-3 0,-5-1 5 0,7-2-3 15,-2-3 2-15,8 1-2 0,1 0 7 0,0 0-6 16,8-2 0-16,6-2-5 0,8 4-7 0,3-2 8 15,1-2-1-15,-1-7 3 0,-2-2-6 0,-3 1 3 16,3-5-2-16,0 2 4 0,3 2 4 0,1-4-1 16,14 4 3-16,2-4-3 0,-2-3-4 0,8 1-1 15,-13-9 2-15,1 0 0 0,1-2 7 0,1 0-4 16,8-3-2-16,11-1 0 0,4-1 4 0,3-3-4 16,0 35 6-16,-3-29-7 0,4-7 3 0,3-2 5 0,9-6-5 15,4-1 6-15,4-3-14 0,-6-1 10 0,1 0 0 16,8 0 5-16,1-2 6 0,5 4-2 0,2-4-3 15,-11 0 1-15,5 2-10 0,4-2 1 0,6 2 4 16,-1-2-1-16,-4-2 3 0,-7 5-4 0,8-4-2 0,2-3-1 16,0 2-1-16,-1-4 4 0,-6 3 2 0,3-1-1 15,4-2-4-15,5-3 0 0,-3-2-2 0,-6 0 3 16,4 0 6-16,0 1-4 0,5-1 3 0,-1 0-4 16,-6-2 8-16,-6 2-9 0,4 0 3 0,6 2-3 15,-1-3-1-15,-3 3 6 0,-3 0-5 0,-3 0 5 16,2-1-5-16,8 3 0 0,-4-1 3 0,-4 1 0 0,-3 0 1 15,-1-1-4-15,3 3 3 0,-1-1-3 0,-3 1 4 16,-6 1 1-16,-2 0-3 0,2 0 4 0,10 1 3 16,-8-1-10-16,-4-2 9 0,-9 1-9 0,-9-3 13 15,10-1-8-15,-6-4-1 0,7 2-2 0,-4-2-1 0,-11-2 2 16,2-3 0-16,-8 1 1 0,2-4 10 0,4 33-11 16,2-40 4-16,-2-6-6 0,-4-3 7 0,-3 0-4 15,-4-6 2-15,-2 1-4 0,1-1 4 0,1-9 2 16,0 2 1-16,-7-10 0 0,-5-1-2 0,-10-4-1 15,-10-4-4-15,-5 3 2 0,-10-5 2 0,-1 6-3 16,-3 2 5-16,-4 4-4 0,-3-6 10 0,-4 1-5 16,1 1 3-16,-2-9-2 0,-4 0 9 0,0-3-6 0,-4 1 1 15,-2 9-2-15,-1 6 1 0,1-5-5 0,-3 9 0 16,-4-6-2-16,-4-4-5 0,1-4-2 0,-3-4 2 16,27 1-2-16,-22 1 5 0,-8 3 1 0,-4 1-2 15,-5 6 2-15,-5 1-8 0,-6 5 3 0,-12-9-2 0,20 1 3 16,-36-5 4-16,1-1 4 0,-1 6-4 0,-3-2 3 15,1 5-4-15,-4 3 2 0,-1 1 8 0,-1 2-4 16,-3-3 11-16,-3-6-7 0,-3 1 0 0,2-6-3 16,-6 1 1-16,-6-4-6 0,-1 1 0 0,-6 3-3 15,3 0-2-15,3 6-2 0,1 3-1 0,-5-1-3 16,-4-1-22-16,-5-3-48 0,-4 4-21 0,-2 3-18 16,2 12-154-16</inkml:trace>
</inkml:ink>
</file>

<file path=ppt/ink/ink334.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44:31.805"/>
    </inkml:context>
    <inkml:brush xml:id="br0">
      <inkml:brushProperty name="width" value="0.05292" units="cm"/>
      <inkml:brushProperty name="height" value="0.05292" units="cm"/>
      <inkml:brushProperty name="color" value="#FF0000"/>
    </inkml:brush>
    <inkml:context xml:id="ctx1">
      <inkml:inkSource xml:id="inkSrc15">
        <inkml:traceFormat>
          <inkml:channel name="X" type="integer" max="3200" units="cm"/>
          <inkml:channel name="Y" type="integer" max="1200" units="cm"/>
          <inkml:channel name="T" type="integer" max="2.14748E9" units="dev"/>
        </inkml:traceFormat>
        <inkml:channelProperties>
          <inkml:channelProperty channel="X" name="resolution" value="111.11111" units="1/cm"/>
          <inkml:channelProperty channel="Y" name="resolution" value="66.66666" units="1/cm"/>
          <inkml:channelProperty channel="T" name="resolution" value="1" units="1/dev"/>
        </inkml:channelProperties>
      </inkml:inkSource>
      <inkml:timestamp xml:id="ts1" timeString="2023-06-20T06:45:23.679"/>
    </inkml:context>
  </inkml:definitions>
  <inkml:trace contextRef="#ctx0" brushRef="#br0">10697 6418 55 0,'0'0'28'0,"-2"-2"-4"15,0 0 32-15,2-1 3 0,0 1-13 0,-2-9-6 0,0-8-10 16,2 2 5-16,0 1-2 0,-1-5 2 0,1 1 23 16,0 1 8-16,0 4 4 0,0-1 7 0,1 1-33 15,1-4 0-15,0 1-8 0,0 5 4 0,0 0 5 16,-2 5-10-16,2-3 8 0,0 4-8 0,-2 3-11 16,0 0 7-16,0 0-9 0,0 1 2 0,0 1-13 0,0 0-1 15,0 0-4-15,0 0 1 0,0 0-4 0,0 1 2 16,0 1-3-16,0 0 10 0,0 0-12 0,0 1 8 15,0 1-8-15,0 2 8 0,0 2 6 0,-2 10-2 16,-2 5 4-16,0 1-5 0,1 2 4 0,-1-2-3 0,2 1 2 16,-2-1-5-16,1-2 0 0,-1 3 4 0,0-3-2 15,2 1 1-15,0-1 0 0,-1 0-2 0,1 5 2 16,-2-5-2-16,0 2 3 0,1 1-1 0,-3 1 1 16,1 2-7-16,1 0 5 0,0 3-4 0,2 1 4 15,2 2-13-15,0-1 9 0,0 4-3 0,0 1 5 16,0-1-9-16,0 2 8 0,-3 2-6 0,1-4 7 15,0 3 0-15,0-3 1 0,2-2 1 0,2-1-1 0,-2-4 4 16,2-6-6-16,-2 0 4 0,0-1-6 0,2-3-4 16,-2-1 6-16,0-4-7 0,0 2 7 0,0-4-1 0,0-2-4 15,0-1 0-15,0-3-3 0,0 1 3 0,0-2-1 16,0-1 2-16,0 1-4 0,0 0-14 0,0-2 2 16,0 1-6-16,0-1 5 0,0 0-10 0,0 2-16 15,0-1-3-15,0 1-7 0,0 0-29 0,0-2-71 16,0 0-10-16,0-1-30 0,0 1-129 0</inkml:trace>
  <inkml:trace contextRef="#ctx0" brushRef="#br0" timeOffset="751.74">10379 7218 323 0,'0'-2'15'0,"0"1"11"15,0-1 7-15,0 0-7 0,0-2-2 0,0 2-1 16,0-1-5-16,0 1-5 0,0 0 2 0,0 0-3 16,0 0 7-16,0 0 14 0,0 0-6 0,0 1 10 0,0-1-1 15,0 0 15-15,0 0 6 0,0 0 0 0,0-2-1 16,0 1-3-16,0 1 0 0,-1 0-2 0,-1-2-17 15,2 1 6-15,0-1-13 0,0 2 10 0,0 0-24 0,0 0-4 16,0 0 2-16,0 1-3 0,0-1 4 0,0 0 3 16,0 0 5-16,0 0-1 0,0 0 4 0,0 0 3 15,0 1-9-15,0-1 6 0,0 0-15 0,2 2 1 16,-1 0-2-16,1 0 3 0,0 0-1 0,2 0-7 16,-1 0 3-16,1 0-5 0,9 4 0 0,-4-1 2 15,1 1-3-15,-3 0 1 0,-1-1-5 0,-4-3 8 16,3 4-3-16,4 2 4 0,3 3-10 0,-1 2 9 15,0 0-2-15,-4 0 6 0,3 1-3 0,1-1-3 0,-4-2-3 16,-1 0 0-16,3 2-1 0,-2-1 4 0,6 1 2 16,0 2 0-16,-5-4 4 0,-3 2-11 0,-1 0 4 15,2 2-6-15,-3 0 5 0,5 0 7 0,-3 0-6 16,-1 2 6-16,2 0-2 0,-3-2-7 0,1 0 6 0,0-2-6 16,5 0 4-16,-1 0-1 0,-3-1-2 0,-1-3 1 15,0 1 8-15,-3-5-2 0,1 1-3 0,0 0 0 16,-2-2-2-16,0-1-4 0,0 1 10 0,4 2-6 15,-2 0 9-15,0-1 6 0,-1-1-8 0,1 0 7 16,0 0-6-16,0 0-5 0,0 0 6 0,0 0-7 16,0-2-1-16,-1 0 6 0,1 0-4 0,0 0 5 15,0-2-12-15,0 0 8 0,0 0-6 0,0 0 6 16,-1-2-3-16,1 1 1 0,0-1-2 0,6-7 0 0,-1 0 0 16,0-2 0-16,1 0 7 0,-1 0-5 0,1 0-2 0,-1-2 0 15,2 0 0-15,1-2 0 0,-1-1 0 0,0 1 4 16,1-3-6-16,-1-1 5 0,2-1-3 0,0 0 0 15,-2-1 0-15,1 1 0 0,-1-2 1 0,2-6-3 16,-2 2 2-16,-1-3-1 0,-1 1 4 0,-1 2-1 16,-1 0-1-16,-1 6 0 0,0 4 4 0,-2 3 1 15,0-2-1-15,-2 6 1 0,0 0 0 0,0 3-3 16,0 5 1-16,0-3-3 0,0 2-4 0,0-1-5 16,0 3-1-16,0-2-5 0,0 0-29 0,0 3-92 15,1-1-40-15</inkml:trace>
  <inkml:trace contextRef="#ctx0" brushRef="#br0" timeOffset="17764.65">18729 9105 43 0,'0'0'0'16,"0"0"18"-16,0 0 10 0,0 0 11 0,0 0 7 0,0 0-5 15,-2 0-2-15,0 0-8 0,0 0 9 0,1 0-8 16,-1 0 23-16,0-2-19 0,2 0 4 0,0 0-11 16,0 0-7-16,0 0-4 0,0 1 1 0,0-1-1 15,0 0-1-15,0 0 3 0,2 0-2 0,0 0 1 16,-1 0-9-16,1 1 8 0,0-1-4 0,0 0 4 15,2 0-7-15,-1 0 5 0,1 0-6 0,0 0 6 0,0 1-8 16,-1-1 2-16,-1 2 5 0,2 0-4 0,-2 0-2 16,0 0 4-16,1 0-5 0,1 0 6 0,-2 0-3 15,2 0 8-15,-3 0-7 0,1 2 5 0,0-1-11 0,2 1 2 16,0 0 7-16,-1 0-5 0,1 0 0 0,-2 0 1 16,2 0-4-16,-1-1 4 0,1 1-3 0,0 2-1 15,-1 0 3-15,-1-1-3 0,4 7 0 0,-1 3 4 16,1-2-5-16,0 2 5 0,-3-4-12 0,1 2 4 15,-2-1 2-15,0-1 3 0,0-2-3 0,-2 1 8 16,0-1-13-16,0-1 13 0,0-1-2 0,1 1-4 16,1-1 8-16,-2-1-9 0,2 0 4 0,-2-2 10 15,0 0-1-15,0-1 5 0,0 1 4 0,4 0-9 0,-2 0 3 16,1 0-5-16,1 0-10 0,4 3 1 0,1 1-4 16,-2-3 5-16,4 1 5 0,-9-4-4 0,2 0 2 15,0 0-3-15,-1 0 0 0,9 2 0 0,-1-2-2 0,-2 0 2 16,4-2-1-16,6-3 4 0,3-5-2 0,4-3 2 15,0-1-5-15,4-5-4 0,-3 0-1 0,5 16 0 16,0-23 4-16,1 0 0 0,2-2-3 0,2 2 0 16,4 2-2-16,2-2-4 0,0 0 4 0,3 0-4 15,2 2 8-15,4-6-2 0,2 2-3 0,0-7 0 16,0-1-3-16,-6 3 6 0,0-4 2 0,-3 2-1 16,-4 3-4-16,-2-1-2 0,-6 5 2 0,1 6 0 0,-1-4 6 15,-3 7-2-15,-1 0-1 0,1 1-1 0,-4 1-5 16,-2 4-1-16,0 0 4 0,-3 0-2 0,-1 2 4 15,-1 5-2-15,-4 1 0 0,-2 1 0 0,-2 0 0 16,-4 1 2-16,3 1 4 0,-9 0 0 0,1 0 12 0,2 0-14 16,0-1 9-16,-1-1-8 0,1 0 17 0,-2 0-10 15,0 3-4-15,0-1 2 0,0 0 4 0,-1 0-7 16,1 0 3-16,0 0-6 0,0 0-2 0,0 1 3 16,0-1-4-16,0 0 2 0,-1 0-6 0,1 0 2 15,0 0-2-15,0 0 1 0,0 1 2 0,0-1 0 16,0 0 0-16,-1 0-2 0,3 0-13 0,0 2-91 15,7-4-25-15,0 3-51 0,-2 1-356 0</inkml:trace>
  <inkml:trace contextRef="#ctx0" brushRef="#br0" timeOffset="21872.59">23111 7467 260 0,'0'0'-6'0,"0"0"19"15,0-2 15-15,0 0 4 0,0 0 18 0,0 1-11 0,0-1-24 16,0 0 0-16,0 0-9 0,0 0-9 0,0 2 5 16,0 0 3-16,0 0 1 0,0 0 15 0,0 0-11 15,0 2 2-15,2 0-6 0,0 0-3 0,-1 1 4 16,1 3 5-16,4 13-2 0,-1 5 2 0,-1 2-10 16,0 3 2-16,0 10-3 0,-1 2 7 0,-1 4-8 15,-2 3-1-15,0 6-1 0,0 0-2 0,0 2 3 16,-2-1 5-16,0-7-1 0,1 3 7 0,-3-5-12 0,-2 2-1 15,3 2-2-15,-1 4 7 0,0 8 2 0,0 4 5 16,1 7-4-16,-1 9 6 0,0 3-11 0,1-2 3 16,-1-1-3-16,0-6 15 0,-1 0-4 0,-1 4 1 15,-1 6-3-15,1 12 2 0,1 8-1 0,1 5-2 0,2-5 1 16,0-9-3-16,0-10-3 0,2-7-1 0,2 3-2 16,2 5-4-16,1 6 9 0,3 5-5 0,1-5 5 15,0 1-7-15,1-9 3 0,-1-12 4 0,0-6-1 16,0-3 5-16,1 0-7 0,1 6 5 0,-2 3-6 15,0 6 1-15,3 4 14 0,-5-4-11 0,0-2 11 16,1-8-12-16,-3-5 14 0,1-6-5 0,-2-3 6 16,1 0-6-16,-1-2-2 0,2 1 8 0,1 1-6 0,0 2 4 15,-1-4 4-15,1-1-7 0,1-4 8 0,1-3 4 16,-1 0-10-16,1-3 3 0,2-4-6 0,0-4-12 16,-2-10 4-16,3-1-3 0,-1-4 4 0,0-3 0 0,-6 0-8 15,10-3 7-15,0-1-6 0,2-3 10 0,-4-3-6 16,0 1-3-16,2-3 0 0,-4 1-8 0,0-3 8 15,6 1 0-15,-10 0 3 0,1-2-1 0,1 0-4 16,-9-1 0-16,2-1 0 0,1 2 14 0,1 0-12 16,7 7 2-16,-7-7-5 0,3 2-6 0,1 0 11 15,-6-4-5-15,11 5 6 0,-6-1-10 0,1-2 3 16,8 3 2-16,-5-3 0 0,2 0-2 0,2 0-5 16,2-2 3-16,2 0-2 0,1 0 3 0,2 0 4 0,-1 0-2 15,5-2 3-15,0 0-4 0,3 0-4 0,5 1 5 16,1 1-3-16,8 0 11 0,1 0-12 0,12 0-3 15,5 0-1-15,10 1 7 0,7 3 4 0,-4 2 1 16,8 1 0-16,-6-1-4 0,4 1-8 0,3 1 0 0,5-3-2 16,14 1 9-16,17-3 4 0,5 1 0 0,4-4 1 15,2 0 5-15,-4 0 2 0,15 0 3 0,8 0-1 16,5-2-3-16,-2 2-2 0,-5 0 0 0,1 0 1 16,3 4-3-16,-4 2 0 0,-6 3-5 0,-15 4 2 15,-5 2-2-15,-3 3-8 0,1 1 7 0,0-3-8 16,-9 1-9-16,-14-2-91 0,-9-2-52 0</inkml:trace>
  <inkml:trace contextRef="#ctx0" brushRef="#br0" timeOffset="25631.58">23969 9003 1 0,'0'0'0'0,"0"0"20"0,0 0-6 16,0 0 12-16,0 0-3 0,0 1 0 0,0-1 2 16,0 2-2-16,-2-2-8 0,2 2-6 0,0 0 4 15,-2-2-4-15,2 0-1 0,0 2 13 0,0-2-11 16,0 0 14-16,0 2 2 0,0-2 4 0,0 0 10 16,0 0-4-16,0 0 35 0,0 0-38 0,0 0 9 0,-2 0-19 15,0 0 6-15,2 0-3 0,-2 0 1 0,1 0-2 16,-1 0-11-16,0 0 1 0,0 0 4 0,0 0-1 15,0 0-3-15,2 0 0 0,0 0-13 0,0 0 9 16,0-2-10-16,0 2-1 0,0 0 0 0,0 0 0 16,0 0 3-16,0 0-9 0,0 0 8 0,0 0-9 15,0 0 9-15,0 0-1 0,0 0-1 0,0 0 2 0,0 0 11 16,0 0-13-16,0 0 6 0,0 0-7 0,0 0 1 16,0 0 8-16,0 0-6 0,0 0 7 0,0 0-5 15,0 0-4-15,0 0 1 0,0 0-2 0,0 0 1 0,0 0 0 16,0 0 1-16,0 0-1 0,0 0-6 0,0 0 7 15,0 0-4-15,0 0 5 0,0 0 3 0,0 0-6 16,0 0 5-16,0 0-5 0,0 0 4 0,0 0 0 16,0 0-4-16,0 0 2 0,0 0 2 0,0 0 0 15,0 0 5-15,0 0-3 0,0 0 16 0,0 0 6 16,0-2 1-16,0 0 1 0,2 0 0 0,0 0-22 16,0 1 9-16,0-1-14 0,1 0 2 0,1 0 4 0,0 0-8 15,1 2 8-15,3-2-4 0,-1 2-4 16,-1 0 3-16,1-2-3 0,-1 2 0 0,-1 0 0 0,1 0-2 15,0 0 0-15,1 0-4 0,-1 0 4 0,3 0 3 16,-2 0 0-16,6 0 0 0,0 0 1 0,0 0-1 16,0 0 2-16,-2 0-5 0,2 0 6 0,6 0-10 15,-4 0 9-15,-4 0-9 0,8 0 4 0,-10 0 7 0,6 0-4 16,3 0 0-16,-5 0 1 0,0 0 0 0,0 0 2 16,0 0 2-16,-2 0-4 0,8 0-2 0,0 0 2 15,-5 0-2-15,5 0-5 0,-2 0 5 0,-4 0-3 16,5 0 4-16,-3 0 3 0,2 0-2 0,1 0 2 15,1 0-5-15,1 0 1 0,-1-1-5 0,1-1 6 16,1 0 6-16,-5 2-6 0,1 0 1 0,0 0-3 0,-2 0-3 16,0 0 6-16,-2 0 0 0,0 0 0 0,0 0-9 15,0 0 9-15,0 0-2 0,0 0 4 0,0 0-2 16,0 0-2-16,0 0 2 0,-2 0-2 0,2 0-4 16,0 0 8-16,0 0-5 0,5 2 7 0,1 0-4 0,-1-1-4 15,10 1 2-15,-5-2-2 0,1 0 7 0,4 0-12 16,-8 0 8-16,10 0-7 0,-3 0 17 0,-1 0-6 15,0 0-2-15,-3 0-2 0,1 0-9 0,2 0 4 16,0 0 2-16,-2 0 2 0,-4 0 5 0,3 0-7 16,-5 0 1-16,-3 0-3 0,4-2 7 0,-3 1 0 15,5-1-5-15,-1 0 2 0,1 0 3 0,-1 0 0 16,-1 0 5-16,1 0-6 0,2 1-5 0,1-1 2 16,1 0 1-16,2 0 1 0,-2 2-4 0,0-2 3 0,6 0-1 15,-8 2 2-15,8-2 9 0,-4 2-11 0,2 0 2 16,3 0-4-16,-7 0 0 0,2 0 9 0,-3 0-6 15,3 0 6-15,3 0-12 0,-1 0 9 0,2 0-4 0,-4 0 4 16,0 0-6-16,2 0 3 0,-2 0 0 0,0 0 0 16,-2 0-1-16,2 0-2 0,-4 0 1 0,0 0 0 15,1 0 2-15,1 0 2 0,0 2 3 0,0-2-2 16,0 0 1-16,-2 0-4 0,-1 0-2 0,3 0 0 16,2 0 4-16,0 0-2 0,0 0 1 0,-2 0-1 15,4 0 1-15,0 0 0 0,2 0 5 0,-3 0-4 16,1 0-1-16,6 0 1 0,-6 0-3 0,1-2 3 15,3 1 8-15,-6-1-14 0,4-2 9 0,-3 0-10 0,-1 1 13 16,-1-1-10-16,2 0 2 0,-3 0-4 0,1 3 4 16,-1-1 0-16,-2 0-3 0,0 0 3 0,2 0 5 0,-3 0-3 15,1 2 3-15,-1 0-4 0,-3-2 3 0,6 2-4 16,-1 0 1-16,-3 0-1 0,8 0 0 0,0 0-5 16,-6 0 5-16,10 0-3 0,-3 0 9 0,-1 0-3 15,9 0-4-15,-3 0 1 0,-5 0-7 0,-1 0 7 16,0 0 2-16,0 0 2 0,3 0 0 0,-1 0-4 15,-2 0-2-15,4 0-1 0,-5 2-6 0,3-2 13 16,0 0-1-16,0 0 5 0,1 2-7 0,-1 0 16 16,1 0-12-16,3 0 13 0,-3 0-14 0,5-1-4 15,-5 1 11-15,3 2-10 0,1-2 12 0,-3 0-9 0,5 0-4 16,-4-1 0-16,2 1-4 0,-3 0 4 0,-2 0 1 16,-4 0 2-16,-4 0-1 0,2 0 2 0,4 1-6 15,-4 1 3-15,2 0 0 0,-4-1-7 0,2 1 8 16,-1-2-7-16,1 2 13 0,2-1-6 0,-2-1 3 0,2 0-5 15,0 0-4-15,0-2 8 0,2 2 0 0,2 0 5 16,-1-2-9-16,5 0 8 0,-1 0-11 0,0 0 11 16,-5 0-5-16,-4 0-2 0,2 0 1 0,2 0-2 15,4 0-1-15,-2 0 4 0,-4 0-4 0,0 2 2 16,-6-2-6-16,6 1 3 0,-4 1 6 0,-3 0-4 16,1 0-2-16,-7 0 6 0,2 0-5 0,-2 0 5 0,0-1-11 15,0 1 7-15,0 0-1 0,-2 0 2 0,2 0-1 16,0 2 6-16,2-1-6 0,2 1 7 0,1 0-4 15,1-1-3-15,0-1 0 0,-1 0-3 0,1 0 0 16,-3 0 2-16,7 0 1 0,-3 0 0 0,0-1-1 0,1 1 5 16,-6 0-3-16,0 0 5 0,-1 0-6 0,3 0-2 15,5 0 1-15,1-1-2 0,-5 1-3 0,-1-2 8 16,-6 0-2-16,4 2 4 0,0 0-8 0,2 0 8 16,1 0-6-16,4 0 5 0,-1-1-3 0,3 1-3 15,-4 0 8-15,1 0-7 0,1 0 3 0,2 0 1 16,4 0-4-16,-6-1 2 0,1-1 2 0,-1 0-3 15,0 0 1-15,-3 2-3 0,3 0 4 0,-3 0 1 16,-1 0-1-16,1 0-1 0,-1 0-7 0,-1-1 7 0,-4 1 0 16,0 0 2-16,0 0 7 0,-4 0-9 0,1 0-3 15,-3 0-2-15,0-1 0 0,1 1 8 0,-3 0 0 16,3 0 1-16,-4-2-11 0,1 2 7 0,3 0 2 16,3 0 2-16,0-1-5 0,0 1 0 0,0-2-3 0,0 0 4 15,-3 0 5-15,5 0-2 0,0 0 1 0,-2 0-1 16,0 0-1-16,0 0-2 0,-2 0-4 0,3 0 1 15,2 0-1-15,-2 0 5 0,-5 0 3 0,-1 0-2 16,3 0-8-16,2 0 6 0,0 0 0 0,-3 0 3 16,-3 0-3-16,3 0 0 0,1-2 3 0,4 1-2 15,0-1 1-15,-2 0 6 0,6-2-7 0,-8 2 6 16,0 0-11-16,1 1 5 0,-5 1-3 0,6-2 3 0,-1 0-4 16,-3 0 1-16,2 0 0 0,-1 0-1 0,-6 2-10 0,-1 0-48 15,3-2-56-15</inkml:trace>
  <inkml:trace contextRef="#ctx0" brushRef="#br0" timeOffset="26394.08">27911 12959 438 0,'0'-2'12'0,"0"1"-2"16,0-5 25-16,0-22 6 0,0 6 0 0,0 1 0 15,1 3-24-15,1 7-1 0,2-6-7 0,0 4 4 16,-1 4-13-16,5-2 8 0,-6 7-9 0,13 0 9 0,-4-1 0 16,2 1 7-16,-4 2-3 0,6-9 24 0,-2 3 12 15,2 3-4-15,1 1 6 0,1 2-20 0,0 2-9 16,-2 0-2-16,0 4 0 0,-1 2 0 0,1 3 3 15,0-4-2-15,0 25 2 0,-4-2 5 0,0 4-11 16,-3-3 6-16,-1 1-7 0,4 0 1 0,-3-2-4 16,3-2-4-16,-6 0 1 0,1-2 0 0,1-2-1 15,1 2 2-15,5-2-4 0,0 2-11 0,2-1 7 16,-2-1-2-16,-2-2 4 0,-2-1-5 0,0-2 5 16,1-2-2-16,-1-2 5 0,0-4-5 0,0 0 8 0,1 0-7 15,-3-3 7-15,1 0-7 0,-3-3-6 0,3 1 9 16,-3 0-7-16,1-1 21 0,-3-1 12 0,1 0 1 15,0 0 3-15,3 0-4 0,3 0-13 0,1-2 1 0,4-6-6 16,-1-5-14-16,3-11 10 0,2-12-10 0,-3-3 9 16,1-2-11-16,2 2 2 0,-4-2 6 0,3-2-2 15,3-3 9-15,-1-3-9 0,0 1 0 0,-1-1-1 16,0 10-3-16,-6 2 10 0,-2 3-2 0,4 14 5 16,-4-4-9-16,-2 5-2 0,4 4-5 0,-4 2 3 15,-5 3-3-15,0 3-6 0,-4 3-2 0,2-2-7 16,1 0-57-16,-1 1-66 0,0 1-12 0,0 0-26 0,0 2-131 15</inkml:trace>
  <inkml:trace contextRef="#ctx0" brushRef="#br0" timeOffset="26783.91">29346 13206 385 0,'0'0'39'0,"0"-2"4"0,0 0-13 16,0 1-4-16,-2-1-12 0,0-2 12 0,0 0-5 16,0 1-8-16,1-3 4 0,-3-1-9 0,0-1 26 0,0 1 2 15,1-3 8-15,-3 1 11 0,2 2 4 0,1-1 1 16,-1 3 0-16,0-1 3 0,-5 1-12 0,-4-1 6 16,0 2-8-16,0 2 6 0,0 1-25 0,2-9 5 15,-2 3-12-15,-2-1-3 0,4 5-14 0,-6 1-6 0,2 2 1 16,-1 4 6-16,-3 1-7 0,6 1 8 0,-2 5-9 15,2-4 2-15,2 17 5 0,2 2-8 0,-1 0 7 16,3 0-2-16,5 0-3 0,-15 0 3 0,6-1-3 16,4-1 0-16,5 0 7 0,2-4 0 0,2 6 3 15,5-3 7-15,3-3 2 0,1 2 2 0,2-1-3 16,-8-1-6-16,21-1-7 0,0-4 5 0,2-6-6 0,0 2 6 16,0 0-6-16,2 2-4 0,1-4 1 0,-1-1 1 15,0-4-17-15,1-1 6 0,3 3-13 0,-1-2-16 16,2 16-34-16,-3-9-5 0,-1-5-10 0,-1-3-31 15,-6-3-63-15,6-1-48 0</inkml:trace>
  <inkml:trace contextRef="#ctx0" brushRef="#br0" timeOffset="27173.51">29764 13034 893 0,'0'-2'20'16,"-2"0"24"-16,0 0-20 0,0 0-6 0,0 0-6 16,0 0 2-16,0 1-13 0,1-1 1 0,-1 0-1 15,0 0 1-15,0 0-2 0,0 2-4 0,0 0 4 0,0 0 0 16,1 0 15-16,1 2 2 0,0 0 1 0,0 0 0 16,0 1 13-16,-2 9-3 0,-2 6 3 0,2 4-3 15,0 4-2-15,-1 2-8 0,-1 4 6 0,-2-1-6 16,-1 3-2-16,1-3-2 0,1 1-5 0,-1-1 4 15,2 1-8-15,3-4-1 0,1 0 0 0,0-4-1 16,0-6-5-16,1 1 9 0,3 0-6 0,0-5 9 0,1-1-3 16,3 0 7-16,-6-3-1 0,20-1 0 0,2-2-7 15,2-1 9-15,0-2-4 0,0 12 5 0,2-3-12 16,0-5 12-16,0-4-3 0,1-4 4 0,1 0-15 16,0-2 3-16,1 0-4 0,1-2 4 0,-2-1-2 0,-4-1-2 15,-4 2 3-15,-4 1-3 0,-3-1-4 0,-5 0-11 16,1-1 0-16,-4 1-3 0,1 2-12 0,-7-11-11 15,1-2-8-15,13-5 0 0,-7 3-25 0,-1-2-51 16,-3-1 1-16,-2 1-22 0,-2 1-52 0</inkml:trace>
  <inkml:trace contextRef="#ctx0" brushRef="#br0" timeOffset="27435.51">29710 13238 579 0,'0'0'63'0,"0"0"-9"0,-2-2 22 0,0 0 4 16,0 2-23-16,2 0-45 0,0 0 9 0,0 0-8 16,0 0 9-16,2 0-3 0,2 0 4 0,11 0 3 0,12 0 0 15,1 0 16-15,2 0-3 0,0 0-6 0,-1-2 1 16,3 0-10-16,-2 0 4 0,-1-1-3 0,3-1-1 16,-2 0-22-16,-2 1 6 0,1-1-2 0,-3 0 2 15,-4 2-14-15,-1 0 7 0,-4 1-5 0,-4-1 5 16,-2 2-11-16,-4 0-27 0,-3 0 2 0,-2 0-11 15,1-2-4-15,1 0-62 0,-2 0 19 0,0 0-32 0,0 0 38 16,-2 1 11-16,-2-3-5 0,0 0 3 0,-7-3-35 16</inkml:trace>
  <inkml:trace contextRef="#ctx0" brushRef="#br0" timeOffset="27593.04">29641 13041 226 0,'0'0'80'0,"0"0"-17"15,0 0 80-15,0 0-10 0,-2-2-6 0,0 0-69 16,2 0 7-16,0 1-31 0,2-1-7 0,0 2 16 15,30-10 3-15,3 1 2 0,8 4-4 0,3-3-9 16,-1 3 3-16,-3-1-3 0,-3 0 18 0,2-1-10 16,0 0 0-16,2-3-4 0,-3 1-7 0,3 2-18 15,-6 1 0-15,4-1-6 0,6 1 2 0,-3 0-11 0,3 3-4 16,-7 1-6-16,-6 2-41 0,-4 0-203 0</inkml:trace>
  <inkml:trace contextRef="#ctx0" brushRef="#br0" timeOffset="36886.32">24101 9107 21 0,'0'0'11'0,"0"0"-1"0,0 0 28 0,0 0-11 16,0 0 9-16,0 0-21 0,-2 0 1 0,0 0 4 16,0 0-2-16,0 0 6 0,0 0-5 0,-1 0 11 15,-1 0-7-15,2 0 26 0,-4 0 5 0,-1 0-4 16,1 0 5-16,1 0-9 0,1 0-3 0,0 0-4 15,1 0 2-15,1 0-2 0,0 0-7 0,-2-2-1 0,1 0-4 16,-1 0-13-16,0 0-8 0,2 0 10 0,0 0-7 16,1 1 12-16,-1-1-6 0,0 0-5 0,0 0 2 15,0 0-6-15,0 0 2 0,0 0-7 0,1 1 4 16,-1 1-4-16,0 0 2 0,0 0 3 0,2 0-2 16,0 0-3-16,0 0 5 0,0 0 2 0,0 0 0 15,0 0 1-15,0 0 4 0,0 0-5 0,0 0 5 0,2 0 11 16,-2 0-4-16,2 0 6 0,0-2-6 0,-1 2 5 15,1-2-15-15,0 2 2 0,0-2-6 0,0 0-2 16,0 0 4-16,0 0-3 0,-1 1 3 0,3-1-5 16,0 0 0-16,1 2 3 0,10-4-2 0,0 0 6 0,0 1-10 15,2-1 3-15,-4 0-3 0,2 1 3 0,-2-1 0 16,3 0-3-16,1 0 3 0,2-1-3 0,1 1 6 16,-1 0-8-16,-8 3 7 0,4-3-6 0,-4 2 3 15,0 0 0-15,6-2 1 0,-3 1-8 0,9-3 6 16,-1 1 2-16,-2 1 1 0,3 0-8 0,-1 0 9 15,-2 1-9-15,1-1 9 0,-1-2-10 0,1 1 1 16,-1-1 6-16,0 1-3 0,1-1 4 0,-1 1 7 0,-1-1-5 16,-1 0 4-16,1 1-17 0,0-1 8 0,-1 1-5 15,3-1 5-15,-3 1-3 0,-1 1 3 0,1-2 3 16,-1 3 0-16,0-1 0 0,-4 2-3 0,0 0 0 16,2 0 0-16,-2 0-3 0,0 1 5 0,2-1-2 15,-2 0 5-15,1 0-1 0,3 0-7 0,-2 0 1 0,0 0-3 16,7-1 9-16,-9 1-4 0,2-2 3 0,-2 0-3 15,-6 3 0-15,6-3-1 0,8-2 1 0,-6 1 0 16,1-1-1-16,3 1 1 0,-4 1 0 0,3 0 3 16,-5 0-3-16,4 1 3 0,-6 1-5 0,2 0 6 15,-2 0-4-15,0 0-5 0,-1 0 5 0,-1 1-5 16,4-1 16-16,-2 0-11 0,2 0 3 0,0 0-5 0,-4 0-5 16,4 0 10-16,-1 1-6 0,-1-1 6 0,2 0-7 15,0-2 1-15,0 2 7 0,0-1-3 0,2-3 3 16,-2 0-6-16,1 1-2 0,1-1 1 0,-4 3 6 15,2-1 1-15,-1 0 0 0,-1 2-2 0,0 0-7 0,0 1 2 16,-2-1 4-16,1 0 0 0,-1 0 3 0,0 2-2 16,0 0-5-16,-1 0 3 0,1 0-9 0,0 0 14 15,1 0-8-15,-1 0 9 0,2 0-7 0,-2 0 2 16,4-2-1-16,-3 2 0 0,1-2-7 0,2 0 5 16,-4 1 5-16,4 1-1 0,-4 0 1 0,2-2 3 15,2-2-10-15,0 0 7 0,2 1-4 0,-4 1 1 16,-1 0 2-16,5-2-2 0,-2 0 3 0,1 1-4 0,-1-1-1 15,2 0-1-15,2 1 0 0,3-1 8 0,-1 0-2 16,0-1 4-16,-1-1-7 0,1-1 0 0,3-1-2 16,0 1 2-16,-1-1-1 0,1 1-1 0,-2 0 3 15,-3 1-2-15,0 0 2 0,-2 3-6 0,-4-1 7 0,0 0-5 16,2 1 10-16,-6 1-7 0,3-2 0 0,-3 2-2 16,-1 0 5-16,-1 0-6 0,1 1 3 0,-1-1-4 15,1 0 1-15,0 2 6 0,1-2-3 0,0 0 4 16,3 0-4-16,-3 2-3 0,2-2 4 0,1 1-4 15,3-1 7-15,0 0-4 0,0-2 1 0,0 0 0 16,0 1 2-16,0-1 0 0,0 0-6 0,0 2 4 16,0-1 1-16,0 1-5 0,5-2 5 0,-5 2-6 0,4 2-3 15,-2 0 12-15,-4 0-5 0,4 0 7 0,1 0-8 16,-1 0 0-16,4 2 1 0,-1 0 0 0,-5-2 0 16,6 2 0-16,-4-2-3 0,2 0 3 0,3 0-2 0,-1 0 2 15,5 0 3-15,-4 0-1 0,2 0 3 0,1-2-6 16,-5 0 1-16,3 0-3 0,-5 0 6 0,3-1-7 15,0 1 3-15,-3 0-5 0,1 0 6 0,-4 0 4 16,0 0-2-16,0 1 2 0,-4-1-2 0,2 0-1 16,0 0-2-16,1 0 0 0,-1 0 1 0,0 0 0 15,2 1 0-15,0-1-1 0,2 0-6 0,-2 0 12 16,2-2-5-16,1 1 6 0,1-1-4 0,2-2-2 16,-3 1 3-16,3-1-5 0,-1-1-6 0,1-1 11 0,3 1-2 15,1-1 5-15,-3 1-12 0,0 1 10 0,3 1-9 16,1-1 9-16,-4 3-4 0,-1-1 2 0,-6 2 1 15,0 0-1-15,2-2-12 0,-4 3 8 0,2-1-2 16,0 0 4-16,2-2 0 0,0 2 4 0,1-1-2 0,-3 1 4 16,2 0-7-16,2-2-2 0,1 0 5 0,1 1-2 15,0-1 3-15,-1 2-2 0,-1 0-6 0,-1 0 4 16,1-1 3-16,2-1-2 0,-3 0 3 0,3 1-4 16,0-1-6-16,-3 2 11 0,1 0-4 0,-2 0 8 15,0 0-8-15,-2 1 1 0,2-1-5 0,-1 0 4 16,1 0-9-16,0 0 6 0,2-2 3 0,-4 3 0 15,0-1 4-15,0 0-3 0,2 0 2 0,1 0-2 16,3-2-2-16,1 1 2 0,-3 1-6 0,4-2 7 16,1 0 5-16,-2 3-12 0,10-3 11 0,-11 2-12 0,3-2 6 15,2 1 0-15,-4-1-5 0,6 0 4 0,2-1 1 0,-4 1 4 16,0 0-1-16,-1 0 3 0,-7 1-6 0,5-1 1 16,-3 0-1-16,-3 2 1 0,0 1-2 0,0-3 1 15,-2 2 0-15,-2 0 1 0,0 0-4 0,2 0 5 16,-2 1-5-16,2-1 5 0,0 0-4 0,-1 0 0 15,-1 0 2-15,0 0-2 0,0 0 2 0,0 1-1 16,4-3 2-16,-2 2-1 0,0 0 1 0,0 0-1 16,2-1 0-16,0 1 0 0,-2 0-1 0,2 0 1 15,-4 0-4-15,2 0 3 0,0 0 0 0,-2 1 7 0,4-1-4 16,-4 2 5-16,-2 0-10 0,4 0 1 0,0 0 2 16,4 0-1-16,0 0-1 0,-1 0 3 0,-1 0-1 15,2 0 3-15,-1 0-9 0,3 0 6 0,-6 0-4 16,2 0 5-16,2 0 6 0,-6 0-9 0,5 0 2 15,-1-2-3-15,2 0 11 0,5 0-8 0,-1 0 1 16,-1 0-3-16,-5 2-2 0,4-1 4 0,-8 1 3 0,2-2-1 16,2 0-8-16,-6 2 11 0,2-2-5 0,-2 2 7 15,1-2-10-15,-1 2 2 0,0-2-2 0,-1 2 3 16,1 0 0-16,-2 0 0 0,-1 0 0 0,1-2 0 16,3 1 2-16,-3 1-2 0,4-2 1 0,0 0-1 15,-1 0-1-15,1 0-1 0,0 0 2 0,2-1-2 0,2-1 5 16,-2 0-1-16,2 0-4 0,-1 3 2 0,-1-1 0 15,4 0-3-15,0 0 2 0,0 0-2 0,1-2 2 16,-1 3 5-16,-2-1 0 0,-1 0 2 0,-2 0-6 0,2 0 0 16,-1 0-4-16,2 0 1 0,-2 2 1 0,-3 0 5 15,-3 0 1-15,4-1 0 0,4-1-14 0,2 0 7 16,3 0 2-16,-1 2 2 0,-1 0 3 0,-1 0-5 16,-4 0 2-16,2 0-1 0,-4 0 4 0,4-2-4 15,2 2 0-15,1-2-1 0,1 2-2 0,-1 0 1 16,1 0-2-16,-2 0 2 0,1 0 2 0,-1 0 0 15,5-2 2-15,-3 2-2 0,-3 0 0 0,-1 0 0 16,2 0 0-16,-2 0 1 0,0 0-1 0,-2 0 0 16,0 0 0-16,2 0 2 0,-1 0 6 0,3 0-6 0,-2 0-4 15,-2 0 0-15,0 0 5 0,0 0-8 0,0 0 7 16,2 0-8-16,0-1 10 0,-2 1 0 0,1-2-5 16,1 2 2-16,2 0-1 0,0 0 3 0,1-2-2 0,5 0 1 15,-7 2-2-15,14-2-4 0,-4 2 4 0,2-2-4 16,0 2 4-16,0-2 0 0,-1 1 1 0,3-1-1 15,4 0-8-15,-8 2 7 0,1-2 5 0,-1 2 0 16,-3-2 5-16,3 2-5 0,0 0-10 0,-6-2 6 16,4 0-2-16,-3 1 2 0,-3-1 6 0,3 0-6 15,-3 0-7-15,-1 0 13 0,1 0-12 0,1 0 12 16,-2 2-8-16,-1-1-3 0,3-1 5 0,-4 0-3 0,3 0 2 16,-1 2 2-16,0-2 1 0,0 2 1 0,-1-2 2 15,5 0-6-15,-1 2 0 0,-1-1-2 0,-4 1 4 16,1 0 0-16,5 0-1 0,1 0-1 0,2 0-1 15,-3 0 2-15,-8 0 0 0,5-2 1 0,3 2-4 0,-3 0 4 16,4 0 3-16,-1 0-1 0,-6 0-6 0,5 0 2 16,-3 0-3-16,3-2 4 0,1 0 5 0,-1 0-6 15,4 0 4-15,-5 2-3 0,1-2 7 0,1 1-7 16,-7-1-2-16,3 0-3 0,0 0-3 0,-2 0 12 16,-2 0 0-16,0 0 4 0,-2 1-16 0,-2 1 5 15,2 0-1-15,-3 0 4 0,1 0 9 0,-2 0-9 16,1 0 2-16,1-2-4 0,-1 2 0 0,1-2 8 15,0 0-6-15,0 2 8 0,1 0-9 0,-1 0-3 0,-3 0 2 16,-1 0-1-16,1 0 8 0,-1 0-5 0,1 0 0 16,-2 0-2-16,-1 0 5 0,3 0-4 0,-1 0 2 15,1 0-3-15,0 0 10 0,-1 0-7 0,-3 0 4 16,2 0-5-16,-1 0 1 0,1 0-1 0,2-2 0 0,-1 0 0 16,-3 2 3-16,2-2-9 0,0 1 1 0,-1-1-5 15,-1 0-9-15,0 0-29 0,-2 0-26 0,0 0-11 16,-2 0-183-16</inkml:trace>
  <inkml:trace contextRef="#ctx0" brushRef="#br0" timeOffset="37632.21">29283 7885 95 0,'0'0'25'0,"0"0"14"0,0-2 25 0,0 0 3 16,0 0-14-16,0 0-20 0,0 1 3 0,0-1-8 0,0 0 1 15,0-2 26-15,-2 0-7 0,0 1 14 0,0-1-4 16,0 0 0-16,0 1-5 0,1-1 2 0,-1 0-18 16,0 0 5-16,0 1-2 0,0-1-1 0,0 2-25 0,0 0-9 15,1 0-3-15,-1 1 1 0,0-1 5 0,0 0-10 16,2 0 2-16,0 2-3 0,0 0 13 0,0 0-7 16,0 0 6-16,0 2-7 0,2 0 2 0,0 0 2 15,0-1-3-15,-1 1 4 0,1 0-2 0,2 2 0 16,-2-4 1-16,11 11 0 0,2-7-5 0,0 3 12 15,1 2-8-15,5 1 8 0,-1 1-13 0,6-2 3 16,-4-5 0-16,6 0-1 0,-2 3-5 0,6 2 10 16,-3 1-3-16,5-1 6 0,-4-2-10 0,-3-1-2 0,1 3 3 15,-5-3-2-15,1-1 2 0,-4 1 2 0,4-1-6 16,-3 3 4-16,-1-3-2 0,2 1-1 0,-3-1 2 16,1-1 0-16,-1 0 0 0,-2 0 6 0,-1-1-6 15,3 1 6-15,0 0-5 0,-5-1-4 0,3 3 4 0,-4 3-5 16,2 1 10-16,-2-3-8 0,-2-1 5 0,0-1-5 15,-1-1 2-15,-3-2 4 0,2 1-4 0,-3-1 3 16,-1 0 1-16,-1-2 2 0,0 0-4 0,0 0 3 16,-3 0 2-16,1 0 4 0,2 0 7 0,0 0-3 15,-1 0 20-15,1 0-19 0,-2 0-2 0,0 0-7 16,0 2-10-16,-2 0 3 0,0 0 3 0,0 0 0 16,-21 22 6-16,-25 5-9 0,-15 9 5 0,-17 2-5 0,-10 9 0 15,-19 6-11-15,-12 7-13 0,-6 19-4 0,-12 16-104 16</inkml:trace>
  <inkml:trace contextRef="#ctx0" brushRef="#br0" timeOffset="45116.25">16943 5911 413 0,'0'-2'0'0,"-2"0"3"0,0 1 47 0,0-3-14 15,0 0-1-15,1 0-21 0,-1 1-13 0,2-1 1 0,0 2 2 16,0 0 0-16,0 0-4 0,0-1-1 0,0-1 4 16,0 0-1-16,2 1 16 0,-1-1 7 0,1 0-5 15,0 0 8-15,2 1 8 0,-2 3-14 0,13-11 8 16,3-1-10-16,3 3-1 0,3 0-2 0,0 3-7 0,4 1 3 15,1 1-6-15,9 0 7 0,2 1-2 0,9-3 5 16,3 0 15-16,0 1 0 0,7-3-1 0,-5 3-4 16,-2-1-20-16,-6 1-2 0,-5 1 1 0,-7 0-3 15,-5 2-6-15,1 1 2 0,-8-1 2 0,-3 0 1 16,1 0-3-16,-7 2 3 0,-2 0-11 0,-3 0 8 16,-4 0-23-16,-3 0-3 0,3 0-15 0,0 0-4 15,-2 0-116-15</inkml:trace>
  <inkml:trace contextRef="#ctx0" brushRef="#br0" timeOffset="45520.29">17257 5590 326 0,'0'-2'27'0,"0"-4"45"0,3-16-22 0,1 0-7 15,0 1 0-15,-2 10-6 0,0-4-18 0,-2 12-18 16,0 1 9-16,0-2-10 0,1 0 14 0,1 1-3 0,-2 1 5 16,0 0-2-16,0 0 19 0,-2 2-15 0,1 0 2 15,-3 2-4-15,-13 5 6 0,-11 8 1 0,-1 2-9 16,-3 2 5-16,-3 1-10 0,-1-16 1 0,-1 22 11 0,-2 0-8 16,-2-2 10-16,1-4-14 0,-7 3 1 0,-1-3-2 15,0-1 19-15,-1-1-3 0,7 1 4 0,-5-3-3 16,8-1 12-16,6-2-8 0,-2 0 3 0,10 0-7 15,-1-3-7-15,6-1-4 0,5 2-1 0,4-2-2 16,2-1-10-16,3 1 3 0,4 0-2 0,-1 2 2 16,-7 2-4-16,5-1-6 0,1-1 4 0,2 0-4 0,2 2 1 15,2 2 9-15,4 1-7 0,3 1 9 0,-2-8-2 16,30 1 5-16,1-5-3 0,6-1 1 0,4 0-7 16,4 22 13-16,-1-13-5 0,-3-11 4 0,0-2-11 0,-7 0-1 15,0-4-2-15,-6 2-1 0,-2-2-13 0,1 1-28 16,1 1-23-16,2 0-16 0,0 2-208 0</inkml:trace>
  <inkml:trace contextRef="#ctx0" brushRef="#br0" timeOffset="47840.01">15905 7324 4 0,'0'0'0'16,"0"0"16"-16,0-2 9 0,0 0 8 0,0 1 1 0,0-1-12 16,0-2-7-16,0 0-11 0,0-1 1 0,0-1-3 15,0 1-4-15,0-1-6 0,0 0 1 0,0 3-5 16,0-3-25-16</inkml:trace>
  <inkml:trace contextRef="#ctx1" brushRef="#br0">14511 7157 0</inkml:trace>
</inkml:ink>
</file>

<file path=ppt/ink/ink335.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51:12.979"/>
    </inkml:context>
    <inkml:brush xml:id="br0">
      <inkml:brushProperty name="width" value="0.05292" units="cm"/>
      <inkml:brushProperty name="height" value="0.05292" units="cm"/>
      <inkml:brushProperty name="color" value="#FF0000"/>
    </inkml:brush>
  </inkml:definitions>
  <inkml:trace contextRef="#ctx0" brushRef="#br0">10914 13800 522 0,'0'-2'27'0,"0"1"-1"0,0-3 16 16,0-11 8-16,-2-2-15 0,0 4-5 0,-1-3-11 15,-5-1 3-15,1 4-4 0,-4-4-1 0,1 4-15 16,-12 2 2-16,-2-4-5 0,-6 4 7 0,-5-2-5 15,-2-2-2-15,-6 0-1 0,2 2-5 0,-3-1 16 16,-3-5-3-16,1 4 7 0,-4 0-10 0,0 4 8 16,-6 0 7-16,2-4-3 0,2 0 4 0,-4 2-4 0,3 0-5 15,-7 8 3-15,-1-5-8 0,-12 5 4 0,-8-1 3 16,-5-1 1-16,-3 1 5 0,4-1-8 0,5 1-6 16,2 3 2-16,2 1-2 0,-6 0 5 0,-7-2 3 15,-6 0-2-15,-3 1-10 0,0-33 7 0,7 22-4 0,3 8 6 16,3 4-9-16,-1 2 0 0,-6 0-2 15,-7 2 2-15,-5 2 4 0,-2-1 0 0,4 1-3 0,8 2 1 16,-1-1-1-16,4 3 0 0,-9-1 2 0,-8 1-2 16,0-1-1-16,-5-1 0 0,7-1-2 0,8 1 2 15,-1 1 2-15,-3 2 2 0,-4 1 2 0,-9 1-2 16,-4 0-1-16,4-2 3 0,0-1 2 0,6 1 0 16,-3 2 2-16,-7 4 6 0,-1 2-6 0,-1-2 6 0,2-1-3 15,4 1-8-15,2 4 5 0,-2 3-7 0,-10-1 6 16,1 1-3-16,3 2-3 0,8-2 2 0,5 2-3 15,-1 0 3-15,1 1 0 0,-11 1-1 0,4-2-4 0,4 0 3 16,3 0 0-16,8 2 1 0,-2 4-4 0,-6-1 0 16,0 3 0-16,1 3 0 0,3 1 9 0,9-31-7 15,4 38 2-15,4 3-4 0,-2 4-8 0,-1 6 5 16,-1 4-2-16,4-1 3 0,6 0 2 0,3-3 0 16,3 2 3-16,10-3-2 0,8-1 3 0,1 0-5 15,6 0 1-15,0 3-2 0,1 5 2 0,7 3 1 16,1 1-3-16,13 7 2 0,-2-1-2 0,3 1 5 15,2 1-2-15,3-5 4 0,15-4-8 0,5-6-10 16,-24-1 7-16,20-1-7 0,10 4 8 0,11 8 5 0,11 0-3 16,-15 3 4-16,35 3 3 0,8-7 4 0,2-1 2 15,5-4 1-15,4-5 2 0,4-3 1 0,9-1-1 16,13 0 1-16,4-2-6 0,14 2 0 0,2 2-4 16,1 1 4-16,7 6-2 0,0 1 4 0,11-1-3 0,14 2 2 15,1-8-6-15,4-3 0 0,3-2 3 0,4-7-3 16,11-3 1-16,6-3 0 0,-1-2 0 0,8 1 0 15,4-1-1-15,9-2 3 0,2 0-5 0,8-5 4 16,3-4-7-16,2-6 10 0,7-5-5 0,6-4 7 16,-4-3-8-16,6-6 5 0,6 40 1 0,-7-40 0 15,5-9-4-15,7-8 4 0,-4-7-7 0,-2-4 6 16,-1 0 1-16,3-6 1 0,-7-1 8 0,-2-1-6 0,5-3 7 16,-5-2 8-16,-5-4-6 0,-1 1 5 0,-3 32-6 15,-4-47 4-15,-2-4-2 0,-7-10 1 0,-5 2-12 0,-2-1 6 16,-7-1-4-16,-14 3 3 0,-2 4-11 0,-7 1 3 15,-10 2 1-15,-11-6 0 0,-17-2-1 0,-5-3-2 16,-7-10 2-16,-6-9 0 0,-8-3 6 0,-9-8-7 16,-15 3-3-16,-9 10 1 0,-7-2 2 0,-15-5-3 15,-12-8 2-15,-14-13-5 0,-12-8-4 0,25 3-12 16,-35-1-3-16,-27 6-2 0,10-4-14 0,-62-12 14 16,-23-5 1-16,-29-3 3 0,-16 8-2 0,-32 8 10 15,-30 4-8-15,-21 3 9 0,-27-5-2 0,-30 2-1 0,-10 12 7 16,-40 12-6-16,-9 21-5 0,-35 17-8 0,-21 14 2 15,-25 19-2-15,-29 9 10 0,-10-29-22 0,-16 57-9 16,-7 23-9-16,4-31-69 0</inkml:trace>
</inkml:ink>
</file>

<file path=ppt/ink/ink336.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51:09.178"/>
    </inkml:context>
    <inkml:brush xml:id="br0">
      <inkml:brushProperty name="width" value="0.05292" units="cm"/>
      <inkml:brushProperty name="height" value="0.05292" units="cm"/>
      <inkml:brushProperty name="color" value="#FF0000"/>
    </inkml:brush>
  </inkml:definitions>
  <inkml:trace contextRef="#ctx0" brushRef="#br0">19230 2198 256 0,'0'0'-17'0,"0"0"15"0,0-2 7 15,2 0 6-15,0 0 22 0,0 0-3 0,0 0-14 16,2-1-1-16,-1-1-5 0,-3 2-15 0,6-2 5 16,-1-1-1-16,-1 3 4 0,-2 2 3 0,0-6 28 15,-2 5-9-15,0-1 15 0,5-6 8 0,-1 3-3 16,0-5 10-16,-2 3-9 0,-2 5 6 0,1-7-29 16,-1 3 5-16,0-1-13 0,-1-4-6 0,-1 7 2 0,-2 0-3 15,-1 1 4-15,-18-10 10 0,-3 0-10 0,-2 3 11 16,-5-1-11-16,1 6 10 0,-3-3 1 0,-2 3-10 15,-2 1 7-15,-2 2-9 0,-3 2 5 0,-3 0 0 16,1 0 1-16,-3-2 1 0,7 2-4 0,-1 0 1 0,-2 0-3 16,-1 0-6-16,2 0-3 0,-10 0 1 0,0 0-2 15,0 2 0-15,-13 0 0 0,0 0-2 0,-3-2 1 16,-8-2 2-16,7 2-3 0,3-2 1 0,-3 0-1 16,8-2 1-16,-2 1-4 0,0 1 2 0,-6 0-4 15,-3 0 5-15,-4 0 6 0,-2-1-3 0,4 1 3 16,0-2-15-16,7 2 9 0,4 0-1 0,-2-1 4 0,1-1 5 15,-1 0-2-15,-6 0-4 0,3 3 2 0,-4-1 0 16,-1-2 0-16,5 0 3 0,-5 1-2 0,7-3-2 16,1 0 0-16,0 1 1 0,-2-1-1 0,-1-1 1 15,-4-1-4-15,-6 3 0 0,-2 1 0 0,-2-3-1 0,1 1 8 16,3 4-6-16,4-1 7 0,0 1-12 0,0 0 1 16,-6 0 3-16,-5 2 0 0,-4 0 2 0,-6 0-2 15,4 0-2-15,2 0 0 0,4 0 2 0,4 0 4 16,-5 2-4-16,-1 2 5 0,-4-1-2 0,-9 1-3 15,4-2 0-15,-1 2 0 0,5-3 6 0,5 1-2 16,1-2 7-16,-5 2-7 0,-5 0 10 0,-2 2-10 16,-2-1-1-16,5 1-2 0,2 2 5 0,10-1-3 15,1 1-1-15,-7-1-1 0,-1-1 2 0,-7 0-3 0,1 0 4 16,7-1-4-16,0 1 2 0,11 0-4 0,-2-1 3 16,1 1-3-16,-7 2-2 0,-1 1 4 0,-4-1 0 15,2-3 1-15,4 3 5 0,-2-4-6 0,7 5-1 0,1 1-2 16,-7 3 6-16,-3 0-4 0,-3 0 2 0,-5 2-3 15,5-2 8-15,4 0-6 0,3 1 2 0,6-3-2 16,1 0 9-16,-2 2 3 0,-2 2 0 0,-7 0 0 16,2 0-2-16,-4 0 0 0,4-2-1 0,11 4-1 15,0-2-9-15,6 0 7 0,0 4-6 0,-5-2 8 16,3 2-9-16,-8-1 2 0,1-1 5 0,8-2-2 16,-1 2-2-16,9-2 5 0,4 0-5 0,1 2 5 0,3 1 0 15,1 1-5-15,-5 2-1 0,1-1-1 0,-3 3-4 16,4-3 6-16,9 1 2 0,-2 3 0 0,11-1-9 15,0-1 7-15,4 0-6 0,7-1 8 0,2-12-4 0,4 21-3 16,0-2 6-16,7 4-4 0,1-4 7 0,3 2-7 16,3 2 1-16,3-1-3 0,0 3 8 0,5 3-3 15,0-5 2-15,-20 7 0 0,10-4 1 0,7-1-6 16,5 5 1-16,0-7-3 0,5 5 5 0,5 0-1 16,-1-5 1-16,4 3-1 0,4-1 7 0,1 0-10 15,-14 3 2-15,26-4-3 0,3 5 8 0,4-3 1 16,2 1-4-16,10 1 2 0,1 2-3 0,5-2 2 15,7-1 6-15,-3-1-3 0,4-3 8 0,0 1-12 16,2 5 2-16,6-7-4 0,3 3 2 0,13-4 4 0,1-6 1 16,10 2 0-16,2-2-1 0,-3 3-2 0,5-5-8 15,-7-1 4-15,7-3-4 0,9 3 3 0,10 1 5 16,-2-3-4-16,0 0 1 0,-4-2-2 0,-2-2 2 16,10 1 0-16,6-1 4 0,9-1-5 0,-6 1 0 0,0-2-2 15,-1-2 6-15,7 0 0 0,10-1-4 0,-1-1 1 16,2-1-3-16,-5-3 2 0,7 1-1 0,7-2 0 15,1 0-5-15,1 0 8 0,0 38-3 0,-1-30 5 16,10-7-8-16,0-3 4 0,-2 0-1 0,8-1 1 16,3-1-3-16,-2 0 6 0,3 0-3 0,-1-2 4 15,-2 2-5-15,6 1 0 0,-2-3 3 0,2 2-1 0,-3-2-1 16,6 1 1-16,-3-1-1 0,-2 0 2 0,-1-1 2 16,4-1-4-16,-1 1 2 0,0-3-2 0,2 1 1 15,-4-1 1-15,2-1 0 0,2 0 2 0,-4-1 8 16,2-1-4-16,-2-2-1 0,0 0-1 0,0-2 2 0,0 1-3 15,4 1 1-15,-4-4-3 0,-1 0-4 0,-3 0 3 16,-5-3 0-16,3 1 2 0,-3-3-1 0,-4 2 6 16,0-1-6-16,-1-1 5 0,-5 2-11 0,-9-3-1 15,-1 5 4-15,-3 1-1 0,3-2 8 0,-1 1-3 16,-9-3-1-16,-5 3 0 0,-1-1-3 0,-5-1 1 16,-7-1 2-16,-8 1 0 0,-9 0-6 0,-8 1 3 15,-5-1-2-15,-8-3 2 0,10-1-2 0,-4 0 2 16,-5 4 1-16,-5-1 1 0,-19 1 9 0,-5-2-9 0,-9-1-2 15,-5 3 0-15,-2-2 1 0,-10 3 1 0,-1 13 3 16,-6-20-3-16,-3-3-2 0,-5 1 8 0,-4-4 0 16,-7-5 2-16,-1-2 0 0,18-4-4 0,-11-3 0 15,-9 0-1-15,-6-5 3 0,-9-2-8 0,-5-1 6 0,-6-4-5 16,22 4 9-16,-30 1-7 0,-3-1 1 0,-2 5-3 16,-4 1-1-16,-5-2 3 0,-3 4-2 0,-10-5 3 15,-2-4 6-15,-8-1-7 0,-2-3 4 0,-1-3-7 16,1 5 1-16,-5-4 3 0,-3 3-4 0,-12 6 5 15,-4 2 0-15,-15 2-3 0,-5 3 1 0,-4 6-2 16,-9 0-1-16,0 4 0 0,-9 1 2 0,-16 3 0 16,-4-3-1-16,-12 3 7 0,-6 1-8 0,-14-3 6 0,-12 5-12 15,-16 0 6-15,-11 6 3 0,-12 7 0 0,-9 6-3 16,-20 3-2-16,-9-1-1 0,-14 5 2 0,-16-45 1 0,-12 47-15 16,-19 17-8-16,-23 15-4 0,-17 10-50 0,-37-29-102 15,-17 65-63-15</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76"/>
    </inkml:context>
    <inkml:brush xml:id="br0">
      <inkml:brushProperty name="width" value="0.05" units="cm"/>
      <inkml:brushProperty name="height" value="0.05" units="cm"/>
    </inkml:brush>
  </inkml:definitions>
  <inkml:trace contextRef="#ctx0" brushRef="#br0">291 344 2048 0 0,'3'-9'4321'0'0,"61"-270"1429"0"0,-60 224-1461 0 0,-15 71-3508 0 0,-1 12-757 0 0,1 0-1 0 0,2 1 1 0 0,1-1 0 0 0,1 2-1 0 0,1-1 1 0 0,2 1 0 0 0,-1 33-1 0 0,4-49 28 0 0,0-1-1 0 0,-1 1 0 0 0,-1 0 0 0 0,0-1 0 0 0,0 0 0 0 0,-2 0 1 0 0,-10 24-1 0 0,13-34-39 0 0,0 0 1 0 0,-1-1-1 0 0,1 1 1 0 0,0-1-1 0 0,-1 0 1 0 0,1 0-1 0 0,-1 0 1 0 0,0 0-1 0 0,1 0 1 0 0,-1 0 0 0 0,0-1-1 0 0,0 0 1 0 0,-5 2-1 0 0,-46 14 147 0 0,45-15-116 0 0,-5 2-3 0 0,9-4-29 0 0,1 1 1 0 0,-1 1-1 0 0,1-1 1 0 0,-1 1-1 0 0,1 0 1 0 0,-5 3-1 0 0,-2-1 157 0 0,0 1 0 0 0,-1-1 0 0 0,1-1 0 0 0,-1 0 0 0 0,1-1 0 0 0,-23 2-1 0 0,98-11-48 0 0,111-24 0 0 0,-45 5-21 0 0,-122 25-279 0 0,-7 1-186 0 0,0 0-1 0 0,1 0 0 0 0,-1 0 0 0 0,0-1 1 0 0,0 1-1 0 0,0 0 0 0 0,1 0 0 0 0,-1-1 1 0 0,0 1-1 0 0,0-1 0 0 0,0 1 0 0 0,0-1 1 0 0,0 1-1 0 0,0-1 0 0 0,2-1 0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77"/>
    </inkml:context>
    <inkml:brush xml:id="br0">
      <inkml:brushProperty name="width" value="0.05" units="cm"/>
      <inkml:brushProperty name="height" value="0.05" units="cm"/>
    </inkml:brush>
  </inkml:definitions>
  <inkml:trace contextRef="#ctx0" brushRef="#br0">1 165 12403 0 0,'0'-18'1499'0'0,"2"15"-1420"0"0,0 1 1 0 0,0 0 0 0 0,1-1 0 0 0,-1 1-1 0 0,0 0 1 0 0,1 1 0 0 0,-1-1 0 0 0,1 0-1 0 0,0 1 1 0 0,-1 0 0 0 0,1-1 0 0 0,0 1-1 0 0,0 0 1 0 0,0 0 0 0 0,0 1 0 0 0,4-2-1 0 0,0 0 17 0 0,82-24 325 0 0,2 4 0 0 0,152-17 1 0 0,-237 38-414 0 0,0 0 0 0 0,-1 0 1 0 0,1-1-1 0 0,-1 0 0 0 0,1 0 0 0 0,6-4 0 0 0,24-7-2186 0 0,-22 11 37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78"/>
    </inkml:context>
    <inkml:brush xml:id="br0">
      <inkml:brushProperty name="width" value="0.05" units="cm"/>
      <inkml:brushProperty name="height" value="0.05" units="cm"/>
    </inkml:brush>
  </inkml:definitions>
  <inkml:trace contextRef="#ctx0" brushRef="#br0">294 1 12091 0 0,'-8'1'161'0'0,"-1"0"1"0"0,0 1-1 0 0,1 1 1 0 0,-1-1-1 0 0,1 1 1 0 0,0 1 0 0 0,0-1-1 0 0,0 1 1 0 0,0 1-1 0 0,-11 8 1 0 0,-25 12 414 0 0,42-24-573 0 0,0 1 0 0 0,0-1 0 0 0,0 0 0 0 0,0 1 0 0 0,0 0 0 0 0,0 0 0 0 0,1-1 0 0 0,-1 1 0 0 0,1 0 0 0 0,-1 0 0 0 0,1 0 0 0 0,0 0 0 0 0,-2 4 0 0 0,-10 32-162 0 0,13-36 160 0 0,-1 0-1 0 0,1 0 1 0 0,-1 1-1 0 0,1-1 1 0 0,0 0-1 0 0,0 0 1 0 0,0 0-1 0 0,0 1 1 0 0,0-1-1 0 0,1 0 1 0 0,-1 0-1 0 0,1 0 1 0 0,-1 0-1 0 0,1 0 1 0 0,0 0-1 0 0,0 0 1 0 0,0 0-1 0 0,0 0 1 0 0,0 0-1 0 0,0 0 1 0 0,0 0-1 0 0,1 0 1 0 0,-1-1-1 0 0,1 1 1 0 0,-1-1-1 0 0,1 1 1 0 0,0-1-1 0 0,-1 0 1 0 0,3 2-1 0 0,6 2 30 0 0,-1 0 1 0 0,1-1-1 0 0,0 0 1 0 0,20 4-1 0 0,-5-1 19 0 0,-17-4-43 0 0,12 3 102 0 0,0 1-1 0 0,0 1 1 0 0,35 21-1 0 0,-53-28 112 0 0,0 0 0 0 0,-1 0 0 0 0,1 1-1 0 0,-1-1 1 0 0,1 0 0 0 0,-1 1 0 0 0,0 0-1 0 0,0-1 1 0 0,0 1 0 0 0,0 0 0 0 0,0-1-1 0 0,0 1 1 0 0,0 0 0 0 0,0 0 0 0 0,-1 0-1 0 0,1 0 1 0 0,0-1 0 0 0,-1 1 0 0 0,0 0 0 0 0,0 0-1 0 0,1 0 1 0 0,-1 0 0 0 0,-1 3 0 0 0,1-4-194 0 0,-1-1 0 0 0,0 1 0 0 0,0-1 0 0 0,0 1 0 0 0,1-1 1 0 0,-1 1-1 0 0,0-1 0 0 0,0 1 0 0 0,0-1 0 0 0,0 0 0 0 0,0 0 1 0 0,0 1-1 0 0,0-1 0 0 0,0 0 0 0 0,0 0 0 0 0,0 0 0 0 0,0 0 0 0 0,-2 0 1 0 0,-2 0 60 0 0,-75 9 541 0 0,-127 21-103 0 0,174-22-429 0 0,31-7-188 0 0,0-1 1 0 0,0 1 0 0 0,0 0 0 0 0,1 0 0 0 0,-1 0 0 0 0,0 0 0 0 0,0 0 0 0 0,1 0-1 0 0,-1 0 1 0 0,0 1 0 0 0,1-1 0 0 0,-1 0 0 0 0,-1 4 0 0 0,4-2-2503 0 0,7-5 1016 0 0,14-4-373 0 0,5-5-349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79"/>
    </inkml:context>
    <inkml:brush xml:id="br0">
      <inkml:brushProperty name="width" value="0.05" units="cm"/>
      <inkml:brushProperty name="height" value="0.05" units="cm"/>
    </inkml:brush>
  </inkml:definitions>
  <inkml:trace contextRef="#ctx0" brushRef="#br0">16 30 15419 0 0,'-5'-4'342'0'0,"-6"-5"745"0"0,12 5-636 0 0,8 1-266 0 0,14-1-963 0 0,42-1-1 0 0,-51 5-1081 0 0</inkml:trace>
  <inkml:trace contextRef="#ctx0" brushRef="#br0" timeOffset="1">43 230 11763 0 0,'0'0'1832'0'0,"1"-2"-1672"0"0,1 1 40 0 0,1 1-56 0 0,11-5-80 0 0,10 1-16 0 0,-4-1-8 0 0,-4 2 48 0 0,8-2-136 0 0,-5 2-208 0 0,-2 0-144 0 0,6 0-1961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1"/>
    </inkml:context>
    <inkml:brush xml:id="br0">
      <inkml:brushProperty name="width" value="0.05" units="cm"/>
      <inkml:brushProperty name="height" value="0.05" units="cm"/>
    </inkml:brush>
  </inkml:definitions>
  <inkml:trace contextRef="#ctx0" brushRef="#br0">121 160 6017 0 0,'3'-7'711'0'0,"37"-66"2500"0"0,-8 15 930 0 0,-29 41-1122 0 0,-3 12-2453 0 0,-5 11-128 0 0,-21 55-297 0 0,3 0 0 0 0,-29 126 1 0 0,20-66 11 0 0,26-105-92 0 0,0 0 0 0 0,-1 0-1 0 0,-9 15 1 0 0,-7 16-2591 0 0,21-42 420 0 0,2-1-1523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2"/>
    </inkml:context>
    <inkml:brush xml:id="br0">
      <inkml:brushProperty name="width" value="0.05" units="cm"/>
      <inkml:brushProperty name="height" value="0.05" units="cm"/>
    </inkml:brush>
  </inkml:definitions>
  <inkml:trace contextRef="#ctx0" brushRef="#br0">100 23 8954 0 0,'-20'-17'7172'0'0,"18"20"-7060"0"0,0-1 0 0 0,1 1 0 0 0,-1 0 0 0 0,1 0 0 0 0,0 0 0 0 0,0 0 0 0 0,0-1 0 0 0,1 2 0 0 0,-1-1 0 0 0,0 4 0 0 0,-2 8 102 0 0,-10 35 165 0 0,-30 134 247 0 0,42-183-623 0 0,-5 50 63 0 0,5-46-24 0 0,1 0 1 0 0,0-1 0 0 0,0 1-1 0 0,1-1 1 0 0,-1 1 0 0 0,1-1-1 0 0,0 1 1 0 0,0-1-1 0 0,2 6 1 0 0,-1-8-27 0 0,-1-1 1 0 0,1 1-1 0 0,-1 0 1 0 0,1 0-1 0 0,0-1 0 0 0,0 1 1 0 0,0-1-1 0 0,-1 0 0 0 0,1 1 1 0 0,0-1-1 0 0,1 0 0 0 0,-1 0 1 0 0,0 0-1 0 0,0-1 0 0 0,0 1 1 0 0,1 0-1 0 0,-1-1 1 0 0,0 1-1 0 0,1-1 0 0 0,-1 0 1 0 0,0 0-1 0 0,1 0 0 0 0,1 0 1 0 0,3 0 10 0 0,0-1 1 0 0,0 0-1 0 0,0 0 1 0 0,-1 0-1 0 0,1-1 1 0 0,11-4 0 0 0,66-35 153 0 0,-78 36-163 0 0,0 0 0 0 0,0 0 0 0 0,-1 0 0 0 0,0-1 0 0 0,0 0 1 0 0,0 0-1 0 0,-1 0 0 0 0,1-1 0 0 0,-2 0 0 0 0,1 1 0 0 0,4-14 0 0 0,-4 6 32 0 0,-2 7-32 0 0,0 0 1 0 0,0 0 0 0 0,1 0-1 0 0,3-7 1 0 0,-2 6-11 0 0,0 0 1 0 0,-1 0-1 0 0,0 0 1 0 0,-1-1-1 0 0,0 1 1 0 0,0-1-1 0 0,-1 0 1 0 0,0 0-1 0 0,0 1 0 0 0,-1-1 1 0 0,0 0-1 0 0,-1 0 1 0 0,0 0-1 0 0,0 0 1 0 0,-1 1-1 0 0,0-1 1 0 0,0 1-1 0 0,-1-1 0 0 0,-1 1 1 0 0,-5-11-1 0 0,8 18-10 0 0,0-1 0 0 0,0 1 0 0 0,-1 0 0 0 0,1 0 0 0 0,-1 0 0 0 0,1 0 0 0 0,-1 0 0 0 0,0 0 0 0 0,1 0 0 0 0,-1 0 0 0 0,0 0-1 0 0,-3 0 1 0 0,-9-5 11 0 0,10 4-13 0 0,0 0 1 0 0,-1 0 0 0 0,1 0-1 0 0,-1 1 1 0 0,1-1-1 0 0,-1 1 1 0 0,1 1 0 0 0,-1-1-1 0 0,0 0 1 0 0,1 1-1 0 0,-1 0 1 0 0,0 0 0 0 0,1 1-1 0 0,-1-1 1 0 0,0 1-1 0 0,1 0 1 0 0,-1 0 0 0 0,1 0-1 0 0,-1 1 1 0 0,1 0-1 0 0,0 0 1 0 0,0 0 0 0 0,-1 0-1 0 0,1 1 1 0 0,1-1 0 0 0,-1 1-1 0 0,0 0 1 0 0,1 0-1 0 0,-1 0 1 0 0,1 1 0 0 0,0-1-1 0 0,0 1 1 0 0,0 0-1 0 0,-2 5 1 0 0,-12 39 77 0 0,14-38-518 0 0,0 0 1 0 0,0-1-1 0 0,-10 19 1 0 0,7-14-8487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3"/>
    </inkml:context>
    <inkml:brush xml:id="br0">
      <inkml:brushProperty name="width" value="0.05" units="cm"/>
      <inkml:brushProperty name="height" value="0.05" units="cm"/>
    </inkml:brush>
  </inkml:definitions>
  <inkml:trace contextRef="#ctx0" brushRef="#br0">15 70 8402 0 0,'-15'-3'6512'0'0,"16"2"-6400"0"0,0 0-1 0 0,0 0 1 0 0,0 0-1 0 0,0 0 1 0 0,0 0 0 0 0,0 1-1 0 0,0-1 1 0 0,0 0 0 0 0,0 1-1 0 0,0-1 1 0 0,0 1 0 0 0,1-1-1 0 0,-1 1 1 0 0,0-1 0 0 0,3 1-1 0 0,-1-2 66 0 0,27-8 164 0 0,1 1 0 0 0,0 1 1 0 0,50-7-1 0 0,-47 10-339 0 0,-9 0-4804 0 0,-17 4 1802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4"/>
    </inkml:context>
    <inkml:brush xml:id="br0">
      <inkml:brushProperty name="width" value="0.05" units="cm"/>
      <inkml:brushProperty name="height" value="0.05" units="cm"/>
    </inkml:brush>
  </inkml:definitions>
  <inkml:trace contextRef="#ctx0" brushRef="#br0">116 53 6745 0 0,'-6'-25'6681'0'0,"4"22"-6423"0"0,1 0 1 0 0,0 0-1 0 0,0-1 1 0 0,0 1-1 0 0,0 0 1 0 0,0-6-1 0 0,-1 34 466 0 0,-1 0-1 0 0,-1 0 1 0 0,-2 0-1 0 0,-8 25 1 0 0,-44 119-694 0 0,56-164-238 0 0,-8 24 399 0 0,10-28-441 0 0,-1 0 1 0 0,1 0 0 0 0,0 0-1 0 0,-1 1 1 0 0,1-1-1 0 0,0 0 1 0 0,0 0-1 0 0,0 0 1 0 0,0 1-1 0 0,0-1 1 0 0,0 0-1 0 0,0 0 1 0 0,0 1-1 0 0,1-1 1 0 0,-1 0-1 0 0,0 0 1 0 0,1 0-1 0 0,0 2 1 0 0,3-1-1740 0 0,6 1-306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5"/>
    </inkml:context>
    <inkml:brush xml:id="br0">
      <inkml:brushProperty name="width" value="0.05" units="cm"/>
      <inkml:brushProperty name="height" value="0.05" units="cm"/>
    </inkml:brush>
  </inkml:definitions>
  <inkml:trace contextRef="#ctx0" brushRef="#br0">97 140 5513 0 0,'-3'-12'7592'0'0,"-5"11"-4973"0"0,7 2-2594 0 0,-1 0 1 0 0,1 0-1 0 0,-1 0 1 0 0,1 0-1 0 0,0 0 1 0 0,0 0-1 0 0,0 0 1 0 0,-1 1-1 0 0,1-1 1 0 0,0 0-1 0 0,1 1 1 0 0,-3 2-1 0 0,1 1-2 0 0,0 0 0 0 0,0 0 0 0 0,1 0 0 0 0,-1 1 0 0 0,1-1 0 0 0,0 1 0 0 0,0-1 0 0 0,1 1 0 0 0,0-1 0 0 0,0 1 0 0 0,0-1 0 0 0,1 1 0 0 0,1 6 0 0 0,0-2 52 0 0,2 1 0 0 0,-1-1 0 0 0,1-1 0 0 0,1 1 0 0 0,-1 0 0 0 0,9 10 0 0 0,-5-6 91 0 0,-4-7 36 0 0,0-1 1 0 0,1 1-1 0 0,-1-1 1 0 0,1 0-1 0 0,7 7 1 0 0,-1-4 93 0 0,-5-4-95 0 0,0 1-1 0 0,0-1 1 0 0,0 1-1 0 0,0 1 1 0 0,-1-1 0 0 0,0 1-1 0 0,0 0 1 0 0,5 10-1 0 0,-10-17-194 0 0,0 1 0 0 0,0-1 0 0 0,0 1 0 0 0,1-1 0 0 0,-1 0 0 0 0,0 1 0 0 0,0-1-1 0 0,0 1 1 0 0,0-1 0 0 0,0 1 0 0 0,0-1 0 0 0,0 0 0 0 0,0 1 0 0 0,0-1 0 0 0,-1 1 0 0 0,1-1-1 0 0,0 0 1 0 0,0 1 0 0 0,0-1 0 0 0,0 1 0 0 0,-1-1 0 0 0,1 0 0 0 0,0 1 0 0 0,0-1 0 0 0,0 0-1 0 0,-1 1 1 0 0,1-1 0 0 0,0 0 0 0 0,-1 0 0 0 0,1 1 0 0 0,0-1 0 0 0,-1 0 0 0 0,1 0 0 0 0,0 1-1 0 0,-1-1 1 0 0,1 0 0 0 0,-1 0 0 0 0,1 0 0 0 0,-1 0 0 0 0,-18 4-91 0 0,16-3 73 0 0,-14 0-334 0 0,-1 2 0 0 0,1 1-1 0 0,-1 0 1 0 0,-16 7 0 0 0,-3 0-1602 0 0,4-4-2077 0 0</inkml:trace>
  <inkml:trace contextRef="#ctx0" brushRef="#br0" timeOffset="1">297 56 13979 0 0,'30'-22'3841'0'0,"-1"1"-3085"0"0,-10 9-1335 0 0,-10 11-6390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7"/>
    </inkml:context>
    <inkml:brush xml:id="br0">
      <inkml:brushProperty name="width" value="0.05" units="cm"/>
      <inkml:brushProperty name="height" value="0.05" units="cm"/>
    </inkml:brush>
  </inkml:definitions>
  <inkml:trace contextRef="#ctx0" brushRef="#br0">252 126 8530 0 0,'5'-27'6192'0'0,"0"16"-4444"0"0,-5 18-481 0 0,-6 20-707 0 0,-2-6-394 0 0,-2 0 0 0 0,0 0 0 0 0,-1-1 0 0 0,-1 0 0 0 0,-19 24 0 0 0,1 1 61 0 0,-104 164 901 0 0,125-195-717 0 0,10-16 66 0 0,16-24-251 0 0,-13 17-212 0 0,0 0 0 0 0,0 0 0 0 0,3-13-1 0 0,10-22 16 0 0,41-71-6 0 0,51-94-54 0 0,-102 199 24 0 0,0 0 0 0 0,0 0 0 0 0,1 1 0 0 0,1 0-1 0 0,16-15 1 0 0,0 9-185 0 0,-24 14 176 0 0,1 1-1 0 0,-1-1 0 0 0,0 1 1 0 0,1-1-1 0 0,-1 1 1 0 0,1-1-1 0 0,-1 1 0 0 0,1 0 1 0 0,-1 0-1 0 0,0 0 0 0 0,1 0 1 0 0,-1 0-1 0 0,1 0 0 0 0,-1 0 1 0 0,1 0-1 0 0,2 1 1 0 0,-3 2 10 0 0,1-1 1 0 0,-1 0 0 0 0,0 0 0 0 0,0 1 0 0 0,0-1 0 0 0,0 1 0 0 0,0-1 0 0 0,-1 1-1 0 0,1-1 1 0 0,-1 1 0 0 0,0-1 0 0 0,0 5 0 0 0,3 8 5 0 0,20 77 111 0 0,15 126-1 0 0,-37-215-92 0 0,0 1 0 0 0,0 0-1 0 0,0 0 1 0 0,1-1 0 0 0,0 1-1 0 0,3 6 1 0 0,8 18-515 0 0,-11-25-244 0 0,-1 0-1434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8"/>
    </inkml:context>
    <inkml:brush xml:id="br0">
      <inkml:brushProperty name="width" value="0.05" units="cm"/>
      <inkml:brushProperty name="height" value="0.05" units="cm"/>
    </inkml:brush>
  </inkml:definitions>
  <inkml:trace contextRef="#ctx0" brushRef="#br0">31 113 9442 0 0,'-6'0'1806'0'0,"-18"-1"3487"0"0,24 1-5274 0 0,0 0-1 0 0,0 0 0 0 0,0 0 0 0 0,0 0 1 0 0,0 0-1 0 0,0 0 0 0 0,0 0 0 0 0,0 0 1 0 0,0 0-1 0 0,0 0 0 0 0,0 0 0 0 0,0 0 1 0 0,0 0-1 0 0,0 0 0 0 0,0 0 0 0 0,0-1 1 0 0,0 1-1 0 0,0 0 0 0 0,0 0 0 0 0,0 0 0 0 0,0 0 1 0 0,1 0-1 0 0,-1 0 0 0 0,0 0 0 0 0,0 0 1 0 0,0 0-1 0 0,0 0 0 0 0,0 0 0 0 0,0 0 1 0 0,0 0-1 0 0,0 0 0 0 0,0 0 0 0 0,0 0 1 0 0,0 0-1 0 0,0-1 0 0 0,0 1 0 0 0,0 0 1 0 0,0 0-1 0 0,0 0 0 0 0,0 0 0 0 0,0 0 1 0 0,0 0-1 0 0,-1 0 0 0 0,1 0 0 0 0,0 0 0 0 0,0 0 1 0 0,0 0-1 0 0,0 0 0 0 0,0 0 0 0 0,0 0 1 0 0,0 0-1 0 0,0 0 0 0 0,0 0 0 0 0,0 0 1 0 0,0 0-1 0 0,0-1 0 0 0,16-3 269 0 0,367-86 813 0 0,-361 86-1029 0 0,5 0-108 0 0,-12-1-2858 0 0,-12 3 423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9"/>
    </inkml:context>
    <inkml:brush xml:id="br0">
      <inkml:brushProperty name="width" value="0.05" units="cm"/>
      <inkml:brushProperty name="height" value="0.05" units="cm"/>
    </inkml:brush>
  </inkml:definitions>
  <inkml:trace contextRef="#ctx0" brushRef="#br0">223 81 8634 0 0,'0'-9'1199'0'0,"0"0"-385"0"0,0 1 1 0 0,2 0 0 0 0,-1 0-1 0 0,1-1 1 0 0,3-9-1 0 0,-5 18-778 0 0,0-1 0 0 0,0 0 0 0 0,1 1 0 0 0,-1-1 0 0 0,0 1 0 0 0,0-1-1 0 0,0 1 1 0 0,1-1 0 0 0,-1 1 0 0 0,0-1 0 0 0,1 1 0 0 0,-1-1 0 0 0,0 1-1 0 0,1-1 1 0 0,-1 1 0 0 0,1 0 0 0 0,-1-1 0 0 0,1 1 0 0 0,-1 0-1 0 0,1-1 1 0 0,-1 1 0 0 0,1 0 0 0 0,-1-1 0 0 0,1 1 0 0 0,-1 0 0 0 0,2 0-1 0 0,-1 0-16 0 0,-1 0-1 0 0,1 0 0 0 0,0 1 0 0 0,-1-1 0 0 0,1 1 0 0 0,-1-1 0 0 0,1 0 0 0 0,0 1 0 0 0,-1-1 1 0 0,1 1-1 0 0,-1-1 0 0 0,1 1 0 0 0,-1 0 0 0 0,1-1 0 0 0,-1 1 0 0 0,0-1 0 0 0,1 1 1 0 0,-1 0-1 0 0,0-1 0 0 0,0 1 0 0 0,1 0 0 0 0,-1 0 0 0 0,0-1 0 0 0,0 1 0 0 0,0 1 0 0 0,3 10 101 0 0,-1 1-1 0 0,0-1 1 0 0,-1 1-1 0 0,-1 0 1 0 0,0-1-1 0 0,-3 20 0 0 0,-17 82 493 0 0,13-80-448 0 0,-17 57 453 0 0,-4 0-1 0 0,-54 117 0 0 0,8-23-241 0 0,68-162-345 0 0,-4 8-902 0 0,2-14-3931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0"/>
    </inkml:context>
    <inkml:brush xml:id="br0">
      <inkml:brushProperty name="width" value="0.05" units="cm"/>
      <inkml:brushProperty name="height" value="0.05" units="cm"/>
    </inkml:brush>
  </inkml:definitions>
  <inkml:trace contextRef="#ctx0" brushRef="#br0">4 112 6185 0 0,'0'0'1158'0'0,"-3"-11"2443"0"0,5 9-3419 0 0,0 0 0 0 0,0 0 1 0 0,0 0-1 0 0,0 1 0 0 0,0-1 1 0 0,0 1-1 0 0,1-1 0 0 0,-1 1 1 0 0,1 0-1 0 0,-1 0 0 0 0,5-1 1 0 0,6-4 308 0 0,4-4-34 0 0,2 2 0 0 0,-1 0 0 0 0,1 1 0 0 0,36-9-1 0 0,-19 3-234 0 0,-33 11-199 0 0,0 0-1 0 0,0 1 0 0 0,0-1 0 0 0,1 1 1 0 0,-1-1-1 0 0,1 1 0 0 0,-1 0 0 0 0,1 1 1 0 0,-1-1-1 0 0,1 1 0 0 0,-1-1 0 0 0,1 1 1 0 0,-1 0-1 0 0,1 0 0 0 0,0 1 0 0 0,4 0 1 0 0,-6 1 22 0 0,0 0 1 0 0,0 1 0 0 0,0-1-1 0 0,0 0 1 0 0,0 1 0 0 0,-1-1 0 0 0,1 1-1 0 0,-1 0 1 0 0,1 0 0 0 0,-1-1-1 0 0,0 1 1 0 0,0 0 0 0 0,0 4 0 0 0,1-2 24 0 0,-1 0 0 0 0,0 1 1 0 0,-1-1-1 0 0,1 0 0 0 0,-1 1 1 0 0,0-1-1 0 0,-1 1 0 0 0,1-1 0 0 0,-1 0 1 0 0,-2 8-1 0 0,-2 3 23 0 0,0 0 0 0 0,-9 15 1 0 0,-1 5 13 0 0,12-31-103 0 0,0 1 1 0 0,0-1-1 0 0,0-1 1 0 0,-1 1-1 0 0,0 0 1 0 0,0-1-1 0 0,-6 6 1 0 0,6-6-4 0 0,0 0 1 0 0,0 0 0 0 0,0 0 0 0 0,1 0 0 0 0,0 0 0 0 0,-1 1 0 0 0,2-1-1 0 0,-1 1 1 0 0,0 0 0 0 0,-1 6 0 0 0,4-10-3 0 0,0 0 0 0 0,0 0 0 0 0,0 0 0 0 0,0 0 0 0 0,1 0 1 0 0,-1 0-1 0 0,0 0 0 0 0,1 0 0 0 0,-1 0 0 0 0,0 0 0 0 0,1 0 0 0 0,0-1 0 0 0,-1 1 0 0 0,1 0 1 0 0,-1 0-1 0 0,1 0 0 0 0,0-1 0 0 0,-1 1 0 0 0,1 0 0 0 0,0-1 0 0 0,0 1 0 0 0,0-1 0 0 0,-1 1 1 0 0,1 0-1 0 0,0-1 0 0 0,0 0 0 0 0,0 1 0 0 0,0-1 0 0 0,1 1 0 0 0,32 9-26 0 0,-32-9 28 0 0,34 3 39 0 0,-31-4-30 0 0,0 0 0 0 0,0 0 1 0 0,0 0-1 0 0,0 1 0 0 0,0 0 0 0 0,0 0 0 0 0,0 1 0 0 0,0-1 0 0 0,0 1 0 0 0,7 4 1 0 0,-11-6-1 0 0,-1 0 1 0 0,1 1 0 0 0,0-1 0 0 0,-1 1 0 0 0,1-1 0 0 0,-1 1-1 0 0,1-1 1 0 0,-1 1 0 0 0,1-1 0 0 0,-1 1 0 0 0,1 0 0 0 0,-1-1-1 0 0,0 1 1 0 0,1 0 0 0 0,-1-1 0 0 0,0 1 0 0 0,0 0 0 0 0,1-1-1 0 0,-1 1 1 0 0,0 0 0 0 0,0 0 0 0 0,0-1 0 0 0,0 1 0 0 0,0 0-1 0 0,0-1 1 0 0,0 1 0 0 0,0 0 0 0 0,0 0 0 0 0,0-1 0 0 0,0 1-1 0 0,-1 0 1 0 0,1 0 0 0 0,0-1 0 0 0,0 1 0 0 0,-1 0 0 0 0,1-1-1 0 0,0 1 1 0 0,-1 0 0 0 0,1-1 0 0 0,-1 1 0 0 0,1-1 0 0 0,-1 1-1 0 0,0 0 1 0 0,-1 1 51 0 0,-1 0-1 0 0,1 0 1 0 0,0 0 0 0 0,-1-1-1 0 0,1 1 1 0 0,-1-1-1 0 0,1 0 1 0 0,-6 2-1 0 0,-53 12 274 0 0,-81 7-1 0 0,138-22-363 0 0,0 1 0 0 0,-1 0 1 0 0,1 1-1 0 0,0-1 1 0 0,0 1-1 0 0,0-1 0 0 0,-6 5 1 0 0,-17 6-424 0 0,25-11-196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1"/>
    </inkml:context>
    <inkml:brush xml:id="br0">
      <inkml:brushProperty name="width" value="0.05" units="cm"/>
      <inkml:brushProperty name="height" value="0.05" units="cm"/>
    </inkml:brush>
  </inkml:definitions>
  <inkml:trace contextRef="#ctx0" brushRef="#br0">1 10 15403 0 0,'31'-4'4627'0'0,"70"-2"-6634"0"0,-89 6-3552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2"/>
    </inkml:context>
    <inkml:brush xml:id="br0">
      <inkml:brushProperty name="width" value="0.05" units="cm"/>
      <inkml:brushProperty name="height" value="0.05" units="cm"/>
    </inkml:brush>
  </inkml:definitions>
  <inkml:trace contextRef="#ctx0" brushRef="#br0">14 501 8426 0 0,'-14'15'7576'0'0,"17"-14"-7542"0"0,-1 0 0 0 0,1 0 0 0 0,0-1 0 0 0,-1 1 0 0 0,1-1 0 0 0,0 0 0 0 0,-1 0 0 0 0,1 0 0 0 0,0 0 0 0 0,4-1 0 0 0,-3 1-14 0 0,23-2-965 0 0,29-5 1 0 0,-35 3-2441 0 0</inkml:trace>
  <inkml:trace contextRef="#ctx0" brushRef="#br0" timeOffset="1">962 13 12371 0 0,'-17'-12'5045'0'0,"16"35"-4706"0"0,0-1 1 0 0,-2 1 0 0 0,-1 0-1 0 0,-1-1 1 0 0,-7 22 0 0 0,-46 105-183 0 0,10-30-113 0 0,32-67-1244 0 0,12-16-4035 0 0,4-29 2249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4"/>
    </inkml:context>
    <inkml:brush xml:id="br0">
      <inkml:brushProperty name="width" value="0.05" units="cm"/>
      <inkml:brushProperty name="height" value="0.05" units="cm"/>
    </inkml:brush>
  </inkml:definitions>
  <inkml:trace contextRef="#ctx0" brushRef="#br0">228 25 8706 0 0,'-6'-6'4523'0'0,"-9"-7"-1866"0"0,12 12-2561 0 0,0 0 0 0 0,0 0 0 0 0,0 0 0 0 0,0 0 0 0 0,0 1 0 0 0,0 0 0 0 0,0 0 0 0 0,0-1 0 0 0,0 2 0 0 0,0-1 0 0 0,0 0 0 0 0,0 1 0 0 0,0-1 0 0 0,0 1 0 0 0,0 0 0 0 0,-5 2 0 0 0,3-1-25 0 0,1 1 0 0 0,0 0 0 0 0,0 0 0 0 0,0 0 0 0 0,0 0 0 0 0,1 1 0 0 0,-1-1 0 0 0,1 1 0 0 0,-4 6 0 0 0,-4 8 23 0 0,1-1-1 0 0,2 2 1 0 0,-1-1 0 0 0,-5 21-1 0 0,13-35-64 0 0,-43 105 150 0 0,42-104-152 0 0,0-1 0 0 0,0 1 0 0 0,1 0 0 0 0,0 0 0 0 0,0 0 0 0 0,0 0 0 0 0,0 0-1 0 0,1 0 1 0 0,0 0 0 0 0,0 0 0 0 0,0 0 0 0 0,1 0 0 0 0,0 0 0 0 0,0 0 0 0 0,2 6 0 0 0,-2-9-10 0 0,0 0 0 0 0,1 0-1 0 0,0 0 1 0 0,0-1 0 0 0,-1 1 0 0 0,1 0 0 0 0,0-1 0 0 0,0 1 0 0 0,1-1 0 0 0,-1 0-1 0 0,0 0 1 0 0,0 0 0 0 0,0 0 0 0 0,1 0 0 0 0,-1 0 0 0 0,1-1 0 0 0,-1 1 0 0 0,1-1-1 0 0,3 1 1 0 0,2 0 31 0 0,1-1 0 0 0,-1 0-1 0 0,0 0 1 0 0,13-2 0 0 0,-14 1-27 0 0,-1-1-1 0 0,1 0 1 0 0,0 0-1 0 0,-1-1 1 0 0,1 0-1 0 0,-1 0 1 0 0,0 0 0 0 0,0-1-1 0 0,0 1 1 0 0,0-2-1 0 0,-1 1 1 0 0,0-1 0 0 0,6-5-1 0 0,-5 3 4 0 0,0-1 0 0 0,0 0 0 0 0,0 0 0 0 0,-1-1-1 0 0,-1 0 1 0 0,1 1 0 0 0,-2-1 0 0 0,7-19 0 0 0,-3-5 65 0 0,-6 24-72 0 0,1 0 0 0 0,0 0 1 0 0,1 1-1 0 0,6-15 1 0 0,-7 20-15 0 0,-1-1 0 0 0,1 0 1 0 0,0 0-1 0 0,-1 0 0 0 0,0 0 1 0 0,0-1-1 0 0,0 1 0 0 0,0 0 1 0 0,-1 0-1 0 0,0 0 0 0 0,0-1 1 0 0,0 1-1 0 0,0 0 0 0 0,-1-1 1 0 0,1 1-1 0 0,-1 0 0 0 0,0 0 1 0 0,-2-5-1 0 0,1 6-24 0 0,1 0-1 0 0,-1 0 1 0 0,0 0 0 0 0,0 0-1 0 0,0 0 1 0 0,0 0 0 0 0,-1 1-1 0 0,1-1 1 0 0,-1 1-1 0 0,0 0 1 0 0,1 0 0 0 0,-1 0-1 0 0,0 0 1 0 0,0 0 0 0 0,0 1-1 0 0,0-1 1 0 0,-1 1-1 0 0,1 0 1 0 0,0 0 0 0 0,-1 0-1 0 0,1 0 1 0 0,-4 0 0 0 0,0 0-89 0 0,1 0 1 0 0,-1 1-1 0 0,0 0 1 0 0,1 0 0 0 0,-1 1-1 0 0,-10 2 1 0 0,12-2-663 0 0,0 1 0 0 0,0-1 1 0 0,0 1-1 0 0,0 1 0 0 0,-5 2 1 0 0,5-2-2008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5"/>
    </inkml:context>
    <inkml:brush xml:id="br0">
      <inkml:brushProperty name="width" value="0.05" units="cm"/>
      <inkml:brushProperty name="height" value="0.05" units="cm"/>
    </inkml:brush>
  </inkml:definitions>
  <inkml:trace contextRef="#ctx0" brushRef="#br0">172 22 7722 0 0,'-5'-5'7194'0'0,"-8"-5"-4662"0"0,11 9-2471 0 0,0 0 1 0 0,0 0-1 0 0,0 0 1 0 0,0 0-1 0 0,0 1 1 0 0,0-1-1 0 0,0 1 1 0 0,0-1-1 0 0,-1 1 1 0 0,1 0-1 0 0,0 0 1 0 0,0 0-1 0 0,0 0 1 0 0,0 0-1 0 0,-1 1 1 0 0,1-1-1 0 0,0 1 0 0 0,0-1 1 0 0,0 1-1 0 0,0 0 1 0 0,0 0-1 0 0,-2 1 1 0 0,1 0-27 0 0,0 1 0 0 0,1-1 0 0 0,0 1 1 0 0,-1 0-1 0 0,1 0 0 0 0,0 0 0 0 0,0 0 0 0 0,1 0 0 0 0,-1 0 0 0 0,1 0 1 0 0,-1 1-1 0 0,-1 6 0 0 0,-14 36 190 0 0,11-33-185 0 0,1 0 0 0 0,0 0 1 0 0,1 1-1 0 0,-3 19 1 0 0,6-27-38 0 0,-1 1 1 0 0,0-1 0 0 0,0 0 0 0 0,0 0-1 0 0,-4 7 1 0 0,-9 26 74 0 0,15-36-57 0 0,-1-1 0 0 0,1 1 1 0 0,0 0-1 0 0,0 0 0 0 0,0-1 0 0 0,0 1 0 0 0,0 0 1 0 0,0-1-1 0 0,1 1 0 0 0,0 0 0 0 0,-1-1 1 0 0,1 1-1 0 0,2 4 0 0 0,-1-5 4 0 0,-1 0 1 0 0,1-1-1 0 0,-1 1 1 0 0,1 0-1 0 0,0-1 1 0 0,-1 1-1 0 0,1-1 1 0 0,0 0-1 0 0,0 1 0 0 0,0-1 1 0 0,0 0-1 0 0,1 0 1 0 0,-1 0-1 0 0,0 0 1 0 0,0-1-1 0 0,1 1 1 0 0,-1-1-1 0 0,5 1 1 0 0,0 0 13 0 0,1 0 1 0 0,0-1-1 0 0,0 0 1 0 0,10-1-1 0 0,-3-2 29 0 0,0-1 0 0 0,-1 0-1 0 0,1-1 1 0 0,17-9-1 0 0,-8 4 21 0 0,-19 7-58 0 0,0 0 0 0 0,0-1 0 0 0,-1 1 0 0 0,1-1 0 0 0,-1 0 0 0 0,0 0 0 0 0,0 0 0 0 0,0-1 0 0 0,-1 1 0 0 0,1-1 0 0 0,-1 0 0 0 0,0 0 0 0 0,-1 0 0 0 0,1 0 1 0 0,-1-1-1 0 0,0 1 0 0 0,0-1 0 0 0,1-8 0 0 0,11-20 279 0 0,-11 30-281 0 0,-1 0 0 0 0,0-1-1 0 0,0 1 1 0 0,-1-1 0 0 0,1 1 0 0 0,-1-1 0 0 0,0 1 0 0 0,0-1 0 0 0,0 0 0 0 0,-1-8 0 0 0,0 11-37 0 0,0-1-1 0 0,0 0 1 0 0,0 1 0 0 0,-1-1 0 0 0,1 0 0 0 0,-1 1 0 0 0,0-1-1 0 0,0 1 1 0 0,0-1 0 0 0,0 1 0 0 0,0-1 0 0 0,0 1 0 0 0,-1 0-1 0 0,1 0 1 0 0,-1-1 0 0 0,0 1 0 0 0,1 0 0 0 0,-1 0 0 0 0,0 1-1 0 0,0-1 1 0 0,0 0 0 0 0,-3-1 0 0 0,-3-1-193 0 0,1 1-1 0 0,-1 0 1 0 0,0 0 0 0 0,0 1-1 0 0,-14-2 1 0 0,-21-7-1477 0 0,15-3-498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6"/>
    </inkml:context>
    <inkml:brush xml:id="br0">
      <inkml:brushProperty name="width" value="0.05" units="cm"/>
      <inkml:brushProperty name="height" value="0.05" units="cm"/>
    </inkml:brush>
  </inkml:definitions>
  <inkml:trace contextRef="#ctx0" brushRef="#br0">202 212 8538 0 0,'-7'-16'391'0'0,"1"-1"0"0"0,0 1 0 0 0,2-1 0 0 0,-3-19 0 0 0,4 19 549 0 0,-1-1 0 0 0,-1 2-1 0 0,0-1 1 0 0,-8-18-1 0 0,12 35-923 0 0,0-1-1 0 0,1 1 0 0 0,-1-1 1 0 0,1 1-1 0 0,-1-1 1 0 0,0 1-1 0 0,1-1 0 0 0,-1 1 1 0 0,0 0-1 0 0,0-1 1 0 0,1 1-1 0 0,-1 0 0 0 0,0-1 1 0 0,0 1-1 0 0,0 0 0 0 0,1 0 1 0 0,-1 0-1 0 0,0 0 1 0 0,0 0-1 0 0,0 0 0 0 0,1 0 1 0 0,-1 0-1 0 0,0 0 1 0 0,0 0-1 0 0,0 1 0 0 0,1-1 1 0 0,-1 0-1 0 0,0 0 1 0 0,0 1-1 0 0,1-1 0 0 0,-1 0 1 0 0,0 1-1 0 0,0-1 1 0 0,1 1-1 0 0,-1-1 0 0 0,1 1 1 0 0,-1-1-1 0 0,0 1 0 0 0,1 0 1 0 0,-1-1-1 0 0,1 1 1 0 0,-1 0-1 0 0,1-1 0 0 0,0 1 1 0 0,-1 0-1 0 0,1 0 1 0 0,0-1-1 0 0,-1 1 0 0 0,1 1 1 0 0,-41 159 415 0 0,31-117-359 0 0,3-9-1 0 0,3-12-14 0 0,-2 0 0 0 0,-12 35 0 0 0,13-45-32 0 0,1-1 0 0 0,0 1 0 0 0,1 0 0 0 0,1 1 0 0 0,0-1 0 0 0,0 0 0 0 0,1 22 1 0 0,2-25 21 0 0,-1 0 1 0 0,1 0 0 0 0,1 0 0 0 0,0 0 0 0 0,0 0 0 0 0,1 0 0 0 0,1-1-1 0 0,-1 1 1 0 0,1-1 0 0 0,9 14 0 0 0,-12-21-10 0 0,1 0-1 0 0,-1 0 0 0 0,1 0 1 0 0,0 0-1 0 0,0 0 1 0 0,0-1-1 0 0,0 1 1 0 0,0-1-1 0 0,0 1 1 0 0,0-1-1 0 0,0 0 1 0 0,0 0-1 0 0,1 0 1 0 0,-1 0-1 0 0,0 0 1 0 0,1 0-1 0 0,-1-1 1 0 0,1 1-1 0 0,-1-1 1 0 0,1 1-1 0 0,-1-1 0 0 0,1 0 1 0 0,-1 0-1 0 0,1 0 1 0 0,-1-1-1 0 0,1 1 1 0 0,-1-1-1 0 0,1 1 1 0 0,2-2-1 0 0,1 0 5 0 0,0 0 0 0 0,-1 0 0 0 0,0-1 1 0 0,1 0-1 0 0,-1 0 0 0 0,0 0 0 0 0,0-1 0 0 0,-1 0 0 0 0,1 0 0 0 0,7-8 0 0 0,15-24 107 0 0,34-61 0 0 0,1-3-18 0 0,-7 14-59 0 0,58-127-1 0 0,-104 195-100 0 0,-8 17-46 0 0,-1 0 1 0 0,0 1-1 0 0,0-1 0 0 0,0 1 1 0 0,0-1-1 0 0,1 1 0 0 0,-1-1 1 0 0,0 1-1 0 0,1-1 0 0 0,-1 1 1 0 0,0-1-1 0 0,1 1 0 0 0,-1-1 1 0 0,1 1-1 0 0,-1 0 0 0 0,1-1 1 0 0,-1 1-1 0 0,1-1 0 0 0,-1 1 1 0 0,2-1-1 0 0,0 11-2761 0 0,-4 18 74 0 0,-3 5-97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7"/>
    </inkml:context>
    <inkml:brush xml:id="br0">
      <inkml:brushProperty name="width" value="0.05" units="cm"/>
      <inkml:brushProperty name="height" value="0.05" units="cm"/>
    </inkml:brush>
  </inkml:definitions>
  <inkml:trace contextRef="#ctx0" brushRef="#br0">227 9 7466 0 0,'0'0'1397'0'0,"-5"9"-154"0"0,0 7-211 0 0,0 0 0 0 0,-2 0 0 0 0,-14 26 0 0 0,3-5-73 0 0,-98 167 1887 0 0,91-163-2544 0 0,22-35-250 0 0,-1-1 111 0 0,1 0 0 0 0,0 0 0 0 0,1 0 0 0 0,-1 0 0 0 0,-3 12 0 0 0,14-27 80 0 0,124-245-162 0 0,-114 215-109 0 0,-10 20 49 0 0,1 1 0 0 0,1 0 0 0 0,23-34 0 0 0,-13 34-244 0 0,-20 19 216 0 0,1 0 0 0 0,-1-1 0 0 0,1 1 1 0 0,-1 0-1 0 0,1-1 0 0 0,-1 1 0 0 0,1 0 0 0 0,0 0 0 0 0,-1 0 0 0 0,1-1 1 0 0,-1 1-1 0 0,1 0 0 0 0,0 0 0 0 0,-1 0 0 0 0,1 0 0 0 0,-1 0 1 0 0,1 0-1 0 0,0 0 0 0 0,-1 0 0 0 0,1 1 0 0 0,-1-1 0 0 0,1 0 0 0 0,0 0 1 0 0,-1 0-1 0 0,1 1 0 0 0,-1-1 0 0 0,1 0 0 0 0,-1 1 0 0 0,1-1 0 0 0,-1 0 1 0 0,1 1-1 0 0,-1-1 0 0 0,1 1 0 0 0,-1-1 0 0 0,0 1 0 0 0,1-1 1 0 0,-1 0-1 0 0,0 1 0 0 0,1 0 0 0 0,-1-1 0 0 0,0 1 0 0 0,1 0 0 0 0,6 16 27 0 0,-1 1 0 0 0,0 0-1 0 0,-1 0 1 0 0,-1 0-1 0 0,4 36 1 0 0,-2 98 33 0 0,-6-136-26 0 0,-1 0 0 0 0,-3 19 0 0 0,-3-8-2540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8"/>
    </inkml:context>
    <inkml:brush xml:id="br0">
      <inkml:brushProperty name="width" value="0.05" units="cm"/>
      <inkml:brushProperty name="height" value="0.05" units="cm"/>
    </inkml:brush>
  </inkml:definitions>
  <inkml:trace contextRef="#ctx0" brushRef="#br0">5 49 11306 0 0,'-5'-2'5005'0'0,"28"1"-4860"0"0,0-2-1 0 0,35-8 0 0 0,-6 2-180 0 0,45-9-3136 0 0,-71 14 126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9"/>
    </inkml:context>
    <inkml:brush xml:id="br0">
      <inkml:brushProperty name="width" value="0.05" units="cm"/>
      <inkml:brushProperty name="height" value="0.05" units="cm"/>
    </inkml:brush>
  </inkml:definitions>
  <inkml:trace contextRef="#ctx0" brushRef="#br0">7 53 15787 0 0,'0'0'961'0'0,"0"-1"-825"0"0,0-1-184 0 0,0 0-48 0 0,0 1 32 0 0,1-1 48 0 0,1-1-16 0 0,-1 0 8 0 0,2 0 48 0 0,0 2-64 0 0,10-9 48 0 0,-3 4-128 0 0,4-1-1009 0 0,-1 0-15 0 0,-3 4-480 0 0,-2 2-1449 0 0</inkml:trace>
  <inkml:trace contextRef="#ctx0" brushRef="#br0" timeOffset="1">0 167 11290 0 0,'0'0'272'0'0,"2"0"-31"0"0,-1 0-9 0 0,1 0-40 0 0,1 0-104 0 0,12-3-48 0 0,5-2 32 0 0,4-2-56 0 0,0-3-40 0 0,1 1-2097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1"/>
    </inkml:context>
    <inkml:brush xml:id="br0">
      <inkml:brushProperty name="width" value="0.05" units="cm"/>
      <inkml:brushProperty name="height" value="0.05" units="cm"/>
    </inkml:brush>
  </inkml:definitions>
  <inkml:trace contextRef="#ctx0" brushRef="#br0">216 1 10258 0 0,'-10'0'3076'0'0,"3"0"-2590"0"0,-1-1 1 0 0,1 1 0 0 0,-1 1-1 0 0,1-1 1 0 0,0 1 0 0 0,-12 3 0 0 0,16-3-450 0 0,0 0 1 0 0,0 0 0 0 0,0 0-1 0 0,0 0 1 0 0,0 0 0 0 0,0 1 0 0 0,1-1-1 0 0,-1 1 1 0 0,0 0 0 0 0,1 0 0 0 0,-1 0-1 0 0,1 0 1 0 0,0 0 0 0 0,0 0 0 0 0,0 1-1 0 0,0-1 1 0 0,-4 6 0 0 0,-3 22 1 0 0,-6 10 10 0 0,13-36-36 0 0,0 1 0 0 0,0-1 0 0 0,0 1 0 0 0,0 0 0 0 0,1-1 0 0 0,0 1 0 0 0,0 0 1 0 0,0 0-1 0 0,0 0 0 0 0,1 0 0 0 0,0 0 0 0 0,0 0 0 0 0,1 0 0 0 0,-1 0 0 0 0,1 0 0 0 0,0 0 1 0 0,0 0-1 0 0,0-1 0 0 0,1 1 0 0 0,0 0 0 0 0,0-1 0 0 0,4 8 0 0 0,-1-6 7 0 0,-1 0-1 0 0,1 0 1 0 0,0 0-1 0 0,0-1 1 0 0,0 1-1 0 0,1-1 1 0 0,0-1 0 0 0,6 5-1 0 0,-6-5-16 0 0,2 2 77 0 0,0 0 0 0 0,0 1 0 0 0,-1-1 0 0 0,0 1 0 0 0,0 1 0 0 0,0-1 0 0 0,-1 1 0 0 0,-1 0 0 0 0,7 11 0 0 0,-11-17-14 0 0,2 4 262 0 0,1 1 0 0 0,-1 0-1 0 0,0 0 1 0 0,-1 0-1 0 0,2 8 1 0 0,-3-14-292 0 0,-1 0 1 0 0,0 1-1 0 0,0-1 1 0 0,1 1-1 0 0,-1-1 0 0 0,0 0 1 0 0,0 1-1 0 0,-1-1 1 0 0,1 1-1 0 0,0-1 0 0 0,0 1 1 0 0,-1-1-1 0 0,1 0 1 0 0,-1 1-1 0 0,1-1 0 0 0,-1 0 1 0 0,1 1-1 0 0,-1-1 1 0 0,0 0-1 0 0,0 0 0 0 0,0 0 1 0 0,0 0-1 0 0,0 1 1 0 0,0-1-1 0 0,0-1 0 0 0,0 1 1 0 0,0 0-1 0 0,0 0 1 0 0,0 0-1 0 0,-1 0 0 0 0,1-1 1 0 0,0 1-1 0 0,0-1 1 0 0,-3 2-1 0 0,-21 4 58 0 0,19-5-77 0 0,1 1 0 0 0,-1-1 0 0 0,0 1 0 0 0,1 0 0 0 0,-10 5 0 0 0,10-4-56 0 0,0 0 0 0 0,0-1 0 0 0,0 0 0 0 0,-1 0 0 0 0,1 0 0 0 0,-1-1 0 0 0,0 0 0 0 0,1 0 0 0 0,-1 0 0 0 0,0-1 1 0 0,1 0-1 0 0,-1 0 0 0 0,0 0 0 0 0,-7-2 0 0 0,8 1-1170 0 0,-1 0 0 0 0,0-1 0 0 0,1 1 0 0 0,-10-6 0 0 0,9 5-2353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2"/>
    </inkml:context>
    <inkml:brush xml:id="br0">
      <inkml:brushProperty name="width" value="0.05" units="cm"/>
      <inkml:brushProperty name="height" value="0.05" units="cm"/>
    </inkml:brush>
  </inkml:definitions>
  <inkml:trace contextRef="#ctx0" brushRef="#br0">0 229 12523 0 0,'6'-10'1815'0'0,"-1"8"-1785"0"0,-1 0-1 0 0,1 0 1 0 0,0 0 0 0 0,0 1 0 0 0,7-2 0 0 0,13-4 27 0 0,47-16-11 0 0,85-15-1 0 0,-11 3-31 0 0,-113 26-20 0 0,-5 2 56 0 0,34-14 1 0 0,-25-3 1845 0 0,-39 55-103 0 0,-8 6-1539 0 0,-1-2 1 0 0,-19 39-1 0 0,15-39-168 0 0,5-9-73 0 0,-20 51 73 0 0,28-69-54 0 0,0 0-1 0 0,0 1 1 0 0,1-1-1 0 0,0 1 1 0 0,1-1-1 0 0,0 1 0 0 0,1 13 1 0 0,0-21-17 0 0,-1 0 0 0 0,1 1 0 0 0,0-1 0 0 0,0 0 0 0 0,-1 0 1 0 0,1 0-1 0 0,0 0 0 0 0,0 0 0 0 0,0 0 0 0 0,1 0 0 0 0,-1 0 0 0 0,0 0 0 0 0,0 0 0 0 0,0 0 1 0 0,1-1-1 0 0,-1 1 0 0 0,2 0 0 0 0,1 2-6 0 0,0-1 8 0 0,-1 0 0 0 0,1-1 0 0 0,-1 1 0 0 0,1-1 0 0 0,0 1-1 0 0,0-1 1 0 0,-1 0 0 0 0,1-1 0 0 0,0 1 0 0 0,0-1 0 0 0,0 1 0 0 0,0-1-1 0 0,0 0 1 0 0,0-1 0 0 0,6 0 0 0 0,2-2 26 0 0,-1 0 0 0 0,0-1 0 0 0,19-9 1 0 0,12-4 75 0 0,-34 13-95 0 0,0 0 0 0 0,1 0 1 0 0,-2-1-1 0 0,1 0 0 0 0,0-1 1 0 0,-1 1-1 0 0,0-1 1 0 0,0-1-1 0 0,-1 1 0 0 0,0-1 1 0 0,0 0-1 0 0,0-1 0 0 0,-1 0 1 0 0,0 1-1 0 0,-1-1 0 0 0,1-1 1 0 0,-2 1-1 0 0,1-1 0 0 0,-1 1 1 0 0,0-1-1 0 0,-1 0 0 0 0,1-11 1 0 0,-2 13 1 0 0,1-1-1 0 0,0 0 1 0 0,0 1 0 0 0,0-1-1 0 0,4-7 1 0 0,-3 8 6 0 0,0 0-1 0 0,0 0 0 0 0,-1-1 1 0 0,0 1-1 0 0,1-14 1 0 0,-3 12-25 0 0,0 1 0 0 0,-1 0 0 0 0,0 0 1 0 0,-1 0-1 0 0,1 0 0 0 0,-1 0 1 0 0,-1 0-1 0 0,0 1 0 0 0,0-1 0 0 0,0 1 1 0 0,-1-1-1 0 0,-5-7 0 0 0,6 13-30 0 0,1-1 0 0 0,-1 0 0 0 0,0 1 1 0 0,0 0-1 0 0,0 0 0 0 0,0 0 0 0 0,0 0 0 0 0,-1 0 0 0 0,1 1 0 0 0,-1-1 0 0 0,1 1 0 0 0,-1 0 0 0 0,-6-1 0 0 0,-13-6-148 0 0,19 6 88 0 0,-1 1 0 0 0,1-1 1 0 0,-1 1-1 0 0,0 0 0 0 0,1 1 0 0 0,-1-1 0 0 0,0 1 0 0 0,0 0 1 0 0,0 0-1 0 0,0 1 0 0 0,1-1 0 0 0,-1 1 0 0 0,0 0 0 0 0,1 0 0 0 0,-1 1 1 0 0,-5 2-1 0 0,6-3-266 0 0,0 1 1 0 0,1 0 0 0 0,-1 0-1 0 0,1 0 1 0 0,-1 0 0 0 0,1 1-1 0 0,0-1 1 0 0,0 1-1 0 0,0 0 1 0 0,0 0 0 0 0,0 0-1 0 0,-2 4 1 0 0,-5 14-2107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3"/>
    </inkml:context>
    <inkml:brush xml:id="br0">
      <inkml:brushProperty name="width" value="0.05" units="cm"/>
      <inkml:brushProperty name="height" value="0.05" units="cm"/>
    </inkml:brush>
  </inkml:definitions>
  <inkml:trace contextRef="#ctx0" brushRef="#br0">334 171 536 0 0,'0'0'11639'0'0,"6"-26"-10902"0"0,-4 21-728 0 0,0-1-1 0 0,-1 1 1 0 0,1 0-1 0 0,-1 0 1 0 0,-1-1-1 0 0,1 1 1 0 0,0-7-1 0 0,4-27 967 0 0,-3 36-948 0 0,-1 0 0 0 0,0 0 0 0 0,1 0 0 0 0,0 1 0 0 0,0-1 0 0 0,0 0 0 0 0,3-2 0 0 0,7-13 337 0 0,-11 17-326 0 0,-1 1 0 0 0,0 0 1 0 0,0-1-1 0 0,1 1 0 0 0,-1-1 0 0 0,0 1 0 0 0,0-1 1 0 0,0 1-1 0 0,1 0 0 0 0,-1-1 0 0 0,0 1 0 0 0,0-1 0 0 0,0 1 1 0 0,0-1-1 0 0,0 1 0 0 0,0-1 0 0 0,0 1 0 0 0,0-1 0 0 0,0 1 1 0 0,0-1-1 0 0,0 1 0 0 0,0-1 0 0 0,-1 1 0 0 0,1-1 1 0 0,0 1-1 0 0,0 0 0 0 0,0-1 0 0 0,-1 0 0 0 0,0 1-19 0 0,1 1 1 0 0,-1-1-1 0 0,1 0 0 0 0,-1 0 1 0 0,1 1-1 0 0,-1-1 0 0 0,1 1 0 0 0,-1-1 1 0 0,1 0-1 0 0,0 1 0 0 0,-1-1 0 0 0,1 1 1 0 0,0-1-1 0 0,-1 1 0 0 0,1-1 0 0 0,0 1 1 0 0,-1-1-1 0 0,1 1 0 0 0,0-1 0 0 0,0 1 1 0 0,0-1-1 0 0,-1 1 0 0 0,1 0 0 0 0,0-1 1 0 0,0 1-1 0 0,0-1 0 0 0,0 1 1 0 0,0 0-1 0 0,-23 102 265 0 0,15-57 74 0 0,-3-1 0 0 0,-1-1 0 0 0,-36 86 0 0 0,-11-7 285 0 0,56-120-624 0 0,0 0 1 0 0,-1 0-1 0 0,0 0 1 0 0,1 0-1 0 0,-1-1 0 0 0,0 1 1 0 0,0-1-1 0 0,-1 0 1 0 0,1 0-1 0 0,-6 1 0 0 0,-5 0-10 0 0,-1 0 0 0 0,1-2 0 0 0,0 1 0 0 0,-1-2-1 0 0,-22-2 1 0 0,-2 1-63 0 0,29 5 197 0 0,10-1 217 0 0,10-2-43 0 0,16-2-205 0 0,0-1-1 0 0,0-1 1 0 0,40-11 0 0 0,75-29 77 0 0,-15 4 15 0 0,-118 38-223 0 0,14-7-233 0 0,-20 8-5 0 0,-1-1 0 0 0,1 1 1 0 0,0-1-1 0 0,-1 1 0 0 0,1-1 1 0 0,-1 1-1 0 0,1-1 0 0 0,-1 1 1 0 0,1-1-1 0 0,-1 0 0 0 0,1 1 1 0 0,-1-1-1 0 0,0 0 0 0 0,1 1 1 0 0,-1-1-1 0 0,0 0 0 0 0,0 1 1 0 0,0-1-1 0 0,1 0 0 0 0,-1 0 1 0 0,0 0-1 0 0,0 1 0 0 0,0-1 1 0 0,0 0-1 0 0,0 0 1 0 0,0 0-1 0 0,-2-6-3196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4"/>
    </inkml:context>
    <inkml:brush xml:id="br0">
      <inkml:brushProperty name="width" value="0.05" units="cm"/>
      <inkml:brushProperty name="height" value="0.05" units="cm"/>
    </inkml:brush>
  </inkml:definitions>
  <inkml:trace contextRef="#ctx0" brushRef="#br0">0 84 10138 0 0,'0'0'296'0'0,"7"-10"3412"0"0,18-4-2969 0 0,1 1 0 0 0,0 1 0 0 0,28-9 0 0 0,-43 18-896 0 0,0 0-1 0 0,0 0 1 0 0,0 1 0 0 0,0 1-1 0 0,0 0 1 0 0,0 0 0 0 0,0 1-1 0 0,0 1 1 0 0,1 0 0 0 0,-1 0-1 0 0,11 4 1 0 0,-2 2-3716 0 0,-11-2 122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5"/>
    </inkml:context>
    <inkml:brush xml:id="br0">
      <inkml:brushProperty name="width" value="0.05" units="cm"/>
      <inkml:brushProperty name="height" value="0.05" units="cm"/>
    </inkml:brush>
  </inkml:definitions>
  <inkml:trace contextRef="#ctx0" brushRef="#br0">89 1 10610 0 0,'-7'10'1785'0'0,"-54"111"1983"0"0,55-109-3688 0 0,3-8-15 0 0,1 0 0 0 0,0 1 0 0 0,0-1 1 0 0,0 1-1 0 0,1-1 0 0 0,-2 8 0 0 0,3-10-10 0 0,0-1-1 0 0,0 1 1 0 0,0-1 0 0 0,0 1-1 0 0,1-1 1 0 0,-1 1 0 0 0,0-1-1 0 0,1 0 1 0 0,-1 1-1 0 0,1-1 1 0 0,0 1 0 0 0,-1-1-1 0 0,1 0 1 0 0,0 1 0 0 0,0-1-1 0 0,0 0 1 0 0,0 0 0 0 0,0 0-1 0 0,0 0 1 0 0,0 0 0 0 0,0 0-1 0 0,0 0 1 0 0,0 0 0 0 0,0 0-1 0 0,1 0 1 0 0,1 0 0 0 0,2 2 38 0 0,1 0 1 0 0,1 0-1 0 0,-1-1 1 0 0,0 0-1 0 0,0 0 1 0 0,1-1-1 0 0,-1 0 1 0 0,1 0-1 0 0,0 0 1 0 0,-1-1-1 0 0,1 0 1 0 0,-1 0-1 0 0,1-1 1 0 0,0 0-1 0 0,-1 0 1 0 0,8-2-1 0 0,1-1 120 0 0,-1-1 0 0 0,1-1 0 0 0,-1 0 0 0 0,0-1 0 0 0,23-16 0 0 0,-35 21-161 0 0,1-1 0 0 0,0 1 0 0 0,-1-1 0 0 0,1 0 0 0 0,-1 0 0 0 0,0 0 1 0 0,0 0-1 0 0,0 0 0 0 0,0 0 0 0 0,-1-1 0 0 0,0 1 0 0 0,1-1 0 0 0,-1 1 0 0 0,0-1 0 0 0,0 1 1 0 0,-1-1-1 0 0,1 0 0 0 0,-1 0 0 0 0,0 1 0 0 0,0-1 0 0 0,0 0 0 0 0,0 1 0 0 0,-1-1 0 0 0,0 0 0 0 0,1 1 1 0 0,-1-1-1 0 0,-3-5 0 0 0,4 8-48 0 0,-1 0 0 0 0,0 1 0 0 0,1-1 0 0 0,-1 0 0 0 0,0 1 0 0 0,0-1 0 0 0,0 0 0 0 0,0 1 0 0 0,0-1 0 0 0,1 1 0 0 0,-1-1 0 0 0,0 1 0 0 0,0 0 0 0 0,0-1 0 0 0,0 1 0 0 0,0 0 0 0 0,0 0 0 0 0,-1 0 0 0 0,0-1 0 0 0,-11-2 0 0 0,-5-4-33 0 0,12 3 7 0 0,-1 1-1 0 0,0 0 0 0 0,0 1 0 0 0,0 0 0 0 0,0 0 0 0 0,0 0 0 0 0,0 1 1 0 0,0 0-1 0 0,-1 0 0 0 0,1 1 0 0 0,-8 0 0 0 0,-21 9-1588 0 0,13 0-4521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6"/>
    </inkml:context>
    <inkml:brush xml:id="br0">
      <inkml:brushProperty name="width" value="0.05" units="cm"/>
      <inkml:brushProperty name="height" value="0.05" units="cm"/>
    </inkml:brush>
  </inkml:definitions>
  <inkml:trace contextRef="#ctx0" brushRef="#br0">191 254 7882 0 0,'-1'0'67'0'0,"0"0"1"0"0,-1-1-1 0 0,1 1 1 0 0,0-1 0 0 0,0 1-1 0 0,0-1 1 0 0,0 1-1 0 0,0-1 1 0 0,0 0-1 0 0,0 1 1 0 0,1-1-1 0 0,-1 0 1 0 0,0 0 0 0 0,0 1-1 0 0,0-1 1 0 0,1 0-1 0 0,-1 0 1 0 0,0 0-1 0 0,1 0 1 0 0,-1 0 0 0 0,1 0-1 0 0,-1 0 1 0 0,1 0-1 0 0,0-1 1 0 0,-1 1-1 0 0,1 0 1 0 0,0 0-1 0 0,0 0 1 0 0,0 0 0 0 0,0 0-1 0 0,0-3 1 0 0,-1 0-74 0 0,1 0 1 0 0,0-1 0 0 0,0 1-1 0 0,0 0 1 0 0,1-1 0 0 0,0 1-1 0 0,1-6 1 0 0,-1 6 27 0 0,0 1 1 0 0,0 0 0 0 0,1 0-1 0 0,-1-1 1 0 0,1 1 0 0 0,0 0 0 0 0,0 0-1 0 0,0 0 1 0 0,1 0 0 0 0,-1 1-1 0 0,0-1 1 0 0,1 1 0 0 0,0-1-1 0 0,0 1 1 0 0,-1 0 0 0 0,1 0-1 0 0,0 0 1 0 0,1 1 0 0 0,4-3-1 0 0,4-3 2180 0 0,-23 11-17 0 0,-13 6-1679 0 0,17-7-393 0 0,0 0-1 0 0,0 0 0 0 0,1 0 0 0 0,-1 1 0 0 0,1 0 1 0 0,-8 6-1 0 0,-11 12 191 0 0,8-8-103 0 0,1 0 1 0 0,1 1-1 0 0,0 1 0 0 0,1 0 0 0 0,0 1 0 0 0,-14 25 0 0 0,28-42-179 0 0,0 0 0 0 0,0 1-1 0 0,-1-1 1 0 0,1 0 0 0 0,0 0-1 0 0,0 0 1 0 0,0 1 0 0 0,0-1-1 0 0,0 0 1 0 0,0 0 0 0 0,0 1-1 0 0,0-1 1 0 0,0 0 0 0 0,0 0 0 0 0,0 1-1 0 0,0-1 1 0 0,0 0 0 0 0,0 0-1 0 0,0 1 1 0 0,0-1 0 0 0,0 0-1 0 0,0 0 1 0 0,0 1 0 0 0,0-1-1 0 0,0 0 1 0 0,0 0 0 0 0,0 1-1 0 0,0-1 1 0 0,1 0 0 0 0,-1 0 0 0 0,0 0-1 0 0,0 1 1 0 0,0-1 0 0 0,0 0-1 0 0,1 0 1 0 0,-1 0 0 0 0,0 1-1 0 0,0-1 1 0 0,0 0 0 0 0,1 0-1 0 0,-1 0 1 0 0,0 0 0 0 0,0 0 0 0 0,1 0-1 0 0,-1 0 1 0 0,0 0 0 0 0,1 1-1 0 0,13-1 174 0 0,-13 0-197 0 0,11-1 26 0 0,0-1 0 0 0,-1 0 0 0 0,1-1 0 0 0,-1-1 1 0 0,0 0-1 0 0,16-8 0 0 0,23-7-6 0 0,-28 11 7 0 0,0-1 1 0 0,0 0-1 0 0,33-21 0 0 0,-43 23 12 0 0,16-10 49 0 0,29-22 1 0 0,-49 33-14 0 0,-1 0 1 0 0,0 0 0 0 0,0-1-1 0 0,0 0 1 0 0,-1 0 0 0 0,0-1-1 0 0,-1 0 1 0 0,7-13 0 0 0,-5 9 65 0 0,-5 9-75 0 0,0 1 0 0 0,-1-1-1 0 0,0 0 1 0 0,0 1 0 0 0,1-1 0 0 0,-1 0 0 0 0,-1 0 0 0 0,2-4-1 0 0,-2 6-54 0 0,0 0 0 0 0,0-1 0 0 0,-1 1-1 0 0,1 0 1 0 0,0 0 0 0 0,-1 0 0 0 0,1 0-1 0 0,-1 0 1 0 0,1 0 0 0 0,-1 0 0 0 0,1 0-1 0 0,-1 0 1 0 0,0 0 0 0 0,1 0-1 0 0,-1 0 1 0 0,0 0 0 0 0,0 1 0 0 0,0-1-1 0 0,0 0 1 0 0,0 0 0 0 0,0 1 0 0 0,0-1-1 0 0,0 1 1 0 0,0-1 0 0 0,0 1 0 0 0,0-1-1 0 0,0 1 1 0 0,-1-1 0 0 0,-10-3-12 0 0,1-1 1 0 0,-1 2-1 0 0,0-1 0 0 0,0 2 1 0 0,0-1-1 0 0,0 2 0 0 0,0 0 1 0 0,0 0-1 0 0,0 1 0 0 0,-1 0 1 0 0,-22 5-1 0 0,13-1-968 0 0,0 2 0 0 0,-30 11 1 0 0,29-7-1209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7"/>
    </inkml:context>
    <inkml:brush xml:id="br0">
      <inkml:brushProperty name="width" value="0.05" units="cm"/>
      <inkml:brushProperty name="height" value="0.05" units="cm"/>
    </inkml:brush>
  </inkml:definitions>
  <inkml:trace contextRef="#ctx0" brushRef="#br0">176 152 8674 0 0,'-1'-44'3097'0'0,"-1"35"-297"0"0,-2 30-1918 0 0,-23 154-79 0 0,6-51-445 0 0,-25 81 330 0 0,10-57-194 0 0,33-140-427 0 0,0-10-74 0 0,1-16-35 0 0,4-46 11 0 0,19-110 0 0 0,27-65 19 0 0,-45 226 21 0 0,3-20-9 0 0,2 1 0 0 0,1 1 0 0 0,1-1 0 0 0,2 2 0 0 0,30-59 0 0 0,-39 87 16 0 0,1-1-1 0 0,-1 1 0 0 0,1 0 1 0 0,-1 0-1 0 0,1 0 1 0 0,0 1-1 0 0,-1-1 1 0 0,1 1-1 0 0,0 0 1 0 0,0 0-1 0 0,7-1 1 0 0,-7 1 1 0 0,1 1 1 0 0,0 0 0 0 0,-1 0 0 0 0,1 0 0 0 0,-1 1-1 0 0,1-1 1 0 0,0 1 0 0 0,-1 0 0 0 0,1 0 0 0 0,4 3 0 0 0,-6-4-9 0 0,-1 1-1 0 0,-1 0 1 0 0,1 0-1 0 0,0 0 1 0 0,0 0-1 0 0,0 0 1 0 0,-1 1-1 0 0,1-1 1 0 0,-1 1-1 0 0,1-1 1 0 0,-1 1-1 0 0,1-1 0 0 0,-1 1 1 0 0,0 0-1 0 0,0-1 1 0 0,1 3-1 0 0,13 32 46 0 0,-12-26-39 0 0,4 12 33 0 0,-1 0-1 0 0,5 32 1 0 0,-8-34 24 0 0,0-1 1 0 0,2 0-1 0 0,9 24 0 0 0,-11-34 5 0 0,0 0 0 0 0,-1 0 0 0 0,0 0 0 0 0,-1 1 0 0 0,0-1 0 0 0,0 0 0 0 0,-1 1 0 0 0,0-1 0 0 0,-2 15 0 0 0,0-11 70 0 0,0 0 0 0 0,-1-1 0 0 0,0 1 1 0 0,-1-1-1 0 0,-1 0 0 0 0,-8 16 0 0 0,5-13-2 0 0,6-9-106 0 0,-1-1 0 0 0,0 0 0 0 0,0 0 0 0 0,0 0 0 0 0,-1 0 0 0 0,1 0 0 0 0,-1-1 0 0 0,-7 7 1 0 0,1-3 22 0 0,-56 39 215 0 0,58-42-253 0 0,0-1 0 0 0,-1 1 0 0 0,0-2 0 0 0,0 1 1 0 0,0-1-1 0 0,-13 2 0 0 0,13-3-17 0 0,0 0 1 0 0,0 0 0 0 0,0 1 0 0 0,0 0 0 0 0,0 1-1 0 0,-8 4 1 0 0,12-5-27 0 0,-1 0 0 0 0,0-1 0 0 0,0 0-1 0 0,-1 0 1 0 0,1 0 0 0 0,0 0 0 0 0,-1-1-1 0 0,1 0 1 0 0,-10 0 0 0 0,12-1-421 0 0,1-1 0 0 0,-1 1 0 0 0,1-1 0 0 0,-1 1 0 0 0,1-1 0 0 0,-5-2 0 0 0,2-1-3484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8"/>
    </inkml:context>
    <inkml:brush xml:id="br0">
      <inkml:brushProperty name="width" value="0.05" units="cm"/>
      <inkml:brushProperty name="height" value="0.05" units="cm"/>
    </inkml:brush>
  </inkml:definitions>
  <inkml:trace contextRef="#ctx0" brushRef="#br0">14 379 13883 0 0,'-13'11'3407'0'0,"97"-68"-2903"0"0,-35 21-378 0 0,-31 25-44 0 0,-2-1 0 0 0,0 0 0 0 0,0-1 0 0 0,-1-1 0 0 0,22-27 0 0 0,-4-17 1206 0 0,-33 58-1271 0 0,0-1 1 0 0,1 1-1 0 0,-1 0 0 0 0,0-1 1 0 0,0 1-1 0 0,0 0 0 0 0,1-1 0 0 0,-1 1 1 0 0,0 0-1 0 0,0-1 0 0 0,0 1 1 0 0,0 0-1 0 0,0-1 0 0 0,1 1 0 0 0,-1-1 1 0 0,0 1-1 0 0,0 0 0 0 0,0-1 1 0 0,0 1-1 0 0,0-1 0 0 0,0 1 0 0 0,-1 0 1 0 0,1-1-1 0 0,0 1 0 0 0,0-1 0 0 0,0 1 1 0 0,0 0-1 0 0,0-1 0 0 0,0 1 1 0 0,-1 0-1 0 0,1-1 0 0 0,-13-2 146 0 0,-17 9-99 0 0,23-4-42 0 0,0 0 0 0 0,0 1 1 0 0,1 0-1 0 0,-1 0 0 0 0,1 0 0 0 0,0 1 0 0 0,-1 0 0 0 0,2 0 0 0 0,-1 1 0 0 0,0 0 0 0 0,1-1 0 0 0,0 2 0 0 0,0-1 0 0 0,-8 12 0 0 0,-44 72 109 0 0,51-78-132 0 0,1 0 0 0 0,0 0 0 0 0,1 0 0 0 0,0 1 0 0 0,0 0 0 0 0,-2 17 0 0 0,6-26 1 0 0,-1 1 0 0 0,0 0 0 0 0,0 0 0 0 0,-1-1-1 0 0,1 1 1 0 0,-1-1 0 0 0,-2 4 0 0 0,2-4-3 0 0,1 0-1 0 0,-1 0 1 0 0,1 0 0 0 0,-1 0 0 0 0,1 0-1 0 0,0 0 1 0 0,0 1 0 0 0,1-1-1 0 0,-1 0 1 0 0,1 5 0 0 0,0-8 4 0 0,0 1 0 0 0,0 0 0 0 0,1-1 0 0 0,-1 1 0 0 0,0-1 0 0 0,1 1 0 0 0,-1-1 0 0 0,0 1 0 0 0,1-1 0 0 0,-1 1-1 0 0,1-1 1 0 0,-1 1 0 0 0,1-1 0 0 0,-1 1 0 0 0,1-1 0 0 0,-1 0 0 0 0,1 1 0 0 0,0-1 0 0 0,-1 0 0 0 0,1 0 0 0 0,-1 1 0 0 0,1-1 0 0 0,0 0 0 0 0,-1 0 0 0 0,2 0 0 0 0,18 3-16 0 0,-19-3 15 0 0,6 0-3 0 0,0 0 0 0 0,0-1 0 0 0,0 0 0 0 0,0 0 0 0 0,0 0 0 0 0,0-1-1 0 0,0-1 1 0 0,0 1 0 0 0,-1-1 0 0 0,1 0 0 0 0,7-5 0 0 0,12-4-2 0 0,-6 1-5 0 0,-1-1 1 0 0,0 0 0 0 0,-1-1-1 0 0,0-1 1 0 0,30-32-1 0 0,-5 6-1 0 0,3 1 28 0 0,62-59 54 0 0,-97 87-59 0 0,-1-1 0 0 0,0-1 0 0 0,-1 1 0 0 0,0-2 0 0 0,-1 1 0 0 0,13-28 0 0 0,-5 12 65 0 0,-38 64-88 0 0,15-26 10 0 0,1 0 1 0 0,-9 20-1 0 0,12-23 2 0 0,1 1 0 0 0,0 0 0 0 0,0-1 0 0 0,0 1 0 0 0,1 0-1 0 0,0 0 1 0 0,1 0 0 0 0,-1 0 0 0 0,1 0 0 0 0,1 0 0 0 0,0 8 0 0 0,3 2 47 0 0,1 0 1 0 0,0 0-1 0 0,8 16 0 0 0,-5-12 60 0 0,-6-18-77 0 0,-1 0 0 0 0,0 0 1 0 0,0 0-1 0 0,0 0 0 0 0,-1 0 0 0 0,1 0 1 0 0,-1 1-1 0 0,0-1 0 0 0,0 0 0 0 0,0 0 1 0 0,0 0-1 0 0,0 0 0 0 0,-1 1 0 0 0,0-1 1 0 0,1 0-1 0 0,-1 0 0 0 0,0 0 0 0 0,0 0 1 0 0,-3 4-1 0 0,1-3-19 0 0,1-1 0 0 0,-1 0 1 0 0,0 0-1 0 0,0 0 0 0 0,0 0 0 0 0,0-1 0 0 0,0 1 1 0 0,-1-1-1 0 0,1 0 0 0 0,-1 0 0 0 0,1 0 0 0 0,-1 0 1 0 0,0-1-1 0 0,-8 3 0 0 0,-115 33 151 0 0,108-34-164 0 0,17-3-3 0 0,-1 0 1 0 0,0 1-1 0 0,1-1 1 0 0,-1 0-1 0 0,1 1 0 0 0,-1 0 1 0 0,1-1-1 0 0,-1 1 1 0 0,1 0-1 0 0,-1 1 1 0 0,1-1-1 0 0,0 0 1 0 0,-4 3-1 0 0,5-4-7 0 0,1 1 0 0 0,0-1 0 0 0,0 0-1 0 0,0 0 1 0 0,-1 0 0 0 0,1 1 0 0 0,0-1 0 0 0,0 0-1 0 0,-1 0 1 0 0,1 0 0 0 0,0 1 0 0 0,0-1 0 0 0,0 0-1 0 0,0 0 1 0 0,0 1 0 0 0,-1-1 0 0 0,1 0 0 0 0,0 0-1 0 0,0 1 1 0 0,0-1 0 0 0,0 0 0 0 0,0 1 0 0 0,0-1-1 0 0,0 0 1 0 0,0 0 0 0 0,0 1 0 0 0,0-1 0 0 0,0 0 0 0 0,0 1-1 0 0,0-1 1 0 0,0 0 0 0 0,0 1 0 0 0,0-1 0 0 0,0 0-1 0 0,1 0 1 0 0,-1 1 0 0 0,0-1 0 0 0,0 0 0 0 0,0 0-1 0 0,0 1 1 0 0,1-1 0 0 0,-1 0 0 0 0,16 0-124 0 0,26-14 117 0 0,-39 13-20 0 0,89-41-91 0 0,-70 31 104 0 0,1 0 1 0 0,-2-2 0 0 0,0 0-1 0 0,0-1 1 0 0,20-19 0 0 0,12-8 40 0 0,-44 35-21 0 0,128-100 66 0 0,-133 101-31 0 0,1 0-1 0 0,-1-1 0 0 0,0 1 1 0 0,5-10-1 0 0,-23 45 274 0 0,5-9-306 0 0,0-1 0 0 0,1 1 1 0 0,1 0-1 0 0,-6 33 0 0 0,13-52 4 0 0,-1 9-2 0 0,-1 1-1 0 0,-1-1 1 0 0,0 1 0 0 0,-1-1 0 0 0,-8 19 0 0 0,11-28 0 0 0,-1 0 1 0 0,1 0 0 0 0,0 0-1 0 0,0 0 1 0 0,1 0 0 0 0,-1 0-1 0 0,0 0 1 0 0,1 0 0 0 0,-1 0-1 0 0,1 1 1 0 0,0-1 0 0 0,0 0-1 0 0,0 0 1 0 0,0 0 0 0 0,0 0-1 0 0,0 1 1 0 0,0-1 0 0 0,2 3-1 0 0,-2-4 1 0 0,1 0 0 0 0,0 1-1 0 0,1-1 1 0 0,-1 0 0 0 0,0 0-1 0 0,0 0 1 0 0,0 0 0 0 0,1 0-1 0 0,-1 0 1 0 0,0 0 0 0 0,1 0-1 0 0,-1 0 1 0 0,1-1 0 0 0,-1 1-1 0 0,1 0 1 0 0,-1-1 0 0 0,1 1-1 0 0,0-1 1 0 0,-1 0 0 0 0,1 0-1 0 0,-1 0 1 0 0,1 1 0 0 0,0-1-1 0 0,1-1 1 0 0,5 1-7 0 0,0-1 1 0 0,0 0-1 0 0,0 0 1 0 0,0-1-1 0 0,0 0 0 0 0,-1-1 1 0 0,1 0-1 0 0,13-7 1 0 0,27-8-23 0 0,-44 16 24 0 0,2 1 0 0 0,-1 0 0 0 0,0-1 1 0 0,0 0-1 0 0,0 0 0 0 0,0 0 1 0 0,0-1-1 0 0,0 1 0 0 0,0-1 1 0 0,6-6-1 0 0,162-121 52 0 0,-125 96 3 0 0,-24 14-21 0 0,-22 19-12 0 0,-1 0-1 0 0,0-1 1 0 0,1 1 0 0 0,-1 0-1 0 0,0-1 1 0 0,0 1 0 0 0,0-1-1 0 0,0 0 1 0 0,0 1 0 0 0,0-1-1 0 0,-1 0 1 0 0,1 1 0 0 0,0-1-1 0 0,0-2 1 0 0,-2 4-18 0 0,0-1 1 0 0,0 1-1 0 0,0 0 0 0 0,0 0 1 0 0,0 0-1 0 0,0 0 0 0 0,0 0 1 0 0,0 0-1 0 0,0 0 0 0 0,0 1 1 0 0,0-1-1 0 0,1 0 0 0 0,-1 0 1 0 0,0 1-1 0 0,0-1 0 0 0,0 0 1 0 0,-1 1-1 0 0,-59 29 0 0 0,57-29 0 0 0,0 1 1 0 0,1 0 0 0 0,-1 0-1 0 0,1 0 1 0 0,-1 1-1 0 0,1-1 1 0 0,0 1 0 0 0,0-1-1 0 0,0 1 1 0 0,0 0-1 0 0,0 0 1 0 0,1 1 0 0 0,-1-1-1 0 0,-1 4 1 0 0,0 0-12 0 0,1 0 0 0 0,0 0 0 0 0,0 0 0 0 0,1 0 0 0 0,0 0 0 0 0,0 0 0 0 0,0 10 0 0 0,0-12 7 0 0,1 1 0 0 0,0-1-1 0 0,-1 1 1 0 0,-5 9-1 0 0,5-10 9 0 0,0 0-1 0 0,0 1 1 0 0,0-1-1 0 0,1 1 1 0 0,-2 7-1 0 0,3 3-3 0 0,0-1 0 0 0,1 1 0 0 0,1-1 0 0 0,0 0 0 0 0,1 0 0 0 0,6 18-1 0 0,-4-13 1 0 0,-1 0 0 0 0,0 0 0 0 0,1 21 0 0 0,-5-24 2 0 0,-1-1 0 0 0,0 1-1 0 0,-2-1 1 0 0,-5 26 0 0 0,5-33 23 0 0,0 0 1 0 0,0 0 0 0 0,0 0 0 0 0,-1-1-1 0 0,0 1 1 0 0,-1-1 0 0 0,0 0 0 0 0,0 0-1 0 0,-10 10 1 0 0,13-16-19 0 0,0 0-1 0 0,0-1 1 0 0,1 1-1 0 0,-1-1 1 0 0,0 0-1 0 0,0 1 1 0 0,-1-1-1 0 0,1 0 1 0 0,0 0-1 0 0,-4 1 1 0 0,5-2-7 0 0,1 0 0 0 0,0 0 0 0 0,-1 0 0 0 0,1 0 0 0 0,-1 0 0 0 0,1 0 0 0 0,-1 0 1 0 0,1 0-1 0 0,-1 0 0 0 0,1 0 0 0 0,0 0 0 0 0,-1 0 0 0 0,1 0 0 0 0,-1-1 0 0 0,1 1 0 0 0,-1 0 1 0 0,1 0-1 0 0,0-1 0 0 0,-1 1 0 0 0,1 0 0 0 0,0 0 0 0 0,-1-1 0 0 0,1 1 0 0 0,-1-1-2 0 0,1 0-1 0 0,-1 0 1 0 0,1 0 0 0 0,-1 0-1 0 0,1 0 1 0 0,0 0-1 0 0,-1 0 1 0 0,1 0 0 0 0,0 0-1 0 0,0 0 1 0 0,0 0-1 0 0,0 0 1 0 0,0 0-1 0 0,0-2 1 0 0,1-7-11 0 0,0 0-1 0 0,1 0 0 0 0,0 0 1 0 0,1 0-1 0 0,0 0 1 0 0,1 0-1 0 0,0 1 1 0 0,6-12-1 0 0,7-8-14 0 0,25-32 0 0 0,-9 15-2 0 0,183-250-72 0 0,-211 290 99 0 0,-1 0 0 0 0,1 1 0 0 0,0 0-1 0 0,0 0 1 0 0,1 0 0 0 0,-1 1 0 0 0,1 0-1 0 0,0 0 1 0 0,1 0 0 0 0,6-2 0 0 0,-13 6 3 0 0,0 0 1 0 0,1 0 0 0 0,-1 0-1 0 0,0 0 1 0 0,1 0 0 0 0,-1 0-1 0 0,1 1 1 0 0,-1-1 0 0 0,0 0-1 0 0,1 0 1 0 0,-1 0 0 0 0,0 1-1 0 0,1-1 1 0 0,-1 0 0 0 0,0 1-1 0 0,0-1 1 0 0,1 0 0 0 0,-1 1-1 0 0,0-1 1 0 0,0 0 0 0 0,0 1-1 0 0,1-1 1 0 0,-1 0 0 0 0,0 1-1 0 0,0-1 1 0 0,0 1 0 0 0,0-1-1 0 0,0 0 1 0 0,0 1 0 0 0,0-1-1 0 0,0 1 1 0 0,0-1 0 0 0,0 0-1 0 0,0 1 1 0 0,0 0 0 0 0,2 17 6 0 0,-2-16 0 0 0,-1 9-5 0 0,1-1 1 0 0,-2 1 0 0 0,0 0 0 0 0,0-1-1 0 0,0 1 1 0 0,-9 18 0 0 0,-6 28 24 0 0,17-57-25 0 0,0 1 0 0 0,0-1 0 0 0,0 1 0 0 0,0 0 0 0 0,0-1 0 0 0,0 1 0 0 0,0-1 0 0 0,0 1 0 0 0,1-1 0 0 0,-1 1 0 0 0,0-1-1 0 0,0 1 1 0 0,0-1 0 0 0,1 1 0 0 0,-1 0 0 0 0,0-1 0 0 0,1 0 0 0 0,-1 1 0 0 0,0-1 0 0 0,1 1 0 0 0,-1-1 0 0 0,0 1 0 0 0,1-1 0 0 0,-1 0-1 0 0,1 1 1 0 0,-1-1 0 0 0,1 0 0 0 0,-1 1 0 0 0,1-1 0 0 0,-1 0 0 0 0,1 0 0 0 0,-1 0 0 0 0,1 1 0 0 0,-1-1 0 0 0,1 0 0 0 0,0 0 0 0 0,-1 0 0 0 0,1 0-1 0 0,-1 0 1 0 0,1 0 0 0 0,-1 0 0 0 0,1 0 0 0 0,0 0 0 0 0,-1 0 0 0 0,1-1 0 0 0,33-3-42 0 0,-30 3 37 0 0,68-16 36 0 0,-41 9 8 0 0,1 1 1 0 0,43-4-1 0 0,69 8 363 0 0,-143 3-477 0 0,0-1 0 0 0,0 1 1 0 0,0 0-1 0 0,-1-1 0 0 0,1 1 1 0 0,0-1-1 0 0,0 1 0 0 0,-1-1 0 0 0,1 1 1 0 0,0-1-1 0 0,-1 1 0 0 0,1-1 1 0 0,-1 0-1 0 0,1 0 0 0 0,0 1 1 0 0,-1-1-1 0 0,0 0 0 0 0,1 0 0 0 0,-1 1 1 0 0,1-1-1 0 0,-1 0 0 0 0,0 0 1 0 0,0 0-1 0 0,1 0 0 0 0,-1 0 1 0 0,4-24-3572 0 0,-4 7-1288 0 0,-2 7 112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9"/>
    </inkml:context>
    <inkml:brush xml:id="br0">
      <inkml:brushProperty name="width" value="0.05" units="cm"/>
      <inkml:brushProperty name="height" value="0.05" units="cm"/>
    </inkml:brush>
  </inkml:definitions>
  <inkml:trace contextRef="#ctx0" brushRef="#br0">12 29 13323 0 0,'-3'-3'4121'0'0,"1"1"-4201"0"0,0 1 0 0 0,1-1 80 0 0,-1 0 0 0 0,1 1 336 0 0,1-1-224 0 0,0 1 32 0 0,0-1-104 0 0,1 1-8 0 0,1-1 32 0 0,1 1-64 0 0,3-1-8 0 0,5-1-488 0 0,-2 2-993 0 0,5-1-383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0"/>
    </inkml:context>
    <inkml:brush xml:id="br0">
      <inkml:brushProperty name="width" value="0.05" units="cm"/>
      <inkml:brushProperty name="height" value="0.05" units="cm"/>
    </inkml:brush>
  </inkml:definitions>
  <inkml:trace contextRef="#ctx0" brushRef="#br0">287 180 5521 0 0,'1'-12'1380'0'0,"0"0"0"0"0,6-23 0 0 0,-4 24-699 0 0,-1-1-1 0 0,1-23 1 0 0,-3 33-642 0 0,1-2 381 0 0,-1-1 0 0 0,0 1 0 0 0,-1 0-1 0 0,1 0 1 0 0,-1-1 0 0 0,-2-7-1 0 0,2 11-318 0 0,1 0-1 0 0,-1-1 0 0 0,0 1 1 0 0,0 0-1 0 0,0-1 1 0 0,-1 1-1 0 0,1 0 1 0 0,0 0-1 0 0,0 0 0 0 0,-1 0 1 0 0,1 0-1 0 0,0 0 1 0 0,-1 0-1 0 0,1 1 0 0 0,-1-1 1 0 0,1 0-1 0 0,-1 1 1 0 0,1-1-1 0 0,-1 1 0 0 0,-2-1 1 0 0,-1 0-45 0 0,0 0 0 0 0,0 1 0 0 0,1-1 0 0 0,-1 1-1 0 0,0 0 1 0 0,0 0 0 0 0,0 1 0 0 0,0-1 0 0 0,1 1 0 0 0,-1 0 0 0 0,0 1 0 0 0,1-1 0 0 0,-1 1 0 0 0,1 0 0 0 0,-1 0-1 0 0,1 0 1 0 0,0 0 0 0 0,0 1 0 0 0,0 0 0 0 0,0 0 0 0 0,0 0 0 0 0,1 0 0 0 0,-5 5 0 0 0,-4 7 19 0 0,0 0 0 0 0,0 2 0 0 0,1-1 0 0 0,-11 25 0 0 0,9-17 19 0 0,6-11-72 0 0,0 0 1 0 0,0 1-1 0 0,2-1 1 0 0,-1 1-1 0 0,-4 22 1 0 0,-6 14 27 0 0,12-40-41 0 0,0 0 1 0 0,1 1-1 0 0,0-1 1 0 0,-2 16-1 0 0,5-23-4 0 0,0 1 0 0 0,0 0-1 0 0,0-1 1 0 0,0 1 0 0 0,1-1-1 0 0,-1 1 1 0 0,1 0 0 0 0,0-1-1 0 0,0 1 1 0 0,1-1-1 0 0,-1 0 1 0 0,0 1 0 0 0,1-1-1 0 0,0 0 1 0 0,0 0 0 0 0,0 0-1 0 0,4 4 1 0 0,-4-5-4 0 0,0-1 0 0 0,0 1 0 0 0,0-1 1 0 0,0 0-1 0 0,0 1 0 0 0,0-1 0 0 0,1 0 0 0 0,-1-1 0 0 0,4 2 0 0 0,13 6 8 0 0,-13-5-10 0 0,-1-1 1 0 0,1 1-1 0 0,0-1 0 0 0,0-1 1 0 0,1 1-1 0 0,-1-1 0 0 0,0 0 0 0 0,0 0 1 0 0,1-1-1 0 0,-1 1 0 0 0,0-1 1 0 0,1-1-1 0 0,-1 0 0 0 0,0 1 1 0 0,1-2-1 0 0,-1 1 0 0 0,0-1 1 0 0,0 0-1 0 0,0 0 0 0 0,0-1 0 0 0,-1 0 1 0 0,9-4-1 0 0,14-5 23 0 0,-23 10-14 0 0,-1 0-1 0 0,1 0 0 0 0,-1 0 0 0 0,1 0 0 0 0,-1 0 1 0 0,0-1-1 0 0,7-6 0 0 0,25-24 14 0 0,71-77 131 0 0,-97 99-139 0 0,-1-1 0 0 0,0-1 0 0 0,-1 0 0 0 0,0 0 0 0 0,-1 0-1 0 0,-1-1 1 0 0,9-27 0 0 0,-5 22 209 0 0,-8 17-195 0 0,-1 1 0 0 0,0-1 1 0 0,0 1-1 0 0,0-1 1 0 0,0 0-1 0 0,0 1 0 0 0,-1-1 1 0 0,1 0-1 0 0,0 0 0 0 0,-1 1 1 0 0,1-1-1 0 0,-1-3 1 0 0,-1 6-8 0 0,0-1 1 0 0,0 0-1 0 0,0 0 1 0 0,-1 1-1 0 0,1-1 1 0 0,0 0 0 0 0,0 1-1 0 0,0 0 1 0 0,0-1-1 0 0,0 1 1 0 0,0-1-1 0 0,0 1 1 0 0,-1 1 0 0 0,-9 11-7 0 0,1 1 1 0 0,0 1 0 0 0,1 0 0 0 0,0 0-1 0 0,-6 17 1 0 0,7-16-17 0 0,-20 58 113 0 0,27-73-111 0 0,1 0-1 0 0,-1 0 1 0 0,1 0 0 0 0,-1 0 0 0 0,1 0-1 0 0,-1 1 1 0 0,1-1 0 0 0,0 0 0 0 0,0 0-1 0 0,0 1 1 0 0,0-1 0 0 0,-1 0 0 0 0,2 0-1 0 0,-1 1 1 0 0,0-1 0 0 0,0 0-1 0 0,0 0 1 0 0,1 1 0 0 0,-1-1 0 0 0,0 0-1 0 0,2 2 1 0 0,-1-2 0 0 0,0 0 0 0 0,-1 0 0 0 0,1 0 0 0 0,0 0 0 0 0,1-1 0 0 0,-1 1-1 0 0,0 0 1 0 0,0-1 0 0 0,0 1 0 0 0,0-1 0 0 0,0 1 0 0 0,1-1 0 0 0,-1 0 0 0 0,0 0 0 0 0,0 1-1 0 0,1-1 1 0 0,1 0 0 0 0,3 0 7 0 0,1 0-1 0 0,-1-1 1 0 0,1 0-1 0 0,-1 0 1 0 0,0 0-1 0 0,1-1 1 0 0,7-3-1 0 0,17-8 57 0 0,34-20-1 0 0,-56 26-51 0 0,0-1-1 0 0,0 0 1 0 0,-1-1-1 0 0,0 0 0 0 0,0 0 1 0 0,-1 0-1 0 0,-1-1 1 0 0,1 0-1 0 0,5-14 0 0 0,1-13 24 0 0,-12 33-13 0 0,1-1 0 0 0,-1 0 0 0 0,0 0-1 0 0,1 1 1 0 0,0-1 0 0 0,0 1 0 0 0,1 0-1 0 0,-1 0 1 0 0,1-1 0 0 0,0 1 0 0 0,0 1 0 0 0,0-1-1 0 0,0 0 1 0 0,6-3 0 0 0,-9 7-17 0 0,0 0 0 0 0,0 0 0 0 0,0 0 0 0 0,0 0 1 0 0,1 0-1 0 0,-1 0 0 0 0,0 0 0 0 0,0 0 0 0 0,0 0 0 0 0,0 0 0 0 0,1 0 1 0 0,-1 0-1 0 0,0 0 0 0 0,0 0 0 0 0,0 0 0 0 0,0 1 0 0 0,0-1 0 0 0,1 0 1 0 0,-1 0-1 0 0,0 0 0 0 0,0 0 0 0 0,0 0 0 0 0,0 0 0 0 0,0 0 1 0 0,0 1-1 0 0,0-1 0 0 0,1 0 0 0 0,-1 0 0 0 0,0 0 0 0 0,0 0 0 0 0,0 1 1 0 0,0-1-1 0 0,0 0 0 0 0,0 0 0 0 0,0 0 0 0 0,0 0 0 0 0,0 1 0 0 0,0-1 1 0 0,0 0-1 0 0,0 0 0 0 0,0 0 0 0 0,0 0 0 0 0,0 1 0 0 0,0-1 0 0 0,1 17 27 0 0,-2 18-33 0 0,-9 23 45 0 0,-1 15-458 0 0,8-23-4299 0 0,3-48 3227 0 0,3 1-470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1"/>
    </inkml:context>
    <inkml:brush xml:id="br0">
      <inkml:brushProperty name="width" value="0.05" units="cm"/>
      <inkml:brushProperty name="height" value="0.05" units="cm"/>
    </inkml:brush>
  </inkml:definitions>
  <inkml:trace contextRef="#ctx0" brushRef="#br0">141 595 13123 0 0,'0'0'308'0'0,"-5"8"708"0"0,-27 55 108 0 0,4 3 1 0 0,2 0-1 0 0,-19 78 0 0 0,40-118-811 0 0,5-26-310 0 0,0 0 1 0 0,1 0-1 0 0,-1 0 0 0 0,0 0 1 0 0,0 0-1 0 0,1 0 0 0 0,-1 0 1 0 0,0 0-1 0 0,0 0 0 0 0,0 0 1 0 0,1 0-1 0 0,-1 0 0 0 0,0 0 0 0 0,0 0 1 0 0,1 0-1 0 0,-1 0 0 0 0,0 0 1 0 0,0 0-1 0 0,0 0 0 0 0,1 0 1 0 0,-1-1-1 0 0,0 1 0 0 0,0 0 0 0 0,0 0 1 0 0,1 0-1 0 0,-1 0 0 0 0,0 0 1 0 0,0-1-1 0 0,0 1 0 0 0,0 0 1 0 0,1 0-1 0 0,-1 0 0 0 0,0-1 1 0 0,0 1-1 0 0,0 0 0 0 0,0 0 0 0 0,0 0 1 0 0,0-1-1 0 0,0 1 0 0 0,0 0 1 0 0,0 0-1 0 0,0 0 0 0 0,0-1 1 0 0,0 1-1 0 0,27-45 37 0 0,-23 38-41 0 0,109-201 92 0 0,-101 179-101 0 0,-11 24 1 0 0,1 1 0 0 0,-1 0 0 0 0,1 0-1 0 0,0 0 1 0 0,0 0 0 0 0,1 0-1 0 0,-1 0 1 0 0,5-4 0 0 0,11-13-159 0 0,-15 17-148 0 0,0-1 1 0 0,0 1-1 0 0,1 0 0 0 0,-1 1 0 0 0,1-1 0 0 0,0 1 0 0 0,0 0 0 0 0,0 0 0 0 0,1 0 0 0 0,-1 0 0 0 0,0 1 0 0 0,10-4 1 0 0,6-3-1567 0 0,0 0-798 0 0,-19 9 2652 0 0,0 0 0 0 0,-1 1 0 0 0,1-1 1 0 0,0 0-1 0 0,0 0 0 0 0,-1 0 0 0 0,1 0 0 0 0,0 1 1 0 0,-1-1-1 0 0,1 0 0 0 0,0 1 0 0 0,-1-1 1 0 0,1 0-1 0 0,-1 1 0 0 0,1-1 0 0 0,0 1 0 0 0,-1-1 1 0 0,1 1-1 0 0,-1-1 0 0 0,1 1 0 0 0,-1-1 0 0 0,0 1 1 0 0,1 0-1 0 0,-1-1 0 0 0,0 1 0 0 0,1 0 0 0 0,-1-1 1 0 0,1 2-1 0 0,3 9 410 0 0,0-1 1 0 0,-1 1 0 0 0,0 0-1 0 0,-1 0 1 0 0,0 0-1 0 0,0 1 1 0 0,-2-1 0 0 0,1 0-1 0 0,-2 15 1 0 0,-3 10 1097 0 0,-12 55 0 0 0,-1 1 760 0 0,16-77-1415 0 0,6-18-502 0 0,8-26-330 0 0,-10 22 51 0 0,1 0-32 0 0,0 0-1 0 0,1 0 1 0 0,0 0-1 0 0,9-9 1 0 0,9-13-6 0 0,12-25-12 0 0,-17 26-21 0 0,39-50 0 0 0,-49 69 18 0 0,0 1 0 0 0,1 0-1 0 0,-1 1 1 0 0,1 0 0 0 0,1 0-1 0 0,0 1 1 0 0,-1 0 0 0 0,2 1-1 0 0,14-7 1 0 0,19 2 2 0 0,-36 8 4 0 0,1 1 0 0 0,-1-1 0 0 0,1-1 0 0 0,-1 0 0 0 0,11-5 0 0 0,-8 3 24 0 0,0 1 1 0 0,0 0-1 0 0,0 0 1 0 0,0 2 0 0 0,1-1-1 0 0,-1 1 1 0 0,1 1-1 0 0,-1 0 1 0 0,18 1 0 0 0,-29 0-14 0 0,1 0 1 0 0,-1 0 0 0 0,0 0 0 0 0,1 0 0 0 0,-1 0-1 0 0,1 0 1 0 0,-1 0 0 0 0,1 0 0 0 0,-1 0 0 0 0,1 0-1 0 0,-1-1 1 0 0,1 1 0 0 0,-1 0 0 0 0,1 0 0 0 0,-1 0-1 0 0,0 0 1 0 0,1-1 0 0 0,-1 1 0 0 0,1 0 0 0 0,-1 0-1 0 0,0-1 1 0 0,1 1 0 0 0,-1 0 0 0 0,0-1 0 0 0,1 1-1 0 0,-1-1 1 0 0,0 1 0 0 0,0 0 0 0 0,1-1 0 0 0,-1 1-1 0 0,0-1 1 0 0,0 1 0 0 0,0 0 0 0 0,0-1 0 0 0,1 1-1 0 0,-1-1 1 0 0,0 1 0 0 0,0-1 0 0 0,0 1 0 0 0,0-1-1 0 0,0 1 1 0 0,0-1 0 0 0,0 1 0 0 0,0-1 0 0 0,0 1-1 0 0,0-1 1 0 0,-1 1 0 0 0,1-2-5 0 0,0 1 1 0 0,-1 0-1 0 0,1 0 1 0 0,-1 0-1 0 0,0-1 0 0 0,1 1 1 0 0,-1 0-1 0 0,0 0 1 0 0,1 0-1 0 0,-1 0 1 0 0,0 0-1 0 0,0 0 0 0 0,0 1 1 0 0,0-1-1 0 0,0 0 1 0 0,-2-1-1 0 0,-1 1 3 0 0,1-1-1 0 0,-1 1 0 0 0,0 0 1 0 0,0 0-1 0 0,0 0 1 0 0,0 1-1 0 0,0 0 1 0 0,0-1-1 0 0,0 1 1 0 0,0 1-1 0 0,0-1 1 0 0,0 1-1 0 0,0-1 0 0 0,0 1 1 0 0,0 0-1 0 0,0 0 1 0 0,1 1-1 0 0,-1-1 1 0 0,0 1-1 0 0,1 0 1 0 0,-1 0-1 0 0,1 0 0 0 0,-1 1 1 0 0,1-1-1 0 0,0 1 1 0 0,0-1-1 0 0,0 1 1 0 0,1 0-1 0 0,-1 0 1 0 0,-2 5-1 0 0,-8 15-5 0 0,1 1 1 0 0,2 1-1 0 0,0-1 0 0 0,2 1 1 0 0,1 1-1 0 0,-6 37 0 0 0,12-60-5 0 0,0-1 0 0 0,0 1-1 0 0,0 0 1 0 0,0 0 0 0 0,0 0-1 0 0,-1-1 1 0 0,-1 4 0 0 0,1-5 1 0 0,1 1 1 0 0,0-1 0 0 0,0 0-1 0 0,0 1 1 0 0,0-1 0 0 0,1 0 0 0 0,-1 1-1 0 0,0 0 1 0 0,1-1 0 0 0,-1 1-1 0 0,0-1 1 0 0,1 1 0 0 0,0 0-1 0 0,-1-1 1 0 0,1 1 0 0 0,0 0 0 0 0,0-1-1 0 0,0 1 1 0 0,0 0 0 0 0,0-1-1 0 0,1 1 1 0 0,-1 0 0 0 0,0-1-1 0 0,1 1 1 0 0,0 2 0 0 0,2-2 1 0 0,0-1 0 0 0,0 1 0 0 0,0 0 0 0 0,0-1 0 0 0,0 0 0 0 0,1 0 1 0 0,-1 0-1 0 0,0 0 0 0 0,0 0 0 0 0,1-1 0 0 0,-1 0 0 0 0,1 1 0 0 0,-1-1 0 0 0,6-1 0 0 0,2 0 2 0 0,-1 0 0 0 0,0-1 0 0 0,-1 0 0 0 0,1 0 0 0 0,0-1 0 0 0,0-1 0 0 0,-1 0 0 0 0,0 0 0 0 0,9-6 0 0 0,33-13-4 0 0,-41 20 1 0 0,0-1 1 0 0,-1 0-1 0 0,1 0 0 0 0,-1-1 0 0 0,0-1 0 0 0,-1 1 1 0 0,1-1-1 0 0,-1-1 0 0 0,0 0 0 0 0,-1 0 1 0 0,12-14-1 0 0,-4 0 18 0 0,16-30 0 0 0,10-14 156 0 0,-70 134-235 0 0,10-40 60 0 0,13-21 9 0 0,1-1 0 0 0,0 1 0 0 0,1 0 0 0 0,-1 0 0 0 0,2 0 0 0 0,-1 0 0 0 0,-2 10 0 0 0,-1-2 29 0 0,6-14-27 0 0,0-1 1 0 0,0 1-1 0 0,0-1 0 0 0,0 1 1 0 0,0 0-1 0 0,1-1 1 0 0,-1 1-1 0 0,0 0 0 0 0,1-1 1 0 0,0 1-1 0 0,-1 0 0 0 0,1 0 1 0 0,0 0-1 0 0,0 0 0 0 0,0-1 1 0 0,0 1-1 0 0,0 0 0 0 0,1 2 1 0 0,-1-4-10 0 0,1 1 0 0 0,0 0 0 0 0,0-1 0 0 0,0 1 1 0 0,0-1-1 0 0,0 1 0 0 0,0-1 0 0 0,0 0 0 0 0,0 1 0 0 0,0-1 0 0 0,0 0 1 0 0,0 0-1 0 0,0 0 0 0 0,0 0 0 0 0,0 0 0 0 0,0 0 0 0 0,0 0 0 0 0,0 0 1 0 0,2 0-1 0 0,21-4-6 0 0,-23 4 7 0 0,17-6 6 0 0,-1 0 0 0 0,1 0 1 0 0,-1-2-1 0 0,-1 0 0 0 0,0-1 0 0 0,0-1 0 0 0,0 0 1 0 0,16-15-1 0 0,-18 15-27 0 0,1 1 0 0 0,29-12 0 0 0,-14 7 20 0 0,-24 11 5 0 0,1 1 0 0 0,-1 1 0 0 0,1-1 0 0 0,0 1 0 0 0,-1 0 0 0 0,1 1 0 0 0,0-1 0 0 0,0 1 0 0 0,0 1 0 0 0,0-1 0 0 0,12 4 0 0 0,-11-3-3 0 0,-1 0-1 0 0,1 0 0 0 0,0 0 1 0 0,-1-1-1 0 0,1 0 0 0 0,0-1 1 0 0,-1 0-1 0 0,1 0 0 0 0,8-3 1 0 0,-10 2 3 0 0,0-1 1 0 0,0 1-1 0 0,0-2 1 0 0,0 1-1 0 0,0-1 1 0 0,-1 1-1 0 0,0-1 0 0 0,1-1 1 0 0,-2 1-1 0 0,1-1 1 0 0,0 0-1 0 0,-1 0 1 0 0,0 0-1 0 0,0-1 1 0 0,5-11-1 0 0,-1-1 20 0 0,-1-1 1 0 0,0 0-1 0 0,6-39 0 0 0,-11 48-20 0 0,22-87-27 0 0,-12 53 65 0 0,-2-2 0 0 0,8-82 0 0 0,-17 121-37 0 0,0 1 1 0 0,0-1-1 0 0,1 1 0 0 0,4-12 1 0 0,-4 12-7 0 0,0 0 0 0 0,0 1 0 0 0,0-1 0 0 0,-1 0 0 0 0,0 0 0 0 0,0-6 0 0 0,-1 12 5 0 0,0 0 0 0 0,0 0 0 0 0,0 0 0 0 0,-1 0 0 0 0,1 0 0 0 0,0 0 0 0 0,0 0 0 0 0,0 0 0 0 0,0 0 1 0 0,0 0-1 0 0,-1 0 0 0 0,1 0 0 0 0,0 1 0 0 0,0-1 0 0 0,0 0 0 0 0,0 0 0 0 0,0 0 0 0 0,-1 0 0 0 0,1 0 1 0 0,0 0-1 0 0,0 0 0 0 0,0 0 0 0 0,0-1 0 0 0,0 1 0 0 0,-1 0 0 0 0,1 0 0 0 0,0 0 0 0 0,0 0 1 0 0,0 0-1 0 0,0 0 0 0 0,0 0 0 0 0,0 0 0 0 0,-1 0 0 0 0,1 0 0 0 0,0 0 0 0 0,0 0 0 0 0,0-1 0 0 0,0 1 1 0 0,0 0-1 0 0,0 0 0 0 0,0 0 0 0 0,0 0 0 0 0,-1 0 0 0 0,1 0 0 0 0,0-1 0 0 0,0 1 0 0 0,0 0 0 0 0,0 0 1 0 0,0 0-1 0 0,0 0 0 0 0,0-1 0 0 0,-9 17 73 0 0,8-13-73 0 0,-6 12 29 0 0,1 1-1 0 0,0-1 1 0 0,-3 17-1 0 0,5-14 48 0 0,-1 0 1 0 0,-15 32-1 0 0,10-31-3 0 0,1 1 0 0 0,0 0 0 0 0,2 0 0 0 0,1 1 0 0 0,0 0 0 0 0,2 0-1 0 0,-4 39 1 0 0,7-46-37 0 0,1 0 0 0 0,1-1 0 0 0,0 1 0 0 0,1 0-1 0 0,0-1 1 0 0,1 0 0 0 0,0 1 0 0 0,1-1-1 0 0,1 0 1 0 0,0-1 0 0 0,1 1 0 0 0,0-1 0 0 0,12 17-1 0 0,-15-25-12 0 0,1 0 0 0 0,-1 0 0 0 0,1 0 0 0 0,0 0 0 0 0,0-1 0 0 0,0 1 0 0 0,6 2 0 0 0,-9-5-159 0 0,1 0-1 0 0,0 0 1 0 0,-1 0 0 0 0,1 0-1 0 0,0 0 1 0 0,-1-1 0 0 0,1 1 0 0 0,0-1-1 0 0,0 1 1 0 0,0-1 0 0 0,0 0-1 0 0,0 0 1 0 0,0 1 0 0 0,-1-1 0 0 0,1-1-1 0 0,0 1 1 0 0,0 0 0 0 0,0 0-1 0 0,0-1 1 0 0,0 1 0 0 0,-1-1 0 0 0,1 0-1 0 0,2 0 1 0 0,-1-1-133 0 0,-1 0 0 0 0,0 0 0 0 0,0 0 0 0 0,-1 0 0 0 0,1 0 0 0 0,0 0 0 0 0,-1-1 0 0 0,1 1 0 0 0,-1 0 0 0 0,0-1 0 0 0,1 1 0 0 0,-1-1 0 0 0,-1 0 0 0 0,1 1 0 0 0,0-1 0 0 0,0-3 0 0 0,0-2-979 0 0,0 0 0 0 0,0 1-1 0 0,-1-1 1 0 0,0-12 0 0 0,-3 3-2084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2"/>
    </inkml:context>
    <inkml:brush xml:id="br0">
      <inkml:brushProperty name="width" value="0.05" units="cm"/>
      <inkml:brushProperty name="height" value="0.05" units="cm"/>
    </inkml:brush>
  </inkml:definitions>
  <inkml:trace contextRef="#ctx0" brushRef="#br0">2 28 12291 0 0,'-1'0'4397'0'0,"32"-1"-3826"0"0,35-7 1 0 0,2 0-509 0 0,23 3-124 0 0,-19 1-3233 0 0,-51 2-795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3"/>
    </inkml:context>
    <inkml:brush xml:id="br0">
      <inkml:brushProperty name="width" value="0.05" units="cm"/>
      <inkml:brushProperty name="height" value="0.05" units="cm"/>
    </inkml:brush>
  </inkml:definitions>
  <inkml:trace contextRef="#ctx0" brushRef="#br0">112 191 8954 0 0,'-5'-67'5469'0'0,"3"84"-4797"0"0,-1 0 0 0 0,-8 29-1 0 0,1-6-327 0 0,4-18-8 0 0,0 0 0 0 0,-1-1 0 0 0,-1 0 1 0 0,-1 0-1 0 0,-15 24 0 0 0,22-42-264 0 0,-12 23 196 0 0,14-25-235 0 0,-1 0 0 0 0,0 1 0 0 0,1-1 0 0 0,-1 0-1 0 0,1 1 1 0 0,-1-1 0 0 0,1 0 0 0 0,0 1 0 0 0,0-1 0 0 0,0 1 0 0 0,-1-1 0 0 0,1 1-1 0 0,1-1 1 0 0,-1 4 0 0 0,1-5-28 0 0,-1 0-1 0 0,0 0 1 0 0,1 0 0 0 0,-1 0-1 0 0,1 0 1 0 0,-1 0-1 0 0,1 0 1 0 0,-1 0 0 0 0,1-1-1 0 0,-1 1 1 0 0,0 0-1 0 0,1 0 1 0 0,-1 0 0 0 0,1 0-1 0 0,-1-1 1 0 0,0 1-1 0 0,1 0 1 0 0,-1 0 0 0 0,1-1-1 0 0,-1 1 1 0 0,0 0 0 0 0,1-1-1 0 0,-1 1 1 0 0,0 0-1 0 0,0-1 1 0 0,1 1 0 0 0,-1 0-1 0 0,0-1 1 0 0,11-11-3 0 0,0-5 19 0 0,-1 0-1 0 0,7-19 0 0 0,-9 19-15 0 0,0 0-1 0 0,19-26 1 0 0,-5 13-3 0 0,-7 8 4 0 0,2 1 1 0 0,0 0-1 0 0,1 1 0 0 0,24-20 0 0 0,-41 40-5 0 0,-1-1-1 0 0,1 0 0 0 0,-1 1 0 0 0,1-1 1 0 0,0 1-1 0 0,-1-1 0 0 0,1 1 0 0 0,0-1 1 0 0,-1 1-1 0 0,1-1 0 0 0,0 1 1 0 0,0 0-1 0 0,0-1 0 0 0,-1 1 0 0 0,1 0 1 0 0,0 0-1 0 0,0 0 0 0 0,0-1 1 0 0,-1 1-1 0 0,1 0 0 0 0,0 0 0 0 0,0 0 1 0 0,0 1-1 0 0,0-1 0 0 0,0 0 0 0 0,-1 0 1 0 0,1 0-1 0 0,0 0 0 0 0,0 1 1 0 0,0-1-1 0 0,-1 0 0 0 0,1 1 0 0 0,1 0 1 0 0,-1 1 1 0 0,0-1-1 0 0,0 1 1 0 0,0 0 0 0 0,0 0 0 0 0,0 0 0 0 0,0 0 0 0 0,0 0-1 0 0,-1 0 1 0 0,1 0 0 0 0,-1 0 0 0 0,0 1 0 0 0,1 2 0 0 0,0 8 14 0 0,-1 0 0 0 0,-1 0 1 0 0,-3 21-1 0 0,-5 2 193 0 0,6-28-84 0 0,1 1 0 0 0,0 0 0 0 0,0 0 1 0 0,-1 16-1 0 0,3-25-121 0 0,1 0 1 0 0,-1 1 0 0 0,1-1 0 0 0,-1 0-1 0 0,1 0 1 0 0,-1 0 0 0 0,0 0-1 0 0,1 0 1 0 0,-1 1 0 0 0,1-1-1 0 0,-1 0 1 0 0,1 0 0 0 0,-1 0-1 0 0,1 0 1 0 0,-1 0 0 0 0,0 0-1 0 0,1 0 1 0 0,-1-1 0 0 0,1 1-1 0 0,-1 0 1 0 0,1 0 0 0 0,-1 0-1 0 0,0 0 1 0 0,1-1 0 0 0,-1 1-1 0 0,1 0 1 0 0,-1 0 0 0 0,0 0 0 0 0,1-1-1 0 0,-1 1 1 0 0,0 0 0 0 0,1-1-1 0 0,-1 1 1 0 0,4-2 9 0 0,-1 0-11 0 0,1 1 1 0 0,-1-1-1 0 0,0 0 0 0 0,0 0 0 0 0,0 0 0 0 0,0-1 1 0 0,0 1-1 0 0,-1-1 0 0 0,1 1 0 0 0,2-4 0 0 0,25-37 52 0 0,-8 12-6 0 0,-8 13-9 0 0,71-85 93 0 0,-70 87-88 0 0,1 0 1 0 0,0 1-1 0 0,35-24 1 0 0,-49 38-17 0 0,-1-1 0 0 0,1 1 0 0 0,0 0 0 0 0,0 0 0 0 0,0 0 0 0 0,0 0 0 0 0,0 0 0 0 0,0 1 0 0 0,0-1 0 0 0,0 1 0 0 0,4-1 0 0 0,-5 1-21 0 0,0 0 0 0 0,0 1 0 0 0,0-1 0 0 0,0 1 0 0 0,0-1 1 0 0,0 1-1 0 0,0 0 0 0 0,0-1 0 0 0,-1 1 0 0 0,1 0 0 0 0,0 0 0 0 0,0-1 0 0 0,-1 1 0 0 0,1 0 0 0 0,-1 0 1 0 0,1 0-1 0 0,0 0 0 0 0,-1 0 0 0 0,0 0 0 0 0,1 0 0 0 0,-1 0 0 0 0,0 0 0 0 0,1 2 0 0 0,1 3 7 0 0,0 1 0 0 0,0-1 1 0 0,-1 1-1 0 0,0 0 0 0 0,-1-1 0 0 0,1 1 0 0 0,-1 0 0 0 0,0 0 0 0 0,-1 0 0 0 0,0 6 0 0 0,-4 7-183 0 0,-12 37 0 0 0,2-10-2401 0 0,13-36-977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4"/>
    </inkml:context>
    <inkml:brush xml:id="br0">
      <inkml:brushProperty name="width" value="0.05" units="cm"/>
      <inkml:brushProperty name="height" value="0.05" units="cm"/>
    </inkml:brush>
  </inkml:definitions>
  <inkml:trace contextRef="#ctx0" brushRef="#br0">165 1 15019 0 0,'0'0'290'0'0,"0"0"-143"0"0,-1 0 1 0 0,0 1-1 0 0,0-1 1 0 0,0 0 0 0 0,1 1-1 0 0,-1-1 1 0 0,0 1 0 0 0,0-1-1 0 0,1 1 1 0 0,-1-1-1 0 0,0 1 1 0 0,1-1 0 0 0,-1 1-1 0 0,1-1 1 0 0,-2 2-1 0 0,-68 124 1798 0 0,51-90-1798 0 0,13-23-111 0 0,-2 1 1 0 0,-14 20-1 0 0,8-9-844 0 0,4-6-3324 0 0,7-14 1052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5"/>
    </inkml:context>
    <inkml:brush xml:id="br0">
      <inkml:brushProperty name="width" value="0.05" units="cm"/>
      <inkml:brushProperty name="height" value="0.05" units="cm"/>
    </inkml:brush>
  </inkml:definitions>
  <inkml:trace contextRef="#ctx0" brushRef="#br0">38 192 14091 0 0,'-1'-7'156'0'0,"1"0"1"0"0,-1 0-1 0 0,-4-13 0 0 0,3 13-270 0 0,0 0 0 0 0,1 0-1 0 0,-1-14 1 0 0,2 21 113 0 0,0 0 0 0 0,0 0-1 0 0,0 0 1 0 0,0 0 0 0 0,0 0 0 0 0,0 1-1 0 0,0-1 1 0 0,0 0 0 0 0,0 0 0 0 0,0 0-1 0 0,0 0 1 0 0,1 0 0 0 0,-1 0 0 0 0,0 0 0 0 0,0 0-1 0 0,0 0 1 0 0,0 1 0 0 0,0-1 0 0 0,0 0-1 0 0,0 0 1 0 0,0 0 0 0 0,1 0 0 0 0,-1 0-1 0 0,0 0 1 0 0,0 0 0 0 0,0 0 0 0 0,0 0-1 0 0,0 0 1 0 0,0 0 0 0 0,1 0 0 0 0,-1 0 0 0 0,0 0-1 0 0,0 0 1 0 0,0 0 0 0 0,0 0 0 0 0,0 0-1 0 0,0 0 1 0 0,1 0 0 0 0,-1 0 0 0 0,0 0-1 0 0,0 0 1 0 0,0 0 0 0 0,0 0 0 0 0,0 0-1 0 0,0-1 1 0 0,0 1 0 0 0,1 0 0 0 0,-1 0 0 0 0,0 0-1 0 0,0 0 1 0 0,0 0 0 0 0,0 0 0 0 0,0 0-1 0 0,0 0 1 0 0,0 0 0 0 0,0-1 0 0 0,0 1-1 0 0,0 0 1 0 0,0 0 0 0 0,0 0 0 0 0,8 10-47 0 0,-1 4 288 0 0,-1 1 0 0 0,0-1 0 0 0,-1 1 0 0 0,0 0-1 0 0,-1 0 1 0 0,-1 1 0 0 0,0-1 0 0 0,-1 1 0 0 0,-1-1 0 0 0,-1 1-1 0 0,0 0 1 0 0,-1-1 0 0 0,0 1 0 0 0,-2 0 0 0 0,1-1-1 0 0,-2 0 1 0 0,0 0 0 0 0,-1 0 0 0 0,-1 0 0 0 0,0-1 0 0 0,-1 0-1 0 0,-13 22 1 0 0,7-21 519 0 0,6-11-534 0 0,7-11-22 0 0,13-26-182 0 0,1 1 0 0 0,36-60 0 0 0,-43 80-20 0 0,9-26-5 0 0,-14 31-23 0 0,1 0 0 0 0,0 0 0 0 0,0 0 0 0 0,5-9 0 0 0,-3 9-336 0 0,0 0-1 0 0,0 0 0 0 0,0 1 0 0 0,0-1 0 0 0,1 1 0 0 0,0 0 1 0 0,1 1-1 0 0,-1 0 0 0 0,1 0 0 0 0,0 0 0 0 0,0 1 0 0 0,1 0 0 0 0,-1 0 1 0 0,1 1-1 0 0,0 0 0 0 0,14-4 0 0 0,9-3-2356 0 0,-28 8 2148 0 0,0 0 1 0 0,0 1-1 0 0,0 0 1 0 0,0 0-1 0 0,0 0 1 0 0,0 0 0 0 0,1 0-1 0 0,-1 1 1 0 0,0 0-1 0 0,1-1 1 0 0,-1 1 0 0 0,0 0-1 0 0,1 1 1 0 0,4 0-1 0 0,-2 4-206 0 0,4 10 4976 0 0,0 14 2750 0 0,-8-19-6544 0 0,0 1-1 0 0,-1-1 1 0 0,0 0 0 0 0,-1 0 0 0 0,-1 1-1 0 0,1-1 1 0 0,-2 0 0 0 0,1 0 0 0 0,-4 12 0 0 0,0-7-77 0 0,0 1 1 0 0,-1 0 0 0 0,0-1 0 0 0,-1 0 0 0 0,-10 14 0 0 0,7-6 116 0 0,9-19-364 0 0,-1-1-1 0 0,1 1 0 0 0,0-1 0 0 0,-1 1 0 0 0,0-1 0 0 0,0 0 1 0 0,0 0-1 0 0,0 1 0 0 0,0-1 0 0 0,-1-1 0 0 0,1 1 1 0 0,-5 3-1 0 0,17-25-23 0 0,-4 6-31 0 0,9-9-21 0 0,2 0-1 0 0,26-27 1 0 0,11-13 0 0 0,-35 37-14 0 0,34-34 1 0 0,-46 52-3 0 0,0 1 0 0 0,0 0 1 0 0,0 1-1 0 0,1-1 1 0 0,0 1-1 0 0,0 1 1 0 0,1 0-1 0 0,-1 0 1 0 0,16-5-1 0 0,42-21 52 0 0,-65 30-33 0 0,0 0 0 0 0,0 0-1 0 0,0 0 1 0 0,1 0 0 0 0,-1 0 0 0 0,0 1-1 0 0,0-1 1 0 0,0 0 0 0 0,1 0-1 0 0,-1 1 1 0 0,0-1 0 0 0,0 1 0 0 0,0-1-1 0 0,0 1 1 0 0,0 0 0 0 0,0-1 0 0 0,0 1-1 0 0,0 0 1 0 0,0 0 0 0 0,0-1-1 0 0,0 1 1 0 0,-1 0 0 0 0,2 2 0 0 0,0-2 10 0 0,-2 0-29 0 0,0-1 40 0 0,-2 3-37 0 0,0 1-1 0 0,0-1 1 0 0,1 0-1 0 0,0 1 1 0 0,-1-1 0 0 0,0 6-1 0 0,2-7 9 0 0,-7 18-8 0 0,1 0 0 0 0,1 0-1 0 0,1 1 1 0 0,1 0 0 0 0,0 31-1 0 0,3-51 12 0 0,0-1 0 0 0,0 1 0 0 0,1 0 0 0 0,-1 0 0 0 0,0 0 0 0 0,1 0 1 0 0,-1 0-1 0 0,1 0 0 0 0,-1-1 0 0 0,1 1 0 0 0,-1 0 0 0 0,1 0 0 0 0,0-1 0 0 0,-1 1 0 0 0,1 0 0 0 0,0-1 0 0 0,0 1 0 0 0,-1-1 0 0 0,1 1 0 0 0,0-1 0 0 0,0 1 0 0 0,0-1 0 0 0,0 1 0 0 0,0-1 0 0 0,0 0 0 0 0,0 0 1 0 0,-1 1-1 0 0,1-1 0 0 0,0 0 0 0 0,0 0 0 0 0,0 0 0 0 0,0 0 0 0 0,0 0 0 0 0,0 0 0 0 0,0 0 0 0 0,1-1 0 0 0,3 1 7 0 0,-1 0-1 0 0,1-1 1 0 0,0 1-1 0 0,-1-1 1 0 0,1 0 0 0 0,4-2-1 0 0,-5 1-2 0 0,0 0 1 0 0,0 0-1 0 0,-1 0 0 0 0,1-1 0 0 0,-1 1 0 0 0,0-1 0 0 0,1 1 1 0 0,-1-1-1 0 0,-1 0 0 0 0,1-1 0 0 0,3-4 0 0 0,0-1 18 0 0,-1-1 0 0 0,0 1 0 0 0,3-13-1 0 0,1 0 4 0 0,1-2-24 0 0,-3 4-18 0 0,2 1 0 0 0,17-30 0 0 0,-23 44 9 0 0,-1 1 1 0 0,1 0-1 0 0,1 0 1 0 0,-1 0-1 0 0,0 1 0 0 0,1-1 1 0 0,0 1-1 0 0,0-1 1 0 0,0 1-1 0 0,0 1 0 0 0,0-1 1 0 0,1 0-1 0 0,-1 1 1 0 0,1 0-1 0 0,0 0 0 0 0,6-1 1 0 0,6-4-3 0 0,7-1-123 0 0,-23 8 128 0 0,0 0 0 0 0,1 0 1 0 0,-1 0-1 0 0,0 1 0 0 0,0-1 0 0 0,0 0 1 0 0,0 0-1 0 0,0 1 0 0 0,0-1 0 0 0,0 0 1 0 0,0 1-1 0 0,0-1 0 0 0,-1 1 0 0 0,1 0 0 0 0,0-1 1 0 0,0 1-1 0 0,0 0 0 0 0,0-1 0 0 0,-1 1 1 0 0,1 0-1 0 0,0 0 0 0 0,-1 0 0 0 0,2 1 1 0 0,1 5 2 0 0,0-1 1 0 0,0 1 0 0 0,-1 0 0 0 0,0 0 0 0 0,0 0 0 0 0,1 11-1 0 0,-1-9 2 0 0,-1-1 0 0 0,2 1 0 0 0,-1-1 0 0 0,1 1 0 0 0,4 8 0 0 0,21 61 191 0 0,-27-78-183 0 0,-1 1 0 0 0,0 0 0 0 0,1-1 0 0 0,-1 1 0 0 0,1-1 0 0 0,-1 1 0 0 0,1-1-1 0 0,-1 1 1 0 0,1-1 0 0 0,-1 0 0 0 0,1 1 0 0 0,0-1 0 0 0,-1 0 0 0 0,1 1 0 0 0,0-1 0 0 0,-1 0 0 0 0,1 0-1 0 0,0 0 1 0 0,-1 1 0 0 0,1-1 0 0 0,0 0 0 0 0,-1 0 0 0 0,1 0 0 0 0,0 0 0 0 0,-1 0 0 0 0,1 0 0 0 0,0 0-1 0 0,-1 0 1 0 0,1-1 0 0 0,1 1 0 0 0,23-10 85 0 0,-13 5-46 0 0,-7 3-34 0 0,0 1-1 0 0,0-1 1 0 0,0-1 0 0 0,-1 1-1 0 0,1-1 1 0 0,-1 0-1 0 0,1 0 1 0 0,-1 0 0 0 0,4-4-1 0 0,32-39 78 0 0,-31 35-73 0 0,-1 1 0 0 0,1 0 0 0 0,1 1 0 0 0,10-9 0 0 0,-9 10-3 0 0,2-2 12 0 0,0 0-1 0 0,1 1 1 0 0,0 1 0 0 0,0 0-1 0 0,1 1 1 0 0,29-10 0 0 0,-4 3 221 0 0,-35 11-228 0 0,0 1-1 0 0,1-1 1 0 0,-1 2-1 0 0,1-1 0 0 0,-1 0 1 0 0,1 1-1 0 0,0 0 1 0 0,8 0-1 0 0,-14 1-83 0 0,1 0 0 0 0,0 0-1 0 0,-1 0 1 0 0,1 0 0 0 0,-1-1 0 0 0,1 2 0 0 0,0-1-1 0 0,-1 0 1 0 0,1 0 0 0 0,0 0 0 0 0,-1 0-1 0 0,1 0 1 0 0,-1 0 0 0 0,1 1 0 0 0,0-1-1 0 0,-1 0 1 0 0,1 0 0 0 0,-1 1 0 0 0,1-1-1 0 0,-1 0 1 0 0,1 1 0 0 0,-1-1 0 0 0,1 1-1 0 0,-1-1 1 0 0,0 1 0 0 0,1-1 0 0 0,-1 1 0 0 0,1 0-1 0 0,-1 0-244 0 0,0 0-1 0 0,0-1 1 0 0,-1 1-1 0 0,1 0 1 0 0,0-1-1 0 0,-1 1 1 0 0,1 0 0 0 0,0-1-1 0 0,-1 1 1 0 0,1-1-1 0 0,-1 1 1 0 0,1 0-1 0 0,-1-1 1 0 0,1 1-1 0 0,-1-1 1 0 0,1 0-1 0 0,-1 1 1 0 0,1-1-1 0 0,-1 1 1 0 0,0-1-1 0 0,1 0 1 0 0,-1 1-1 0 0,0-1 1 0 0,1 0 0 0 0,-2 0-1 0 0,-16 8-3925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6"/>
    </inkml:context>
    <inkml:brush xml:id="br0">
      <inkml:brushProperty name="width" value="0.05" units="cm"/>
      <inkml:brushProperty name="height" value="0.05" units="cm"/>
    </inkml:brush>
  </inkml:definitions>
  <inkml:trace contextRef="#ctx0" brushRef="#br0">13 24 16580 0 0,'0'0'0'0'0,"-2"0"0"0"0,1-1 40 0 0,-1-1-16 0 0,0 0 16 0 0,1 1-8 0 0,-1-1-32 0 0,1 1-16 0 0,-1-1-8 0 0,2 1 24 0 0,0-1-144 0 0,2 1-257 0 0,1-1-39 0 0,2 1-1360 0 0,13-4-2313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7"/>
    </inkml:context>
    <inkml:brush xml:id="br0">
      <inkml:brushProperty name="width" value="0.05" units="cm"/>
      <inkml:brushProperty name="height" value="0.05" units="cm"/>
    </inkml:brush>
  </inkml:definitions>
  <inkml:trace contextRef="#ctx0" brushRef="#br0">237 93 12315 0 0,'0'-10'1048'0'0,"1"0"0"0"0,0 0 1 0 0,1 1-1 0 0,0-1 1 0 0,0 1-1 0 0,8-18 1 0 0,-10 27-1001 0 0,0-1 0 0 0,0 1 0 0 0,0 0 0 0 0,0-1 1 0 0,1 1-1 0 0,-1-1 0 0 0,0 1 0 0 0,0 0 0 0 0,0-1 1 0 0,1 1-1 0 0,-1 0 0 0 0,0 0 0 0 0,0-1 1 0 0,1 1-1 0 0,-1 0 0 0 0,0-1 0 0 0,0 1 0 0 0,1 0 1 0 0,-1 0-1 0 0,0 0 0 0 0,1-1 0 0 0,-1 1 0 0 0,0 0 1 0 0,1 0-1 0 0,-1 0 0 0 0,1 0 0 0 0,-1 0 1 0 0,0-1-1 0 0,1 1 0 0 0,-1 0 0 0 0,1 0 0 0 0,6 10 550 0 0,0 20-409 0 0,-7-30-155 0 0,2 15 60 0 0,-1 0 1 0 0,0 0 0 0 0,-1 0-1 0 0,-1-1 1 0 0,-1 1 0 0 0,0 0-1 0 0,-7 25 1 0 0,0-11-24 0 0,-1-1 0 0 0,-24 49 1 0 0,14-28 8 0 0,16-37-114 0 0,0 0 1 0 0,-1-1-1 0 0,-10 18 0 0 0,-65 87-1748 0 0,19-45-2569 0 0,48-59 1939 0 0,1-4-462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8"/>
    </inkml:context>
    <inkml:brush xml:id="br0">
      <inkml:brushProperty name="width" value="0.05" units="cm"/>
      <inkml:brushProperty name="height" value="0.05" units="cm"/>
    </inkml:brush>
  </inkml:definitions>
  <inkml:trace contextRef="#ctx0" brushRef="#br0">0 214 12235 0 0,'0'0'288'0'0,"10"-7"440"0"0,51-16 402 0 0,0 1 1 0 0,96-18-1 0 0,17-6-164 0 0,-166 43-776 0 0,-5 2-65 0 0,-1 0 0 0 0,1 0 1 0 0,-1 0-1 0 0,1 0 1 0 0,-1 0-1 0 0,1 1 1 0 0,-1-1-1 0 0,1 1 0 0 0,0 0 1 0 0,-1 0-1 0 0,1 0 1 0 0,0 0-1 0 0,3 1 1 0 0,-5 0-119 0 0,0 1 1 0 0,-1-1 0 0 0,0 0-1 0 0,1 1 1 0 0,-1-1 0 0 0,0 0 0 0 0,1 1-1 0 0,-1-1 1 0 0,0 1 0 0 0,0-1 0 0 0,0 1-1 0 0,-1-1 1 0 0,1 0 0 0 0,0 1 0 0 0,0-1-1 0 0,-1 1 1 0 0,1-1 0 0 0,-1 2-1 0 0,0 0 12 0 0,-3 10 43 0 0,0 0-1 0 0,-10 19 1 0 0,-9 26 96 0 0,21-53-75 0 0,1-1 0 0 0,1 0 0 0 0,-1 0-1 0 0,0 1 1 0 0,1-1 0 0 0,0 0-1 0 0,0 1 1 0 0,1-1 0 0 0,-1 0 0 0 0,1 1-1 0 0,1 5 1 0 0,-1-8-52 0 0,0-1-1 0 0,0 0 1 0 0,0 1 0 0 0,0-1-1 0 0,0 0 1 0 0,0 0-1 0 0,0 0 1 0 0,0 0 0 0 0,0 0-1 0 0,0 0 1 0 0,1 0-1 0 0,-1 0 1 0 0,0 0 0 0 0,1 0-1 0 0,-1-1 1 0 0,1 1-1 0 0,1 0 1 0 0,27 6 108 0 0,-21-7-91 0 0,-1 0 0 0 0,1 0 0 0 0,0-1 0 0 0,-1 0 0 0 0,1-1 1 0 0,-1 0-1 0 0,0 0 0 0 0,1-1 0 0 0,-1 0 0 0 0,0-1 0 0 0,0 1 0 0 0,12-10 1 0 0,29-10 312 0 0,-45 22-325 0 0,-1-1 1 0 0,1 0 0 0 0,-1 0-1 0 0,1 0 1 0 0,-1-1 0 0 0,0 1 0 0 0,0-1-1 0 0,0 0 1 0 0,0 1 0 0 0,0-1 0 0 0,-1-1-1 0 0,1 1 1 0 0,-1 0 0 0 0,0-1 0 0 0,0 1-1 0 0,0-1 1 0 0,0 1 0 0 0,-1-1 0 0 0,1 0-1 0 0,-1 0 1 0 0,1-5 0 0 0,9-23 218 0 0,-7 25-216 0 0,-2 0 0 0 0,1 0 0 0 0,-1 0 0 0 0,2-13 0 0 0,-4 18-38 0 0,0-1 0 0 0,0 0 1 0 0,0 0-1 0 0,0 0 0 0 0,-1 0 1 0 0,1 1-1 0 0,-1-1 1 0 0,1 0-1 0 0,-1 0 0 0 0,0 1 1 0 0,0-1-1 0 0,-1 0 1 0 0,1 1-1 0 0,0-1 0 0 0,-1 1 1 0 0,-2-3-1 0 0,2 2-25 0 0,0 1 0 0 0,0 1-1 0 0,-1-1 1 0 0,1 0 0 0 0,-1 1-1 0 0,1-1 1 0 0,-1 1 0 0 0,1-1-1 0 0,-1 1 1 0 0,0 0 0 0 0,0 0-1 0 0,1 1 1 0 0,-1-1 0 0 0,-3 0-1 0 0,-46-3-1432 0 0,34 3 541 0 0,-8-2-685 0 0,2-11-1077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9"/>
    </inkml:context>
    <inkml:brush xml:id="br0">
      <inkml:brushProperty name="width" value="0.05" units="cm"/>
      <inkml:brushProperty name="height" value="0.05" units="cm"/>
    </inkml:brush>
  </inkml:definitions>
  <inkml:trace contextRef="#ctx0" brushRef="#br0">99 168 7186 0 0,'-9'-148'5079'0'0,"9"128"-2635"0"0,2 31-1330 0 0,0 32-832 0 0,-5 9-137 0 0,-3-1-1 0 0,-2-1 1 0 0,-28 98 0 0 0,17-74-15 0 0,4-21-229 0 0,8-30-5891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0"/>
    </inkml:context>
    <inkml:brush xml:id="br0">
      <inkml:brushProperty name="width" value="0.05" units="cm"/>
      <inkml:brushProperty name="height" value="0.05" units="cm"/>
    </inkml:brush>
  </inkml:definitions>
  <inkml:trace contextRef="#ctx0" brushRef="#br0">76 51 12235 0 0,'7'-10'614'0'0,"-5"7"-482"0"0,1 1 0 0 0,-1 0 0 0 0,1-1-1 0 0,0 1 1 0 0,0 0 0 0 0,-1 1 0 0 0,1-1-1 0 0,1 0 1 0 0,-1 1 0 0 0,0 0 0 0 0,5-2 0 0 0,12-5 404 0 0,-18 6-453 0 0,1 1 0 0 0,-1 0 0 0 0,1 0-1 0 0,-1 0 1 0 0,1 1 0 0 0,-1-1 0 0 0,1 0 0 0 0,-1 1 0 0 0,1 0-1 0 0,0 0 1 0 0,-1 0 0 0 0,1 0 0 0 0,-1 0 0 0 0,1 0 0 0 0,0 0-1 0 0,-1 1 1 0 0,1 0 0 0 0,3 1 0 0 0,-5-1-37 0 0,0 0 0 0 0,0 0 0 0 0,0 0 1 0 0,-1 0-1 0 0,1 1 0 0 0,0-1 0 0 0,0 0 0 0 0,-1 1 0 0 0,1-1 1 0 0,-1 0-1 0 0,1 1 0 0 0,-1-1 0 0 0,0 1 0 0 0,0-1 0 0 0,1 1 1 0 0,-1-1-1 0 0,0 1 0 0 0,0 2 0 0 0,2 11 193 0 0,3 1-49 0 0,-2-9-121 0 0,0 0 0 0 0,-1 0 0 0 0,0 0-1 0 0,-1 0 1 0 0,1 0 0 0 0,-1 0 0 0 0,0 1 0 0 0,-1-1-1 0 0,0 1 1 0 0,-1 11 0 0 0,-1-10-22 0 0,0-1 0 0 0,-1 1 1 0 0,0-1-1 0 0,0 1 0 0 0,-1-1 0 0 0,0 0 0 0 0,0 0 1 0 0,-1-1-1 0 0,0 1 0 0 0,-1-1 0 0 0,1 0 0 0 0,-1 0 1 0 0,-1-1-1 0 0,-11 10 0 0 0,8-8-212 0 0,-1 0 0 0 0,0-1 1 0 0,-22 10-1 0 0,20-11-825 0 0,0-1 0 0 0,-1-1 0 0 0,-17 4-1 0 0,20-3-3425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1"/>
    </inkml:context>
    <inkml:brush xml:id="br0">
      <inkml:brushProperty name="width" value="0.05" units="cm"/>
      <inkml:brushProperty name="height" value="0.05" units="cm"/>
    </inkml:brush>
  </inkml:definitions>
  <inkml:trace contextRef="#ctx0" brushRef="#br0">37 129 11386 0 0,'0'0'2424'0'0,"0"8"-993"0"0,0 25-908 0 0,-1 1 1 0 0,-2 0-1 0 0,-1 0 1 0 0,-13 53-1 0 0,15-79-381 0 0,-6 19 218 0 0,6-22-272 0 0,5-18-143 0 0,2-3 36 0 0,0 1-1 0 0,1 0 1 0 0,1 0-1 0 0,12-19 1 0 0,-17 30 15 0 0,1 1 0 0 0,0 0 0 0 0,1 0 0 0 0,-1 1 0 0 0,0-1 0 0 0,1 0 0 0 0,0 1 0 0 0,-1 0 0 0 0,1 0 0 0 0,0 0 0 0 0,0 1 0 0 0,0-1 0 0 0,0 1 0 0 0,0 0 0 0 0,0 0 0 0 0,7 0 0 0 0,-5-1-22 0 0,1 1 0 0 0,-1-1 0 0 0,1 0 0 0 0,11-6 1 0 0,-13 5 24 0 0,1 0 1 0 0,0 0-1 0 0,0 1 1 0 0,0 0-1 0 0,1 0 1 0 0,-1 1-1 0 0,0-1 1 0 0,10 1 0 0 0,54 0 114 0 0,-35 2 205 0 0,-25-2 162 0 0,-6 2-1 0 0,-7 8-363 0 0,1-4-183 0 0,-8 16 80 0 0,2 1 1 0 0,0 0-1 0 0,1 0 0 0 0,2 1 1 0 0,0 0-1 0 0,-3 39 0 0 0,9-61-8 0 0,-1 0 0 0 0,0 0 0 0 0,0 0 0 0 0,1 0 0 0 0,-1-1 0 0 0,1 1 0 0 0,-1 0 0 0 0,1 0 0 0 0,-1 0-1 0 0,1-1 1 0 0,-1 1 0 0 0,1 0 0 0 0,0 0 0 0 0,-1-1 0 0 0,1 1 0 0 0,0-1 0 0 0,-1 1 0 0 0,1-1 0 0 0,0 1 0 0 0,0-1 0 0 0,0 1 0 0 0,0-1 0 0 0,0 0-1 0 0,-1 1 1 0 0,1-1 0 0 0,0 0 0 0 0,0 0 0 0 0,0 1 0 0 0,0-1 0 0 0,0 0 0 0 0,1 0 0 0 0,30-1 26 0 0,-29 0-25 0 0,-1 0 1 0 0,1 1 0 0 0,-1-1 0 0 0,0 0 0 0 0,1-1-1 0 0,-1 1 1 0 0,0 0 0 0 0,0-1 0 0 0,0 1 0 0 0,0-1-1 0 0,0 0 1 0 0,0 1 0 0 0,0-1 0 0 0,-1 0 0 0 0,1 0-1 0 0,-1 0 1 0 0,1 0 0 0 0,-1-1 0 0 0,0 1-1 0 0,0 0 1 0 0,0 0 0 0 0,0-1 0 0 0,0 1 0 0 0,-1-1-1 0 0,1 1 1 0 0,-1-1 0 0 0,1-2 0 0 0,11-28 71 0 0,-9 28-74 0 0,-1 0 0 0 0,0-1 0 0 0,0 1 0 0 0,0-1 0 0 0,-1 1 0 0 0,0-1 0 0 0,0 0 0 0 0,0 0 0 0 0,0-8 0 0 0,-2-3 21 0 0,-6-32-1 0 0,3 22-87 0 0,4 25 54 0 0,0-1 0 0 0,0 0 0 0 0,0 0 0 0 0,1 0 0 0 0,-1 0 0 0 0,1 1 1 0 0,-1-1-1 0 0,1 0 0 0 0,0 1 0 0 0,0-1 0 0 0,1 0 0 0 0,-1 1 0 0 0,0-1 1 0 0,1 1-1 0 0,-1 0 0 0 0,1-1 0 0 0,0 1 0 0 0,0 0 0 0 0,0 0 0 0 0,0 0 1 0 0,0 0-1 0 0,0 1 0 0 0,1-1 0 0 0,-1 0 0 0 0,0 1 0 0 0,4-2 0 0 0,8-4-46 0 0,0 0 0 0 0,1 1-1 0 0,21-6 1 0 0,-28 10 50 0 0,20-14-6 0 0,-25 14 9 0 0,-1 1 1 0 0,1-1-1 0 0,-1 0 0 0 0,1 1 1 0 0,0-1-1 0 0,-1 1 0 0 0,1 0 1 0 0,0 0-1 0 0,0 0 0 0 0,0 0 1 0 0,0 0-1 0 0,0 1 0 0 0,0 0 1 0 0,0-1-1 0 0,0 1 1 0 0,6 1-1 0 0,-7 0 8 0 0,-1 1-1 0 0,1-1 1 0 0,0 1-1 0 0,0 0 1 0 0,-1 0 0 0 0,1 0-1 0 0,-1 0 1 0 0,0 0 0 0 0,1 0-1 0 0,-1 0 1 0 0,0 0 0 0 0,0 1-1 0 0,-1-1 1 0 0,1 0 0 0 0,0 3-1 0 0,0-2 4 0 0,2 11 35 0 0,0 1 0 0 0,-1 0 0 0 0,0-1 0 0 0,-2 1 0 0 0,0 0 0 0 0,0 0 0 0 0,-5 28 0 0 0,-1 30 143 0 0,7-72-184 0 0,-1 0 1 0 0,1 0-1 0 0,0 0 1 0 0,0-1-1 0 0,0 1 1 0 0,-1 0-1 0 0,1 0 0 0 0,0-1 1 0 0,0 1-1 0 0,0 0 1 0 0,0-1-1 0 0,0 1 1 0 0,0-1-1 0 0,0 0 1 0 0,0 1-1 0 0,1-1 0 0 0,1 1 1 0 0,-2-1-8 0 0,5 1 10 0 0,0 0 0 0 0,0 0 0 0 0,-1-1-1 0 0,1 0 1 0 0,0 0 0 0 0,0-1 0 0 0,0 1-1 0 0,0-1 1 0 0,-1-1 0 0 0,1 1 0 0 0,0-1-1 0 0,-1 0 1 0 0,11-5 0 0 0,-3 2 9 0 0,-6 1-11 0 0,0 0 0 0 0,0 0 0 0 0,-1 0 0 0 0,0-1 0 0 0,0 0 0 0 0,0-1 0 0 0,0 1 1 0 0,-1-1-1 0 0,0 0 0 0 0,0-1 0 0 0,4-7 0 0 0,9-9-2 0 0,-6 9 15 0 0,-1 0 1 0 0,-1 0-1 0 0,0-1 0 0 0,-1 0 1 0 0,0 0-1 0 0,-1-1 0 0 0,-1 0 1 0 0,-1-1-1 0 0,0 1 0 0 0,4-24 0 0 0,-9 37 25 0 0,0 0-1 0 0,-1 0 0 0 0,1 0 0 0 0,0 0 0 0 0,0 1 0 0 0,1-1 1 0 0,-1 0-1 0 0,0 1 0 0 0,1-1 0 0 0,0 1 0 0 0,-1-1 0 0 0,4-2 1 0 0,-5 5-27 0 0,-1 8 37 0 0,-22 52-166 0 0,13-35-227 0 0,0 1 0 0 0,2 0 0 0 0,1 0 0 0 0,-6 41 1 0 0,13-63-178 0 0,-1-2-152 0 0,1 0 0 0 0,0 0-1 0 0,0 0 1 0 0,0 0 0 0 0,0 0-1 0 0,0 0 1 0 0,1 0 0 0 0,-1 0-1 0 0,1 3 1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2"/>
    </inkml:context>
    <inkml:brush xml:id="br0">
      <inkml:brushProperty name="width" value="0.05" units="cm"/>
      <inkml:brushProperty name="height" value="0.05" units="cm"/>
    </inkml:brush>
  </inkml:definitions>
  <inkml:trace contextRef="#ctx0" brushRef="#br0">86 345 7922 0 0,'-14'-27'8722'0'0,"12"26"-7850"0"0,-3 8-538 0 0,-33 134 319 0 0,20-70-587 0 0,17-64-81 0 0,-1-3 2 0 0,1 1-1 0 0,-1 0 1 0 0,1 0-1 0 0,1 0 1 0 0,-1-1-1 0 0,1 1 0 0 0,0 0 1 0 0,0 0-1 0 0,1 5 1 0 0,-1-9 3 0 0,1 0 1 0 0,-1 0-1 0 0,1 0 1 0 0,0 0-1 0 0,-1-1 1 0 0,1 1-1 0 0,0 0 1 0 0,0-1-1 0 0,-1 1 1 0 0,1 0-1 0 0,0-1 1 0 0,0 1-1 0 0,0-1 1 0 0,0 1-1 0 0,0-1 1 0 0,0 0-1 0 0,0 1 1 0 0,0-1-1 0 0,0 0 1 0 0,0 0-1 0 0,2 1 1 0 0,22 1-90 0 0,-24-2 92 0 0,8 0-40 0 0,0-1 1 0 0,-1 0 0 0 0,1-1-1 0 0,0 0 1 0 0,0 0-1 0 0,-1-1 1 0 0,1 0-1 0 0,12-7 1 0 0,26-8-144 0 0,-39 16 170 0 0,-1-1 1 0 0,1 0 0 0 0,-1 0-1 0 0,0-1 1 0 0,0 0 0 0 0,0 0-1 0 0,-1 0 1 0 0,12-11 0 0 0,-7 6 6 0 0,34-24 36 0 0,-19 15-22 0 0,30-28 1 0 0,-49 40 18 0 0,-1 0 0 0 0,0-1-1 0 0,0 1 1 0 0,-1-1 0 0 0,0-1 0 0 0,0 1 0 0 0,-1-1-1 0 0,0 0 1 0 0,4-10 0 0 0,-1 5 140 0 0,6-10 76 0 0,-13 22-194 0 0,0 0 0 0 0,1 1 0 0 0,-1-1 0 0 0,0 1 0 0 0,0-1 1 0 0,0 1-1 0 0,1-1 0 0 0,-1 0 0 0 0,0 1 0 0 0,0-1 0 0 0,0 1 1 0 0,0-1-1 0 0,0 0 0 0 0,0 1 0 0 0,0-1 0 0 0,0 0 0 0 0,-1 1 0 0 0,1-1 1 0 0,0 1-1 0 0,0-1 0 0 0,0 0 0 0 0,-1 1 0 0 0,1-1 0 0 0,0 1 1 0 0,0-1-1 0 0,-1 1 0 0 0,1-1 0 0 0,-1 1 0 0 0,0-2 0 0 0,0 2-24 0 0,0-1-1 0 0,-1 1 1 0 0,1-1 0 0 0,0 1-1 0 0,-1 0 1 0 0,1-1-1 0 0,0 1 1 0 0,-1 0-1 0 0,1 0 1 0 0,0 0-1 0 0,-1 0 1 0 0,1 0-1 0 0,-1 0 1 0 0,1 0-1 0 0,0 0 1 0 0,-3 1-1 0 0,-23 9 44 0 0,13-4-1 0 0,8-4-45 0 0,0 1 0 0 0,0 0-1 0 0,0 0 1 0 0,1 1 0 0 0,-1 0 0 0 0,1 0-1 0 0,0 0 1 0 0,-8 10 0 0 0,-34 42 90 0 0,47-55-105 0 0,-9 13 6 0 0,-1 1 0 0 0,2 1 1 0 0,0 0-1 0 0,-7 21 0 0 0,12-28-23 0 0,-4 4-12 0 0,5-10 18 0 0,0 0 0 0 0,0 0 0 0 0,0 1 1 0 0,1-1-1 0 0,-1 1 0 0 0,0 3 1 0 0,2-6 9 0 0,0 0 0 0 0,0 0 0 0 0,0 0 0 0 0,0 0 0 0 0,0-1 0 0 0,0 1 0 0 0,0 0 1 0 0,0 0-1 0 0,0 0 0 0 0,0 0 0 0 0,1 0 0 0 0,-1-1 0 0 0,0 1 0 0 0,0 0 1 0 0,1 0-1 0 0,-1 0 0 0 0,1-1 0 0 0,-1 1 0 0 0,1 0 0 0 0,-1-1 0 0 0,1 1 0 0 0,0 0 1 0 0,-1-1-1 0 0,1 1 0 0 0,0-1 0 0 0,-1 1 0 0 0,1-1 0 0 0,0 1 0 0 0,0-1 1 0 0,-1 1-1 0 0,1-1 0 0 0,1 1 0 0 0,2 0-1 0 0,0 1 0 0 0,0-1 0 0 0,0 0 0 0 0,0 0 0 0 0,0-1 0 0 0,0 1 0 0 0,0-1 0 0 0,0 0 0 0 0,0 0 0 0 0,0 0 0 0 0,0 0 0 0 0,7-2 0 0 0,2-1-4 0 0,-1-1 0 0 0,20-9 0 0 0,-18 7 30 0 0,-8 3-21 0 0,0 0-1 0 0,-1-1 1 0 0,1 1 0 0 0,-1-1 0 0 0,1 0 0 0 0,-1-1-1 0 0,8-8 1 0 0,28-40-8 0 0,-28 35 12 0 0,2-5 14 0 0,0 0 0 0 0,-2-1 0 0 0,-1 0 0 0 0,-1-1 0 0 0,12-40 0 0 0,24-134 98 0 0,-47 194-91 0 0,1 0 0 0 0,0 1 0 0 0,0-1 0 0 0,1 1-1 0 0,-1-1 1 0 0,1 1 0 0 0,4-7 0 0 0,2 1 637 0 0,-9 25-525 0 0,0-8-149 0 0,-41 174 107 0 0,25-119-77 0 0,-10 71 0 0 0,26-129-23 0 0,1 1 1 0 0,-1-1-1 0 0,1 1 0 0 0,0-1 1 0 0,0 1-1 0 0,0 0 0 0 0,1-1 0 0 0,0 1 1 0 0,0-1-1 0 0,1 5 0 0 0,-1-7 5 0 0,0 0-1 0 0,1 0 0 0 0,-1 0 0 0 0,0-1 0 0 0,1 1 0 0 0,-1 0 1 0 0,1-1-1 0 0,-1 1 0 0 0,1-1 0 0 0,0 0 0 0 0,-1 0 0 0 0,1 0 1 0 0,0 1-1 0 0,0-2 0 0 0,0 1 0 0 0,0 0 0 0 0,0 0 0 0 0,0-1 1 0 0,0 1-1 0 0,0-1 0 0 0,1 1 0 0 0,-1-1 0 0 0,4 0 1 0 0,1 0 2 0 0,1 0 1 0 0,0 0 0 0 0,-1-1-1 0 0,1 0 1 0 0,-1-1 0 0 0,1 0-1 0 0,-1 0 1 0 0,0-1 0 0 0,12-5 0 0 0,5-1-6 0 0,-15 5 3 0 0,1-1 1 0 0,-1 0 0 0 0,0 0-1 0 0,0-1 1 0 0,0 0-1 0 0,13-12 1 0 0,45-52 38 0 0,-24 23-10 0 0,-31 36-5 0 0,0-1 1 0 0,-2 0 0 0 0,1-1 0 0 0,-1 0 0 0 0,-1-1 0 0 0,-1 0-1 0 0,12-25 1 0 0,11-29 274 0 0,-35 76-268 0 0,-1-1 0 0 0,0 0 0 0 0,-11 12 0 0 0,-12 18-26 0 0,19-21 0 0 0,0 0 0 0 0,1 1 0 0 0,1 0 0 0 0,0 1 1 0 0,2-1-1 0 0,-5 22 0 0 0,-2-6-16 0 0,10-30 3 0 0,0 0 0 0 0,1-1 0 0 0,-1 1 0 0 0,1 0-1 0 0,0 0 1 0 0,0 0 0 0 0,0 0 0 0 0,0 1 0 0 0,0-1 0 0 0,1 0 0 0 0,0 0 0 0 0,-1 0 0 0 0,1 1-1 0 0,0-1 1 0 0,1 0 0 0 0,-1 0 0 0 0,1 5 0 0 0,0-7-73 0 0,0 1 0 0 0,1-1 0 0 0,-1 0 0 0 0,0 1 0 0 0,0-1 0 0 0,1 0 0 0 0,-1 0 0 0 0,1 0 0 0 0,-1 0 0 0 0,1 0 0 0 0,-1 0 0 0 0,1 0 0 0 0,-1-1 0 0 0,1 1 0 0 0,0-1 0 0 0,0 1 0 0 0,-1-1 0 0 0,1 1 0 0 0,3-1 0 0 0,-2 1-173 0 0,0-1 0 0 0,0 0-1 0 0,0 1 1 0 0,0-1 0 0 0,1-1 0 0 0,-1 1 0 0 0,0 0-1 0 0,0-1 1 0 0,0 1 0 0 0,0-1 0 0 0,2-1 0 0 0,-3 0-157 0 0,0 0 0 0 0,0 1 0 0 0,0-1 0 0 0,-1 0 0 0 0,1 0 0 0 0,-1 0 0 0 0,0 0 0 0 0,1-1 0 0 0,-1 1 0 0 0,0 0 0 0 0,1-5 0 0 0,2-2-1115 0 0,4-8-2453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3"/>
    </inkml:context>
    <inkml:brush xml:id="br0">
      <inkml:brushProperty name="width" value="0.05" units="cm"/>
      <inkml:brushProperty name="height" value="0.05" units="cm"/>
    </inkml:brush>
  </inkml:definitions>
  <inkml:trace contextRef="#ctx0" brushRef="#br0">31 15 10922 0 0,'-2'0'1905'0'0,"-1"-3"-921"0"0,0 1-600 0 0,0 1-280 0 0,1 1 240 0 0,-2-2-56 0 0,2 2 104 0 0,1 0-248 0 0,-2-2-136 0 0,0 1-24 0 0,0-1-40 0 0,1 1-152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4"/>
    </inkml:context>
    <inkml:brush xml:id="br0">
      <inkml:brushProperty name="width" value="0.05" units="cm"/>
      <inkml:brushProperty name="height" value="0.05" units="cm"/>
    </inkml:brush>
  </inkml:definitions>
  <inkml:trace contextRef="#ctx0" brushRef="#br0">369 86 9554 0 0,'-9'-71'4977'0'0,"9"71"-4934"0"0,0-1 0 0 0,0 1 0 0 0,0-1 0 0 0,0 1 0 0 0,0-1-1 0 0,1 1 1 0 0,-1 0 0 0 0,0-1 0 0 0,0 1 0 0 0,0-1 0 0 0,0 1 0 0 0,-1-1 0 0 0,1 1 0 0 0,0-1 0 0 0,0 1-1 0 0,0-1 1 0 0,0 1 0 0 0,0-1 0 0 0,-1 1 0 0 0,1 0 0 0 0,0-1 0 0 0,0 1 0 0 0,-1-1 0 0 0,1 1 0 0 0,0 0-1 0 0,0-1 1 0 0,-1 1 0 0 0,1 0 0 0 0,-1-1 0 0 0,1 1 0 0 0,0 0 0 0 0,-1 0 0 0 0,1-1 0 0 0,0 1 0 0 0,-1 0-1 0 0,1 0 1 0 0,-1 0 0 0 0,1-1 0 0 0,-1 1 0 0 0,1 0 0 0 0,-1 0 0 0 0,1 0 0 0 0,-1 0 0 0 0,1 0 0 0 0,-1 0-1 0 0,1 0 1 0 0,0 0 0 0 0,-1 0 0 0 0,1 0 0 0 0,-1 0 0 0 0,1 0 0 0 0,-1 1 0 0 0,1-1 0 0 0,-1 0 0 0 0,1 0-1 0 0,0 0 1 0 0,-1 1 0 0 0,1-1 0 0 0,-1 0 0 0 0,0 1 0 0 0,-1 1-10 0 0,-1-1 1 0 0,1 1-1 0 0,-1 0 0 0 0,1 0 1 0 0,0 0-1 0 0,0 1 0 0 0,0-1 0 0 0,-3 4 1 0 0,-73 129 333 0 0,-48 78-150 0 0,124-211-209 0 0,1 1 0 0 0,-1 0-1 0 0,0-1 1 0 0,-1 1 0 0 0,1-1 0 0 0,0 0 0 0 0,-1 0 0 0 0,1 0 0 0 0,-1 0 0 0 0,0 0-1 0 0,1 0 1 0 0,-1-1 0 0 0,0 1 0 0 0,0-1 0 0 0,0 0 0 0 0,0 0 0 0 0,0 0-1 0 0,-1 0 1 0 0,-2 0 0 0 0,-14 7-16 0 0,17-6 49 0 0,0-1-1 0 0,0 1 1 0 0,0-1-1 0 0,-1 0 1 0 0,1 0-1 0 0,0 0 1 0 0,-6 1-1 0 0,8-2-31 0 0,1 0-1 0 0,0 0 1 0 0,-1 0-1 0 0,1-1 1 0 0,-1 1-1 0 0,1 0 1 0 0,0 0-1 0 0,-1 0 0 0 0,1 0 1 0 0,0 0-1 0 0,-1 0 1 0 0,1-1-1 0 0,0 1 1 0 0,-1 0-1 0 0,1 0 0 0 0,0-1 1 0 0,-1 1-1 0 0,1 0 1 0 0,0 0-1 0 0,0-1 1 0 0,-1 1-1 0 0,1 0 0 0 0,0-1 1 0 0,0 1-1 0 0,0 0 1 0 0,0-1-1 0 0,-1 0 1 0 0,3-20 228 0 0,-1 17-231 0 0,0 1 0 0 0,0 0 0 0 0,1-1 0 0 0,-1 1 0 0 0,1 0 0 0 0,0 0 0 0 0,0-1 0 0 0,0 2 0 0 0,1-1 0 0 0,-1 0 0 0 0,1 0 0 0 0,3-2 0 0 0,0 0 18 0 0,1 0-1 0 0,0 0 1 0 0,1 1 0 0 0,14-7-1 0 0,1 2 29 0 0,-1 2-1 0 0,45-9 0 0 0,-30 11-842 0 0,-22 3-97 0 0,0-1 0 0 0,26-7 0 0 0,-39 9 480 0 0,0 0 0 0 0,-1 0 0 0 0,1 0-1 0 0,-1 0 1 0 0,1-1 0 0 0,-1 1 0 0 0,0 0 0 0 0,1-1 0 0 0,-1 1-1 0 0,0-1 1 0 0,0 0 0 0 0,0 1 0 0 0,0-1 0 0 0,0 0 0 0 0,-1 1 0 0 0,1-1-1 0 0,-1 0 1 0 0,1-2 0 0 0,1-4-2310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5"/>
    </inkml:context>
    <inkml:brush xml:id="br0">
      <inkml:brushProperty name="width" value="0.05" units="cm"/>
      <inkml:brushProperty name="height" value="0.05" units="cm"/>
    </inkml:brush>
  </inkml:definitions>
  <inkml:trace contextRef="#ctx0" brushRef="#br0">107 213 3193 0 0,'-14'-3'4861'0'0,"-8"-9"-3521"0"0,10 5-438 0 0,3 3-353 0 0,3 1 65 0 0,0 1 0 0 0,0-1 1 0 0,0-1-1 0 0,0 1 0 0 0,-5-5 1 0 0,10 7-563 0 0,1 1 0 0 0,-1-1 0 0 0,0 1 0 0 0,1-1 0 0 0,-1 0 0 0 0,1 0 0 0 0,-1 1 0 0 0,1-1 1 0 0,-1 0-1 0 0,1 0 0 0 0,0 1 0 0 0,-1-1 0 0 0,1 0 0 0 0,0 0 0 0 0,-1 0 0 0 0,1 0 0 0 0,0 1 1 0 0,0-1-1 0 0,0 0 0 0 0,0 0 0 0 0,0 0 0 0 0,0 0 0 0 0,0 0 0 0 0,0 0 0 0 0,0 1 0 0 0,0-1 1 0 0,1 0-1 0 0,-1 0 0 0 0,0 0 0 0 0,1 0 0 0 0,-1 1 0 0 0,0-1 0 0 0,1 0 0 0 0,-1 0 0 0 0,1 1 0 0 0,-1-1 1 0 0,1 0-1 0 0,0 1 0 0 0,-1-1 0 0 0,1 0 0 0 0,-1 1 0 0 0,1-1 0 0 0,0 1 0 0 0,0-1 0 0 0,-1 1 1 0 0,2-1-1 0 0,8-5 38 0 0,0 0 0 0 0,0 1 0 0 0,1 1 0 0 0,-1-1 0 0 0,1 2 0 0 0,12-4 0 0 0,20-6 8 0 0,-20 3-59 0 0,-4 2-20 0 0,1 1 0 0 0,-1 0-1 0 0,1 2 1 0 0,26-5 0 0 0,47-9-2941 0 0,-76 15 1317 0 0,-2-5-651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6"/>
    </inkml:context>
    <inkml:brush xml:id="br0">
      <inkml:brushProperty name="width" value="0.05" units="cm"/>
      <inkml:brushProperty name="height" value="0.05" units="cm"/>
    </inkml:brush>
  </inkml:definitions>
  <inkml:trace contextRef="#ctx0" brushRef="#br0">113 92 9706 0 0,'0'0'2167'0'0,"-10"15"-13"0"0,-3 4-1305 0 0,-1 0-381 0 0,1 1 1 0 0,1 0 0 0 0,1 0-1 0 0,1 1 1 0 0,0 0-1 0 0,-8 29 1 0 0,18-49-410 0 0,0 0-1 0 0,-1 0 1 0 0,1 1 0 0 0,0-1 0 0 0,0 0 0 0 0,0 0-1 0 0,0 1 1 0 0,0-1 0 0 0,0 0 0 0 0,0 0 0 0 0,0 1 0 0 0,0-1-1 0 0,1 0 1 0 0,-1 0 0 0 0,1 1 0 0 0,-1-1 0 0 0,1 0-1 0 0,-1 0 1 0 0,1 0 0 0 0,-1 0 0 0 0,1 0 0 0 0,0 0-1 0 0,0 0 1 0 0,0 0 0 0 0,-1 0 0 0 0,1 0 0 0 0,2 1-1 0 0,0 0 10 0 0,0-1-1 0 0,0 1 1 0 0,0-1-1 0 0,0 0 1 0 0,0 0 0 0 0,1 0-1 0 0,-1-1 1 0 0,0 1-1 0 0,6 0 1 0 0,-2-1 4 0 0,0-1 1 0 0,-1 1-1 0 0,1-1 1 0 0,-1 0-1 0 0,1-1 1 0 0,-1 0-1 0 0,0 0 1 0 0,1 0-1 0 0,-1-1 0 0 0,8-4 1 0 0,22-8 265 0 0,-29 12-285 0 0,0 0 0 0 0,0 0 0 0 0,-1 0 0 0 0,1-1 0 0 0,-1 0 1 0 0,0 0-1 0 0,0 0 0 0 0,0-1 0 0 0,-1 0 0 0 0,0 0 0 0 0,0-1 1 0 0,0 1-1 0 0,0-1 0 0 0,-1 0 0 0 0,0 0 0 0 0,0-1 0 0 0,-1 1 1 0 0,0-1-1 0 0,0 0 0 0 0,0 1 0 0 0,2-15 0 0 0,8-18 169 0 0,-11 35-207 0 0,0 0 1 0 0,0 1-1 0 0,0-1 0 0 0,-1 0 0 0 0,0 0 1 0 0,0 0-1 0 0,0 0 0 0 0,0 0 1 0 0,-1 0-1 0 0,1 0 0 0 0,-1 0 0 0 0,0 0 1 0 0,0 0-1 0 0,-1 0 0 0 0,1 0 0 0 0,-1 0 1 0 0,0 0-1 0 0,-2-6 0 0 0,3 9-26 0 0,-1-1 0 0 0,0 0 0 0 0,1 1-1 0 0,-1-1 1 0 0,0 1 0 0 0,0-1-1 0 0,0 1 1 0 0,-1 0 0 0 0,1-1 0 0 0,0 1-1 0 0,0 0 1 0 0,-1 0 0 0 0,1 0 0 0 0,-3-2-1 0 0,1 2-65 0 0,-1 0 0 0 0,0-1-1 0 0,1 2 1 0 0,-1-1-1 0 0,0 0 1 0 0,-5 0-1 0 0,2 0-179 0 0,-1-1 0 0 0,1 0-1 0 0,-1 0 1 0 0,-10-5-1 0 0,12 4-157 0 0,0 1-1 0 0,-1-1 0 0 0,1 1 0 0 0,-1 1 1 0 0,0-1-1 0 0,0 1 0 0 0,-8 0 1 0 0,-2 1-1603 0 0,4 1-1116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7"/>
    </inkml:context>
    <inkml:brush xml:id="br0">
      <inkml:brushProperty name="width" value="0.05" units="cm"/>
      <inkml:brushProperty name="height" value="0.05" units="cm"/>
    </inkml:brush>
  </inkml:definitions>
  <inkml:trace contextRef="#ctx0" brushRef="#br0">105 17 12859 0 0,'-12'1'3408'0'0,"15"0"-1191"0"0,20-1-1532 0 0,36-9-535 0 0,-10 2-1580 0 0,-16 4-2963 0 0,-28 3 2027 0 0</inkml:trace>
  <inkml:trace contextRef="#ctx0" brushRef="#br0" timeOffset="1">0 185 13019 0 0,'0'0'253'0'0,"15"0"1986"0"0,25-1-982 0 0,73-13 0 0 0,-10-5-2767 0 0,-91 16 1052 0 0,2 0-1620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9"/>
    </inkml:context>
    <inkml:brush xml:id="br0">
      <inkml:brushProperty name="width" value="0.05" units="cm"/>
      <inkml:brushProperty name="height" value="0.05" units="cm"/>
    </inkml:brush>
  </inkml:definitions>
  <inkml:trace contextRef="#ctx0" brushRef="#br0">129 217 8778 0 0,'2'-7'234'0'0,"-1"0"0"0"0,1 0 0 0 0,0 0 0 0 0,1 1 0 0 0,0-1 0 0 0,0 1 1 0 0,0 0-1 0 0,0 0 0 0 0,9-10 0 0 0,3-9 731 0 0,-10 14-287 0 0,-4 8-353 0 0,0 1-1 0 0,-1 0 1 0 0,1 0-1 0 0,1-1 1 0 0,-1 1-1 0 0,0 0 1 0 0,0 0-1 0 0,1 0 1 0 0,-1 0-1 0 0,4-2 0 0 0,-4 6-22 0 0,-2 6-153 0 0,-8 27 120 0 0,-1-2-1 0 0,-16 39 1 0 0,-38 68 355 0 0,25-55-407 0 0,28-61-119 0 0,0-1 3 0 0,-9 27 1 0 0,18-44-45 0 0,0 0 1 0 0,1 0 0 0 0,0-1-1 0 0,0 1 1 0 0,0 0 0 0 0,1 0-1 0 0,0 0 1 0 0,0 0 0 0 0,0 0-1 0 0,2 8 1 0 0,-1-12-24 0 0,0 0 0 0 0,0-1 0 0 0,0 1 0 0 0,0 0 0 0 0,0-1 0 0 0,0 0 0 0 0,0 1 0 0 0,0-1 0 0 0,1 0 0 0 0,-1 1 0 0 0,1-1 0 0 0,-1 0 0 0 0,1 0 0 0 0,-1 0 0 0 0,1 0 0 0 0,0 0 0 0 0,-1-1 0 0 0,1 1-1 0 0,3 0 1 0 0,0 1-8 0 0,0 0-1 0 0,1-1 1 0 0,-1 0-1 0 0,1 0 1 0 0,7 0-1 0 0,-6-2 11 0 0,1 0-1 0 0,-1 0 0 0 0,0 0 1 0 0,0-1-1 0 0,0 0 0 0 0,0 0 0 0 0,7-4 1 0 0,8-3 75 0 0,-16 7-80 0 0,-1-1 1 0 0,1-1-1 0 0,0 1 1 0 0,-1-1-1 0 0,0 0 1 0 0,0 0-1 0 0,0-1 1 0 0,0 1-1 0 0,-1-1 1 0 0,0 0-1 0 0,0 0 1 0 0,0-1-1 0 0,5-9 1 0 0,1-4 35 0 0,-1 1 0 0 0,-1-1 0 0 0,7-24 0 0 0,-6 9 32 0 0,-1-1 0 0 0,4-48-1 0 0,-9 66-51 0 0,0 0-1 0 0,9-22 0 0 0,-8 27 2 0 0,0 0 0 0 0,-1 0 0 0 0,0 0-1 0 0,-1 0 1 0 0,-1 0 0 0 0,1-20 0 0 0,-2 31-46 0 0,-7-58 258 0 0,7 54-243 0 0,-1 1-1 0 0,0 0 1 0 0,-1-1 0 0 0,1 1 0 0 0,-1 0-1 0 0,0 0 1 0 0,0 0 0 0 0,0 0-1 0 0,0 0 1 0 0,-1 0 0 0 0,-3-3-1 0 0,4 4-23 0 0,-1 1-1 0 0,0 0 1 0 0,0 0-1 0 0,0 0 1 0 0,0 0-1 0 0,0 1 1 0 0,-1-1-1 0 0,1 1 1 0 0,0 0-1 0 0,-1 0 0 0 0,1 0 1 0 0,0 0-1 0 0,-1 1 1 0 0,0-1-1 0 0,1 1 1 0 0,-1 0-1 0 0,1 0 1 0 0,-1 0-1 0 0,1 1 1 0 0,-1-1-1 0 0,1 1 0 0 0,-1 0 1 0 0,1 0-1 0 0,-1 0 1 0 0,1 0-1 0 0,0 0 1 0 0,0 1-1 0 0,0 0 1 0 0,0-1-1 0 0,0 1 1 0 0,0 0-1 0 0,0 1 0 0 0,0-1 1 0 0,1 0-1 0 0,-1 1 1 0 0,1-1-1 0 0,0 1 1 0 0,-1 0-1 0 0,1 0 1 0 0,1 0-1 0 0,-1 0 1 0 0,0 0-1 0 0,-1 4 0 0 0,-11 27-8 0 0,1 0 0 0 0,1 1 0 0 0,2 0 0 0 0,2 1-1 0 0,-4 37 1 0 0,10-62 17 0 0,0 0-1 0 0,-1 0 0 0 0,0 0 1 0 0,-6 12-1 0 0,5-12 19 0 0,-1 1-1 0 0,2-1 1 0 0,-4 24-1 0 0,5 39-1200 0 0,2-49-3512 0 0,0-21 2515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0"/>
    </inkml:context>
    <inkml:brush xml:id="br0">
      <inkml:brushProperty name="width" value="0.05" units="cm"/>
      <inkml:brushProperty name="height" value="0.05" units="cm"/>
    </inkml:brush>
  </inkml:definitions>
  <inkml:trace contextRef="#ctx0" brushRef="#br0">98 1 16812 0 0,'-6'2'224'0'0,"0"-1"0"0"0,0 2 0 0 0,0-1 0 0 0,1 1 1 0 0,-1-1-1 0 0,1 2 0 0 0,-1-1 0 0 0,1 1 1 0 0,0-1-1 0 0,-6 8 0 0 0,-2-1-107 0 0,1 1-352 0 0,7-2-4909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1"/>
    </inkml:context>
    <inkml:brush xml:id="br0">
      <inkml:brushProperty name="width" value="0.05" units="cm"/>
      <inkml:brushProperty name="height" value="0.05" units="cm"/>
    </inkml:brush>
  </inkml:definitions>
  <inkml:trace contextRef="#ctx0" brushRef="#br0">155 39 11602 0 0,'0'0'467'0'0,"-8"0"998"0"0,1 2-1179 0 0,1-1 1 0 0,0 1 0 0 0,0 0-1 0 0,-1 0 1 0 0,-6 4 0 0 0,4-1-34 0 0,8-4-209 0 0,-1 1-1 0 0,1-1 1 0 0,0 1-1 0 0,-1 0 1 0 0,1 0-1 0 0,0 0 1 0 0,0 0-1 0 0,0 0 1 0 0,0 0-1 0 0,1 0 1 0 0,-1 0-1 0 0,0 4 1 0 0,-6 11 104 0 0,4-12-100 0 0,1 0-1 0 0,0 0 1 0 0,-1 0 0 0 0,2 1 0 0 0,-1-1 0 0 0,1 1-1 0 0,0-1 1 0 0,0 1 0 0 0,0 0 0 0 0,1-1-1 0 0,0 1 1 0 0,0 0 0 0 0,0-1 0 0 0,1 1 0 0 0,0 0-1 0 0,0-1 1 0 0,2 8 0 0 0,3 3 234 0 0,0 0 1 0 0,1 0-1 0 0,1 0 1 0 0,12 18-1 0 0,-6-5 352 0 0,1 2-33 0 0,0-12-267 0 0,-10-13-206 0 0,0-1 0 0 0,-1 1 0 0 0,1 0 0 0 0,-1 1 0 0 0,-1-1 0 0 0,1 1 0 0 0,3 9 0 0 0,0 0 162 0 0,-5-15-253 0 0,-1 1-1 0 0,0 0 1 0 0,0-1-1 0 0,0 1 0 0 0,0 0 1 0 0,0 0-1 0 0,-1 0 1 0 0,1 0-1 0 0,-1 0 1 0 0,1 0-1 0 0,-1 0 1 0 0,1 0-1 0 0,-1 0 0 0 0,0 0 1 0 0,0 3-1 0 0,-2-4-63 0 0,-1 0-1 0 0,1 0 0 0 0,0 0 1 0 0,0-1-1 0 0,-1 1 1 0 0,1-1-1 0 0,0 1 0 0 0,-1-1 1 0 0,1 0-1 0 0,0 0 0 0 0,-1 0 1 0 0,-2 0-1 0 0,0 0-110 0 0,-2 1-101 0 0,0 0-1 0 0,0 0 1 0 0,0 1 0 0 0,0 0-1 0 0,-8 4 1 0 0,8-3-343 0 0,0 0-1 0 0,0-1 0 0 0,0 0 1 0 0,0-1-1 0 0,-10 2 0 0 0,-29-4-5078 0 0,26-2 385 0 0</inkml:trace>
  <inkml:trace contextRef="#ctx0" brushRef="#br0" timeOffset="1">112 45 15283 0 0,'0'0'8'0'0,"1"0"40"0"0,1-1 8 0 0,-1 1 48 0 0,21-8 24 0 0,2 0 432 0 0,-1 2-311 0 0,-3 2 15 0 0,-1-1-136 0 0,-7 2-24 0 0,-6 1-72 0 0,2 1-32 0 0,0-1-64 0 0,-2 1-665 0 0,-1-1-999 0 0,-2 1-344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3"/>
    </inkml:context>
    <inkml:brush xml:id="br0">
      <inkml:brushProperty name="width" value="0.05" units="cm"/>
      <inkml:brushProperty name="height" value="0.05" units="cm"/>
    </inkml:brush>
  </inkml:definitions>
  <inkml:trace contextRef="#ctx0" brushRef="#br0">107 1 11723 0 0,'0'0'1416'0'0,"-12"9"459"0"0,-24 108 361 0 0,-2 7-926 0 0,34-115-980 0 0,0 0 0 0 0,1 1 0 0 0,1-1 0 0 0,-1 1 0 0 0,1-1 0 0 0,-1 17 0 0 0,9-33-135 0 0,8-24-182 0 0,1 0 1 0 0,1 2-1 0 0,2 0 1 0 0,1 1-1 0 0,24-27 1 0 0,-24 30-29 0 0,-16 19 9 0 0,1 1 0 0 0,-1 0 0 0 0,1 1 1 0 0,0-1-1 0 0,0 1 0 0 0,1-1 0 0 0,-1 1 1 0 0,1 0-1 0 0,0 1 0 0 0,0-1 0 0 0,0 1 1 0 0,0 0-1 0 0,1 1 0 0 0,6-4 1 0 0,3 1 2 0 0,-14 4-4 0 0,0 1 1 0 0,1-1 0 0 0,-1 1 0 0 0,0-1 0 0 0,0 1-1 0 0,0-1 1 0 0,1 1 0 0 0,-1 0 0 0 0,0 0 0 0 0,0 0-1 0 0,1 0 1 0 0,1 0 0 0 0,-3 0 6 0 0,1 1 0 0 0,0-1 0 0 0,0 1-1 0 0,-1-1 1 0 0,1 1 0 0 0,0 0 0 0 0,0-1 0 0 0,-1 1 0 0 0,1 0 0 0 0,-1 0-1 0 0,1 0 1 0 0,-1-1 0 0 0,1 1 0 0 0,-1 0 0 0 0,1 0 0 0 0,-1 0 0 0 0,0 0-1 0 0,0 0 1 0 0,1 0 0 0 0,-1 0 0 0 0,0 1 0 0 0,2 8-6 0 0,-1 0 0 0 0,1-1 0 0 0,-2 1 1 0 0,0 0-1 0 0,0 0 0 0 0,-1 0 0 0 0,0 0 0 0 0,-2 11 1 0 0,-27 82 78 0 0,17-61 45 0 0,9-25-17 0 0,5-11 88 0 0,5-13-11 0 0,68-119-162 0 0,-63 110-1 0 0,1 1 1 0 0,0 1-1 0 0,1-1 1 0 0,1 2-1 0 0,26-21 1 0 0,-26 25 83 0 0,1 1 0 0 0,0 1 0 0 0,23-8 0 0 0,-36 14-82 0 0,-1 0-10 0 0,1 1 0 0 0,-1-1-1 0 0,0 1 1 0 0,0 0 0 0 0,0-1 0 0 0,1 1-1 0 0,-1 0 1 0 0,0 0 0 0 0,1 0-1 0 0,-1 0 1 0 0,0 0 0 0 0,0 0-1 0 0,1 0 1 0 0,-1 0 0 0 0,0 0 0 0 0,0 1-1 0 0,1-1 1 0 0,-1 1 0 0 0,0-1-1 0 0,0 1 1 0 0,0-1 0 0 0,0 1-1 0 0,1-1 1 0 0,-1 1 0 0 0,1 1-1 0 0,0 1 6 0 0,0-1-1 0 0,0 1 0 0 0,0-1 1 0 0,-1 1-1 0 0,1-1 0 0 0,-1 1 1 0 0,0 0-1 0 0,0 0 0 0 0,0 0 1 0 0,1 5-1 0 0,0 3-109 0 0,0 1 0 0 0,-1 0 0 0 0,0 0 1 0 0,-3 21-1 0 0,2-32 47 0 0,-4 29-1506 0 0,-2-11-5769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4"/>
    </inkml:context>
    <inkml:brush xml:id="br0">
      <inkml:brushProperty name="width" value="0.05" units="cm"/>
      <inkml:brushProperty name="height" value="0.05" units="cm"/>
    </inkml:brush>
  </inkml:definitions>
  <inkml:trace contextRef="#ctx0" brushRef="#br0">130 251 10778 0 0,'9'-8'4352'0'0,"-12"14"-1730"0"0,-3 6-2702 0 0,-34 73 1282 0 0,20-45-836 0 0,2 1 0 0 0,1 0 1 0 0,-16 63-1 0 0,31-82 367 0 0,2-22-722 0 0,0 0 1 0 0,0 0-1 0 0,1 0 0 0 0,-1 1 1 0 0,0-1-1 0 0,0 0 0 0 0,0 0 1 0 0,0 0-1 0 0,0 0 0 0 0,0 0 1 0 0,0 0-1 0 0,1 0 0 0 0,-1 0 1 0 0,0 1-1 0 0,0-1 0 0 0,0 0 1 0 0,0 0-1 0 0,0 0 0 0 0,1 0 1 0 0,-1 0-1 0 0,0 0 1 0 0,0 0-1 0 0,0 0 0 0 0,0 0 1 0 0,1 0-1 0 0,-1 0 0 0 0,0 0 1 0 0,0 0-1 0 0,0 0 0 0 0,0 0 1 0 0,1 0-1 0 0,-1 0 0 0 0,0 0 1 0 0,0 0-1 0 0,0 0 0 0 0,0-1 1 0 0,0 1-1 0 0,1 0 1 0 0,-1 0-1 0 0,0 0 0 0 0,0 0 1 0 0,0 0-1 0 0,0 0 0 0 0,0 0 1 0 0,0 0-1 0 0,0-1 0 0 0,1 1 1 0 0,-1 0-1 0 0,0 0 0 0 0,0 0 1 0 0,0-1-1 0 0,21-29 242 0 0,17-49-143 0 0,46-135 0 0 0,2-5-191 0 0,-84 214 74 0 0,0 1-1 0 0,0 0 1 0 0,1 1 0 0 0,-1-1-1 0 0,1 0 1 0 0,0 1 0 0 0,0-1-1 0 0,1 1 1 0 0,-1 0-1 0 0,1 0 1 0 0,5-3 0 0 0,-8 5 7 0 0,0 1-1 0 0,0-1 1 0 0,0 1 0 0 0,1-1-1 0 0,-1 1 1 0 0,0-1 0 0 0,1 1 0 0 0,-1 0-1 0 0,0 0 1 0 0,1-1 0 0 0,-1 1 0 0 0,0 0-1 0 0,1 0 1 0 0,-1 1 0 0 0,0-1 0 0 0,1 0-1 0 0,1 1 1 0 0,-1 0 2 0 0,-1-1 0 0 0,1 1 0 0 0,-1 0 0 0 0,1 1-1 0 0,-1-1 1 0 0,1 0 0 0 0,-1 0 0 0 0,0 0 0 0 0,1 1 0 0 0,-1-1 0 0 0,0 1-1 0 0,0-1 1 0 0,0 1 0 0 0,0-1 0 0 0,-1 1 0 0 0,2 3 0 0 0,54 149 133 0 0,-34-89 24 0 0,-10-26-42 0 0,-2 1-1 0 0,10 63 1 0 0,-19-97-97 0 0,0 0-1 0 0,1 0 1 0 0,0 0 0 0 0,0 0 0 0 0,5 7-1 0 0,-4-8 9 0 0,-1 0-1 0 0,0 1 0 0 0,0-1 1 0 0,0 0-1 0 0,0 1 1 0 0,-1-1-1 0 0,1 9 0 0 0,-1-8-280 0 0,0 24 970 0 0,-1-29-925 0 0,0 0 0 0 0,0 0 0 0 0,0 0 1 0 0,0 0-1 0 0,0 0 0 0 0,-1 0 0 0 0,1 0 0 0 0,0-1 0 0 0,0 1 0 0 0,-1 0 0 0 0,1 0 0 0 0,0 0 0 0 0,-1 0 0 0 0,1 0 0 0 0,-1 0 0 0 0,1-1 1 0 0,-1 1-1 0 0,1 0 0 0 0,-1 0 0 0 0,0-1 0 0 0,1 1 0 0 0,-3 1 0 0 0,-1-3-1979 0 0,-7-1-7008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5"/>
    </inkml:context>
    <inkml:brush xml:id="br0">
      <inkml:brushProperty name="width" value="0.05" units="cm"/>
      <inkml:brushProperty name="height" value="0.05" units="cm"/>
    </inkml:brush>
  </inkml:definitions>
  <inkml:trace contextRef="#ctx0" brushRef="#br0">29 53 14627 0 0,'-23'0'2071'0'0,"17"0"1403"0"0,9-2-3381 0 0,1 0 0 0 0,-1 0-1 0 0,0 1 1 0 0,0 0 0 0 0,1-1 0 0 0,-1 1-1 0 0,1 0 1 0 0,-1 1 0 0 0,6-1 0 0 0,1-1-12 0 0,44-10 393 0 0,1 2 1 0 0,0 2 0 0 0,77 0 0 0 0,-132 8-427 0 0,0 1-31 0 0,0 0-10 0 0,0-1 75 0 0,4 0 186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6"/>
    </inkml:context>
    <inkml:brush xml:id="br0">
      <inkml:brushProperty name="width" value="0.05" units="cm"/>
      <inkml:brushProperty name="height" value="0.05" units="cm"/>
    </inkml:brush>
  </inkml:definitions>
  <inkml:trace contextRef="#ctx0" brushRef="#br0">294 929 4305 0 0,'4'-14'217'0'0,"4"-9"841"0"0,0 1-1 0 0,13-21 0 0 0,-13 27-213 0 0,0 0 0 0 0,-1 0 0 0 0,-1-1 1 0 0,0 0-1 0 0,4-23 0 0 0,-10 38-750 0 0,1 1 0 0 0,-1 0 0 0 0,0 0-1 0 0,0-1 1 0 0,0 1 0 0 0,0 0 0 0 0,0-1 0 0 0,0 1 0 0 0,0 0 0 0 0,0 0 0 0 0,-1-1 0 0 0,1 1 0 0 0,0 0 0 0 0,-1 0 0 0 0,1 0 0 0 0,-1-1 0 0 0,1 1 0 0 0,-1 0-1 0 0,0 0 1 0 0,1 0 0 0 0,-1 0 0 0 0,0 0 0 0 0,0 0 0 0 0,0 0 0 0 0,0 0 0 0 0,0 0 0 0 0,0 1 0 0 0,0-1 0 0 0,-1-1 0 0 0,-2 1 0 0 0,1 0 0 0 0,0 0 0 0 0,-1 1 0 0 0,1-1 0 0 0,0 1 0 0 0,-1-1 0 0 0,1 1 0 0 0,-1 0 0 0 0,-4 1 0 0 0,1 0 8 0 0,1 0 1 0 0,-1 0-1 0 0,1 1 0 0 0,-1 0 1 0 0,1 0-1 0 0,0 1 0 0 0,0 0 1 0 0,-7 4-1 0 0,-19 9 288 0 0,17-10-218 0 0,0 2 1 0 0,0-1 0 0 0,1 2-1 0 0,-25 20 1 0 0,-48 50 353 0 0,83-74-499 0 0,1-1-1 0 0,-1 1 1 0 0,1 0-1 0 0,0-1 1 0 0,0 2-1 0 0,0-1 0 0 0,-2 7 1 0 0,2-6 23 0 0,-2 2-43 0 0,-4 11 465 0 0,9-18-461 0 0,0-1 1 0 0,0 1 0 0 0,0-1 0 0 0,0 1 0 0 0,0-1 0 0 0,1 1 0 0 0,-1-1 0 0 0,0 1-1 0 0,0-1 1 0 0,1 1 0 0 0,-1-1 0 0 0,0 1 0 0 0,1-1 0 0 0,-1 1 0 0 0,0-1-1 0 0,1 1 1 0 0,-1-1 0 0 0,1 0 0 0 0,-1 1 0 0 0,0-1 0 0 0,1 0 0 0 0,-1 1 0 0 0,1-1-1 0 0,-1 0 1 0 0,1 0 0 0 0,-1 0 0 0 0,1 1 0 0 0,-1-1 0 0 0,1 0 0 0 0,0 0-1 0 0,-1 0 1 0 0,1 0 0 0 0,-1 0 0 0 0,1 0 0 0 0,-1 0 0 0 0,1 0 0 0 0,-1 0-1 0 0,2 0 1 0 0,6 0 5 0 0,0 0 0 0 0,0-1 0 0 0,0 1 0 0 0,0-1 0 0 0,0-1 0 0 0,-1 0 0 0 0,1 0 0 0 0,13-5-1 0 0,5-5 19 0 0,27-17 0 0 0,-51 28-31 0 0,32-13 75 0 0,-29 12-62 0 0,1 0 0 0 0,-1 0-1 0 0,0 0 1 0 0,0-1-1 0 0,0 1 1 0 0,8-7 0 0 0,9-11 43 0 0,-10 9-25 0 0,-1 1 0 0 0,2 1 0 0 0,-1-1 0 0 0,18-8 0 0 0,-29 17-34 0 0,-1 1 0 0 0,1-1 1 0 0,0 1-1 0 0,0-1 1 0 0,0 1-1 0 0,0 0 1 0 0,0-1-1 0 0,-1 1 0 0 0,1 0 1 0 0,0 0-1 0 0,0-1 1 0 0,0 1-1 0 0,0 0 1 0 0,0 0-1 0 0,1 0 1 0 0,3 16 1 0 0,-5-15-1 0 0,1 29 22 0 0,-2-26-80 0 0,1 0 0 0 0,0 0 1 0 0,0 1-1 0 0,0-1 1 0 0,0 0-1 0 0,1 0 1 0 0,0 1-1 0 0,-1-1 0 0 0,2 0 1 0 0,-1 0-1 0 0,3 6 1 0 0,-3-9-42 0 0,1 1 1 0 0,0 0 0 0 0,0 0-1 0 0,0-1 1 0 0,0 1-1 0 0,1-1 1 0 0,-1 1 0 0 0,0-1-1 0 0,1 0 1 0 0,-1 0-1 0 0,0 0 1 0 0,1 0 0 0 0,0-1-1 0 0,-1 1 1 0 0,1-1-1 0 0,-1 1 1 0 0,1-1 0 0 0,2 0-1 0 0,3 1-103 0 0,-1-1 0 0 0,1-1 0 0 0,-1 1-1 0 0,1-1 1 0 0,7-2 0 0 0,27-14-801 0 0,-11 4 272 0 0,-24 10 610 0 0,0-1-1 0 0,-1 1 0 0 0,1-1 0 0 0,-1-1 0 0 0,1 1 0 0 0,-1-1 1 0 0,0 0-1 0 0,-1 0 0 0 0,0-1 0 0 0,1 0 0 0 0,-2 0 1 0 0,1 0-1 0 0,-1-1 0 0 0,0 1 0 0 0,0-1 0 0 0,5-12 1 0 0,4-14-297 0 0,-1 0 1 0 0,10-48 0 0 0,-16 56 190 0 0,69-315 54 0 0,-58 256 1034 0 0,-13 40 220 0 0,-4 37-808 0 0,1-1-1 0 0,-1 1 1 0 0,1-1-1 0 0,1 0 1 0 0,-1 1 0 0 0,1 0-1 0 0,1-1 1 0 0,4-8-1 0 0,-1-3 674 0 0,-4 11 119 0 0,-3 6 228 0 0,0 3-1275 0 0,0 0 0 0 0,1 0 0 0 0,0 0 0 0 0,-1 0 0 0 0,1 0 0 0 0,-1 0 0 0 0,1 0 0 0 0,0 0 0 0 0,0 0 0 0 0,0 0 0 0 0,0 0 0 0 0,-1 0 0 0 0,1 0 0 0 0,1 0 0 0 0,-1 2 0 0 0,-1 4 22 0 0,-8 39 158 0 0,-5 19 28 0 0,-7 78 0 0 0,14-6-92 0 0,6-123-118 0 0,-1 0 0 0 0,-1 0 0 0 0,0-1 1 0 0,-7 20-1 0 0,5-18 11 0 0,1 0 1 0 0,1 0 0 0 0,-4 24-1 0 0,6-21 43 0 0,1 0-1 0 0,0 0 0 0 0,1 0 1 0 0,1 0-1 0 0,1 0 1 0 0,1 0-1 0 0,0 0 1 0 0,10 24-1 0 0,-13-41-82 0 0,0 1 0 0 0,0-1 0 0 0,0 0-1 0 0,1 0 1 0 0,-1 1 0 0 0,0-1 0 0 0,1 0 0 0 0,-1 0 0 0 0,1 0 0 0 0,-1 0-1 0 0,1-1 1 0 0,-1 1 0 0 0,1 0 0 0 0,0-1 0 0 0,-1 1 0 0 0,1-1-1 0 0,0 1 1 0 0,0-1 0 0 0,-1 0 0 0 0,1 0 0 0 0,3 0 0 0 0,-4 0-113 0 0,0 0 0 0 0,1 1 0 0 0,-1-1 0 0 0,0 0 0 0 0,0 0 0 0 0,1-1 0 0 0,-1 1 1 0 0,0 0-1 0 0,1 0 0 0 0,-1 0 0 0 0,0-1 0 0 0,0 1 0 0 0,0-1 0 0 0,1 1 0 0 0,-1-1 0 0 0,0 0 0 0 0,0 1 1 0 0,0-1-1 0 0,0 0 0 0 0,0 0 0 0 0,0 0 0 0 0,0 1 0 0 0,0-1 0 0 0,0 0 0 0 0,0 0 0 0 0,-1 0 1 0 0,1-1-1 0 0,0 1 0 0 0,0-2 0 0 0,13-36-2991 0 0,-11 33 2222 0 0,0 0 1 0 0,-1 0 0 0 0,0 0 0 0 0,0-1 0 0 0,0 1-1 0 0,-1 0 1 0 0,1-14 0 0 0,-2 2-2086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7"/>
    </inkml:context>
    <inkml:brush xml:id="br0">
      <inkml:brushProperty name="width" value="0.05" units="cm"/>
      <inkml:brushProperty name="height" value="0.05" units="cm"/>
    </inkml:brush>
  </inkml:definitions>
  <inkml:trace contextRef="#ctx0" brushRef="#br0">22 13 9994 0 0,'-22'5'7961'0'0,"22"-5"-7922"0"0,0 0 1 0 0,0 0 0 0 0,1 1 0 0 0,-1-1 0 0 0,0 0 0 0 0,0 0 0 0 0,0 1 0 0 0,0-1 0 0 0,0 0 0 0 0,0 0 0 0 0,0 0 0 0 0,0 1 0 0 0,0-1 0 0 0,0 0 0 0 0,1 0 0 0 0,-1 0 0 0 0,0 1 0 0 0,0-1 0 0 0,0 0 0 0 0,0 0 0 0 0,1 0 0 0 0,-1 0 0 0 0,0 1 0 0 0,0-1 0 0 0,0 0 0 0 0,1 0 0 0 0,-1 0 0 0 0,0 0 0 0 0,0 0 0 0 0,0 0 0 0 0,1 0 0 0 0,-1 0 0 0 0,0 0 0 0 0,0 0 0 0 0,1 0 0 0 0,-1 0 0 0 0,0 0 0 0 0,0 0 0 0 0,1 0 0 0 0,-1 0 0 0 0,0 0 0 0 0,0 0 0 0 0,0 0 0 0 0,1 0 0 0 0,-1 0 0 0 0,0 0 0 0 0,53 3 529 0 0,-1-2 1 0 0,0-3 0 0 0,60-9 0 0 0,76-2-49 0 0,-165 13-1174 0 0,-14 0-7549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5T09:36:57.338"/>
    </inkml:context>
    <inkml:brush xml:id="br0">
      <inkml:brushProperty name="width" value="0.05" units="cm"/>
      <inkml:brushProperty name="height" value="0.05" units="cm"/>
    </inkml:brush>
  </inkml:definitions>
  <inkml:trace contextRef="#ctx0" brushRef="#br0">95 565 6129,'-6'-1'1405,"0"0"0,0 0 1,0 0-1,-8-3 0,-22-4 2702,35 6-3980,-1 0-1,0 0 0,0 0 0,1 0 0,-1 0 0,1-1 0,0 1 1,-1-1-1,0-4 0,1 2-51,0 0 1,0 0-1,0 0 1,1 0-1,0 0 0,0-1 1,0 1-1,1 0 0,0 0 1,0 0-1,0 0 1,4-9-1,3-7 41,19-34-1,-12 26-46,30-81 73,-35 80-135,1 2 0,1 0 0,2 0 0,0 2 0,20-27 0,-31 49-19,0 1 0,1-1 0,-1 1 0,1 0 0,0 0 1,0 0-1,0 1 0,0-1 0,1 1 0,5-2 0,-8 3 8,0 0-1,0 1 1,0-1 0,0 1 0,0-1 0,0 1 0,0 0-1,0 0 1,0 0 0,0 0 0,0 0 0,0 0 0,0 1 0,0-1-1,0 1 1,0-1 0,0 1 0,0 0 0,0 0 0,-1 0-1,1 0 1,0 0 0,0 0 0,-1 0 0,1 1 0,-1-1 0,1 0-1,1 4 1,7 10-8,-2 0-1,0 1 0,6 17 1,0-1-8,-5-12 23,31 59 51,-34-70 26,0 1 1,1-2-1,0 1 0,0-1 1,0 0-1,10 7 1,2-1 108,0-2 1,1 0-1,21 9 1,-30-16-136,-8-4-346,0 1 0,0-1 0,1-1 0,-1 1 0,0 0 0,1-1 0,-1 1 1,6-1-1,-2 0-1848</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9"/>
    </inkml:context>
    <inkml:brush xml:id="br0">
      <inkml:brushProperty name="width" value="0.05" units="cm"/>
      <inkml:brushProperty name="height" value="0.05" units="cm"/>
    </inkml:brush>
  </inkml:definitions>
  <inkml:trace contextRef="#ctx0" brushRef="#br0">16 244 12259 0 0,'-12'-116'714'0'0,"11"90"-373"0"0,0 17-166 0 0,0 0 0 0 0,0 0 0 0 0,1 0-1 0 0,1 0 1 0 0,-1 0 0 0 0,1 0 0 0 0,1 0-1 0 0,4-16 1 0 0,-6 25-170 0 0,1 0-1 0 0,-1-1 1 0 0,0 1-1 0 0,0 0 1 0 0,0 0-1 0 0,1-1 1 0 0,-1 1 0 0 0,0 0-1 0 0,0 0 1 0 0,1-1-1 0 0,-1 1 1 0 0,0 0-1 0 0,0 0 1 0 0,1 0-1 0 0,-1 0 1 0 0,0-1-1 0 0,1 1 1 0 0,-1 0 0 0 0,0 0-1 0 0,1 0 1 0 0,-1 0-1 0 0,0 0 1 0 0,1 0-1 0 0,-1 0 1 0 0,0 0-1 0 0,1 0 1 0 0,-1 0-1 0 0,0 0 1 0 0,1 0-1 0 0,-1 0 1 0 0,0 0 0 0 0,1 0-1 0 0,-1 0 1 0 0,0 0-1 0 0,1 1 1 0 0,-1-1-1 0 0,0 0 1 0 0,0 0-1 0 0,1 0 1 0 0,-1 0-1 0 0,0 1 1 0 0,0-1 0 0 0,1 0-1 0 0,-1 0 1 0 0,0 1-1 0 0,0-1 1 0 0,1 0-1 0 0,-1 0 1 0 0,0 1-1 0 0,0-1 1 0 0,0 0-1 0 0,0 1 1 0 0,1-1 0 0 0,-1 0-1 0 0,0 1 1 0 0,0-1-1 0 0,0 1 1 0 0,12 21 45 0 0,-11-20-32 0 0,6 16 88 0 0,0 0 0 0 0,-2 1 0 0 0,0 0-1 0 0,-1 0 1 0 0,3 35 0 0 0,-3 103 524 0 0,-5-111-402 0 0,0 0 69 0 0,2 47 363 0 0,-1-83-404 0 0,1 0 0 0 0,1 0 0 0 0,0 0 0 0 0,0 0 0 0 0,1 0 0 0 0,8 16 0 0 0,-11-25-205 0 0,0 0-1 0 0,1 0 0 0 0,-1-1 0 0 0,1 1 0 0 0,-1 0 1 0 0,1 0-1 0 0,-1-1 0 0 0,1 1 0 0 0,0 0 0 0 0,-1-1 0 0 0,1 1 1 0 0,0-1-1 0 0,0 1 0 0 0,-1-1 0 0 0,1 1 0 0 0,0-1 0 0 0,0 0 1 0 0,0 1-1 0 0,-1-1 0 0 0,1 0 0 0 0,0 1 0 0 0,0-1 0 0 0,0 0 1 0 0,0 0-1 0 0,0 0 0 0 0,0 0 0 0 0,0 0 0 0 0,0 0 0 0 0,-1 0 1 0 0,1 0-1 0 0,0 0 0 0 0,0-1 0 0 0,0 1 0 0 0,0 0 0 0 0,0-1 1 0 0,0 1-1 0 0,-1 0 0 0 0,1-1 0 0 0,1 0 0 0 0,1 0-13 0 0,-1-1-1 0 0,0 0 0 0 0,1 1 0 0 0,-1-1 1 0 0,0 0-1 0 0,0 0 0 0 0,0-1 0 0 0,0 1 1 0 0,0 0-1 0 0,0-1 0 0 0,1-3 0 0 0,56-155 425 0 0,-43 113-364 0 0,2-13 37 0 0,-3-1-1 0 0,9-83 1 0 0,-23 142-127 0 0,0 0 0 0 0,0-1 0 0 0,0 1 0 0 0,0 0 0 0 0,1 0 0 0 0,2-5-1 0 0,-3 6-18 0 0,0-1 0 0 0,1 1 0 0 0,-1 0 0 0 0,0-1 0 0 0,0 1 0 0 0,-1-1-1 0 0,1 1 1 0 0,0-1 0 0 0,-1-4 0 0 0,-2 3-759 0 0,-3 12-937 0 0,-3 15 53 0 0,2 0 0 0 0,1 0 1 0 0,-4 40-1 0 0,6-26-1114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0"/>
    </inkml:context>
    <inkml:brush xml:id="br0">
      <inkml:brushProperty name="width" value="0.05" units="cm"/>
      <inkml:brushProperty name="height" value="0.05" units="cm"/>
    </inkml:brush>
  </inkml:definitions>
  <inkml:trace contextRef="#ctx0" brushRef="#br0">237 67 7682 0 0,'-7'-12'7077'0'0,"-11"-8"-5953"0"0,16 18-630 0 0,-1-1-445 0 0,0 0-1 0 0,0 0 1 0 0,-1 0 0 0 0,1 0 0 0 0,-1 1 0 0 0,1 0 0 0 0,-1 0-1 0 0,0 0 1 0 0,0 0 0 0 0,0 0 0 0 0,0 1 0 0 0,0 0-1 0 0,0 0 1 0 0,0 0 0 0 0,0 0 0 0 0,-1 1 0 0 0,1-1-1 0 0,0 1 1 0 0,0 0 0 0 0,-1 0 0 0 0,1 1 0 0 0,0-1-1 0 0,0 1 1 0 0,-1 0 0 0 0,1 0 0 0 0,0 1 0 0 0,0-1 0 0 0,0 1-1 0 0,-5 3 1 0 0,5-3 1 0 0,-2 2 28 0 0,0-1 0 0 0,0 1 0 0 0,0 1 0 0 0,-8 7 0 0 0,12-9-66 0 0,0 0-1 0 0,0-1 0 0 0,0 2 1 0 0,0-1-1 0 0,1 0 1 0 0,-1 0-1 0 0,1 0 0 0 0,0 1 1 0 0,0-1-1 0 0,0 1 1 0 0,0-1-1 0 0,0 5 0 0 0,0-1 3 0 0,-1 1-1 0 0,0 0 1 0 0,0-1-1 0 0,-6 14 1 0 0,5-13 5 0 0,1-5-29 0 0,1 1 0 0 0,0 0 0 0 0,0-1 0 0 0,0 1 0 0 0,1 0 1 0 0,-1 0-1 0 0,1 4 0 0 0,0-7 1 0 0,0 0 0 0 0,0 1 0 0 0,0-1-1 0 0,0 0 1 0 0,0 0 0 0 0,0 0 0 0 0,1 0 0 0 0,-1 0 0 0 0,0 0 0 0 0,1 0 0 0 0,-1 0 0 0 0,1 0 0 0 0,-1 0 0 0 0,1 0 0 0 0,-1 0 0 0 0,1 0 0 0 0,0 0 0 0 0,-1-1 0 0 0,1 1 0 0 0,0 0-1 0 0,0 0 1 0 0,0-1 0 0 0,0 1 0 0 0,0 0 0 0 0,0-1 0 0 0,0 1 0 0 0,0-1 0 0 0,0 1 0 0 0,0-1 0 0 0,1 1 0 0 0,30 12-612 0 0,-26-10 118 0 0,0 0 0 0 0,0-1 0 0 0,0 0 0 0 0,0 0 0 0 0,8 2-1 0 0,7-2-2642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1"/>
    </inkml:context>
    <inkml:brush xml:id="br0">
      <inkml:brushProperty name="width" value="0.05" units="cm"/>
      <inkml:brushProperty name="height" value="0.05" units="cm"/>
    </inkml:brush>
  </inkml:definitions>
  <inkml:trace contextRef="#ctx0" brushRef="#br0">207 53 13787 0 0,'0'0'32'0'0,"-16"0"2242"0"0,9 0-2136 0 0,1 1 1 0 0,-1 0-1 0 0,1 0 1 0 0,0 0-1 0 0,0 1 1 0 0,-1 0 0 0 0,1 0-1 0 0,1 1 1 0 0,-1-1-1 0 0,0 1 1 0 0,1 1-1 0 0,-1-1 1 0 0,1 1-1 0 0,0 0 1 0 0,0 0-1 0 0,-8 9 1 0 0,-33 74 377 0 0,20-37-348 0 0,24-45-151 0 0,0 0-1 0 0,0-1 1 0 0,1 1-1 0 0,0 0 1 0 0,0 0-1 0 0,0 0 1 0 0,0 0-1 0 0,1 0 1 0 0,0 0-1 0 0,0 0 1 0 0,0 0-1 0 0,0 0 1 0 0,1 0-1 0 0,0 0 1 0 0,0 0-1 0 0,1 0 1 0 0,-1-1-1 0 0,1 1 1 0 0,0 0-1 0 0,0-1 1 0 0,0 1-1 0 0,1-1 1 0 0,6 8-1 0 0,-6-9-10 0 0,0-1 0 0 0,1 1 0 0 0,-1-1 0 0 0,1 0 0 0 0,0 0-1 0 0,-1 0 1 0 0,1 0 0 0 0,0-1 0 0 0,7 2 0 0 0,15 7 10 0 0,-19-7-247 0 0,0 0 0 0 0,1-1 0 0 0,-1 1 0 0 0,1-2 1 0 0,-1 1-1 0 0,1-1 0 0 0,0 0 0 0 0,-1-1 0 0 0,1 0 0 0 0,0 0 0 0 0,0 0 0 0 0,-1-1 1 0 0,1 0-1 0 0,0-1 0 0 0,-1 0 0 0 0,0 0 0 0 0,10-4 0 0 0,9-6-1941 0 0</inkml:trace>
  <inkml:trace contextRef="#ctx0" brushRef="#br0" timeOffset="1">578 34 11242 0 0,'0'0'3465'0'0,"0"-1"-2953"0"0,0-1-80 0 0,1 1 224 0 0,1-1-215 0 0,1 1-305 0 0,3-3-24 0 0,5 0-80 0 0,3-2-16 0 0,-4 1-40 0 0,0 2-128 0 0,-1 0-56 0 0,-4 1-1073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3"/>
    </inkml:context>
    <inkml:brush xml:id="br0">
      <inkml:brushProperty name="width" value="0.05" units="cm"/>
      <inkml:brushProperty name="height" value="0.05" units="cm"/>
    </inkml:brush>
  </inkml:definitions>
  <inkml:trace contextRef="#ctx0" brushRef="#br0">0 6 11827 0 0,'0'0'656'0'0,"0"2"-264"0"0,0 0 184 0 0,2-1-48 0 0,-1 1 8 0 0,1-2-464 0 0,-1 0-8 0 0,4 0-16 0 0,20 0-32 0 0,-4-2-408 0 0,8-3-1176 0 0,-3-1-337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4"/>
    </inkml:context>
    <inkml:brush xml:id="br0">
      <inkml:brushProperty name="width" value="0.05" units="cm"/>
      <inkml:brushProperty name="height" value="0.05" units="cm"/>
    </inkml:brush>
  </inkml:definitions>
  <inkml:trace contextRef="#ctx0" brushRef="#br0">176 1 12067 0 0,'-11'0'335'0'0,"0"1"0"0"0,0 0 0 0 0,0 1 0 0 0,0 0 0 0 0,1 1 0 0 0,-1 0 0 0 0,1 1 0 0 0,-21 10 0 0 0,29-13-303 0 0,0 1-1 0 0,1 0 1 0 0,-1 0 0 0 0,0-1 0 0 0,0 1-1 0 0,1 1 1 0 0,-1-1 0 0 0,1 0 0 0 0,0 0-1 0 0,0 0 1 0 0,0 1 0 0 0,0-1-1 0 0,-1 5 1 0 0,-4 6 68 0 0,4-9-55 0 0,0-1-1 0 0,1 1 1 0 0,-1 0-1 0 0,1 0 1 0 0,0 0-1 0 0,0-1 1 0 0,1 1-1 0 0,-1 0 1 0 0,1 0-1 0 0,-1 0 1 0 0,1 0-1 0 0,1 0 1 0 0,-1 0-1 0 0,0 0 1 0 0,1 0-1 0 0,0 0 1 0 0,0 0-1 0 0,0 0 1 0 0,0 0-1 0 0,1-1 1 0 0,-1 1 0 0 0,1-1-1 0 0,0 1 1 0 0,0-1-1 0 0,1 1 1 0 0,2 2-1 0 0,4 4 135 0 0,0 0 1 0 0,1-1-1 0 0,0-1 0 0 0,0 1 0 0 0,1-1 0 0 0,16 9 1 0 0,8 2 349 0 0,35 24 548 0 0,-62-38-881 0 0,-1 1 0 0 0,-1 0 1 0 0,1 0-1 0 0,-1 1 0 0 0,0-1 1 0 0,10 16-1 0 0,0 16 960 0 0,-15-37-1125 0 0,0 1-1 0 0,-1-1 0 0 0,1 0 0 0 0,-1 0 0 0 0,1 1 0 0 0,-1-1 0 0 0,1 0 0 0 0,-1 1 0 0 0,0-1 1 0 0,0 0-1 0 0,1 1 0 0 0,-1-1 0 0 0,0 1 0 0 0,0-1 0 0 0,-1 0 0 0 0,1 1 0 0 0,0-1 0 0 0,0 0 0 0 0,-1 1 1 0 0,1-1-1 0 0,-1 0 0 0 0,1 1 0 0 0,-1-1 0 0 0,1 0 0 0 0,-1 0 0 0 0,0 0 0 0 0,1 0 0 0 0,-1 1 1 0 0,0-1-1 0 0,0 0 0 0 0,0 0 0 0 0,0 0 0 0 0,0-1 0 0 0,0 1 0 0 0,0 0 0 0 0,-1 0 0 0 0,1 0 1 0 0,0-1-1 0 0,0 1 0 0 0,0-1 0 0 0,-1 1 0 0 0,-1 0 0 0 0,-8 3-18 0 0,0-1 0 0 0,0 0 0 0 0,0-1 0 0 0,-13 2 0 0 0,13-3 66 0 0,0 1-75 0 0,3-1-6 0 0,1 0 1 0 0,0 1-1 0 0,-1-1 0 0 0,1 1 0 0 0,0 1 1 0 0,-11 5-1 0 0,10-4-243 0 0,0-1-1 0 0,1 0 1 0 0,-1 0 0 0 0,0 0 0 0 0,0-1 0 0 0,-1 0 0 0 0,-10 0 0 0 0,14-1-587 0 0,0-1-1 0 0,0 0 1 0 0,1 0 0 0 0,-1-1 0 0 0,0 1 0 0 0,0-1 0 0 0,1 0 0 0 0,-8-3-1 0 0,2 0-2684 0 0</inkml:trace>
  <inkml:trace contextRef="#ctx0" brushRef="#br0" timeOffset="1">144 98 12715 0 0,'0'0'384'0'0,"1"-2"800"0"0,1 0-1128 0 0,-1 1 656 0 0,2-1-200 0 0,3-2 321 0 0,7 2-449 0 0,4-5-240 0 0,-2-1-16 0 0,10 3-72 0 0,-4 1-56 0 0,-1-1-192 0 0,2-1-160 0 0,-7 1-65 0 0,5 2-975 0 0,0 0-1024 0 0,-3 2-289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6"/>
    </inkml:context>
    <inkml:brush xml:id="br0">
      <inkml:brushProperty name="width" value="0.05" units="cm"/>
      <inkml:brushProperty name="height" value="0.05" units="cm"/>
    </inkml:brush>
  </inkml:definitions>
  <inkml:trace contextRef="#ctx0" brushRef="#br0">38 79 8906 0 0,'-9'-5'5910'0'0,"-11"-5"-3709"0"0,17 10-2114 0 0,-3 0 438 0 0,7 1 125 0 0,0 0-611 0 0,0-1 0 0 0,0 1 1 0 0,0 0-1 0 0,0-1 0 0 0,-1 1 1 0 0,1 0-1 0 0,0 0 1 0 0,-1 0-1 0 0,1-1 0 0 0,-1 1 1 0 0,1 0-1 0 0,-1 0 1 0 0,1 0-1 0 0,-1 0 0 0 0,1 0 1 0 0,-1 1-1 0 0,3 23 2 0 0,-1-1-1 0 0,-1 1 1 0 0,-1-1 0 0 0,-6 47-1 0 0,2-25-19 0 0,2-18 82 0 0,-2 8-167 0 0,3 39-1 0 0,1-65 263 0 0,1 0 0 0 0,0-1-1 0 0,1 1 1 0 0,0-1 0 0 0,0 1-1 0 0,1-1 1 0 0,0 0 0 0 0,1 0-1 0 0,5 10 1 0 0,-8-17-131 0 0,1 0 0 0 0,0 0 0 0 0,0 0 0 0 0,-1 0 0 0 0,1 0 1 0 0,0 0-1 0 0,0-1 0 0 0,1 1 0 0 0,-1-1 0 0 0,0 0 0 0 0,0 0 0 0 0,1 1 0 0 0,-1-1 0 0 0,1-1 0 0 0,-1 1 0 0 0,1 0 0 0 0,-1-1 0 0 0,1 1 0 0 0,0-1 0 0 0,-1 0 0 0 0,1 1 1 0 0,-1-1-1 0 0,1-1 0 0 0,0 1 0 0 0,-1 0 0 0 0,1-1 0 0 0,-1 1 0 0 0,1-1 0 0 0,2-1 0 0 0,1 1-9 0 0,0-1-1 0 0,-1 0 1 0 0,1-1 0 0 0,-1 1 0 0 0,0-1-1 0 0,0 0 1 0 0,0 0 0 0 0,0-1 0 0 0,-1 1-1 0 0,1-1 1 0 0,6-8 0 0 0,33-48 401 0 0,34-64 1 0 0,-68 107-436 0 0,7-12 32 0 0,-1-1-1 0 0,-2 0 1 0 0,18-52-1 0 0,-25 59-707 0 0,1 0-1 0 0,0 0 1 0 0,13-22-1 0 0,-11 23-3249 0 0,-7 13 520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7"/>
    </inkml:context>
    <inkml:brush xml:id="br0">
      <inkml:brushProperty name="width" value="0.05" units="cm"/>
      <inkml:brushProperty name="height" value="0.05" units="cm"/>
    </inkml:brush>
  </inkml:definitions>
  <inkml:trace contextRef="#ctx0" brushRef="#br0">30 207 7306 0 0,'-3'-4'111'0'0,"1"-1"0"0"0,0 1 0 0 0,0-1 0 0 0,0 0 0 0 0,1 0 0 0 0,-1 1 0 0 0,1-1 0 0 0,0 0 0 0 0,0-10 0 0 0,-2 0 422 0 0,0-5 750 0 0,0-1-1 0 0,0-33 1 0 0,8 43-422 0 0,-5 11-848 0 0,0 0 0 0 0,0 0 0 0 0,0 0-1 0 0,0-1 1 0 0,0 1 0 0 0,0 0 0 0 0,1 0 0 0 0,-1 0 0 0 0,0 0 0 0 0,0 0 0 0 0,0 0 0 0 0,0 0 0 0 0,1 0 0 0 0,-1 0 0 0 0,0 0-1 0 0,0 0 1 0 0,0 0 0 0 0,0 0 0 0 0,1 0 0 0 0,-1 0 0 0 0,0 0 0 0 0,0 0 0 0 0,0 0 0 0 0,1 0 0 0 0,-1 0 0 0 0,0 0-1 0 0,0 0 1 0 0,0 0 0 0 0,0 0 0 0 0,1 0 0 0 0,-1 0 0 0 0,0 0 0 0 0,0 0 0 0 0,0 0 0 0 0,0 0 0 0 0,0 0 0 0 0,1 1 0 0 0,-1-1-1 0 0,0 0 1 0 0,0 0 0 0 0,0 0 0 0 0,0 0 0 0 0,0 0 0 0 0,0 1 0 0 0,0-1 0 0 0,1 0 0 0 0,-1 0 0 0 0,0 0 0 0 0,0 0-1 0 0,0 1 1 0 0,0-1 0 0 0,0 0 0 0 0,0 0 0 0 0,0 0 0 0 0,0 0 0 0 0,0 1 0 0 0,0-1 0 0 0,0 0 0 0 0,0 0 0 0 0,0 0 0 0 0,0 0-1 0 0,0 1 1 0 0,0-1 0 0 0,0 0 0 0 0,0 0 0 0 0,0 0 0 0 0,-1 0 0 0 0,1 1 0 0 0,0-1 0 0 0,5 57 380 0 0,-2 72 0 0 0,2 33 356 0 0,16 40 246 0 0,-20-192-697 0 0,2 1 0 0 0,-1-1-1 0 0,1 0 1 0 0,9 18 0 0 0,-12-27-257 0 0,1-1 1 0 0,-1 1-1 0 0,1 0 0 0 0,-1-1 0 0 0,1 0 0 0 0,-1 1 1 0 0,1-1-1 0 0,-1 1 0 0 0,1-1 0 0 0,-1 1 0 0 0,1-1 1 0 0,-1 0-1 0 0,1 0 0 0 0,0 1 0 0 0,-1-1 0 0 0,1 0 0 0 0,-1 0 1 0 0,1 0-1 0 0,0 1 0 0 0,-1-1 0 0 0,1 0 0 0 0,0 0 1 0 0,-1 0-1 0 0,1 0 0 0 0,0 0 0 0 0,-1 0 0 0 0,1-1 0 0 0,0 1 1 0 0,-1 0-1 0 0,1 0 0 0 0,1-1 0 0 0,-1 1-21 0 0,1-1 1 0 0,-1 1-1 0 0,0-1 0 0 0,1 0 0 0 0,-1 1 0 0 0,0-1 0 0 0,1 0 1 0 0,-1 0-1 0 0,0 0 0 0 0,0 0 0 0 0,0 0 0 0 0,0 0 0 0 0,2-2 1 0 0,2-8 44 0 0,-1 0 0 0 0,0 0 0 0 0,-1 0 0 0 0,4-22 1 0 0,1-3 45 0 0,56-162 106 0 0,-36 118 8 0 0,29-135 0 0 0,-56 211-319 0 0,0 1 0 0 0,0-1 0 0 0,0 1 1 0 0,1 0-1 0 0,0-1 0 0 0,-1 1 0 0 0,1 0 0 0 0,0 0 0 0 0,1 0 0 0 0,2-3 1 0 0,-5 6 22 0 0,1 0-1 0 0,-1 0 1 0 0,0 0 0 0 0,0 0 0 0 0,0 0 0 0 0,0 0 0 0 0,1 0-1 0 0,-1 0 1 0 0,0 0 0 0 0,0 0 0 0 0,0 0 0 0 0,0 0 0 0 0,1 1 0 0 0,-1-1-1 0 0,0 0 1 0 0,0 0 0 0 0,0 0 0 0 0,0 0 0 0 0,0 0 0 0 0,0 1 0 0 0,0-1-1 0 0,1 0 1 0 0,-1 0 0 0 0,0 0 0 0 0,0 0 0 0 0,0 1 0 0 0,0-1 0 0 0,0 0-1 0 0,0 0 1 0 0,0 0 0 0 0,0 0 0 0 0,0 1 0 0 0,0-1 0 0 0,0 0-1 0 0,0 0 1 0 0,0 0 0 0 0,0 1 0 0 0,0-1 0 0 0,0 0 0 0 0,0 0 0 0 0,0 0-1 0 0,0 0 1 0 0,0 1 0 0 0,0-1 0 0 0,-1 0 0 0 0,1 1-72 0 0,2 18-1792 0 0,1 10-773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8"/>
    </inkml:context>
    <inkml:brush xml:id="br0">
      <inkml:brushProperty name="width" value="0.05" units="cm"/>
      <inkml:brushProperty name="height" value="0.05" units="cm"/>
    </inkml:brush>
  </inkml:definitions>
  <inkml:trace contextRef="#ctx0" brushRef="#br0">122 65 8202 0 0,'0'0'1966'0'0,"-20"-12"2723"0"0,18 12-4669 0 0,1 0 0 0 0,-1 0 0 0 0,1 0 0 0 0,-1 0 0 0 0,1 1 0 0 0,0-1 0 0 0,-1 0 0 0 0,1 1 0 0 0,-1-1 0 0 0,1 0 0 0 0,0 1 0 0 0,-1 0 0 0 0,1-1 0 0 0,0 1 0 0 0,0 0 0 0 0,-1 0 0 0 0,1-1 0 0 0,0 1 0 0 0,0 0 0 0 0,0 0 0 0 0,0 0 0 0 0,0 1 0 0 0,0-1 0 0 0,1 0 0 0 0,-1 0 1 0 0,0 0-1 0 0,-1 3 0 0 0,-1 3 13 0 0,0 1 1 0 0,0 0 0 0 0,-3 14 0 0 0,3-11 56 0 0,1-3-55 0 0,-1 4 56 0 0,-1-1 0 0 0,0 1 0 0 0,-9 19 0 0 0,9-24-40 0 0,1 0-1 0 0,0 0 0 0 0,0 0 1 0 0,1 1-1 0 0,-1-1 1 0 0,2 1-1 0 0,-2 8 1 0 0,3-13 12 0 0,-1 1 1 0 0,1 0 0 0 0,0 0-1 0 0,0-1 1 0 0,0 1 0 0 0,1 0-1 0 0,0 0 1 0 0,-1-1 0 0 0,1 1-1 0 0,0 0 1 0 0,1-1 0 0 0,-1 1-1 0 0,1-1 1 0 0,-1 1-1 0 0,1-1 1 0 0,3 4 0 0 0,-2-5 1 0 0,-1 0 1 0 0,1 0-1 0 0,0-1 1 0 0,0 1-1 0 0,0-1 0 0 0,0 1 1 0 0,5 0-1 0 0,4 3 75 0 0,-7-2-90 0 0,0-1 1 0 0,1 0 0 0 0,-1 0 0 0 0,1-1 0 0 0,0 1 0 0 0,-1-1-1 0 0,1-1 1 0 0,0 1 0 0 0,0-1 0 0 0,-1 0 0 0 0,1 0-1 0 0,0-1 1 0 0,0 1 0 0 0,-1-1 0 0 0,8-2 0 0 0,-1-1 112 0 0,-1 0 0 0 0,1 0 1 0 0,-1-1-1 0 0,-1 0 0 0 0,1-1 1 0 0,12-9-1 0 0,-17 10-69 0 0,0 0-1 0 0,-1-1 1 0 0,0 1 0 0 0,-1-1-1 0 0,1 0 1 0 0,-1-1 0 0 0,0 1 0 0 0,0-1-1 0 0,-1 0 1 0 0,4-13 0 0 0,16-26 691 0 0,-21 43-751 0 0,0 0-1 0 0,0 0 1 0 0,-1 0-1 0 0,1 0 1 0 0,-1 0-1 0 0,0 0 0 0 0,0 0 1 0 0,0 0-1 0 0,0 0 1 0 0,-1-1-1 0 0,1 1 1 0 0,-1 0-1 0 0,0-1 0 0 0,0 1 1 0 0,0 0-1 0 0,0-1 1 0 0,0 1-1 0 0,-1 0 1 0 0,1 0-1 0 0,-1-1 0 0 0,0 1 1 0 0,0 0-1 0 0,-1 0 1 0 0,1 0-1 0 0,-4-6 1 0 0,1 4-55 0 0,-1-1 0 0 0,0 1 0 0 0,0 0 1 0 0,0 1-1 0 0,0-1 0 0 0,-1 1 0 0 0,0 0 1 0 0,0 0-1 0 0,0 1 0 0 0,0 0 0 0 0,-8-3 0 0 0,-38-10-781 0 0,41 14 103 0 0,0-1 0 0 0,1-1 0 0 0,-1 1 0 0 0,-12-8 1 0 0,4 2-1831 0 0,3 5-2251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9"/>
    </inkml:context>
    <inkml:brush xml:id="br0">
      <inkml:brushProperty name="width" value="0.05" units="cm"/>
      <inkml:brushProperty name="height" value="0.05" units="cm"/>
    </inkml:brush>
  </inkml:definitions>
  <inkml:trace contextRef="#ctx0" brushRef="#br0">486 167 256 0 0,'0'0'3047'0'0,"-6"-23"1456"0"0,5 18-4277 0 0,1 5-210 0 0,0-1 0 0 0,0 0 0 0 0,-1 1-1 0 0,1-1 1 0 0,0 1 0 0 0,0-1 0 0 0,0 1-1 0 0,0-1 1 0 0,-1 1 0 0 0,1-1 0 0 0,0 1-1 0 0,0-1 1 0 0,-1 1 0 0 0,1 0 0 0 0,0-1-1 0 0,-1 1 1 0 0,1-1 0 0 0,0 1 0 0 0,-1 0-1 0 0,1-1 1 0 0,-1 1 0 0 0,1 0 0 0 0,-1-1-1 0 0,1 1 1 0 0,-1 0 0 0 0,1 0 0 0 0,-1-1-1 0 0,1 1 1 0 0,-1 0 0 0 0,1 0 0 0 0,-1 0-1 0 0,1 0 1 0 0,-1 0 0 0 0,1 0 0 0 0,-1 0-1 0 0,0 0 1 0 0,0 0 17 0 0,1-1-1 0 0,-1 1 1 0 0,1 0-1 0 0,-1 0 1 0 0,1 0-1 0 0,-1-1 0 0 0,1 1 1 0 0,-1 0-1 0 0,1-1 1 0 0,0 1-1 0 0,-1-1 1 0 0,1 1-1 0 0,0 0 1 0 0,-1-1-1 0 0,1 1 1 0 0,0-1-1 0 0,-1 1 1 0 0,1-1-1 0 0,0 1 1 0 0,0-1-1 0 0,-1 1 1 0 0,1-1-1 0 0,0 1 0 0 0,0-1 1 0 0,0 1-1 0 0,0-1 1 0 0,0 0-1 0 0,0 1 1 0 0,0-1-1 0 0,0 0 1 0 0,-1-28 279 0 0,-1 3-92 0 0,-18-13 160 0 0,18 27-258 0 0,2 6 760 0 0,-2 14-368 0 0,-4 62-263 0 0,5 133-1 0 0,4-85-4 0 0,-8-13 7 0 0,-26 151 0 0 0,4-59 142 0 0,20 46 1647 0 0,8-175-623 0 0,-2-67-1401 0 0,1 0 0 0 0,-1-1 0 0 0,1 1-1 0 0,0 0 1 0 0,-1 0 0 0 0,1-1 0 0 0,-1 1 0 0 0,0 0 0 0 0,1-1-1 0 0,-1 1 1 0 0,0-1 0 0 0,1 1 0 0 0,-1-1 0 0 0,0 1 0 0 0,0-1-1 0 0,1 1 1 0 0,-1-1 0 0 0,0 0 0 0 0,0 1 0 0 0,-1-1 0 0 0,-22 9-17 0 0,16-7-10 0 0,-26 11 69 0 0,12-6-45 0 0,0 1 0 0 0,1 1 0 0 0,-38 23 0 0 0,19-4-38 0 0,12-8 64 0 0,-41 21-1 0 0,68-40-33 0 0,1-1-1 0 0,-1 0 0 0 0,0 1 0 0 0,0-1 1 0 0,0 1-1 0 0,0-1 0 0 0,1 1 0 0 0,-1-1 1 0 0,0 1-1 0 0,1 0 0 0 0,-1-1 0 0 0,0 1 1 0 0,1 0-1 0 0,-1-1 0 0 0,1 1 0 0 0,-1 0 1 0 0,1 0-1 0 0,-1 0 0 0 0,0 1 0 0 0,1-1 0 0 0,0-1 0 0 0,0 1 0 0 0,1-1 0 0 0,-1 1 0 0 0,0 0 0 0 0,0-1 0 0 0,0 1 0 0 0,1-1-1 0 0,-1 1 1 0 0,0-1 0 0 0,0 1 0 0 0,1-1 0 0 0,-1 1 0 0 0,0-1 0 0 0,1 1 0 0 0,-1-1 0 0 0,1 1 0 0 0,-1-1 0 0 0,1 1-1 0 0,-1-1 1 0 0,2 1 0 0 0,2 1 8 0 0,0 1 0 0 0,1-1 0 0 0,0 0 0 0 0,-1 0 0 0 0,8 1 0 0 0,7 1-17 0 0,0-1 0 0 0,0-1 0 0 0,23 0 1 0 0,22 2 44 0 0,287 40-34 0 0,-350-44 6 0 0,0 0 0 0 0,1 0 0 0 0,-1 0 0 0 0,0 0 1 0 0,0 0-1 0 0,0 0 0 0 0,0 1 0 0 0,0-1 0 0 0,0 0 0 0 0,0 1 0 0 0,0-1 0 0 0,0 1 1 0 0,0-1-1 0 0,0 1 0 0 0,0-1 0 0 0,0 1 0 0 0,0 0 0 0 0,-1-1 0 0 0,1 1 0 0 0,0 0 1 0 0,1 1-1 0 0,-2-2-2 0 0,0 1 0 0 0,0 0 0 0 0,-1-1 0 0 0,1 1 0 0 0,0 0 0 0 0,0 0 0 0 0,0-1 0 0 0,0 1 0 0 0,-1 0 0 0 0,1-1 1 0 0,0 1-1 0 0,-1 0 0 0 0,1-1 0 0 0,-1 1 0 0 0,1-1 0 0 0,0 1 0 0 0,-1 0 0 0 0,1-1 0 0 0,-1 1 0 0 0,1-1 0 0 0,-1 1 0 0 0,-1 0 0 0 0,-6 5 72 0 0,-1 0 0 0 0,-19 9-1 0 0,25-13-95 0 0,-152 66 422 0 0,110-50-314 0 0,0 2 1 0 0,1 1-1 0 0,-64 42 1 0 0,105-60-92 0 0,0 0 1 0 0,-1-1-1 0 0,1 1 1 0 0,0 0-1 0 0,0 1 1 0 0,0-1-1 0 0,-3 6 1 0 0,6-8-8 0 0,-1 0 0 0 0,0 1 0 0 0,0-1 1 0 0,1 0-1 0 0,-1 1 0 0 0,1-1 0 0 0,0 1 0 0 0,-1-1 1 0 0,1 1-1 0 0,0-1 0 0 0,0 1 0 0 0,0-1 1 0 0,0 1-1 0 0,0-1 0 0 0,0 1 0 0 0,0-1 1 0 0,1 1-1 0 0,-1-1 0 0 0,0 1 0 0 0,1-1 1 0 0,-1 0-1 0 0,1 1 0 0 0,1 1 0 0 0,-1-2 8 0 0,0 0 0 0 0,0 0-1 0 0,1-1 1 0 0,-1 1 0 0 0,0 0-1 0 0,1-1 1 0 0,-1 1 0 0 0,0-1-1 0 0,1 0 1 0 0,-1 1 0 0 0,1-1-1 0 0,-1 0 1 0 0,1 0 0 0 0,-1 0 0 0 0,2 0-1 0 0,11 2 23 0 0,2 4-25 0 0,-8-2 4 0 0,0-1-1 0 0,0 0 1 0 0,0 0 0 0 0,0-1-1 0 0,1 0 1 0 0,-1 0-1 0 0,0-1 1 0 0,1 0 0 0 0,11-1-1 0 0,5-3 30 0 0,39-10 0 0 0,-50 10-37 0 0,0-1 1 0 0,-1 1-1 0 0,1 1 0 0 0,0 1 0 0 0,0 0 1 0 0,1 0-1 0 0,-1 2 0 0 0,27 3 1 0 0,-40-3 0 0 0,0-1 0 0 0,0 1 0 0 0,1 0 0 0 0,-1 0 0 0 0,0-1-1 0 0,0 1 1 0 0,0 0 0 0 0,0 0 0 0 0,0 0 0 0 0,-1 0 0 0 0,1 0 0 0 0,0 0 0 0 0,0 0 0 0 0,-1 1 0 0 0,1-1 0 0 0,-1 0 0 0 0,1 0 0 0 0,-1 1 0 0 0,1-1 0 0 0,-1 0 0 0 0,0 0 0 0 0,1 1 0 0 0,-1 1 0 0 0,1 1 0 0 0,-1 0 1 0 0,0 0-1 0 0,0 0 0 0 0,0 0 0 0 0,0 0 1 0 0,-1 5-1 0 0,-1-2 3 0 0,0 0 1 0 0,0-1-1 0 0,-1 0 1 0 0,0 1-1 0 0,0-1 1 0 0,0 0-1 0 0,-1-1 1 0 0,0 1-1 0 0,0-1 1 0 0,-1 1-1 0 0,1-1 1 0 0,-1 0-1 0 0,-8 6 1 0 0,-7 3 19 0 0,0 0 0 0 0,-34 16 1 0 0,34-20-3 0 0,0 2 1 0 0,-30 22 0 0 0,42-27-1 0 0,0 0 0 0 0,-1-1 0 0 0,-15 9 0 0 0,26-16-23 0 0,35-14-21 0 0,-36 15 17 0 0,1-1-1 0 0,0 1 1 0 0,-1-1 0 0 0,1 1-1 0 0,0 0 1 0 0,0 0 0 0 0,-1-1-1 0 0,1 1 1 0 0,0 1 0 0 0,0-1-1 0 0,-1 0 1 0 0,1 0 0 0 0,0 1 0 0 0,-1-1-1 0 0,1 1 1 0 0,0-1 0 0 0,-1 1-1 0 0,1 0 1 0 0,-1-1 0 0 0,1 1-1 0 0,2 2 1 0 0,-3-1 1 0 0,0 1 0 0 0,0 0 0 0 0,0-1 0 0 0,0 1 0 0 0,0 0 0 0 0,-1 0-1 0 0,1 0 1 0 0,-1-1 0 0 0,0 1 0 0 0,0 0 0 0 0,0 6 0 0 0,0 0-3 0 0,1-1 7 0 0,0-1 1 0 0,1 1-1 0 0,0 0 1 0 0,0-1-1 0 0,7 14 1 0 0,-5-11 2 0 0,0 0 0 0 0,4 18 1 0 0,-3 14 0 0 0,-1 1 0 0 0,-3 0 0 0 0,-1-1 1 0 0,-7 44-1 0 0,1-2-1 0 0,2 90 136 0 0,4 88 267 0 0,1-88-301 0 0,-1-174-285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0"/>
    </inkml:context>
    <inkml:brush xml:id="br0">
      <inkml:brushProperty name="width" value="0.05" units="cm"/>
      <inkml:brushProperty name="height" value="0.05" units="cm"/>
    </inkml:brush>
  </inkml:definitions>
  <inkml:trace contextRef="#ctx0" brushRef="#br0">30 33 8898 0 0,'0'0'183'0'0,"-20"-17"5707"0"0,10 5-4244 0 0,11 9-987 0 0,20 10-688 0 0,-8-2 136 0 0,422 169 167 0 0,-408-162-191 0 0,-1 1 0 0 0,0 1 0 0 0,41 31 0 0 0,-55-36-63 0 0,-9-8-14 0 0,-1 1 1 0 0,1 0-1 0 0,-1 0 1 0 0,0 0-1 0 0,1 0 1 0 0,-1 0-1 0 0,0 0 0 0 0,0 0 1 0 0,-1 1-1 0 0,1-1 1 0 0,0 1-1 0 0,-1-1 1 0 0,1 1-1 0 0,-1 0 0 0 0,0-1 1 0 0,2 7-1 0 0,1 2-1041 0 0,0-1-3380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1"/>
    </inkml:context>
    <inkml:brush xml:id="br0">
      <inkml:brushProperty name="width" value="0.05" units="cm"/>
      <inkml:brushProperty name="height" value="0.05" units="cm"/>
    </inkml:brush>
  </inkml:definitions>
  <inkml:trace contextRef="#ctx0" brushRef="#br0">117 83 4073 0 0,'-3'-40'5355'0'0,"3"37"-4935"0"0,0 0-1 0 0,-1 0 0 0 0,0 0 0 0 0,1 0 1 0 0,-1 0-1 0 0,0 0 0 0 0,0 0 0 0 0,-1 1 1 0 0,1-1-1 0 0,-4-5 0 0 0,5 8-373 0 0,0 0-1 0 0,-1-1 1 0 0,1 1-1 0 0,-1-1 0 0 0,1 1 1 0 0,0 0-1 0 0,-1-1 0 0 0,1 1 1 0 0,-1 0-1 0 0,1-1 1 0 0,-1 1-1 0 0,1 0 0 0 0,-1 0 1 0 0,1-1-1 0 0,-1 1 1 0 0,0 0-1 0 0,1 0 0 0 0,-1 0 1 0 0,1 0-1 0 0,-1 0 1 0 0,1 0-1 0 0,-1 0 0 0 0,0 0 1 0 0,1 0-1 0 0,-1 0 1 0 0,1 0-1 0 0,-1 0 0 0 0,1 0 1 0 0,-1 0-1 0 0,1 1 0 0 0,-1-1 1 0 0,1 0-1 0 0,-1 0 1 0 0,1 1-1 0 0,-1-1 0 0 0,1 0 1 0 0,-1 1-1 0 0,1-1 1 0 0,-1 0-1 0 0,1 1 0 0 0,0-1 1 0 0,-1 1-1 0 0,1-1 1 0 0,0 1-1 0 0,-1-1 0 0 0,1 1 1 0 0,0-1-1 0 0,-1 1 0 0 0,1-1 1 0 0,0 1-1 0 0,0-1 1 0 0,0 1-1 0 0,0-1 0 0 0,0 1 1 0 0,-1-1-1 0 0,1 2 1 0 0,-7 34 68 0 0,6-34-56 0 0,-9 143 358 0 0,9-132-386 0 0,-1 4 11 0 0,0-1 0 0 0,-1 0 0 0 0,-10 31 0 0 0,-6 25 31 0 0,8 29 136 0 0,4 190-1 0 0,7-201-103 0 0,7 103 674 0 0,-3-78-2104 0 0,-2-38-3532 0 0,-2-74 2225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2"/>
    </inkml:context>
    <inkml:brush xml:id="br0">
      <inkml:brushProperty name="width" value="0.05" units="cm"/>
      <inkml:brushProperty name="height" value="0.05" units="cm"/>
    </inkml:brush>
  </inkml:definitions>
  <inkml:trace contextRef="#ctx0" brushRef="#br0">606 5 7994 0 0,'0'0'208'0'0,"-15"-4"4310"0"0,7 5-4375 0 0,0 1 1 0 0,0 0-1 0 0,0 0 0 0 0,0 1 0 0 0,0 0 1 0 0,0 1-1 0 0,1 0 0 0 0,-9 5 0 0 0,10-6-62 0 0,-12 9 284 0 0,2 0 0 0 0,-1 1 1 0 0,1 1-1 0 0,-24 28 0 0 0,-17 15 704 0 0,-29 14 152 0 0,34-29-594 0 0,-87 93 0 0 0,131-125-626 0 0,0 0-1 0 0,1 1 0 0 0,1-1 1 0 0,-1 2-1 0 0,2-1 0 0 0,-6 17 1 0 0,5-18-51 0 0,1-1-2097 0 0,4-2-3151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3"/>
    </inkml:context>
    <inkml:brush xml:id="br0">
      <inkml:brushProperty name="width" value="0.05" units="cm"/>
      <inkml:brushProperty name="height" value="0.05" units="cm"/>
    </inkml:brush>
  </inkml:definitions>
  <inkml:trace contextRef="#ctx0" brushRef="#br0">253 1 8946 0 0,'0'0'412'0'0,"-18"1"3453"0"0,14 0-3746 0 0,1-1 1 0 0,-1 1 0 0 0,1 0-1 0 0,-1 0 1 0 0,1 1-1 0 0,-1-1 1 0 0,1 1-1 0 0,0 0 1 0 0,0 0-1 0 0,-1 0 1 0 0,1 0 0 0 0,1 0-1 0 0,-1 1 1 0 0,0-1-1 0 0,1 1 1 0 0,-1 0-1 0 0,1-1 1 0 0,0 1-1 0 0,-3 5 1 0 0,-109 158 2278 0 0,105-149-2148 0 0,-13 28 1 0 0,1-1 41 0 0,20-43-284 0 0,1 0-1 0 0,-1 0 1 0 0,0 0 0 0 0,1 0-1 0 0,-1 0 1 0 0,1 0-1 0 0,0 0 1 0 0,-1 0-1 0 0,1 0 1 0 0,0 0 0 0 0,0 0-1 0 0,-1 0 1 0 0,1 0-1 0 0,0 0 1 0 0,0 0-1 0 0,0 0 1 0 0,0 0 0 0 0,0 0-1 0 0,0 0 1 0 0,1 0-1 0 0,-1 0 1 0 0,0 0-1 0 0,1 0 1 0 0,-1 0-1 0 0,0 0 1 0 0,1 0 0 0 0,-1 0-1 0 0,1 0 1 0 0,-1 0-1 0 0,1 0 1 0 0,0-1-1 0 0,-1 1 1 0 0,1 0 0 0 0,0 0-1 0 0,0-1 1 0 0,-1 1-1 0 0,1 0 1 0 0,0-1-1 0 0,0 1 1 0 0,0-1 0 0 0,0 1-1 0 0,0-1 1 0 0,0 1-1 0 0,0-1 1 0 0,0 0-1 0 0,0 1 1 0 0,0-1 0 0 0,0 0-1 0 0,0 0 1 0 0,2 0-1 0 0,5 1 0 0 0,1 0-1 0 0,-1 0 0 0 0,0-1 0 0 0,17-1 1 0 0,-2-2-144 0 0,0-1 0 0 0,-1-1 0 0 0,28-10 0 0 0,-4-4-4786 0 0,-43 17 2869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4"/>
    </inkml:context>
    <inkml:brush xml:id="br0">
      <inkml:brushProperty name="width" value="0.05" units="cm"/>
      <inkml:brushProperty name="height" value="0.05" units="cm"/>
    </inkml:brush>
  </inkml:definitions>
  <inkml:trace contextRef="#ctx0" brushRef="#br0">144 37 7314 0 0,'-2'-31'6092'0'0,"2"31"-6061"0"0,0-1 1 0 0,0 1 0 0 0,0 0-1 0 0,0 0 1 0 0,0-1 0 0 0,0 1-1 0 0,0 0 1 0 0,0 0 0 0 0,-1 0 0 0 0,1-1-1 0 0,0 1 1 0 0,0 0 0 0 0,0 0-1 0 0,0 0 1 0 0,0-1 0 0 0,-1 1-1 0 0,1 0 1 0 0,0 0 0 0 0,0 0-1 0 0,0 0 1 0 0,-1-1 0 0 0,1 1 0 0 0,0 0-1 0 0,0 0 1 0 0,0 0 0 0 0,-1 0-1 0 0,1 0 1 0 0,0 0 0 0 0,0 0-1 0 0,-1 0 1 0 0,1 0 0 0 0,0 0 0 0 0,0 0-1 0 0,-1 0 1 0 0,1 0 0 0 0,0 0-1 0 0,0 0 1 0 0,0 0 0 0 0,-1 0-1 0 0,1 0 1 0 0,0 0 0 0 0,0 0 0 0 0,-1 0-1 0 0,1 0 1 0 0,0 0 0 0 0,0 0-1 0 0,-1 0 1 0 0,1 1 0 0 0,0-1-1 0 0,0 0 1 0 0,0 0 0 0 0,0 0-1 0 0,-1 0 1 0 0,1 1 0 0 0,0-1 0 0 0,0 0-1 0 0,0 0 1 0 0,0 0 0 0 0,0 1-1 0 0,-1-1 1 0 0,1 0 0 0 0,0 0-1 0 0,0 1 1 0 0,0-1 0 0 0,0 0 0 0 0,0 0-1 0 0,0 0 1 0 0,0 1 0 0 0,-7 19 418 0 0,7-19-443 0 0,-13 62 586 0 0,4 0 0 0 0,-4 115-1 0 0,6-55-304 0 0,-39 357 455 0 0,35-348-190 0 0,10-122-473 0 0,-1-1-1 0 0,0 1 1 0 0,0-1 0 0 0,-1 1-1 0 0,-1-1 1 0 0,-5 11 0 0 0,8-7 258 0 0,1-13-411 0 0,0 0 0 0 0,0 0 0 0 0,0 0 0 0 0,0 0 0 0 0,0 1 0 0 0,0-1 0 0 0,0 0 0 0 0,0 0 0 0 0,0 0 0 0 0,0 1 0 0 0,0-1 0 0 0,0 0 0 0 0,0 0 0 0 0,0 0 0 0 0,0 0 0 0 0,0 1 0 0 0,0-1 0 0 0,0 0 0 0 0,0 0 0 0 0,0 0 0 0 0,0 0 0 0 0,0 1 0 0 0,0-1 0 0 0,1 0 0 0 0,-1 0 0 0 0,0 0 0 0 0,0 0 0 0 0,0 1 0 0 0,0-1 0 0 0,0 0 0 0 0,0 0 0 0 0,1 0 0 0 0,-1 0 0 0 0,0 0 0 0 0,0 0 0 0 0,0 0 0 0 0,0 0 0 0 0,0 1 0 0 0,1-1 0 0 0,-1 0 0 0 0,0 0 0 0 0,0 0 0 0 0,0 0 0 0 0,1 0 0 0 0,-1 0 0 0 0,0 0 0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5"/>
    </inkml:context>
    <inkml:brush xml:id="br0">
      <inkml:brushProperty name="width" value="0.05" units="cm"/>
      <inkml:brushProperty name="height" value="0.05" units="cm"/>
    </inkml:brush>
  </inkml:definitions>
  <inkml:trace contextRef="#ctx0" brushRef="#br0">10 189 4601 0 0,'-2'-2'4946'0'0,"-5"-7"-1833"0"0,8 8-2990 0 0,0-1-1 0 0,1 1 0 0 0,-1 0 1 0 0,1 0-1 0 0,-1 0 1 0 0,1 0-1 0 0,-1 0 1 0 0,1 0-1 0 0,-1 0 1 0 0,1 0-1 0 0,0 0 1 0 0,0 1-1 0 0,-1-1 1 0 0,1 1-1 0 0,0-1 0 0 0,0 1 1 0 0,0 0-1 0 0,-1 0 1 0 0,4 0-1 0 0,7-2 139 0 0,19-7 59 0 0,1-1 1 0 0,48-24-1 0 0,-54 21-247 0 0,1 1-1 0 0,1 2 1 0 0,-1 1 0 0 0,33-6-1 0 0,-36 12-53 0 0,-15 2-15 0 0,0 0-1 0 0,0-1 1 0 0,-1 0 0 0 0,1 0-1 0 0,-1-1 1 0 0,1 0 0 0 0,7-4-1 0 0,-9 3 7 0 0,0 1-1 0 0,0 0 1 0 0,1 0 0 0 0,-1 0-1 0 0,0 1 1 0 0,1 0 0 0 0,0 1-1 0 0,-1-1 1 0 0,1 2-1 0 0,0-1 1 0 0,0 1 0 0 0,-1 0-1 0 0,14 2 1 0 0,-13 3-624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6"/>
    </inkml:context>
    <inkml:brush xml:id="br0">
      <inkml:brushProperty name="width" value="0.05" units="cm"/>
      <inkml:brushProperty name="height" value="0.05" units="cm"/>
    </inkml:brush>
  </inkml:definitions>
  <inkml:trace contextRef="#ctx0" brushRef="#br0">1 22 11779 0 0,'0'0'261'0'0,"7"0"434"0"0,16-1-214 0 0,43-9-1 0 0,-41 6-430 0 0,47-3 0 0 0,-70 8-39 0 0,1 0 0 0 0,-1-1-1 0 0,0 1 1 0 0,1 0 0 0 0,-1 0 0 0 0,0 0-1 0 0,1 0 1 0 0,2 2 0 0 0,16 7-25 0 0,-13-8-447 0 0,0-1-1 0 0,1 0 1 0 0,-1-1 0 0 0,0 0 0 0 0,1 0-1 0 0,-1 0 1 0 0,15-4 0 0 0,4-3-4911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7"/>
    </inkml:context>
    <inkml:brush xml:id="br0">
      <inkml:brushProperty name="width" value="0.05" units="cm"/>
      <inkml:brushProperty name="height" value="0.05" units="cm"/>
    </inkml:brush>
  </inkml:definitions>
  <inkml:trace contextRef="#ctx0" brushRef="#br0">196 119 11386 0 0,'-1'-1'69'0'0,"-1"-1"0"0"0,1 1 0 0 0,0 0 0 0 0,-1 0-1 0 0,1 0 1 0 0,-1 0 0 0 0,1 0 0 0 0,-1 0-1 0 0,1 0 1 0 0,-1 1 0 0 0,1-1 0 0 0,-1 0-1 0 0,0 1 1 0 0,0 0 0 0 0,1-1 0 0 0,-1 1 0 0 0,0 0-1 0 0,0 0 1 0 0,-2 0 0 0 0,3 0-46 0 0,-1 1-1 0 0,1-1 1 0 0,0 1 0 0 0,-1-1 0 0 0,1 1-1 0 0,0-1 1 0 0,0 1 0 0 0,0 0 0 0 0,-1 0-1 0 0,1 0 1 0 0,0 0 0 0 0,0 0 0 0 0,0 0-1 0 0,0 0 1 0 0,0 0 0 0 0,1 0 0 0 0,-1 0 0 0 0,0 0-1 0 0,0 1 1 0 0,1-1 0 0 0,-1 0 0 0 0,1 1-1 0 0,-1-1 1 0 0,0 2 0 0 0,-2 7 78 0 0,-51 177 1294 0 0,45-145-1029 0 0,1 1 0 0 0,-4 65 0 0 0,11-96-292 0 0,0-1 1 0 0,-2 0-1 0 0,-3 14 1 0 0,4-20-46 0 0,0 1 1 0 0,0 0-1 0 0,1 0 0 0 0,0 0 1 0 0,0 0-1 0 0,0 0 1 0 0,1 0-1 0 0,0 0 0 0 0,0 0 1 0 0,1 0-1 0 0,-1 0 0 0 0,1 0 1 0 0,0 0-1 0 0,1 0 1 0 0,2 6-1 0 0,-1-5 20 0 0,-2-5-36 0 0,-1 0 0 0 0,1-1 0 0 0,-1 1 0 0 0,1-1 0 0 0,0 1 0 0 0,0-1 0 0 0,-1 1 0 0 0,1-1 0 0 0,0 1 0 0 0,1-1 0 0 0,-1 0 0 0 0,0 0 0 0 0,0 0 0 0 0,0 1 0 0 0,1-1 0 0 0,-1 0 0 0 0,1 0 0 0 0,-1-1 0 0 0,0 1 0 0 0,1 0 0 0 0,3 1 0 0 0,25 9 162 0 0,-25-9-145 0 0,1 1 0 0 0,0-1 0 0 0,-1 0 0 0 0,1-1 0 0 0,0 1 0 0 0,0-1 0 0 0,0 0 0 0 0,0-1 0 0 0,0 1 0 0 0,0-1 0 0 0,0 0 0 0 0,0-1 0 0 0,0 1 0 0 0,8-3 0 0 0,-1-1 46 0 0,0-1 0 0 0,0-1 0 0 0,0 0 0 0 0,-1 0 0 0 0,0-2 0 0 0,0 1 0 0 0,-1-1 0 0 0,0-1 0 0 0,0 0 0 0 0,17-20 0 0 0,-8 6 170 0 0,-2-2 1 0 0,0 0-1 0 0,27-54 1 0 0,-34 57-154 0 0,-1 0 0 0 0,-1-2 0 0 0,-1 1 0 0 0,6-27 0 0 0,4-15 56 0 0,-12 46-35 0 0,-1 0 0 0 0,4-22 0 0 0,-8 33-65 0 0,-1 1 0 0 0,1-1 0 0 0,-1 0 0 0 0,-1 1 0 0 0,0-1 0 0 0,0 1 0 0 0,0-1 0 0 0,-1 1-1 0 0,-3-9 1 0 0,4 13-39 0 0,0-2 3 0 0,0 1 0 0 0,0 0-1 0 0,-1 0 1 0 0,1 0-1 0 0,-1 0 1 0 0,0 0-1 0 0,0 0 1 0 0,-1 0-1 0 0,1 1 1 0 0,-1-1 0 0 0,0 1-1 0 0,0-1 1 0 0,0 1-1 0 0,0 0 1 0 0,0 0-1 0 0,-1 1 1 0 0,-3-3 0 0 0,-3 1-21 0 0,1 0 1 0 0,-1 1-1 0 0,-19-4 1 0 0,-13-4-33 0 0,40 10 38 0 0,-13-4-38 0 0,0 0 1 0 0,-22-3-1 0 0,31 7 24 0 0,0 0 1 0 0,0 1-1 0 0,-1 0 1 0 0,1 0-1 0 0,0 1 0 0 0,0 0 1 0 0,0 0-1 0 0,-1 0 0 0 0,-7 4 1 0 0,1-1-3 0 0,0 2 0 0 0,0-1 0 0 0,1 1 0 0 0,0 1 0 0 0,0 0 0 0 0,1 1 0 0 0,0 0 0 0 0,1 1 0 0 0,-1 0 0 0 0,-13 17 0 0 0,16-18 11 0 0,0 2 0 0 0,1-1 0 0 0,0 1 0 0 0,0 0 0 0 0,1 1 0 0 0,0-1 0 0 0,1 1 0 0 0,1 0 0 0 0,-7 20 0 0 0,10-24 6 0 0,-1-1 1 0 0,-1 1-1 0 0,1-1 1 0 0,-4 7-1 0 0,4-10 1 0 0,0 0 0 0 0,0 0 0 0 0,1 0-1 0 0,0 0 1 0 0,-1 0 0 0 0,1 0-1 0 0,0 0 1 0 0,1 0 0 0 0,-1 0-1 0 0,0 1 1 0 0,1-1 0 0 0,0 0-1 0 0,0 0 1 0 0,0 1 0 0 0,0-1 0 0 0,0 0-1 0 0,1 1 1 0 0,-1-1 0 0 0,1 0-1 0 0,0 0 1 0 0,0 0 0 0 0,2 6-1 0 0,-1-7 3 0 0,0 1-1 0 0,0 0 0 0 0,1-1 0 0 0,-1 1 0 0 0,0-1 0 0 0,1 0 0 0 0,0 0 0 0 0,-1 0 0 0 0,1 0 1 0 0,0 0-1 0 0,0 0 0 0 0,0-1 0 0 0,4 2 0 0 0,48 13 58 0 0,-22-7-34 0 0,29 9-53 0 0,-27-8 68 0 0,0 1 0 0 0,54 26 0 0 0,-26-8 106 0 0,-61-27-369 0 0,1-1 0 0 0,-1 0 0 0 0,1 0 0 0 0,0 0 0 0 0,0 0 0 0 0,-1 0 0 0 0,1 0 0 0 0,0 0 0 0 0,0-1 0 0 0,0 0 0 0 0,0 0 0 0 0,5 0 0 0 0,-1-1-1110 0 0,0 0 0 0 0,-1-1-1 0 0,1 0 1 0 0,8-3 0 0 0,3-2-1642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8"/>
    </inkml:context>
    <inkml:brush xml:id="br0">
      <inkml:brushProperty name="width" value="0.05" units="cm"/>
      <inkml:brushProperty name="height" value="0.05" units="cm"/>
    </inkml:brush>
  </inkml:definitions>
  <inkml:trace contextRef="#ctx0" brushRef="#br0">117 26 11282 0 0,'-23'-12'4696'0'0,"20"10"-4480"0"0,0 0 11 0 0,1 1 0 0 0,-1-1 0 0 0,0 1 0 0 0,0 0 0 0 0,1 0 1 0 0,-1 0-1 0 0,0 0 0 0 0,-5-1 0 0 0,7 3-210 0 0,0-1 0 0 0,0 0 0 0 0,0 0 0 0 0,-1 1 0 0 0,1-1 0 0 0,0 0 0 0 0,0 1 0 0 0,0-1 0 0 0,0 1-1 0 0,0 0 1 0 0,0-1 0 0 0,0 1 0 0 0,0 0 0 0 0,0 0 0 0 0,0-1 0 0 0,0 1 0 0 0,0 0 0 0 0,1 0 0 0 0,-1 0 0 0 0,0 0 0 0 0,0 0 0 0 0,1 0 0 0 0,-1 0 0 0 0,1 1 0 0 0,-1 1 0 0 0,-5 10 34 0 0,1 0 0 0 0,1 1 0 0 0,0 0 1 0 0,0 0-1 0 0,-2 26 0 0 0,0 76 280 0 0,6-97-279 0 0,-2 250-129 0 0,2-202-2623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9"/>
    </inkml:context>
    <inkml:brush xml:id="br0">
      <inkml:brushProperty name="width" value="0.05" units="cm"/>
      <inkml:brushProperty name="height" value="0.05" units="cm"/>
    </inkml:brush>
  </inkml:definitions>
  <inkml:trace contextRef="#ctx0" brushRef="#br0">302 326 6849 0 0,'-5'-117'4441'0'0,"3"115"-3490"0"0,-2 9-581 0 0,-4 10-120 0 0,-34 137 979 0 0,22-76 88 0 0,-56 146 0 0 0,65-194-1036 0 0,9-24-215 0 0,0 0 0 0 0,-1-1 0 0 0,1 1 0 0 0,-1 0 0 0 0,0-1 0 0 0,0 1 0 0 0,-5 5 0 0 0,-5 4 93 0 0,10-9-95 0 0,-1-1 0 0 0,0 0 0 0 0,0-1 0 0 0,-1 1-1 0 0,1-1 1 0 0,-1 1 0 0 0,0-2 0 0 0,-1 1 0 0 0,1 0 0 0 0,0-1 0 0 0,-7 3 0 0 0,11-6-47 0 0,1 0 1 0 0,-1 0 0 0 0,1 0 0 0 0,-1 1-1 0 0,1-1 1 0 0,-1 0 0 0 0,0 0 0 0 0,1 0-1 0 0,-1 0 1 0 0,1 0 0 0 0,-1-1 0 0 0,1 1-1 0 0,-1 0 1 0 0,0 0 0 0 0,1 0 0 0 0,-1 0 0 0 0,1-1-1 0 0,-1 1 1 0 0,1 0 0 0 0,-1 0 0 0 0,1-1-1 0 0,-1 1 1 0 0,1-1 0 0 0,0 1 0 0 0,-1 0-1 0 0,1-1 1 0 0,-1 1 0 0 0,1-1 0 0 0,0 1-1 0 0,-1-1 1 0 0,1 1 0 0 0,-1-1 0 0 0,-6-19-48 0 0,7 17 62 0 0,-3-9-24 0 0,1 0 1 0 0,0 1-1 0 0,1-1 1 0 0,1 0 0 0 0,0 0-1 0 0,2-18 1 0 0,18-73 20 0 0,-9 49-24 0 0,65-252 65 0 0,-61 263-96 0 0,2 0-1 0 0,24-42 1 0 0,-38 81 23 0 0,1 0 0 0 0,-1 1 1 0 0,1-1-1 0 0,0 0 0 0 0,0 1 0 0 0,0 0 0 0 0,0 0 0 0 0,1 0 0 0 0,-1 1 0 0 0,1 0 1 0 0,0-1-1 0 0,0 1 0 0 0,0 1 0 0 0,5-2 0 0 0,26-12-62 0 0,-32 13 59 0 0,-1 0 1 0 0,1 0-1 0 0,0 1 0 0 0,0 0 1 0 0,0-1-1 0 0,0 1 1 0 0,0 1-1 0 0,0-1 0 0 0,0 1 1 0 0,0-1-1 0 0,0 1 0 0 0,0 0 1 0 0,6 1-1 0 0,-8 0 1 0 0,1-1-1 0 0,-1 1 1 0 0,0-1-1 0 0,1 1 1 0 0,-1 0-1 0 0,0 0 1 0 0,0 0 0 0 0,1 0-1 0 0,-1 1 1 0 0,0-1-1 0 0,0 0 1 0 0,0 1-1 0 0,-1 0 1 0 0,1-1 0 0 0,0 1-1 0 0,0 0 1 0 0,-1 0-1 0 0,1 0 1 0 0,-1 0-1 0 0,0 0 1 0 0,0 0-1 0 0,2 4 1 0 0,2 9-6 0 0,-1-1 0 0 0,-1 1 0 0 0,2 19 0 0 0,-3-21 23 0 0,0 0-1 0 0,0 0 1 0 0,2-1-1 0 0,7 21 0 0 0,-8-25-2 0 0,0 1 0 0 0,-1 0 0 0 0,0 1 0 0 0,0-1 0 0 0,0 0 0 0 0,-2 1-1 0 0,1-1 1 0 0,-1 0 0 0 0,0 1 0 0 0,-1-1 0 0 0,-3 18 0 0 0,0-10 22 0 0,0 0 0 0 0,-2 0 0 0 0,0 0 0 0 0,0 0 1 0 0,-13 19-1 0 0,17-30-20 0 0,-1-1 0 0 0,-1 0 0 0 0,1 0 0 0 0,-1 0 0 0 0,0 0 0 0 0,0-1 0 0 0,0 0 0 0 0,0 1 0 0 0,-1-2 0 0 0,0 1 0 0 0,0 0 0 0 0,0-1 0 0 0,0 0 0 0 0,-8 3 0 0 0,-72 34 460 0 0,80-38-420 0 0,0-1-1 0 0,0 0 1 0 0,0 0 0 0 0,-1 0 0 0 0,1-1-1 0 0,0 0 1 0 0,-9-1 0 0 0,0 1-186 0 0,13 0 95 0 0,2 1 36 0 0,1 1 0 0 0,-1-1 1 0 0,0 0-1 0 0,0 0 1 0 0,1 0-1 0 0,-1 0 1 0 0,0 0-1 0 0,1 0 0 0 0,-1-1 1 0 0,1 1-1 0 0,-1 0 1 0 0,1-1-1 0 0,0 1 1 0 0,-1-1-1 0 0,1 0 0 0 0,2 1 1 0 0,8 2-10 0 0,3 5 2 0 0,0 0-1 0 0,16 12 0 0 0,28 15 29 0 0,-44-28-5 0 0,1-1 0 0 0,0 0 1 0 0,1-1-1 0 0,-1-1 1 0 0,1 0-1 0 0,18 1 0 0 0,-29-4-8 0 0,-1 0-1 0 0,1 0 1 0 0,-1 1-1 0 0,1 0 1 0 0,-1 0-1 0 0,9 5 1 0 0,-8-4 4 0 0,-1 0-1 0 0,1 0 1 0 0,0-1 0 0 0,0 0 0 0 0,12 3 0 0 0,-2-4 28 0 0,-1 1 0 0 0,23-3 0 0 0,-11-3-5183 0 0,-15-1-648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0"/>
    </inkml:context>
    <inkml:brush xml:id="br0">
      <inkml:brushProperty name="width" value="0.05" units="cm"/>
      <inkml:brushProperty name="height" value="0.05" units="cm"/>
    </inkml:brush>
  </inkml:definitions>
  <inkml:trace contextRef="#ctx0" brushRef="#br0">98 327 2016 0 0,'-17'-14'6132'0'0,"-60"-22"571"0"0,73 32-6350 0 0,11 0-219 0 0,16-1-125 0 0,-17 5 33 0 0,144-27 36 0 0,85-16 42 0 0,164-11-28 0 0,-50 8-50 0 0,60-40 210 0 0,-400 84 153 0 0,-1 0 0 0 0,0 1-1 0 0,1-1 1 0 0,10 1 0 0 0,-18 3-330 0 0,-1 0 0 0 0,0 0 0 0 0,1 0 0 0 0,-1 0 0 0 0,0 0 0 0 0,0 0 0 0 0,-1 1 0 0 0,1-1 0 0 0,-1 3 0 0 0,1-5-66 0 0,-16 100-4 0 0,-31 222 37 0 0,25-176 50 0 0,-4 50 293 0 0,26-56 333 0 0,2-60-3660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1"/>
    </inkml:context>
    <inkml:brush xml:id="br0">
      <inkml:brushProperty name="width" value="0.05" units="cm"/>
      <inkml:brushProperty name="height" value="0.05" units="cm"/>
    </inkml:brush>
  </inkml:definitions>
  <inkml:trace contextRef="#ctx0" brushRef="#br0">1 510 4201 0 0,'0'0'1216'0'0,"0"-15"2874"0"0,13-76-977 0 0,-7 61-2358 0 0,-1 0 0 0 0,0-57 0 0 0,-20-169 1076 0 0,19 405-1765 0 0,30 185 1 0 0,-3 47-5 0 0,-28 1 892 0 0,-3-257-612 0 0,4-118-2101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2"/>
    </inkml:context>
    <inkml:brush xml:id="br0">
      <inkml:brushProperty name="width" value="0.05" units="cm"/>
      <inkml:brushProperty name="height" value="0.05" units="cm"/>
    </inkml:brush>
  </inkml:definitions>
  <inkml:trace contextRef="#ctx0" brushRef="#br0">19 1 4329 0 0,'-4'0'5393'0'0,"-10"0"-965"0"0,14 0-4355 0 0,0 1 0 0 0,-1 0 0 0 0,1-1 0 0 0,0 1 0 0 0,0 0 1 0 0,0 0-1 0 0,0-1 0 0 0,0 1 0 0 0,1 0 0 0 0,-1-1 0 0 0,0 1 1 0 0,0-1-1 0 0,0 1 0 0 0,0 0 0 0 0,1-1 0 0 0,-1 1 0 0 0,0 0 0 0 0,1-1 1 0 0,-1 1-1 0 0,0-1 0 0 0,1 1 0 0 0,-1-1 0 0 0,1 1 0 0 0,-1-1 1 0 0,1 1-1 0 0,0 0 0 0 0,16 11 328 0 0,4-1-120 0 0,0 0 1 0 0,1-2-1 0 0,35 10 0 0 0,8 3 72 0 0,-35-10-281 0 0,-1 1 0 0 0,-1 1-1 0 0,0 1 1 0 0,-1 2 0 0 0,0 0 0 0 0,24 23 0 0 0,-17-9 8 0 0,-17-15 8 0 0,28 22 0 0 0,-37-33-242 0 0,1 1 0 0 0,0-1 0 0 0,1-1 0 0 0,-1 1 1 0 0,16 3-1 0 0,-13-7-4875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3"/>
    </inkml:context>
    <inkml:brush xml:id="br0">
      <inkml:brushProperty name="width" value="0.05" units="cm"/>
      <inkml:brushProperty name="height" value="0.05" units="cm"/>
    </inkml:brush>
  </inkml:definitions>
  <inkml:trace contextRef="#ctx0" brushRef="#br0">48 5 11875 0 0,'-13'-2'1163'0'0,"11"2"-1075"0"0,1-1 0 0 0,-1 1 0 0 0,0-1-1 0 0,0 1 1 0 0,0-1 0 0 0,1 1 0 0 0,-1 0-1 0 0,0 0 1 0 0,0 0 0 0 0,0 0 0 0 0,0 0-1 0 0,0 1 1 0 0,0-1 0 0 0,1 0 0 0 0,-1 1-1 0 0,0-1 1 0 0,-2 2 0 0 0,5-2-77 0 0,-1 1 0 0 0,0-1 0 0 0,0 1 0 0 0,0-1 0 0 0,0 1 0 0 0,1-1 0 0 0,-1 0 0 0 0,0 1 0 0 0,0-1 0 0 0,1 1 0 0 0,-1-1 0 0 0,0 0 0 0 0,1 1 0 0 0,-1-1 0 0 0,0 0 0 0 0,1 1 0 0 0,-1-1 0 0 0,1 0 0 0 0,-1 0 0 0 0,0 1 0 0 0,1-1 0 0 0,-1 0 0 0 0,1 0 0 0 0,-1 0 0 0 0,1 0 0 0 0,-1 0 1 0 0,1 0-1 0 0,-1 1 0 0 0,1-1 0 0 0,18 5-19 0 0,-16-4 37 0 0,7 2 5 0 0,0 0 1 0 0,0 1-1 0 0,-1 1 0 0 0,1 0 1 0 0,-1 0-1 0 0,15 11 0 0 0,-19-12 21 0 0,0 1 0 0 0,-1-1 0 0 0,1 1 0 0 0,-1-1 0 0 0,0 1 0 0 0,0 0 0 0 0,0 1 0 0 0,-1-1 0 0 0,0 1 0 0 0,0 0 0 0 0,0-1 0 0 0,2 10 0 0 0,8 18 584 0 0,-11-30-570 0 0,-1 1 1 0 0,1-1 0 0 0,0 1-1 0 0,-1 0 1 0 0,0-1 0 0 0,0 1-1 0 0,0 0 1 0 0,0 0 0 0 0,-1 0-1 0 0,1 0 1 0 0,-1 0 0 0 0,0 0-1 0 0,0-1 1 0 0,0 1 0 0 0,-1 0-1 0 0,0 0 1 0 0,1 0 0 0 0,-1 0-1 0 0,-3 6 1 0 0,1-4-27 0 0,0-1 1 0 0,0 1-1 0 0,0-1 0 0 0,-1 0 0 0 0,0 0 1 0 0,0-1-1 0 0,0 1 0 0 0,-1-1 1 0 0,-7 6-1 0 0,-4 1-24 0 0,-30 16 1 0 0,-4 3-297 0 0,37-19-530 0 0,8-3-3667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4"/>
    </inkml:context>
    <inkml:brush xml:id="br0">
      <inkml:brushProperty name="width" value="0.05" units="cm"/>
      <inkml:brushProperty name="height" value="0.05" units="cm"/>
    </inkml:brush>
  </inkml:definitions>
  <inkml:trace contextRef="#ctx0" brushRef="#br0">0 13 10698 0 0,'0'0'1298'0'0,"12"-13"2921"0"0,-10 15-4133 0 0,0 0-1 0 0,-1 0 1 0 0,0-1-1 0 0,1 1 1 0 0,-1 0-1 0 0,0 0 1 0 0,0 0-1 0 0,0 0 1 0 0,0 0-1 0 0,1 4 1 0 0,0 1 20 0 0,5 8 48 0 0,-2 0-1 0 0,0 1 0 0 0,-1 0 0 0 0,-1 0 1 0 0,3 32-1 0 0,-4 86 8 0 0,-3-79-124 0 0,-5 138 63 0 0,1-93 55 0 0,12 150-1 0 0,-4-187-315 0 0,-3-37-4038 0 0,0-24 3828 0 0,0 2-2533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5"/>
    </inkml:context>
    <inkml:brush xml:id="br0">
      <inkml:brushProperty name="width" value="0.05" units="cm"/>
      <inkml:brushProperty name="height" value="0.05" units="cm"/>
    </inkml:brush>
  </inkml:definitions>
  <inkml:trace contextRef="#ctx0" brushRef="#br0">49 120 9514 0 0,'-14'0'1761'0'0,"-20"-1"2446"0"0,34 1-4177 0 0,0 0 1 0 0,0 0-1 0 0,0 0 0 0 0,0 0 1 0 0,0 0-1 0 0,0 0 0 0 0,0 0 1 0 0,0 0-1 0 0,0 0 0 0 0,0 0 1 0 0,0 0-1 0 0,0 0 0 0 0,0-1 1 0 0,0 1-1 0 0,0 0 0 0 0,0 0 1 0 0,0 0-1 0 0,0 0 0 0 0,0 0 1 0 0,0 0-1 0 0,0 0 0 0 0,0 0 1 0 0,0 0-1 0 0,0 0 0 0 0,0 0 1 0 0,0 0-1 0 0,0 0 0 0 0,0 0 1 0 0,0 0-1 0 0,-1 0 0 0 0,1 0 1 0 0,0 0-1 0 0,0-1 0 0 0,0 1 1 0 0,0 0-1 0 0,0 0 0 0 0,21-4 11 0 0,130-17 630 0 0,92-14 160 0 0,109-18-171 0 0,-306 50-1344 0 0,-30 6-6845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6"/>
    </inkml:context>
    <inkml:brush xml:id="br0">
      <inkml:brushProperty name="width" value="0.05" units="cm"/>
      <inkml:brushProperty name="height" value="0.05" units="cm"/>
    </inkml:brush>
  </inkml:definitions>
  <inkml:trace contextRef="#ctx0" brushRef="#br0">7 18 12187 0 0,'-7'4'4474'0'0,"12"-4"-4459"0"0,-1-1 0 0 0,1 0 0 0 0,-1 0 1 0 0,0 0-1 0 0,0 0 0 0 0,0-1 0 0 0,5-2 0 0 0,-6 2-330 0 0,0 1 0 0 0,0-1 0 0 0,0 1 0 0 0,1 0 0 0 0,-1 0 0 0 0,0 0 0 0 0,1 1 0 0 0,-1-1 0 0 0,0 1 0 0 0,1-1 0 0 0,-1 1 0 0 0,7 1 0 0 0,-9-1 309 0 0,0 1 0 0 0,-1-1 0 0 0,1 0 0 0 0,-1 1 0 0 0,1-1 1 0 0,0 0-1 0 0,-1 1 0 0 0,1-1 0 0 0,-1 1 0 0 0,1-1 0 0 0,-1 1 0 0 0,0 0 0 0 0,1-1 1 0 0,-1 1-1 0 0,1-1 0 0 0,-1 1 0 0 0,0 0 0 0 0,1-1 0 0 0,-1 1 0 0 0,0 0 1 0 0,0-1-1 0 0,0 1 0 0 0,0 0 0 0 0,1 0 0 0 0,-1-1 0 0 0,0 2 0 0 0,0-1-12 0 0,0 0-1 0 0,0 0 1 0 0,0-1-1 0 0,0 1 0 0 0,0 0 1 0 0,1 0-1 0 0,-1 0 1 0 0,0 0-1 0 0,1 0 1 0 0,-1-1-1 0 0,1 1 0 0 0,-1 0 1 0 0,1 0-1 0 0,-1 0 1 0 0,1-1-1 0 0,-1 1 0 0 0,1 0 1 0 0,0-1-1 0 0,-1 1 1 0 0,1-1-1 0 0,0 1 1 0 0,0-1-1 0 0,-1 1 0 0 0,1-1 1 0 0,1 1-1 0 0,21 2-2181 0 0,-10-6-1116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7"/>
    </inkml:context>
    <inkml:brush xml:id="br0">
      <inkml:brushProperty name="width" value="0.05" units="cm"/>
      <inkml:brushProperty name="height" value="0.05" units="cm"/>
    </inkml:brush>
  </inkml:definitions>
  <inkml:trace contextRef="#ctx0" brushRef="#br0">64 296 8642 0 0,'-63'0'7922'0'0,"81"-12"-7632"0"0,93-33-157 0 0,138-47 66 0 0,-149 54-166 0 0,-68 24-20 0 0,60-16 0 0 0,-86 28 4 0 0,-1 0 1 0 0,1 0-1 0 0,-1 0 1 0 0,10-6-1 0 0,13-6 152 0 0,-27 13-191 0 0,1-1 1 0 0,-1 1-1 0 0,0 0 0 0 0,0-1 1 0 0,0 1-1 0 0,0 0 0 0 0,0-1 1 0 0,-1 0-1 0 0,1 1 0 0 0,0-1 1 0 0,-1 1-1 0 0,1-1 0 0 0,-1 0 1 0 0,0 1-1 0 0,1-1 0 0 0,-1 0 1 0 0,0 1-1 0 0,0-1 0 0 0,0-2 1 0 0,0 3-1412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8"/>
    </inkml:context>
    <inkml:brush xml:id="br0">
      <inkml:brushProperty name="width" value="0.05" units="cm"/>
      <inkml:brushProperty name="height" value="0.05" units="cm"/>
    </inkml:brush>
  </inkml:definitions>
  <inkml:trace contextRef="#ctx0" brushRef="#br0">37 22 2497 0 0,'0'0'326'0'0,"-6"-21"8072"0"0,6 21-8363 0 0,-1 0 1 0 0,1 0-1 0 0,-1 0 0 0 0,1 1 1 0 0,0-1-1 0 0,-1 0 0 0 0,1 0 1 0 0,0 1-1 0 0,-1-1 0 0 0,1 0 0 0 0,0 0 1 0 0,-1 1-1 0 0,1-1 0 0 0,0 0 1 0 0,-1 1-1 0 0,1-1 0 0 0,0 0 1 0 0,0 1-1 0 0,0-1 0 0 0,-1 0 1 0 0,1 1-1 0 0,0-1 0 0 0,0 1 0 0 0,0-1 1 0 0,0 0-1 0 0,0 1 0 0 0,0 0 1 0 0,-5 15-142 0 0,5-15 166 0 0,-6 25-52 0 0,1 1 0 0 0,1 0 1 0 0,1 40-1 0 0,7 86 36 0 0,-1-94-16 0 0,11 174 72 0 0,2 229-861 0 0,-21-385-3287 0 0,4-71 2465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9"/>
    </inkml:context>
    <inkml:brush xml:id="br0">
      <inkml:brushProperty name="width" value="0.05" units="cm"/>
      <inkml:brushProperty name="height" value="0.05" units="cm"/>
    </inkml:brush>
  </inkml:definitions>
  <inkml:trace contextRef="#ctx0" brushRef="#br0">12 26 6393 0 0,'-6'-19'3161'0'0,"2"13"-1828"0"0,2 9-21 0 0,12 141-397 0 0,3 121 97 0 0,-7 120-199 0 0,-3-303-1752 0 0,0-75-3704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0"/>
    </inkml:context>
    <inkml:brush xml:id="br0">
      <inkml:brushProperty name="width" value="0.05" units="cm"/>
      <inkml:brushProperty name="height" value="0.05" units="cm"/>
    </inkml:brush>
  </inkml:definitions>
  <inkml:trace contextRef="#ctx0" brushRef="#br0">98 1 10938 0 0,'0'0'320'0'0,"-15"6"566"0"0,8 4-857 0 0,-1 1 1 0 0,1-1-1 0 0,1 1 1 0 0,0 1-1 0 0,-6 14 1 0 0,8-16-8 0 0,-6 10-118 0 0,-9 25 464 0 0,18-42-507 0 0,0 0-1 0 0,1 0 1 0 0,-1 0 0 0 0,1 0-1 0 0,0 1 1 0 0,0-1-1 0 0,0 0 1 0 0,0 0 0 0 0,0 0-1 0 0,1 0 1 0 0,-1 1-1 0 0,1-1 1 0 0,1 4 0 0 0,0-4-1106 0 0,1 0-588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1"/>
    </inkml:context>
    <inkml:brush xml:id="br0">
      <inkml:brushProperty name="width" value="0.05" units="cm"/>
      <inkml:brushProperty name="height" value="0.05" units="cm"/>
    </inkml:brush>
  </inkml:definitions>
  <inkml:trace contextRef="#ctx0" brushRef="#br0">90 0 3969 0 0,'0'0'728'0'0,"-1"0"-352"0"0,-1 0-224 0 0,1 2 104 0 0,-1-1 40 0 0,0 3-32 0 0,-1 0 16 0 0,-1 15-176 0 0,-9 1-8 0 0,4 3-48 0 0,-2 1 24 0 0,4-1-40 0 0,5 7 40 0 0,-1-1-24 0 0,-15 6-88 0 0,7 8-1096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2"/>
    </inkml:context>
    <inkml:brush xml:id="br0">
      <inkml:brushProperty name="width" value="0.05" units="cm"/>
      <inkml:brushProperty name="height" value="0.05" units="cm"/>
    </inkml:brush>
  </inkml:definitions>
  <inkml:trace contextRef="#ctx0" brushRef="#br0">121 1 7066 0 0,'-6'7'1324'0'0,"-33"52"1869"0"0,23-38-2665 0 0,2 1 0 0 0,-23 46 0 0 0,35-64-610 0 0,0 1 0 0 0,1 0 1 0 0,0-1-1 0 0,0 1 0 0 0,0 0 1 0 0,1 0-1 0 0,-1 0 0 0 0,1 0 0 0 0,0-1 1 0 0,1 1-1 0 0,-1 0 0 0 0,1 0 1 0 0,0 0-1 0 0,0-1 0 0 0,2 7 0 0 0,4 4-708 0 0,-1-1-1 0 0,2 0 0 0 0,12 18 1 0 0,-9-16 790 0 0,15 32 1 0 0,-20-32-7 0 0,-1-1 0 0 0,0 1 0 0 0,-1-1 0 0 0,-1 1 0 0 0,-1 1 0 0 0,1 22 1 0 0,-3-5-96 0 0,-1 0 0 0 0,-7 35 0 0 0,5-47-1067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3"/>
    </inkml:context>
    <inkml:brush xml:id="br0">
      <inkml:brushProperty name="width" value="0.05" units="cm"/>
      <inkml:brushProperty name="height" value="0.05" units="cm"/>
    </inkml:brush>
  </inkml:definitions>
  <inkml:trace contextRef="#ctx0" brushRef="#br0">13 128 5041 0 0,'0'0'89'0'0,"-12"0"5083"0"0,101-4-3673 0 0,119-21-1 0 0,-104 10-775 0 0,94-28 2143 0 0,-42 7-951 0 0,-148 35-1855 0 0,-1 0 1 0 0,1 0 0 0 0,0 0 0 0 0,-1 1 0 0 0,1 0-1 0 0,11 1 1 0 0,-18 0-132 0 0,0-1 0 0 0,-1 0 0 0 0,1 1 0 0 0,0-1 0 0 0,-1 0 0 0 0,1 1 1 0 0,0-1-1 0 0,-1 1 0 0 0,1-1 0 0 0,-1 1 0 0 0,1 0 0 0 0,-1-1 0 0 0,1 1 0 0 0,-1-1 0 0 0,1 1 0 0 0,-1 0 0 0 0,0-1 0 0 0,1 1 0 0 0,-1 0 0 0 0,0 0 0 0 0,1 0-513 0 0,-1 0 0 0 0,0-1 0 0 0,0 1 0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4"/>
    </inkml:context>
    <inkml:brush xml:id="br0">
      <inkml:brushProperty name="width" value="0.05" units="cm"/>
      <inkml:brushProperty name="height" value="0.05" units="cm"/>
    </inkml:brush>
  </inkml:definitions>
  <inkml:trace contextRef="#ctx0" brushRef="#br0">188 28 1904 0 0,'0'0'722'0'0,"2"-8"5380"0"0,0-7-2065 0 0,-4 14-3865 0 0,1 0-1 0 0,-1 1 1 0 0,1-1-1 0 0,-1 1 1 0 0,0-1-1 0 0,1 1 1 0 0,-1 0-1 0 0,1-1 0 0 0,-1 1 1 0 0,0 0-1 0 0,1 0 1 0 0,-1 0-1 0 0,1 1 1 0 0,-1-1-1 0 0,0 0 1 0 0,1 0-1 0 0,-1 1 1 0 0,1-1-1 0 0,-1 1 0 0 0,1 0 1 0 0,-3 0-1 0 0,1 1-111 0 0,-1-1-1 0 0,1 1 0 0 0,0-1 0 0 0,0 1 0 0 0,0 0 0 0 0,0 0 1 0 0,0 0-1 0 0,0 1 0 0 0,-3 3 0 0 0,3-1-18 0 0,1 0 0 0 0,-1 0 1 0 0,1 0-1 0 0,1 0 0 0 0,-1 1 0 0 0,-1 9 1 0 0,2-9-26 0 0,-1 0 1 0 0,1 0-1 0 0,-1-1 1 0 0,0 1-1 0 0,-5 8 1 0 0,5-11 3 0 0,1 0 0 0 0,-1 0 0 0 0,1-1 0 0 0,0 1 0 0 0,0 1 0 0 0,0-1 0 0 0,0 0 0 0 0,0 0 0 0 0,1 0 0 0 0,-1 0-1 0 0,1 1 1 0 0,0-1 0 0 0,0 4 0 0 0,0-6-6 0 0,1 0 0 0 0,-1 1-1 0 0,0-1 1 0 0,1 0 0 0 0,-1 1-1 0 0,1-1 1 0 0,0 0 0 0 0,-1 1-1 0 0,1-1 1 0 0,0 0 0 0 0,0 0-1 0 0,-1 0 1 0 0,1 1 0 0 0,0-1-1 0 0,0 0 1 0 0,1 0 0 0 0,-1-1-1 0 0,0 1 1 0 0,0 0 0 0 0,0 0-1 0 0,1 0 1 0 0,-1-1 0 0 0,0 1-1 0 0,0-1 1 0 0,1 1 0 0 0,-1-1-1 0 0,1 0 1 0 0,-1 1 0 0 0,0-1-1 0 0,3 0 1 0 0,2 1 52 0 0,0 1-1 0 0,0 0 1 0 0,-1 0 0 0 0,11 5-1 0 0,-11-5 21 0 0,1 1-1 0 0,-1-1 0 0 0,0 0 1 0 0,1-1-1 0 0,11 3 0 0 0,-13-4 1 0 0,1 0 0 0 0,0 0 0 0 0,0 0 0 0 0,0 0 0 0 0,0-1 0 0 0,0 0 0 0 0,0 0 0 0 0,0 0 0 0 0,-1-1-1 0 0,1 1 1 0 0,0-1 0 0 0,-1 0 0 0 0,7-4 0 0 0,-9 4-27 0 0,0 1 0 0 0,0-1 1 0 0,-1 1-1 0 0,1-1 0 0 0,0 0 0 0 0,-1 0 0 0 0,1 0 0 0 0,-1 0 0 0 0,0 0 0 0 0,1 0 0 0 0,-1 0 0 0 0,0-1 0 0 0,0 1 0 0 0,0 0 1 0 0,-1 0-1 0 0,1-1 0 0 0,-1 1 0 0 0,1-1 0 0 0,-1 1 0 0 0,0-1 0 0 0,1 1 0 0 0,-1 0 0 0 0,-1-1 0 0 0,1 1 0 0 0,0-1 0 0 0,-1 1 1 0 0,1-1-1 0 0,-2-3 0 0 0,1 4-44 0 0,0 1 1 0 0,1-1 0 0 0,-1 1-1 0 0,0-1 1 0 0,0 1 0 0 0,0 0-1 0 0,0 0 1 0 0,0-1 0 0 0,0 1-1 0 0,0 0 1 0 0,0 0-1 0 0,-1 0 1 0 0,1 0 0 0 0,0 0-1 0 0,-1 1 1 0 0,1-1 0 0 0,-1 0-1 0 0,1 1 1 0 0,0-1 0 0 0,-1 1-1 0 0,0-1 1 0 0,1 1 0 0 0,-1-1-1 0 0,1 1 1 0 0,-3 0 0 0 0,-18-8 14 0 0,18 5-33 0 0,0 1 1 0 0,-1 0-1 0 0,1-1 0 0 0,-1 2 1 0 0,1-1-1 0 0,-1 0 0 0 0,1 1 1 0 0,-1 0-1 0 0,0 0 0 0 0,0 0 1 0 0,0 1-1 0 0,1 0 0 0 0,-1-1 1 0 0,0 2-1 0 0,0-1 0 0 0,0 1 1 0 0,0-1-1 0 0,1 1 0 0 0,-7 2 1 0 0,-2 3 1 0 0,-1 0 0 0 0,1 0 0 0 0,1 2 0 0 0,-22 15 0 0 0,12-8 14 0 0,20-14-303 0 0,-14 11 160 0 0,11-2-6418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5"/>
    </inkml:context>
    <inkml:brush xml:id="br0">
      <inkml:brushProperty name="width" value="0.05" units="cm"/>
      <inkml:brushProperty name="height" value="0.05" units="cm"/>
    </inkml:brush>
  </inkml:definitions>
  <inkml:trace contextRef="#ctx0" brushRef="#br0">53 19 12171 0 0,'2'-18'2903'0'0,"-2"18"-2875"0"0,0 0-1 0 0,0 0 0 0 0,0 0 0 0 0,0 0 0 0 0,0 0 0 0 0,0 0 0 0 0,1 0 0 0 0,-1 0 0 0 0,0 0 0 0 0,0 0 1 0 0,0 0-1 0 0,0 0 0 0 0,0 0 0 0 0,0 0 0 0 0,0 0 0 0 0,1 0 0 0 0,-1 0 0 0 0,0 0 0 0 0,0 0 1 0 0,0 0-1 0 0,0 0 0 0 0,0 0 0 0 0,0 0 0 0 0,0 0 0 0 0,1 0 0 0 0,-1 0 0 0 0,0 0 0 0 0,0 1 0 0 0,0-1 1 0 0,0 0-1 0 0,0 0 0 0 0,0 0 0 0 0,0 0 0 0 0,0 0 0 0 0,0 0 0 0 0,0 0 0 0 0,0 0 0 0 0,0 0 1 0 0,0 1-1 0 0,0-1 0 0 0,1 0 0 0 0,-1 0 0 0 0,0 0 0 0 0,0 0 0 0 0,0 0 0 0 0,0 0 0 0 0,0 0 0 0 0,0 1 1 0 0,0-1-1 0 0,0 0 0 0 0,0 0 0 0 0,0 0 0 0 0,0 0 0 0 0,0 0 0 0 0,-1 0 0 0 0,1 1 0 0 0,9 30 748 0 0,-8-24-741 0 0,11 47 213 0 0,-3 0 1 0 0,-2 1 0 0 0,-3-1-1 0 0,-2 1 1 0 0,-3 0 0 0 0,-2 0-1 0 0,-2 0 1 0 0,-3 0 0 0 0,-18 66-1 0 0,26-120-241 0 0,0 0 0 0 0,0-1 0 0 0,0 1-1 0 0,0 0 1 0 0,0-1 0 0 0,0 1 0 0 0,0 0 0 0 0,-1-1-1 0 0,1 1 1 0 0,0-1 0 0 0,0 1 0 0 0,-1 0 0 0 0,1-1-1 0 0,-1 1 1 0 0,1-1 0 0 0,0 1 0 0 0,-1-1 0 0 0,1 1-1 0 0,-1-1 1 0 0,1 1 0 0 0,-1-1 0 0 0,1 0-1 0 0,-1 1 1 0 0,1-1 0 0 0,-1 0 0 0 0,-1 1 0 0 0,2-1-4 0 0,-1 0 1 0 0,0-1 0 0 0,0 1-1 0 0,1 0 1 0 0,-1-1-1 0 0,0 1 1 0 0,1-1 0 0 0,-1 1-1 0 0,0-1 1 0 0,1 1 0 0 0,-1-1-1 0 0,1 1 1 0 0,-1-1-1 0 0,1 0 1 0 0,-1 1 0 0 0,1-1-1 0 0,-1-1 1 0 0,-16-36-15 0 0,11 15 129 0 0,1 0 0 0 0,1-1 0 0 0,1 1 0 0 0,1-1 0 0 0,2-42 0 0 0,0 51 207 0 0,1 39-270 0 0,7 34 0 0 0,-2-8-7 0 0,-1 5 32 0 0,-4-27 44 0 0,1 0 1 0 0,2 0 0 0 0,1-1-1 0 0,14 45 1 0 0,-19-70-82 0 0,1-1 0 0 0,0 1 0 0 0,-1-1 0 0 0,1 0 0 0 0,0 1 0 0 0,0-1 0 0 0,0 0-1 0 0,0 0 1 0 0,0 1 0 0 0,1-1 0 0 0,-1 0 0 0 0,0 0 0 0 0,0 0 0 0 0,1-1 0 0 0,-1 1 0 0 0,1 0 0 0 0,-1 0 0 0 0,1-1 0 0 0,-1 1 0 0 0,1-1-1 0 0,-1 1 1 0 0,1-1 0 0 0,-1 0 0 0 0,1 0 0 0 0,-1 1 0 0 0,1-1 0 0 0,0 0 0 0 0,-1 0 0 0 0,1-1 0 0 0,-1 1 0 0 0,1 0 0 0 0,0 0 0 0 0,-1-1 0 0 0,1 1-1 0 0,-1-1 1 0 0,1 0 0 0 0,1 0 0 0 0,2-1-20 0 0,-1 0 0 0 0,0 0-1 0 0,1 0 1 0 0,-1-1 0 0 0,0 1-1 0 0,0-1 1 0 0,0 0 0 0 0,-1 0 0 0 0,1 0-1 0 0,-1-1 1 0 0,4-4 0 0 0,24-49 55 0 0,-24 42-52 0 0,1 0 1 0 0,0 1-1 0 0,1 0 0 0 0,11-14 1 0 0,-17 24 0 0 0,0 0 1 0 0,0 0 0 0 0,0 0-1 0 0,-1-1 1 0 0,1 0 0 0 0,-1 1-1 0 0,-1-1 1 0 0,2-5 0 0 0,11-25-6027 0 0,-9 29 2355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6"/>
    </inkml:context>
    <inkml:brush xml:id="br0">
      <inkml:brushProperty name="width" value="0.05" units="cm"/>
      <inkml:brushProperty name="height" value="0.05" units="cm"/>
    </inkml:brush>
  </inkml:definitions>
  <inkml:trace contextRef="#ctx0" brushRef="#br0">93 51 7890 0 0,'-1'-45'6133'0'0,"-1"39"-4036"0"0,0 29-1605 0 0,-28 220-221 0 0,5-69-141 0 0,20-112 461 0 0,5-62-532 0 0,0 1 0 0 0,0-1-1 0 0,0 0 1 0 0,0 1 0 0 0,0-1 0 0 0,-1 1 0 0 0,1-1 0 0 0,0 0 0 0 0,0 1 0 0 0,0-1 0 0 0,-1 0-1 0 0,1 1 1 0 0,0-1 0 0 0,-1 0 0 0 0,1 1 0 0 0,0-1 0 0 0,0 0 0 0 0,-1 0 0 0 0,1 1 0 0 0,0-1-1 0 0,-1 0 1 0 0,1 0 0 0 0,-1 0 0 0 0,1 1 0 0 0,0-1 0 0 0,-1 0 0 0 0,1 0 0 0 0,-1 0 0 0 0,1 0-1 0 0,0 0 1 0 0,-1 0 0 0 0,1 0 0 0 0,-1 0 0 0 0,1 0 0 0 0,-1 0 0 0 0,1 0 0 0 0,0 0 0 0 0,-1 0-1 0 0,1 0 1 0 0,-1 0 0 0 0,1-1 0 0 0,0 1 0 0 0,-1 0 0 0 0,1 0 0 0 0,-1-1 0 0 0,0 1-28 0 0,1 0 0 0 0,-1-1 0 0 0,0 1 0 0 0,1 0 0 0 0,-1 0 0 0 0,0-1 0 0 0,1 1 0 0 0,-1-1 0 0 0,1 1 0 0 0,-1-1 0 0 0,0 1 0 0 0,1-1 0 0 0,-1 1 0 0 0,1-1 0 0 0,0 1 0 0 0,-1-1 0 0 0,1 1 0 0 0,-1-1 0 0 0,1 0 0 0 0,0 1 0 0 0,0-1 0 0 0,-1 0 0 0 0,1 1 0 0 0,0-1 0 0 0,0 0 0 0 0,0 0 0 0 0,0 1 0 0 0,0-1 0 0 0,0 0 0 0 0,0 1 0 0 0,0-2 0 0 0,0 1-23 0 0,1 0 0 0 0,0 1 0 0 0,-1-1 0 0 0,1 0 1 0 0,0 1-1 0 0,0-1 0 0 0,-1 0 0 0 0,1 1 1 0 0,0-1-1 0 0,0 1 0 0 0,0 0 0 0 0,0-1 1 0 0,0 1-1 0 0,0 0 0 0 0,-1-1 0 0 0,1 1 1 0 0,0 0-1 0 0,0 0 0 0 0,0 0 0 0 0,0 0 1 0 0,0 0-1 0 0,1 0 0 0 0,4-1 20 0 0,53-10 63 0 0,-13 3 85 0 0,84-27 0 0 0,-124 33-256 0 0,-4 1-81 0 0,1 1-1 0 0,-1-1 1 0 0,0 1 0 0 0,0-1 0 0 0,1 0 0 0 0,-1 0 0 0 0,0 0 0 0 0,0 0 0 0 0,0-1 0 0 0,0 1 0 0 0,0 0 0 0 0,0-1 0 0 0,-1 0 0 0 0,1 1-1 0 0,0-1 1 0 0,-1 0 0 0 0,1 0 0 0 0,-1 0 0 0 0,0 0 0 0 0,0 0 0 0 0,1 0 0 0 0,0-4 0 0 0,10-19-3305 0 0,-8 18 2503 0 0,2-5-1418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7"/>
    </inkml:context>
    <inkml:brush xml:id="br0">
      <inkml:brushProperty name="width" value="0.05" units="cm"/>
      <inkml:brushProperty name="height" value="0.05" units="cm"/>
    </inkml:brush>
  </inkml:definitions>
  <inkml:trace contextRef="#ctx0" brushRef="#br0">83 103 9498 0 0,'-15'-11'4093'0'0,"-14"-2"-3021"0"0,1 0 1365 0 0,27 13-2343 0 0,1-1 1 0 0,-1 1 0 0 0,0-1 0 0 0,0 1 0 0 0,1-1 0 0 0,-1 0-1 0 0,0 1 1 0 0,1-1 0 0 0,-1 0 0 0 0,1 1 0 0 0,-1-1-1 0 0,1 0 1 0 0,-1 0 0 0 0,1 1 0 0 0,-1-1 0 0 0,1 0 0 0 0,0 0-1 0 0,0 0 1 0 0,-1 0 0 0 0,1-1 0 0 0,0 2-92 0 0,0-1 1 0 0,0 0-1 0 0,0 1 0 0 0,1-1 0 0 0,-1 1 1 0 0,0-1-1 0 0,0 1 0 0 0,0-1 1 0 0,1 1-1 0 0,-1-1 0 0 0,0 1 1 0 0,1-1-1 0 0,-1 1 0 0 0,0 0 1 0 0,1-1-1 0 0,-1 1 0 0 0,0-1 1 0 0,1 1-1 0 0,-1 0 0 0 0,1-1 1 0 0,-1 1-1 0 0,1 0 0 0 0,-1 0 1 0 0,1-1-1 0 0,-1 1 0 0 0,1 0 1 0 0,-1 0-1 0 0,1 0 0 0 0,-1-1 1 0 0,1 1-1 0 0,0 0 0 0 0,-1 0 1 0 0,1 0-1 0 0,-1 0 0 0 0,2 0 1 0 0,6 0 3 0 0,-1-1 1 0 0,1 0-1 0 0,0-1 1 0 0,-1 0-1 0 0,1 0 1 0 0,-1-1-1 0 0,9-3 1 0 0,-6 2-425 0 0,1 0 0 0 0,0 1 1 0 0,-1 0-1 0 0,1 1 0 0 0,1 0 1 0 0,-1 0-1 0 0,0 2 0 0 0,0-1 1 0 0,0 1-1 0 0,23 3 0 0 0,-11 2-2443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8"/>
    </inkml:context>
    <inkml:brush xml:id="br0">
      <inkml:brushProperty name="width" value="0.05" units="cm"/>
      <inkml:brushProperty name="height" value="0.05" units="cm"/>
    </inkml:brush>
  </inkml:definitions>
  <inkml:trace contextRef="#ctx0" brushRef="#br0">87 0 11434 0 0,'-1'4'136'0'0,"0"-1"0"0"0,0 0 0 0 0,0 0 0 0 0,0 0 1 0 0,-1 0-1 0 0,1 0 0 0 0,-3 4 0 0 0,-3 5-6 0 0,-13 32 921 0 0,-14 37 578 0 0,31-73-1442 0 0,1 1 0 0 0,-1 0 0 0 0,1 0-1 0 0,1-1 1 0 0,0 2 0 0 0,0-1 0 0 0,1 9 0 0 0,0-15-96 0 0,1-1 1 0 0,0 1-1 0 0,0-1 1 0 0,0 1 0 0 0,0-1-1 0 0,0 1 1 0 0,1-1 0 0 0,-1 0-1 0 0,1 0 1 0 0,-1 1-1 0 0,1-1 1 0 0,0 0 0 0 0,0 0-1 0 0,0-1 1 0 0,0 1-1 0 0,0 0 1 0 0,0-1 0 0 0,0 1-1 0 0,1-1 1 0 0,-1 0 0 0 0,0 1-1 0 0,1-1 1 0 0,5 1-1 0 0,-1 1 33 0 0,1-1-1 0 0,0 0 1 0 0,1 0-1 0 0,-1-1 1 0 0,0 0-1 0 0,15 0 1 0 0,-14-2 18 0 0,1 0-1 0 0,-1-1 1 0 0,1-1 0 0 0,-1 1-1 0 0,0-1 1 0 0,0-1 0 0 0,16-9-1 0 0,17-5 301 0 0,-38 16-387 0 0,0-1 0 0 0,0 1 0 0 0,0-1 0 0 0,-1 0 0 0 0,1 1 1 0 0,-1-2-1 0 0,1 1 0 0 0,-1 0 0 0 0,0-1 0 0 0,0 0 0 0 0,0 1 0 0 0,-1-1 0 0 0,1 0 1 0 0,-1 0-1 0 0,0-1 0 0 0,3-8 0 0 0,8-13 239 0 0,-11 21-239 0 0,1-1 0 0 0,-1 1 0 0 0,0-1 1 0 0,-1 0-1 0 0,1 0 0 0 0,-1 1 0 0 0,1-13 0 0 0,-2 16-59 0 0,0 1 0 0 0,1-1-1 0 0,-1 0 1 0 0,0 0 0 0 0,0 0-1 0 0,-1 1 1 0 0,1-1 0 0 0,0 0 0 0 0,-1 0-1 0 0,1 1 1 0 0,-1-1 0 0 0,1 0-1 0 0,-1 0 1 0 0,0 1 0 0 0,0-1-1 0 0,0 1 1 0 0,0-1 0 0 0,0 1 0 0 0,0-1-1 0 0,0 1 1 0 0,0 0 0 0 0,0-1-1 0 0,-1 1 1 0 0,1 0 0 0 0,-1 0-1 0 0,1 0 1 0 0,-1 0 0 0 0,1 0-1 0 0,-1 0 1 0 0,-2-1 0 0 0,-37-13-1013 0 0,33 12 419 0 0,0-1 1 0 0,0 1-1 0 0,-1 0 1 0 0,1 1-1 0 0,-16-2 1 0 0,-6 3-3787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9"/>
    </inkml:context>
    <inkml:brush xml:id="br0">
      <inkml:brushProperty name="width" value="0.05" units="cm"/>
      <inkml:brushProperty name="height" value="0.05" units="cm"/>
    </inkml:brush>
  </inkml:definitions>
  <inkml:trace contextRef="#ctx0" brushRef="#br0">170 442 5393 0 0,'-3'-11'4809'0'0,"-5"-8"-3154"0"0,-1-1-973 0 0,5 7-490 0 0,1 1 0 0 0,0-1 1 0 0,1 0-1 0 0,1 0 0 0 0,0 0 1 0 0,0 0-1 0 0,1 0 0 0 0,1 0 0 0 0,4-20 1 0 0,-3 21-70 0 0,48-197 2217 0 0,-48 200-1977 0 0,1-3 430 0 0,0 22-494 0 0,10 462 2105 0 0,-14-453-2279 0 0,-6 37-1 0 0,4-37-136 0 0,-2 36 0 0 0,5-54-181 0 0,0 1 1 0 0,0-1 0 0 0,0 0 0 0 0,0 0 0 0 0,-1 0 0 0 0,1 0-1 0 0,0 0 1 0 0,0 0 0 0 0,0 0 0 0 0,-1 0 0 0 0,1 0 0 0 0,-1 0-1 0 0,1 0 1 0 0,-1 0 0 0 0,1 0 0 0 0,-1 0 0 0 0,1-1 0 0 0,-1 1-1 0 0,0 0 1 0 0,1 0 0 0 0,-1 0 0 0 0,0-1 0 0 0,0 1 0 0 0,0 0-1 0 0,-1 0 1 0 0,1-1 111 0 0,-1 1 0 0 0,0 0 0 0 0,0-1 0 0 0,0 0 0 0 0,0 0 0 0 0,1 1 0 0 0,-1-1 0 0 0,0 0 0 0 0,0 0 0 0 0,0-1 0 0 0,0 1 0 0 0,0 0 0 0 0,-2-1 0 0 0,-1-1 150 0 0,1 1 1 0 0,-1-1-1 0 0,0 0 1 0 0,1 0-1 0 0,-1 0 1 0 0,1-1-1 0 0,0 1 1 0 0,0-1-1 0 0,0 0 1 0 0,-4-4-1 0 0,3 0 198 0 0,-1 0-1 0 0,0 1 1 0 0,0 0 0 0 0,-1 0 0 0 0,0 0-1 0 0,-11-6 1 0 0,11 7 371 0 0,0 0 0 0 0,1-1 0 0 0,-1 1 0 0 0,-6-9 0 0 0,4 4-545 0 0,9 19-43 0 0,84 228 666 0 0,-84-236-659 0 0,1 1 0 0 0,-1-1 0 0 0,1 0-1 0 0,-1 0 1 0 0,1 0 0 0 0,-1 0 0 0 0,1 0 0 0 0,-1 0 0 0 0,1 0 0 0 0,0 0 0 0 0,0 0 0 0 0,-1 0-1 0 0,1 0 1 0 0,0 0 0 0 0,0 0 0 0 0,0-1 0 0 0,0 1 0 0 0,0 0 0 0 0,0-1 0 0 0,0 1 0 0 0,0-1-1 0 0,1 1 1 0 0,-1-1 0 0 0,0 1 0 0 0,0-1 0 0 0,0 0 0 0 0,1 0 0 0 0,-1 1 0 0 0,0-1 0 0 0,2 0-1 0 0,-1-1-30 0 0,-1 1 0 0 0,1 0-1 0 0,-1-1 1 0 0,1 1-1 0 0,-1-1 1 0 0,1 0-1 0 0,-1 0 1 0 0,1 1-1 0 0,-1-1 1 0 0,0 0-1 0 0,1 0 1 0 0,-1 0-1 0 0,0 0 1 0 0,0-1 0 0 0,0 1-1 0 0,0 0 1 0 0,0 0-1 0 0,0-1 1 0 0,0 1-1 0 0,0 0 1 0 0,-1-1-1 0 0,1 1 1 0 0,0-3-1 0 0,33-109 226 0 0,-34 111-249 0 0,22-69 134 0 0,-13 48-1065 0 0,5 5-7623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0"/>
    </inkml:context>
    <inkml:brush xml:id="br0">
      <inkml:brushProperty name="width" value="0.05" units="cm"/>
      <inkml:brushProperty name="height" value="0.05" units="cm"/>
    </inkml:brush>
  </inkml:definitions>
  <inkml:trace contextRef="#ctx0" brushRef="#br0">113 26 7586 0 0,'0'0'1452'0'0,"0"-9"5001"0"0,-1-7-4272 0 0,1 32-1969 0 0,7 32 0 0 0,1 12 117 0 0,-7-29-187 0 0,-1-1 0 0 0,-1 1-1 0 0,-2-1 1 0 0,0 0 0 0 0,-3 0-1 0 0,0 0 1 0 0,-2-1 0 0 0,-19 49-1 0 0,20-62 4 0 0,-11 19 660 0 0,17-33-703 0 0,0 0-1 0 0,0 0 0 0 0,-1 0 0 0 0,1 0 0 0 0,-1 0 0 0 0,0-1 0 0 0,1 1 0 0 0,-1-1 0 0 0,0 1 1 0 0,0-1-1 0 0,0 0 0 0 0,0 0 0 0 0,-4 2 0 0 0,-12 5 546 0 0,14-5-651 0 0,15-5 21 0 0,59-12 138 0 0,-46 10-1151 0 0,38-10 1 0 0,-61 13 477 0 0,0 1 0 0 0,0 0 0 0 0,0-1 0 0 0,-1 1 0 0 0,1-1 1 0 0,0 1-1 0 0,0-1 0 0 0,-1 0 0 0 0,1 1 0 0 0,0-1 0 0 0,-1 0 0 0 0,1 1 1 0 0,0-1-1 0 0,-1 0 0 0 0,1-1 0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1"/>
    </inkml:context>
    <inkml:brush xml:id="br0">
      <inkml:brushProperty name="width" value="0.05" units="cm"/>
      <inkml:brushProperty name="height" value="0.05" units="cm"/>
    </inkml:brush>
  </inkml:definitions>
  <inkml:trace contextRef="#ctx0" brushRef="#br0">8 80 9082 0 0,'0'0'2043'0'0,"-7"-14"4037"0"0,7 13-6042 0 0,1-1 0 0 0,0 1 0 0 0,0 0 0 0 0,0 0 0 0 0,0-1 0 0 0,0 1 0 0 0,0 0 0 0 0,0 0 0 0 0,0 0 0 0 0,0 0-1 0 0,0 0 1 0 0,0 0 0 0 0,1 0 0 0 0,-1 0 0 0 0,0 0 0 0 0,1 1 0 0 0,-1-1 0 0 0,3 0 0 0 0,34-8-33 0 0,-6 2 44 0 0,-10-4-469 0 0,-17 8-51 0 0,-1 0 0 0 0,1 1-1 0 0,0 0 1 0 0,-1 0-1 0 0,1 0 1 0 0,8-1-1 0 0,1 1-1937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2"/>
    </inkml:context>
    <inkml:brush xml:id="br0">
      <inkml:brushProperty name="width" value="0.05" units="cm"/>
      <inkml:brushProperty name="height" value="0.05" units="cm"/>
    </inkml:brush>
  </inkml:definitions>
  <inkml:trace contextRef="#ctx0" brushRef="#br0">86 0 6785 0 0,'0'0'3302'0'0,"-8"16"545"0"0,-56 326 1806 0 0,58-292-4873 0 0,-2-162 111 0 0,8 107-881 0 0,0-29-19 0 0,5-36 1 0 0,-4 58-6 0 0,2 1 0 0 0,-1-1 0 0 0,1 1 1 0 0,1 0-1 0 0,0 1 0 0 0,0-1 0 0 0,7-10 1 0 0,-10 20 7 0 0,0 0 0 0 0,0 0 0 0 0,0 0 0 0 0,0 0 0 0 0,0 0 0 0 0,1 0 0 0 0,-1 1 1 0 0,0-1-1 0 0,1 0 0 0 0,-1 1 0 0 0,0-1 0 0 0,1 1 0 0 0,-1-1 0 0 0,4 0 1 0 0,12-6-21 0 0,-16 6 29 0 0,1 0-1 0 0,-1 0 1 0 0,1 0 0 0 0,0 0-1 0 0,-1 0 1 0 0,1 0 0 0 0,0 0-1 0 0,0 0 1 0 0,0 0-1 0 0,-1 1 1 0 0,1-1 0 0 0,0 1-1 0 0,0 0 1 0 0,0-1 0 0 0,0 1-1 0 0,0 0 1 0 0,0 0 0 0 0,0 0-1 0 0,0 0 1 0 0,0 1-1 0 0,0-1 1 0 0,0 0 0 0 0,-1 1-1 0 0,5 1 1 0 0,-4-1 12 0 0,0 1 0 0 0,0 0 0 0 0,0 0 0 0 0,0-1 0 0 0,0 1 0 0 0,-1 0 1 0 0,1 1-1 0 0,-1-1 0 0 0,1 0 0 0 0,-1 0 0 0 0,0 1 0 0 0,0-1 0 0 0,0 1 0 0 0,0-1 0 0 0,0 1 0 0 0,0-1 0 0 0,0 6 1 0 0,0-4 4 0 0,-1 0 0 0 0,0 0 0 0 0,1 1 1 0 0,-1-1-1 0 0,-1 0 0 0 0,1 0 0 0 0,-1 1 1 0 0,1-1-1 0 0,-1 0 0 0 0,0 0 0 0 0,-1 0 1 0 0,1 0-1 0 0,-1 0 0 0 0,0 0 0 0 0,0 0 1 0 0,-4 6-1 0 0,-1-1 8 0 0,-1 0-1 0 0,0 0 1 0 0,0-1 0 0 0,-16 11-1 0 0,18-13-7 0 0,-1 1-1 0 0,1-1 1 0 0,0 1-1 0 0,1 0 0 0 0,0 1 1 0 0,0-1-1 0 0,0 1 1 0 0,-4 10-1 0 0,9-17-16 0 0,-1 1-1 0 0,1-1 1 0 0,-1 0 0 0 0,1 0-1 0 0,0 1 1 0 0,-1-1-1 0 0,1 0 1 0 0,0 0 0 0 0,0 1-1 0 0,0-1 1 0 0,0 0-1 0 0,0 0 1 0 0,0 1 0 0 0,1-1-1 0 0,-1 0 1 0 0,0 0-1 0 0,1 1 1 0 0,-1-1 0 0 0,1 0-1 0 0,-1 0 1 0 0,2 2 0 0 0,0 0 35 0 0,0-1 1 0 0,-1 0 0 0 0,1 0 0 0 0,0 0 0 0 0,1-1 0 0 0,-1 1 0 0 0,0 0-1 0 0,0-1 1 0 0,5 3 0 0 0,2 0-477 0 0,0-1 0 0 0,1 0 1 0 0,-1 0-1 0 0,17 2 0 0 0,-5-5-8179 0 0,-17 0 5453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3"/>
    </inkml:context>
    <inkml:brush xml:id="br0">
      <inkml:brushProperty name="width" value="0.05" units="cm"/>
      <inkml:brushProperty name="height" value="0.05" units="cm"/>
    </inkml:brush>
  </inkml:definitions>
  <inkml:trace contextRef="#ctx0" brushRef="#br0">36 0 6017 0 0,'0'0'3209'0'0,"-11"5"2722"0"0,10 10-4894 0 0,-1 1 1 0 0,-5 25-1 0 0,-3 13 57 0 0,5 81 98 0 0,6-134-1190 0 0,-1 1 1 0 0,0-1-1 0 0,1 0 1 0 0,-1 0-1 0 0,0 0 1 0 0,1 0-1 0 0,-1 1 0 0 0,1-1 1 0 0,0 0-1 0 0,-1 0 1 0 0,1 0-1 0 0,0 0 0 0 0,0 0 1 0 0,0 0-1 0 0,0-1 1 0 0,0 1-1 0 0,0 0 0 0 0,0 0 1 0 0,0 0-1 0 0,0-1 1 0 0,0 1-1 0 0,0-1 0 0 0,0 1 1 0 0,0-1-1 0 0,1 1 1 0 0,-1-1-1 0 0,0 0 0 0 0,0 1 1 0 0,3-1-1 0 0,0 1-2 0 0,1 0 0 0 0,0-1 0 0 0,0 0-1 0 0,0 1 1 0 0,-1-1 0 0 0,8-2 0 0 0,-10 2-124 0 0,0 0 1 0 0,1-1-1 0 0,-1 0 0 0 0,0 0 1 0 0,0 1-1 0 0,0-1 1 0 0,0 0-1 0 0,0-1 1 0 0,0 1-1 0 0,0 0 0 0 0,2-3 1 0 0,0 0-810 0 0,-1 0 1 0 0,0 0 0 0 0,0 0-1 0 0,-1-1 1 0 0,1 1-1 0 0,2-8 1 0 0,5-8-3042 0 0,-7 14 1573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4"/>
    </inkml:context>
    <inkml:brush xml:id="br0">
      <inkml:brushProperty name="width" value="0.05" units="cm"/>
      <inkml:brushProperty name="height" value="0.05" units="cm"/>
    </inkml:brush>
  </inkml:definitions>
  <inkml:trace contextRef="#ctx0" brushRef="#br0">1 156 4737 0 0,'2'0'12601'0'0,"12"0"-10943"0"0,64-23-1507 0 0,-77 23-392 0 0,-1 0 1 0 0,1 0-1 0 0,-1 0 0 0 0,1-1 1 0 0,-1 1-1 0 0,1 0 0 0 0,-1 0 1 0 0,1 0-1 0 0,-1 0 1 0 0,1-1-1 0 0,-1 1 0 0 0,1 0 1 0 0,-1 0-1 0 0,1-1 1 0 0,-1 1-1 0 0,1 0 0 0 0,-1-1 1 0 0,0 1-1 0 0,1 0 1 0 0,-1-1-1 0 0,0 1 0 0 0,1-1 1 0 0,-1 1-1 0 0,0-1 1 0 0,1 1-1 0 0,-1-1 0 0 0,0 1 1 0 0,0-1-1 0 0,0 1 0 0 0,1-1 1 0 0,-1 1-1 0 0,0-1 1 0 0,-11-11-3764 0 0,10 12 4300 0 0,0-1 1 0 0,-1 0-1 0 0,1 0 1 0 0,0 0-1 0 0,0 0 1 0 0,0 0-1 0 0,0 0 1 0 0,1 0-1 0 0,-1 0 1 0 0,0 0-1 0 0,-1-3 1 0 0,-9-21 2582 0 0,10 23-2695 0 0,-1 1 0 0 0,1-1 0 0 0,0 0 0 0 0,0 0 0 0 0,0 0 0 0 0,1 0 0 0 0,-1 0 0 0 0,0 0 0 0 0,1 0 0 0 0,-1 0 0 0 0,1-1 0 0 0,0 1 1 0 0,-1 0-1 0 0,1 0 0 0 0,0 0 0 0 0,0 0 0 0 0,1-1 0 0 0,0-3 0 0 0,2 4-173 0 0,1-1 0 0 0,0 0 0 0 0,0 1 0 0 0,0 0 0 0 0,5-2 0 0 0,-5 2-124 0 0,16-6-3086 0 0,-14 6 622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5"/>
    </inkml:context>
    <inkml:brush xml:id="br0">
      <inkml:brushProperty name="width" value="0.05" units="cm"/>
      <inkml:brushProperty name="height" value="0.05" units="cm"/>
    </inkml:brush>
  </inkml:definitions>
  <inkml:trace contextRef="#ctx0" brushRef="#br0">70 0 9074 0 0,'0'0'4173'0'0,"-9"10"-338"0"0,-14 71-2199 0 0,-13 93 0 0 0,34-139-1640 0 0,2-30-3777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6"/>
    </inkml:context>
    <inkml:brush xml:id="br0">
      <inkml:brushProperty name="width" value="0.05" units="cm"/>
      <inkml:brushProperty name="height" value="0.05" units="cm"/>
    </inkml:brush>
  </inkml:definitions>
  <inkml:trace contextRef="#ctx0" brushRef="#br0">0 61 8770 0 0,'0'0'231'0'0,"17"-15"7341"0"0,-4 8-7045 0 0,0 1 0 0 0,0 0-1 0 0,0 1 1 0 0,0 0 0 0 0,20-3 0 0 0,2 2-2175 0 0,0 4-4011 0 0</inkml:trace>
  <inkml:trace contextRef="#ctx0" brushRef="#br0" timeOffset="1">127 105 11114 0 0,'0'0'801'0'0,"0"2"111"0"0,0 0-112 0 0,1-1 224 0 0,1 1-504 0 0,-1-1-184 0 0,1 1-56 0 0,-1-1-48 0 0,1-1-160 0 0,15 3-72 0 0,1-1 32 0 0,-2-2-40 0 0,-4 0 8 0 0,8-3-1192 0 0,-6 0-640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8"/>
    </inkml:context>
    <inkml:brush xml:id="br0">
      <inkml:brushProperty name="width" value="0.05" units="cm"/>
      <inkml:brushProperty name="height" value="0.05" units="cm"/>
    </inkml:brush>
  </inkml:definitions>
  <inkml:trace contextRef="#ctx0" brushRef="#br0">4 142 1088 0 0,'-1'-4'4482'0'0,"-1"-12"-3351"0"0,6-80 535 0 0,-1 80-1393 0 0,-4 16-266 0 0,1-1 1 0 0,0 1 0 0 0,0 0-1 0 0,0 0 1 0 0,0-1-1 0 0,0 1 1 0 0,0 0-1 0 0,0-1 1 0 0,0 1 0 0 0,0 0-1 0 0,0-1 1 0 0,0 1-1 0 0,0 0 1 0 0,0 0-1 0 0,0-1 1 0 0,0 1-1 0 0,1 0 1 0 0,-1-1 0 0 0,0 1-1 0 0,0 0 1 0 0,0 0-1 0 0,0-1 1 0 0,0 1-1 0 0,1 0 1 0 0,-1 0-1 0 0,0-1 1 0 0,0 1 0 0 0,1 0-1 0 0,-1 0 1 0 0,0 0-1 0 0,0-1 1 0 0,1 1-1 0 0,-1 0 1 0 0,0 0 0 0 0,0 0-1 0 0,1 0 1 0 0,-1 0-1 0 0,0 0 1 0 0,1 0-1 0 0,-1 0 1 0 0,0-1-1 0 0,0 1 1 0 0,1 0 0 0 0,3 23-26 0 0,2 14 387 0 0,-2-1 0 0 0,0 41-1 0 0,-2-25 313 0 0,-1 61 1510 0 0,-1-58-1345 0 0,-3-43-1736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9"/>
    </inkml:context>
    <inkml:brush xml:id="br0">
      <inkml:brushProperty name="width" value="0.05" units="cm"/>
      <inkml:brushProperty name="height" value="0.05" units="cm"/>
    </inkml:brush>
  </inkml:definitions>
  <inkml:trace contextRef="#ctx0" brushRef="#br0">21 30 1504 0 0,'0'0'3069'0'0,"-17"-10"2111"0"0,17 9-5157 0 0,0 1 0 0 0,-1 0 1 0 0,1-1-1 0 0,0 1 0 0 0,-1 0 1 0 0,1-1-1 0 0,0 1 0 0 0,0 0 1 0 0,-1-1-1 0 0,1 1 0 0 0,0 0 1 0 0,0-1-1 0 0,0 1 0 0 0,0-1 1 0 0,-1 1-1 0 0,1 0 0 0 0,0-1 1 0 0,0 1-1 0 0,0-1 0 0 0,0 1 1 0 0,0 0-1 0 0,0-1 0 0 0,0 1 1 0 0,0-1-1 0 0,0 1 0 0 0,0-1 1 0 0,0 1-1 0 0,0 0 0 0 0,1-1 1 0 0,-1 1-1 0 0,0-1 0 0 0,0 1 1 0 0,0 0-1 0 0,1-1 0 0 0,-1 1 1 0 0,0 0-1 0 0,0-1 0 0 0,1 1 1 0 0,-1 0-1 0 0,0-1 0 0 0,0 1 1 0 0,1-1-1 0 0,0 1-21 0 0,0 0 0 0 0,-1-1 0 0 0,1 1 0 0 0,0 0 0 0 0,0 0 0 0 0,-1-1 0 0 0,1 1-1 0 0,0 0 1 0 0,0 0 0 0 0,-1 0 0 0 0,1 0 0 0 0,0 0 0 0 0,0 0 0 0 0,0 0 0 0 0,-1 0 0 0 0,1 0 0 0 0,0 0-1 0 0,0 1 1 0 0,0-1 0 0 0,-1 0 0 0 0,1 0 0 0 0,0 1 0 0 0,-1-1 0 0 0,1 1 0 0 0,0-1 0 0 0,0 1 0 0 0,2 1 6 0 0,0 0 0 0 0,-1 1 0 0 0,1-1 0 0 0,-1 1 1 0 0,0 0-1 0 0,0-1 0 0 0,0 1 0 0 0,0 0 0 0 0,0 0 1 0 0,0 1-1 0 0,-1-1 0 0 0,2 5 0 0 0,3 6 63 0 0,38 60 433 0 0,-43-72-345 0 0,-1-1 0 0 0,1 1-1 0 0,0-1 1 0 0,0 1 0 0 0,0-1-1 0 0,0 1 1 0 0,1-1 0 0 0,-1 0-1 0 0,0 1 1 0 0,1-1 0 0 0,-1 0 0 0 0,0 0-1 0 0,1 0 1 0 0,0 0 0 0 0,-1 0-1 0 0,2 0 1 0 0,-1-1-124 0 0,-1 0 1 0 0,1 0-1 0 0,-1 0 1 0 0,0 0-1 0 0,1 0 1 0 0,-1 0-1 0 0,0-1 0 0 0,1 1 1 0 0,-1 0-1 0 0,0-1 1 0 0,0 1-1 0 0,1-1 1 0 0,-1 1-1 0 0,0-1 0 0 0,0 0 1 0 0,0 0-1 0 0,0 1 1 0 0,0-1-1 0 0,0 0 1 0 0,0 0-1 0 0,0 0 0 0 0,1-1 1 0 0,4-5-18 0 0,-1 0 0 0 0,0 0 1 0 0,-1-1-1 0 0,1 1 0 0 0,-1-1 0 0 0,3-8 0 0 0,10-19-361 0 0,2-2-3937 0 0,-12 26 952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0"/>
    </inkml:context>
    <inkml:brush xml:id="br0">
      <inkml:brushProperty name="width" value="0.05" units="cm"/>
      <inkml:brushProperty name="height" value="0.05" units="cm"/>
    </inkml:brush>
  </inkml:definitions>
  <inkml:trace contextRef="#ctx0" brushRef="#br0">145 76 360 0 0,'0'0'147'0'0,"-2"-31"4592"0"0,2 31-4691 0 0,0-1-1 0 0,0 1 0 0 0,0 0 1 0 0,0-1-1 0 0,0 1 0 0 0,0-1 1 0 0,0 1-1 0 0,-1 0 0 0 0,1-1 1 0 0,0 1-1 0 0,0 0 0 0 0,0 0 1 0 0,0-1-1 0 0,-1 1 0 0 0,1 0 1 0 0,0-1-1 0 0,0 1 0 0 0,-1 0 1 0 0,1 0-1 0 0,0-1 0 0 0,0 1 1 0 0,-1 0-1 0 0,1 0 0 0 0,0 0 1 0 0,-1-1-1 0 0,1 1 0 0 0,0 0 1 0 0,-1 0-1 0 0,1 0 0 0 0,0 0 1 0 0,-1 0-1 0 0,0 0 0 0 0,-17 0 892 0 0,-23 11 142 0 0,33-8-712 0 0,-60 14 4034 0 0,300-69-2800 0 0,-197 46-3469 0 0,1 1-1 0 0,50 0 0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1"/>
    </inkml:context>
    <inkml:brush xml:id="br0">
      <inkml:brushProperty name="width" value="0.05" units="cm"/>
      <inkml:brushProperty name="height" value="0.05" units="cm"/>
    </inkml:brush>
  </inkml:definitions>
  <inkml:trace contextRef="#ctx0" brushRef="#br0">28 17 7017 0 0,'-11'-17'4226'0'0,"11"18"-4188"0"0,0-1-1 0 0,0 0 1 0 0,0 1-1 0 0,0-1 0 0 0,0 0 1 0 0,0 0-1 0 0,0 1 0 0 0,0-1 1 0 0,0 0-1 0 0,0 0 0 0 0,0 1 1 0 0,0-1-1 0 0,0 0 1 0 0,-1 0-1 0 0,1 1 0 0 0,0-1 1 0 0,0 0-1 0 0,0 0 0 0 0,0 0 1 0 0,0 1-1 0 0,0-1 1 0 0,-1 0-1 0 0,1 0 0 0 0,0 0 1 0 0,0 1-1 0 0,0-1 0 0 0,-1 0 1 0 0,1 0-1 0 0,0 0 0 0 0,0 0 1 0 0,-1 0-1 0 0,1 0 1 0 0,0 1-1 0 0,0-1 0 0 0,-1 0 1 0 0,1 0-1 0 0,0 0 0 0 0,0 0 1 0 0,-1 0-1 0 0,1 0 0 0 0,0 0 1 0 0,0 0-1 0 0,-1 0 1 0 0,1 0-1 0 0,0 0 0 0 0,0 0 1 0 0,-1 0-1 0 0,1 0 0 0 0,0-1 1 0 0,0 1-1 0 0,-1 0 0 0 0,1 0 1 0 0,0 0-1 0 0,0 0 1 0 0,-1 0-1 0 0,1 0 0 0 0,0-1 1 0 0,0 1-1 0 0,0 0 0 0 0,0 0 1 0 0,-1 0-1 0 0,1-1 0 0 0,0 1 1 0 0,0 0-1 0 0,0 0 1 0 0,0-1-1 0 0,0 1 0 0 0,-1 0 1 0 0,1 7 31 0 0,-4 304-101 0 0,4-275-3057 0 0,0-20-55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2"/>
    </inkml:context>
    <inkml:brush xml:id="br0">
      <inkml:brushProperty name="width" value="0.05" units="cm"/>
      <inkml:brushProperty name="height" value="0.05" units="cm"/>
    </inkml:brush>
  </inkml:definitions>
  <inkml:trace contextRef="#ctx0" brushRef="#br0">27 4 8554 0 0,'-19'-2'3018'0'0,"12"1"-1868"0"0,11 1 402 0 0,92 1-1247 0 0,-5 1-3068 0 0,-63-1 373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3"/>
    </inkml:context>
    <inkml:brush xml:id="br0">
      <inkml:brushProperty name="width" value="0.05" units="cm"/>
      <inkml:brushProperty name="height" value="0.05" units="cm"/>
    </inkml:brush>
  </inkml:definitions>
  <inkml:trace contextRef="#ctx0" brushRef="#br0">40 49 13611 0 0,'-1'-2'912'0'0,"-1"0"-408"0"0,-1-1 184 0 0,-5-3-7 0 0,1-5-874 0 0,-1 1-111 0 0,3 5-504 0 0,2 0-104 0 0,3 4-112 0 0,-3-2-809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4"/>
    </inkml:context>
    <inkml:brush xml:id="br0">
      <inkml:brushProperty name="width" value="0.05" units="cm"/>
      <inkml:brushProperty name="height" value="0.05" units="cm"/>
    </inkml:brush>
  </inkml:definitions>
  <inkml:trace contextRef="#ctx0" brushRef="#br0">25 396 256 0 0,'-5'-6'12369'0'0,"2"4"-11749"0"0,2 2-500 0 0,0 0-1 0 0,0 0 0 0 0,1-1 0 0 0,-1 1 0 0 0,0-1 0 0 0,0 1 0 0 0,0-1 0 0 0,0 1 0 0 0,1-1 0 0 0,-1 1 0 0 0,0-1 0 0 0,1 0 0 0 0,-1 1 1 0 0,0-1-1 0 0,1 0 0 0 0,-1 0 0 0 0,1 0 0 0 0,-1 1 0 0 0,1-1 0 0 0,-1-1 0 0 0,1 2-107 0 0,0-1-6 0 0,-1 1 0 0 0,1 0 0 0 0,0 0 0 0 0,0 0 0 0 0,0-1 0 0 0,0 1 0 0 0,0 0 0 0 0,0 0 0 0 0,0-1 0 0 0,-1 1 0 0 0,1 0 0 0 0,0-1 0 0 0,0 1 0 0 0,0 0 1 0 0,0 0-1 0 0,0-1 0 0 0,0 1 0 0 0,0 0 0 0 0,0 0 0 0 0,0-1 0 0 0,0 1 0 0 0,1 0 0 0 0,-1-1 0 0 0,0 1 0 0 0,0 0 0 0 0,0 0 0 0 0,0-1 0 0 0,0 1 0 0 0,0 0 0 0 0,1 0 0 0 0,-1 0 0 0 0,0-1 0 0 0,0 1 0 0 0,0 0 0 0 0,1 0 0 0 0,-1 0 0 0 0,0-1 0 0 0,0 1 0 0 0,1 0 0 0 0,6-10 153 0 0,-3 8-147 0 0,0 0 1 0 0,-1 0-1 0 0,1 0 0 0 0,1 0 1 0 0,-1 1-1 0 0,0 0 0 0 0,0 0 1 0 0,0 0-1 0 0,1 1 0 0 0,-1-1 1 0 0,6 1-1 0 0,11-2-19 0 0,149-26 58 0 0,31-6 204 0 0,-54 11-108 0 0,-42 8-114 0 0,49-4 2 0 0,18-4-81 0 0,414-74 178 0 0,-538 94-95 0 0,64 3 0 0 0,-73 1 30 0 0,1-1 0 0 0,74-10 0 0 0,7-8 383 0 0,46-10 15 0 0,-39 4 395 0 0,-120 22-1072 0 0,10-4 805 0 0,-11-3-4340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5"/>
    </inkml:context>
    <inkml:brush xml:id="br0">
      <inkml:brushProperty name="width" value="0.05" units="cm"/>
      <inkml:brushProperty name="height" value="0.05" units="cm"/>
    </inkml:brush>
  </inkml:definitions>
  <inkml:trace contextRef="#ctx0" brushRef="#br0">107 60 1216 0 0,'2'-9'5213'0'0,"3"-11"-1700"0"0,-3 3-867 0 0,-1 3-242 0 0,3 28-1715 0 0,11 58-366 0 0,-6-36-179 0 0,-3 1 0 0 0,5 75 0 0 0,-18 62 1355 0 0,7-174-1409 0 0,1-38 154 0 0,-1 36-224 0 0,-1-16 125 0 0,-2 14-64 0 0,-4 9-7 0 0,0 6-44 0 0,1-1 0 0 0,1 1 0 0 0,-5 11 0 0 0,6-10 12 0 0,-1-1 0 0 0,-1 0-1 0 0,-7 12 1 0 0,12-23-33 0 0,0 1 0 0 0,1-1 0 0 0,-1 1 0 0 0,1 0 0 0 0,-1 0 0 0 0,1-1 0 0 0,-1 1 0 0 0,1 0 0 0 0,-1 0 0 0 0,1-1 0 0 0,0 1 0 0 0,-1 0 0 0 0,1 0 0 0 0,0 0 0 0 0,0 0 0 0 0,0-1 0 0 0,0 1 0 0 0,0 0 0 0 0,0 0-1 0 0,0 0 1 0 0,0 0 0 0 0,0 0 0 0 0,0 0 0 0 0,0-1 0 0 0,0 1 0 0 0,0 0 0 0 0,1 0 0 0 0,-1 0 0 0 0,0-1 0 0 0,1 1 0 0 0,-1 0 0 0 0,1 0 0 0 0,-1 0 0 0 0,1-1 0 0 0,-1 1 0 0 0,1 0 0 0 0,-1-1 0 0 0,1 1 0 0 0,0-1 0 0 0,-1 1 0 0 0,1-1 0 0 0,1 1 0 0 0,-1 0 16 0 0,1 0-1 0 0,0 0 1 0 0,0-1 0 0 0,0 1 0 0 0,-1-1-1 0 0,1 0 1 0 0,0 0 0 0 0,0 1 0 0 0,0-1-1 0 0,0 0 1 0 0,0 0 0 0 0,0-1 0 0 0,0 1-1 0 0,-1 0 1 0 0,1-1 0 0 0,0 1 0 0 0,0-1-1 0 0,3-1 1 0 0,-1-1-7 0 0,0 1-1 0 0,0-1 1 0 0,0 0-1 0 0,-1 0 1 0 0,1-1-1 0 0,-1 1 1 0 0,0-1-1 0 0,0 0 1 0 0,0 0-1 0 0,-1 0 1 0 0,1 0-1 0 0,-1 0 1 0 0,3-6-1 0 0,-4 6 1 0 0,1 1 0 0 0,-1-1 0 0 0,0 0 0 0 0,0 0 0 0 0,0 1-1 0 0,0-1 1 0 0,-1 0 0 0 0,0 0 0 0 0,1 0 0 0 0,-1 0 0 0 0,-1 1 0 0 0,1-1 0 0 0,0 0 0 0 0,-1 0-1 0 0,0 0 1 0 0,0 0 0 0 0,-2-4 0 0 0,2 7-11 0 0,0 0 0 0 0,0 0 0 0 0,-1-1 0 0 0,1 1 0 0 0,-1 0 0 0 0,1 0 0 0 0,-1 0 0 0 0,1 0 0 0 0,-1 1 0 0 0,1-1 0 0 0,-1 0 0 0 0,0 0 0 0 0,1 1-1 0 0,-1 0 1 0 0,0-1 0 0 0,0 1 0 0 0,0 0 0 0 0,1 0 0 0 0,-1-1 0 0 0,0 1 0 0 0,-3 1 0 0 0,-1-1-18 0 0,0 1 0 0 0,0-1 0 0 0,0 1 0 0 0,0 0 0 0 0,-7 3 0 0 0,0 2 19 0 0,0 0 0 0 0,-21 15 0 0 0,21-13 42 0 0,11-6-52 0 0,0 0-1 0 0,-1 1 0 0 0,1-1 0 0 0,0 1 1 0 0,0 0-1 0 0,-2 5 0 0 0,3-7 7 0 0,0 1 0 0 0,0-1 0 0 0,0 1 0 0 0,1-1 0 0 0,-1 1 0 0 0,1 0 0 0 0,-1-1 0 0 0,1 1 0 0 0,-1 0 0 0 0,1-1 0 0 0,0 1 0 0 0,0 0 0 0 0,0-1-1 0 0,0 1 1 0 0,0 2 0 0 0,1-3-4 0 0,0 0 0 0 0,1 0-1 0 0,-1 0 1 0 0,0 0 0 0 0,1 0-1 0 0,-1-1 1 0 0,1 1-1 0 0,-1 0 1 0 0,0-1 0 0 0,1 0-1 0 0,0 1 1 0 0,-1-1 0 0 0,1 0-1 0 0,-1 1 1 0 0,1-1 0 0 0,-1 0-1 0 0,1 0 1 0 0,2-1 0 0 0,30-3 102 0 0,-16-9 64 0 0,-17 13-164 0 0,-1 0 0 0 0,1-1 0 0 0,-1 1 0 0 0,1 0 1 0 0,-1-1-1 0 0,1 1 0 0 0,-1-1 0 0 0,0 1 1 0 0,1 0-1 0 0,-1-1 0 0 0,0 1 0 0 0,1-1 1 0 0,-1 1-1 0 0,0-1 0 0 0,0 1 0 0 0,1-1 0 0 0,-1 1 1 0 0,0-1-1 0 0,0 0 0 0 0,0 1 0 0 0,0-1 1 0 0,0 1-1 0 0,0-1 0 0 0,0 1 0 0 0,0-1 1 0 0,0 1-1 0 0,0-1 0 0 0,0 0 0 0 0,0 1 0 0 0,0-1 1 0 0,0 1-1 0 0,0-1 0 0 0,-1 1 0 0 0,1-1 1 0 0,-1 0-1 0 0,1 1-3 0 0,0-1 0 0 0,-1 1 1 0 0,1 0-1 0 0,-1 0 0 0 0,1 0 0 0 0,-1-1 1 0 0,1 1-1 0 0,-1 0 0 0 0,1 0 1 0 0,-1 0-1 0 0,1 0 0 0 0,-1 0 0 0 0,1 0 1 0 0,-1 0-1 0 0,1 0 0 0 0,-1 0 0 0 0,1 0 1 0 0,-1 0-1 0 0,1 0 0 0 0,-1 0 1 0 0,1 0-1 0 0,-1 1 0 0 0,1-1 0 0 0,0 0 1 0 0,-1 0-1 0 0,1 1 0 0 0,-1-1 1 0 0,1 0-1 0 0,-1 0 0 0 0,1 1 0 0 0,0-1 1 0 0,-1 0-1 0 0,1 1 0 0 0,0-1 0 0 0,-1 1 1 0 0,1 0-1 0 0,-15 17-16 0 0,13-14-14 0 0,1-3 30 0 0,0 0 0 0 0,0-1 0 0 0,0 1 0 0 0,1 0 0 0 0,-1 0 1 0 0,0 0-1 0 0,1 0 0 0 0,-1 0 0 0 0,1 0 0 0 0,-1 0 0 0 0,1 0 0 0 0,-1 0 0 0 0,1 0 0 0 0,0 0 0 0 0,0 0 0 0 0,-1 0 0 0 0,1 0 0 0 0,0 0 0 0 0,0 0 1 0 0,0 0-1 0 0,0 1 0 0 0,0-1 0 0 0,0 0 0 0 0,0 0 0 0 0,1 0 0 0 0,0 2 0 0 0,0-2-1 0 0,0 0 0 0 0,1 0 1 0 0,-1 0-1 0 0,0-1 0 0 0,1 1 0 0 0,0 0 0 0 0,-1-1 1 0 0,1 1-1 0 0,-1-1 0 0 0,1 1 0 0 0,-1-1 1 0 0,1 0-1 0 0,0 0 0 0 0,-1 1 0 0 0,1-1 0 0 0,0-1 1 0 0,1 1-1 0 0,0 0 9 0 0,-1 0 0 0 0,1-1 1 0 0,0 0-1 0 0,-1 1 0 0 0,1-1 1 0 0,-1 0-1 0 0,1 0 0 0 0,-1 0 0 0 0,1 0 1 0 0,-1-1-1 0 0,0 1 0 0 0,0-1 1 0 0,0 1-1 0 0,0-1 0 0 0,0 0 1 0 0,0 0-1 0 0,0 0 0 0 0,0 0 0 0 0,-1 0 1 0 0,3-4-1 0 0,-2 3 4 0 0,0 0-1 0 0,0 0 1 0 0,-1 0-1 0 0,0 0 1 0 0,1-1-1 0 0,-1 1 1 0 0,0 0-1 0 0,-1-1 1 0 0,1 1-1 0 0,-1-1 1 0 0,1 1-1 0 0,-1-1 1 0 0,0 1-1 0 0,0 0 1 0 0,-2-8-1 0 0,2 11-12 0 0,0-1-1 0 0,0 0 1 0 0,0 1-1 0 0,-1-1 1 0 0,1 0-1 0 0,0 1 0 0 0,-1-1 1 0 0,1 1-1 0 0,0-1 1 0 0,-1 1-1 0 0,1-1 1 0 0,-1 1-1 0 0,1-1 1 0 0,-1 1-1 0 0,1-1 1 0 0,-1 1-1 0 0,1-1 1 0 0,-1 1-1 0 0,1 0 1 0 0,-1-1-1 0 0,0 1 1 0 0,1 0-1 0 0,-1 0 1 0 0,0-1-1 0 0,1 1 0 0 0,-1 0 1 0 0,0 0-1 0 0,1 0 1 0 0,-1 0-1 0 0,0 0 1 0 0,1 0-1 0 0,-1 0 1 0 0,0 0-1 0 0,1 0 1 0 0,-1 0-1 0 0,0 0 1 0 0,1 1-1 0 0,-1-1 1 0 0,0 0-1 0 0,1 0 1 0 0,-1 1-1 0 0,1-1 0 0 0,-1 0 1 0 0,0 1-1 0 0,1-1 1 0 0,-1 0-1 0 0,0 1 1 0 0,-1 1 4 0 0,0-1 1 0 0,0 0-1 0 0,0 0 1 0 0,1 1-1 0 0,-1-1 1 0 0,0 1-1 0 0,0 0 1 0 0,1-1-1 0 0,-1 1 0 0 0,1 0 1 0 0,0 0-1 0 0,-3 4 1 0 0,-3 13 2 0 0,6-17-8 0 0,-1 0 0 0 0,1 0-1 0 0,0 0 1 0 0,0 0-1 0 0,0 0 1 0 0,1 1-1 0 0,-1-1 1 0 0,0 0 0 0 0,1 0-1 0 0,0 1 1 0 0,-1-1-1 0 0,1 0 1 0 0,0 1 0 0 0,0-1-1 0 0,0 0 1 0 0,1 1-1 0 0,-1-1 1 0 0,0 0 0 0 0,2 5-1 0 0,-1-6 6 0 0,0-1 0 0 0,0 1 0 0 0,0 0 0 0 0,1-1-1 0 0,-1 1 1 0 0,0 0 0 0 0,0-1 0 0 0,1 0 0 0 0,-1 1 0 0 0,0-1 0 0 0,0 0 0 0 0,1 1-1 0 0,-1-1 1 0 0,0 0 0 0 0,1 0 0 0 0,-1 0 0 0 0,0 0 0 0 0,1 0 0 0 0,-1-1 0 0 0,0 1-1 0 0,1 0 1 0 0,0-1 0 0 0,29-8 93 0 0,-28 7-72 0 0,-1 1 1 0 0,0-1 0 0 0,0 0 0 0 0,0 0 0 0 0,0 0 0 0 0,0 0 0 0 0,0 0-1 0 0,2-3 1 0 0,-4 4-6 0 0,1 0 0 0 0,0 0-1 0 0,0 0 1 0 0,-1 0 0 0 0,1 0-1 0 0,-1 0 1 0 0,1 0 0 0 0,-1 0 0 0 0,0 0-1 0 0,1 0 1 0 0,-1 0 0 0 0,0-1-1 0 0,0 1 1 0 0,1 0 0 0 0,-1 0-1 0 0,0 0 1 0 0,0 0 0 0 0,-1-1 0 0 0,1 1-1 0 0,0 0 1 0 0,0-1 0 0 0,-1 1-18 0 0,0 1 1 0 0,1 0-1 0 0,-1-1 1 0 0,1 1-1 0 0,-1 0 1 0 0,0 0 0 0 0,1 0-1 0 0,-1-1 1 0 0,1 1-1 0 0,-1 0 1 0 0,0 0-1 0 0,1 0 1 0 0,-1 0 0 0 0,0 0-1 0 0,1 0 1 0 0,-1 0-1 0 0,0 1 1 0 0,1-1-1 0 0,-1 0 1 0 0,0 0 0 0 0,1 0-1 0 0,-1 1 1 0 0,1-1-1 0 0,-2 1 1 0 0,-19 7-39 0 0,19-7-8 0 0,-10 5-1630 0 0,7 2-3161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6"/>
    </inkml:context>
    <inkml:brush xml:id="br0">
      <inkml:brushProperty name="width" value="0.05" units="cm"/>
      <inkml:brushProperty name="height" value="0.05" units="cm"/>
    </inkml:brush>
  </inkml:definitions>
  <inkml:trace contextRef="#ctx0" brushRef="#br0">1 237 632 0 0,'0'0'155'0'0,"2"-9"3248"0"0,6-26-1624 0 0,-1 0-1 0 0,-2 0 1 0 0,-2-1-1 0 0,-1-51 1 0 0,8 112-1591 0 0,1 65 396 0 0,-4 1 0 0 0,-5 101 1 0 0,-2-124-1254 0 0,3-61-3173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7"/>
    </inkml:context>
    <inkml:brush xml:id="br0">
      <inkml:brushProperty name="width" value="0.05" units="cm"/>
      <inkml:brushProperty name="height" value="0.05" units="cm"/>
    </inkml:brush>
  </inkml:definitions>
  <inkml:trace contextRef="#ctx0" brushRef="#br0">27 57 3313 0 0,'-19'-30'5113'0'0,"19"29"-5089"0"0,-1-1 274 0 0,0 0 0 0 0,0 0 1 0 0,0 0-1 0 0,1 0 0 0 0,-1 0 0 0 0,0 0 1 0 0,1 0-1 0 0,-1 0 0 0 0,1 0 0 0 0,0-4 291 0 0,0 19-213 0 0,7 275 390 0 0,0 4-457 0 0,-6-289-2729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8"/>
    </inkml:context>
    <inkml:brush xml:id="br0">
      <inkml:brushProperty name="width" value="0.05" units="cm"/>
      <inkml:brushProperty name="height" value="0.05" units="cm"/>
    </inkml:brush>
  </inkml:definitions>
  <inkml:trace contextRef="#ctx0" brushRef="#br0">22 12 5129 0 0,'0'0'686'0'0,"-21"-5"6989"0"0,23 25-7533 0 0,0-1 0 0 0,2 0 1 0 0,0 0-1 0 0,2 0 0 0 0,0-1 1 0 0,1 1-1 0 0,9 17 1 0 0,14 39 425 0 0,-1 25 378 0 0,-29-100-937 0 0,0 1-1 0 0,0 0 0 0 0,1-1 0 0 0,-1 1 0 0 0,0 0 0 0 0,0-1 0 0 0,1 1 1 0 0,-1 0-1 0 0,0-1 0 0 0,1 1 0 0 0,-1-1 0 0 0,0 1 0 0 0,1-1 0 0 0,-1 1 1 0 0,1 0-1 0 0,-1-1 0 0 0,1 0 0 0 0,-1 1 0 0 0,1-1 0 0 0,0 1 0 0 0,-1-1 1 0 0,1 0-1 0 0,-1 1 0 0 0,1-1 0 0 0,0 0 0 0 0,-1 0 0 0 0,1 1 0 0 0,0-1 0 0 0,-1 0 1 0 0,1 0-1 0 0,0 0 0 0 0,-1 0 0 0 0,1 0 0 0 0,0 0 0 0 0,0 0 0 0 0,-1 0 1 0 0,1 0-1 0 0,0 0 0 0 0,-1 0 0 0 0,1-1 0 0 0,0 1 0 0 0,-1 0 0 0 0,1 0 1 0 0,0-1-1 0 0,-1 1 0 0 0,1 0 0 0 0,-1-1 0 0 0,1 1 0 0 0,-1-1 0 0 0,1 1 1 0 0,-1-1-1 0 0,1 1 0 0 0,-1-1 0 0 0,1 1 0 0 0,0-2 0 0 0,3-2 34 0 0,1-1 1 0 0,-1 1-1 0 0,0-1 0 0 0,5-9 0 0 0,6-16 39 0 0,-2 0-1 0 0,12-39 0 0 0,-5 14-27 0 0,-8 18-56 0 0,-9 26 44 0 0,1 0-1 0 0,-1 1 1 0 0,2-1 0 0 0,6-12 0 0 0,-6 14-315 0 0,8-13 695 0 0,-13 22-649 0 0,0-1 1 0 0,1 1-1 0 0,-1-1 1 0 0,1 1-1 0 0,-1 0 1 0 0,1-1-1 0 0,-1 1 1 0 0,1-1-1 0 0,-1 1 1 0 0,1 0-1 0 0,-1-1 0 0 0,1 1 1 0 0,0 0-1 0 0,-1 0 1 0 0,1-1-1 0 0,0 1 1 0 0,0 0-1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9"/>
    </inkml:context>
    <inkml:brush xml:id="br0">
      <inkml:brushProperty name="width" value="0.05" units="cm"/>
      <inkml:brushProperty name="height" value="0.05" units="cm"/>
    </inkml:brush>
  </inkml:definitions>
  <inkml:trace contextRef="#ctx0" brushRef="#br0">55 92 2048 0 0,'0'0'603'0'0,"-11"0"5962"0"0,-10 0-3597 0 0,-2-2-1634 0 0,23 2-1324 0 0,0 0-1 0 0,0 0 1 0 0,0 0-1 0 0,0 0 1 0 0,0-1 0 0 0,0 1-1 0 0,0 0 1 0 0,0 0-1 0 0,0 0 1 0 0,0 0-1 0 0,0-1 1 0 0,0 1 0 0 0,0 0-1 0 0,1 0 1 0 0,-1 0-1 0 0,0 0 1 0 0,0-1-1 0 0,0 1 1 0 0,0 0 0 0 0,0 0-1 0 0,0 0 1 0 0,0 0-1 0 0,0 0 1 0 0,1-1 0 0 0,-1 1-1 0 0,0 0 1 0 0,0 0-1 0 0,0 0 1 0 0,0 0-1 0 0,0 0 1 0 0,1 0 0 0 0,-1 0-1 0 0,0 0 1 0 0,0 0-1 0 0,0 0 1 0 0,0-1-1 0 0,1 1 1 0 0,-1 0 0 0 0,0 0-1 0 0,0 0 1 0 0,0 0-1 0 0,0 0 1 0 0,1 0 0 0 0,-1 0-1 0 0,0 0 1 0 0,0 0-1 0 0,0 1 1 0 0,1-1-1 0 0,42-12 12 0 0,-35 11 86 0 0,111-25 1476 0 0,57-13-76 0 0,-139 32-885 0 0,-21 6-6246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0"/>
    </inkml:context>
    <inkml:brush xml:id="br0">
      <inkml:brushProperty name="width" value="0.05" units="cm"/>
      <inkml:brushProperty name="height" value="0.05" units="cm"/>
    </inkml:brush>
  </inkml:definitions>
  <inkml:trace contextRef="#ctx0" brushRef="#br0">49 1 7017 0 0,'-32'0'5315'0'0,"31"0"-5275"0"0,0 0 1 0 0,0 0-1 0 0,1 0 1 0 0,-1 0-1 0 0,0 0 1 0 0,0 0-1 0 0,1 0 1 0 0,-1 1-1 0 0,0-1 1 0 0,1 0-1 0 0,-1 0 1 0 0,0 1-1 0 0,1-1 1 0 0,-1 0-1 0 0,0 1 1 0 0,1-1-1 0 0,-1 0 1 0 0,1 1 0 0 0,-1-1-1 0 0,1 1 1 0 0,-1-1-1 0 0,1 1 1 0 0,-2 1-1 0 0,2-2-26 0 0,0 1-1 0 0,0-1 1 0 0,0 1-1 0 0,1-1 1 0 0,-1 1-1 0 0,0-1 1 0 0,0 0-1 0 0,0 1 1 0 0,0-1-1 0 0,0 1 1 0 0,1-1-1 0 0,-1 1 1 0 0,0-1-1 0 0,0 0 1 0 0,1 1-1 0 0,-1-1 1 0 0,0 0-1 0 0,1 1 1 0 0,-1-1-1 0 0,0 0 1 0 0,1 1-1 0 0,-1-1 1 0 0,0 0-1 0 0,1 1 1 0 0,-1-1-1 0 0,1 0 1 0 0,-1 0-1 0 0,1 0 1 0 0,-1 0-1 0 0,1 1 1 0 0,-1-1-1 0 0,0 0 1 0 0,1 0-1 0 0,-1 0 1 0 0,1 0-1 0 0,-1 0 1 0 0,1 0-1 0 0,0 0 1 0 0,69 9 517 0 0,-46-7-136 0 0,33 8 1 0 0,-56-10-354 0 0,0 1 0 0 0,1-1 0 0 0,-1 1 1 0 0,0 0-1 0 0,0-1 0 0 0,0 1 0 0 0,1 0 1 0 0,-1 0-1 0 0,0-1 0 0 0,0 1 0 0 0,0 0 1 0 0,0 0-1 0 0,0 0 0 0 0,-1 1 0 0 0,1-1 0 0 0,0 0 1 0 0,0 0-1 0 0,-1 0 0 0 0,1 1 0 0 0,-1-1 1 0 0,1 0-1 0 0,-1 0 0 0 0,0 1 0 0 0,1-1 1 0 0,-1 0-1 0 0,0 1 0 0 0,0-1 0 0 0,0 1 1 0 0,0-1-1 0 0,0 0 0 0 0,0 1 0 0 0,0-1 1 0 0,0 0-1 0 0,-1 1 0 0 0,1-1 0 0 0,0 0 1 0 0,-2 3-1 0 0,1 1-39 0 0,-1 0 0 0 0,1-1 0 0 0,-1 1 0 0 0,-1 0 0 0 0,1-1 0 0 0,-1 1 0 0 0,1-1 0 0 0,-1 0 0 0 0,-4 5 0 0 0,3-6-13 0 0,0 1 0 0 0,-1-1 0 0 0,1 0 1 0 0,-1-1-1 0 0,-5 3 0 0 0,-9 6-1449 0 0,15-7-704 0 0,2 3-822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1"/>
    </inkml:context>
    <inkml:brush xml:id="br0">
      <inkml:brushProperty name="width" value="0.05" units="cm"/>
      <inkml:brushProperty name="height" value="0.05" units="cm"/>
    </inkml:brush>
  </inkml:definitions>
  <inkml:trace contextRef="#ctx0" brushRef="#br0">53 127 6177 0 0,'-2'-2'1766'0'0,"-18"-16"948"0"0,11 12-1876 0 0,8 5-741 0 0,-1 0 0 0 0,1 0 1 0 0,0 1-1 0 0,-1-1 0 0 0,1 0 0 0 0,-1 0 0 0 0,1 1 0 0 0,-1-1 0 0 0,0 1 0 0 0,1 0 0 0 0,-1-1 0 0 0,-1 1 0 0 0,3 0-2 0 0,30-2 477 0 0,11-5-248 0 0,-1-2-1 0 0,42-15 0 0 0,-47 13 78 0 0,1 1-1 0 0,67-10 0 0 0,-91 20-532 0 0,12-3 443 0 0,-12-3-4178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2"/>
    </inkml:context>
    <inkml:brush xml:id="br0">
      <inkml:brushProperty name="width" value="0.05" units="cm"/>
      <inkml:brushProperty name="height" value="0.05" units="cm"/>
    </inkml:brush>
  </inkml:definitions>
  <inkml:trace contextRef="#ctx0" brushRef="#br0">15 11 6865 0 0,'0'0'637'0'0,"-15"0"4004"0"0,78-5-4210 0 0,-50 3-245 0 0,0 0 0 0 0,1 1 1 0 0,-1 1-1 0 0,0 0 0 0 0,0 1 0 0 0,0 0 0 0 0,23 6 0 0 0,-35-7-141 0 0,0 1 1 0 0,0-1-1 0 0,0 1 0 0 0,0-1 1 0 0,-1 1-1 0 0,1 0 0 0 0,0-1 1 0 0,0 1-1 0 0,-1 0 0 0 0,1 0 1 0 0,0-1-1 0 0,-1 1 0 0 0,1 0 1 0 0,0 0-1 0 0,-1 0 0 0 0,0 0 1 0 0,1 0-1 0 0,-1 0 0 0 0,1 0 1 0 0,-1 0-1 0 0,0 0 0 0 0,0 0 1 0 0,0 0-1 0 0,0 0 0 0 0,0 0 1 0 0,0 0-1 0 0,0 0 0 0 0,0 0 1 0 0,0 1-1 0 0,0-1 0 0 0,0 0 1 0 0,0 0-1 0 0,-1 0 0 0 0,0 1 1 0 0,0 1-36 0 0,0 0 0 0 0,0 0 0 0 0,0 0 0 0 0,0 0 0 0 0,0-1 0 0 0,-1 1 0 0 0,0-1 0 0 0,1 1 0 0 0,-1-1 0 0 0,0 1 0 0 0,-4 3 0 0 0,-3 0-316 0 0,0 0 0 0 0,-1-1 0 0 0,1 0 0 0 0,-1-1 0 0 0,0 1 0 0 0,-1-2 0 0 0,-11 4 0 0 0,15-6-3174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3"/>
    </inkml:context>
    <inkml:brush xml:id="br0">
      <inkml:brushProperty name="width" value="0.05" units="cm"/>
      <inkml:brushProperty name="height" value="0.05" units="cm"/>
    </inkml:brush>
  </inkml:definitions>
  <inkml:trace contextRef="#ctx0" brushRef="#br0">41 202 7586 0 0,'-5'0'899'0'0,"-17"0"402"0"0,21 0-1237 0 0,1 0 0 0 0,-1 0 0 0 0,1 1 0 0 0,-1-2 0 0 0,1 1 0 0 0,-1 0 0 0 0,1 0 0 0 0,-1 0-1 0 0,1 0 1 0 0,-1 0 0 0 0,1 0 0 0 0,-1 0 0 0 0,1-1 0 0 0,0 1 0 0 0,-1 0 0 0 0,1 0 0 0 0,-1-1 0 0 0,1 1 0 0 0,-1 0 0 0 0,1-1 0 0 0,0 1-1 0 0,-1 0 1 0 0,1-1 0 0 0,0 1 0 0 0,-1-1 0 0 0,1 1 0 0 0,0 0 0 0 0,0-1 0 0 0,-1 1 0 0 0,1-2 0 0 0,0 2-29 0 0,0 0 1 0 0,0 0 0 0 0,0-1-1 0 0,0 1 1 0 0,0 0-1 0 0,1 0 1 0 0,-1-1-1 0 0,0 1 1 0 0,0 0 0 0 0,0 0-1 0 0,0-1 1 0 0,0 1-1 0 0,1 0 1 0 0,-1 0-1 0 0,0 0 1 0 0,0-1 0 0 0,0 1-1 0 0,1 0 1 0 0,-1 0-1 0 0,0 0 1 0 0,0 0-1 0 0,1 0 1 0 0,-1-1 0 0 0,0 1-1 0 0,0 0 1 0 0,1 0-1 0 0,-1 0 1 0 0,0 0-1 0 0,1 0 1 0 0,-1 0 0 0 0,0 0-1 0 0,0 0 1 0 0,1 0-1 0 0,-1 0 1 0 0,0 0 0 0 0,0 0-1 0 0,1 0 1 0 0,-1 0-1 0 0,1 1 1 0 0,45-12 791 0 0,-1-1 0 0 0,0-2-1 0 0,59-27 1 0 0,-50 19-434 0 0,98-27 0 0 0,-118 42-340 0 0,-19 5-5 0 0,0-1 0 0 0,23-9 0 0 0,-25 3-417 0 0,-7 1-5510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4"/>
    </inkml:context>
    <inkml:brush xml:id="br0">
      <inkml:brushProperty name="width" value="0.05" units="cm"/>
      <inkml:brushProperty name="height" value="0.05" units="cm"/>
    </inkml:brush>
  </inkml:definitions>
  <inkml:trace contextRef="#ctx0" brushRef="#br0">310 13 5185 0 0,'-12'-6'4233'0'0,"11"5"-4073"0"0,0 1 0 0 0,0-1-1 0 0,0 0 1 0 0,0 1-1 0 0,0-1 1 0 0,-1 0 0 0 0,1 1-1 0 0,0 0 1 0 0,0-1 0 0 0,0 1-1 0 0,-1 0 1 0 0,1-1 0 0 0,-2 1-1 0 0,-6 1 1 0 0,1 0-1 0 0,0 0 1 0 0,-1 0 0 0 0,1 1-1 0 0,0 1 1 0 0,0-1 0 0 0,0 2-1 0 0,0-1 1 0 0,0 1-1 0 0,1 0 1 0 0,0 0 0 0 0,0 1-1 0 0,-11 9 1 0 0,-2 3 453 0 0,1 2 0 0 0,1 0 0 0 0,-17 23-1 0 0,24-27-434 0 0,0 2 0 0 0,1-1-1 0 0,1 1 1 0 0,1 0-1 0 0,-7 19 1 0 0,14-34-165 0 0,1-1 0 0 0,0 0 0 0 0,-1 1 0 0 0,1-1 1 0 0,0 1-1 0 0,-1-1 0 0 0,1 1 0 0 0,0-1 0 0 0,0 1 0 0 0,0-1 0 0 0,0 1 0 0 0,1-1 0 0 0,-1 1 0 0 0,0-1 1 0 0,1 0-1 0 0,-1 1 0 0 0,1-1 0 0 0,-1 1 0 0 0,1-1 0 0 0,-1 0 0 0 0,1 1 0 0 0,1 0 0 0 0,0 1-1 0 0,0-1 0 0 0,0 0-1 0 0,1 0 1 0 0,-1 0-1 0 0,1 0 1 0 0,-1-1 0 0 0,1 1-1 0 0,0-1 1 0 0,-1 1-1 0 0,5 0 1 0 0,4 2-136 0 0,0-1 1 0 0,0-1-1 0 0,0 0 0 0 0,20 2 1 0 0,-20-4-739 0 0,0 0 1 0 0,0-1-1 0 0,0 0 1 0 0,1-1-1 0 0,-2 0 1 0 0,22-7-1 0 0,7-5-4802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5"/>
    </inkml:context>
    <inkml:brush xml:id="br0">
      <inkml:brushProperty name="width" value="0.05" units="cm"/>
      <inkml:brushProperty name="height" value="0.05" units="cm"/>
    </inkml:brush>
  </inkml:definitions>
  <inkml:trace contextRef="#ctx0" brushRef="#br0">145 28 8850 0 0,'-14'-27'6455'0'0,"14"27"-6342"0"0,0 31-41 0 0,-1 0 0 0 0,-1 1 1 0 0,-2-1-1 0 0,-2 0 0 0 0,0-1 0 0 0,-2 1 0 0 0,-16 38 0 0 0,21-61-43 0 0,-1 0 0 0 0,0 0 0 0 0,-1 0 0 0 0,0-1 0 0 0,0 1 0 0 0,0-1 0 0 0,-1 0 0 0 0,-8 7-1 0 0,11-11 95 0 0,0 1-1 0 0,0-1 1 0 0,1 1-1 0 0,-1-1 1 0 0,1 1-1 0 0,0 0 1 0 0,0 0-1 0 0,0 0 1 0 0,1 0-1 0 0,-1 0 1 0 0,1 0-1 0 0,0 1 1 0 0,0 5 0 0 0,2-9-111 0 0,-1 0 1 0 0,1-1-1 0 0,1 1 1 0 0,-1 0 0 0 0,0-1-1 0 0,0 1 1 0 0,0-1 0 0 0,0 1-1 0 0,0-1 1 0 0,0 1 0 0 0,1-1-1 0 0,-1 0 1 0 0,0 0 0 0 0,0 0-1 0 0,1 1 1 0 0,-1-1 0 0 0,2-1-1 0 0,-1 2 6 0 0,16-2-48 0 0,0 1 0 0 0,0-2 0 0 0,-1-1 1 0 0,1 0-1 0 0,-1-1 0 0 0,1 0 0 0 0,-1-2 0 0 0,-1 0 0 0 0,1-1 1 0 0,25-15-1 0 0,-38 19-481 0 0,-1 0 0 0 0,0 0 0 0 0,0 0 0 0 0,0 0 0 0 0,0-1 0 0 0,0 1 0 0 0,-1-1 0 0 0,0 0 0 0 0,1 0 0 0 0,-1 0 0 0 0,-1 0 0 0 0,4-8 0 0 0,1-4-1853 0 0,0 4-404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6"/>
    </inkml:context>
    <inkml:brush xml:id="br0">
      <inkml:brushProperty name="width" value="0.05" units="cm"/>
      <inkml:brushProperty name="height" value="0.05" units="cm"/>
    </inkml:brush>
  </inkml:definitions>
  <inkml:trace contextRef="#ctx0" brushRef="#br0">14 91 9418 0 0,'-1'0'105'0'0,"1"0"0"0"0,-1 0 0 0 0,0 0 1 0 0,1 0-1 0 0,-1 0 0 0 0,1-1 0 0 0,-1 1 0 0 0,0 0 0 0 0,1-1 1 0 0,-1 1-1 0 0,1 0 0 0 0,-1-1 0 0 0,1 1 0 0 0,-1-1 0 0 0,1 1 1 0 0,-1-1-1 0 0,1 1 0 0 0,-1-1 0 0 0,1 1 0 0 0,0-1 0 0 0,-1 1 0 0 0,1-1 1 0 0,0 0-1 0 0,0 1 0 0 0,-1-1 0 0 0,1 1 0 0 0,0-1 0 0 0,0 0 1 0 0,0 1-1 0 0,0-1 0 0 0,0 0 0 0 0,0 1 0 0 0,0-1 0 0 0,0 0 1 0 0,0 1-1 0 0,0-1 0 0 0,0 0 0 0 0,0 1 0 0 0,0-1 0 0 0,0 0 0 0 0,1 1 1 0 0,-1-1-1 0 0,0 1 0 0 0,0-1 0 0 0,1 0 0 0 0,-1 1 0 0 0,1-1 1 0 0,-1 1-1 0 0,0-1 0 0 0,1 1 0 0 0,-1-1 0 0 0,1 1 0 0 0,0-1 1 0 0,14-8-249 0 0,0 1 1 0 0,0 0 0 0 0,1 1 0 0 0,1 1 0 0 0,-1 0 0 0 0,1 1 0 0 0,0 1 0 0 0,0 1 0 0 0,0 0 0 0 0,19 0 0 0 0,-16 2-1782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7"/>
    </inkml:context>
    <inkml:brush xml:id="br0">
      <inkml:brushProperty name="width" value="0.05" units="cm"/>
      <inkml:brushProperty name="height" value="0.05" units="cm"/>
    </inkml:brush>
  </inkml:definitions>
  <inkml:trace contextRef="#ctx0" brushRef="#br0">103 15 10178 0 0,'0'0'-24'0'0,"-21"18"3569"0"0,13 3-3174 0 0,0 0 0 0 0,1 1 1 0 0,1 0-1 0 0,1 0 0 0 0,-3 28 0 0 0,3-18-14 0 0,2-15-251 0 0,-1-1 0 0 0,0 1 0 0 0,-1-1 0 0 0,-13 27 0 0 0,17-34-3611 0 0,2-9 3308 0 0,-1 0 1 0 0,0 0 0 0 0,1 0 0 0 0,-1-1-1 0 0,1 1 1 0 0,-1 0 0 0 0,1 0 0 0 0,-1-1-1 0 0,0 1 1 0 0,1 0 0 0 0,-1 0 0 0 0,0-1-1 0 0,1 1 1 0 0,-1 0 0 0 0,0-1 0 0 0,1 1-1 0 0,-1-1 1 0 0,0 1 0 0 0,0 0 0 0 0,1-1 0 0 0,-1 1-1 0 0,0-1 1 0 0,0 0 0 0 0,7-12-531 0 0,-1 0 0 0 0,0 0 0 0 0,-1-1 0 0 0,4-18 0 0 0,8-57 1023 0 0,3-13 4204 0 0,-19 97-4080 0 0,1 1-1 0 0,0 0 0 0 0,0 0 1 0 0,0 0-1 0 0,1 0 0 0 0,-1 0 1 0 0,1 0-1 0 0,5-5 0 0 0,-7 8-312 0 0,0 0 1 0 0,0-1-1 0 0,0 1 0 0 0,0 0 0 0 0,0 0 0 0 0,1 0 0 0 0,-1 0 0 0 0,0 0 0 0 0,1 1 0 0 0,-1-1 1 0 0,1 0-1 0 0,-1 1 0 0 0,1-1 0 0 0,-1 1 0 0 0,1-1 0 0 0,-1 1 0 0 0,1-1 0 0 0,-1 1 0 0 0,1 0 1 0 0,0 0-1 0 0,-1 0 0 0 0,1 0 0 0 0,-1 0 0 0 0,1 1 0 0 0,0-1 0 0 0,-1 0 0 0 0,1 1 0 0 0,1 0 1 0 0,-2 0-86 0 0,0-1 1 0 0,0 1 0 0 0,-1 0-1 0 0,1 1 1 0 0,0-1 0 0 0,-1 0-1 0 0,1 0 1 0 0,0 0 0 0 0,-1 0 0 0 0,1 0-1 0 0,-1 1 1 0 0,0-1 0 0 0,1 0-1 0 0,-1 0 1 0 0,0 1 0 0 0,0-1-1 0 0,0 0 1 0 0,0 3 0 0 0,0 23 122 0 0,-2-20-107 0 0,1 0 1 0 0,-1 0-1 0 0,0 0 1 0 0,-1 0-1 0 0,1 0 0 0 0,-1-1 1 0 0,-7 11-1 0 0,6-11-18 0 0,1 1-1 0 0,-1 1 1 0 0,1-1 0 0 0,-4 15-1 0 0,7-21-18 0 0,0 0-1 0 0,0 1 1 0 0,0-1-1 0 0,0 0 1 0 0,1 1 0 0 0,-1-1-1 0 0,0 0 1 0 0,1 1-1 0 0,-1-1 1 0 0,0 0 0 0 0,1 0-1 0 0,0 0 1 0 0,-1 1-1 0 0,1-1 1 0 0,0 0 0 0 0,-1 0-1 0 0,1 0 1 0 0,0 0-1 0 0,0 0 1 0 0,0 0-1 0 0,0 0 1 0 0,0 0 0 0 0,2 0-1 0 0,33 21 37 0 0,-18-12-47 0 0,-15-8 109 0 0,0 1 0 0 0,0 0 0 0 0,-1 0 0 0 0,1 0 0 0 0,-1 0 0 0 0,1 1 0 0 0,-1-1 0 0 0,0 0-1 0 0,0 1 1 0 0,2 6 0 0 0,-3-9-42 0 0,-1 1-1 0 0,1-1 1 0 0,-1 0-1 0 0,1 1 1 0 0,-1-1-1 0 0,0 0 0 0 0,1 1 1 0 0,-1-1-1 0 0,0 0 1 0 0,0 1-1 0 0,0-1 1 0 0,0 1-1 0 0,0-1 1 0 0,0 0-1 0 0,-1 1 1 0 0,1-1-1 0 0,0 0 1 0 0,-1 1-1 0 0,1-1 1 0 0,-1 0-1 0 0,1 0 1 0 0,-1 1-1 0 0,1-1 0 0 0,-1 0 1 0 0,0 0-1 0 0,0 0 1 0 0,0 0-1 0 0,0 0 1 0 0,1 0-1 0 0,-2 0 1 0 0,1 0-1 0 0,0 0 1 0 0,0 0-1 0 0,0 0 1 0 0,-2 0-1 0 0,-14 6 97 0 0,0-1 1 0 0,0-1-1 0 0,-34 6 1 0 0,44-9-432 0 0,0 0 1 0 0,0 0-1 0 0,0 1 1 0 0,1 0 0 0 0,-11 6-1 0 0,14-6-2622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8"/>
    </inkml:context>
    <inkml:brush xml:id="br0">
      <inkml:brushProperty name="width" value="0.05" units="cm"/>
      <inkml:brushProperty name="height" value="0.05" units="cm"/>
    </inkml:brush>
  </inkml:definitions>
  <inkml:trace contextRef="#ctx0" brushRef="#br0">62 101 3337 0 0,'-3'-32'2793'0'0,"2"25"-2107"0"0,1 0 0 0 0,-1 0 0 0 0,1 0 0 0 0,0 0 0 0 0,0 0 0 0 0,2-8 0 0 0,-2 14-583 0 0,1 1-1 0 0,-1-1 1 0 0,0 0 0 0 0,0 1 0 0 0,0-1 0 0 0,1 0 0 0 0,-1 1 0 0 0,0-1 0 0 0,1 1 0 0 0,-1-1 0 0 0,1 1 0 0 0,-1-1-1 0 0,1 0 1 0 0,-1 1 0 0 0,1 0 0 0 0,-1-1 0 0 0,1 1 0 0 0,0-1 0 0 0,-1 1-89 0 0,1 0 1 0 0,-1 0-1 0 0,0 0 1 0 0,1 0-1 0 0,-1 0 1 0 0,0 1-1 0 0,1-1 1 0 0,-1 0-1 0 0,0 0 0 0 0,1 0 1 0 0,-1 0-1 0 0,0 1 1 0 0,0-1-1 0 0,1 0 1 0 0,-1 0-1 0 0,0 1 1 0 0,0-1-1 0 0,1 0 0 0 0,-1 0 1 0 0,0 1-1 0 0,0-1 1 0 0,0 0-1 0 0,0 1 1 0 0,0-1-1 0 0,1 0 1 0 0,-1 1-1 0 0,0-1 0 0 0,0 0 1 0 0,0 1-1 0 0,0-1 1 0 0,0 0-1 0 0,0 1 1 0 0,0-1-1 0 0,0 0 1 0 0,0 1-1 0 0,0-1 1 0 0,0 0-1 0 0,0 1 0 0 0,-1-1 1 0 0,1 0-1 0 0,0 1 1 0 0,0-1-1 0 0,-2 32 82 0 0,-2 0 0 0 0,-1-1 0 0 0,-1 0-1 0 0,-13 36 1 0 0,9-30 2 0 0,1 1-1 0 0,-7 54 0 0 0,16-86-303 0 0,-1 12 252 0 0,2-6-2872 0 0,1-9 759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9"/>
    </inkml:context>
    <inkml:brush xml:id="br0">
      <inkml:brushProperty name="width" value="0.05" units="cm"/>
      <inkml:brushProperty name="height" value="0.05" units="cm"/>
    </inkml:brush>
  </inkml:definitions>
  <inkml:trace contextRef="#ctx0" brushRef="#br0">16 102 7538 0 0,'-1'0'90'0'0,"0"0"0"0"0,1 0 0 0 0,-1 0 0 0 0,0-1 0 0 0,1 1 0 0 0,-1 0 0 0 0,0 0 0 0 0,1 0 0 0 0,-1-1 0 0 0,1 1 0 0 0,-1 0 0 0 0,0-1 1 0 0,1 1-1 0 0,-1-1 0 0 0,1 1 0 0 0,-1-1 0 0 0,1 1 0 0 0,-1 0 0 0 0,1-1 0 0 0,0 0 0 0 0,-1 1 0 0 0,1-1 0 0 0,-1 1 0 0 0,1-1 0 0 0,0 0 0 0 0,0 1 0 0 0,-1-1 1 0 0,1 1-1 0 0,0-1 0 0 0,0 0 0 0 0,0-1 0 0 0,-1 1 32 0 0,1 0 1 0 0,0 0-1 0 0,0-1 1 0 0,0 1-1 0 0,0 0 1 0 0,0 0 0 0 0,0 0-1 0 0,1-1 1 0 0,-1 1-1 0 0,0 0 1 0 0,1 0-1 0 0,-1 0 1 0 0,0 0-1 0 0,1-1 1 0 0,-1 1-1 0 0,1 0 1 0 0,1-1-1 0 0,2-1-5 0 0,0 0 0 0 0,0 1-1 0 0,0-1 1 0 0,0 1-1 0 0,1 0 1 0 0,-1 0 0 0 0,1 1-1 0 0,-1-1 1 0 0,1 1-1 0 0,0 0 1 0 0,-1 0 0 0 0,10 0-1 0 0,-6 0 21 0 0,0 0-1 0 0,-1-1 1 0 0,13-4-1 0 0,-2-3 48 0 0,22-9-125 0 0,-38 17-50 0 0,0 1 1 0 0,0-1-1 0 0,-1 1 1 0 0,1-1 0 0 0,0 1-1 0 0,0 0 1 0 0,0 0-1 0 0,0 0 1 0 0,0 0-1 0 0,0 0 1 0 0,0 1-1 0 0,-1-1 1 0 0,1 0-1 0 0,0 1 1 0 0,0-1-1 0 0,0 1 1 0 0,-1 0 0 0 0,1 0-1 0 0,3 1 1 0 0,-4 0 3 0 0,0-1 0 0 0,1 1 1 0 0,-1 0-1 0 0,0-1 0 0 0,0 1 1 0 0,0 0-1 0 0,0 0 1 0 0,0 0-1 0 0,-1-1 0 0 0,1 1 1 0 0,0 0-1 0 0,-1 0 1 0 0,1 0-1 0 0,-1 0 0 0 0,0 1 1 0 0,0-1-1 0 0,0 0 0 0 0,0 0 1 0 0,0 2-1 0 0,-1 2 8 0 0,1 0 1 0 0,-1 0-1 0 0,-1 1 0 0 0,1-1 0 0 0,-3 6 0 0 0,-18 26 88 0 0,18-32-106 0 0,0 1 0 0 0,0-1 0 0 0,0 1 0 0 0,-2 7 0 0 0,6-13-1 0 0,0 0 0 0 0,0 0 0 0 0,0-1 0 0 0,0 1 0 0 0,0 0 0 0 0,0 0 0 0 0,0-1 0 0 0,0 1 0 0 0,1 0 0 0 0,-1 0 0 0 0,0-1 0 0 0,1 1 0 0 0,-1 0-1 0 0,0-1 1 0 0,1 1 0 0 0,-1 0 0 0 0,1-1 0 0 0,-1 1 0 0 0,1 0 0 0 0,-1-1 0 0 0,1 1 0 0 0,-1-1 0 0 0,1 1 0 0 0,0-1 0 0 0,-1 0 0 0 0,1 1 0 0 0,-1-1 0 0 0,1 1 0 0 0,0-1-1 0 0,0 0 1 0 0,-1 0 0 0 0,2 1 0 0 0,30 9-14 0 0,-26-9 39 0 0,-3 0 38 0 0,-1-1 0 0 0,0 1 1 0 0,1 0-1 0 0,-1 0 0 0 0,0 0 0 0 0,1 0 0 0 0,-1 0 0 0 0,0 0 0 0 0,3 3 1 0 0,-5-4-43 0 0,0 1 1 0 0,0-1-1 0 0,1 0 1 0 0,-1 0-1 0 0,0 1 1 0 0,0-1-1 0 0,0 0 1 0 0,0 0-1 0 0,0 1 1 0 0,0-1-1 0 0,0 0 1 0 0,0 0-1 0 0,0 1 1 0 0,0-1-1 0 0,0 0 1 0 0,0 1-1 0 0,0-1 1 0 0,0 0-1 0 0,0 0 1 0 0,0 1-1 0 0,0-1 1 0 0,0 0-1 0 0,0 0 1 0 0,0 1-1 0 0,0-1 1 0 0,0 0-1 0 0,0 0 1 0 0,-1 1-1 0 0,1-1 1 0 0,0 0-1 0 0,-14 11 95 0 0,-3-3-130 0 0,0 0 1 0 0,0-1 0 0 0,-1-1 0 0 0,-36 6 0 0 0,42-7-4313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0"/>
    </inkml:context>
    <inkml:brush xml:id="br0">
      <inkml:brushProperty name="width" value="0.05" units="cm"/>
      <inkml:brushProperty name="height" value="0.05" units="cm"/>
    </inkml:brush>
  </inkml:definitions>
  <inkml:trace contextRef="#ctx0" brushRef="#br0">166 12 8706 0 0,'-20'-12'6479'0'0,"18"15"-6407"0"0,-1 0 0 0 0,1 0 1 0 0,0 1-1 0 0,0-1 1 0 0,0 1-1 0 0,0-1 0 0 0,1 1 1 0 0,-1 0-1 0 0,1-1 1 0 0,0 1-1 0 0,0 0 0 0 0,0 4 1 0 0,-1 0 15 0 0,-24 98 179 0 0,20-72-429 0 0,-2-1 1 0 0,-1 0 0 0 0,-2 0-1 0 0,-25 53 1 0 0,33-79 139 0 0,2-5 41 0 0,1-1-1 0 0,0 0 1 0 0,-1 1 0 0 0,1-1-1 0 0,-1 0 1 0 0,0 0-1 0 0,1 0 1 0 0,-1 1-1 0 0,0-1 1 0 0,0 0 0 0 0,0 0-1 0 0,0 0 1 0 0,0 0-1 0 0,0 0 1 0 0,0-1-1 0 0,0 1 1 0 0,0 0 0 0 0,0 0-1 0 0,0-1 1 0 0,-1 1-1 0 0,1 0 1 0 0,-3 0-1 0 0,19-14 913 0 0,12-6-924 0 0,1 1-1 0 0,1 2 0 0 0,51-22 1 0 0,-70 30-2977 0 0,-5-1-2421 0 0,-3 4 1389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1"/>
    </inkml:context>
    <inkml:brush xml:id="br0">
      <inkml:brushProperty name="width" value="0.05" units="cm"/>
      <inkml:brushProperty name="height" value="0.05" units="cm"/>
    </inkml:brush>
  </inkml:definitions>
  <inkml:trace contextRef="#ctx0" brushRef="#br0">6 110 6449 0 0,'0'0'665'0'0,"-6"-16"4506"0"0,7 15-5017 0 0,0-1 0 0 0,0 0 0 0 0,0 1 0 0 0,0-1-1 0 0,0 1 1 0 0,0-1 0 0 0,1 1 0 0 0,-1-1 0 0 0,0 1 0 0 0,1 0-1 0 0,-1 0 1 0 0,1 0 0 0 0,0-1 0 0 0,-1 2 0 0 0,1-1-1 0 0,0 0 1 0 0,-1 0 0 0 0,1 0 0 0 0,2 0 0 0 0,43-11-183 0 0,-32 9 294 0 0,16-4-174 0 0,-17 4-103 0 0,-1 0 1 0 0,0-1 0 0 0,0 0 0 0 0,23-11 0 0 0,-31 12-259 0 0,1 1 0 0 0,0-1 0 0 0,-1 1 0 0 0,1 0 0 0 0,0 1 0 0 0,0-1 0 0 0,0 1 0 0 0,0 0 0 0 0,0 1 0 0 0,9-1 0 0 0,-3 1-1615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2"/>
    </inkml:context>
    <inkml:brush xml:id="br0">
      <inkml:brushProperty name="width" value="0.05" units="cm"/>
      <inkml:brushProperty name="height" value="0.05" units="cm"/>
    </inkml:brush>
  </inkml:definitions>
  <inkml:trace contextRef="#ctx0" brushRef="#br0">208 1 8802 0 0,'-9'11'1795'0'0,"1"7"-1103"0"0,0-1 1 0 0,-1-1-1 0 0,0 0 1 0 0,-18 23-1 0 0,11-18 32 0 0,-20 40-1 0 0,16-16-302 0 0,-20 69 1 0 0,18-68-241 0 0,21-44-428 0 0,-2 6 17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3"/>
    </inkml:context>
    <inkml:brush xml:id="br0">
      <inkml:brushProperty name="width" value="0.05" units="cm"/>
      <inkml:brushProperty name="height" value="0.05" units="cm"/>
    </inkml:brush>
  </inkml:definitions>
  <inkml:trace contextRef="#ctx0" brushRef="#br0">40 50 5257 0 0,'-3'-2'4528'0'0,"-6"-9"-2097"0"0,11 9-2276 0 0,0 1 0 0 0,0-1 0 0 0,0 1-1 0 0,0 0 1 0 0,0 0 0 0 0,0 0 0 0 0,0 0 0 0 0,0 0 0 0 0,4 0-1 0 0,-1-1 30 0 0,10-4 272 0 0,0 2 0 0 0,20-5 0 0 0,-30 8-415 0 0,-1 0 1 0 0,0 0-1 0 0,1 1 1 0 0,-1 0 0 0 0,0 0-1 0 0,1 0 1 0 0,-1 0-1 0 0,1 1 1 0 0,-1-1 0 0 0,0 1-1 0 0,0 0 1 0 0,1 0-1 0 0,4 3 1 0 0,-8-3-13 0 0,1 0-1 0 0,0 0 0 0 0,-1 1 1 0 0,1-1-1 0 0,-1 1 1 0 0,1-1-1 0 0,-1 1 1 0 0,0-1-1 0 0,1 1 1 0 0,-1 0-1 0 0,0 0 0 0 0,0 0 1 0 0,0-1-1 0 0,-1 1 1 0 0,1 0-1 0 0,0 0 1 0 0,-1 0-1 0 0,1 0 1 0 0,-1 0-1 0 0,0 1 1 0 0,1-1-1 0 0,-1 0 0 0 0,0 0 1 0 0,0 0-1 0 0,0 0 1 0 0,-1 3-1 0 0,-1 5 84 0 0,0 0 1 0 0,-1 0-1 0 0,0-1 0 0 0,-5 11 0 0 0,5-13-41 0 0,0-2-37 0 0,0-1 1 0 0,0 0-1 0 0,0 1 0 0 0,-1-1 0 0 0,1 0 0 0 0,-1 0 0 0 0,0-1 0 0 0,0 1 0 0 0,-1-1 0 0 0,1 0 0 0 0,-1 0 0 0 0,1 0 1 0 0,-10 3-1 0 0,7-3-29 0 0,1 1 0 0 0,-1 0 0 0 0,1 0 0 0 0,0 0 1 0 0,1 0-1 0 0,-1 1 0 0 0,-8 9 0 0 0,9-8-14 0 0,-5 9-23 0 0,10-15 32 0 0,0 1 0 0 0,0-1 0 0 0,0 1 1 0 0,0-1-1 0 0,0 0 0 0 0,0 1 0 0 0,0-1 1 0 0,1 1-1 0 0,-1-1 0 0 0,0 0 0 0 0,0 1 1 0 0,0-1-1 0 0,0 0 0 0 0,1 1 0 0 0,-1-1 1 0 0,0 0-1 0 0,0 1 0 0 0,1-1 0 0 0,-1 0 1 0 0,0 1-1 0 0,1-1 0 0 0,-1 0 0 0 0,0 0 1 0 0,1 1-1 0 0,-1-1 0 0 0,0 0 0 0 0,1 0 1 0 0,-1 0-1 0 0,0 0 0 0 0,1 1 0 0 0,-1-1 1 0 0,1 0-1 0 0,-1 0 0 0 0,0 0 0 0 0,1 0 1 0 0,-1 0-1 0 0,1 0 0 0 0,-1 0 0 0 0,0 0 1 0 0,1 0-1 0 0,-1 0 0 0 0,1 0 0 0 0,29 2-16 0 0,19 2 27 0 0,-45-3-6 0 0,-1-1-1 0 0,0 1 1 0 0,0 0 0 0 0,1 0-1 0 0,-1 1 1 0 0,0-1 0 0 0,0 1-1 0 0,0 0 1 0 0,0-1 0 0 0,0 1-1 0 0,3 4 1 0 0,-4-4 67 0 0,-1 0 0 0 0,0 0 0 0 0,1 0 0 0 0,-1 0 0 0 0,0 0 0 0 0,0 1-1 0 0,0-1 1 0 0,-1 0 0 0 0,1 1 0 0 0,-1-1 0 0 0,1 0 0 0 0,-1 1 0 0 0,0-1 0 0 0,0 1 0 0 0,0-1 0 0 0,0 1-1 0 0,0-1 1 0 0,0 0 0 0 0,-1 4 0 0 0,0-1 37 0 0,-1 0 0 0 0,1 0 0 0 0,-1 0 0 0 0,1 0 0 0 0,-1 0-1 0 0,-1-1 1 0 0,1 1 0 0 0,-4 5 0 0 0,2-7-82 0 0,0-1-1 0 0,0 1 1 0 0,0-1-1 0 0,0 1 1 0 0,-1-1 0 0 0,1-1-1 0 0,-1 1 1 0 0,1-1-1 0 0,-1 1 1 0 0,1-1-1 0 0,-9 0 1 0 0,-19 7 86 0 0,-30 19 14 0 0,42-19-4280 0 0,17-8 1519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4"/>
    </inkml:context>
    <inkml:brush xml:id="br0">
      <inkml:brushProperty name="width" value="0.05" units="cm"/>
      <inkml:brushProperty name="height" value="0.05" units="cm"/>
    </inkml:brush>
  </inkml:definitions>
  <inkml:trace contextRef="#ctx0" brushRef="#br0">33 108 2785 0 0,'-22'-4'10031'0'0,"21"3"-9873"0"0,0 1 0 0 0,0 0 1 0 0,1-1-1 0 0,-1 1 0 0 0,0-1 0 0 0,1 1 0 0 0,-1-1 1 0 0,1 1-1 0 0,-1-1 0 0 0,0 0 0 0 0,1 1 0 0 0,-1-1 1 0 0,1 0-1 0 0,0 1 0 0 0,-1-1 0 0 0,1 0 0 0 0,-1-1 1 0 0,1 1-148 0 0,0-1 1 0 0,0 1 0 0 0,0-1-1 0 0,1 1 1 0 0,-1-1 0 0 0,0 1-1 0 0,1-1 1 0 0,-1 1 0 0 0,1-1-1 0 0,-1 1 1 0 0,1-1 0 0 0,0 1 0 0 0,-1 0-1 0 0,1-1 1 0 0,0 1 0 0 0,0 0-1 0 0,0 0 1 0 0,0 0 0 0 0,0 0-1 0 0,0 0 1 0 0,1 0 0 0 0,-1 0-1 0 0,0 0 1 0 0,0 0 0 0 0,3-1-1 0 0,4-2 19 0 0,0-1-1 0 0,0 1 1 0 0,1 0-1 0 0,10-3 1 0 0,22-9 37 0 0,-35 12-637 0 0,1 1-1 0 0,0 1 0 0 0,0-1 1 0 0,0 1-1 0 0,13-2 1 0 0,-17 4-1611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5"/>
    </inkml:context>
    <inkml:brush xml:id="br0">
      <inkml:brushProperty name="width" value="0.05" units="cm"/>
      <inkml:brushProperty name="height" value="0.05" units="cm"/>
    </inkml:brush>
  </inkml:definitions>
  <inkml:trace contextRef="#ctx0" brushRef="#br0">8 0 11530 0 0,'0'0'54'0'0,"-8"4"3265"0"0,62 261-2665 0 0,-13-108-2626 0 0,-23-99-3333 0 0,-12-37 914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6"/>
    </inkml:context>
    <inkml:brush xml:id="br0">
      <inkml:brushProperty name="width" value="0.05" units="cm"/>
      <inkml:brushProperty name="height" value="0.05" units="cm"/>
    </inkml:brush>
  </inkml:definitions>
  <inkml:trace contextRef="#ctx0" brushRef="#br0">1 104 14331 0 0,'0'0'-23'0'0,"10"-1"531"0"0,9-3-432 0 0,0 0-1 0 0,-1-1 0 0 0,31-13 1 0 0,54-31-1096 0 0,-90 42 528 0 0,3-1-683 0 0,-2 0-1038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7"/>
    </inkml:context>
    <inkml:brush xml:id="br0">
      <inkml:brushProperty name="width" value="0.05" units="cm"/>
      <inkml:brushProperty name="height" value="0.05" units="cm"/>
    </inkml:brush>
  </inkml:definitions>
  <inkml:trace contextRef="#ctx0" brushRef="#br0">135 1 10786 0 0,'-3'0'29'0'0,"1"0"-1"0"0,-1 0 1 0 0,1 1 0 0 0,-1-1-1 0 0,1 1 1 0 0,0 0-1 0 0,-1 0 1 0 0,1 0 0 0 0,0 0-1 0 0,-1 0 1 0 0,1 0-1 0 0,0 1 1 0 0,0-1-1 0 0,0 1 1 0 0,0-1 0 0 0,0 1-1 0 0,1 0 1 0 0,-1 0-1 0 0,0 0 1 0 0,1 0-1 0 0,-1 0 1 0 0,1 0 0 0 0,0 0-1 0 0,-2 3 1 0 0,-2 7 203 0 0,0 0 0 0 0,1 0-1 0 0,-5 21 1 0 0,4-11 189 0 0,-3 5 189 0 0,-5 47-1 0 0,11-63-512 0 0,-1-1 1 0 0,0 1-1 0 0,-6 14 0 0 0,5-14-42 0 0,0-1 0 0 0,1 1 0 0 0,-2 11 0 0 0,5-18-31 0 0,-1 0 0 0 0,1 0 0 0 0,0 0 0 0 0,0 0 1 0 0,1 0-1 0 0,-1 1 0 0 0,1-1 0 0 0,0 0 0 0 0,0-1 1 0 0,0 1-1 0 0,1 0 0 0 0,1 5 0 0 0,-1-7 1 0 0,0-1 0 0 0,-1 1 0 0 0,1 0 0 0 0,0-1 0 0 0,0 1 0 0 0,0-1 0 0 0,0 0 0 0 0,0 0 0 0 0,5 2 0 0 0,-1 0 19 0 0,-3-1-10 0 0,1 0 0 0 0,0 0 1 0 0,-1-1-1 0 0,1 0 1 0 0,0 1-1 0 0,0-2 1 0 0,0 1-1 0 0,0 0 0 0 0,1-1 1 0 0,-1 0-1 0 0,0 0 1 0 0,0 0-1 0 0,0 0 1 0 0,7-2-1 0 0,2-1 127 0 0,0-1-1 0 0,24-10 1 0 0,-35 13-150 0 0,2-1 22 0 0,0 0 0 0 0,0 0-1 0 0,0-1 1 0 0,0 1 0 0 0,0-1 0 0 0,-1 0-1 0 0,0 0 1 0 0,1-1 0 0 0,-1 1 0 0 0,0-1-1 0 0,-1 1 1 0 0,1-1 0 0 0,0 0 0 0 0,2-6-1 0 0,2-7 122 0 0,0-1-1 0 0,6-24 1 0 0,-8 25 45 0 0,11-28 0 0 0,-12 38-127 0 0,-2-1 1 0 0,1 1-1 0 0,-1-1 1 0 0,0 1-1 0 0,-1-1 0 0 0,0 0 1 0 0,0 1-1 0 0,0-1 1 0 0,-1 0-1 0 0,0 0 1 0 0,-1 0-1 0 0,0 0 0 0 0,0 1 1 0 0,-1-1-1 0 0,1 1 1 0 0,-2-1-1 0 0,1 1 1 0 0,-7-13-1 0 0,-9 10-33 0 0,10 6-38 0 0,4 2-2 0 0,0 0-1 0 0,0 0 1 0 0,0 1-1 0 0,0-1 1 0 0,0 1-1 0 0,0 0 1 0 0,0 0-1 0 0,-9 0 1 0 0,11 1-7 0 0,1 0 0 0 0,-1 0 1 0 0,0 0-1 0 0,0 0 0 0 0,0 0 0 0 0,1 0 0 0 0,-1 0 1 0 0,0 1-1 0 0,1-1 0 0 0,-1 1 0 0 0,0-1 0 0 0,1 1 0 0 0,-1 0 1 0 0,0 0-1 0 0,1-1 0 0 0,-1 1 0 0 0,1 0 0 0 0,0 1 1 0 0,-1-1-1 0 0,1 0 0 0 0,0 0 0 0 0,0 0 0 0 0,-1 1 1 0 0,1-1-1 0 0,-1 2 0 0 0,-1 6-126 0 0,0 0-1 0 0,0 1 1 0 0,1-1 0 0 0,-2 15 0 0 0,2-14-295 0 0,0 0 1 0 0,0-1 0 0 0,0 1 0 0 0,-8 17-1 0 0,8-23 34 0 0,0 0 0 0 0,0 0 0 0 0,0 0 0 0 0,1 0 0 0 0,0 1 0 0 0,0-1 0 0 0,0 0 0 0 0,0 1 0 0 0,1-1 0 0 0,0 0 0 0 0,-1 1 0 0 0,2-1 0 0 0,-1 0 0 0 0,0 1-1 0 0,1-1 1 0 0,1 6 0 0 0,5 5-2327 0 0</inkml:trace>
  <inkml:trace contextRef="#ctx0" brushRef="#br0" timeOffset="1">523 88 6441 0 0,'0'0'4881'0'0,"0"2"-4801"0"0,0-1 72 0 0,0 1 121 0 0,0-1-57 0 0,0 3-128 0 0,0-1 32 0 0,0 0-72 0 0,0-2-48 0 0,0 2-112 0 0,1 5-232 0 0,-1-3-33 0 0,0-1-1359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9"/>
    </inkml:context>
    <inkml:brush xml:id="br0">
      <inkml:brushProperty name="width" value="0.05" units="cm"/>
      <inkml:brushProperty name="height" value="0.05" units="cm"/>
    </inkml:brush>
  </inkml:definitions>
  <inkml:trace contextRef="#ctx0" brushRef="#br0">55 10 8250 0 0,'0'0'2384'0'0,"9"-9"434"0"0,-7 9-2734 0 0,1 0 0 0 0,0 1 0 0 0,-1 0-1 0 0,1-1 1 0 0,-1 1 0 0 0,0 0 0 0 0,1 0 0 0 0,-1 0-1 0 0,0 0 1 0 0,1 1 0 0 0,-1-1 0 0 0,0 1 0 0 0,0-1-1 0 0,0 1 1 0 0,0 0 0 0 0,0 0 0 0 0,-1 0 0 0 0,1 0-1 0 0,-1 0 1 0 0,1 0 0 0 0,1 3 0 0 0,4 7 183 0 0,-1 1 1 0 0,9 23 0 0 0,-6-16 98 0 0,-2 0-84 0 0,0-1 0 0 0,6 32 0 0 0,-9-29-168 0 0,15 36 1 0 0,-8-34-148 0 0,5 15-108 0 0,-15-36-109 0 0,-1 0 0 0 0,0 0 0 0 0,1-1 0 0 0,-1 1 0 0 0,0 0 0 0 0,0 0 0 0 0,0-1 0 0 0,-1 1 1 0 0,1 0-1 0 0,-1-1 0 0 0,1 1 0 0 0,-1 0 0 0 0,-2 4 0 0 0,-1 1-1678 0 0</inkml:trace>
  <inkml:trace contextRef="#ctx0" brushRef="#br0" timeOffset="1">1 175 8642 0 0,'0'0'3913'0'0,"7"-10"-1046"0"0,17 2-2580 0 0,-1 2 0 0 0,1 0 0 0 0,45-4 0 0 0,11-2-2474 0 0,-55 7-73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45"/>
    </inkml:context>
    <inkml:brush xml:id="br0">
      <inkml:brushProperty name="width" value="0.05" units="cm"/>
      <inkml:brushProperty name="height" value="0.05" units="cm"/>
    </inkml:brush>
  </inkml:definitions>
  <inkml:trace contextRef="#ctx0" brushRef="#br0">68 228 8082 0 0,'0'-7'108'0'0,"0"-23"1024"0"0,0 1 0 0 0,2-1 0 0 0,2 1 1 0 0,0-1-1 0 0,11-34 0 0 0,-15 63-1101 0 0,0 1 1 0 0,0 0-1 0 0,0-1 0 0 0,0 1 1 0 0,0 0-1 0 0,0-1 0 0 0,0 1 0 0 0,0 0 1 0 0,0-1-1 0 0,0 1 0 0 0,0 0 0 0 0,0 0 1 0 0,0-1-1 0 0,1 1 0 0 0,-1 0 0 0 0,0-1 1 0 0,0 1-1 0 0,0 0 0 0 0,1 0 0 0 0,-1-1 1 0 0,0 1-1 0 0,0 0 0 0 0,0 0 0 0 0,1 0 1 0 0,-1-1-1 0 0,0 1 0 0 0,1 0 1 0 0,-1 0-1 0 0,0 0 0 0 0,0 0 0 0 0,1 0 1 0 0,-1-1-1 0 0,3 15 574 0 0,-7 38-159 0 0,-1-1 1 0 0,-3 0 0 0 0,-22 76 0 0 0,14-64 127 0 0,-12 105 0 0 0,25-135-354 0 0,-4 76 572 0 0,7-108-765 0 0,1-1-1 0 0,-1 1 1 0 0,0 0 0 0 0,0-1-1 0 0,0 1 1 0 0,0 0-1 0 0,0-1 1 0 0,1 1 0 0 0,-1 0-1 0 0,0-1 1 0 0,0 1 0 0 0,1-1-1 0 0,-1 1 1 0 0,1 0-1 0 0,-1-1 1 0 0,0 1 0 0 0,1-1-1 0 0,-1 1 1 0 0,1-1 0 0 0,-1 0-1 0 0,1 1 1 0 0,0-1-1 0 0,-1 1 1 0 0,1-1 0 0 0,-1 0-1 0 0,1 1 1 0 0,0-1 0 0 0,-1 0-1 0 0,1 0 1 0 0,0 0-1 0 0,-1 1 1 0 0,1-1 0 0 0,0 0-1 0 0,-1 0 1 0 0,1 0 0 0 0,0 0-1 0 0,-1 0 1 0 0,1 0-1 0 0,0 0 1 0 0,-1-1 0 0 0,1 1-1 0 0,0 0 1 0 0,-1 0 0 0 0,1 0-1 0 0,0-1 1 0 0,-1 1-1 0 0,1 0 1 0 0,-1-1 0 0 0,1 1-1 0 0,-1 0 1 0 0,1-1 0 0 0,0 1-1 0 0,-1-1 1 0 0,0 1-1 0 0,1-1 1 0 0,6-10-2 0 0,-1 1 1 0 0,-1-1-1 0 0,0-1 1 0 0,-1 1-1 0 0,4-13 1 0 0,-1 2 4 0 0,24-64 45 0 0,4 2 0 0 0,4 2 1 0 0,83-131-1 0 0,-100 187-182 0 0,-11 21-2831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46"/>
    </inkml:context>
    <inkml:brush xml:id="br0">
      <inkml:brushProperty name="width" value="0.05" units="cm"/>
      <inkml:brushProperty name="height" value="0.05" units="cm"/>
    </inkml:brush>
  </inkml:definitions>
  <inkml:trace contextRef="#ctx0" brushRef="#br0">77 27 11298 0 0,'0'0'442'0'0,"-3"-6"4193"0"0,0 10-4535 0 0,0 1 0 0 0,1-1 0 0 0,0 1 0 0 0,-1 0 0 0 0,2-1 0 0 0,-1 1 0 0 0,0 0 0 0 0,1 0 0 0 0,-1 6 0 0 0,-2 5 146 0 0,-7 21 268 0 0,-19 71 429 0 0,28-95-774 0 0,-1 0 1 0 0,2 0-1 0 0,0 0 0 0 0,0 0 0 0 0,2 0 1 0 0,1 16-1 0 0,-2-28-129 0 0,1 0 0 0 0,-1 0 1 0 0,1 0-1 0 0,0 0 0 0 0,-1 0 0 0 0,1 0 0 0 0,0 0 0 0 0,0 0 1 0 0,0 0-1 0 0,-1 0 0 0 0,1 0 0 0 0,0 0 0 0 0,0-1 1 0 0,0 1-1 0 0,1 0 0 0 0,-1-1 0 0 0,0 1 0 0 0,0-1 1 0 0,0 1-1 0 0,0-1 0 0 0,0 0 0 0 0,2 1 0 0 0,26 4 159 0 0,-22-5-160 0 0,0 0-1 0 0,0-1 1 0 0,0 0 0 0 0,0 0-1 0 0,0 0 1 0 0,0-1 0 0 0,0-1-1 0 0,-1 1 1 0 0,1-1 0 0 0,-1 0-1 0 0,1 0 1 0 0,-1-1 0 0 0,0 0-1 0 0,0 0 1 0 0,-1 0 0 0 0,1-1-1 0 0,-1 0 1 0 0,0 0 0 0 0,0 0-1 0 0,4-7 1 0 0,-5 5-10 0 0,-1 1 0 0 0,-1-1 0 0 0,1 0 0 0 0,-1 0 0 0 0,0-1 0 0 0,1-7 0 0 0,-2 8 1 0 0,0 0 0 0 0,1-1 0 0 0,0 1 0 0 0,1 0 0 0 0,4-9 0 0 0,-5 11-15 0 0,1-1 1 0 0,-1 1-1 0 0,0-1 0 0 0,-1 0 1 0 0,1 1-1 0 0,-1-1 1 0 0,0 0-1 0 0,-1 0 1 0 0,1 0-1 0 0,-1 0 0 0 0,0 0 1 0 0,-1 0-1 0 0,0 0 1 0 0,1 1-1 0 0,-2-1 0 0 0,1 0 1 0 0,-1 0-1 0 0,0 1 1 0 0,0-1-1 0 0,0 1 1 0 0,-1 0-1 0 0,0-1 0 0 0,0 1 1 0 0,-6-7-1 0 0,8 11-32 0 0,0 0-1 0 0,0 0 1 0 0,0 0 0 0 0,-1 0-1 0 0,1 1 1 0 0,0-1 0 0 0,0 0-1 0 0,-1 1 1 0 0,1-1-1 0 0,0 1 1 0 0,-1-1 0 0 0,1 1-1 0 0,0 0 1 0 0,-1-1 0 0 0,-2 1-1 0 0,-13-4-419 0 0,10 0 100 0 0,-2 0-249 0 0,0 0 1 0 0,0 0-1 0 0,-14-3 0 0 0,18 6-563 0 0,0 0 0 0 0,0 1 0 0 0,1 0 0 0 0,-1-1 0 0 0,-9 2 0 0 0,9 1-3206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47"/>
    </inkml:context>
    <inkml:brush xml:id="br0">
      <inkml:brushProperty name="width" value="0.05" units="cm"/>
      <inkml:brushProperty name="height" value="0.05" units="cm"/>
    </inkml:brush>
  </inkml:definitions>
  <inkml:trace contextRef="#ctx0" brushRef="#br0">13 0 14099 0 0,'-10'3'2467'0'0,"10"-3"-2445"0"0,0 0 0 0 0,0 0-1 0 0,0 0 1 0 0,-1 0 0 0 0,1 0 0 0 0,0 0-1 0 0,0 0 1 0 0,0 0 0 0 0,0 0-1 0 0,0 1 1 0 0,0-1 0 0 0,-1 0 0 0 0,1 0-1 0 0,0 0 1 0 0,0 0 0 0 0,0 0-1 0 0,0 0 1 0 0,0 0 0 0 0,0 0 0 0 0,0 1-1 0 0,0-1 1 0 0,0 0 0 0 0,0 0-1 0 0,0 0 1 0 0,0 0 0 0 0,-1 0 0 0 0,1 0-1 0 0,0 1 1 0 0,0-1 0 0 0,0 0-1 0 0,0 0 1 0 0,0 0 0 0 0,0 0 0 0 0,0 0-1 0 0,0 1 1 0 0,0-1 0 0 0,0 0-1 0 0,0 0 1 0 0,1 0 0 0 0,-1 0 0 0 0,0 0-1 0 0,0 0 1 0 0,0 1 0 0 0,0-1-1 0 0,0 0 1 0 0,0 0 0 0 0,0 0 0 0 0,0 0-1 0 0,0 0 1 0 0,0 0 0 0 0,0 0-1 0 0,1 1 1 0 0,-1-1 0 0 0,0 0 0 0 0,0 0-1 0 0,0 0 1 0 0,0 0 0 0 0,0 0-1 0 0,0 0 1 0 0,0 0 0 0 0,1 0 0 0 0,-1 0-1 0 0,0 0 1 0 0,0 0 0 0 0,0 0-1 0 0,1 0 1 0 0,2 1 30 0 0,1 0 0 0 0,-1 0 0 0 0,1-1-1 0 0,-1 1 1 0 0,1-1 0 0 0,-1 0 0 0 0,1 0-1 0 0,6-1 1 0 0,4 0-23 0 0,37-2-377 0 0,-16-2-3330 0 0,-27 4 398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48"/>
    </inkml:context>
    <inkml:brush xml:id="br0">
      <inkml:brushProperty name="width" value="0.05" units="cm"/>
      <inkml:brushProperty name="height" value="0.05" units="cm"/>
    </inkml:brush>
  </inkml:definitions>
  <inkml:trace contextRef="#ctx0" brushRef="#br0">5 31 8194 0 0,'-1'0'7105'0'0,"-1"0"-6809"0"0,0 0-456 0 0,4 0-72 0 0,0 0 224 0 0,1 0-8 0 0,10 0 0 0 0,9-3-240 0 0,-2-2-1064 0 0,0-1-48 0 0,5-1-417 0 0,-1-3-983 0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49"/>
    </inkml:context>
    <inkml:brush xml:id="br0">
      <inkml:brushProperty name="width" value="0.05" units="cm"/>
      <inkml:brushProperty name="height" value="0.05" units="cm"/>
    </inkml:brush>
  </inkml:definitions>
  <inkml:trace contextRef="#ctx0" brushRef="#br0">25 125 4505 0 0,'0'0'2035'0'0,"-8"-15"4141"0"0,5 8-5648 0 0,-10-29 2113 0 0,13 35-2522 0 0,0-1 1 0 0,0 1 0 0 0,0 0-1 0 0,-1-1 1 0 0,1 1-1 0 0,0 0 1 0 0,1-1-1 0 0,-1 1 1 0 0,0 0-1 0 0,0-1 1 0 0,0 1 0 0 0,1 0-1 0 0,-1 0 1 0 0,1-1-1 0 0,-1 1 1 0 0,1 0-1 0 0,0 0 1 0 0,-1 0-1 0 0,1-1 1 0 0,0 1 0 0 0,0 0-1 0 0,0 0 1 0 0,-1 0-1 0 0,1 0 1 0 0,2-1-1 0 0,6-3-7 0 0,1 0 0 0 0,-1 1 0 0 0,1 0 0 0 0,0 0 0 0 0,0 1 0 0 0,0 1 0 0 0,0-1 0 0 0,0 2 0 0 0,1-1 0 0 0,-1 2 0 0 0,1-1 0 0 0,-1 1 0 0 0,1 1 0 0 0,-1 0 0 0 0,0 0 0 0 0,1 1 0 0 0,-1 0 0 0 0,0 1 0 0 0,0 0 0 0 0,11 6 0 0 0,-17-8-100 0 0,-1 0 0 0 0,0 1 1 0 0,1 0-1 0 0,-1 0 0 0 0,0 0 1 0 0,0 0-1 0 0,0 0 0 0 0,0 1 1 0 0,0-1-1 0 0,-1 1 0 0 0,1 0 1 0 0,-1 0-1 0 0,0 0 0 0 0,0 0 1 0 0,0 0-1 0 0,0 0 1 0 0,0 0-1 0 0,-1 1 0 0 0,1-1 1 0 0,-1 1-1 0 0,0-1 0 0 0,1 6 1 0 0,11 27 88 0 0,-9-27-65 0 0,0 0-1 0 0,-1 0 0 0 0,-1 0 1 0 0,1 1-1 0 0,-1-1 1 0 0,-1 1-1 0 0,0 0 0 0 0,0 15 1 0 0,-2-14 10 0 0,-1 0 1 0 0,-1 0 0 0 0,0 0-1 0 0,0 0 1 0 0,-10 20-1 0 0,-3 9 75 0 0,13-31-101 0 0,-2-1-1 0 0,1 0 1 0 0,-1 0 0 0 0,0 0 0 0 0,-1-1 0 0 0,1 1 0 0 0,-2-1 0 0 0,1 0-1 0 0,-1-1 1 0 0,-13 10 0 0 0,1-2 59 0 0,0 0 0 0 0,-2-2-1 0 0,-24 12 1 0 0,28-15 33 0 0,-17 7 296 0 0,33-16-395 0 0,0 0-1 0 0,0 0 1 0 0,0 0-1 0 0,0 0 1 0 0,0 0-1 0 0,0 0 1 0 0,0-1-1 0 0,0 1 1 0 0,0 0-1 0 0,1-1 1 0 0,-1 1-1 0 0,0-1 1 0 0,0 1-1 0 0,0-1 1 0 0,0 1-1 0 0,0-1 1 0 0,1 1-1 0 0,-1-1 1 0 0,0 0-1 0 0,0 0 1 0 0,1 1-1 0 0,-1-1 1 0 0,0 0-1 0 0,1 0 1 0 0,-1 0-1 0 0,1 0 1 0 0,-1 0-1 0 0,1 1 1 0 0,0-1-1 0 0,-1 0 1 0 0,1 0-1 0 0,0 0 1 0 0,0-2-1 0 0,-6-34-39 0 0,6 31 23 0 0,0 0 1 0 0,0 0-1 0 0,1 0 1 0 0,0 0-1 0 0,0 0 0 0 0,0 0 1 0 0,1 0-1 0 0,4-9 1 0 0,-5 12 2 0 0,1 0-1 0 0,-1 0 1 0 0,1 0 0 0 0,0 0 0 0 0,0 0-1 0 0,0 0 1 0 0,1 1 0 0 0,-1-1 0 0 0,1 1-1 0 0,-1 0 1 0 0,1 0 0 0 0,0 0-1 0 0,0 0 1 0 0,0 0 0 0 0,0 0 0 0 0,4-1-1 0 0,16-5-6 0 0,-9 4 8 0 0,-1-1-1 0 0,15-8 1 0 0,-23 11 11 0 0,0-1 0 0 0,1 1-1 0 0,-1 0 1 0 0,0 0 0 0 0,1 1 0 0 0,0-1-1 0 0,-1 1 1 0 0,1 0 0 0 0,0 1 0 0 0,-1 0 0 0 0,10 0-1 0 0,-5 1-159 0 0,1 1-1 0 0,-1 0 1 0 0,0 1-1 0 0,0 0 1 0 0,12 5-1 0 0,-14-4-644 0 0,-3-2-183 0 0,-1 0 1 0 0,1 0-1 0 0,-1-1 0 0 0,1 1 0 0 0,0-1 1 0 0,9 1-1 0 0,-8-2-1418 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0"/>
    </inkml:context>
    <inkml:brush xml:id="br0">
      <inkml:brushProperty name="width" value="0.05" units="cm"/>
      <inkml:brushProperty name="height" value="0.05" units="cm"/>
    </inkml:brush>
  </inkml:definitions>
  <inkml:trace contextRef="#ctx0" brushRef="#br0">5 166 13235 0 0,'0'-12'716'0'0,"-5"-88"6197"0"0,5 100-6853 0 0,1 10 111 0 0,19 294 599 0 0,-19-265-724 0 0,26 234 386 0 0,-27-272-399 0 0,0 0-1 0 0,0-1 1 0 0,0 1-1 0 0,0 0 1 0 0,0 0-1 0 0,1 0 1 0 0,-1-1-1 0 0,0 1 1 0 0,0 0-1 0 0,1 0 1 0 0,-1 0-1 0 0,0-1 0 0 0,1 1 1 0 0,-1 0-1 0 0,1-1 1 0 0,-1 1-1 0 0,0 0 1 0 0,1-1-1 0 0,0 1 1 0 0,-1-1-1 0 0,1 1 1 0 0,-1-1-1 0 0,1 1 1 0 0,0-1-1 0 0,-1 1 1 0 0,1-1-1 0 0,0 1 0 0 0,0-1 1 0 0,-1 0-1 0 0,1 1 1 0 0,0-1-1 0 0,0 0 1 0 0,-1 0-1 0 0,1 0 1 0 0,0 0-1 0 0,0 0 1 0 0,0 0-1 0 0,0 0 1 0 0,-1 0-1 0 0,1 0 0 0 0,0 0 1 0 0,0 0-1 0 0,0 0 1 0 0,1-1-15 0 0,0 0 0 0 0,0 0-1 0 0,0 0 1 0 0,0 0 0 0 0,0 0 0 0 0,-1 0 0 0 0,1-1 0 0 0,0 1 0 0 0,-1 0-1 0 0,1-1 1 0 0,-1 1 0 0 0,1-1 0 0 0,-1 0 0 0 0,2-3 0 0 0,40-89 198 0 0,7-15-108 0 0,-39 87-93 0 0,-2-1 0 0 0,12-37 0 0 0,-16 40-7 0 0,2 1 0 0 0,0 0 1 0 0,1 0-1 0 0,16-26 1 0 0,1 6-31 0 0,28-64 0 0 0,-34 57-327 0 0,-3 14-1823 0 0,-9 10-4109 0 0,-5 17 2423 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1"/>
    </inkml:context>
    <inkml:brush xml:id="br0">
      <inkml:brushProperty name="width" value="0.05" units="cm"/>
      <inkml:brushProperty name="height" value="0.05" units="cm"/>
    </inkml:brush>
  </inkml:definitions>
  <inkml:trace contextRef="#ctx0" brushRef="#br0">307 76 1472 0 0,'0'-3'1078'0'0,"0"-1"-1"0"0,-1 0 0 0 0,1 0 0 0 0,-1 0 1 0 0,0 1-1 0 0,-1-5 0 0 0,1 5-541 0 0,-1 0 0 0 0,1 0 0 0 0,-1 1 0 0 0,1-1-1 0 0,-1 0 1 0 0,-4-4 0 0 0,4 5-458 0 0,0 0-1 0 0,0 0 1 0 0,0 0 0 0 0,-1 1-1 0 0,1-1 1 0 0,-1 1 0 0 0,1-1-1 0 0,-1 1 1 0 0,1 0 0 0 0,-1 0-1 0 0,0 0 1 0 0,0 0 0 0 0,1 0-1 0 0,-1 1 1 0 0,0-1 0 0 0,0 1-1 0 0,0 0 1 0 0,0 0 0 0 0,0 0 0 0 0,1 0-1 0 0,-1 0 1 0 0,0 1 0 0 0,0-1-1 0 0,0 1 1 0 0,0 0 0 0 0,1 0-1 0 0,-1 0 1 0 0,-3 2 0 0 0,2-1-37 0 0,0 0 1 0 0,0 0-1 0 0,1 0 1 0 0,-1 1-1 0 0,1 0 0 0 0,-1-1 1 0 0,1 1-1 0 0,0 0 1 0 0,0 1-1 0 0,1-1 1 0 0,-1 0-1 0 0,0 1 1 0 0,1 0-1 0 0,0-1 1 0 0,0 1-1 0 0,0 0 1 0 0,-1 5-1 0 0,-17 33 173 0 0,2 0 0 0 0,1 2 0 0 0,3 0 0 0 0,1 1-1 0 0,-6 48 1 0 0,14-44 84 0 0,4-35-199 0 0,0-1 1 0 0,-1 1-1 0 0,0-1 1 0 0,-1 0-1 0 0,-1 1 0 0 0,-8 21 1 0 0,8-25-30 0 0,0 0 1 0 0,1 0-1 0 0,0 0 1 0 0,0 1-1 0 0,2-1 1 0 0,-1 1-1 0 0,1-1 1 0 0,1 1-1 0 0,1 17 1 0 0,0-14-31 0 0,0-1 0 0 0,1 1 0 0 0,1 0 0 0 0,1-1 0 0 0,0 0 0 0 0,10 25 0 0 0,-12-34-222 0 0,0-1-1 0 0,0 1 0 0 0,0-1 0 0 0,1 0 0 0 0,-1 0 1 0 0,1 0-1 0 0,-1 0 0 0 0,1 0 0 0 0,5 4 1 0 0,-5-5-355 0 0,0-1 1 0 0,0 1 0 0 0,0-1 0 0 0,0 0-1 0 0,0 0 1 0 0,0 0 0 0 0,0 0-1 0 0,0 0 1 0 0,0-1 0 0 0,1 1 0 0 0,-1-1-1 0 0,4 0 1 0 0,7 0-2753 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2"/>
    </inkml:context>
    <inkml:brush xml:id="br0">
      <inkml:brushProperty name="width" value="0.05" units="cm"/>
      <inkml:brushProperty name="height" value="0.05" units="cm"/>
    </inkml:brush>
  </inkml:definitions>
  <inkml:trace contextRef="#ctx0" brushRef="#br0">139 173 7282 0 0,'0'-1'223'0'0,"0"0"0"0"0,0 1 0 0 0,0-1 1 0 0,0 0-1 0 0,0 0 0 0 0,0 0 1 0 0,0 1-1 0 0,-1-1 0 0 0,1 0 0 0 0,0 0 1 0 0,0 1-1 0 0,-1-1 0 0 0,1 0 0 0 0,-1 1 1 0 0,1-1-1 0 0,0 0 0 0 0,-1 1 1 0 0,1-1-1 0 0,-1 0 0 0 0,-1 0 0 0 0,2 1-167 0 0,-1 0 0 0 0,1 0 0 0 0,-1 0-1 0 0,0 0 1 0 0,1 0 0 0 0,-1 0 0 0 0,1 0-1 0 0,-1 0 1 0 0,1 0 0 0 0,-1 0 0 0 0,1 0-1 0 0,-1 0 1 0 0,0 0 0 0 0,1 1 0 0 0,-1-1-1 0 0,1 0 1 0 0,-1 0 0 0 0,1 1 0 0 0,-1-1-1 0 0,1 0 1 0 0,0 1 0 0 0,-1-1 0 0 0,1 0-1 0 0,-1 1 1 0 0,1-1 0 0 0,0 1 0 0 0,-1-1-1 0 0,1 1 1 0 0,0-1 0 0 0,-1 1 0 0 0,1-1-1 0 0,0 1 1 0 0,0-1 0 0 0,-1 1 0 0 0,-78 148 1940 0 0,67-124-1502 0 0,6-8-115 0 0,6-15-279 0 0,-1 0 0 0 0,1 0 1 0 0,-1-1-1 0 0,1 1 0 0 0,-1 0 0 0 0,0 0 0 0 0,0-1 1 0 0,0 1-1 0 0,1-1 0 0 0,-1 1 0 0 0,-1-1 0 0 0,1 1 1 0 0,0-1-1 0 0,0 1 0 0 0,-1-1 0 0 0,1 0 0 0 0,-2 2 1 0 0,4-25 76 0 0,11-16-156 0 0,0 2 0 0 0,3 0 0 0 0,0 0 1 0 0,36-56-1 0 0,-2 2-16 0 0,-47 85 5 0 0,0 1 1 0 0,1 1 0 0 0,-1-1 0 0 0,1 0 0 0 0,6-5-1 0 0,-9 8-8 0 0,1 1-1 0 0,-1-1 1 0 0,1 1-1 0 0,-1-1 1 0 0,1 1-1 0 0,-1-1 1 0 0,1 1-1 0 0,0-1 1 0 0,-1 1-1 0 0,1 0 1 0 0,0-1-1 0 0,-1 1 1 0 0,1 0 0 0 0,0 0-1 0 0,-1-1 1 0 0,1 1-1 0 0,0 0 1 0 0,-1 0-1 0 0,1 0 1 0 0,0 0-1 0 0,0 0 1 0 0,-1 0-1 0 0,1 0 1 0 0,0 0-1 0 0,0 0 1 0 0,-1 0-1 0 0,1 1 1 0 0,0-1-1 0 0,-1 0 1 0 0,1 0-1 0 0,0 1 1 0 0,-1-1-1 0 0,1 0 1 0 0,0 1-1 0 0,-1-1 1 0 0,1 1-1 0 0,-1-1 1 0 0,1 1-1 0 0,0-1 1 0 0,-1 1-1 0 0,0-1 1 0 0,1 1-1 0 0,-1-1 1 0 0,1 1-1 0 0,-1 0 1 0 0,0-1 0 0 0,1 2-1 0 0,6 14 29 0 0,-1 0 0 0 0,0 0-1 0 0,-1 1 1 0 0,-1 0 0 0 0,3 27 0 0 0,2 75 97 0 0,-8-93-56 0 0,0 26-126 0 0,-1-28-8147 0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3"/>
    </inkml:context>
    <inkml:brush xml:id="br0">
      <inkml:brushProperty name="width" value="0.05" units="cm"/>
      <inkml:brushProperty name="height" value="0.05" units="cm"/>
    </inkml:brush>
  </inkml:definitions>
  <inkml:trace contextRef="#ctx0" brushRef="#br0">14 288 10362 0 0,'-14'-6'4797'0'0,"31"5"-4804"0"0,-1-1 0 0 0,0-1 0 0 0,19-5 0 0 0,-1 1-106 0 0,2-2 79 0 0,0-1 0 0 0,-1-1 0 0 0,-1-2 0 0 0,0-2 0 0 0,51-29 0 0 0,-83 43-19 0 0,15-7 762 0 0,-13 11-108 0 0,-5 9-250 0 0,-6 8 151 0 0,-1-1-1 0 0,-1 0 1 0 0,-1 0-1 0 0,0 0 0 0 0,-16 20 1 0 0,164-268 155 0 0,-138 229-658 0 0,0 0 0 0 0,0-1 0 0 0,0 1 0 0 0,0 0 0 0 0,0-1 0 0 0,0 1 1 0 0,0 0-1 0 0,1 0 0 0 0,-1-1 0 0 0,0 1 0 0 0,0 0 0 0 0,0 0 0 0 0,0-1 0 0 0,0 1 0 0 0,1 0 0 0 0,-1 0 0 0 0,0-1 0 0 0,0 1 0 0 0,0 0 0 0 0,1 0 0 0 0,-1 0 0 0 0,0-1 0 0 0,0 1 0 0 0,1 0 0 0 0,-1 0 0 0 0,0 0 0 0 0,0 0 0 0 0,1 0 0 0 0,-1 0 0 0 0,0 0 0 0 0,1-1 0 0 0,-1 1 0 0 0,0 0 0 0 0,0 0 0 0 0,1 0 0 0 0,-1 0 0 0 0,0 0 0 0 0,1 0 1 0 0,-1 0-1 0 0,1 1 0 0 0,4 11-69 0 0,-2 21-25 0 0,-3-33 95 0 0,0 5 11 0 0,0 1 0 0 0,0-1-1 0 0,0 0 1 0 0,1 0 0 0 0,2 9 0 0 0,-2-12-6 0 0,0 0-1 0 0,-1-1 1 0 0,1 1 0 0 0,0-1 0 0 0,0 1-1 0 0,1-1 1 0 0,-1 1 0 0 0,0-1 0 0 0,0 0 0 0 0,1 0-1 0 0,-1 1 1 0 0,0-1 0 0 0,1 0 0 0 0,-1 0-1 0 0,1 0 1 0 0,0-1 0 0 0,-1 1 0 0 0,1 0 0 0 0,3 0-1 0 0,0 1 1 0 0,1 0 0 0 0,0-1 0 0 0,0 0 0 0 0,0-1 0 0 0,0 1 0 0 0,0-1 0 0 0,0 0 1 0 0,0-1-1 0 0,0 1 0 0 0,0-1 0 0 0,0 0 0 0 0,10-4 0 0 0,4-2 21 0 0,-1-1 0 0 0,25-15 0 0 0,-25 13 12 0 0,-13 6-31 0 0,0-1 1 0 0,-1 0 0 0 0,0 0 0 0 0,0 0-1 0 0,0-1 1 0 0,0 0 0 0 0,-1 0 0 0 0,0 0 0 0 0,0 0-1 0 0,0-1 1 0 0,-1 0 0 0 0,0 1 0 0 0,-1-1-1 0 0,1 0 1 0 0,-1 0 0 0 0,1-9 0 0 0,-3 15-12 0 0,-1 0 0 0 0,1 0 0 0 0,0 1 0 0 0,-1-1 0 0 0,1 0 0 0 0,0 0 1 0 0,-1 1-1 0 0,1-1 0 0 0,-1 0 0 0 0,1 1 0 0 0,-1-1 0 0 0,0 0 0 0 0,1 1 1 0 0,-1-1-1 0 0,0 1 0 0 0,1-1 0 0 0,-1 1 0 0 0,0 0 0 0 0,0-1 0 0 0,1 1 0 0 0,-1-1 1 0 0,0 1-1 0 0,0 0 0 0 0,0 0 0 0 0,1 0 0 0 0,-1-1 0 0 0,0 1 0 0 0,0 0 0 0 0,0 0 1 0 0,0 0-1 0 0,1 0 0 0 0,-3 1 0 0 0,-28 2-24 0 0,28-2 21 0 0,0 0 0 0 0,0 0-1 0 0,1 0 1 0 0,-1 1 0 0 0,0-1 0 0 0,1 1 0 0 0,-1 0 0 0 0,1 0 0 0 0,0 0 0 0 0,-1 0 0 0 0,1 0 0 0 0,0 0 0 0 0,0 0 0 0 0,0 1 0 0 0,1-1 0 0 0,-1 1 0 0 0,0 0 0 0 0,1-1 0 0 0,0 1 0 0 0,0 0 0 0 0,-2 4-1 0 0,2-2 10 0 0,0 1 0 0 0,0-1-1 0 0,1 0 1 0 0,-1 0-1 0 0,1 1 1 0 0,0-1 0 0 0,1 0-1 0 0,-1 0 1 0 0,1 1-1 0 0,0-1 1 0 0,3 8 0 0 0,-3-12-2 0 0,0 1 1 0 0,0 0-1 0 0,0 0 1 0 0,0-1-1 0 0,0 1 1 0 0,0 0-1 0 0,1-1 1 0 0,-1 1-1 0 0,1-1 1 0 0,-1 0-1 0 0,1 0 1 0 0,-1 1-1 0 0,4 1 1 0 0,30 13-3 0 0,-13-6 7 0 0,18 8 57 0 0,21 12-15 0 0,-55-26-32 0 0,-1-1 0 0 0,0 1 0 0 0,0 0 0 0 0,-1 0 0 0 0,1 0 0 0 0,-1 1 0 0 0,0 0 0 0 0,6 8 0 0 0,-9-13 19 0 0,-1 1-1 0 0,1 0 0 0 0,-1 0 0 0 0,1 0 1 0 0,-1-1-1 0 0,1 1 0 0 0,-1 0 0 0 0,0 0 1 0 0,1 0-1 0 0,-1 0 0 0 0,0 0 0 0 0,0 0 1 0 0,1 0-1 0 0,-1 0 0 0 0,0-1 1 0 0,0 1-1 0 0,0 0 0 0 0,0 0 0 0 0,-1 2 1 0 0,0-2-9 0 0,1 0 1 0 0,-1 0-1 0 0,0 0 1 0 0,0 0-1 0 0,0 0 1 0 0,-1 0 0 0 0,1 0-1 0 0,0 0 1 0 0,0 0-1 0 0,-1 0 1 0 0,1-1-1 0 0,-3 2 1 0 0,-8 3 1 0 0,0 0 1 0 0,-1 0 0 0 0,1-2-1 0 0,-1 1 1 0 0,0-2-1 0 0,0 0 1 0 0,-1 0 0 0 0,-13-1-1 0 0,-5-1 34 0 0,0-1 0 0 0,-40-7 0 0 0,71 8-65 0 0,-7-1-815 0 0,-1-1-1 0 0,1 1 1 0 0,0-1-1 0 0,0-1 0 0 0,-9-4 1 0 0,15 7 655 0 0,1-1 0 0 0,0 0 1 0 0,-1 1-1 0 0,1-1 0 0 0,0 0 0 0 0,0 0 1 0 0,0 0-1 0 0,0 0 0 0 0,0 0 0 0 0,0 0 1 0 0,0 0-1 0 0,0 0 0 0 0,0 0 0 0 0,0-1 0 0 0,0 1 1 0 0,1 0-1 0 0,-1-1 0 0 0,1 1 0 0 0,-1 0 1 0 0,1-1-1 0 0,-1 1 0 0 0,1-1 0 0 0,0 1 1 0 0,0 0-1 0 0,-1-1 0 0 0,1 1 0 0 0,0-1 1 0 0,0 1-1 0 0,1-1 0 0 0,-1 1 0 0 0,0-1 0 0 0,0 1 1 0 0,1-1-1 0 0,-1 1 0 0 0,1 0 0 0 0,-1-1 1 0 0,2-1-1 0 0,1-4-2935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4"/>
    </inkml:context>
    <inkml:brush xml:id="br0">
      <inkml:brushProperty name="width" value="0.05" units="cm"/>
      <inkml:brushProperty name="height" value="0.05" units="cm"/>
    </inkml:brush>
  </inkml:definitions>
  <inkml:trace contextRef="#ctx0" brushRef="#br0">39 47 9914 0 0,'0'0'2566'0'0,"-21"-19"3779"0"0,13 9-6304 0 0,1 0-2165 0 0,5 2-2822 0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5"/>
    </inkml:context>
    <inkml:brush xml:id="br0">
      <inkml:brushProperty name="width" value="0.05" units="cm"/>
      <inkml:brushProperty name="height" value="0.05" units="cm"/>
    </inkml:brush>
  </inkml:definitions>
  <inkml:trace contextRef="#ctx0" brushRef="#br0">4 1 11915 0 0,'-3'6'7579'0'0,"7"-10"-10791"0"0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6"/>
    </inkml:context>
    <inkml:brush xml:id="br0">
      <inkml:brushProperty name="width" value="0.05" units="cm"/>
      <inkml:brushProperty name="height" value="0.05" units="cm"/>
    </inkml:brush>
  </inkml:definitions>
  <inkml:trace contextRef="#ctx0" brushRef="#br0">219 124 1968 0 0,'0'0'1510'0'0,"24"-5"6088"0"0,-21-14-3427 0 0,15-4-3106 0 0,-16 22-1011 0 0,8-17 643 0 0,-9 15-589 0 0,0 1 0 0 0,0-1 0 0 0,1 1 0 0 0,-1-1 1 0 0,0 1-1 0 0,1 0 0 0 0,0 0 0 0 0,1-2 0 0 0,-1 2-4 0 0,0-1-1 0 0,0 1 1 0 0,-1 0 0 0 0,1-1 0 0 0,-1 1 0 0 0,1-1-1 0 0,-1 1 1 0 0,0-1 0 0 0,0 0 0 0 0,0 1 0 0 0,0-5-1 0 0,-1 7-76 0 0,0 11 29 0 0,-3 11-34 0 0,0-1 0 0 0,-2 1 0 0 0,-8 25 0 0 0,-29 65 77 0 0,30-81-67 0 0,-9 25 121 0 0,6-14 433 0 0,-37 72 0 0 0,50-111-545 0 0,-1 0-1 0 0,1 0 0 0 0,-1-1 1 0 0,1 1-1 0 0,-1-1 0 0 0,0 1 0 0 0,0-1 1 0 0,0 0-1 0 0,0 0 0 0 0,-1-1 1 0 0,1 1-1 0 0,0-1 0 0 0,-1 1 0 0 0,-3 0 1 0 0,-21 10 203 0 0,24-9-184 0 0,-1-1 0 0 0,1 1 1 0 0,-1-1-1 0 0,0 0 1 0 0,0-1-1 0 0,0 1 0 0 0,0-1 1 0 0,0 0-1 0 0,0 0 0 0 0,-11 0 1 0 0,16-1-44 0 0,1-1-9 0 0,1-1 0 0 0,-1 1 0 0 0,0 0 0 0 0,1 0 0 0 0,0 0-1 0 0,-1 0 1 0 0,1 1 0 0 0,-1-1 0 0 0,1 0 0 0 0,0 1 0 0 0,0-1 0 0 0,-1 1 0 0 0,4-1-1 0 0,0 0 7 0 0,89-26 77 0 0,130-21 0 0 0,-215 46-136 0 0,1 1-212 0 0,0 0 0 0 0,0-1 0 0 0,0-1 0 0 0,0 1-1 0 0,0-2 1 0 0,-1 1 0 0 0,17-10 0 0 0,-25 12-86 0 0,0 0 0 0 0,0 0 0 0 0,-1 0 0 0 0,1 0-1 0 0,-1 0 1 0 0,1 0 0 0 0,-1 0 0 0 0,1 0 0 0 0,-1 0 0 0 0,1 0 0 0 0,-1 0 0 0 0,0-1 0 0 0,0 1 0 0 0,0 0 0 0 0,1 0 0 0 0,-1 0 0 0 0,0 0 0 0 0,-1-1 0 0 0,1-1 0 0 0,-5-21-6120 0 0,2 17 2674 0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7"/>
    </inkml:context>
    <inkml:brush xml:id="br0">
      <inkml:brushProperty name="width" value="0.05" units="cm"/>
      <inkml:brushProperty name="height" value="0.05" units="cm"/>
    </inkml:brush>
  </inkml:definitions>
  <inkml:trace contextRef="#ctx0" brushRef="#br0">8 111 7490 0 0,'-2'-5'5016'0'0,"-4"-17"-936"0"0,6 22-3990 0 0,0-1-1 0 0,1 0 1 0 0,-1 1 0 0 0,0-1-1 0 0,0 0 1 0 0,0 0 0 0 0,1 1-1 0 0,-1-1 1 0 0,0 0 0 0 0,1 1-1 0 0,-1-1 1 0 0,0 1-1 0 0,1-1 1 0 0,-1 0 0 0 0,1 1-1 0 0,-1-1 1 0 0,1 1 0 0 0,0-1-1 0 0,-1 1 1 0 0,1-1 0 0 0,-1 1-1 0 0,1 0 1 0 0,0-1-1 0 0,-1 1 1 0 0,1 0 0 0 0,0-1-1 0 0,-1 1 1 0 0,3 0 0 0 0,24-5 41 0 0,-14 4 202 0 0,198-27 385 0 0,-206 28-729 0 0,0-2 0 0 0,0 1 1 0 0,0 0-1 0 0,-1-1 0 0 0,1 0 0 0 0,0 0 0 0 0,6-5 0 0 0,25-9-2520 0 0,-33 16 1814 0 0,-1-1 1 0 0,0 1 0 0 0,0 0 0 0 0,1-1 0 0 0,-1 1-1 0 0,0 0 1 0 0,0 1 0 0 0,1-1 0 0 0,2 1 0 0 0,-2 0-1446 0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8"/>
    </inkml:context>
    <inkml:brush xml:id="br0">
      <inkml:brushProperty name="width" value="0.05" units="cm"/>
      <inkml:brushProperty name="height" value="0.05" units="cm"/>
    </inkml:brush>
  </inkml:definitions>
  <inkml:trace contextRef="#ctx0" brushRef="#br0">109 124 1816 0 0,'0'0'878'0'0,"2"-6"3370"0"0,4-9-2663 0 0,2-25 764 0 0,5-20 1435 0 0,-11 57-2229 0 0,-3 8-620 0 0,-4 20-338 0 0,-11 38-443 0 0,0-24 205 0 0,-27 52-1 0 0,-4 10 209 0 0,39-87-296 0 0,8-14-265 0 0,0 0 0 0 0,0 0-1 0 0,0 0 1 0 0,-1 0-1 0 0,1 0 1 0 0,0 0-1 0 0,0 0 1 0 0,0 0-1 0 0,0 0 1 0 0,0 0-1 0 0,0 0 1 0 0,-1 0 0 0 0,1 0-1 0 0,0-1 1 0 0,0 1-1 0 0,0 0 1 0 0,0 0-1 0 0,0 0 1 0 0,0 0-1 0 0,0 0 1 0 0,0 0 0 0 0,-1 0-1 0 0,1 0 1 0 0,0 0-1 0 0,0-1 1 0 0,0 1-1 0 0,0 0 1 0 0,0 0-1 0 0,0 0 1 0 0,0 0-1 0 0,0 0 1 0 0,0 0 0 0 0,0 0-1 0 0,0-1 1 0 0,0 1-1 0 0,0 0 1 0 0,0 0-1 0 0,0 0 1 0 0,0 0-1 0 0,0 0 1 0 0,0 0 0 0 0,0-1-1 0 0,0 1 1 0 0,0 0-1 0 0,0 0 1 0 0,0 0-1 0 0,0 0 1 0 0,0 0-1 0 0,0-1 1 0 0,3-28 148 0 0,9-13-73 0 0,1 0 0 0 0,3 1-1 0 0,26-52 1 0 0,-41 89-60 0 0,1 1 1 0 0,-1-1-1 0 0,1 1 1 0 0,0 0-1 0 0,-1 0 1 0 0,2-1-1 0 0,-1 1 1 0 0,0 1-1 0 0,1-1 1 0 0,-1 0-1 0 0,1 0 1 0 0,0 1-1 0 0,0 0 1 0 0,0-1-1 0 0,0 1 1 0 0,0 0-1 0 0,0 1 0 0 0,0-1 1 0 0,8-2-1 0 0,24-9 205 0 0,-29 10-180 0 0,1 0 0 0 0,-1 1 0 0 0,1 0 0 0 0,8-2 0 0 0,-13 4-38 0 0,1-1-1 0 0,0 1 0 0 0,-1 0 0 0 0,1 0 0 0 0,0 1 0 0 0,-1-1 0 0 0,1 1 0 0 0,0-1 1 0 0,-1 1-1 0 0,1 0 0 0 0,-1 0 0 0 0,1 0 0 0 0,-1 0 0 0 0,5 3 0 0 0,-4-3-1 0 0,-1 1 0 0 0,0 0 0 0 0,1 0 0 0 0,-1 0 0 0 0,0 1 0 0 0,0-1 0 0 0,0 0 0 0 0,-1 1 0 0 0,1-1 0 0 0,-1 1 0 0 0,1 0 0 0 0,-1 0 0 0 0,0-1 0 0 0,0 1 0 0 0,0 0-1 0 0,0 0 1 0 0,0 0 0 0 0,-1 0 0 0 0,1 0 0 0 0,-1 0 0 0 0,0 0 0 0 0,0 0 0 0 0,0 0 0 0 0,-1 5 0 0 0,1-4-1 0 0,-1 0-1 0 0,0 0 0 0 0,0 0 1 0 0,0 0-1 0 0,-1 0 1 0 0,1 0-1 0 0,-1 0 0 0 0,0 0 1 0 0,0-1-1 0 0,0 1 1 0 0,0-1-1 0 0,-1 1 1 0 0,0-1-1 0 0,1 0 0 0 0,-1 0 1 0 0,-6 5-1 0 0,-9 2 38 0 0,10-5-48 0 0,0-1-1 0 0,1 1 0 0 0,-10 8 1 0 0,16-12 6 0 0,0 0 1 0 0,-1 1-1 0 0,1-1 0 0 0,0 0 1 0 0,0 0-1 0 0,0 1 0 0 0,0-1 1 0 0,0 1-1 0 0,0-1 0 0 0,1 1 1 0 0,-1-1-1 0 0,0 1 0 0 0,1-1 1 0 0,-1 1-1 0 0,1-1 0 0 0,0 1 1 0 0,-1 0-1 0 0,1-1 1 0 0,0 1-1 0 0,0 0 0 0 0,0-1 1 0 0,0 1-1 0 0,1 2 0 0 0,-1-3-20 0 0,1 0 0 0 0,0 0-1 0 0,-1 0 1 0 0,1 0 0 0 0,0 0-1 0 0,0 0 1 0 0,-1-1 0 0 0,1 1-1 0 0,0 0 1 0 0,0 0 0 0 0,0-1-1 0 0,0 1 1 0 0,0-1 0 0 0,0 1 0 0 0,0-1-1 0 0,0 1 1 0 0,0-1 0 0 0,0 0-1 0 0,1 1 1 0 0,-1-1 0 0 0,0 0-1 0 0,0 0 1 0 0,1 0 0 0 0,31 2-1058 0 0,-29-2 771 0 0,77-2-9857 0 0,-67 1 7422 0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59"/>
    </inkml:context>
    <inkml:brush xml:id="br0">
      <inkml:brushProperty name="width" value="0.05" units="cm"/>
      <inkml:brushProperty name="height" value="0.05" units="cm"/>
    </inkml:brush>
  </inkml:definitions>
  <inkml:trace contextRef="#ctx0" brushRef="#br0">126 68 4777 0 0,'-1'-8'4557'0'0,"-4"-5"-2983"0"0,-2-4 221 0 0,7 14-1523 0 0,-1 1 0 0 0,1 0 0 0 0,-1-1 1 0 0,1 1-1 0 0,-1 0 0 0 0,0 0 1 0 0,0 0-1 0 0,0 0 0 0 0,-1 0 0 0 0,-1-3 1 0 0,3 5-212 0 0,-1 0 1 0 0,1-1-1 0 0,0 1 1 0 0,0 0-1 0 0,-1 0 1 0 0,1 0 0 0 0,0-1-1 0 0,-1 1 1 0 0,1 0-1 0 0,0 0 1 0 0,-1 0-1 0 0,1 0 1 0 0,0 0 0 0 0,-1 0-1 0 0,1 0 1 0 0,0-1-1 0 0,-1 1 1 0 0,1 0-1 0 0,0 0 1 0 0,-1 0 0 0 0,1 1-1 0 0,0-1 1 0 0,-1 0-1 0 0,1 0 1 0 0,-1 0-1 0 0,0 0 1 0 0,-11 14 522 0 0,-1 8-195 0 0,0 1 0 0 0,2 0 0 0 0,1 1 0 0 0,0 1 0 0 0,-11 48 0 0 0,20-71-354 0 0,1 0 1 0 0,0 0-1 0 0,0 0 1 0 0,-1 0-1 0 0,2 0 1 0 0,-1 0-1 0 0,0 0 1 0 0,0 0-1 0 0,0 0 1 0 0,1 0-1 0 0,-1 0 1 0 0,1 0 0 0 0,0 0-1 0 0,0 0 1 0 0,-1 0-1 0 0,1-1 1 0 0,0 1-1 0 0,0 0 1 0 0,1-1-1 0 0,-1 1 1 0 0,2 2-1 0 0,0-2-11 0 0,1 0-1 0 0,-1 1 1 0 0,1-1 0 0 0,0-1-1 0 0,-1 1 1 0 0,1 0-1 0 0,0-1 1 0 0,0 0 0 0 0,7 2-1 0 0,2-1-53 0 0,-1 0 0 0 0,0-1 0 0 0,1 0 1 0 0,-1-1-1 0 0,0-1 0 0 0,1 0 0 0 0,-1 0 0 0 0,24-7 0 0 0,-27 5-618 0 0,1 0 1 0 0,-1-1-1 0 0,16-9 1 0 0,-23 12 279 0 0,0-1 0 0 0,0 0 0 0 0,0 0 0 0 0,0 0 0 0 0,-1 0-1 0 0,1 0 1 0 0,-1 0 0 0 0,0 0 0 0 0,1-1 0 0 0,-1 1 0 0 0,0 0 0 0 0,0-1 0 0 0,-1 1 0 0 0,1-1 0 0 0,0-4 0 0 0,2-12-6624 0 0,-3 16 4390 0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0"/>
    </inkml:context>
    <inkml:brush xml:id="br0">
      <inkml:brushProperty name="width" value="0.05" units="cm"/>
      <inkml:brushProperty name="height" value="0.05" units="cm"/>
    </inkml:brush>
  </inkml:definitions>
  <inkml:trace contextRef="#ctx0" brushRef="#br0">26 214 5905 0 0,'-26'0'11631'0'0,"47"0"-11253"0"0,0-2 0 0 0,-1-1 0 0 0,1 0 0 0 0,24-8 0 0 0,78-33-4687 0 0,-123 44 3967 0 0,1 0 0 0 0,-1 0 0 0 0,0 0 0 0 0,-27-18-11348 0 0,24 18 11605 0 0,-62-7 2335 0 0,-5 0 3948 0 0,69 7-6061 0 0,0 0-1 0 0,1 0 0 0 0,-1 0 0 0 0,1-1 1 0 0,-1 1-1 0 0,1 0 0 0 0,-1 0 0 0 0,0 0 1 0 0,1 0-1 0 0,-1-1 0 0 0,1 1 0 0 0,-1 0 1 0 0,1 0-1 0 0,-1-1 0 0 0,1 1 1 0 0,-1-1-1 0 0,1 1 0 0 0,-1 0 0 0 0,1-1 1 0 0,0 1-1 0 0,-1-1 0 0 0,1 1 0 0 0,0-1 1 0 0,-1 0-1 0 0,1 1-69 0 0,0-1 1 0 0,0 1-1 0 0,0-1 0 0 0,1 0 1 0 0,-1 1-1 0 0,0-1 1 0 0,0 1-1 0 0,0-1 0 0 0,1 1 1 0 0,-1-1-1 0 0,0 1 0 0 0,1 0 1 0 0,-1-1-1 0 0,1 1 1 0 0,-1-1-1 0 0,0 1 0 0 0,1 0 1 0 0,-1-1-1 0 0,2 0 0 0 0,31-17 56 0 0,-27 15 52 0 0,47-21-1784 0 0,67-21 0 0 0,-107 40 663 0 0,3-1-890 0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1"/>
    </inkml:context>
    <inkml:brush xml:id="br0">
      <inkml:brushProperty name="width" value="0.05" units="cm"/>
      <inkml:brushProperty name="height" value="0.05" units="cm"/>
    </inkml:brush>
  </inkml:definitions>
  <inkml:trace contextRef="#ctx0" brushRef="#br0">13 117 5321 0 0,'0'-6'5855'0'0,"0"-20"-2873"0"0,0 25-2861 0 0,-1 0 0 0 0,1 1-1 0 0,0-1 1 0 0,0 0 0 0 0,0 0 0 0 0,1 1 0 0 0,-1-1 0 0 0,0 0 0 0 0,0 1 0 0 0,0-1 0 0 0,0 0 0 0 0,1 0 0 0 0,-1 1 0 0 0,0-1 0 0 0,1 1-1 0 0,-1-1 1 0 0,1 0 0 0 0,-1 1 0 0 0,0-1 0 0 0,1 1 0 0 0,-1-1 0 0 0,1 1 0 0 0,-1-1 0 0 0,2 0 0 0 0,-1 1-91 0 0,-1 0 0 0 0,1 0 0 0 0,-1 0 0 0 0,1 1 0 0 0,0-1-1 0 0,-1 0 1 0 0,1 0 0 0 0,-1 1 0 0 0,1-1 0 0 0,-1 0 0 0 0,0 1 0 0 0,1-1 0 0 0,-1 0 0 0 0,1 1 0 0 0,-1-1 0 0 0,1 1 0 0 0,-1-1 0 0 0,0 0 0 0 0,1 1 0 0 0,-1-1 0 0 0,0 1 0 0 0,0-1 0 0 0,1 1 0 0 0,-1 0 0 0 0,0-1 0 0 0,0 1 0 0 0,0-1 0 0 0,0 1 0 0 0,0-1-1 0 0,0 1 1 0 0,1 0 0 0 0,-1-1 0 0 0,0 1 0 0 0,-1 0 0 0 0,4 14 48 0 0,-1 1 1 0 0,-1-1-1 0 0,0 1 0 0 0,-2-1 0 0 0,-1 17 0 0 0,-17 80 179 0 0,19-111-253 0 0,0 0-78 0 0,-1 0-1 0 0,1 1 1 0 0,-1-1 0 0 0,1 0 0 0 0,-1 1 0 0 0,1-1 0 0 0,-1 0-1 0 0,0 0 1 0 0,0 1 0 0 0,0-1 0 0 0,-1 1 0 0 0,-3-2-533 0 0,3-12 497 0 0,2-7 189 0 0,1 1 0 0 0,0-1 0 0 0,1 1 0 0 0,1-1-1 0 0,1 1 1 0 0,1 0 0 0 0,0 0 0 0 0,2 1 0 0 0,15-32 0 0 0,-21 46-31 0 0,1 0-1 0 0,0 0 1 0 0,0 0-1 0 0,0 1 1 0 0,1-1 0 0 0,-1 1-1 0 0,0-1 1 0 0,1 1-1 0 0,0 0 1 0 0,-1 0-1 0 0,1 0 1 0 0,0 0 0 0 0,0 1-1 0 0,0-1 1 0 0,6-1-1 0 0,-1-1 34 0 0,0 0 25 0 0,0 0-33 0 0,0 0 0 0 0,-1 1 0 0 0,2 0 0 0 0,-1 1 0 0 0,17-4 0 0 0,-22 5-77 0 0,0 0 0 0 0,0 0 0 0 0,0 0 1 0 0,0 0-1 0 0,0 0 0 0 0,0-1 0 0 0,0 1 0 0 0,0-1 1 0 0,3-3-1 0 0,13-7-2503 0 0,-38 24-6821 0 0,-3 3 6165 0 0,9-5 4144 0 0,0-1 0 0 0,-20 10 0 0 0,28-16-133 0 0,-1 0 1 0 0,1 0 0 0 0,-1 1-1 0 0,1-1 1 0 0,-8 9 0 0 0,12-11-676 0 0,0 0 1 0 0,0 0-1 0 0,-1 0 1 0 0,1 0-1 0 0,0 0 0 0 0,0 1 1 0 0,0-1-1 0 0,1 0 0 0 0,-1 1 1 0 0,0-1-1 0 0,0 1 1 0 0,1-1-1 0 0,-1 1 0 0 0,1-1 1 0 0,-1 1-1 0 0,1 0 1 0 0,0-1-1 0 0,0 1 0 0 0,-1-1 1 0 0,1 1-1 0 0,0 0 1 0 0,0-1-1 0 0,1 1 0 0 0,-1 0 1 0 0,0-1-1 0 0,1 1 1 0 0,0 2-1 0 0,0-3-160 0 0,1 0 0 0 0,0 0 0 0 0,0 0-1 0 0,0 0 1 0 0,0 0 0 0 0,0 0 0 0 0,-1-1 0 0 0,1 1 0 0 0,1-1-1 0 0,-1 1 1 0 0,0-1 0 0 0,0 0 0 0 0,0 1 0 0 0,0-1 0 0 0,0 0-1 0 0,0-1 1 0 0,2 1 0 0 0,-1 0-64 0 0,2 0-213 0 0,0-1 0 0 0,1 1 0 0 0,-1-1 0 0 0,0 0 0 0 0,0 0 0 0 0,0-1 0 0 0,0 1 0 0 0,5-4 0 0 0,-4 2-552 0 0,-1 0-1 0 0,0 0 1 0 0,0 0-1 0 0,0-1 1 0 0,0 0-1 0 0,5-6 1 0 0,4-2-2429 0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2"/>
    </inkml:context>
    <inkml:brush xml:id="br0">
      <inkml:brushProperty name="width" value="0.05" units="cm"/>
      <inkml:brushProperty name="height" value="0.05" units="cm"/>
    </inkml:brush>
  </inkml:definitions>
  <inkml:trace contextRef="#ctx0" brushRef="#br0">3 68 12147 0 0,'0'0'932'0'0,"-3"-11"3630"0"0,8 8-4475 0 0,1-1 1 0 0,-1 1-1 0 0,0 0 0 0 0,1 0 1 0 0,0 1-1 0 0,0 0 0 0 0,0 0 1 0 0,7-1-1 0 0,7-4-139 0 0,22-8-432 0 0,-14 6-3816 0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3"/>
    </inkml:context>
    <inkml:brush xml:id="br0">
      <inkml:brushProperty name="width" value="0.05" units="cm"/>
      <inkml:brushProperty name="height" value="0.05" units="cm"/>
    </inkml:brush>
  </inkml:definitions>
  <inkml:trace contextRef="#ctx0" brushRef="#br0">1 2 13107 0 0,'0'0'600'0'0,"1"0"-488"0"0,1 0-296 0 0,-1 0-544 0 0,3 0-96 0 0,-1 0-225 0 0,3-1-1023 0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4"/>
    </inkml:context>
    <inkml:brush xml:id="br0">
      <inkml:brushProperty name="width" value="0.05" units="cm"/>
      <inkml:brushProperty name="height" value="0.05" units="cm"/>
    </inkml:brush>
  </inkml:definitions>
  <inkml:trace contextRef="#ctx0" brushRef="#br0">231 168 11266 0 0,'0'-17'1252'0'0,"-2"1"0"0"0,0-1 0 0 0,-7-27 0 0 0,9 43-1176 0 0,0 0-1 0 0,-1 0 1 0 0,1 0-1 0 0,0 0 1 0 0,-1 0-1 0 0,1 0 1 0 0,-1 0 0 0 0,1 0-1 0 0,-1 0 1 0 0,1 0-1 0 0,-1 0 1 0 0,1 0-1 0 0,-1 1 1 0 0,0-1-1 0 0,1 0 1 0 0,-1 0-1 0 0,0 1 1 0 0,0-1 0 0 0,0 1-1 0 0,0-1 1 0 0,1 1-1 0 0,-1-1 1 0 0,0 1-1 0 0,-2-1 1 0 0,2 1-37 0 0,-1-1 1 0 0,0 1-1 0 0,1 0 1 0 0,-1 0-1 0 0,0 1 1 0 0,1-1-1 0 0,-1 0 1 0 0,0 1-1 0 0,1-1 1 0 0,-1 0-1 0 0,0 1 1 0 0,1 0-1 0 0,-3 1 1 0 0,0 0-21 0 0,-1 0 0 0 0,1 1 0 0 0,0 0 1 0 0,0 0-1 0 0,1 0 0 0 0,-1 1 0 0 0,0-1 1 0 0,1 1-1 0 0,-4 4 0 0 0,-7 17 85 0 0,-41 74 111 0 0,47-83-199 0 0,1 1 1 0 0,1 0-1 0 0,0 0 0 0 0,-3 21 0 0 0,-3-10 34 0 0,-3 6 12 0 0,15-33-28 0 0,-1 1-1 0 0,1-1 1 0 0,0 0 0 0 0,-1 1 0 0 0,1-1-1 0 0,0 1 1 0 0,0-1 0 0 0,0 0 0 0 0,0 1-1 0 0,0-1 1 0 0,0 1 0 0 0,1-1 0 0 0,-1 0-1 0 0,0 1 1 0 0,1-1 0 0 0,-1 1 0 0 0,1-1-1 0 0,-1 0 1 0 0,2 2 0 0 0,0-1-11 0 0,0 0 0 0 0,0 0 0 0 0,1-1 0 0 0,-1 1 0 0 0,0-1 0 0 0,1 1 0 0 0,-1-1 0 0 0,0 0 0 0 0,1 0 0 0 0,0 0 0 0 0,-1 0 0 0 0,1 0 0 0 0,0-1 0 0 0,-1 1 0 0 0,1-1 0 0 0,0 0 0 0 0,3 0 0 0 0,2 0 9 0 0,0 0 0 0 0,-1 0 0 0 0,1-1 0 0 0,0 0 0 0 0,7-3-1 0 0,-6 1-1 0 0,0 0-1 0 0,-1-1 1 0 0,11-7-1 0 0,14-5 5 0 0,-30 14-31 0 0,1 1 0 0 0,0-1-1 0 0,-1 0 1 0 0,0 0 0 0 0,1 0-1 0 0,-1-1 1 0 0,0 1 0 0 0,0-1-1 0 0,0 0 1 0 0,-1 0-1 0 0,1 0 1 0 0,0 0 0 0 0,-1 0-1 0 0,0 0 1 0 0,2-5 0 0 0,1-2-7 0 0,-1-1 0 0 0,0 0 0 0 0,4-20 0 0 0,-5 18-4 0 0,0 0-1 0 0,1 1 0 0 0,6-15 0 0 0,-3 13 6 0 0,-1 0 0 0 0,0 0 0 0 0,-1-1 0 0 0,4-20 0 0 0,-8 28-5 0 0,0 0 1 0 0,0 0-1 0 0,-1 0 1 0 0,1 0-1 0 0,-2 0 0 0 0,1 0 1 0 0,-1 0-1 0 0,0 0 1 0 0,-1 0-1 0 0,1 0 0 0 0,-6-13 1 0 0,6 18-5 0 0,-1 0 0 0 0,1 0 0 0 0,-1 1 0 0 0,1-1 0 0 0,-1 0 0 0 0,0 1 0 0 0,1-1 0 0 0,-1 1 0 0 0,0-1 0 0 0,0 1 0 0 0,0 0 0 0 0,0 0 0 0 0,0 0 0 0 0,-1 0 0 0 0,1 0 0 0 0,0 0 0 0 0,0 1 0 0 0,-1-1 0 0 0,-4 0 0 0 0,3 1 2 0 0,0-1-1 0 0,0 1 1 0 0,0 0-1 0 0,0 0 1 0 0,0 0-1 0 0,0 0 1 0 0,0 1 0 0 0,-1 0-1 0 0,1 0 1 0 0,-6 2-1 0 0,5 0 11 0 0,0 0 1 0 0,1 0-1 0 0,-1 0 0 0 0,1 1 0 0 0,0 0 1 0 0,0 0-1 0 0,0 0 0 0 0,1 0 0 0 0,-1 1 1 0 0,1-1-1 0 0,-4 9 0 0 0,-2 4-12 0 0,1 0 0 0 0,-7 21 0 0 0,6-6 18 0 0,7-24-6 0 0,0 0 0 0 0,-1 1 0 0 0,0-1 0 0 0,-6 11 0 0 0,6-12 49 0 0,-1 0-1 0 0,1 1 0 0 0,0-1 0 0 0,1 1 0 0 0,0 0 0 0 0,0 0 0 0 0,0 0 1 0 0,1 0-1 0 0,0 12 0 0 0,1 21-4905 0 0,0-31 2117 0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5"/>
    </inkml:context>
    <inkml:brush xml:id="br0">
      <inkml:brushProperty name="width" value="0.05" units="cm"/>
      <inkml:brushProperty name="height" value="0.05" units="cm"/>
    </inkml:brush>
  </inkml:definitions>
  <inkml:trace contextRef="#ctx0" brushRef="#br0">46 1 14803 0 0,'-3'0'339'0'0,"0"0"1"0"0,-1 0-1 0 0,1 0 0 0 0,0 0 0 0 0,0 1 1 0 0,0-1-1 0 0,0 1 0 0 0,0 0 0 0 0,0 0 1 0 0,0 0-1 0 0,1 0 0 0 0,-4 2 0 0 0,2-2-619 0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6"/>
    </inkml:context>
    <inkml:brush xml:id="br0">
      <inkml:brushProperty name="width" value="0.05" units="cm"/>
      <inkml:brushProperty name="height" value="0.05" units="cm"/>
    </inkml:brush>
  </inkml:definitions>
  <inkml:trace contextRef="#ctx0" brushRef="#br0">113 60 1824 0 0,'0'0'4189'0'0,"-19"3"5898"0"0,14-3-10205 0 0,4 0 180 0 0,0 0 0 0 0,0 0 0 0 0,0-1 0 0 0,0 1 0 0 0,1 0 0 0 0,-1-1 0 0 0,0 1-1 0 0,0-1 1 0 0,1 1 0 0 0,-1-1 0 0 0,0 1 0 0 0,1-1 0 0 0,-1 0 0 0 0,0 1 0 0 0,1-1 0 0 0,-1 0 0 0 0,1 1 0 0 0,-1-1 0 0 0,1 0 0 0 0,-1 0-1 0 0,1 0 1 0 0,0 1 0 0 0,-1-1 0 0 0,1 0 0 0 0,0 0 0 0 0,0 0 0 0 0,0 0 0 0 0,0 0 0 0 0,-1 1 0 0 0,1-1 0 0 0,0 0 0 0 0,1 0 0 0 0,-1 0-1 0 0,0 0 1 0 0,0 0 0 0 0,0-1 0 0 0,0 2-87 0 0,0-15 113 0 0,0 14-62 0 0,0 0-1 0 0,0 0 1 0 0,0 0 0 0 0,0 0-1 0 0,0 0 1 0 0,0 0 0 0 0,0 1-1 0 0,0-1 1 0 0,1 0 0 0 0,-1 0-1 0 0,0 0 1 0 0,1 0 0 0 0,-1 0-1 0 0,0 1 1 0 0,1-1 0 0 0,-1 0-1 0 0,1 0 1 0 0,-1 1 0 0 0,1-1-1 0 0,-1 0 1 0 0,1 0 0 0 0,0 1-1 0 0,1-2 1 0 0,-1 1 421 0 0,-17 19 246 0 0,0 13-573 0 0,13-26-85 0 0,0 0 1 0 0,0 0-1 0 0,1 0 1 0 0,-5 11 0 0 0,-9 18 130 0 0,14-31-126 0 0,0 0 0 0 0,1 0 0 0 0,-1 0 0 0 0,0 0 0 0 0,1 0 0 0 0,-1 0 1 0 0,1 1-1 0 0,0-1 0 0 0,0 0 0 0 0,1 1 0 0 0,-1-1 0 0 0,1 1 0 0 0,-1-1 0 0 0,1 1 0 0 0,0-1 1 0 0,1 1-1 0 0,-1-1 0 0 0,1 5 0 0 0,0-6-6 0 0,0-1 1 0 0,1 1-1 0 0,-1-1 1 0 0,0 0-1 0 0,1 1 1 0 0,-1-1 0 0 0,1 0-1 0 0,-1 0 1 0 0,1 0-1 0 0,-1 0 1 0 0,1 0-1 0 0,2 1 1 0 0,0-1 9 0 0,5 4-1 0 0,0-2-1 0 0,0 1 0 0 0,1-1 1 0 0,-1-1-1 0 0,1 0 0 0 0,-1 0 1 0 0,1-1-1 0 0,0 0 1 0 0,0-1-1 0 0,-1 0 0 0 0,1 0 1 0 0,0-1-1 0 0,0-1 0 0 0,-1 1 1 0 0,13-5-1 0 0,13-5-92 0 0,0-1-1 0 0,53-27 1 0 0,-83 37 35 0 0,33-21-657 0 0,-36 22 329 0 0,-1 0 1 0 0,1-1-1 0 0,0 1 1 0 0,-1-1-1 0 0,1 1 1 0 0,-1-1-1 0 0,0 1 1 0 0,1-1-1 0 0,-1 0 1 0 0,0 0-1 0 0,0 0 1 0 0,0 0-1 0 0,0 1 1 0 0,-1-1-1 0 0,1 0 1 0 0,0-1-1 0 0,-1 1 1 0 0,1-3-1 0 0,-1 4 67 0 0,0 0-1 0 0,-1 0 0 0 0,1 0 1 0 0,0 0-1 0 0,-1 1 0 0 0,1-1 1 0 0,-1 0-1 0 0,1 0 1 0 0,-1 0-1 0 0,1 0 0 0 0,-1 1 1 0 0,0-1-1 0 0,1 0 1 0 0,-1 1-1 0 0,0-1 0 0 0,0 0 1 0 0,0 1-1 0 0,1-1 0 0 0,-1 1 1 0 0,0-1-1 0 0,0 1 1 0 0,-1-1-1 0 0,-23-8-73 0 0,21 8-155 0 0,-6-2 10 0 0,-47-17 2962 0 0,56 19-2113 0 0,-1 1 0 0 0,1-1 0 0 0,-1 1 0 0 0,1-1 0 0 0,0 0 0 0 0,-1 1 0 0 0,1-1 0 0 0,0 0 0 0 0,0 0 0 0 0,-1 0 0 0 0,1 0 0 0 0,0 0 0 0 0,0 0 0 0 0,0 0 0 0 0,0-1 0 0 0,0 1-1 0 0,1 0 1 0 0,-1 0 0 0 0,0-1 0 0 0,0 1 0 0 0,1-1 0 0 0,-1 1 0 0 0,1 0 0 0 0,-1-1 0 0 0,1 1 0 0 0,0-3 0 0 0,-7 33-263 0 0,0 0 1 0 0,-13 30-1 0 0,-4 16-122 0 0,8-32-795 0 0,6-14-5854 0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7"/>
    </inkml:context>
    <inkml:brush xml:id="br0">
      <inkml:brushProperty name="width" value="0.05" units="cm"/>
      <inkml:brushProperty name="height" value="0.05" units="cm"/>
    </inkml:brush>
  </inkml:definitions>
  <inkml:trace contextRef="#ctx0" brushRef="#br0">243 217 11819 0 0,'0'-12'1370'0'0,"1"-16"-485"0"0,2 1 0 0 0,12-53-1 0 0,-7 41-217 0 0,-7 38-644 0 0,-1 0-1 0 0,0 0 1 0 0,1 0 0 0 0,-1 0-1 0 0,0 1 1 0 0,0-1-1 0 0,1 0 1 0 0,-1 0 0 0 0,0 0-1 0 0,0 0 1 0 0,0 0 0 0 0,0 0-1 0 0,-1 0 1 0 0,1 0-1 0 0,0 0 1 0 0,0 0 0 0 0,0 0-1 0 0,-1 0 1 0 0,1 0-1 0 0,-1 0 1 0 0,1 1 0 0 0,0-1-1 0 0,-1 0 1 0 0,1 0-1 0 0,-1 0 1 0 0,0 1 0 0 0,1-1-1 0 0,-1 0 1 0 0,0 1-1 0 0,1-1 1 0 0,-1 0 0 0 0,0 1-1 0 0,-1-1 1 0 0,-1 0-1 0 0,1 1-1 0 0,-1-1 1 0 0,0 1-1 0 0,0 0 1 0 0,1 0 0 0 0,-1 0-1 0 0,0 1 1 0 0,0-1 0 0 0,1 1-1 0 0,-1 0 1 0 0,-3 0-1 0 0,-5 3 20 0 0,0 0 0 0 0,0 0 0 0 0,0 1 0 0 0,0 1-1 0 0,1-1 1 0 0,0 2 0 0 0,0-1 0 0 0,0 2 0 0 0,-10 9-1 0 0,6-3 17 0 0,2 0-1 0 0,0 1 0 0 0,0 0 0 0 0,1 0 0 0 0,-10 22 0 0 0,17-30-51 0 0,1-2 51 0 0,0 0 0 0 0,0 1 0 0 0,0-1 0 0 0,1 0 0 0 0,0 1-1 0 0,0 0 1 0 0,1-1 0 0 0,-1 1 0 0 0,1 0 0 0 0,0 8 0 0 0,1-14-40 0 0,1 1 1 0 0,-1 0 0 0 0,0-1-1 0 0,1 1 1 0 0,-1-1 0 0 0,0 1-1 0 0,1 0 1 0 0,-1-1-1 0 0,1 1 1 0 0,-1-1 0 0 0,1 0-1 0 0,0 1 1 0 0,-1-1 0 0 0,1 1-1 0 0,-1-1 1 0 0,1 0-1 0 0,0 1 1 0 0,-1-1 0 0 0,1 0-1 0 0,0 0 1 0 0,-1 1 0 0 0,2-1-1 0 0,14 4 86 0 0,-11-3-79 0 0,0-1 0 0 0,0 0 0 0 0,0 0 0 0 0,0-1 0 0 0,0 0 0 0 0,0 1 0 0 0,0-2 0 0 0,0 1 0 0 0,0 0 0 0 0,-1-1 0 0 0,1 0 0 0 0,4-3 0 0 0,21-6 30 0 0,-22 7-32 0 0,0 0-1 0 0,0-1 1 0 0,0 1 0 0 0,0-2 0 0 0,-1 1 0 0 0,0-1-1 0 0,0 0 1 0 0,0 0 0 0 0,-1-1 0 0 0,8-11-1 0 0,-7 10-3 0 0,-1 0 0 0 0,2 0 0 0 0,-1 1 0 0 0,1 0 0 0 0,0 0 0 0 0,0 1 0 0 0,1 0 0 0 0,15-8 0 0 0,-21 13 3 0 0,-2 1-9 0 0,-1-1 0 0 0,1 1 0 0 0,0 0 0 0 0,-1-1 0 0 0,1 1 0 0 0,0 0 0 0 0,-1 0-1 0 0,1-1 1 0 0,0 1 0 0 0,-1 0 0 0 0,1 0 0 0 0,0 0 0 0 0,-1 0 0 0 0,1 0-1 0 0,0 0 1 0 0,-1 0 0 0 0,2 0 0 0 0,-1 1-4 0 0,0 0 1 0 0,-1 1-1 0 0,0-1 0 0 0,1 0 1 0 0,-1 0-1 0 0,0 0 1 0 0,1 0-1 0 0,-1 0 0 0 0,0 1 1 0 0,0-1-1 0 0,0 0 0 0 0,0 0 1 0 0,0 2-1 0 0,-1 20 75 0 0,-2-1 1 0 0,0 1-1 0 0,-1-1 0 0 0,-1 0 0 0 0,-15 40 1 0 0,7-21-29 0 0,3-10 8 0 0,-18 41 1 0 0,6-33-5544 0 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8"/>
    </inkml:context>
    <inkml:brush xml:id="br0">
      <inkml:brushProperty name="width" value="0.05" units="cm"/>
      <inkml:brushProperty name="height" value="0.05" units="cm"/>
    </inkml:brush>
  </inkml:definitions>
  <inkml:trace contextRef="#ctx0" brushRef="#br0">51 101 5985 0 0,'0'0'587'0'0,"-20"-4"3810"0"0,18 3-4173 0 0,0 1 0 0 0,0-1 0 0 0,1 0 0 0 0,-1 1 0 0 0,0-1 0 0 0,1 0 0 0 0,-1 0 0 0 0,1 0 0 0 0,-1 0 0 0 0,1 0 0 0 0,0 0 0 0 0,-1-1 0 0 0,1 1 0 0 0,0 0 0 0 0,0-1 0 0 0,0 1 0 0 0,-2-3 0 0 0,3 4-174 0 0,0-1 0 0 0,-1 0 1 0 0,1 0-1 0 0,0 0 0 0 0,-1 0 1 0 0,1 0-1 0 0,0 0 0 0 0,0 0 0 0 0,0 0 1 0 0,0 0-1 0 0,0 0 0 0 0,0 1 1 0 0,0-1-1 0 0,0 0 0 0 0,0 0 1 0 0,0 0-1 0 0,1 0 0 0 0,-1 0 0 0 0,0 0 1 0 0,1 0-1 0 0,-1 0 0 0 0,0 0 1 0 0,1 1-1 0 0,-1-1 0 0 0,1 0 1 0 0,-1 0-1 0 0,1 1 0 0 0,0-1 0 0 0,-1 0 1 0 0,1 1-1 0 0,0-1 0 0 0,0 0 1 0 0,-1 1-1 0 0,1-1 0 0 0,2 0 1 0 0,43-18 790 0 0,-37 14-758 0 0,0 1-1 0 0,0 1 0 0 0,0-1 1 0 0,0 2-1 0 0,1-1 1 0 0,-1 1-1 0 0,1 0 1 0 0,-1 1-1 0 0,1 0 1 0 0,0 1-1 0 0,-1 0 1 0 0,1 1-1 0 0,0-1 0 0 0,-1 2 1 0 0,1 0-1 0 0,-1 0 1 0 0,1 0-1 0 0,-1 1 1 0 0,0 1-1 0 0,0-1 1 0 0,0 1-1 0 0,13 9 1 0 0,-20-11-66 0 0,1 1 1 0 0,-1-1 0 0 0,0 1 0 0 0,1-1-1 0 0,-1 1 1 0 0,-1 0 0 0 0,1 0 0 0 0,0 0-1 0 0,-1 0 1 0 0,1 0 0 0 0,-1 0 0 0 0,0 0-1 0 0,0 0 1 0 0,0 0 0 0 0,0 1 0 0 0,-1-1-1 0 0,1 7 1 0 0,7 23 112 0 0,-3-20-68 0 0,-1-6-38 0 0,-1 0 0 0 0,0 0 0 0 0,-1 0 0 0 0,0 1 0 0 0,0-1 0 0 0,0 1 0 0 0,-1-1 0 0 0,0 1 0 0 0,0-1 0 0 0,-1 1-1 0 0,0 0 1 0 0,-1-1 0 0 0,1 1 0 0 0,-3 8 0 0 0,1-10-20 0 0,1 0 0 0 0,-1-1 0 0 0,-1 1-1 0 0,1-1 1 0 0,-1 0 0 0 0,0 1 0 0 0,0-1-1 0 0,0 0 1 0 0,-1-1 0 0 0,1 1-1 0 0,-1-1 1 0 0,-1 0 0 0 0,1 1 0 0 0,0-2-1 0 0,-1 1 1 0 0,0-1 0 0 0,0 1 0 0 0,0-1-1 0 0,-11 4 1 0 0,4 0-900 0 0,-1-1 0 0 0,0 0-1 0 0,0-1 1 0 0,-1-1 0 0 0,1 0 0 0 0,-22 3 0 0 0,21-4-1150 0 0,0 5-768 0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69"/>
    </inkml:context>
    <inkml:brush xml:id="br0">
      <inkml:brushProperty name="width" value="0.05" units="cm"/>
      <inkml:brushProperty name="height" value="0.05" units="cm"/>
    </inkml:brush>
  </inkml:definitions>
  <inkml:trace contextRef="#ctx0" brushRef="#br0">0 209 7978 0 0,'0'0'3881'0'0,"12"-7"-990"0"0,233-75-2829 0 0,-14 4-5484 0 0,-220 74 5319 0 0,27-11-405 0 0,-16 0 3844 0 0,-22 15-3256 0 0,0 0 0 0 0,1 0 1 0 0,-1-1-1 0 0,0 1 1 0 0,0 0-1 0 0,0 0 1 0 0,0 0-1 0 0,0 0 0 0 0,1 0 1 0 0,-1 0-1 0 0,0-1 1 0 0,0 1-1 0 0,0 0 1 0 0,0 0-1 0 0,0 0 0 0 0,0 0 1 0 0,0-1-1 0 0,0 1 1 0 0,0 0-1 0 0,0 0 1 0 0,0 0-1 0 0,0 0 0 0 0,0-1 1 0 0,1 1-1 0 0,-1 0 1 0 0,0 0-1 0 0,-1 0 1 0 0,1 0-1 0 0,0-1 0 0 0,0 1 1 0 0,0 0-1 0 0,0 0 1 0 0,0 0-1 0 0,0-1 1 0 0,0 1-1 0 0,0 0 0 0 0,0 0 1 0 0,0 0-1 0 0,0 0 1 0 0,0 0-1 0 0,0-1 1 0 0,-1 1-1 0 0,1 0 0 0 0,0 0 1 0 0,0 0-1 0 0,0 0 1 0 0,-1 0-1 0 0,1 0-18 0 0,-1 0 0 0 0,1 0 0 0 0,-1 0 0 0 0,1 0 0 0 0,-1 0 0 0 0,1 1 0 0 0,-1-1 0 0 0,1 0 0 0 0,-1 0 0 0 0,1 1 0 0 0,-1-1 0 0 0,1 0 0 0 0,-1 1 0 0 0,1-1 0 0 0,0 1 0 0 0,-1-1 1 0 0,1 0-1 0 0,-1 1 0 0 0,1-1 0 0 0,0 1 0 0 0,0-1 0 0 0,-1 1 0 0 0,1-1 0 0 0,0 1 0 0 0,-1 0 0 0 0,-57 126 1303 0 0,10-19-315 0 0,43-100-679 0 0,4-12-156 0 0,6-16-168 0 0,66-102-5 0 0,-69 117-48 0 0,1 1 0 0 0,-1 0 1 0 0,1 0-1 0 0,0 0 0 0 0,0 1 0 0 0,1-1 1 0 0,-1 0-1 0 0,1 1 0 0 0,0 0 0 0 0,0 0 1 0 0,0 0-1 0 0,0 1 0 0 0,0-1 0 0 0,0 1 1 0 0,1 0-1 0 0,0 0 0 0 0,-1 1 1 0 0,1-1-1 0 0,7 0 0 0 0,7-7-48 0 0,2-1-23 0 0,-20 9 74 0 0,0 1 0 0 0,-1 0 0 0 0,1 0 0 0 0,0 0 0 0 0,-1-1 0 0 0,1 1 0 0 0,0 0 0 0 0,-1 0 0 0 0,1 0 0 0 0,0 0 0 0 0,-1 0 0 0 0,1 0 0 0 0,0 0 0 0 0,0 0 0 0 0,-1 1 0 0 0,1-1 0 0 0,0 0 0 0 0,-1 0 0 0 0,1 1 0 0 0,0-1 0 0 0,-1 0 0 0 0,1 0 0 0 0,0 2 0 0 0,0-1 1 0 0,1 1 0 0 0,-1 0 0 0 0,0-1 0 0 0,-1 1 0 0 0,1 0 0 0 0,0 0 0 0 0,0 0 0 0 0,-1-1 0 0 0,1 1 0 0 0,-1 0 0 0 0,0 0 0 0 0,1 0 0 0 0,-1 4 0 0 0,-2 27 16 0 0,2-31-14 0 0,-3 15 53 0 0,0-1 0 0 0,-2 0 0 0 0,0 0 0 0 0,-13 29 0 0 0,8-20 103 0 0,28-54-33 0 0,3 1-1 0 0,0 0 1 0 0,42-40 0 0 0,-59 65-113 0 0,0-1 0 0 0,1 1 1 0 0,-1 1-1 0 0,1-1 0 0 0,0 0 0 0 0,0 1 1 0 0,0 0-1 0 0,0 0 0 0 0,10-2 0 0 0,15-5 63 0 0,-18 2-51 0 0,9-3-25 0 0,-21 10 0 0 0,1 0 0 0 0,0 0 0 0 0,-1 0 1 0 0,1 0-1 0 0,0 0 0 0 0,-1 1 0 0 0,1-1 0 0 0,0 0 1 0 0,-1 0-1 0 0,1 1 0 0 0,-1-1 0 0 0,1 0 1 0 0,-1 1-1 0 0,1-1 0 0 0,-1 0 0 0 0,1 1 1 0 0,-1-1-1 0 0,1 1 0 0 0,-1-1 0 0 0,1 1 1 0 0,-1-1-1 0 0,1 1 0 0 0,-1 0 0 0 0,0-1 1 0 0,1 1-1 0 0,-1-1 0 0 0,0 1 0 0 0,0 0 1 0 0,0-1-1 0 0,1 1 0 0 0,-1 0 0 0 0,0-1 1 0 0,0 2-1 0 0,1 3-108 0 0,0 0-1 0 0,-1 0 1 0 0,0 0 0 0 0,0 0-1 0 0,0 0 1 0 0,0 1 0 0 0,-1-1-1 0 0,0 0 1 0 0,0 0 0 0 0,0 0-1 0 0,-1 0 1 0 0,0-1 0 0 0,-3 8 0 0 0,-7 26-3093 0 0,12-38 2967 0 0,0 1 0 0 0,0-1 1 0 0,0 1-1 0 0,0-1 1 0 0,0 1-1 0 0,0 0 1 0 0,0-1-1 0 0,0 1 1 0 0,0-1-1 0 0,0 1 1 0 0,0-1-1 0 0,0 1 1 0 0,1 0-1 0 0,-1-1 1 0 0,0 1-1 0 0,0-1 0 0 0,1 1 1 0 0,-1-1-1 0 0,0 1 1 0 0,0-1-1 0 0,1 0 1 0 0,-1 1-1 0 0,1-1 1 0 0,-1 1-1 0 0,0-1 1 0 0,1 0-1 0 0,-1 1 1 0 0,1-1-1 0 0,-1 0 0 0 0,1 1 1 0 0,-1-1-1 0 0,1 0 1 0 0,-1 0-1 0 0,1 1 1 0 0,-1-1-1 0 0,1 0 1 0 0,-1 0-1 0 0,1 0 1 0 0,-1 0-1 0 0,2 0 1 0 0,24 0-2173 0 0,-22-1 1938 0 0,1 1 124 0 0,0-1 0 0 0,-1 0-1 0 0,1-1 1 0 0,-1 1 0 0 0,1-1-1 0 0,-1 0 1 0 0,0 0 0 0 0,6-3-1 0 0,0-1-141 0 0,3 0 206 0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0"/>
    </inkml:context>
    <inkml:brush xml:id="br0">
      <inkml:brushProperty name="width" value="0.05" units="cm"/>
      <inkml:brushProperty name="height" value="0.05" units="cm"/>
    </inkml:brush>
  </inkml:definitions>
  <inkml:trace contextRef="#ctx0" brushRef="#br0">0 231 616 0 0,'4'-6'2786'0'0,"10"-12"-310"0"0,1 0-1 0 0,0 0 1 0 0,28-22-1 0 0,-40 37-1995 0 0,-1 1 0 0 0,1-1-1 0 0,0 1 1 0 0,0 0 0 0 0,1 0-1 0 0,3-2 1 0 0,-6 4-429 0 0,-1 0-1 0 0,1-1 1 0 0,0 1-1 0 0,-1 0 1 0 0,1 0 0 0 0,-1 0-1 0 0,1 0 1 0 0,-1 0 0 0 0,1 0-1 0 0,0 0 1 0 0,-1 0-1 0 0,1 0 1 0 0,-1 0 0 0 0,1 1-1 0 0,-1-1 1 0 0,1 0 0 0 0,0 0-1 0 0,-1 0 1 0 0,1 1-1 0 0,-1-1 1 0 0,1 0 0 0 0,-1 1-1 0 0,0-1 1 0 0,1 0 0 0 0,-1 1-1 0 0,1-1 1 0 0,-1 1-1 0 0,1-1 1 0 0,-1 1 0 0 0,0-1-1 0 0,0 0 1 0 0,1 1 0 0 0,-1 0-1 0 0,0-1 1 0 0,0 1-1 0 0,1-1 1 0 0,-1 1 0 0 0,0-1-1 0 0,0 1 1 0 0,0-1 0 0 0,0 1-1 0 0,0 0 1 0 0,0-1 0 0 0,0 1-1 0 0,0-1 1 0 0,0 2-1 0 0,1 5 39 0 0,-1 1 0 0 0,0-1 0 0 0,0 1 0 0 0,-1 0 0 0 0,0-1 0 0 0,0 1 0 0 0,-1-1-1 0 0,1 0 1 0 0,-5 9 0 0 0,-5 12 34 0 0,-16 27 0 0 0,5-8 11 0 0,14-26-59 0 0,6-15-16 0 0,-1 0-1 0 0,1 0 1 0 0,-1 0 0 0 0,0-1-1 0 0,0 1 1 0 0,0-1-1 0 0,-6 7 1 0 0,9-12-58 0 0,0 0 0 0 0,0 0 0 0 0,0 0 0 0 0,0 0 0 0 0,0 0 0 0 0,0 0 1 0 0,0 0-1 0 0,0 0 0 0 0,0 0 0 0 0,0 0 0 0 0,0 0 0 0 0,0 0 0 0 0,0 0 0 0 0,0-1 0 0 0,0 1 1 0 0,0 0-1 0 0,0 0 0 0 0,0 0 0 0 0,0 0 0 0 0,0 0 0 0 0,0 0 0 0 0,0 0 0 0 0,0 0 0 0 0,0 0 1 0 0,0 0-1 0 0,0 0 0 0 0,-1 0 0 0 0,1 0 0 0 0,0 0 0 0 0,0 0 0 0 0,0 0 0 0 0,0-1 0 0 0,0 1 1 0 0,0 0-1 0 0,0 0 0 0 0,0 0 0 0 0,0 0 0 0 0,0 0 0 0 0,0 0 0 0 0,0 0 0 0 0,0 0 0 0 0,0 0 1 0 0,0 0-1 0 0,0 0 0 0 0,-1 0 0 0 0,1 0 0 0 0,0 0 0 0 0,0 0 0 0 0,0 0 0 0 0,0 0 0 0 0,0 0 1 0 0,0 0-1 0 0,0 0 0 0 0,0 0 0 0 0,0 0 0 0 0,0 0 0 0 0,0 0 0 0 0,0 0 0 0 0,0 0 0 0 0,0 0 1 0 0,0 0-1 0 0,-1 1 0 0 0,1-1 0 0 0,0 0 0 0 0,0 0 0 0 0,0 0 0 0 0,0 0 0 0 0,0 0 0 0 0,1-10 26 0 0,2-8-14 0 0,8-13-4 0 0,0 1 1 0 0,2 1 0 0 0,26-44-1 0 0,-22 32-13 0 0,-15 32 7 0 0,2 1 1 0 0,-1 0-1 0 0,7-12 1 0 0,-10 20-3 0 0,15-26-7 0 0,2 1 1 0 0,1 1-1 0 0,22-24 0 0 0,-39 47 12 0 0,0-1-1 0 0,0 1 0 0 0,0 0 0 0 0,1 0 0 0 0,-1 0 0 0 0,0 0 0 0 0,1 1 0 0 0,-1-1 0 0 0,1 0 0 0 0,-1 1 0 0 0,1-1 0 0 0,-1 1 1 0 0,1-1-1 0 0,0 1 0 0 0,-1 0 0 0 0,3-1 0 0 0,-4 1-1 0 0,1 0 1 0 0,0 1-1 0 0,0-1 1 0 0,0 0-1 0 0,0 0 1 0 0,0 1-1 0 0,0-1 1 0 0,-1 0-1 0 0,1 1 1 0 0,0-1-1 0 0,0 1 1 0 0,-1-1-1 0 0,1 1 0 0 0,0-1 1 0 0,0 1-1 0 0,-1 0 1 0 0,1-1-1 0 0,-1 1 1 0 0,1 0-1 0 0,-1-1 1 0 0,1 1-1 0 0,-1 0 1 0 0,1 0-1 0 0,-1 0 1 0 0,1-1-1 0 0,-1 1 1 0 0,0 0-1 0 0,1 2 1 0 0,14 65 145 0 0,-11-46-83 0 0,1 0 1 0 0,11 30 0 0 0,-11-41-55 0 0,1 8 21 0 0,2-1 1 0 0,1 0-1 0 0,0 0 1 0 0,15 21-1 0 0,-18-31 1204 0 0,-2 3-5431 0 0,-4-11 3956 0 0,-1 1 0 0 0,1-1-1 0 0,0 1 1 0 0,0-1-1 0 0,-1 1 1 0 0,1-1 0 0 0,0 0-1 0 0,0 1 1 0 0,-1-1-1 0 0,1 1 1 0 0,0-1 0 0 0,-1 0-1 0 0,1 1 1 0 0,-1-1-1 0 0,1 0 1 0 0,0 0 0 0 0,-1 1-1 0 0,1-1 1 0 0,-1 0 0 0 0,1 0-1 0 0,-1 0 1 0 0,1 1-1 0 0,-1-1 1 0 0,1 0 0 0 0,0 0-1 0 0,-1 0 1 0 0,1 0-1 0 0,-1 0 1 0 0,1 0 0 0 0,-1 0-1 0 0,1 0 1 0 0,-1 0-1 0 0,1 0 1 0 0,-1 0 0 0 0,1 0-1 0 0,-1-1 1 0 0,0 1-1 0 0,-19-1-2912 0 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1"/>
    </inkml:context>
    <inkml:brush xml:id="br0">
      <inkml:brushProperty name="width" value="0.05" units="cm"/>
      <inkml:brushProperty name="height" value="0.05" units="cm"/>
    </inkml:brush>
  </inkml:definitions>
  <inkml:trace contextRef="#ctx0" brushRef="#br0">6 110 8770 0 0,'-6'-9'6444'0'0,"10"7"-6251"0"0,-1-1 0 0 0,1 1 0 0 0,0 1 0 0 0,0-1 0 0 0,-1 0 1 0 0,1 1-1 0 0,0 0 0 0 0,1 0 0 0 0,4 0 0 0 0,8-3 144 0 0,187-42 249 0 0,-65 24-3278 0 0,-85 14 148 0 0,-24 4-550 0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2"/>
    </inkml:context>
    <inkml:brush xml:id="br0">
      <inkml:brushProperty name="width" value="0.05" units="cm"/>
      <inkml:brushProperty name="height" value="0.05" units="cm"/>
    </inkml:brush>
  </inkml:definitions>
  <inkml:trace contextRef="#ctx0" brushRef="#br0">239 171 3113 0 0,'0'0'453'0'0,"6"-18"6801"0"0,-1 7-6281 0 0,0-1 0 0 0,-1 1 1 0 0,-1-1-1 0 0,0 0 1 0 0,-1 0-1 0 0,0 0 0 0 0,0-16 1 0 0,-2 28-971 0 0,0 0 1 0 0,0 1 0 0 0,0-1 0 0 0,0 0 0 0 0,0 0-1 0 0,-1 0 1 0 0,1 0 0 0 0,0 0 0 0 0,0 1-1 0 0,0-1 1 0 0,0 0 0 0 0,0 0 0 0 0,0 0-1 0 0,-1 0 1 0 0,1 0 0 0 0,0 0 0 0 0,0 0 0 0 0,0 0-1 0 0,0 0 1 0 0,-1 1 0 0 0,1-1 0 0 0,0 0-1 0 0,0 0 1 0 0,0 0 0 0 0,0 0 0 0 0,-1 0 0 0 0,1 0-1 0 0,0 0 1 0 0,0 0 0 0 0,0 0 0 0 0,0 0-1 0 0,-1 0 1 0 0,1-1 0 0 0,0 1 0 0 0,0 0-1 0 0,0 0 1 0 0,0 0 0 0 0,-1 0 0 0 0,1 0 0 0 0,0 0-1 0 0,0 0 1 0 0,0 0 0 0 0,0 0 0 0 0,0 0-1 0 0,-1-1 1 0 0,1 1 0 0 0,0 0 0 0 0,0 0 0 0 0,0 0-1 0 0,0 0 1 0 0,0 0 0 0 0,0-1 0 0 0,0 1-1 0 0,0 0 1 0 0,0 0 0 0 0,-1 0 0 0 0,1 0-1 0 0,0-1 1 0 0,0 1 0 0 0,0 0 0 0 0,0 0 0 0 0,0 0-1 0 0,0 0 1 0 0,0-1 0 0 0,-10 14 61 0 0,-52 130 257 0 0,2-4-66 0 0,31-75 26 0 0,-31 101 1 0 0,51-136-87 0 0,-1 2-15 0 0,6-15-43 0 0,-1 0-1 0 0,-9 17 1 0 0,29-112 50 0 0,4 21-184 0 0,3 1 1 0 0,50-92-1 0 0,-43 91-39 0 0,-27 55 32 0 0,3-8-6 0 0,0 1 1 0 0,6-20-1 0 0,-10 26 5 0 0,1 1 1 0 0,0-1-1 0 0,0 1 0 0 0,0-1 1 0 0,0 1-1 0 0,0-1 0 0 0,1 1 1 0 0,-1 0-1 0 0,5-3 0 0 0,33-29-30 0 0,-5 5 54 0 0,-23 19 5 0 0,1 0 0 0 0,0 1 0 0 0,1 1 0 0 0,0 0 0 0 0,0 1 0 0 0,1 0 0 0 0,0 1 0 0 0,1 1 0 0 0,-1 0 0 0 0,32-6 0 0 0,2-5 37 0 0,-44 14-62 0 0,1 1 1 0 0,0-1-1 0 0,-1 1 0 0 0,1 0 0 0 0,0 0 0 0 0,0 1 1 0 0,0 0-1 0 0,0 0 0 0 0,0 0 0 0 0,0 1 1 0 0,1 0-1 0 0,-1 0 0 0 0,0 0 0 0 0,0 1 0 0 0,7 2 1 0 0,-10-1-3 0 0,-1 0 1 0 0,0 1 0 0 0,1-1 0 0 0,-1 1 0 0 0,0-1 0 0 0,0 1 0 0 0,-1 0-1 0 0,1 0 1 0 0,0 0 0 0 0,1 6 0 0 0,-3-9 0 0 0,2 6 7 0 0,0-1-1 0 0,0 1 1 0 0,-1-1-1 0 0,0 1 1 0 0,0-1-1 0 0,-1 1 1 0 0,1 0-1 0 0,-1 0 1 0 0,0-1-1 0 0,-1 1 1 0 0,1 0-1 0 0,-1-1 1 0 0,-1 1-1 0 0,-2 10 0 0 0,-1-4 19 0 0,0 0-1 0 0,0 0 0 0 0,-1 0 0 0 0,0-1 0 0 0,-13 17 1 0 0,5-8-3 0 0,10-14-5 0 0,1 0 1 0 0,-2-1 0 0 0,1 1 0 0 0,-1-1 0 0 0,1 0-1 0 0,-11 8 1 0 0,6-6 13 0 0,-1 0 1 0 0,0 0-1 0 0,-1-1 0 0 0,0-1 0 0 0,0 1 0 0 0,0-2 1 0 0,-18 6-1 0 0,24-9-8 0 0,0 1 0 0 0,1-1 0 0 0,-1 1 0 0 0,1 1 0 0 0,-6 2 0 0 0,7-3-8 0 0,0 0-1 0 0,-1 0 0 0 0,1 0 0 0 0,0-1 1 0 0,-1 0-1 0 0,0 1 0 0 0,1-1 1 0 0,-1 0-1 0 0,0-1 0 0 0,-6 1 0 0 0,-4-2 7 0 0,4 0 51 0 0,10 1-71 0 0,0 0 0 0 0,0 0 0 0 0,0 0 0 0 0,-1 0 0 0 0,1 0-1 0 0,0 0 1 0 0,0 0 0 0 0,0 0 0 0 0,0 0 0 0 0,0 0 0 0 0,0 0-1 0 0,0 0 1 0 0,0 0 0 0 0,0 0 0 0 0,0 1 0 0 0,0-1 0 0 0,0 0-1 0 0,0 0 1 0 0,0 0 0 0 0,0 0 0 0 0,0 0 0 0 0,-1 0 0 0 0,1 0-1 0 0,0 0 1 0 0,0 1 0 0 0,0-1 0 0 0,0 0 0 0 0,0 0 0 0 0,0 0-1 0 0,0 0 1 0 0,0 0 0 0 0,0 0 0 0 0,1 0 0 0 0,-1 0 0 0 0,0 0-1 0 0,0 1 1 0 0,0-1 0 0 0,0 0 0 0 0,0 0 0 0 0,0 0-1 0 0,0 0 1 0 0,0 0 0 0 0,0 0 0 0 0,0 0 0 0 0,0 0 0 0 0,0 0-1 0 0,0 0 1 0 0,0 1 0 0 0,0-1 0 0 0,0 0 0 0 0,1 0 0 0 0,-1 0-1 0 0,0 0 1 0 0,0 0 0 0 0,0 0 0 0 0,0 0 0 0 0,0 0 0 0 0,0 0-1 0 0,0 0 1 0 0,0 0 0 0 0,1 0 0 0 0,-1 0 0 0 0,0 0 0 0 0,0 0-1 0 0,5 4-13 0 0,0 1-1 0 0,1-1 1 0 0,-1-1-1 0 0,10 5 0 0 0,14 10 26 0 0,-19-10-4 0 0,2-1 0 0 0,-1 0 1 0 0,1-1-1 0 0,0-1 0 0 0,0 1 0 0 0,0-2 1 0 0,1 0-1 0 0,20 4 0 0 0,-27-6 1 0 0,0-1-1 0 0,-1 1 0 0 0,1 1 1 0 0,-1-1-1 0 0,6 4 1 0 0,-5-2-1 0 0,-1-1 0 0 0,1-1 0 0 0,0 1 0 0 0,13 3 0 0 0,31-1 56 0 0,-46-5-37 0 0,0 0 0 0 0,0 0 0 0 0,0-1 0 0 0,0 1 0 0 0,0-1 0 0 0,0 0 0 0 0,-1 0 0 0 0,1 0 0 0 0,0 0 0 0 0,5-3 1 0 0,-9 4-29 0 0,1-1 1 0 0,0 1-1 0 0,0-1 1 0 0,-1 0 0 0 0,1 1-1 0 0,0-1 1 0 0,-1 0-1 0 0,1 0 1 0 0,-1 1 0 0 0,1-1-1 0 0,-1 0 1 0 0,1 0-1 0 0,-1 0 1 0 0,0 0 0 0 0,1 1-1 0 0,-1-1 1 0 0,0 0-1 0 0,0 0 1 0 0,0 0 0 0 0,0 0-1 0 0,1 0 1 0 0,-1 0-1 0 0,0 0 1 0 0,0 0 0 0 0,-1-1-1 0 0,1 0-19 0 0,0 2 133 0 0,-9 0-266 0 0,-6-1-2181 0 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3"/>
    </inkml:context>
    <inkml:brush xml:id="br0">
      <inkml:brushProperty name="width" value="0.05" units="cm"/>
      <inkml:brushProperty name="height" value="0.05" units="cm"/>
    </inkml:brush>
  </inkml:definitions>
  <inkml:trace contextRef="#ctx0" brushRef="#br0">10 61 6473 0 0,'-9'-5'12287'0'0,"9"4"-12186"0"0,1 0 0 0 0,0 0 0 0 0,0 0 0 0 0,-1 0 0 0 0,1 0 0 0 0,0 1 0 0 0,0-1 0 0 0,0 0 0 0 0,0 0 0 0 0,0 1 0 0 0,0-1 0 0 0,0 1 0 0 0,0-1 0 0 0,0 1 0 0 0,1-1 0 0 0,1 0 0 0 0,1 0-30 0 0,16-7 52 0 0,0 1 0 0 0,1 0 0 0 0,1 2-1 0 0,-1 0 1 0 0,22-1 0 0 0,21 2-8524 0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4"/>
    </inkml:context>
    <inkml:brush xml:id="br0">
      <inkml:brushProperty name="width" value="0.05" units="cm"/>
      <inkml:brushProperty name="height" value="0.05" units="cm"/>
    </inkml:brush>
  </inkml:definitions>
  <inkml:trace contextRef="#ctx0" brushRef="#br0">0 80 12923 0 0,'0'0'604'0'0,"10"0"3558"0"0,18 0-3650 0 0,-1-2 0 0 0,1-1-1 0 0,-1-2 1 0 0,44-12 0 0 0,-12-3-2910 0 0,-3-6-3424 0 0,-45 19 2948 0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5"/>
    </inkml:context>
    <inkml:brush xml:id="br0">
      <inkml:brushProperty name="width" value="0.05" units="cm"/>
      <inkml:brushProperty name="height" value="0.05" units="cm"/>
    </inkml:brush>
  </inkml:definitions>
  <inkml:trace contextRef="#ctx0" brushRef="#br0">116 139 9498 0 0,'-2'-20'3442'0'0,"2"-18"330"0"0,0 37-3667 0 0,0-1 0 0 0,0 1-1 0 0,1 0 1 0 0,-1-1 0 0 0,1 1 0 0 0,-1 0-1 0 0,1-1 1 0 0,0 1 0 0 0,-1 0 0 0 0,1-1-1 0 0,0 1 1 0 0,0 0 0 0 0,0 0 0 0 0,0 0-1 0 0,0 0 1 0 0,0 0 0 0 0,0 0 0 0 0,0 0-1 0 0,0 0 1 0 0,0 0 0 0 0,1 1 0 0 0,1-2-1 0 0,8-2 138 0 0,1 1 0 0 0,0 0 0 0 0,0 0 0 0 0,15 0 0 0 0,-17 2-144 0 0,0 0-1 0 0,0-1 1 0 0,0 0 0 0 0,-1 0 0 0 0,1-1-1 0 0,16-8 1 0 0,-21 9-88 0 0,0-1 0 0 0,1 1 0 0 0,-1 0 0 0 0,1 1 0 0 0,-1-1 0 0 0,1 1 0 0 0,7-1 0 0 0,-11 2-12 0 0,0-1 0 0 0,0 1 0 0 0,0 0-1 0 0,0 0 1 0 0,-1 0 0 0 0,1 1 0 0 0,0-1 0 0 0,0 0 0 0 0,0 1-1 0 0,0-1 1 0 0,0 1 0 0 0,-1-1 0 0 0,1 1 0 0 0,0 0 0 0 0,0 0-1 0 0,-1 0 1 0 0,1 0 0 0 0,-1 0 0 0 0,1 0 0 0 0,-1 0 0 0 0,1 1-1 0 0,-1-1 1 0 0,0 0 0 0 0,1 1 0 0 0,-1-1 0 0 0,1 3-1 0 0,0-1 4 0 0,-1 1 0 0 0,1 0 0 0 0,-1-1 0 0 0,0 1 0 0 0,0 0 0 0 0,0 0-1 0 0,-1 0 1 0 0,1 0 0 0 0,-1 0 0 0 0,0 0 0 0 0,0 0 0 0 0,-1 4-1 0 0,-1 3 10 0 0,-1-1-1 0 0,0 1 0 0 0,-4 9 1 0 0,-4 11 12 0 0,8-23-16 0 0,0 0 0 0 0,0-1 0 0 0,-1 1 0 0 0,0-1 1 0 0,-1 0-1 0 0,1 0 0 0 0,-2 0 0 0 0,1 0 0 0 0,-10 8 0 0 0,-8 6 25 0 0,-33 23 0 0 0,10-9 57 0 0,17-13-70 0 0,-23 20 19 0 0,48-39-39 0 0,1 0 0 0 0,0 1 0 0 0,0 0 1 0 0,0-1-1 0 0,0 1 0 0 0,0 0 0 0 0,1 1 0 0 0,0-1 0 0 0,0 0 0 0 0,-3 8 1 0 0,0 0-10 0 0,-2 5 56 0 0,7-17-42 0 0,0 1 1 0 0,0 0-1 0 0,0-1 1 0 0,1 1-1 0 0,-1-1 0 0 0,0 1 1 0 0,0 0-1 0 0,0-1 1 0 0,1 1-1 0 0,-1-1 1 0 0,0 1-1 0 0,1 0 1 0 0,-1-1-1 0 0,0 1 1 0 0,1-1-1 0 0,-1 1 1 0 0,1-1-1 0 0,-1 0 1 0 0,1 1-1 0 0,-1-1 1 0 0,1 1-1 0 0,-1-1 0 0 0,1 0 1 0 0,-1 1-1 0 0,1-1 1 0 0,-1 0-1 0 0,1 0 1 0 0,0 1-1 0 0,9 2 4 0 0,-1 0-1 0 0,0-1 0 0 0,1 0 1 0 0,-1-1-1 0 0,1 0 1 0 0,-1 0-1 0 0,1-1 0 0 0,0-1 1 0 0,-1 1-1 0 0,1-1 1 0 0,0-1-1 0 0,-1 0 0 0 0,0 0 1 0 0,1-1-1 0 0,-1 0 0 0 0,0-1 1 0 0,0 0-1 0 0,11-7 1 0 0,-18 10 1 0 0,0-1-1 0 0,0 1 1 0 0,0-1 0 0 0,0 0 0 0 0,-1 1 0 0 0,1-1 0 0 0,0 0 0 0 0,-1 0 0 0 0,0-1 0 0 0,1 1-1 0 0,-1 0 1 0 0,0 0 0 0 0,0 0 0 0 0,0-1 0 0 0,-1 1 0 0 0,1-1 0 0 0,-1 1 0 0 0,1 0 0 0 0,-1-1-1 0 0,0 1 1 0 0,1-1 0 0 0,-1 1 0 0 0,-1-5 0 0 0,-1-4 3 0 0,0 0-1 0 0,0 1 1 0 0,-1-1-1 0 0,-5-11 1 0 0,0 1 17 0 0,7 17-25 0 0,-1 0 0 0 0,0 0 0 0 0,0 0 0 0 0,0 0 0 0 0,-1 1 0 0 0,1-1 0 0 0,-1 1 0 0 0,0 0 0 0 0,1 0 0 0 0,-7-5 0 0 0,-38-26 51 0 0,17 14-18 0 0,17 10-60 0 0,-1 1 1 0 0,0 1-1 0 0,-1 0 0 0 0,-19-7 0 0 0,31 14 19 0 0,-1 0-1 0 0,1 1 1 0 0,0-1-1 0 0,0 0 1 0 0,0 1-1 0 0,-1 0 0 0 0,1 0 1 0 0,-4 0-1 0 0,6 0-22 0 0,0 1 0 0 0,-1-1 0 0 0,1 0 0 0 0,0 0 0 0 0,0 1 0 0 0,-1-1 0 0 0,1 0 0 0 0,0 1-1 0 0,0-1 1 0 0,0 1 0 0 0,0 0 0 0 0,0-1 0 0 0,0 1 0 0 0,0 0 0 0 0,0 0 0 0 0,0 0 0 0 0,0 0 0 0 0,0 0 0 0 0,0 0-1 0 0,0 0 1 0 0,1 0 0 0 0,-2 1 0 0 0,-4 9-907 0 0,5-10 355 0 0,0 1 0 0 0,0 0 0 0 0,0 0-1 0 0,0 0 1 0 0,0-1 0 0 0,1 1 0 0 0,-1 0-1 0 0,1 0 1 0 0,-1 0 0 0 0,1 0 0 0 0,-1 3 0 0 0,1 1-1980 0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6"/>
    </inkml:context>
    <inkml:brush xml:id="br0">
      <inkml:brushProperty name="width" value="0.05" units="cm"/>
      <inkml:brushProperty name="height" value="0.05" units="cm"/>
    </inkml:brush>
  </inkml:definitions>
  <inkml:trace contextRef="#ctx0" brushRef="#br0">0 19 16724 0 0,'0'0'213'0'0,"7"-2"482"0"0,-9-8-6215 0 0,2 3 1474 0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7"/>
    </inkml:context>
    <inkml:brush xml:id="br0">
      <inkml:brushProperty name="width" value="0.05" units="cm"/>
      <inkml:brushProperty name="height" value="0.05" units="cm"/>
    </inkml:brush>
  </inkml:definitions>
  <inkml:trace contextRef="#ctx0" brushRef="#br0">18 27 11707 0 0,'0'0'1174'0'0,"-17"-12"4842"0"0,101 5-4370 0 0,-10 0-1297 0 0,-61 7-277 0 0,49 0 89 0 0,-56 1-157 0 0,-1 0 0 0 0,1 0 0 0 0,-1 0 0 0 0,0 0 0 0 0,0 1 0 0 0,0 0 0 0 0,0 0 0 0 0,0 0 0 0 0,5 3 0 0 0,-8-3 3 0 0,0 1 1 0 0,0-1 0 0 0,-1 0 0 0 0,1 0 0 0 0,-1 1 0 0 0,1-1 0 0 0,-1 1 0 0 0,0-1 0 0 0,1 6 0 0 0,2 0 6 0 0,-2-1 7 0 0,1 1 1 0 0,-1-1-1 0 0,0 0 1 0 0,-1 1-1 0 0,0-1 1 0 0,0 1-1 0 0,-1-1 1 0 0,0 1 0 0 0,0-1-1 0 0,-1 1 1 0 0,0-1-1 0 0,0 1 1 0 0,0-1-1 0 0,-5 13 1 0 0,-4 8 80 0 0,-1-1 1 0 0,-20 36-1 0 0,25-51-72 0 0,-20 33 81 0 0,-6 13-41 0 0,27-50-267 0 0,1 0 0 0 0,-1 0 0 0 0,0-1-1 0 0,-1 1 1 0 0,0-2 0 0 0,0 1 0 0 0,0-1 0 0 0,-1 1-1 0 0,0-2 1 0 0,-13 10 0 0 0,-7 5-3816 0 0,19-14 1467 0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8"/>
    </inkml:context>
    <inkml:brush xml:id="br0">
      <inkml:brushProperty name="width" value="0.05" units="cm"/>
      <inkml:brushProperty name="height" value="0.05" units="cm"/>
    </inkml:brush>
  </inkml:definitions>
  <inkml:trace contextRef="#ctx0" brushRef="#br0">1 416 16724 0 0,'0'0'449'0'0,"0"-1"-397"0"0,1-1 0 0 0,-1 1 0 0 0,0 0 0 0 0,1-1 1 0 0,0 1-1 0 0,-1-1 0 0 0,1 1 0 0 0,0 0 0 0 0,0-1 0 0 0,0 1 0 0 0,1-2 0 0 0,20-12 249 0 0,1 0 0 0 0,0 2 0 0 0,49-21 0 0 0,-55 26-246 0 0,232-104-2268 0 0,-230 103 1805 0 0,41-19-4431 0 0,-49 23 2586 0 0,0-1 1 0 0,-1-1 0 0 0,13-11-1 0 0,-20 15 2640 0 0,0 0 0 0 0,-1-1-1 0 0,0 1 1 0 0,1-1 0 0 0,-1 0 0 0 0,-1 0-1 0 0,1 0 1 0 0,0 0 0 0 0,-1 0 0 0 0,0 0-1 0 0,0 0 1 0 0,0 0 0 0 0,0-8 0 0 0,-1 7 210 0 0,1 1 1 0 0,-1-1 0 0 0,1 1-1 0 0,0-1 1 0 0,1 1 0 0 0,-1 0-1 0 0,1-1 1 0 0,-1 1 0 0 0,1 0-1 0 0,1 0 1 0 0,-1 0 0 0 0,4-4-1 0 0,-6 8-499 0 0,1-1 0 0 0,-1 1 0 0 0,0-1 0 0 0,1 1 0 0 0,-1-1 0 0 0,1 1 0 0 0,-1-1 0 0 0,1 1 0 0 0,0-1 0 0 0,-1 1 0 0 0,1 0 0 0 0,-1 0 0 0 0,1-1 0 0 0,0 1 0 0 0,-1 0-1 0 0,1 0 1 0 0,0-1 0 0 0,-1 1 0 0 0,1 0 0 0 0,0 0 0 0 0,-1 0 0 0 0,1 0 0 0 0,0 0 0 0 0,-1 0 0 0 0,1 0 0 0 0,0 0 0 0 0,-1 1 0 0 0,1-1 0 0 0,0 0 0 0 0,-1 0 0 0 0,1 0 0 0 0,-1 1-1 0 0,1-1 1 0 0,0 0 0 0 0,-1 1 0 0 0,1-1 0 0 0,-1 0 0 0 0,1 1 0 0 0,-1-1 0 0 0,1 1 0 0 0,-1-1 0 0 0,1 1 0 0 0,-1-1 0 0 0,1 1 0 0 0,-1-1 0 0 0,0 1 0 0 0,1 0 0 0 0,-1-1 0 0 0,0 1-1 0 0,0-1 1 0 0,1 1 0 0 0,-1 0 0 0 0,0-1 0 0 0,0 2 0 0 0,2 4-35 0 0,0 0-1 0 0,0 1 1 0 0,-1-1 0 0 0,2 8-1 0 0,-2 10 9 0 0,0 0 0 0 0,-1 0 0 0 0,-1 0-1 0 0,-2 0 1 0 0,0 0 0 0 0,-10 35 0 0 0,-5 0-874 0 0,-33 74 1 0 0,42-114 104 0 0,4-8-1371 0 0,0 0 1 0 0,-5 22 0 0 0,9-26-549 0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79"/>
    </inkml:context>
    <inkml:brush xml:id="br0">
      <inkml:brushProperty name="width" value="0.05" units="cm"/>
      <inkml:brushProperty name="height" value="0.05" units="cm"/>
    </inkml:brush>
  </inkml:definitions>
  <inkml:trace contextRef="#ctx0" brushRef="#br0">143 79 15211 0 0,'-2'-3'122'0'0,"0"1"0"0"0,1 0-1 0 0,-1-1 1 0 0,1 0 0 0 0,-1 1-1 0 0,1-1 1 0 0,0 0 0 0 0,0 1-1 0 0,0-1 1 0 0,1 0 0 0 0,-2-5-1 0 0,0-33 3483 0 0,6 51-2895 0 0,-3 10-641 0 0,-1-1 0 0 0,-1 1 0 0 0,-1-1 0 0 0,-1 1-1 0 0,0-1 1 0 0,-2 0 0 0 0,-12 37 0 0 0,1-17-938 0 0,-1-1 0 0 0,-40 63 0 0 0,48-85-8138 0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80"/>
    </inkml:context>
    <inkml:brush xml:id="br0">
      <inkml:brushProperty name="width" value="0.05" units="cm"/>
      <inkml:brushProperty name="height" value="0.05" units="cm"/>
    </inkml:brush>
  </inkml:definitions>
  <inkml:trace contextRef="#ctx0" brushRef="#br0">243 85 6753 0 0,'19'-26'6460'0'0,"-18"25"-6253"0"0,-1 0-1 0 0,1 0 0 0 0,0 0 1 0 0,0 0-1 0 0,-1 0 0 0 0,1-1 1 0 0,-1 1-1 0 0,1 0 0 0 0,-1-1 1 0 0,0 1-1 0 0,0 0 0 0 0,1-1 1 0 0,-1 1-1 0 0,0 0 0 0 0,0-1 1 0 0,0 1-1 0 0,0 0 0 0 0,0-1 1 0 0,-1 1-1 0 0,1-2 0 0 0,-10-1 520 0 0,2 3-622 0 0,1 0 0 0 0,-1 1-1 0 0,0-1 1 0 0,0 1 0 0 0,0 1 0 0 0,1 0 0 0 0,-1 0 0 0 0,0 0 0 0 0,1 1-1 0 0,-1 0 1 0 0,1 1 0 0 0,-1 0 0 0 0,1 0 0 0 0,-12 7 0 0 0,14-7-51 0 0,-7 3 104 0 0,1 1 0 0 0,-17 13 0 0 0,23-16-129 0 0,1 0 0 0 0,0 1-1 0 0,0-1 1 0 0,1 1 0 0 0,-1 0-1 0 0,1 0 1 0 0,0 0-1 0 0,-4 10 1 0 0,-4 22 36 0 0,10-30-56 0 0,0-1 0 0 0,-1 0 1 0 0,0 0-1 0 0,-5 12 0 0 0,4-14 3 0 0,1 0 0 0 0,0 0-1 0 0,1 0 1 0 0,-1 0-1 0 0,1 0 1 0 0,0 1 0 0 0,-1 4-1 0 0,2-8-25 0 0,-1 0-1 0 0,1 0 1 0 0,0 0 0 0 0,0 0-1 0 0,0 1 1 0 0,1-1-1 0 0,-1 0 1 0 0,0 0 0 0 0,0 0-1 0 0,0 0 1 0 0,1 0-1 0 0,-1 0 1 0 0,1 0 0 0 0,-1 0-1 0 0,1 0 1 0 0,-1 0-1 0 0,1 0 1 0 0,0 0 0 0 0,-1 0-1 0 0,1 0 1 0 0,0-1-1 0 0,0 1 1 0 0,-1 0 0 0 0,1 0-1 0 0,0-1 1 0 0,0 1-1 0 0,0 0 1 0 0,0-1 0 0 0,0 1-1 0 0,0-1 1 0 0,0 1-1 0 0,0-1 1 0 0,2 1 0 0 0,4 0-127 0 0,1 1 0 0 0,0-1 1 0 0,0 0-1 0 0,0-1 1 0 0,0 0-1 0 0,0 0 0 0 0,0-1 1 0 0,0 0-1 0 0,0 0 1 0 0,0-1-1 0 0,12-4 0 0 0,6-4-445 0 0,-1 0 0 0 0,27-16 0 0 0,-9 10-69 0 0,-34 13 498 0 0,0 0 0 0 0,0-1 1 0 0,-1 0-1 0 0,11-6 1 0 0,184-148-2945 0 0,-192 148 3195 0 0,1-3 748 0 0,-11 12-753 0 0,-1 1 0 0 0,0 0 0 0 0,1 0-1 0 0,-1-1 1 0 0,0 1 0 0 0,1 0 0 0 0,-1-1 0 0 0,0 1-1 0 0,0 0 1 0 0,1-1 0 0 0,-1 1 0 0 0,0 0 0 0 0,0-1-1 0 0,0 1 1 0 0,0 0 0 0 0,0-1 0 0 0,1 1 0 0 0,-1-1-1 0 0,0 1 1 0 0,0 0 0 0 0,0-1 0 0 0,0 1 0 0 0,0-1 0 0 0,0 1-1 0 0,0-1 1 0 0,0 1 0 0 0,0 0 0 0 0,-1-1 0 0 0,1 1-1 0 0,0-1 1 0 0,0 1 0 0 0,0 0 0 0 0,0-1 0 0 0,0 1-1 0 0,-1-1 1 0 0,-16 8 1633 0 0,16-6-1674 0 0,-1-1 0 0 0,1 1 0 0 0,-1 0 0 0 0,1 0 1 0 0,-1 0-1 0 0,1 0 0 0 0,0 0 0 0 0,-1 0 1 0 0,1 1-1 0 0,0-1 0 0 0,0 0 0 0 0,0 1 1 0 0,0-1-1 0 0,0 0 0 0 0,0 1 0 0 0,0-1 0 0 0,0 3 1 0 0,-9 32 684 0 0,8-29-576 0 0,1-1-1 0 0,-1 1 1 0 0,0-1 0 0 0,-3 7-1 0 0,-3 2 168 0 0,2 0 0 0 0,0 0 0 0 0,0 1 1 0 0,2-1-1 0 0,0 1 0 0 0,-4 31 0 0 0,8-45-309 0 0,0 0 0 0 0,0 0 0 0 0,0-1 0 0 0,0 1 1 0 0,-1 0-1 0 0,1-1 0 0 0,-1 1 0 0 0,1 0 0 0 0,-1-1 0 0 0,1 1 0 0 0,-1-1 0 0 0,0 1 1 0 0,0-1-1 0 0,0 1 0 0 0,0-1 0 0 0,0 1 0 0 0,0-1 0 0 0,0 0 0 0 0,0 0 1 0 0,0 1-1 0 0,-1-1 0 0 0,1 0 0 0 0,0 0 0 0 0,-1 0 0 0 0,1-1 0 0 0,-1 1 1 0 0,1 0-1 0 0,-1 0 0 0 0,1-1 0 0 0,-1 1 0 0 0,0-1 0 0 0,1 1 0 0 0,-1-1 0 0 0,-2 0 1 0 0,-1 1-35 0 0,0 0 0 0 0,0 0 0 0 0,0 1 0 0 0,1-1 0 0 0,-1 1 0 0 0,-4 3 0 0 0,4-3-55 0 0,1 0 0 0 0,-1 0 0 0 0,0 0 0 0 0,1-1 0 0 0,-1 1 0 0 0,-9 0 0 0 0,8-2-181 0 0,-1 1-1 0 0,1-2 0 0 0,0 1 1 0 0,-1-1-1 0 0,1 1 0 0 0,0-2 0 0 0,-9-2 1 0 0,12 3-224 0 0,-1 0 0 0 0,1-1 0 0 0,0 1 0 0 0,0-1 1 0 0,0 0-1 0 0,1 0 0 0 0,-1 0 0 0 0,0 0 0 0 0,1 0 0 0 0,0 0 1 0 0,-1-1-1 0 0,1 0 0 0 0,0 1 0 0 0,-3-7 0 0 0,-2-6-3062 0 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81"/>
    </inkml:context>
    <inkml:brush xml:id="br0">
      <inkml:brushProperty name="width" value="0.05" units="cm"/>
      <inkml:brushProperty name="height" value="0.05" units="cm"/>
    </inkml:brush>
  </inkml:definitions>
  <inkml:trace contextRef="#ctx0" brushRef="#br0">1 126 11442 0 0,'1'-1'190'0'0,"1"0"0"0"0,-1-1 0 0 0,1 1 0 0 0,-1-1 0 0 0,0 1-1 0 0,0-1 1 0 0,0 0 0 0 0,0 1 0 0 0,0-1 0 0 0,1-3 0 0 0,1 1 30 0 0,1-2 40 0 0,1 1 1 0 0,0-1 0 0 0,0 1-1 0 0,0 0 1 0 0,1 0-1 0 0,0 1 1 0 0,0 0-1 0 0,0 0 1 0 0,0 0-1 0 0,1 1 1 0 0,13-5-1 0 0,22-14 890 0 0,-38 19-1067 0 0,0 1 0 0 0,0-1 1 0 0,0 1-1 0 0,0 0 1 0 0,1 0-1 0 0,-1 1 0 0 0,0-1 1 0 0,1 1-1 0 0,-1 0 1 0 0,1 0-1 0 0,0 1 1 0 0,-1-1-1 0 0,1 1 0 0 0,0 0 1 0 0,-1 0-1 0 0,1 1 1 0 0,0-1-1 0 0,-1 1 0 0 0,10 3 1 0 0,-13-4-79 0 0,-1 1 0 0 0,1-1-1 0 0,0 1 1 0 0,0-1 0 0 0,-1 1 0 0 0,1 0 0 0 0,-1-1-1 0 0,1 1 1 0 0,-1 0 0 0 0,1-1 0 0 0,-1 1 0 0 0,1 0 0 0 0,-1 0-1 0 0,1 0 1 0 0,-1-1 0 0 0,0 1 0 0 0,0 0 0 0 0,1 0 0 0 0,-1 0-1 0 0,0 0 1 0 0,0 0 0 0 0,0 0 0 0 0,0 1 0 0 0,2 8 22 0 0,2 1-2 0 0,-1-4-1 0 0,0 1 0 0 0,0-1 0 0 0,-1 0 0 0 0,0 1 0 0 0,0 0 0 0 0,-1-1 0 0 0,0 1 0 0 0,-1 0 0 0 0,1 0 0 0 0,-2-1 0 0 0,1 1 0 0 0,-3 12 0 0 0,-6 11 137 0 0,-13 29 1 0 0,-4-12 52 0 0,19-38-118 0 0,0 1 1 0 0,1 1-1 0 0,-5 11 1 0 0,4 1 71 0 0,6-19-103 0 0,0 1 1 0 0,-1-1 0 0 0,0 1 0 0 0,0-1-1 0 0,-1 0 1 0 0,-3 7 0 0 0,5-11-50 0 0,1-1 0 0 0,-1 1 0 0 0,1-1 1 0 0,-1 1-1 0 0,1-1 0 0 0,0 1 0 0 0,-1-1 0 0 0,1 1 0 0 0,0 0 1 0 0,-1-1-1 0 0,1 1 0 0 0,0-1 0 0 0,0 1 0 0 0,-1 0 0 0 0,1-1 0 0 0,0 1 1 0 0,0 0-1 0 0,0-1 0 0 0,0 1 0 0 0,0 0 0 0 0,0-1 0 0 0,0 1 0 0 0,0 0 1 0 0,1-1-1 0 0,-1 1 0 0 0,0 0 0 0 0,0-1 0 0 0,0 1 0 0 0,1 0 1 0 0,-1-1-1 0 0,0 1 0 0 0,1-1 0 0 0,-1 1 0 0 0,0-1 0 0 0,1 1 0 0 0,-1-1 1 0 0,1 1-1 0 0,-1-1 0 0 0,1 1 0 0 0,-1-1 0 0 0,1 1 0 0 0,-1-1 1 0 0,1 0-1 0 0,0 1 0 0 0,-1-1 0 0 0,1 0 0 0 0,-1 1 0 0 0,1-1 0 0 0,0 0 1 0 0,-1 0-1 0 0,1 0 0 0 0,0 0 0 0 0,-1 0 0 0 0,1 0 0 0 0,0 0 0 0 0,0 0 1 0 0,7 1 21 0 0,0 0 1 0 0,0 0 0 0 0,13-2-1 0 0,-18 1-38 0 0,14-2 15 0 0,0 0 0 0 0,0-1 1 0 0,-1-1-1 0 0,1 0 0 0 0,-1-1 0 0 0,23-12 0 0 0,90-52-1145 0 0,-108 57 610 0 0,25-18-2410 0 0,-27 17-925 0 0,-14 10 209 0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82"/>
    </inkml:context>
    <inkml:brush xml:id="br0">
      <inkml:brushProperty name="width" value="0.05" units="cm"/>
      <inkml:brushProperty name="height" value="0.05" units="cm"/>
    </inkml:brush>
  </inkml:definitions>
  <inkml:trace contextRef="#ctx0" brushRef="#br0">62 141 2048 0 0,'0'-3'6068'0'0,"0"-5"-4474"0"0,1-2-1072 0 0,0-1 0 0 0,0 1 0 0 0,1 0 1 0 0,0-1-1 0 0,1 1 0 0 0,0 0 0 0 0,0 0 0 0 0,1 0 0 0 0,6-9 0 0 0,-10 19-498 0 0,0 0 0 0 0,0 0 0 0 0,0 0 0 0 0,0 0-1 0 0,0 0 1 0 0,0 0 0 0 0,0-1 0 0 0,0 1 0 0 0,0 0 0 0 0,0 0 0 0 0,0 0-1 0 0,0 0 1 0 0,0 0 0 0 0,0 0 0 0 0,0-1 0 0 0,0 1 0 0 0,0 0 0 0 0,0 0-1 0 0,0 0 1 0 0,0 0 0 0 0,0 0 0 0 0,0 0 0 0 0,1 0 0 0 0,-1 0-1 0 0,0 0 1 0 0,0-1 0 0 0,0 1 0 0 0,0 0 0 0 0,0 0 0 0 0,0 0 0 0 0,0 0-1 0 0,0 0 1 0 0,1 0 0 0 0,-1 0 0 0 0,0 0 0 0 0,0 0 0 0 0,0 0 0 0 0,0 0-1 0 0,0 0 1 0 0,0 0 0 0 0,1 0 0 0 0,-1 0 0 0 0,0 0 0 0 0,0 0 0 0 0,0 0-1 0 0,0 0 1 0 0,0 0 0 0 0,0 0 0 0 0,1 0 0 0 0,-1 0 0 0 0,0 0-1 0 0,0 0 1 0 0,0 0 0 0 0,0 0 0 0 0,0 1 0 0 0,0-1 0 0 0,0 0 0 0 0,0 0-1 0 0,1 0 1 0 0,-1 0 0 0 0,0 0 0 0 0,0 0 0 0 0,0 0 0 0 0,1 13 372 0 0,-5 15-320 0 0,-30 98 684 0 0,20-79-462 0 0,-12 68-1 0 0,16-37-7 0 0,1 110 0 0 0,9-188-272 0 0,0 1 0 0 0,0-1 0 0 0,0 0 0 0 0,0 1 0 0 0,0-1 0 0 0,0 0 0 0 0,0 1 0 0 0,0-1 0 0 0,1 1 0 0 0,-1-1 0 0 0,0 0 0 0 0,0 1 0 0 0,0-1 0 0 0,1 0-1 0 0,-1 1 1 0 0,0-1 0 0 0,0 0 0 0 0,1 0 0 0 0,-1 1 0 0 0,0-1 0 0 0,1 0 0 0 0,-1 0 0 0 0,0 1 0 0 0,1-1 0 0 0,-1 0 0 0 0,0 0 0 0 0,1 0 0 0 0,-1 1 0 0 0,0-1 0 0 0,1 0-1 0 0,-1 0 1 0 0,0 0 0 0 0,1 0 0 0 0,-1 0 0 0 0,1 0 0 0 0,-1 0 0 0 0,0 0 0 0 0,1 0 0 0 0,-1 0 0 0 0,1 0 0 0 0,-1 0 0 0 0,0 0 0 0 0,1 0 0 0 0,-1-1 0 0 0,1 1 0 0 0,-1 0-1 0 0,0 0 1 0 0,1 0 0 0 0,-1 0 0 0 0,0-1 0 0 0,1 1 0 0 0,-1 0 0 0 0,1-1 0 0 0,21-12 3 0 0,-19 11 30 0 0,5-4-38 0 0,0 0 0 0 0,0 0 0 0 0,-1-1 0 0 0,0 0 0 0 0,0 0 0 0 0,7-10 0 0 0,34-55 77 0 0,-25 35-63 0 0,-16 27-21 0 0,211-292 310 0 0,-187 263-314 0 0,32-33-6 0 0,-45 58-7631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83"/>
    </inkml:context>
    <inkml:brush xml:id="br0">
      <inkml:brushProperty name="width" value="0.05" units="cm"/>
      <inkml:brushProperty name="height" value="0.05" units="cm"/>
    </inkml:brush>
  </inkml:definitions>
  <inkml:trace contextRef="#ctx0" brushRef="#br0">156 97 5833 0 0,'0'-6'6601'0'0,"-3"-16"-3600"0"0,2 22-2966 0 0,0 0-1 0 0,1 0 0 0 0,-1 0 1 0 0,0 0-1 0 0,0 0 0 0 0,0 0 1 0 0,0 1-1 0 0,0-1 1 0 0,0 0-1 0 0,0 0 0 0 0,1 0 1 0 0,-1 1-1 0 0,0-1 0 0 0,0 1 1 0 0,0-1-1 0 0,0 1 0 0 0,1-1 1 0 0,-1 1-1 0 0,0-1 1 0 0,0 2-1 0 0,-14 11 55 0 0,2 3-11 0 0,2-1-1 0 0,0 2 1 0 0,1 0-1 0 0,0 0 1 0 0,1 1-1 0 0,-10 31 1 0 0,11-20-19 0 0,6-22-26 0 0,1-1 0 0 0,-1 0 0 0 0,-1 1 0 0 0,1-1 0 0 0,-5 7 0 0 0,5-9 26 0 0,1 0 0 0 0,-1-1 1 0 0,1 1-1 0 0,-1 0 0 0 0,1 0 0 0 0,0 0 0 0 0,1 0 0 0 0,-1 0 0 0 0,1 1 0 0 0,-1-1 0 0 0,1 0 0 0 0,1 5 0 0 0,-1-2 227 0 0,0-6-269 0 0,1-1 0 0 0,0 1 1 0 0,-1 0-1 0 0,1 0 0 0 0,0 0 0 0 0,-1 0 1 0 0,1 0-1 0 0,0-1 0 0 0,0 1 0 0 0,0 0 1 0 0,0-1-1 0 0,0 1 0 0 0,0-1 0 0 0,0 1 1 0 0,0-1-1 0 0,2 1 0 0 0,16 7 86 0 0,-12-6-59 0 0,-1-1 0 0 0,1 0 0 0 0,-1 0 0 0 0,1 0 0 0 0,-1-1 0 0 0,1 0 0 0 0,-1 0 0 0 0,1-1 0 0 0,-1 0 0 0 0,1 0 0 0 0,-1 0 0 0 0,9-4 0 0 0,5-2 125 0 0,-1-2 0 0 0,27-15 0 0 0,-19 9-76 0 0,-24 14-80 0 0,0-1 0 0 0,-1 0 0 0 0,1 0 0 0 0,0-1 0 0 0,-1 1 0 0 0,1 0 0 0 0,-1-1-1 0 0,0 0 1 0 0,0 1 0 0 0,0-1 0 0 0,0 0 0 0 0,0 0 0 0 0,1-4 0 0 0,14-45 211 0 0,-14 41-163 0 0,0 1 0 0 0,0 0 0 0 0,7-13 1 0 0,-8 17-52 0 0,1-1 0 0 0,-1 1-1 0 0,0 0 1 0 0,-1-1 0 0 0,0 1 0 0 0,0-1 0 0 0,0 0 0 0 0,-1 1 0 0 0,1-1 0 0 0,-2 0 0 0 0,1 0 0 0 0,-1 1 0 0 0,0-1 0 0 0,0 1-1 0 0,-1-1 1 0 0,0 1 0 0 0,0-1 0 0 0,-1 1 0 0 0,1 0 0 0 0,-1 0 0 0 0,-1 0 0 0 0,1 1 0 0 0,-1-1 0 0 0,-5-5 0 0 0,8 10-19 0 0,-1-1 1 0 0,1 1 0 0 0,-1 0 0 0 0,0 0-1 0 0,0 0 1 0 0,0 0 0 0 0,0 0 0 0 0,0 0-1 0 0,-3-1 1 0 0,-9-3-55 0 0,11 3 17 0 0,0 0-1 0 0,0 1 1 0 0,0-1 0 0 0,0 1-1 0 0,0 0 1 0 0,-1 0-1 0 0,1 0 1 0 0,0 0-1 0 0,-1 1 1 0 0,1-1 0 0 0,0 1-1 0 0,-1 0 1 0 0,1 0-1 0 0,0 0 1 0 0,-1 1-1 0 0,1-1 1 0 0,0 1-1 0 0,-1 0 1 0 0,1-1 0 0 0,0 2-1 0 0,0-1 1 0 0,0 0-1 0 0,0 1 1 0 0,-4 2-1 0 0,3-2-393 0 0,1 1-1 0 0,-1 0 0 0 0,1-1 0 0 0,0 2 0 0 0,0-1 0 0 0,0 0 0 0 0,0 1 0 0 0,1-1 0 0 0,-1 1 0 0 0,1 0 1 0 0,0 0-1 0 0,0 0 0 0 0,0 0 0 0 0,1 0 0 0 0,-1 0 0 0 0,1 0 0 0 0,0 1 0 0 0,-1 5 0 0 0,1 5-2815 0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84"/>
    </inkml:context>
    <inkml:brush xml:id="br0">
      <inkml:brushProperty name="width" value="0.05" units="cm"/>
      <inkml:brushProperty name="height" value="0.05" units="cm"/>
    </inkml:brush>
  </inkml:definitions>
  <inkml:trace contextRef="#ctx0" brushRef="#br0">142 110 6585 0 0,'-2'-6'5031'0'0,"-7"-14"-2608"0"0,8 20-2366 0 0,1-1 0 0 0,-1 1-1 0 0,0 0 1 0 0,1 0 0 0 0,-1 0 0 0 0,0 0 0 0 0,1 1 0 0 0,-1-1-1 0 0,1 0 1 0 0,-1 0 0 0 0,0 0 0 0 0,1 0 0 0 0,-1 1-1 0 0,1-1 1 0 0,-1 0 0 0 0,0 0 0 0 0,1 1 0 0 0,-1-1 0 0 0,1 1-1 0 0,-1-1 1 0 0,1 0 0 0 0,0 1 0 0 0,-1-1 0 0 0,1 1-1 0 0,-1-1 1 0 0,1 1 0 0 0,-1 0 0 0 0,-12 19 4 0 0,9-15 54 0 0,-11 17 82 0 0,-2 1 299 0 0,-17 35-1 0 0,2-17 814 0 0,32-41-1297 0 0,0 0 0 0 0,0 0 0 0 0,0 0 0 0 0,0 0 0 0 0,0 0 0 0 0,0 0 0 0 0,0 0 0 0 0,1 0 0 0 0,-1 0 0 0 0,0 0 0 0 0,0 0 0 0 0,0 0 0 0 0,0 0 0 0 0,0 0 0 0 0,0 0 0 0 0,0 0 1 0 0,0 0-1 0 0,0 0 0 0 0,0 0 0 0 0,0 0 0 0 0,0 0 0 0 0,0 0 0 0 0,0 0 0 0 0,1 0 0 0 0,-1 0 0 0 0,0 0 0 0 0,0 0 0 0 0,0 0 0 0 0,0 0 0 0 0,0 0 0 0 0,0 0 0 0 0,0 0 0 0 0,0 0 0 0 0,0 0 1 0 0,0 0-1 0 0,0 0 0 0 0,0 0 0 0 0,0 0 0 0 0,0 1 0 0 0,0-1 0 0 0,0 0 0 0 0,0 0 0 0 0,0 0 0 0 0,0 0 0 0 0,0 0 0 0 0,0 0 0 0 0,0 0 0 0 0,0 0 0 0 0,0 0 0 0 0,0 0 0 0 0,0 0 1 0 0,0 0-1 0 0,0 0 0 0 0,0 0 0 0 0,0 1 0 0 0,0-1 0 0 0,12-6 112 0 0,11-11-167 0 0,77-88 121 0 0,-99 104-78 0 0,15-19-2 0 0,1 1 0 0 0,1 1-1 0 0,25-20 1 0 0,-42 37 3 0 0,-1 1-1 0 0,0-1 0 0 0,1 1 1 0 0,-1 0-1 0 0,1-1 1 0 0,-1 1-1 0 0,0 0 1 0 0,1-1-1 0 0,-1 1 0 0 0,1 0 1 0 0,-1 0-1 0 0,1 0 1 0 0,-1-1-1 0 0,1 1 1 0 0,-1 0-1 0 0,1 0 1 0 0,-1 0-1 0 0,1 0 0 0 0,-1 0 1 0 0,1 0-1 0 0,0 0 1 0 0,-1 0-1 0 0,1 0 1 0 0,-1 0-1 0 0,1 0 0 0 0,-1 0 1 0 0,1 0-1 0 0,-1 1 1 0 0,1-1-1 0 0,-1 0 1 0 0,1 0-1 0 0,-1 1 1 0 0,1-1-1 0 0,-1 0 0 0 0,0 0 1 0 0,1 1-1 0 0,0 0 1 0 0,0 0 3 0 0,-1 1 1 0 0,1 0-1 0 0,0-1 1 0 0,0 1-1 0 0,-1 0 1 0 0,1 0-1 0 0,-1 0 1 0 0,0 0 0 0 0,0 0-1 0 0,1 3 1 0 0,-1 6 50 0 0,-1 0 1 0 0,-3 19-1 0 0,-11 11 317 0 0,1-6 59 0 0,13-23-248 0 0,4-9 15 0 0,13-12-58 0 0,-13 7-166 0 0,14-11 34 0 0,1-2-1 0 0,-2 0 1 0 0,0-1 0 0 0,0-1-1 0 0,-2 0 1 0 0,16-24-1 0 0,-27 36-10 0 0,1 0-1 0 0,0 1 0 0 0,0-1 0 0 0,0 1 1 0 0,0 0-1 0 0,1 0 0 0 0,0 0 1 0 0,0 0-1 0 0,0 1 0 0 0,0 0 0 0 0,1 0 1 0 0,-1 0-1 0 0,1 1 0 0 0,6-2 0 0 0,-11 4 9 0 0,0 0-1 0 0,-1 0 0 0 0,1 1 1 0 0,0-1-1 0 0,-1 1 0 0 0,1-1 0 0 0,0 1 1 0 0,-1-1-1 0 0,1 1 0 0 0,0-1 0 0 0,-1 1 1 0 0,1 0-1 0 0,-1-1 0 0 0,1 1 1 0 0,-1 0-1 0 0,0-1 0 0 0,1 1 0 0 0,-1 0 1 0 0,1-1-1 0 0,-1 1 0 0 0,0 0 0 0 0,0 0 1 0 0,0 0-1 0 0,1-1 0 0 0,-1 1 1 0 0,0 0-1 0 0,0 0 0 0 0,0 1 0 0 0,1 1 6 0 0,1 6 78 0 0,0 0 0 0 0,-1 1 1 0 0,0 0-1 0 0,0-1 0 0 0,-1 1 0 0 0,-1 0 1 0 0,-1 13-1 0 0,-10 31-1848 0 0,2-19-4101 0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85"/>
    </inkml:context>
    <inkml:brush xml:id="br0">
      <inkml:brushProperty name="width" value="0.05" units="cm"/>
      <inkml:brushProperty name="height" value="0.05" units="cm"/>
    </inkml:brush>
  </inkml:definitions>
  <inkml:trace contextRef="#ctx0" brushRef="#br0">154 11 9314 0 0,'0'0'436'0'0,"0"-10"6004"0"0,0 19-6251 0 0,-1 1-1 0 0,-1-1 0 0 0,0 1 1 0 0,0-1-1 0 0,0 0 0 0 0,-1 0 1 0 0,-1 0-1 0 0,1 0 0 0 0,-2-1 1 0 0,1 1-1 0 0,-8 9 1 0 0,5-7-114 0 0,6-8-57 0 0,-1 0 1 0 0,0 1 0 0 0,0-2 0 0 0,-1 1-1 0 0,1 0 1 0 0,-1 0 0 0 0,1-1 0 0 0,-1 1-1 0 0,0-1 1 0 0,0 0 0 0 0,-5 3 0 0 0,-19 18 194 0 0,4-3-1234 0 0,7-10-2574 0 0,9-6-1638 0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86"/>
    </inkml:context>
    <inkml:brush xml:id="br0">
      <inkml:brushProperty name="width" value="0.05" units="cm"/>
      <inkml:brushProperty name="height" value="0.05" units="cm"/>
    </inkml:brush>
  </inkml:definitions>
  <inkml:trace contextRef="#ctx0" brushRef="#br0">12 14 12235 0 0,'0'-1'4641'0'0,"-1"-1"-4609"0"0,-1 1-112 0 0,1-1 8 0 0,-1 1-40 0 0,1-1 80 0 0,-1 0-505 0 0,1 1-127 0 0,-1-1-200 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87"/>
    </inkml:context>
    <inkml:brush xml:id="br0">
      <inkml:brushProperty name="width" value="0.05" units="cm"/>
      <inkml:brushProperty name="height" value="0.05" units="cm"/>
    </inkml:brush>
  </inkml:definitions>
  <inkml:trace contextRef="#ctx0" brushRef="#br0">149 38 12115 0 0,'-2'0'3418'0'0,"-12"-3"-3628"0"0,11 4 216 0 0,0 0-1 0 0,1-1 0 0 0,-1 1 0 0 0,0 0 1 0 0,0 0-1 0 0,1 1 0 0 0,-1-1 0 0 0,1 0 1 0 0,-1 1-1 0 0,1 0 0 0 0,-1-1 0 0 0,1 1 1 0 0,0 0-1 0 0,0 0 0 0 0,0 0 0 0 0,-2 4 1 0 0,-3 4 174 0 0,0 1 0 0 0,-9 17 1 0 0,2-2 297 0 0,-22 44 1293 0 0,28-59-1304 0 0,9-16-174 0 0,13-21-211 0 0,-3 4-39 0 0,-9 16-38 0 0,1 0 1 0 0,0 1-1 0 0,0-1 0 0 0,5-6 1 0 0,-7 11-5 0 0,12-16 2 0 0,2 0 0 0 0,-1 0 0 0 0,2 1 1 0 0,0 1-1 0 0,35-24 0 0 0,-50 38 12 0 0,0 0 1 0 0,0 0 0 0 0,0 0 0 0 0,0 1-1 0 0,0-1 1 0 0,1 1 0 0 0,-1-1-1 0 0,0 1 1 0 0,0-1 0 0 0,0 1 0 0 0,1-1-1 0 0,-1 1 1 0 0,0 0 0 0 0,1 0-1 0 0,-1 0 1 0 0,0 0 0 0 0,0 0-1 0 0,1 0 1 0 0,-1 0 0 0 0,0 0 0 0 0,1 1-1 0 0,-1-1 1 0 0,2 1 0 0 0,-2 0 3 0 0,1 1 0 0 0,-1-1 0 0 0,1 1 0 0 0,-1-1 0 0 0,0 1 0 0 0,1 0 0 0 0,-1 0 0 0 0,0-1 0 0 0,0 1 1 0 0,0 0-1 0 0,-1 0 0 0 0,1 0 0 0 0,1 4 0 0 0,2 10-68 0 0,-1 0-1 0 0,0 1 1 0 0,-1-1 0 0 0,-1 1-1 0 0,-2 26 1 0 0,1-24-766 0 0,0-19 548 0 0,0 1 1 0 0,0-1-1 0 0,1 1 0 0 0,-1-1 0 0 0,0 1 1 0 0,0-1-1 0 0,0 1 0 0 0,0 0 0 0 0,1-1 1 0 0,-1 0-1 0 0,0 1 0 0 0,1-1 1 0 0,-1 1-1 0 0,0-1 0 0 0,1 1 0 0 0,-1-1 1 0 0,0 0-1 0 0,1 1 0 0 0,-1-1 1 0 0,1 1-1 0 0,-1-1 0 0 0,0 0 0 0 0,1 0 1 0 0,0 1-1 0 0,4 1-2307 0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88"/>
    </inkml:context>
    <inkml:brush xml:id="br0">
      <inkml:brushProperty name="width" value="0.05" units="cm"/>
      <inkml:brushProperty name="height" value="0.05" units="cm"/>
    </inkml:brush>
  </inkml:definitions>
  <inkml:trace contextRef="#ctx0" brushRef="#br0">133 28 15027 0 0,'-17'-2'2459'0'0,"26"-4"-1594"0"0,32-7-2494 0 0,-35 11 772 0 0,14-1-5174 0 0,-17 1 4071 0 0</inkml:trace>
  <inkml:trace contextRef="#ctx0" brushRef="#br0" timeOffset="1">14 113 5473 0 0,'-5'14'6831'0'0,"-3"4"-4820"0"0,8-17-1972 0 0,0-1 0 0 0,0 1-1 0 0,0 0 1 0 0,0-1 0 0 0,0 1 0 0 0,0 0-1 0 0,0-1 1 0 0,0 1 0 0 0,0 0 0 0 0,1-1-1 0 0,-1 1 1 0 0,0 0 0 0 0,0-1 0 0 0,1 1 0 0 0,-1-1-1 0 0,0 1 1 0 0,0-1 0 0 0,1 1 0 0 0,-1-1-1 0 0,1 1 1 0 0,-1-1 0 0 0,1 1 0 0 0,-1-1 0 0 0,1 1-1 0 0,-1-1 1 0 0,1 1 0 0 0,0-1 0 0 0,5 3-52 0 0,-1 0 1 0 0,1 0-1 0 0,0-1 0 0 0,0 0 1 0 0,0 0-1 0 0,1-1 1 0 0,-1 1-1 0 0,0-2 1 0 0,0 1-1 0 0,1 0 1 0 0,-1-1-1 0 0,13-2 0 0 0,-2 0-837 0 0,0-1-1 0 0,0-1 0 0 0,27-10 1 0 0,-15 3-2047 0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0"/>
    </inkml:context>
    <inkml:brush xml:id="br0">
      <inkml:brushProperty name="width" value="0.05" units="cm"/>
      <inkml:brushProperty name="height" value="0.05" units="cm"/>
    </inkml:brush>
  </inkml:definitions>
  <inkml:trace contextRef="#ctx0" brushRef="#br0">230 361 2048 0 0,'0'-3'6003'0'0,"0"-12"-5245"0"0,12-39 629 0 0,-8 36-257 0 0,0-1 0 0 0,-1 0 0 0 0,1-29 0 0 0,-4 48-1110 0 0,0 0-1 0 0,0-1 0 0 0,0 1 0 0 0,0 0 0 0 0,0-1 0 0 0,0 1 0 0 0,-1 0 0 0 0,1 0 0 0 0,0 0 0 0 0,0-1 0 0 0,0 1 0 0 0,0 0 0 0 0,-1 0 0 0 0,1-1 1 0 0,0 1-1 0 0,0 0 0 0 0,-1 0 0 0 0,1 0 0 0 0,0 0 0 0 0,0 0 0 0 0,-1-1 0 0 0,1 1 0 0 0,0 0 0 0 0,0 0 0 0 0,-1 0 0 0 0,1 0 0 0 0,0 0 0 0 0,0 0 1 0 0,-1 0-1 0 0,1 0 0 0 0,0 0 0 0 0,-1 0 0 0 0,1 0 0 0 0,0 0 0 0 0,0 0 0 0 0,-1 0 0 0 0,1 0 0 0 0,0 0 0 0 0,-1 0 0 0 0,1 1 0 0 0,0-1 0 0 0,0 0 1 0 0,-1 0-1 0 0,1 0 0 0 0,0 0 0 0 0,0 0 0 0 0,0 1 0 0 0,-1-1 0 0 0,1 0 0 0 0,0 1 0 0 0,-17 8 232 0 0,15-7-220 0 0,-5 3 20 0 0,1 0-1 0 0,0 0 1 0 0,0 0-1 0 0,1 1 1 0 0,0 0-1 0 0,0 0 1 0 0,0 1-1 0 0,1 0 1 0 0,0-1-1 0 0,0 1 1 0 0,-5 13 0 0 0,-13 22 188 0 0,-12 24 97 0 0,19-35-281 0 0,11-23-34 0 0,0 1 1 0 0,1 0-1 0 0,0 0 1 0 0,-3 15-1 0 0,5-20-4 0 0,1 0 0 0 0,-1 0 0 0 0,1-1-1 0 0,0 1 1 0 0,0 0 0 0 0,0 0 0 0 0,0 0 0 0 0,1 0-1 0 0,0 0 1 0 0,-1 0 0 0 0,2-1 0 0 0,-1 1 0 0 0,3 6-1 0 0,15 2 145 0 0,-12-9-127 0 0,-2 0-8 0 0,0-1-1 0 0,1 1 0 0 0,-1-2 1 0 0,0 1-1 0 0,0 0 0 0 0,1-1 1 0 0,-1 0-1 0 0,1-1 1 0 0,-1 1-1 0 0,1-1 0 0 0,-1 0 1 0 0,1 0-1 0 0,-1 0 1 0 0,1-1-1 0 0,8-2 0 0 0,-4 0 55 0 0,0 0-1 0 0,0 0 1 0 0,0-1 0 0 0,-1-1-1 0 0,1 1 1 0 0,-1-2-1 0 0,11-7 1 0 0,-9 2-19 0 0,0 0 0 0 0,-1-1 0 0 0,-1 0 1 0 0,0 0-1 0 0,12-22 0 0 0,-16 24-18 0 0,-1 0 0 0 0,0 0 1 0 0,0 0-1 0 0,4-20 0 0 0,-5 18 11 0 0,0 2 0 0 0,0-1 0 0 0,1 0 0 0 0,6-10 1 0 0,-7 13-48 0 0,0 0 1 0 0,0 1-1 0 0,0-1 1 0 0,-1 0 0 0 0,0-1-1 0 0,-1 1 1 0 0,0 0-1 0 0,0 0 1 0 0,-1-1-1 0 0,0 1 1 0 0,0 0 0 0 0,-1-1-1 0 0,0 1 1 0 0,0 0-1 0 0,-1 0 1 0 0,0 0 0 0 0,-1 0-1 0 0,0 0 1 0 0,0 0-1 0 0,0 1 1 0 0,-1-1 0 0 0,-9-11-1 0 0,11 14-2 0 0,-1 0 0 0 0,0 1 0 0 0,0-1 1 0 0,0 1-1 0 0,-1 0 0 0 0,0 0 0 0 0,1 0 0 0 0,-1 0 0 0 0,-1 1 0 0 0,1-1 0 0 0,0 1 0 0 0,-1 0 0 0 0,0 1 0 0 0,-7-4 0 0 0,-31-7-33 0 0,34 11 37 0 0,0-1 0 0 0,0 1 0 0 0,-14-8 0 0 0,18 8-14 0 0,0 1-1 0 0,-1-1 1 0 0,1 1-1 0 0,0-1 1 0 0,-1 2-1 0 0,1-1 0 0 0,-1 1 1 0 0,1-1-1 0 0,0 1 1 0 0,-1 1-1 0 0,1-1 1 0 0,-1 1-1 0 0,1 0 1 0 0,-1 0-1 0 0,1 1 0 0 0,0-1 1 0 0,0 1-1 0 0,0 1 1 0 0,0-1-1 0 0,0 1 1 0 0,0-1-1 0 0,1 1 1 0 0,-1 1-1 0 0,1-1 0 0 0,0 0 1 0 0,0 1-1 0 0,0 0 1 0 0,0 0-1 0 0,1 0 1 0 0,-6 10-1 0 0,-8 17-22 0 0,-18 44 1 0 0,31-62 20 0 0,-1 1 1 0 0,2-1 0 0 0,0 1-1 0 0,0 0 1 0 0,1 0 0 0 0,0 20-1 0 0,2-19-198 0 0,1-1-1 0 0,1 1 0 0 0,0 0 1 0 0,0-1-1 0 0,2 1 0 0 0,0-1 1 0 0,0 0-1 0 0,1 0 0 0 0,8 14 1 0 0,-10-26-395 0 0,0 0 1 0 0,0 1-1 0 0,1-1 1 0 0,-1 0-1 0 0,1-1 1 0 0,6 4-1 0 0,-6-4 81 0 0,22 7-2774 0 0,-12-8 355 0 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1"/>
    </inkml:context>
    <inkml:brush xml:id="br0">
      <inkml:brushProperty name="width" value="0.05" units="cm"/>
      <inkml:brushProperty name="height" value="0.05" units="cm"/>
    </inkml:brush>
  </inkml:definitions>
  <inkml:trace contextRef="#ctx0" brushRef="#br0">1 0 11394 0 0,'0'0'991'0'0,"14"11"3044"0"0,-17 8-3752 0 0,2-16-479 0 0,1 1 1 0 0,-1-1-1 0 0,1 0 1 0 0,-1 1-1 0 0,1-1 1 0 0,0 0-1 0 0,0 1 1 0 0,1-1-1 0 0,-1 0 1 0 0,2 6-1 0 0,-2-8 38 0 0,0-1 0 0 0,1 0 0 0 0,-1 0-1 0 0,0 1 1 0 0,0-1 0 0 0,1 0 0 0 0,-1 0-1 0 0,0 1 1 0 0,1-1 0 0 0,-1 0-1 0 0,0 0 1 0 0,1 0 0 0 0,-1 0 0 0 0,1 1-1 0 0,-1-1 1 0 0,0 0 0 0 0,1 0 0 0 0,-1 0-1 0 0,1 0 1 0 0,-1 0 0 0 0,0 0 0 0 0,1 0-1 0 0,-1 0 1 0 0,1 0 0 0 0,-1 0-1 0 0,1 0 1 0 0,1 0-328 0 0,15 0-2730 0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2"/>
    </inkml:context>
    <inkml:brush xml:id="br0">
      <inkml:brushProperty name="width" value="0.05" units="cm"/>
      <inkml:brushProperty name="height" value="0.05" units="cm"/>
    </inkml:brush>
  </inkml:definitions>
  <inkml:trace contextRef="#ctx0" brushRef="#br0">91 85 9930 0 0,'-16'-22'3401'0'0,"17"21"-3312"0"0,-1 0 1 0 0,0 1-1 0 0,0-1 0 0 0,1 0 1 0 0,-1 0-1 0 0,0 0 1 0 0,1 0-1 0 0,-1 1 0 0 0,1-1 1 0 0,-1 0-1 0 0,1 0 1 0 0,0 1-1 0 0,-1-1 0 0 0,1 1 1 0 0,0-1-1 0 0,-1 0 1 0 0,1 1-1 0 0,0-1 0 0 0,0 1 1 0 0,-1-1-1 0 0,1 1 0 0 0,0 0 1 0 0,0-1-1 0 0,1 1 1 0 0,23-7 526 0 0,-17 5-464 0 0,0 0 0 0 0,0-1 0 0 0,0 0 0 0 0,11-6 0 0 0,-14 6-127 0 0,0 0-1 0 0,0 0 0 0 0,0 1 0 0 0,1 0 0 0 0,-1 0 1 0 0,1 1-1 0 0,-1-1 0 0 0,1 1 0 0 0,-1 0 1 0 0,1 1-1 0 0,11-1 0 0 0,-16 2-14 0 0,0-1 1 0 0,1 1-1 0 0,-1-1 0 0 0,0 1 0 0 0,0 0 1 0 0,0-1-1 0 0,0 1 0 0 0,0 0 1 0 0,0 0-1 0 0,0 0 0 0 0,0 0 1 0 0,0 0-1 0 0,0 0 0 0 0,-1 0 0 0 0,1 0 1 0 0,0 0-1 0 0,-1 0 0 0 0,1 0 1 0 0,-1 1-1 0 0,1-1 0 0 0,-1 0 0 0 0,1 0 1 0 0,-1 1-1 0 0,0-1 0 0 0,1 2 1 0 0,0 2 6 0 0,-1 0 0 0 0,1 0 0 0 0,-1 0 0 0 0,0 0 1 0 0,0 6-1 0 0,-1-5 4 0 0,-1 0 1 0 0,1 0-1 0 0,-1-1 0 0 0,0 1 1 0 0,0-1-1 0 0,0 1 0 0 0,-1-1 1 0 0,0 0-1 0 0,0 0 1 0 0,0 0-1 0 0,-1 0 0 0 0,1-1 1 0 0,-1 1-1 0 0,0-1 0 0 0,-1 0 1 0 0,-4 4-1 0 0,-8 4 123 0 0,-1 0 1 0 0,0-1-1 0 0,-24 10 0 0 0,-18 11 15 0 0,60-32-160 0 0,-1 0 1 0 0,1 0 0 0 0,-1 0-1 0 0,1 1 1 0 0,-1-1 0 0 0,1 0 0 0 0,-1 1-1 0 0,1-1 1 0 0,-1 1 0 0 0,1-1-1 0 0,-1 0 1 0 0,1 1 0 0 0,-1-1-1 0 0,1 1 1 0 0,0-1 0 0 0,-1 1-1 0 0,1 0 1 0 0,0-1 0 0 0,-1 1-1 0 0,1-1 1 0 0,0 1 0 0 0,0-1 0 0 0,0 1-1 0 0,-1 0 1 0 0,1-1 0 0 0,0 1-1 0 0,0 1 1 0 0,1-2-1 0 0,-1 1 0 0 0,1 0 0 0 0,-1 0 0 0 0,1-1 0 0 0,-1 1 0 0 0,1-1 0 0 0,0 1 0 0 0,-1 0 0 0 0,1-1 0 0 0,0 1 0 0 0,-1-1 0 0 0,1 1-1 0 0,0-1 1 0 0,0 0 0 0 0,-1 1 0 0 0,3-1 0 0 0,34 9-11 0 0,13-8 26 0 0,-39-2-2 0 0,-1 1 1 0 0,1 0-1 0 0,0 1 1 0 0,0 0-1 0 0,-1 0 1 0 0,1 1-1 0 0,-1 1 1 0 0,1 0-1 0 0,12 5 1 0 0,-21-6 24 0 0,1 0 0 0 0,-1-1 0 0 0,0 1 0 0 0,0 0 0 0 0,0 0 0 0 0,0 0 0 0 0,0 1 0 0 0,0-1-1 0 0,-1 0 1 0 0,1 1 0 0 0,-1-1 0 0 0,0 1 0 0 0,1-1 0 0 0,-1 1 0 0 0,0 0 0 0 0,-1-1 0 0 0,1 1 0 0 0,0 5 0 0 0,0-6-13 0 0,-1 0 0 0 0,0 0 0 0 0,0 0 0 0 0,0 1 0 0 0,0-1-1 0 0,0 0 1 0 0,0 0 0 0 0,-1 0 0 0 0,1 0 0 0 0,-1 1 0 0 0,0-1 0 0 0,1 0-1 0 0,-1 0 1 0 0,0 0 0 0 0,0 0 0 0 0,0-1 0 0 0,-1 1 0 0 0,1 0 0 0 0,0 0-1 0 0,-1-1 1 0 0,1 1 0 0 0,-1-1 0 0 0,1 1 0 0 0,-1-1 0 0 0,-3 2 0 0 0,-9 4 6 0 0,-1-1-1 0 0,0 0 1 0 0,-1-2 0 0 0,0 1 0 0 0,-23 2 0 0 0,-18 5-4 0 0,27-6-102 0 0,21-4-294 0 0,1-1 0 0 0,0 1 0 0 0,0 1-1 0 0,0 0 1 0 0,0 0 0 0 0,-15 8 0 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3"/>
    </inkml:context>
    <inkml:brush xml:id="br0">
      <inkml:brushProperty name="width" value="0.05" units="cm"/>
      <inkml:brushProperty name="height" value="0.05" units="cm"/>
    </inkml:brush>
  </inkml:definitions>
  <inkml:trace contextRef="#ctx0" brushRef="#br0">45 262 15731 0 0,'0'-1'35'0'0,"0"0"0"0"0,-1 0 1 0 0,1-1-1 0 0,0 1 0 0 0,-1 0 0 0 0,1 0 0 0 0,-1 0 0 0 0,0-1 0 0 0,1 1 0 0 0,-1 0 0 0 0,-1-2 0 0 0,1 2 201 0 0,0 0-1 0 0,0 0 1 0 0,0 0-1 0 0,1-1 1 0 0,-1 1 0 0 0,0 0-1 0 0,1-1 1 0 0,-1 1-1 0 0,1-1 1 0 0,-1 1 0 0 0,1 0-1 0 0,0-3 1 0 0,0 4-28 0 0,0 8-39 0 0,0 33-137 0 0,-1 0 0 0 0,-2 0-1 0 0,-10 46 1 0 0,8-56 32 0 0,1 3 122 0 0,0 51 0 0 0,4-85-172 0 0,0 1 0 0 0,0 0 1 0 0,0-1-1 0 0,0 1 0 0 0,0-1 0 0 0,1 1 0 0 0,-1 0 1 0 0,0-1-1 0 0,0 1 0 0 0,0-1 0 0 0,0 1 0 0 0,1-1 1 0 0,-1 1-1 0 0,0 0 0 0 0,0-1 0 0 0,1 1 0 0 0,-1-1 1 0 0,0 0-1 0 0,1 1 0 0 0,-1-1 0 0 0,1 1 0 0 0,-1-1 1 0 0,1 1-1 0 0,-1-1 0 0 0,1 0 0 0 0,-1 1 0 0 0,1-1 1 0 0,0 0-1 0 0,1 1 3 0 0,-1-1 0 0 0,1 0 0 0 0,-1 0 0 0 0,1 1 1 0 0,-1-1-1 0 0,1 0 0 0 0,-1-1 0 0 0,1 1 0 0 0,-1 0 0 0 0,4-1 0 0 0,33-15 127 0 0,-15 5-83 0 0,-18 8-53 0 0,1 1-1 0 0,-1-1 1 0 0,0 0 0 0 0,0 0 0 0 0,0 0-1 0 0,0-1 1 0 0,5-4 0 0 0,139-155 74 0 0,-127 135-72 0 0,-1-1 0 0 0,-1 0 0 0 0,-1-2 0 0 0,16-37 0 0 0,-19 30-21 0 0,-5 11-278 0 0,27-49 1 0 0,-34 71 81 0 0,0 0 0 0 0,0 1 0 0 0,0-1 0 0 0,9-6 0 0 0,-8 7-851 0 0,0 0 1 0 0,-1-1-1 0 0,1 0 1 0 0,4-6-1 0 0,-6 7-1519 0 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4"/>
    </inkml:context>
    <inkml:brush xml:id="br0">
      <inkml:brushProperty name="width" value="0.05" units="cm"/>
      <inkml:brushProperty name="height" value="0.05" units="cm"/>
    </inkml:brush>
  </inkml:definitions>
  <inkml:trace contextRef="#ctx0" brushRef="#br0">1 36 1304 0 0,'0'-10'6807'0'0,"0"-15"-4891"0"0,22 39-598 0 0,98 86-772 0 0,21 5 59 0 0,-125-94-552 0 0,0 1 0 0 0,-1 0 0 0 0,0 1 0 0 0,-1 1 0 0 0,-1 1 0 0 0,0-1 0 0 0,-1 2 0 0 0,-1 0 0 0 0,0 0 0 0 0,-1 1-1 0 0,-1 1 1 0 0,-1-1 0 0 0,0 2 0 0 0,-2-1 0 0 0,0 1 0 0 0,6 28 0 0 0,6 24 25 0 0,-14-57-60 0 0,1 0-1 0 0,-2 1 0 0 0,0-1 1 0 0,-1 1-1 0 0,1 25 1 0 0,-4-22 14 0 0,-2 0 0 0 0,0 0 0 0 0,-1-1-1 0 0,0 1 1 0 0,-1-1 0 0 0,-2-1 0 0 0,1 1 0 0 0,-2-1 0 0 0,-10 18 0 0 0,4-8 85 0 0,10-18-32 0 0,0 0-1 0 0,-1 0 1 0 0,0 0-1 0 0,0-1 0 0 0,-11 13 1 0 0,-263 254 3629 0 0,256-253-3532 0 0,14-13-175 0 0,0 0 1 0 0,1 0 0 0 0,0 1 0 0 0,0 0 0 0 0,1 1 0 0 0,0-1 0 0 0,-7 14 0 0 0,0 6-3602 0 0,10-19 830 0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5"/>
    </inkml:context>
    <inkml:brush xml:id="br0">
      <inkml:brushProperty name="width" value="0.05" units="cm"/>
      <inkml:brushProperty name="height" value="0.05" units="cm"/>
    </inkml:brush>
  </inkml:definitions>
  <inkml:trace contextRef="#ctx0" brushRef="#br0">111 124 4913 0 0,'-4'-24'3653'0'0,"4"19"-3386"0"0,4-19 1871 0 0,10-41 0 0 0,-11 59-1863 0 0,-2 8-99 0 0,1 14-29 0 0,-4 26-20 0 0,-4 12 25 0 0,-2-1 0 0 0,-3 1 1 0 0,-2-2-1 0 0,-35 90 0 0 0,41-122-287 0 0,-13 28 483 0 0,6-17-2888 0 0,12-28 634 0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6"/>
    </inkml:context>
    <inkml:brush xml:id="br0">
      <inkml:brushProperty name="width" value="0.05" units="cm"/>
      <inkml:brushProperty name="height" value="0.05" units="cm"/>
    </inkml:brush>
  </inkml:definitions>
  <inkml:trace contextRef="#ctx0" brushRef="#br0">4 106 10994 0 0,'-3'-17'2130'0'0,"4"15"-2096"0"0,1 1 0 0 0,-1 0-1 0 0,1 0 1 0 0,-1 0 0 0 0,1 0-1 0 0,-1 0 1 0 0,1 0 0 0 0,0 1 0 0 0,0-1-1 0 0,0 0 1 0 0,-1 1 0 0 0,1 0-1 0 0,0-1 1 0 0,0 1 0 0 0,2 0 0 0 0,6-2 40 0 0,55-14 188 0 0,87-8 0 0 0,-142 22-248 0 0,0 0 1 0 0,0-1-1 0 0,17-7 0 0 0,-19 7-13 0 0,0 0 0 0 0,-1 0 0 0 0,1 1-1 0 0,0 0 1 0 0,0 0 0 0 0,16 0-1 0 0,-19 2-174 0 0,23 1-37 0 0,-11 6-5037 0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7"/>
    </inkml:context>
    <inkml:brush xml:id="br0">
      <inkml:brushProperty name="width" value="0.05" units="cm"/>
      <inkml:brushProperty name="height" value="0.05" units="cm"/>
    </inkml:brush>
  </inkml:definitions>
  <inkml:trace contextRef="#ctx0" brushRef="#br0">1 533 12883 0 0,'0'0'508'0'0,"8"-8"-460"0"0,37-9-21 0 0,0 2 0 0 0,2 2 0 0 0,78-11 0 0 0,23-7-28 0 0,19-15 218 0 0,-158 44-197 0 0,5-1 475 0 0,-13 3-489 0 0,-1 0 1 0 0,0 1 0 0 0,0-1-1 0 0,0 0 1 0 0,1 0-1 0 0,-1 1 1 0 0,0-1 0 0 0,0 0-1 0 0,0 1 1 0 0,0-1-1 0 0,0 0 1 0 0,0 1 0 0 0,1-1-1 0 0,-1 1 1 0 0,0-1-1 0 0,0 0 1 0 0,0 1 0 0 0,0-1-1 0 0,0 0 1 0 0,0 1-1 0 0,0-1 1 0 0,-1 0 0 0 0,1 1-1 0 0,0-1 1 0 0,0 0-1 0 0,0 1 1 0 0,0-1 0 0 0,0 0-1 0 0,-1 1 1 0 0,1-1-1 0 0,0 0 1 0 0,0 1 0 0 0,0-1-1 0 0,-1 0 1 0 0,1 1-1 0 0,0-1 1 0 0,0 0 0 0 0,-1 0-1 0 0,1 1 1 0 0,-21 38 134 0 0,11-18-127 0 0,-1-1-1 0 0,-15 20 0 0 0,20-31 21 0 0,1 0-1 0 0,-1 1 0 0 0,2 0 1 0 0,-7 19-1 0 0,-6 13 50 0 0,16-42-71 0 0,1 1 1 0 0,-1 0-1 0 0,1 0 1 0 0,-1-1 0 0 0,1 1-1 0 0,0 0 1 0 0,-1 0 0 0 0,1 0-1 0 0,0 0 1 0 0,0 0 0 0 0,0-1-1 0 0,0 1 1 0 0,0 0-1 0 0,0 0 1 0 0,0 0 0 0 0,0 0-1 0 0,0 0 1 0 0,0 0 0 0 0,0-1-1 0 0,1 1 1 0 0,-1 0 0 0 0,0 0-1 0 0,0 0 1 0 0,1 0-1 0 0,-1-1 1 0 0,1 1 0 0 0,-1 0-1 0 0,1 0 1 0 0,0 0 0 0 0,1 0 2 0 0,0 1 0 0 0,-1-1 0 0 0,1 0 0 0 0,0 0 0 0 0,0 0 0 0 0,0 0 0 0 0,0 0 0 0 0,0-1 0 0 0,1 1 0 0 0,-1-1 1 0 0,3 1-1 0 0,5 0 24 0 0,0 0 1 0 0,0-1 0 0 0,1-1 0 0 0,11-1-1 0 0,-9-1 5 0 0,-1 0 1 0 0,0-1-1 0 0,19-9 0 0 0,12-4 14 0 0,-33 13-39 0 0,-1 1 1 0 0,0-2-1 0 0,-1 1 0 0 0,1-1 1 0 0,-1-1-1 0 0,0 1 0 0 0,0-1 1 0 0,0-1-1 0 0,12-13 0 0 0,-5 6 17 0 0,-3 3-4 0 0,-1 1-1 0 0,-1-1 1 0 0,0-1-1 0 0,11-16 1 0 0,-13 17-8 0 0,-6 8-43 0 0,-5 10 30 0 0,-62 97 466 0 0,65-104-469 0 0,0 1 0 0 0,-1-1 0 0 0,1 0 0 0 0,0 0 0 0 0,0 1 0 0 0,0-1 0 0 0,-1 0 0 0 0,1 1 0 0 0,0-1 0 0 0,0 0 0 0 0,0 1-1 0 0,0-1 1 0 0,0 0 0 0 0,0 0 0 0 0,0 1 0 0 0,0-1 0 0 0,0 0 0 0 0,0 1 0 0 0,0-1 0 0 0,0 0 0 0 0,0 1 0 0 0,0-1 0 0 0,0 0 0 0 0,0 1 0 0 0,0-1-1 0 0,0 0 1 0 0,0 1 0 0 0,1-1 0 0 0,-1 0 0 0 0,0 1 0 0 0,0-1 0 0 0,0 0 0 0 0,0 0 0 0 0,1 1 0 0 0,-1-1 0 0 0,0 0 0 0 0,0 0 0 0 0,1 1 0 0 0,-1-1 0 0 0,18 0 99 0 0,32-14-136 0 0,-40 11 52 0 0,-6 2-33 0 0,1 1 0 0 0,-1-1 0 0 0,0 1 1 0 0,0 0-1 0 0,1 0 0 0 0,-1 1 0 0 0,0-1 0 0 0,0 1 0 0 0,1 0 0 0 0,-1 0 1 0 0,0 1-1 0 0,0-1 0 0 0,0 1 0 0 0,0 0 0 0 0,0 0 0 0 0,-1 0 0 0 0,7 5 1 0 0,-3-3 2 0 0,0 0 0 0 0,0 0 1 0 0,16 5-1 0 0,-9-6 11 0 0,-1-1 0 0 0,1 0 0 0 0,0 0 0 0 0,0-2 0 0 0,-1 0 0 0 0,1 0-1 0 0,0-1 1 0 0,0-1 0 0 0,18-5 0 0 0,-8 1 17 0 0,-1-2-1 0 0,0 0 1 0 0,0-2-1 0 0,31-17 0 0 0,-20 11-6 0 0,-27 14-10 0 0,0-1 1 0 0,0 0-1 0 0,0-1 1 0 0,0 1-1 0 0,7-7 0 0 0,-3 0 34 0 0,-1 0-1 0 0,0-1 1 0 0,0 0-1 0 0,-1-1 1 0 0,0 0-1 0 0,-1-1 1 0 0,-1 0-1 0 0,12-26 1 0 0,-16 35-7 0 0,4-10 64 0 0,-7 13-95 0 0,0 1-1 0 0,0 0 1 0 0,0 0-1 0 0,0-1 1 0 0,0 1-1 0 0,0 0 0 0 0,0 0 1 0 0,0-1-1 0 0,0 1 1 0 0,0 0-1 0 0,0-1 1 0 0,0 1-1 0 0,0 0 1 0 0,0 0-1 0 0,0-1 0 0 0,0 1 1 0 0,0 0-1 0 0,-1 0 1 0 0,1-1-1 0 0,0 1 1 0 0,0 0-1 0 0,0 0 1 0 0,0-1-1 0 0,0 1 0 0 0,-1 0 1 0 0,1 0-1 0 0,0 0 1 0 0,0-1-1 0 0,-1 1 1 0 0,1 0-1 0 0,0 0 1 0 0,0 0-1 0 0,0 0 1 0 0,-1 0-1 0 0,1-1 0 0 0,0 1 1 0 0,-1 0-1 0 0,1 0 1 0 0,0 0-1 0 0,0 0 1 0 0,-1 0-1 0 0,1 0 1 0 0,0 0-1 0 0,-1 0 0 0 0,1 0 1 0 0,0 0-1 0 0,-1 0 1 0 0,-8 0 7 0 0,-1 1 1 0 0,0 0 0 0 0,1 1 0 0 0,-1 0-1 0 0,1 0 1 0 0,0 1 0 0 0,0 0-1 0 0,0 0 1 0 0,0 1 0 0 0,0 0-1 0 0,1 1 1 0 0,0 0 0 0 0,0 0-1 0 0,0 1 1 0 0,-7 7 0 0 0,-11 10 52 0 0,1 2 0 0 0,-41 52 0 0 0,63-73-63 0 0,0 1 1 0 0,0 1-1 0 0,0-1 1 0 0,1 0-1 0 0,0 1 1 0 0,-3 10-1 0 0,-9 20-5 0 0,13-33 13 0 0,-1 1-1 0 0,0-1 0 0 0,1 1 1 0 0,0-1-1 0 0,0 1 1 0 0,-1 6-1 0 0,2-9-2 0 0,0 0 1 0 0,0 0-1 0 0,0 0 0 0 0,0 0 1 0 0,0 0-1 0 0,0-1 0 0 0,0 1 1 0 0,0 0-1 0 0,0 0 1 0 0,0 0-1 0 0,0 0 0 0 0,0 0 1 0 0,1-1-1 0 0,-1 1 0 0 0,0 0 1 0 0,1 0-1 0 0,-1 0 0 0 0,1-1 1 0 0,-1 1-1 0 0,1 0 0 0 0,-1-1 1 0 0,1 1-1 0 0,-1 0 0 0 0,1-1 1 0 0,0 1-1 0 0,-1-1 0 0 0,1 1 1 0 0,0-1-1 0 0,0 1 0 0 0,-1-1 1 0 0,1 1-1 0 0,0-1 0 0 0,0 0 1 0 0,0 1-1 0 0,0-1 0 0 0,-1 0 1 0 0,2 0-1 0 0,44 13 37 0 0,-39-10-31 0 0,0-1-1 0 0,0 0 1 0 0,0 0 0 0 0,0 0 0 0 0,0-1 0 0 0,1 0 0 0 0,-1-1 0 0 0,0 1 0 0 0,11-2 0 0 0,-7-1 11 0 0,-1-1 1 0 0,1 0 0 0 0,-1 0 0 0 0,15-8 0 0 0,16-6 98 0 0,-34 15-108 0 0,-1-2 0 0 0,1 1 0 0 0,-1 0-1 0 0,0-1 1 0 0,0-1 0 0 0,0 1 0 0 0,-1-1 0 0 0,1 1 0 0 0,-1-2 0 0 0,0 1-1 0 0,-1 0 1 0 0,1-1 0 0 0,-1 0 0 0 0,6-11 0 0 0,4-10 55 0 0,-1-1 0 0 0,11-32 0 0 0,-23 57-60 0 0,11-39 51 0 0,-2 0 1 0 0,-1-1-1 0 0,-3 0 0 0 0,3-66 0 0 0,-7 84-38 0 0,-1 15-10 0 0,0 1 1 0 0,1-1 0 0 0,1 1-1 0 0,4-12 1 0 0,-4 13 12 0 0,0 0-1 0 0,-1 0 1 0 0,0-1 0 0 0,0 1-1 0 0,-1-1 1 0 0,1-9 0 0 0,-2 17-7 0 0,0 1 1 0 0,0-1-1 0 0,0 1 0 0 0,1-1 1 0 0,-1 1-1 0 0,0-1 0 0 0,0 1 1 0 0,0-1-1 0 0,-1 1 0 0 0,1-1 1 0 0,0 0-1 0 0,0 1 1 0 0,0-1-1 0 0,0 1 0 0 0,0-1 1 0 0,-1 1-1 0 0,1 0 0 0 0,0-1 1 0 0,0 1-1 0 0,-1-1 1 0 0,1 1-1 0 0,0-1 0 0 0,-1 1 1 0 0,1 0-1 0 0,0-1 0 0 0,-1 1 1 0 0,1 0-1 0 0,-1-1 0 0 0,1 1 1 0 0,-1 0-1 0 0,1-1 1 0 0,0 1-1 0 0,-1 0 0 0 0,1 0 1 0 0,-1 0-1 0 0,1-1 0 0 0,-2 1 1 0 0,1 0-11 0 0,1 1 0 0 0,-1-1 0 0 0,0 1 0 0 0,0-1 0 0 0,0 0 0 0 0,0 1 0 0 0,1-1 1 0 0,-1 1-1 0 0,0 0 0 0 0,0-1 0 0 0,1 1 0 0 0,-1 0 0 0 0,0-1 0 0 0,1 1 0 0 0,-1 0 0 0 0,1 0 0 0 0,-1 0 0 0 0,1-1 0 0 0,0 1 1 0 0,-1 0-1 0 0,1 0 0 0 0,0 0 0 0 0,-1 1 0 0 0,-8 28-15 0 0,2 1 0 0 0,1 0 0 0 0,-3 47 0 0 0,7-65 10 0 0,-1 0 0 0 0,1-1 0 0 0,-10 24 0 0 0,8-24 5 0 0,0 0-1 0 0,1 0 0 0 0,0 1 0 0 0,-1 14 0 0 0,3-13-42 0 0,0 1 0 0 0,2 0 1 0 0,0 0-1 0 0,0-1 0 0 0,1 1 0 0 0,1-1 1 0 0,0 1-1 0 0,1-1 0 0 0,1 0 0 0 0,0 0 0 0 0,1-1 1 0 0,1 1-1 0 0,8 13 0 0 0,-12-25-395 0 0,-1 0-1 0 0,0 0 0 0 0,1 0 1 0 0,0 0-1 0 0,-1 0 1 0 0,1 0-1 0 0,0-1 0 0 0,6 3 1 0 0,-2-1-936 0 0,-2 0-782 0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8"/>
    </inkml:context>
    <inkml:brush xml:id="br0">
      <inkml:brushProperty name="width" value="0.05" units="cm"/>
      <inkml:brushProperty name="height" value="0.05" units="cm"/>
    </inkml:brush>
  </inkml:definitions>
  <inkml:trace contextRef="#ctx0" brushRef="#br0">10 44 17036 0 0,'-2'-2'160'0'0,"1"-1"416"0"0,-1 0-616 0 0,-1-6-64 0 0,2 4 24 0 0,1 4-32 0 0,0-1 64 0 0,0-1-56 0 0,0 0 56 0 0,1 1-56 0 0,1 1-16 0 0,1-1-881 0 0,3 1 17 0 0,11-4-376 0 0,0 3-697 0 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799"/>
    </inkml:context>
    <inkml:brush xml:id="br0">
      <inkml:brushProperty name="width" value="0.05" units="cm"/>
      <inkml:brushProperty name="height" value="0.05" units="cm"/>
    </inkml:brush>
  </inkml:definitions>
  <inkml:trace contextRef="#ctx0" brushRef="#br0">346 208 7850 0 0,'0'-13'1755'0'0,"-1"-7"-1043"0"0,1 0 0 0 0,5-40-1 0 0,-3 50-196 0 0,0 0 0 0 0,0 0 0 0 0,1-1-1 0 0,1 1 1 0 0,-1 1 0 0 0,2-1-1 0 0,8-15 1 0 0,-11 28 576 0 0,-2 10-887 0 0,-2 13-257 0 0,-96 349-1143 0 0,92-356 793 0 0,-21 47-2045 0 0,8-23-393 0 0,18-41 2637 0 0,-1 0 1 0 0,0 1-1 0 0,0-1 1 0 0,1 0 0 0 0,-2 0-1 0 0,1 0 1 0 0,0 0-1 0 0,0 0 1 0 0,-1 0 0 0 0,1-1-1 0 0,0 1 1 0 0,-1-1 0 0 0,0 0-1 0 0,1 0 1 0 0,-1 0-1 0 0,0 0 1 0 0,-3 1 0 0 0,-7 1-369 0 0,0 1 0 0 0,-19 1 1 0 0,26-5 628 0 0,-1 1 0 0 0,1 0 0 0 0,-1 1 0 0 0,1 0 0 0 0,-1 0 0 0 0,1 0 0 0 0,-10 5 0 0 0,-16 6 1377 0 0,30-12-956 0 0,-1-1 0 0 0,0 1 0 0 0,0-1 0 0 0,1 0 0 0 0,-1 0 1 0 0,0 0-1 0 0,0 0 0 0 0,1 0 0 0 0,-1 0 0 0 0,-3-2 0 0 0,6 2-433 0 0,-1 0 0 0 0,1 0 0 0 0,0 0-1 0 0,0 0 1 0 0,-1 0 0 0 0,1 0 0 0 0,0 0 0 0 0,0 0-1 0 0,-1-1 1 0 0,1 1 0 0 0,0 0 0 0 0,0 0 0 0 0,0 0-1 0 0,-1 0 1 0 0,1-1 0 0 0,0 1 0 0 0,0 0 0 0 0,0 0-1 0 0,0 0 1 0 0,-1-1 0 0 0,1 1 0 0 0,0 0-1 0 0,0 0 1 0 0,0-1 0 0 0,0 1 0 0 0,0 0 0 0 0,0 0-1 0 0,0-1 1 0 0,0 1 0 0 0,0 0 0 0 0,0-1 0 0 0,0 1-1 0 0,0 0 1 0 0,0 0 0 0 0,0-1 0 0 0,0 1 0 0 0,0 0-1 0 0,0 0 1 0 0,0-1 0 0 0,0 1 0 0 0,0 0 0 0 0,0 0-1 0 0,0-1 1 0 0,0 1 0 0 0,1 0 0 0 0,-1 0 0 0 0,0-1-1 0 0,0 1 1 0 0,0 0 0 0 0,0 0 0 0 0,1 0-1 0 0,-1-1 1 0 0,0 1 0 0 0,0 0 0 0 0,1 0 0 0 0,-1 0-1 0 0,0 0 1 0 0,0 0 0 0 0,1-1 0 0 0,-1 1 0 0 0,0 0-1 0 0,15-9 461 0 0,-15 9-515 0 0,48-23 333 0 0,2 1 0 0 0,0 3 0 0 0,61-14 0 0 0,-95 29-620 0 0,-1-1 1 0 0,0 0-1 0 0,0-1 0 0 0,18-11 1 0 0,-28 8-2313 0 0,-3 4-174 0 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00"/>
    </inkml:context>
    <inkml:brush xml:id="br0">
      <inkml:brushProperty name="width" value="0.05" units="cm"/>
      <inkml:brushProperty name="height" value="0.05" units="cm"/>
    </inkml:brush>
  </inkml:definitions>
  <inkml:trace contextRef="#ctx0" brushRef="#br0">0 78 14491 0 0,'0'-1'25'0'0,"0"-1"1"0"0,1 1-1 0 0,-1 0 0 0 0,0 0 1 0 0,0 0-1 0 0,1 0 0 0 0,-1 0 1 0 0,1 0-1 0 0,-1 0 0 0 0,1 0 1 0 0,-1 0-1 0 0,1 1 0 0 0,-1-1 1 0 0,1 0-1 0 0,0 0 0 0 0,0 0 1 0 0,-1 1-1 0 0,1-1 0 0 0,0 0 1 0 0,0 1-1 0 0,0-1 0 0 0,0 0 0 0 0,0 1 1 0 0,0-1-1 0 0,0 1 0 0 0,0 0 1 0 0,0-1-1 0 0,2 1 0 0 0,34-6-95 0 0,-27 5 140 0 0,135-12-65 0 0,-135 11 1 0 0,1 1 0 0 0,0-2 0 0 0,-1 1 0 0 0,15-7 0 0 0,-15 5-9 0 0,1 1 0 0 0,-1 0 0 0 0,0 1 0 0 0,20-3 0 0 0,-8 5-975 0 0,1 0 1 0 0,-1 2-1 0 0,45 8 0 0 0,-44-4-1722 0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01"/>
    </inkml:context>
    <inkml:brush xml:id="br0">
      <inkml:brushProperty name="width" value="0.05" units="cm"/>
      <inkml:brushProperty name="height" value="0.05" units="cm"/>
    </inkml:brush>
  </inkml:definitions>
  <inkml:trace contextRef="#ctx0" brushRef="#br0">216 0 5809 0 0,'-7'5'1979'0'0,"-1"-1"-1569"0"0,0 1 0 0 0,0 0 0 0 0,0 1 0 0 0,1 0 0 0 0,0 0 0 0 0,0 1 0 0 0,-10 12 0 0 0,-21 19 1027 0 0,28-30-1178 0 0,0 0-1 0 0,1 1 1 0 0,0 0-1 0 0,0 0 0 0 0,1 1 1 0 0,1 0-1 0 0,-12 21 0 0 0,10-16 127 0 0,8-13-259 0 0,0 0-1 0 0,-1 0 0 0 0,1 1 1 0 0,0-1-1 0 0,0 0 0 0 0,0 1 0 0 0,0-1 1 0 0,0 6-1 0 0,1-7-96 0 0,0 0 0 0 0,0 0-1 0 0,0 0 1 0 0,1 0 0 0 0,-1 0 0 0 0,0-1 0 0 0,1 1 0 0 0,-1 0 0 0 0,1 0 0 0 0,-1 0-1 0 0,1 0 1 0 0,0-1 0 0 0,-1 1 0 0 0,1 0 0 0 0,0 0 0 0 0,-1-1 0 0 0,1 1 0 0 0,0 0 0 0 0,0-1-1 0 0,0 1 1 0 0,-1-1 0 0 0,1 1 0 0 0,0-1 0 0 0,0 0 0 0 0,0 1 0 0 0,0-1 0 0 0,0 0-1 0 0,2 1 1 0 0,5 1 140 0 0,1 0-1 0 0,0 0 1 0 0,0 0-1 0 0,0-1 1 0 0,0-1-1 0 0,0 1 1 0 0,0-1 0 0 0,-1-1-1 0 0,1 0 1 0 0,15-3-1 0 0,-11 1-38 0 0,0-1 0 0 0,0-1 0 0 0,0 0 1 0 0,-1-1-1 0 0,1 0 0 0 0,15-11 0 0 0,-26 16-114 0 0,0-1 1 0 0,-1 0-1 0 0,1 0 0 0 0,0 0 1 0 0,-1 0-1 0 0,0-1 1 0 0,1 1-1 0 0,-1 0 0 0 0,0 0 1 0 0,0-1-1 0 0,1-4 0 0 0,5-9 40 0 0,-5 14-92 0 0,-1-1 1 0 0,1 0-1 0 0,-1 0 1 0 0,0 0-1 0 0,0-1 0 0 0,0 1 1 0 0,0 0-1 0 0,-1 0 0 0 0,1 0 1 0 0,-1-1-1 0 0,0 1 1 0 0,0 0-1 0 0,0-1 0 0 0,0 1 1 0 0,0 0-1 0 0,-1 0 1 0 0,0-1-1 0 0,0 1 0 0 0,-1-4 1 0 0,0 5-108 0 0,0 0 1 0 0,0 0-1 0 0,0 0 1 0 0,-1 1 0 0 0,1-1-1 0 0,-1 1 1 0 0,1-1-1 0 0,-1 1 1 0 0,1 0-1 0 0,-1 0 1 0 0,-4-1 0 0 0,-5-3-438 0 0,8 2 113 0 0,0 1 0 0 0,0 1 0 0 0,0-1 0 0 0,-1 1 0 0 0,1-1-1 0 0,-9 0 1 0 0,-1 1-1719 0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02"/>
    </inkml:context>
    <inkml:brush xml:id="br0">
      <inkml:brushProperty name="width" value="0.05" units="cm"/>
      <inkml:brushProperty name="height" value="0.05" units="cm"/>
    </inkml:brush>
  </inkml:definitions>
  <inkml:trace contextRef="#ctx0" brushRef="#br0">141 422 4009 0 0,'0'-7'3319'0'0,"11"-29"-1802"0"0,-8 27-840 0 0,0 0-1 0 0,0-1 1 0 0,-1 1 0 0 0,0-1 0 0 0,0-12-1 0 0,-2 21-654 0 0,0 1 0 0 0,0 0-1 0 0,0-1 1 0 0,0 1-1 0 0,-1 0 1 0 0,1-1-1 0 0,0 1 1 0 0,0 0 0 0 0,0-1-1 0 0,-1 1 1 0 0,1 0-1 0 0,0-1 1 0 0,0 1-1 0 0,-1 0 1 0 0,1-1-1 0 0,0 1 1 0 0,-1 0 0 0 0,1 0-1 0 0,0 0 1 0 0,-1-1-1 0 0,1 1 1 0 0,0 0-1 0 0,-1 0 1 0 0,1 0 0 0 0,0 0-1 0 0,-1 0 1 0 0,1 0-1 0 0,0-1 1 0 0,-1 1-1 0 0,1 0 1 0 0,-1 0-1 0 0,1 0 1 0 0,0 0 0 0 0,-1 0-1 0 0,1 1 1 0 0,-1-1-1 0 0,1 0 1 0 0,0 0-1 0 0,-1 0 1 0 0,1 0 0 0 0,0 0-1 0 0,-1 0 1 0 0,1 1-1 0 0,-1-1 1 0 0,-22 9 233 0 0,18-7-111 0 0,1 0-106 0 0,0 0-1 0 0,1 0 1 0 0,-1 1 0 0 0,1-1 0 0 0,-1 1-1 0 0,1 0 1 0 0,0 0 0 0 0,0 0-1 0 0,0 0 1 0 0,1 1 0 0 0,-3 3-1 0 0,-27 48 294 0 0,23-39-264 0 0,6-9-30 0 0,0 0 1 0 0,0 0-1 0 0,1 0 1 0 0,-3 12-1 0 0,4-12-9 0 0,0-1 0 0 0,-1 0 0 0 0,0 0 1 0 0,0 0-1 0 0,-5 9 0 0 0,6-13-6 0 0,-1 0 0 0 0,1 0 1 0 0,0 1-1 0 0,0-1 0 0 0,0 1 0 0 0,0-1 1 0 0,0 1-1 0 0,0-1 0 0 0,1 1 1 0 0,-1-1-1 0 0,1 1 0 0 0,0 0 1 0 0,0 4-1 0 0,0-6-9 0 0,0 0-1 0 0,1 1 1 0 0,0-1 0 0 0,-1 0-1 0 0,1 0 1 0 0,-1 1 0 0 0,1-1 0 0 0,0 0-1 0 0,0 0 1 0 0,0 0 0 0 0,0 0-1 0 0,0 0 1 0 0,0 0 0 0 0,0 0 0 0 0,0 0-1 0 0,0 0 1 0 0,0-1 0 0 0,1 1-1 0 0,-1 0 1 0 0,0-1 0 0 0,0 1 0 0 0,1-1-1 0 0,-1 1 1 0 0,0-1 0 0 0,1 0-1 0 0,-1 0 1 0 0,2 1 0 0 0,4 0 17 0 0,0 0 0 0 0,0-1 0 0 0,0 1 0 0 0,0-1 0 0 0,0-1 0 0 0,0 1 0 0 0,-1-1 0 0 0,1-1 0 0 0,0 1 1 0 0,0-1-1 0 0,11-5 0 0 0,3-2 10 0 0,0-2 1 0 0,22-15-1 0 0,15-8 2 0 0,-58 33-41 0 0,1 1 0 0 0,-1 0 0 0 0,1-1-1 0 0,-1 1 1 0 0,0 0 0 0 0,1-1 0 0 0,-1 1 0 0 0,1 0 0 0 0,-1 0 0 0 0,1 0 0 0 0,-1-1-1 0 0,1 1 1 0 0,-1 0 0 0 0,1 0 0 0 0,-1 0 0 0 0,1 0 0 0 0,-1 0 0 0 0,1 0 0 0 0,-1 0-1 0 0,1 0 1 0 0,-1 0 0 0 0,1 0 0 0 0,-1 0 0 0 0,1 0 0 0 0,-1 0 0 0 0,0 0 0 0 0,1 0-1 0 0,-1 1 1 0 0,1-1 0 0 0,-1 0 0 0 0,1 0 0 0 0,-1 1 0 0 0,1-1 0 0 0,-1 0 0 0 0,0 0-1 0 0,1 1 1 0 0,-1 18-64 0 0,-1-7 81 0 0,0-1-16 0 0,0-4 1 0 0,1 1 0 0 0,0-1 1 0 0,0 0-1 0 0,0 1 0 0 0,1-1 0 0 0,0 0 0 0 0,0 0 0 0 0,6 14 0 0 0,-6-19 8 0 0,1 0 0 0 0,-1-1 0 0 0,1 1-1 0 0,0-1 1 0 0,0 0 0 0 0,0 1 0 0 0,0-1-1 0 0,0 0 1 0 0,3 1 0 0 0,0 1 4 0 0,-1-1-2 0 0,-1 0 1 0 0,0 0-1 0 0,0-1 0 0 0,1 1 1 0 0,-1-1-1 0 0,1 0 0 0 0,-1 0 1 0 0,1 0-1 0 0,0-1 0 0 0,-1 1 0 0 0,1-1 1 0 0,0 0-1 0 0,-1 0 0 0 0,1 0 1 0 0,0 0-1 0 0,-1-1 0 0 0,1 1 1 0 0,4-2-1 0 0,-3 0 8 0 0,0 0 1 0 0,-1-1-1 0 0,1 1 0 0 0,-1-1 1 0 0,1 0-1 0 0,-1 0 0 0 0,0-1 1 0 0,0 1-1 0 0,0-1 0 0 0,0 0 1 0 0,4-6-1 0 0,0-2 17 0 0,0-1 0 0 0,0 0 0 0 0,-1 0 0 0 0,-1-1 0 0 0,0 0 0 0 0,-1 0 0 0 0,6-29 0 0 0,-6 18-21 0 0,35-149-42 0 0,-34 155 16 0 0,1 0-1 0 0,0 1 1 0 0,1 0-1 0 0,1 0 1 0 0,1 1-1 0 0,22-30 1 0 0,-22 35-15 0 0,1 0-1 0 0,17-13 1 0 0,-24 21 2 0 0,1 0-1 0 0,0 0 1 0 0,1 1-1 0 0,-1 0 1 0 0,0 0-1 0 0,1 0 1 0 0,0 1-1 0 0,11-4 1 0 0,8-4-81 0 0,-23 8 93 0 0,0 1 1 0 0,1 0 0 0 0,-1-1 0 0 0,0 1 0 0 0,0 0 0 0 0,1 0 0 0 0,-1 1 0 0 0,1-1 0 0 0,-1 0 0 0 0,1 1-1 0 0,-1 0 1 0 0,1-1 0 0 0,-1 1 0 0 0,5 1 0 0 0,-6-1 8 0 0,0 1 0 0 0,0-1 0 0 0,0 1 0 0 0,-1 0 0 0 0,1-1 0 0 0,0 1 0 0 0,-1 0 0 0 0,1 0-1 0 0,0 0 1 0 0,-1-1 0 0 0,1 1 0 0 0,-1 0 0 0 0,0 0 0 0 0,1 0 0 0 0,-1 0 0 0 0,1 0 0 0 0,-1 0 0 0 0,0 2 0 0 0,4 18 9 0 0,-4-10-3 0 0,0-1 1 0 0,-1 1-1 0 0,0 0 1 0 0,-1-1-1 0 0,0 1 1 0 0,-1-1-1 0 0,-7 19 1 0 0,-35 67 52 0 0,45-96-57 0 0,-30 57 97 0 0,-52 112 85 0 0,74-149-93 0 0,1 1-1 0 0,1 0 1 0 0,1 0 0 0 0,1 0 0 0 0,1 1-1 0 0,-1 33 1 0 0,4-54-79 0 0,0-1-1 0 0,0 0 0 0 0,0 1 1 0 0,0-1-1 0 0,0 1 0 0 0,0-1 1 0 0,0 1-1 0 0,0-1 0 0 0,0 1 1 0 0,1-1-1 0 0,-1 1 0 0 0,0-1 1 0 0,0 0-1 0 0,1 1 0 0 0,-1-1 1 0 0,0 1-1 0 0,0-1 1 0 0,1 0-1 0 0,-1 1 0 0 0,0-1 1 0 0,1 0-1 0 0,-1 0 0 0 0,1 1 1 0 0,-1-1-1 0 0,0 0 0 0 0,1 0 1 0 0,-1 1-1 0 0,1-1 0 0 0,-1 0 1 0 0,1 0-1 0 0,19 0 107 0 0,-14-1-101 0 0,0-1 1 0 0,0 1 0 0 0,0-1 0 0 0,9-5 0 0 0,3-3-4 0 0,-12 7-9 0 0,0 1-1 0 0,-1-1 1 0 0,1-1 0 0 0,-1 1-1 0 0,0-1 1 0 0,5-5-1 0 0,111-107 15 0 0,-117 112-49 0 0,1 0 0 0 0,-1 0 0 0 0,1 1 0 0 0,1-1 0 0 0,-1 1 0 0 0,9-3 1 0 0,-13 7 29 0 0,0 0 0 0 0,0 0 1 0 0,-1 1-1 0 0,1-1 0 0 0,0 1 1 0 0,-1-1-1 0 0,0 0 0 0 0,1 1 1 0 0,-1-1-1 0 0,0 1 1 0 0,1-1-1 0 0,-1 1 0 0 0,0-1 1 0 0,0 1-1 0 0,0-1 0 0 0,-1 4 1 0 0,1-2 7 0 0,1 13 21 0 0,-1-7-16 0 0,0 0 0 0 0,1 0 0 0 0,0 1 0 0 0,5 16 0 0 0,-5-25-7 0 0,0 0 1 0 0,0 1 0 0 0,1-1 0 0 0,-1 0-1 0 0,0 0 1 0 0,0 0 0 0 0,1 0 0 0 0,-1 0-1 0 0,1 0 1 0 0,-1 0 0 0 0,0-1 0 0 0,1 1-1 0 0,0 0 1 0 0,2 0 0 0 0,22 6 45 0 0,-21-6-44 0 0,0-1 0 0 0,0 0 0 0 0,0 0 1 0 0,-1 0-1 0 0,1 0 0 0 0,0-1 0 0 0,0 0 0 0 0,0 0 0 0 0,-1-1 0 0 0,1 1 1 0 0,-1-1-1 0 0,5-2 0 0 0,14-4 27 0 0,-18 5-20 0 0,1 0 1 0 0,-1 0-1 0 0,0 0 1 0 0,0 0 0 0 0,0-1-1 0 0,0 0 1 0 0,-1 0-1 0 0,1 0 1 0 0,-1-1-1 0 0,0 1 1 0 0,-1-1 0 0 0,6-7-1 0 0,-2 0 5 0 0,0 0-1 0 0,0 0 1 0 0,-1-1 0 0 0,6-20-1 0 0,5-10 78 0 0,-14 36-84 0 0,1 0 0 0 0,-1 0 1 0 0,-1 0-1 0 0,0-1 0 0 0,0 0 0 0 0,0 1 1 0 0,-1-1-1 0 0,0 0 0 0 0,0 0 1 0 0,-1 1-1 0 0,-1-14 0 0 0,1 19-6 0 0,0 1 0 0 0,-1 0 0 0 0,0 0 0 0 0,1 0 0 0 0,-1-1 0 0 0,0 1 0 0 0,1 0 1 0 0,-1 0-1 0 0,0 0 0 0 0,0 0 0 0 0,0 0 0 0 0,0 0 0 0 0,0 1 0 0 0,0-1 0 0 0,0 0 0 0 0,0 0 0 0 0,-1 1 0 0 0,1-1 0 0 0,0 1 0 0 0,0-1 0 0 0,-1 1 0 0 0,1-1 0 0 0,0 1 0 0 0,0 0 0 0 0,-3-1 1 0 0,1 1-2 0 0,-1-1 1 0 0,1 1 0 0 0,0 0 0 0 0,-1-1-1 0 0,1 2 1 0 0,-1-1 0 0 0,1 0 0 0 0,-6 2-1 0 0,6-1-7 0 0,-1 1 0 0 0,1-1 0 0 0,0 1-1 0 0,0 0 1 0 0,0 0 0 0 0,1 0-1 0 0,-1 0 1 0 0,0 0 0 0 0,1 1-1 0 0,-1-1 1 0 0,1 1 0 0 0,0 0-1 0 0,0 0 1 0 0,0 0 0 0 0,0 0-1 0 0,0 0 1 0 0,1 0 0 0 0,0 0-1 0 0,-1 0 1 0 0,1 1 0 0 0,-1 5-1 0 0,-14 28 31 0 0,12-30-30 0 0,1 1 0 0 0,-1-1 0 0 0,1 1 1 0 0,1-1-1 0 0,0 1 0 0 0,0 0 0 0 0,-2 13 1 0 0,4-16 8 0 0,-1 1 0 0 0,1 0 0 0 0,0-1 1 0 0,1 1-1 0 0,-1-1 0 0 0,1 1 0 0 0,0-1 1 0 0,0 1-1 0 0,1-1 0 0 0,-1 0 1 0 0,6 10-1 0 0,-6-13 0 0 0,1-1 0 0 0,-1 1 0 0 0,1-1 0 0 0,0 0 0 0 0,0 0 1 0 0,0 0-1 0 0,0 0 0 0 0,0 0 0 0 0,0 0 0 0 0,0 0 0 0 0,4 0 0 0 0,5 3 4 0 0,-4-1-4 0 0,0 0 0 0 0,0-1 0 0 0,0 0 0 0 0,0-1 0 0 0,0 0 0 0 0,0 0 0 0 0,1 0 0 0 0,-1-1 0 0 0,0 0 0 0 0,0 0 0 0 0,1-1 0 0 0,-1 0 0 0 0,0 0 0 0 0,8-3 0 0 0,13-5 4 0 0,0 0 0 0 0,30-15 0 0 0,-33 12-18 0 0,24-11-11 0 0,-35 15 23 0 0,2 1 0 0 0,-1 0 0 0 0,1 1 0 0 0,17-4 1 0 0,-32 10-10 0 0,0 0 1 0 0,0 0 0 0 0,0 0 0 0 0,-1 0 0 0 0,1 0 0 0 0,0 0 0 0 0,0 1 0 0 0,0-1 0 0 0,-1 0 0 0 0,1 0 0 0 0,0 1 0 0 0,-1-1 0 0 0,1 0 0 0 0,0 1 0 0 0,0-1-1 0 0,-1 1 1 0 0,1-1 0 0 0,-1 1 0 0 0,1-1 0 0 0,-1 1 0 0 0,1 0 0 0 0,-1-1 0 0 0,1 1 0 0 0,-1-1 0 0 0,1 1 0 0 0,-1 0 0 0 0,1 0 0 0 0,-1-1 0 0 0,0 1 0 0 0,0 0 0 0 0,1 0-1 0 0,-1-1 1 0 0,0 1 0 0 0,0 1 0 0 0,5 35 65 0 0,-4-27-63 0 0,-1-9-41 0 0,0 0 0 0 0,1 1 0 0 0,-1-1-1 0 0,0 0 1 0 0,1 0 0 0 0,-1 0 0 0 0,1 0 0 0 0,-1 1 0 0 0,1-1 0 0 0,0 0 0 0 0,-1 0 0 0 0,1 0-1 0 0,0 0 1 0 0,0-1 0 0 0,-1 1 0 0 0,1 0 0 0 0,0 0 0 0 0,0 0 0 0 0,0-1 0 0 0,0 1-1 0 0,0 0 1 0 0,2 0 0 0 0,0 0-92 0 0,0 0-1 0 0,0 0 1 0 0,-1-1 0 0 0,1 1-1 0 0,0-1 1 0 0,0 0-1 0 0,0 1 1 0 0,0-1-1 0 0,4-1 1 0 0,3 0-951 0 0,0-1 0 0 0,-1 0-1 0 0,1-1 1 0 0,17-7 0 0 0,-8 1-1845 0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03"/>
    </inkml:context>
    <inkml:brush xml:id="br0">
      <inkml:brushProperty name="width" value="0.05" units="cm"/>
      <inkml:brushProperty name="height" value="0.05" units="cm"/>
    </inkml:brush>
  </inkml:definitions>
  <inkml:trace contextRef="#ctx0" brushRef="#br0">9 211 6961 0 0,'-4'-38'1221'0'0,"2"31"-966"0"0,1 0 1 0 0,0-1-1 0 0,1 1 1 0 0,0 0 0 0 0,0-10-1 0 0,2 8 182 0 0,10-54 1488 0 0,-12 60-1663 0 0,1-1-1 0 0,0 1 1 0 0,0 0 0 0 0,0 0-1 0 0,1 0 1 0 0,-1 0 0 0 0,1 1-1 0 0,0-1 1 0 0,-1 0 0 0 0,1 0-1 0 0,0 1 1 0 0,1-1 0 0 0,-1 1-1 0 0,0 0 1 0 0,6-4-1 0 0,-8 7-222 0 0,1-1 0 0 0,0 0-1 0 0,-1 1 1 0 0,1-1-1 0 0,0 1 1 0 0,-1-1-1 0 0,1 1 1 0 0,0 0-1 0 0,-1-1 1 0 0,1 1 0 0 0,-1 0-1 0 0,0-1 1 0 0,1 1-1 0 0,-1 0 1 0 0,1-1-1 0 0,-1 1 1 0 0,0 0-1 0 0,0 0 1 0 0,1 0-1 0 0,-1 0 1 0 0,5 15-3 0 0,0-1-1 0 0,-1 1 1 0 0,0 0 0 0 0,-2 0-1 0 0,0 0 1 0 0,0 0-1 0 0,-3 27 1 0 0,-17 120-1 0 0,9-99 70 0 0,6-48-37 0 0,2-12-28 0 0,0 0 1 0 0,0 1 0 0 0,0-1 0 0 0,1 1-1 0 0,0-1 1 0 0,-1 1 0 0 0,1-1 0 0 0,1 1-1 0 0,-1-1 1 0 0,1 0 0 0 0,2 9 0 0 0,-3-12-25 0 0,1-1 1 0 0,-1 1 0 0 0,1-1 0 0 0,-1 1 0 0 0,1-1 0 0 0,-1 1-1 0 0,1-1 1 0 0,0 0 0 0 0,-1 1 0 0 0,1-1 0 0 0,0 0 0 0 0,-1 0-1 0 0,1 1 1 0 0,0-1 0 0 0,-1 0 0 0 0,1 0 0 0 0,0 0 0 0 0,-1 0-1 0 0,1 0 1 0 0,0 0 0 0 0,-1 0 0 0 0,1 0 0 0 0,0 0 0 0 0,0 0-1 0 0,0-1 1 0 0,20-5 128 0 0,-11 2-69 0 0,-6 3-57 0 0,-1 0 0 0 0,1-1-1 0 0,-1 1 1 0 0,0-1 0 0 0,0 0 0 0 0,1 0-1 0 0,-1 0 1 0 0,-1-1 0 0 0,1 1-1 0 0,0-1 1 0 0,2-2 0 0 0,29-39 130 0 0,-20 24-67 0 0,64-91 378 0 0,-34 46-126 0 0,77-86-1 0 0,-98 122-340 0 0,-17 19-802 0 0,-17 19-2047 0 0,5-1 2150 0 0,-1 1 0 0 0,1 0 0 0 0,1 0 0 0 0,0 0 1 0 0,0 1-1 0 0,1-1 0 0 0,0 1 0 0 0,-3 12 1 0 0,-3 8-2822 0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04"/>
    </inkml:context>
    <inkml:brush xml:id="br0">
      <inkml:brushProperty name="width" value="0.05" units="cm"/>
      <inkml:brushProperty name="height" value="0.05" units="cm"/>
    </inkml:brush>
  </inkml:definitions>
  <inkml:trace contextRef="#ctx0" brushRef="#br0">112 0 6617 0 0,'0'0'324'0'0,"-9"8"1964"0"0,7-7-2156 0 0,0 0 0 0 0,-1 1 1 0 0,1-1-1 0 0,0 1 1 0 0,0 0-1 0 0,0 0 1 0 0,0 0-1 0 0,0 0 0 0 0,0 0 1 0 0,-2 4-1 0 0,-18 31 789 0 0,9-16-295 0 0,-22 48 1237 0 0,34-67-1805 0 0,0-1 0 0 0,0 0 1 0 0,1 0-1 0 0,-1 1 0 0 0,0-1 0 0 0,1 0 0 0 0,-1 1 1 0 0,1-1-1 0 0,-1 1 0 0 0,1-1 0 0 0,0 1 0 0 0,-1-1 0 0 0,1 1 1 0 0,0-1-1 0 0,0 0 0 0 0,0 1 0 0 0,0-1 0 0 0,1 1 1 0 0,-1-1-1 0 0,0 1 0 0 0,0-1 0 0 0,1 1 0 0 0,-1-1 0 0 0,1 1 1 0 0,0-1-1 0 0,-1 0 0 0 0,1 1 0 0 0,0-1 0 0 0,0 0 1 0 0,0 0-1 0 0,0 0 0 0 0,0 1 0 0 0,0-1 0 0 0,0 0 1 0 0,0 0-1 0 0,0 0 0 0 0,0-1 0 0 0,0 1 0 0 0,1 0 0 0 0,-1 0 1 0 0,0-1-1 0 0,1 1 0 0 0,-1-1 0 0 0,1 1 0 0 0,-1-1 1 0 0,1 1-1 0 0,-1-1 0 0 0,0 0 0 0 0,3 0 0 0 0,0 1 5 0 0,-1 0-1 0 0,1-1 0 0 0,0 0 1 0 0,0 0-1 0 0,0 0 0 0 0,-1 0 1 0 0,1-1-1 0 0,0 1 0 0 0,0-1 0 0 0,0 0 1 0 0,-1 0-1 0 0,1-1 0 0 0,-1 1 1 0 0,1-1-1 0 0,-1 1 0 0 0,1-1 1 0 0,-1 0-1 0 0,0-1 0 0 0,4-2 1 0 0,-4 0-129 0 0,0 1 1 0 0,0 0 0 0 0,-1-1-1 0 0,0 0 1 0 0,0 0-1 0 0,0 0 1 0 0,0 0 0 0 0,-1 0-1 0 0,1 0 1 0 0,-1 0 0 0 0,-1 0-1 0 0,1 0 1 0 0,-1-1 0 0 0,0 1-1 0 0,0 0 1 0 0,0 0 0 0 0,-1-1-1 0 0,0 1 1 0 0,0 0 0 0 0,0 0-1 0 0,-1 0 1 0 0,0 0 0 0 0,0 0-1 0 0,-2-4 1 0 0,-7 0-3844 0 0,3 4 1003 0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05"/>
    </inkml:context>
    <inkml:brush xml:id="br0">
      <inkml:brushProperty name="width" value="0.05" units="cm"/>
      <inkml:brushProperty name="height" value="0.05" units="cm"/>
    </inkml:brush>
  </inkml:definitions>
  <inkml:trace contextRef="#ctx0" brushRef="#br0">0 6 9738 0 0,'0'0'670'0'0,"1"-6"2553"0"0,11 7-3280 0 0,0 0 1 0 0,-1 1-1 0 0,1 1 0 0 0,19 6 1 0 0,-22-6-511 0 0,-1 0-1236 0 0</inkml:trace>
  <inkml:trace contextRef="#ctx0" brushRef="#br0" timeOffset="1">34 169 6457 0 0,'0'0'3353'0'0,"0"-1"-2649"0"0,0-1-496 0 0,2 1 152 0 0,-1-1 32 0 0,1 1-103 0 0,1-1 39 0 0,-2 2-256 0 0,12-4-48 0 0,8-4 24 0 0,-2 2-40 0 0,2 0 8 0 0,5-1-56 0 0,1 0-144 0 0,3-1-48 0 0,0-1-1177 0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07"/>
    </inkml:context>
    <inkml:brush xml:id="br0">
      <inkml:brushProperty name="width" value="0.05" units="cm"/>
      <inkml:brushProperty name="height" value="0.05" units="cm"/>
    </inkml:brush>
  </inkml:definitions>
  <inkml:trace contextRef="#ctx0" brushRef="#br0">161 36 5297 0 0,'30'-12'2479'0'0,"-25"11"-2424"0"0,20-9 2224 0 0,-24 10-2064 0 0,0-1 0 0 0,0 1 0 0 0,0 0 0 0 0,0-1 0 0 0,-1 1-1 0 0,1-1 1 0 0,0 1 0 0 0,0-1 0 0 0,0 0 0 0 0,0 1 0 0 0,-1-1 0 0 0,1 0 0 0 0,0 1 0 0 0,-1-1 0 0 0,1 0 0 0 0,0 0 0 0 0,0-1 0 0 0,-8 3 644 0 0,3 1-803 0 0,-1 1 1 0 0,0 0-1 0 0,1 0 1 0 0,-1 1-1 0 0,1-1 1 0 0,0 1-1 0 0,0 0 1 0 0,0 0-1 0 0,1 0 1 0 0,0 1-1 0 0,-1-1 1 0 0,-3 10-1 0 0,2-4-27 0 0,1 1 0 0 0,0-1 0 0 0,1 1 0 0 0,0 0 0 0 0,-2 17 0 0 0,-7 17 95 0 0,10-41-97 0 0,0 1-1 0 0,0 1 0 0 0,0-1 1 0 0,1 0-1 0 0,0 0 0 0 0,0 0 0 0 0,1 1 1 0 0,-1-1-1 0 0,1 0 0 0 0,0 1 1 0 0,0-1-1 0 0,1 1 0 0 0,0-1 1 0 0,2 8-1 0 0,-2-8 45 0 0,1 0-1 0 0,0 0 1 0 0,0 0 0 0 0,0 0 0 0 0,0-1-1 0 0,1 1 1 0 0,0-1 0 0 0,0 0 0 0 0,0 0-1 0 0,0 0 1 0 0,1 0 0 0 0,0 0 0 0 0,-1-1 0 0 0,1 1-1 0 0,8 4 1 0 0,71 37 2179 0 0,-81-44-2207 0 0,-1-1 1 0 0,0 1 0 0 0,0-1-1 0 0,0 1 1 0 0,0 0-1 0 0,0 0 1 0 0,0-1 0 0 0,0 1-1 0 0,-1 0 1 0 0,1 0-1 0 0,0 0 1 0 0,0 0 0 0 0,-1 0-1 0 0,1 0 1 0 0,0 0-1 0 0,0 1 1 0 0,-1-1-36 0 0,0-1 0 0 0,0 1-1 0 0,0-1 1 0 0,0 1 0 0 0,-1 0 0 0 0,1-1 0 0 0,0 1 0 0 0,0-1-1 0 0,0 1 1 0 0,0-1 0 0 0,-1 1 0 0 0,1-1 0 0 0,0 1 0 0 0,0-1-1 0 0,-1 1 1 0 0,1-1 0 0 0,0 0 0 0 0,-1 1 0 0 0,1-1 0 0 0,-1 1-1 0 0,1-1 1 0 0,-1 0 0 0 0,1 1 0 0 0,0-1 0 0 0,-1 0 0 0 0,1 0-1 0 0,-1 1 1 0 0,0-1 0 0 0,1 0 0 0 0,-1 0 0 0 0,1 0 0 0 0,-1 1-1 0 0,1-1 1 0 0,-1 0 0 0 0,1 0 0 0 0,-2 0 0 0 0,-19 4-439 0 0,0 0 0 0 0,-1-2 0 0 0,1 0 1 0 0,-24-2-1 0 0,-43-5-4514 0 0,53 2 141 0 0,21 0 558 0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08"/>
    </inkml:context>
    <inkml:brush xml:id="br0">
      <inkml:brushProperty name="width" value="0.05" units="cm"/>
      <inkml:brushProperty name="height" value="0.05" units="cm"/>
    </inkml:brush>
  </inkml:definitions>
  <inkml:trace contextRef="#ctx0" brushRef="#br0">0 182 11106 0 0,'9'-8'1091'0'0,"9"-3"-905"0"0,0 0-1 0 0,1 1 0 0 0,0 1 0 0 0,0 0 0 0 0,29-8 1 0 0,107-19-63 0 0,-46 13-380 0 0,-99 20 224 0 0,-1 0 0 0 0,0-1-1 0 0,0 0 1 0 0,10-7 0 0 0,25-10 4562 0 0,-43 21-4459 0 0,1-1-1 0 0,-1 1 1 0 0,0 0-1 0 0,0 0 0 0 0,0-1 1 0 0,1 1-1 0 0,-1 0 1 0 0,0 0-1 0 0,0 0 1 0 0,0 0-1 0 0,1 1 0 0 0,-1-1 1 0 0,0 0-1 0 0,0 0 1 0 0,0 1-1 0 0,0-1 0 0 0,1 0 1 0 0,-1 1-1 0 0,0 0 1 0 0,0-1-1 0 0,1 2 1 0 0,0-1-40 0 0,0 1 1 0 0,0 0 0 0 0,-1 0 0 0 0,1 0 0 0 0,-1 0-1 0 0,1 0 1 0 0,-1 0 0 0 0,0 0 0 0 0,0 0 0 0 0,1 3-1 0 0,2 6-57 0 0,-1 0 0 0 0,0 1 0 0 0,1 17-1 0 0,-3-24 140 0 0,11 118 6 0 0,-10-82 28 0 0,2 0-1 0 0,1-1 0 0 0,20 70 1 0 0,-25-108-102 0 0,1 1 1 0 0,0-1-1 0 0,-1 0 0 0 0,1 0 0 0 0,0 0 1 0 0,0 0-1 0 0,1 1 0 0 0,-1-1 1 0 0,0-1-1 0 0,1 1 0 0 0,-1 0 0 0 0,1 0 1 0 0,-1 0-1 0 0,1-1 0 0 0,0 1 0 0 0,0-1 1 0 0,0 1-1 0 0,0-1 0 0 0,0 0 1 0 0,0 0-1 0 0,0 0 0 0 0,0 0 0 0 0,0 0 1 0 0,1 0-1 0 0,-1-1 0 0 0,0 1 1 0 0,1-1-1 0 0,-1 0 0 0 0,0 1 0 0 0,1-1 1 0 0,-1 0-1 0 0,0 0 0 0 0,1-1 1 0 0,-1 1-1 0 0,0 0 0 0 0,1-1 0 0 0,-1 1 1 0 0,4-3-1 0 0,5 0-6 0 0,-1 0 0 0 0,0-2 0 0 0,0 1 0 0 0,0-1 0 0 0,0-1 0 0 0,-1 1 0 0 0,0-2 0 0 0,0 1 0 0 0,-1-1 0 0 0,10-10 0 0 0,4-7-14 0 0,-1-2 1 0 0,18-29 0 0 0,14-17-153 0 0,27-34-1918 0 0,-32 32-2943 0 0,-28 40 1220 0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09"/>
    </inkml:context>
    <inkml:brush xml:id="br0">
      <inkml:brushProperty name="width" value="0.05" units="cm"/>
      <inkml:brushProperty name="height" value="0.05" units="cm"/>
    </inkml:brush>
  </inkml:definitions>
  <inkml:trace contextRef="#ctx0" brushRef="#br0">451 188 3017 0 0,'4'-6'650'0'0,"0"-1"0"0"0,0 0 1 0 0,-1 0-1 0 0,0-1 0 0 0,0 1 1 0 0,-1-1-1 0 0,0 1 0 0 0,2-10 1 0 0,-4 15-606 0 0,2-3 199 0 0,-1-1 0 0 0,0 0-1 0 0,-1 1 1 0 0,1-1 0 0 0,-1 0-1 0 0,0 1 1 0 0,0-1 0 0 0,-1 0-1 0 0,0 1 1 0 0,-3-12 0 0 0,3 15-155 0 0,0-1 1 0 0,0 1-1 0 0,0 0 1 0 0,0 0-1 0 0,-1 0 0 0 0,1 0 1 0 0,-1 0-1 0 0,1 0 1 0 0,-1 0-1 0 0,0 0 1 0 0,0 1-1 0 0,0-1 1 0 0,0 0-1 0 0,0 1 1 0 0,0 0-1 0 0,0-1 0 0 0,-1 1 1 0 0,1 0-1 0 0,0 0 1 0 0,-1 1-1 0 0,1-1 1 0 0,0 0-1 0 0,-1 1 1 0 0,1-1-1 0 0,-1 1 1 0 0,-4 0-1 0 0,0 0-53 0 0,0 0 0 0 0,1 1 1 0 0,-1 0-1 0 0,1 0 0 0 0,-1 1 1 0 0,1 0-1 0 0,-1 0 0 0 0,1 0 0 0 0,0 1 1 0 0,0 0-1 0 0,0 0 0 0 0,1 1 0 0 0,-1-1 1 0 0,1 1-1 0 0,-10 9 0 0 0,-3 5-12 0 0,0 1 0 0 0,-25 36-1 0 0,37-48-10 0 0,-16 23-33 0 0,-86 123 238 0 0,97-134-177 0 0,1 0 1 0 0,1 1-1 0 0,0 0 0 0 0,2 0 0 0 0,1 1 1 0 0,-7 35-1 0 0,9-38-24 0 0,-9 28 1 0 0,9-36-13 0 0,1-1 0 0 0,0 1 0 0 0,1 0 1 0 0,0 0-1 0 0,1 0 0 0 0,0 0 0 0 0,0 0 0 0 0,1 0 0 0 0,1 12 1 0 0,1-10-11 0 0,1-1 1 0 0,1 0-1 0 0,0 0 1 0 0,5 12 0 0 0,5 11-13 0 0,-12-31 19 0 0,-1 1 0 0 0,1-1 0 0 0,0 1 0 0 0,0-1 0 0 0,0 0-1 0 0,0 0 1 0 0,1 0 0 0 0,-1 0 0 0 0,1-1 0 0 0,0 1 0 0 0,0-1 0 0 0,0 1 0 0 0,0-1 0 0 0,0 0 0 0 0,0 0 0 0 0,0 0 0 0 0,1-1 0 0 0,5 2-1 0 0,7 3-179 0 0,0-2-1 0 0,1 0 1 0 0,16 1-1 0 0,24 7-1450 0 0,-29 2 176 0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10"/>
    </inkml:context>
    <inkml:brush xml:id="br0">
      <inkml:brushProperty name="width" value="0.05" units="cm"/>
      <inkml:brushProperty name="height" value="0.05" units="cm"/>
    </inkml:brush>
  </inkml:definitions>
  <inkml:trace contextRef="#ctx0" brushRef="#br0">247 68 8322 0 0,'1'-22'597'0'0,"0"16"-707"0"0,-1 3 494 0 0,1 0 1 0 0,-1-1-1 0 0,1 1 0 0 0,0 0 0 0 0,0 0 1 0 0,0 0-1 0 0,0 0 0 0 0,1 0 0 0 0,-1 0 1 0 0,1 0-1 0 0,2-2 230 0 0,-5 24 99 0 0,-1 0-682 0 0,0 1 1 0 0,-2-1-1 0 0,0 0 0 0 0,-1 0 1 0 0,-1 0-1 0 0,-1 0 0 0 0,0-1 1 0 0,-2-1-1 0 0,-14 24 0 0 0,18-32-7 0 0,-1 0-19 0 0,0 0 0 0 0,-14 16 0 0 0,17-22 1 0 0,1-1 0 0 0,-2 1 0 0 0,1-1 0 0 0,0 1 0 0 0,0-1 0 0 0,-1 0 0 0 0,1 0 0 0 0,-1-1 0 0 0,0 1 0 0 0,1-1 0 0 0,-8 2 0 0 0,5-1 18 0 0,1-1 0 0 0,0 1 1 0 0,1 0-1 0 0,-10 5 0 0 0,11-4-9 0 0,-1-1 1 0 0,0-1-1 0 0,1 1 0 0 0,-1 0 1 0 0,0-1-1 0 0,0 0 0 0 0,0 0 1 0 0,0 0-1 0 0,0 0 0 0 0,-6 0 1 0 0,8-1 39 0 0,0 0 1 0 0,0 0 0 0 0,0 0 0 0 0,0-1-1 0 0,0 1 1 0 0,0-1 0 0 0,0 1 0 0 0,0-1-1 0 0,1 1 1 0 0,-4-3 0 0 0,4 3-31 0 0,1 0 0 0 0,0 0 0 0 0,0 0 1 0 0,0-1-1 0 0,-1 1 0 0 0,1 0 0 0 0,0 0 0 0 0,0 0 1 0 0,0-1-1 0 0,0 1 0 0 0,-1 0 0 0 0,1 0 0 0 0,0 0 0 0 0,0-1 1 0 0,0 1-1 0 0,0 0 0 0 0,0 0 0 0 0,0-1 0 0 0,0 1 0 0 0,0 0 1 0 0,0 0-1 0 0,0-1 0 0 0,0 1 0 0 0,0 0 0 0 0,0-1 1 0 0,0 1-1 0 0,0 0 0 0 0,0 0 0 0 0,0-1 0 0 0,0 1 0 0 0,12-11 403 0 0,19-7-375 0 0,0 2 0 0 0,2 1 0 0 0,0 1 0 0 0,0 2 0 0 0,69-15 0 0 0,-91 25-48 0 0,5 0-1200 0 0,-6-2-2736 0 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11"/>
    </inkml:context>
    <inkml:brush xml:id="br0">
      <inkml:brushProperty name="width" value="0.05" units="cm"/>
      <inkml:brushProperty name="height" value="0.05" units="cm"/>
    </inkml:brush>
  </inkml:definitions>
  <inkml:trace contextRef="#ctx0" brushRef="#br0">310 86 10106 0 0,'1'-9'660'0'0,"-2"-9"1739"0"0,-4 18-1406 0 0,-4 10-579 0 0,-18 28 129 0 0,-65 67 0 0 0,44-53-97 0 0,31-33-111 0 0,-1 0 1 0 0,-21 17-1 0 0,35-33-306 0 0,0 0 0 0 0,0 0-1 0 0,0 1 1 0 0,0 0-1 0 0,0 0 1 0 0,1 0 0 0 0,0 0-1 0 0,0 0 1 0 0,0 1-1 0 0,-4 8 1 0 0,3-8-26 0 0,-3 6 336 0 0,7-10-137 0 0,7-4-48 0 0,10-9-123 0 0,0-1 0 0 0,-1-1 1 0 0,19-21-1 0 0,-7 1-11 0 0,-1-1 1 0 0,27-47-1 0 0,-6 8-12 0 0,-41 64 29 0 0,0 0-1 0 0,1 0 1 0 0,1 1-1 0 0,-1 1 1 0 0,1-1-1 0 0,1 1 1 0 0,-1 1-1 0 0,2 0 1 0 0,-1 0-1 0 0,15-6 1 0 0,-24 12-31 0 0,1 0 1 0 0,-1 1 0 0 0,1-1 0 0 0,-1 1 0 0 0,1-1-1 0 0,-1 1 1 0 0,1-1 0 0 0,0 1 0 0 0,-1 0-1 0 0,1 0 1 0 0,-1 0 0 0 0,1 0 0 0 0,-1 0-1 0 0,1 0 1 0 0,0 1 0 0 0,-1-1 0 0 0,1 0 0 0 0,-1 1-1 0 0,1-1 1 0 0,-1 1 0 0 0,1 0 0 0 0,-1-1-1 0 0,0 1 1 0 0,1 0 0 0 0,-1 0 0 0 0,0 0 0 0 0,0 0-1 0 0,1 0 1 0 0,-1 0 0 0 0,0 0 0 0 0,0 0-1 0 0,0 0 1 0 0,0 1 0 0 0,0-1 0 0 0,0 2 0 0 0,4 5-2 0 0,-2 1 0 0 0,1-1 0 0 0,-1 1 1 0 0,4 18-1 0 0,-2-9 53 0 0,34 115 44 0 0,-35-116-101 0 0,-2-9 4 0 0,1 1-1 0 0,-1-1 1 0 0,8 14-1 0 0,-6-11-49 0 0,1-1-1 0 0,-1 1 1 0 0,-1 0-1 0 0,0 0 1 0 0,0 1-1 0 0,-1-1 1 0 0,-1 0-1 0 0,0 1 1 0 0,0-1-1 0 0,-2 20 1 0 0,1-29-261 0 0,-1-1 0 0 0,1 0-1 0 0,0 0 1 0 0,0 0 0 0 0,-1 0 0 0 0,1 0 0 0 0,-1 1 0 0 0,1-1-1 0 0,-1 0 1 0 0,1 0 0 0 0,-1 0 0 0 0,1 0 0 0 0,-1-1 0 0 0,0 1-1 0 0,0 0 1 0 0,0 0 0 0 0,1 0 0 0 0,-1 0 0 0 0,0-1-1 0 0,0 1 1 0 0,0 0 0 0 0,0-1 0 0 0,-2 2 0 0 0,-6 1-3028 0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12"/>
    </inkml:context>
    <inkml:brush xml:id="br0">
      <inkml:brushProperty name="width" value="0.05" units="cm"/>
      <inkml:brushProperty name="height" value="0.05" units="cm"/>
    </inkml:brush>
  </inkml:definitions>
  <inkml:trace contextRef="#ctx0" brushRef="#br0">10 301 9282 0 0,'0'0'792'0'0,"-9"-17"2242"0"0,10 15-3019 0 0,1 1 1 0 0,0-1-1 0 0,-1 1 0 0 0,1 0 0 0 0,0-1 1 0 0,0 1-1 0 0,0 0 0 0 0,0 0 1 0 0,0 1-1 0 0,0-1 0 0 0,0 0 0 0 0,0 1 1 0 0,0-1-1 0 0,0 1 0 0 0,3-1 0 0 0,1 0-3 0 0,240-70 98 0 0,-218 63-96 0 0,4-1 1 0 0,0-1 0 0 0,30-15-1 0 0,6-4 645 0 0,-67 28-646 0 0,-1 1-1 0 0,0 0 1 0 0,1 0 0 0 0,-1 0-1 0 0,1 0 1 0 0,-1 0 0 0 0,1 0-1 0 0,-1 0 1 0 0,1 0 0 0 0,-1 0-1 0 0,1 0 1 0 0,-1 0 0 0 0,1 0-1 0 0,-1 0 1 0 0,0 1-1 0 0,1-1 1 0 0,-1 0 0 0 0,1 0-1 0 0,-1 0 1 0 0,0 1 0 0 0,1-1-1 0 0,-1 0 1 0 0,1 1 0 0 0,-1-1-1 0 0,0 0 1 0 0,1 0 0 0 0,-1 1-1 0 0,0-1 1 0 0,0 1 0 0 0,1-1-1 0 0,-1 0 1 0 0,0 1 0 0 0,0-1-1 0 0,0 1 1 0 0,1-1 0 0 0,-1 0-1 0 0,0 1 1 0 0,0-1 0 0 0,0 1-1 0 0,0-1 1 0 0,0 2-1 0 0,2 20 122 0 0,-2-19-104 0 0,0 9 207 0 0,-1 0 0 0 0,0 1 0 0 0,-1-1 0 0 0,0 0 1 0 0,-1 0-1 0 0,0 0 0 0 0,-1 0 0 0 0,0 0 0 0 0,-1-1 0 0 0,0 0 1 0 0,-10 14-1 0 0,15-24-186 0 0,0 0 0 0 0,-1 0 0 0 0,1 0 0 0 0,-1 0 0 0 0,1 0 0 0 0,-1 0 1 0 0,0 0-1 0 0,1-1 0 0 0,-1 1 0 0 0,0 0 0 0 0,0-1 0 0 0,1 1 0 0 0,-1 0 0 0 0,0-1 1 0 0,0 1-1 0 0,0-1 0 0 0,-2 2 0 0 0,3-3-34 0 0,-1 1 0 0 0,1 0 1 0 0,0 0-1 0 0,-1 0 0 0 0,1 0 1 0 0,-1-1-1 0 0,1 1 0 0 0,0 0 0 0 0,-1-1 1 0 0,1 1-1 0 0,0 0 0 0 0,-1 0 1 0 0,1-1-1 0 0,0 1 0 0 0,0-1 0 0 0,-1 1 1 0 0,1 0-1 0 0,0-1 0 0 0,0 1 0 0 0,0-1 1 0 0,-1 1-1 0 0,1 0 0 0 0,0-1 1 0 0,0 1-1 0 0,0-1 0 0 0,0 1 0 0 0,0-1 1 0 0,-1-5-3 0 0,0 1 0 0 0,1-1 0 0 0,-1 1 0 0 0,1-1-1 0 0,1-6 1 0 0,1 4-14 0 0,0 0-1 0 0,0 0 0 0 0,1 1 0 0 0,3-10 0 0 0,5-13-2 0 0,-8 25-1 0 0,-1 0 1 0 0,1 0-1 0 0,0 0 0 0 0,0 0 0 0 0,0 0 1 0 0,0 1-1 0 0,1-1 0 0 0,0 1 0 0 0,0 0 0 0 0,0 0 1 0 0,0 1-1 0 0,6-4 0 0 0,21-21-4 0 0,-27 23-11 0 0,0 1 0 0 0,1 0 0 0 0,0 0 0 0 0,0 1 0 0 0,0 0 0 0 0,1 0 0 0 0,-1 0 0 0 0,1 0 0 0 0,-1 1 0 0 0,1 0 0 0 0,8-2 0 0 0,-13 4 14 0 0,-1 0 0 0 0,1 0 0 0 0,0 0 0 0 0,-1 0-1 0 0,1 0 1 0 0,0 0 0 0 0,-1 0 0 0 0,1 0 0 0 0,0 1-1 0 0,-1-1 1 0 0,1 0 0 0 0,-1 1 0 0 0,1-1 0 0 0,0 0-1 0 0,-1 1 1 0 0,1-1 0 0 0,-1 0 0 0 0,1 1-1 0 0,-1-1 1 0 0,1 1 0 0 0,-1-1 0 0 0,1 1 0 0 0,-1 0-1 0 0,0-1 1 0 0,1 1 0 0 0,-1-1 0 0 0,0 1 0 0 0,1 0-1 0 0,7 21 9 0 0,-8-19-24 0 0,6 21 9 0 0,-6-22 15 0 0,0 1 0 0 0,1 0 0 0 0,-1-1 1 0 0,0 1-1 0 0,1-1 0 0 0,0 1 0 0 0,0-1 1 0 0,0 1-1 0 0,0-1 0 0 0,0 1 0 0 0,0-1 1 0 0,1 0-1 0 0,-1 0 0 0 0,1 0 0 0 0,-1 0 0 0 0,1 0 1 0 0,0 0-1 0 0,0 0 0 0 0,0 0 0 0 0,0-1 1 0 0,0 1-1 0 0,0-1 0 0 0,5 3 0 0 0,-1-2 6 0 0,0 0 0 0 0,0 0 0 0 0,0-1 0 0 0,0 1 0 0 0,1-1 0 0 0,-1-1 0 0 0,0 1 0 0 0,1-1 0 0 0,-1-1 0 0 0,0 1 0 0 0,1-1 0 0 0,11-3 0 0 0,-4 1 4 0 0,0-2-1 0 0,0 0 1 0 0,-1 0-1 0 0,20-12 1 0 0,-8 6 18 0 0,-21 10-24 0 0,-1 0-1 0 0,1-1 0 0 0,-1 1 0 0 0,0-1 1 0 0,1 0-1 0 0,-1 0 0 0 0,0 0 1 0 0,0 0-1 0 0,5-5 0 0 0,-4 1-3 0 0,0 0 1 0 0,0 0-1 0 0,0 0 0 0 0,0 0 0 0 0,-1-1 1 0 0,4-11-1 0 0,1-3 13 0 0,-4 14-4 0 0,7-17-14 0 0,-11 24-1 0 0,0-1 0 0 0,0 1 0 0 0,0 0 0 0 0,0 0 0 0 0,0 0 0 0 0,0-1 0 0 0,0 1 0 0 0,0 0 1 0 0,0 0-1 0 0,0 0 0 0 0,0-1 0 0 0,0 1 0 0 0,0 0 0 0 0,0 0 0 0 0,0 0 0 0 0,0-1 0 0 0,0 1 0 0 0,0 0 0 0 0,0 0 0 0 0,0 0 0 0 0,0-1 0 0 0,-1 1 0 0 0,1 0 0 0 0,0 0 0 0 0,0 0 1 0 0,0 0-1 0 0,0-1 0 0 0,0 1 0 0 0,-1 0 0 0 0,1 0 0 0 0,0 0 0 0 0,0 0 0 0 0,0 0 0 0 0,-1 0 0 0 0,-13 3-146 0 0,12-2 147 0 0,0 0 1 0 0,0 0-1 0 0,0 1 1 0 0,1-1 0 0 0,-1 0-1 0 0,0 1 1 0 0,0-1-1 0 0,1 1 1 0 0,-1 0-1 0 0,1 0 1 0 0,0-1 0 0 0,-1 1-1 0 0,1 0 1 0 0,0 0-1 0 0,0 0 1 0 0,0 0-1 0 0,1 1 1 0 0,-1-1-1 0 0,0 0 1 0 0,1 0 0 0 0,-1 3-1 0 0,-10 24-21 0 0,10-26 20 0 0,0-1 0 0 0,-1 1 0 0 0,1-1 1 0 0,0 1-1 0 0,1-1 0 0 0,-1 1 0 0 0,0 0 0 0 0,1-1 1 0 0,-1 1-1 0 0,1 0 0 0 0,0 0 0 0 0,0 0 0 0 0,0-1 0 0 0,0 1 1 0 0,0 0-1 0 0,1 0 0 0 0,-1-1 0 0 0,1 1 0 0 0,0 0 1 0 0,0-1-1 0 0,0 1 0 0 0,0-1 0 0 0,0 1 0 0 0,1-1 1 0 0,-1 1-1 0 0,1-1 0 0 0,-1 0 0 0 0,1 0 0 0 0,0 0 1 0 0,0 0-1 0 0,0 0 0 0 0,0 0 0 0 0,0 0 0 0 0,0-1 1 0 0,1 1-1 0 0,3 2 0 0 0,0-2 13 0 0,0 1 8 0 0,0-1 1 0 0,-1 1 0 0 0,1 0-1 0 0,-1 0 1 0 0,0 0 0 0 0,0 1 0 0 0,0 0-1 0 0,0 0 1 0 0,0 0 0 0 0,-1 1-1 0 0,0 0 1 0 0,4 4 0 0 0,-3-1 20 0 0,9 19 183 0 0,-13-26-216 0 0,-1 0 0 0 0,0 0-1 0 0,0 0 1 0 0,0-1 0 0 0,0 1 0 0 0,0 0-1 0 0,0 0 1 0 0,0 0 0 0 0,0 0 0 0 0,0 0 0 0 0,0-1-1 0 0,0 1 1 0 0,0 0 0 0 0,-1 0 0 0 0,1 0-1 0 0,0-1 1 0 0,-1 1 0 0 0,1 0 0 0 0,0 0-1 0 0,-1-1 1 0 0,1 1 0 0 0,-1 0 0 0 0,1 0 0 0 0,-1-1-1 0 0,0 1 1 0 0,1-1 0 0 0,-1 1 0 0 0,0-1-1 0 0,1 1 1 0 0,-1-1 0 0 0,0 1 0 0 0,1-1-1 0 0,-2 1 1 0 0,-6 2 4 0 0,1-1 0 0 0,0 1 0 0 0,-1-2 0 0 0,0 1-1 0 0,-9 0 1 0 0,9-1-131 0 0,1 0 0 0 0,0 0 0 0 0,-1 1 0 0 0,1 0 0 0 0,0 0 0 0 0,-10 5 0 0 0,13-4-281 0 0,-1-1-1 0 0,0 0 0 0 0,1 0 0 0 0,-1 0 0 0 0,0-1 1 0 0,-6 2-1 0 0,-6-5-7701 0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13"/>
    </inkml:context>
    <inkml:brush xml:id="br0">
      <inkml:brushProperty name="width" value="0.05" units="cm"/>
      <inkml:brushProperty name="height" value="0.05" units="cm"/>
    </inkml:brush>
  </inkml:definitions>
  <inkml:trace contextRef="#ctx0" brushRef="#br0">0 70 9994 0 0,'2'-2'1064'0'0,"0"0"-1040"0"0,4-1 1169 0 0,12-15-521 0 0,-1 4-296 0 0,-1 6 0 0 0,-3 2-96 0 0,-5 3 32 0 0,-3 0-296 0 0,-1 0 0 0 0,-1 0 8 0 0,0 1-8 0 0,-1 1-56 0 0,0-1-1048 0 0</inkml:trace>
  <inkml:trace contextRef="#ctx0" brushRef="#br0" timeOffset="1">67 205 7274 0 0,'5'9'3347'0'0,"41"58"1064"0"0,-13-21-6595 0 0,-30-40-950 0 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15"/>
    </inkml:context>
    <inkml:brush xml:id="br0">
      <inkml:brushProperty name="width" value="0.05" units="cm"/>
      <inkml:brushProperty name="height" value="0.05" units="cm"/>
    </inkml:brush>
  </inkml:definitions>
  <inkml:trace contextRef="#ctx0" brushRef="#br0">165 53 9202 0 0,'1'-28'2627'0'0,"-1"27"-2499"0"0,0 0 1 0 0,0 0-1 0 0,0 0 0 0 0,0 0 0 0 0,0 0 1 0 0,0 0-1 0 0,0 0 0 0 0,1 0 0 0 0,-1 0 1 0 0,0 0-1 0 0,1 0 0 0 0,-1 0 0 0 0,1 0 1 0 0,-1 0-1 0 0,1 1 0 0 0,-1-1 0 0 0,1 0 1 0 0,0 0-1 0 0,0 0 0 0 0,-1 1 1 0 0,1-1-1 0 0,0 0 0 0 0,0 1 0 0 0,0-1 1 0 0,-1 1-1 0 0,1-1 0 0 0,2 0 0 0 0,-2 1-101 0 0,1 0 1 0 0,-1 1-1 0 0,0-1 0 0 0,0 1 0 0 0,0-1 0 0 0,0 1 0 0 0,1-1 0 0 0,-1 1 0 0 0,0 0 1 0 0,0-1-1 0 0,0 1 0 0 0,0 0 0 0 0,-1 0 0 0 0,1 0 0 0 0,0 0 0 0 0,0 0 1 0 0,0 0-1 0 0,-1 0 0 0 0,1 0 0 0 0,0 0 0 0 0,-1 0 0 0 0,1 0 0 0 0,0 2 0 0 0,3 8-9 0 0,0-1 0 0 0,-1 1 0 0 0,-1 0-1 0 0,0 0 1 0 0,0 0 0 0 0,-1 0 0 0 0,0 0-1 0 0,-1 0 1 0 0,0 0 0 0 0,-1 0 0 0 0,0 0-1 0 0,-4 18 1 0 0,-4 10 48 0 0,-2-1 0 0 0,-18 43 0 0 0,22-65-470 0 0,-18 32-1 0 0,-1-9-3255 0 0,22-35 2763 0 0,-1 0 0 0 0,0-1 1 0 0,-1 0-1 0 0,1 0 1 0 0,0 0-1 0 0,-12 4 0 0 0,14-6 708 0 0,-1 1 318 0 0,0-1 0 0 0,0 0 0 0 0,0 0 0 0 0,0 0-1 0 0,-9 1 1 0 0,-10-2 3583 0 0,21 0-2762 0 0,23-2 1145 0 0,19-3-2019 0 0,0-2 1 0 0,0-1-1 0 0,0-2 0 0 0,-1-2 1 0 0,-1-2-1 0 0,72-36 1 0 0,-108 49-240 0 0,0 0 0 0 0,-1-1 1 0 0,1 1-1 0 0,-1 0 0 0 0,0-1 1 0 0,1 1-1 0 0,-1 0 0 0 0,0-1 1 0 0,0 0-1 0 0,0 1 1 0 0,0-1-1 0 0,0 0 0 0 0,0 1 1 0 0,-1-1-1 0 0,1 0 0 0 0,0 0 1 0 0,-1 0-1 0 0,0 1 0 0 0,1-5 1 0 0,0 1-566 0 0,3-10-2040 0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16"/>
    </inkml:context>
    <inkml:brush xml:id="br0">
      <inkml:brushProperty name="width" value="0.05" units="cm"/>
      <inkml:brushProperty name="height" value="0.05" units="cm"/>
    </inkml:brush>
  </inkml:definitions>
  <inkml:trace contextRef="#ctx0" brushRef="#br0">1 61 12771 0 0,'0'-2'67'0'0,"1"0"0"0"0,0 0 1 0 0,-1 1-1 0 0,1-1 0 0 0,0 0 0 0 0,0 0 1 0 0,0 0-1 0 0,0 1 0 0 0,1-1 1 0 0,-1 0-1 0 0,0 1 0 0 0,1 0 0 0 0,-1-1 1 0 0,1 1-1 0 0,-1 0 0 0 0,1-1 1 0 0,0 1-1 0 0,-1 0 0 0 0,1 0 0 0 0,0 0 1 0 0,0 1-1 0 0,0-1 0 0 0,3-1 0 0 0,46-13-5 0 0,-16 10-61 0 0,1 1 1 0 0,-1 2-1 0 0,64 5 0 0 0,-42 3-1998 0 0,-29-1-8 0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17"/>
    </inkml:context>
    <inkml:brush xml:id="br0">
      <inkml:brushProperty name="width" value="0.05" units="cm"/>
      <inkml:brushProperty name="height" value="0.05" units="cm"/>
    </inkml:brush>
  </inkml:definitions>
  <inkml:trace contextRef="#ctx0" brushRef="#br0">74 175 7530 0 0,'0'0'424'0'0,"0"9"976"0"0,-7 24-68 0 0,0-1-1 0 0,-14 35 1 0 0,10-35-353 0 0,2-1 1 0 0,-8 50-1 0 0,17-78-888 0 0,-1 0-1 0 0,1-1 1 0 0,0 1-1 0 0,0 0 0 0 0,0 0 1 0 0,0 0-1 0 0,1 0 1 0 0,-1 0-1 0 0,1 0 0 0 0,0 0 1 0 0,-1 0-1 0 0,1 0 1 0 0,1 0-1 0 0,-1-1 1 0 0,0 1-1 0 0,1-1 0 0 0,-1 1 1 0 0,4 3-1 0 0,-2-3-26 0 0,0-1-1 0 0,0 1 0 0 0,0-1 1 0 0,1 0-1 0 0,-1 0 1 0 0,1 0-1 0 0,-1-1 1 0 0,1 1-1 0 0,-1-1 1 0 0,1 0-1 0 0,0 0 0 0 0,0 0 1 0 0,5 0-1 0 0,-1 0 4 0 0,1-1 0 0 0,-1 0 0 0 0,0 0 0 0 0,1 0 0 0 0,12-4-1 0 0,-17 4-38 0 0,0-1-1 0 0,0 0 1 0 0,0-1-1 0 0,0 1 1 0 0,0-1 0 0 0,0 1-1 0 0,0-1 1 0 0,0 0-1 0 0,-1-1 1 0 0,1 1-1 0 0,-1-1 1 0 0,6-5-1 0 0,-6 4-7 0 0,-1 0 0 0 0,0 0-1 0 0,0 0 1 0 0,0 0 0 0 0,2-7 0 0 0,4-8 37 0 0,-5 13-39 0 0,-1 0 0 0 0,0-1 1 0 0,0 1-1 0 0,0 0 0 0 0,-1-1 0 0 0,1 1 0 0 0,-2-1 0 0 0,1 1 0 0 0,-1-1 0 0 0,0 1 0 0 0,0-1 0 0 0,-3-11 1 0 0,1 8-188 0 0,0 1 0 0 0,0 0 1 0 0,-1 0-1 0 0,-1 0 1 0 0,0 1-1 0 0,0-1 1 0 0,0 1-1 0 0,-8-11 1 0 0,7 13-550 0 0,-5-7-2221 0 0,0 8-2256 0 0</inkml:trace>
  <inkml:trace contextRef="#ctx0" brushRef="#br0" timeOffset="1">385 12 11370 0 0,'0'0'443'0'0,"11"-8"2717"0"0,19 5-4175 0 0,55 3 0 0 0,-75 0-854 0 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19"/>
    </inkml:context>
    <inkml:brush xml:id="br0">
      <inkml:brushProperty name="width" value="0.05" units="cm"/>
      <inkml:brushProperty name="height" value="0.05" units="cm"/>
    </inkml:brush>
  </inkml:definitions>
  <inkml:trace contextRef="#ctx0" brushRef="#br0">2 1 4321 0 0,'-1'0'7241'0'0,"1"1"-6672"0"0,1 1 15 0 0,1-1 0 0 0,-1 1-272 0 0,1-1-160 0 0,1 1-24 0 0,5-1-40 0 0,7 1-80 0 0,2-2-112 0 0,1 0-280 0 0,1-2-88 0 0,-4-1-2201 0 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20"/>
    </inkml:context>
    <inkml:brush xml:id="br0">
      <inkml:brushProperty name="width" value="0.05" units="cm"/>
      <inkml:brushProperty name="height" value="0.05" units="cm"/>
    </inkml:brush>
  </inkml:definitions>
  <inkml:trace contextRef="#ctx0" brushRef="#br0">133 208 1712 0 0,'0'0'602'0'0,"15"-20"7119"0"0,-15 20-7630 0 0,0-1-1 0 0,0 1 0 0 0,0 0 0 0 0,0 0 0 0 0,0-1 0 0 0,0 1 0 0 0,0 0 0 0 0,0-1 1 0 0,0 1-1 0 0,0 0 0 0 0,0-1 0 0 0,-1 1 0 0 0,1 0 0 0 0,0-1 0 0 0,0 1 0 0 0,0 0 0 0 0,-1 0 1 0 0,1-1-1 0 0,0 1 0 0 0,0 0 0 0 0,0 0 0 0 0,-1 0 0 0 0,1-1 0 0 0,0 1 0 0 0,-1 0 1 0 0,1 0-1 0 0,0 0 0 0 0,0 0 0 0 0,-1-1 0 0 0,1 1 0 0 0,0 0 0 0 0,-1 0 0 0 0,1 0 0 0 0,-1 0 1 0 0,-15 2 817 0 0,-13 12-811 0 0,26-11-68 0 0,0 0 1 0 0,0 0-1 0 0,0 1 1 0 0,1-1-1 0 0,-1 1 1 0 0,1 0-1 0 0,0 0 0 0 0,0 0 1 0 0,0 0-1 0 0,0 0 1 0 0,1 1-1 0 0,-2 5 0 0 0,-10 24 62 0 0,10-27-87 0 0,0-1-1 0 0,0 1 1 0 0,0 0-1 0 0,1 0 0 0 0,0 0 1 0 0,1 0-1 0 0,-1 1 1 0 0,1-1-1 0 0,1 8 0 0 0,-1-11 62 0 0,1 0-1 0 0,0 0 0 0 0,1 1 0 0 0,-1-1 1 0 0,1 0-1 0 0,-1 0 0 0 0,1 0 1 0 0,0-1-1 0 0,1 1 0 0 0,-1 0 0 0 0,1 0 1 0 0,-1-1-1 0 0,1 1 0 0 0,0 0 1 0 0,1-1-1 0 0,-1 0 0 0 0,6 6 0 0 0,-2-5 139 0 0,0 0-1 0 0,1 0 1 0 0,0-1-1 0 0,7 3 0 0 0,-11-5-139 0 0,1 0-23 0 0,1 1-1 0 0,0-1 1 0 0,0 0-1 0 0,-1 0 1 0 0,1 0-1 0 0,0-1 1 0 0,0 0-1 0 0,0 0 1 0 0,0 0-1 0 0,0 0 1 0 0,0-1-1 0 0,-1 0 1 0 0,1 0-1 0 0,0 0 1 0 0,0-1-1 0 0,-1 1 1 0 0,1-1 0 0 0,-1 0-1 0 0,0-1 1 0 0,1 1-1 0 0,-1-1 1 0 0,0 1-1 0 0,6-7 1 0 0,-2 3-23 0 0,-1-1 0 0 0,0-1 0 0 0,-1 1 0 0 0,1-1 0 0 0,-2 0 0 0 0,1-1 0 0 0,-1 1 0 0 0,0-1 0 0 0,-1 0 0 0 0,6-15 1 0 0,-3-1 19 0 0,0 0 0 0 0,-2 0 1 0 0,4-45-1 0 0,-8 62-33 0 0,0 1 1 0 0,1-1-1 0 0,0 0 0 0 0,4-10 1 0 0,-3 12-2 0 0,-1 0 0 0 0,0 0 1 0 0,-1-1-1 0 0,1 1 0 0 0,-1 0 0 0 0,-1-1 1 0 0,1-12-1 0 0,-1 16-9 0 0,0-1 0 0 0,-1 1 0 0 0,1-1 0 0 0,-1 0 0 0 0,0 1 0 0 0,0 0 0 0 0,0-1 0 0 0,-3-3 0 0 0,4 6 0 0 0,-1 0 1 0 0,0-1-1 0 0,0 1 1 0 0,0 0-1 0 0,0 0 0 0 0,0 0 1 0 0,0 0-1 0 0,0 1 1 0 0,0-1-1 0 0,-1 0 0 0 0,1 0 1 0 0,0 1-1 0 0,0-1 0 0 0,-1 0 1 0 0,1 1-1 0 0,0-1 1 0 0,-1 1-1 0 0,1 0 0 0 0,0-1 1 0 0,-1 1-1 0 0,-2 0 1 0 0,-2-1-2 0 0,0 0 1 0 0,0 0 0 0 0,0-1 0 0 0,0 0 0 0 0,-6-3-1 0 0,6 3 4 0 0,1 0 0 0 0,0 0 0 0 0,-1 0 0 0 0,1 1 0 0 0,-1 0 0 0 0,-11-1 0 0 0,10 2 0 0 0,0 1 0 0 0,0 0 1 0 0,0 1-1 0 0,0 0 0 0 0,1 0 0 0 0,-1 0 1 0 0,0 1-1 0 0,-10 5 0 0 0,-6 3 0 0 0,18-9-1 0 0,1 1 1 0 0,-1-1-1 0 0,0 1 1 0 0,1 1-1 0 0,0-1 1 0 0,0 1-1 0 0,0-1 1 0 0,0 1-1 0 0,1 0 1 0 0,-1 0-1 0 0,1 1 1 0 0,0-1-1 0 0,0 1 1 0 0,-3 8-1 0 0,1-2-5 0 0,0 0-1 0 0,1 1 1 0 0,1 0-1 0 0,0 0 1 0 0,-2 19-1 0 0,4-24 1 0 0,-1-1 0 0 0,0 1 0 0 0,0-1-1 0 0,-5 13 1 0 0,4-14 9 0 0,1 1 1 0 0,-1 0-1 0 0,1 0 0 0 0,1 0 1 0 0,-1 0-1 0 0,0 11 0 0 0,5 43 378 0 0,0-34-1553 0 0,-2-1-3462 0 0,-1-22 2631 0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21"/>
    </inkml:context>
    <inkml:brush xml:id="br0">
      <inkml:brushProperty name="width" value="0.05" units="cm"/>
      <inkml:brushProperty name="height" value="0.05" units="cm"/>
    </inkml:brush>
  </inkml:definitions>
  <inkml:trace contextRef="#ctx0" brushRef="#br0">1 0 12651 0 0,'0'0'760'0'0,"12"14"1600"0"0,-7 63-3543 0 0,-4-72-1550 0 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22"/>
    </inkml:context>
    <inkml:brush xml:id="br0">
      <inkml:brushProperty name="width" value="0.05" units="cm"/>
      <inkml:brushProperty name="height" value="0.05" units="cm"/>
    </inkml:brush>
  </inkml:definitions>
  <inkml:trace contextRef="#ctx0" brushRef="#br0">143 1 11723 0 0,'0'0'380'0'0,"-16"0"178"0"0,11 1-519 0 0,0 1-1 0 0,0-1 1 0 0,0 1-1 0 0,1 0 1 0 0,-1 0-1 0 0,1 0 1 0 0,-1 1-1 0 0,1-1 1 0 0,0 1-1 0 0,0 0 0 0 0,0 0 1 0 0,0 1-1 0 0,0-1 1 0 0,1 1-1 0 0,-5 6 1 0 0,-1 3 140 0 0,0 0 1 0 0,1 1-1 0 0,-11 24 1 0 0,18-34-143 0 0,-1 0-1 0 0,1 0 1 0 0,0 0 0 0 0,0 0-1 0 0,0 0 1 0 0,1 0 0 0 0,-1 0-1 0 0,1 0 1 0 0,0 0 0 0 0,0 0 0 0 0,0 0-1 0 0,1 1 1 0 0,0-1 0 0 0,2 7-1 0 0,1 1 139 0 0,0-1 0 0 0,1 0 0 0 0,13 19 0 0 0,-12-22 29 0 0,0 0 1 0 0,0-1 0 0 0,13 13 0 0 0,-14-16-134 0 0,0 0 1 0 0,0 1 0 0 0,0 0 0 0 0,-1 0-1 0 0,0 0 1 0 0,0 0 0 0 0,-1 1 0 0 0,1-1 0 0 0,-1 1-1 0 0,0 0 1 0 0,3 12 0 0 0,3 5 50 0 0,-7-20-74 0 0,0 1 0 0 0,0 0 0 0 0,-1 0 0 0 0,1 0 0 0 0,-1 0 0 0 0,1 7 0 0 0,-2-10-45 0 0,0 0 0 0 0,0 0 0 0 0,0 0 0 0 0,-1 0 0 0 0,1 0 1 0 0,0 0-1 0 0,0 0 0 0 0,-1 0 0 0 0,1 0 0 0 0,-1 0 0 0 0,1 0 0 0 0,-1 0 1 0 0,1 0-1 0 0,-1 0 0 0 0,1-1 0 0 0,-1 1 0 0 0,0 0 0 0 0,0 0 1 0 0,1-1-1 0 0,-1 1 0 0 0,0 0 0 0 0,0-1 0 0 0,0 1 0 0 0,0-1 1 0 0,0 1-1 0 0,0-1 0 0 0,0 1 0 0 0,0-1 0 0 0,0 0 0 0 0,0 1 1 0 0,-1-1-1 0 0,-19 6-294 0 0,13-4-132 0 0,0 0 0 0 0,0 0 0 0 0,-12 7 0 0 0,-4 1-870 0 0,0-5-632 0 0</inkml:trace>
  <inkml:trace contextRef="#ctx0" brushRef="#br0" timeOffset="1">49 62 14507 0 0,'1'-1'79'0'0,"1"-1"0"0"0,-1 0 1 0 0,1 0-1 0 0,0 1 0 0 0,0-1 0 0 0,-1 1 0 0 0,1 0 0 0 0,0-1 0 0 0,0 1 0 0 0,0 0 1 0 0,0 0-1 0 0,1 0 0 0 0,2 0 0 0 0,-2-1 23 0 0,9-3 68 0 0,1 0 0 0 0,1 1 0 0 0,-1 0 1 0 0,0 1-1 0 0,25-2 0 0 0,70 2-3481 0 0,-89 3 1089 0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24"/>
    </inkml:context>
    <inkml:brush xml:id="br0">
      <inkml:brushProperty name="width" value="0.05" units="cm"/>
      <inkml:brushProperty name="height" value="0.05" units="cm"/>
    </inkml:brush>
  </inkml:definitions>
  <inkml:trace contextRef="#ctx0" brushRef="#br0">171 0 5897 0 0,'0'0'6694'0'0,"14"1"-4324"0"0,-10-1-2335 0 0,0 1 0 0 0,0 1 0 0 0,0-1 0 0 0,0 0 0 0 0,0 1 0 0 0,0 0 0 0 0,-1 0 1 0 0,1 0-1 0 0,-1 1 0 0 0,1-1 0 0 0,-1 1 0 0 0,0-1 0 0 0,0 1 0 0 0,0 0 1 0 0,0 0-1 0 0,0 1 0 0 0,-1-1 0 0 0,0 1 0 0 0,1-1 0 0 0,-1 1 0 0 0,0 0 0 0 0,-1 0 1 0 0,1-1-1 0 0,-1 1 0 0 0,0 0 0 0 0,0 1 0 0 0,0-1 0 0 0,0 0 0 0 0,-1 0 0 0 0,1 0 1 0 0,-1 0-1 0 0,0 1 0 0 0,-1-1 0 0 0,0 6 0 0 0,0-7-17 0 0,0 1 0 0 0,1-1 0 0 0,-1 0-1 0 0,-1 1 1 0 0,1-1 0 0 0,0 0 0 0 0,-1 0 0 0 0,0 0-1 0 0,0 0 1 0 0,0 0 0 0 0,0 0 0 0 0,0-1 0 0 0,0 1-1 0 0,-1-1 1 0 0,-4 5 0 0 0,-1-3 2 0 0,0 1-1 0 0,1-1 0 0 0,-2 0 1 0 0,-12 4-1 0 0,13-5-10 0 0,-1 0-1 0 0,1 1 0 0 0,-1 0 1 0 0,1 0-1 0 0,-10 8 0 0 0,16-11-13 0 0,1 1 1 0 0,-1-1-1 0 0,1 1 0 0 0,-1 0 0 0 0,1 0 1 0 0,-1 0-1 0 0,1 0 0 0 0,0 0 0 0 0,0 0 0 0 0,0 0 1 0 0,0 0-1 0 0,1 0 0 0 0,-1 1 0 0 0,0-1 0 0 0,1 0 1 0 0,-1 3-1 0 0,2-4 5 0 0,0 0 1 0 0,0 0-1 0 0,1-1 1 0 0,-1 1 0 0 0,0-1-1 0 0,0 1 1 0 0,0-1-1 0 0,1 1 1 0 0,-1-1-1 0 0,0 0 1 0 0,0 0-1 0 0,1 0 1 0 0,-1 1-1 0 0,2-1 1 0 0,1 0 4 0 0,-1 1 0 0 0,0-1-1 0 0,0 1 1 0 0,0 0-1 0 0,0 0 1 0 0,0 0-1 0 0,0 1 1 0 0,0-1 0 0 0,0 1-1 0 0,-1 0 1 0 0,1-1-1 0 0,-1 1 1 0 0,1 0-1 0 0,-1 1 1 0 0,1-1-1 0 0,-1 0 1 0 0,0 1 0 0 0,0-1-1 0 0,0 1 1 0 0,-1-1-1 0 0,1 1 1 0 0,1 4-1 0 0,5 12 28 0 0,-7-16 2 0 0,1 1 0 0 0,-1-1 0 0 0,1 1 0 0 0,-1-1 1 0 0,0 1-1 0 0,0 0 0 0 0,0 5 0 0 0,-1-8-25 0 0,0 1 1 0 0,-1-1-1 0 0,1 0 0 0 0,0 0 0 0 0,-1 0 0 0 0,1 0 0 0 0,-1 1 1 0 0,1-1-1 0 0,-1 0 0 0 0,1 0 0 0 0,-1 0 0 0 0,0 0 0 0 0,1 0 1 0 0,-1 0-1 0 0,0 0 0 0 0,0-1 0 0 0,0 1 0 0 0,0 0 0 0 0,0 0 1 0 0,0-1-1 0 0,0 1 0 0 0,0 0 0 0 0,0-1 0 0 0,0 1 0 0 0,0-1 1 0 0,0 1-1 0 0,0-1 0 0 0,-3 1 0 0 0,-108 29 11 0 0,63-20-2698 0 0,37-6-1847 0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25"/>
    </inkml:context>
    <inkml:brush xml:id="br0">
      <inkml:brushProperty name="width" value="0.05" units="cm"/>
      <inkml:brushProperty name="height" value="0.05" units="cm"/>
    </inkml:brush>
  </inkml:definitions>
  <inkml:trace contextRef="#ctx0" brushRef="#br0">22 14 3705 0 0,'0'0'849'0'0,"30"0"4845"0"0,-29 0-5600 0 0,0 1 0 0 0,0-1 0 0 0,0 0 0 0 0,-1 0 0 0 0,1 0 0 0 0,0 1 0 0 0,0-1 0 0 0,-1 1 0 0 0,1-1 0 0 0,0 0 0 0 0,-1 1 0 0 0,1-1 0 0 0,-1 1 0 0 0,1-1 0 0 0,0 1 0 0 0,-1 0 0 0 0,1-1 0 0 0,-1 1 1 0 0,1 0-1 0 0,-1-1 0 0 0,0 1 0 0 0,1 0 0 0 0,-1-1 0 0 0,0 1 0 0 0,1 1 0 0 0,-1 1 19 0 0,1-1 1 0 0,-1 0-1 0 0,0 0 0 0 0,0 0 1 0 0,0 1-1 0 0,-1-1 1 0 0,1 0-1 0 0,0 0 0 0 0,-2 4 1 0 0,-1 1 108 0 0,0 1 0 0 0,0 0 0 0 0,-1-1 0 0 0,-5 9 0 0 0,6-13-176 0 0,1 0 1 0 0,-1 0 0 0 0,0-1 0 0 0,0 1-1 0 0,0 0 1 0 0,0-1 0 0 0,0 0 0 0 0,-1 0-1 0 0,1 0 1 0 0,-6 2 0 0 0,5-2 31 0 0,10-27 51 0 0,0 13-121 0 0,0 0 1 0 0,12-19-1 0 0,-15 28-8 0 0,-1-1 0 0 0,1 1 0 0 0,0 0 0 0 0,0-1 0 0 0,0 1 0 0 0,0 0 0 0 0,1 1 0 0 0,-1-1 0 0 0,1 1 0 0 0,0-1 0 0 0,0 1 0 0 0,4-2 0 0 0,4 0-66 0 0,-9 3 240 0 0,1-1 1 0 0,0 1 0 0 0,0 0 0 0 0,0 0 0 0 0,0 0 0 0 0,0 1 0 0 0,6-1 0 0 0,6 2 15 0 0,-1 1 1 0 0,1 1 0 0 0,-1 0 0 0 0,24 8 0 0 0,-2 0 6 0 0,-35-11-551 0 0,-1 1 0 0 0,0 0 0 0 0,0 0 0 0 0,0 0 0 0 0,1-1 1 0 0,-1 1-1 0 0,0 0 0 0 0,0 1 0 0 0,0-1 0 0 0,-1 0 1 0 0,1 0-1 0 0,0 0 0 0 0,0 1 0 0 0,-1-1 0 0 0,1 0 1 0 0,0 0-1 0 0,-1 1 0 0 0,1-1 0 0 0,-1 1 0 0 0,0-1 0 0 0,1 0 1 0 0,-1 1-1 0 0,0-1 0 0 0,0 1 0 0 0,0-1 0 0 0,0 1 1 0 0,0-1-1 0 0,0 1 0 0 0,-1 2 0 0 0,1-1-66 0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26"/>
    </inkml:context>
    <inkml:brush xml:id="br0">
      <inkml:brushProperty name="width" value="0.05" units="cm"/>
      <inkml:brushProperty name="height" value="0.05" units="cm"/>
    </inkml:brush>
  </inkml:definitions>
  <inkml:trace contextRef="#ctx0" brushRef="#br0">138 18 6609 0 0,'0'-1'303'0'0,"0"0"-1"0"0,0 0 1 0 0,0 0-1 0 0,0 0 1 0 0,0 0-1 0 0,0 0 1 0 0,0 0 0 0 0,0 0-1 0 0,0 0 1 0 0,0 0-1 0 0,1 1 1 0 0,-1-1-1 0 0,0 0 1 0 0,1 0-1 0 0,-1 0 1 0 0,1 0-1 0 0,0 0 1 0 0,-1 1-233 0 0,1 0 1 0 0,-1 0 0 0 0,0 0 0 0 0,1 0-1 0 0,-1 0 1 0 0,1 0 0 0 0,-1 0 0 0 0,0 0-1 0 0,1 0 1 0 0,-1 0 0 0 0,0 1 0 0 0,1-1-1 0 0,-1 0 1 0 0,0 0 0 0 0,1 0 0 0 0,-1 1-1 0 0,0-1 1 0 0,1 0 0 0 0,-1 0 0 0 0,0 1-1 0 0,0-1 1 0 0,1 0 0 0 0,-1 1 0 0 0,0-1 0 0 0,0 0-1 0 0,1 1 1 0 0,20 37-421 0 0,-16-29 754 0 0,84 175 344 0 0,-75-147-704 0 0,0 1 0 0 0,-3 1 0 0 0,7 42 0 0 0,-1-4-18 0 0,-11-58 4 0 0,-2 1-1 0 0,0 0 0 0 0,-1 0 1 0 0,-1 0-1 0 0,-1 0 1 0 0,-2 34-1 0 0,-5-17 76 0 0,-15 49-1 0 0,-3 10-31 0 0,21-76-61 0 0,0-4 1 0 0,1 0-1 0 0,-2 0 0 0 0,0-1 1 0 0,-1 1-1 0 0,-12 26 0 0 0,-2-9-197 0 0,-2 0-1 0 0,-1-1 0 0 0,-43 47 0 0 0,-38 23-3336 0 0,64-69-154 0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20T02:20:24.827"/>
    </inkml:context>
    <inkml:brush xml:id="br0">
      <inkml:brushProperty name="width" value="0.05" units="cm"/>
      <inkml:brushProperty name="height" value="0.05" units="cm"/>
    </inkml:brush>
  </inkml:definitions>
  <inkml:trace contextRef="#ctx0" brushRef="#br0">22 58 4401 0 0,'0'0'1555'0'0,"-4"-31"4025"0"0,4 30-5458 0 0,0 0-1 0 0,1 0 1 0 0,-1 0 0 0 0,1 0 0 0 0,-1 0-1 0 0,1 0 1 0 0,0 0 0 0 0,-1 0 0 0 0,1 0 0 0 0,0 0-1 0 0,0 0 1 0 0,0 0 0 0 0,-1 0 0 0 0,1 0-1 0 0,0 1 1 0 0,0-1 0 0 0,0 0 0 0 0,0 1 0 0 0,0-1-1 0 0,1 1 1 0 0,-1-1 0 0 0,0 1 0 0 0,0 0-1 0 0,0-1 1 0 0,0 1 0 0 0,0 0 0 0 0,2 0-1 0 0,34-6 587 0 0,-27 5-631 0 0,1 1 1 0 0,-1 0 0 0 0,1 1 0 0 0,-1 0 0 0 0,1 0-1 0 0,-1 1 1 0 0,12 4 0 0 0,-19-5-64 0 0,0 0 0 0 0,0 1 0 0 0,0-1 1 0 0,0 1-1 0 0,0 0 0 0 0,0 0 0 0 0,0 0 0 0 0,0 1 0 0 0,-1-1 1 0 0,1 0-1 0 0,-1 1 0 0 0,0 0 0 0 0,0 0 0 0 0,0-1 0 0 0,0 1 0 0 0,0 1 1 0 0,0-1-1 0 0,-1 0 0 0 0,0 0 0 0 0,0 0 0 0 0,1 1 0 0 0,-2-1 1 0 0,1 1-1 0 0,0 6 0 0 0,0-2 11 0 0,0 1 1 0 0,-1-1-1 0 0,-1 1 1 0 0,0 0-1 0 0,0-1 1 0 0,0 1-1 0 0,-1-1 1 0 0,0 0-1 0 0,-4 10 0 0 0,4-13 2 0 0,0 0-1 0 0,-1 0 0 0 0,1 0 1 0 0,-1 0-1 0 0,0 0 0 0 0,-1 0 1 0 0,1-1-1 0 0,-1 1 0 0 0,0-1 1 0 0,0 0-1 0 0,0-1 0 0 0,-1 1 1 0 0,1 0-1 0 0,-9 4 0 0 0,-16 6 48 0 0,10-5-9 0 0,0 0 1 0 0,-23 16-1 0 0,40-23-66 0 0,0 0-1 0 0,1 0 1 0 0,-1 0 0 0 0,0 0 0 0 0,1 1 0 0 0,-1-1-1 0 0,1 0 1 0 0,0 1 0 0 0,0-1 0 0 0,0 1 0 0 0,0-1 0 0 0,0 1-1 0 0,0-1 1 0 0,1 1 0 0 0,0 0 0 0 0,-1-1 0 0 0,1 4-1 0 0,20 0 2 0 0,0 2 17 0 0,-9-2 12 0 0,1-2 0 0 0,-1 1 0 0 0,1-2 0 0 0,16 4 0 0 0,-18-6 18 0 0,3 0 71 0 0,0 1 0 0 0,0 0 1 0 0,-1 1-1 0 0,1 0 1 0 0,20 9-1 0 0,-32-10-65 0 0,1-1 0 0 0,-1 0-1 0 0,0 1 1 0 0,0-1 0 0 0,0 0-1 0 0,0 1 1 0 0,0 0 0 0 0,0-1 0 0 0,0 1-1 0 0,0-1 1 0 0,-1 1 0 0 0,1 0-1 0 0,-1 0 1 0 0,1-1 0 0 0,-1 1 0 0 0,0 0-1 0 0,0 0 1 0 0,1 0 0 0 0,-1-1-1 0 0,0 1 1 0 0,-1 0 0 0 0,1 0-1 0 0,0 0 1 0 0,0-1 0 0 0,-1 1 0 0 0,1 0-1 0 0,-1 0 1 0 0,-1 2 0 0 0,0-3-43 0 0,0 0 0 0 0,0 0 1 0 0,0 0-1 0 0,0 0 0 0 0,0 0 1 0 0,-1 0-1 0 0,1-1 0 0 0,0 1 1 0 0,0-1-1 0 0,-1 0 0 0 0,1 1 1 0 0,0-1-1 0 0,-1 0 0 0 0,-3-1 1 0 0,-2 1 8 0 0,-92 11 48 0 0,93-10-123 0 0,0 0-1 0 0,1 1 1 0 0,-1 0-1 0 0,1 0 1 0 0,0 1-1 0 0,-10 4 1 0 0,8-3-1148 0 0,0 0 1 0 0,0-1 0 0 0,-15 5 0 0 0,13-7-1617 0 0</inkml:trace>
</inkml:ink>
</file>

<file path=ppt/ink/ink549.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50:32.699"/>
    </inkml:context>
    <inkml:brush xml:id="br0">
      <inkml:brushProperty name="width" value="0.05292" units="cm"/>
      <inkml:brushProperty name="height" value="0.05292" units="cm"/>
      <inkml:brushProperty name="color" value="#FF0000"/>
    </inkml:brush>
  </inkml:definitions>
  <inkml:trace contextRef="#ctx0" brushRef="#br0">9033 4171 256 0,'0'0'-62'16,"0"0"38"-16,0 0-1 0,0 0 9 0,0 0 50 16,0 0-1-16,0 0-4 0,-2 0-12 0,1-1 11 15,-1-1-3-15,0 0-8 0,0 0 5 0,0 0-9 16,0 0 5-16,0 0 12 0,-1 1-4 0,-1-1 3 0,2 0-19 16,0 0-3-16,0 0 3 0,1 0-3 0,-1 0-1 15,-2 1 0-15,0-1-6 0,2 2 4 0,1 0-7 0,-3 0 3 16,0 0 2-16,-1 0 1 0,-1 0 0 0,-1-2-3 15,-5 0-2-15,7 2 0 0,-3 0-2 0,1 0 8 16,0 0-4-16,1 0 4 0,2 0-2 0,-7 0-3 16,4 0 4-16,-1 0-4 0,-1 0 2 0,3 0 0 15,-1 0 2-15,0 2-3 0,-3 0 0 0,1 0 2 16,2-1-2-16,-5 3 4 0,3 0 0 0,-2 1-5 16,4-1 4-16,1-2-3 0,-1 2 11 0,-1 1-13 15,-1 1 2-15,-2 1-4 0,1 1 12 0,-1-1-1 16,0 0-5-16,0 1 3 0,0-1-2 0,0 1 13 0,0-1 5 15,-1-1-1-15,5-3 3 0,0 1-12 0,-1 0-1 16,3 0-4-16,-1-1-2 0,0 1 1 0,3-2-1 16,-1 0 0-16,0 0-11 0,1-1 7 0,1 5 1 15,-2-2 3-15,0 1-4 0,1 3-1 0,-1-5 4 0,-2 5-3 16,1-1 1-16,-1-1 7 0,1 5-8 0,-3-2 9 16,3 1-12-16,-1 3 0 0,0-2 3 0,1 5 0 15,-1-3 7-15,1 2-5 0,-1-5 0 0,1 6-2 16,-1 3-2-16,2-4 5 0,1 7-6 0,-1-3 6 15,0-3-4-15,-1 5 0 0,3 1 1 0,-2-3 0 16,0 1 0-16,2 0 5 0,-1-1-3 0,-1 0 3 0,0-1-10 16,1 1 9-16,-1-1-5 0,2 1 5 0,0 1-7 15,0-3 6-15,-11 2-3 0,4-3 3 0,2 1-9 16,1 0 4-16,1-1 2 0,1-1 1 0,2 0 7 16,0-2-6-16,0 2 2 0,2-2-4 0,0 2 0 0,0-2-3 15,0 2 0-15,0-1-1 0,0 1 4 0,0 0 5 16,0 2-5-16,0 1 2 0,0-1-6 0,0 2 4 15,2-1 3-15,0 1 1 0,0 1-2 0,0 1-6 16,1-3 1-16,1 5-2 0,-2-7 12 0,2 5-7 16,-1 1 0-16,-1-2-4 0,2 3 4 0,-2-3 4 15,0-3 0-15,1 1 1 0,1 1-6 0,0 0 0 16,0 1 1-16,-1-2 0 0,1 1-1 0,0-2 1 16,1 3 0-16,1-5 1 0,-1 0 1 0,1 2-5 0,-1-3 2 15,1 3-3-15,1-2 10 0,1 2 0 0,-3-2-5 16,1-4 4-16,0 2 2 0,-1 0-2 0,1-2 11 15,1 0-9-15,-1-2 3 0,1 2 2 0,-1-1-4 16,-1-3 6-16,3 2 7 0,-1 1-6 0,-5-1-4 0,4 2 1 16,-1-3-1-16,1 1-8 0,3 0 11 0,2 0-11 15,0-1 13-15,0 3-7 0,1-5-4 0,-1 1 1 16,2-1 3-16,-2 1-8 0,2-1 8 0,2 1-8 16,-2 0 6-16,2-1-1 0,-4-2-2 0,5 1 0 15,-1-1 5-15,2 0 2 0,7-1 5 0,-11-1-2 16,6 0 6-16,-1 11 6 0,-7-7-8 0,8 3 9 0,1-3 0 15,1-3-10-15,-3-1 2 0,1-2-5 0,1 0-3 16,-3 0 3-16,2-4 4 0,-3 1-2 0,-1-1-2 16,4-3 13-16,1-3-5 0,-1 1 8 0,-1-2-12 15,-1 0-2-15,0 5-6 0,-2-11 3 0,-1 3-13 0,3-3 10 16,-2 0-7-16,0 2 7 0,0-3-10 0,0-1-2 16,-1 2 8-16,1 1-6 0,0 3 2 0,-2-4-2 15,-2-2 0-15,0 1 2 0,1-1 8 0,-1 1-8 16,-2-1 4-16,0-3-5 0,1-2 1 0,-1-4 0 15,-2-2-1-15,3-3 2 0,-1-2 4 0,4 1-3 16,0-1-6-16,4 0 3 0,-4-3 1 0,-6 1-2 16,6 0 5-16,-4 0-5 0,2 4 0 0,-1 1 4 15,-8 0 0-15,1 3 2 0,16-3-3 0,-6 2-8 0,-4 3 7 16,-1-5-6-16,-5 4 4 0,1 0 2 0,-2 0-2 16,-2-5 4-16,0 3 0 0,-2-1 1 0,-5-3-4 15,1 10 4-15,-3-2-6 0,-2-2 7 0,-4-1 4 16,0 1 2-16,-4-4 3 0,3 6-6 0,-1 2-1 15,13-2-1-15,-20 4 6 0,2 1-5 0,-2 1 3 0,-1 3-2 16,3 1 7-16,2-1-14 0,-3 2 6 0,3 4-8 16,0-2 13-16,-1 4-11 0,-1-1 4 0,1 3-6 15,3 1 10-15,-4 3-5 0,3 1-2 0,0-11 0 16,1 3-3-16,1 3-2 0,2 3 2 0,-1 1-2 16,1 1 0-16,0 2-3 0,0 0-5 0,6 0 1 0,0 2-16 15,1-1-26-15,6-1-9 0,-1 2-13 0,-1 0-102 16</inkml:trace>
  <inkml:trace contextRef="#ctx0" brushRef="#br0" timeOffset="3224.75">13911 5497 256 0,'0'0'-29'15,"0"0"34"-15,0 0 26 0,0 0 16 0,-2 0 36 0,0 0-8 16,0 0-44-16,0 0 3 0,1 0-11 0,-1 0 0 0,0 0-4 15,0 0 2-15,0 0-2 0,0 0 3 0,0 0-15 16,1 0-5-16,1 0-1 0,0 0 1 0,0 0 2 16,0 0 6-16,0 0-5 0,0 0-5 0,0 0 9 15,0 0-9-15,0 0 9 0,0 0-4 0,0 0-6 16,0 0 9-16,0 0-9 0,-2 0-1 0,2 0 5 16,0 0-4-16,0 0 4 0,0 0-11 0,0 0-72 15,0 0-28-15</inkml:trace>
  <inkml:trace contextRef="#ctx0" brushRef="#br0" timeOffset="4609.1">25421 8067 87 0,'-2'0'0'0,"0"-2"80"0,0 0 30 0,0 2 12 0,-11-7 10 15,0 1-66-15,-3-1-20 0,-3-1 28 0,-3-1-5 16,-1 1 12-16,-3-1-3 0,-1 0-27 0,1 1 11 16,-4 1-14-16,8 3 24 0,3 1-31 0,-3-1 5 15,9 0-14-15,-6-1-1 0,10 3-14 0,0 0 2 0,1 0-6 16,6 2 1-16,-3 0-9 0,-3 0 0 0,5 0-2 15,-1-2 8-15,0 0-11 0,0 2 5 0,1 0-6 16,-1 0-2-16,2 0 3 0,0 0 0 0,0 0 2 16,2 0 7-16,0 2 5 0,0 0 3 0,2 0 3 15,0-2 29-15,33 9-10 0,-1-3 3 0,3-2-8 16,4-4-13-16,0-2-4 0,5-6 0 0,8-3 0 0,4-4 4 16,7-3-6-16,3 1-3 0,10-2 0 15,0 1-1-15,6 1 4 0,-4-1 1 0,-6-1-2 0,-2 0-10 16,-9 1 12-16,-3 1-4 0,-4 0 7 0,-3 4-6 0,-2 2-8 15,-7 2 2-15,-5 2-4 0,-4 1 8 0,-3 0-6 16,-6 3 5-16,-4-1-5 0,0 0 12 0,-10 4 2 16,-1 0 0-16,-9 0 1 0,-1 0 5 0,3 0 3 15,0 0 5-15,0 0-4 0,-3 0-8 0,1 0-7 16,0 0-8-16,0 0 3 0,0 0-11 0,0 0-12 16,0 0-5-16,-1 0-6 0,1 0-55 0,0 0-193 15,0 0-87-15</inkml:trace>
  <inkml:trace contextRef="#ctx0" brushRef="#br0" timeOffset="5386.11">13792 6245 552 0,'-2'0'81'15,"0"0"9"-15,0 0-32 0,-1 0-21 0,-1 0-19 16,2 0 22-16,-5 2 26 0,5-2 1 0,-4 2 5 0,4-2-23 16,-1 2-30-16,-1 0 0 0,0 0-9 0,2-1-6 0,1 1 17 15,1 0-4-15,0 0 8 0,0 0 6 0,1 0 26 16,3 0-7-16,0-1 12 0,5 5-17 0,10 1-11 16,-3-1 1-16,5 0-6 0,-1-3-14 0,-1 1-8 15,-1 0-3-15,-1-2-1 0,2-1 4 0,-4 1-5 16,1 0 2-16,1-2-3 0,-2 0 7 0,0 0-12 15,0 0-4-15,-4 0-5 0,-2 0-16 0,0 0-35 16,-1 0-60-16,-3 0 4 0,-1 0-227 0</inkml:trace>
  <inkml:trace contextRef="#ctx0" brushRef="#br0" timeOffset="5620.25">13948 6143 572 0,'0'0'367'0,"-2"0"-511"0,0 0 439 0,0 0-252 16,1 0-37-16,-1 0 31 0,0 0-1 0,0 0 14 16,0 0 9-16,0 0-25 0,0 2-8 0,1 0-5 15,-1 0-21-15,0 1 8 0,-2 9-1 0,-1 10 3 16,1 2 3-16,2 4-7 0,2 3 1 0,2 3-3 16,2-1-1-16,-1-1 1 0,3-4-4 0,-1-2 1 15,3 2-14-15,-1-1-75 0,1 3-32 0,1 0-35 0,0 1-300 16</inkml:trace>
  <inkml:trace contextRef="#ctx0" brushRef="#br0" timeOffset="5933.03">13231 8351 1234 0,'0'0'19'0,"-2"0"39"16,1 0-48-16,-1 0 7 0,2 0 12 0,0 0-1 15,0 0 56-15,0 0-34 0,0 0 3 0,2 0-15 16,-1 0-12-16,7 0-13 0,18-8 3 0,4-1-7 16,-1-2-3-16,7-2-2 0,-3 0-2 0,2 0 0 15,1 0-7-15,-5 2-8 0,-1 2-13 0,-2-3 1 0,3 1-50 16,3 2-153-16,-3 0-5 0</inkml:trace>
  <inkml:trace contextRef="#ctx0" brushRef="#br0" timeOffset="6448.07">13766 7228 447 0,'0'-2'251'0,"0"0"-309"0,0 0 281 16,0-2-149-16,0 2-59 0,0-9 75 0,2-2-11 0,2 4 31 15,-1 2-26-15,5-6-35 0,-3 3 1 0,1 3-12 16,3-2-3-16,6 3-12 0,0 4-3 0,2-9-2 16,-4 5-7-16,-2 3-4 0,0 3 2 0,-2 0-1 15,-1 2-1-15,-1 1 7 0,-3 5-10 0,12 18 9 16,-3 7-9-16,-7-1 4 0,-4 5 1 0,-2-4-2 15,-6 3-4-15,-3 1 0 0,-2-2 0 0,-2-2 0 16,-2 1-1-16,2-6 5 0,0-2-1 0,0-4 1 0,2-4-3 16,2-3-3-16,-1 0 2 0,5-6-2 0,-1-1 8 15,4-3-5-15,-7 3 3 0,2-3-3 0,1-1 6 16,2-2 3-16,-3 2 4 0,3-4-2 0,-1 0 14 0,1 0-11 16,0 0 2-16,0 0-6 0,1 0-9 0,-1-2 4 15,2 0-3-15,0 0 4 0,0 0 0 0,2-1 7 16,0-1 3-16,0-2 1 0,2-5 8 0,4 0-11 15,-1 2 0-15,1-1-4 0,14-1-7 0,-1 4-5 16,3-2 0-16,-1 1-1 0,-1 3 7 0,-3 1-9 16,0 2 4-16,-1 0-5 0,-1-9 3 0,0 2-8 15,-2 3 0-15,-2 2-6 0,0 1-12 0,0 1-53 16,-1 2 0-16,3 0-20 0,0 0-28 0,0 0-57 0,2-2-8 16,-2 0-20-16,1-2-71 0</inkml:trace>
  <inkml:trace contextRef="#ctx0" brushRef="#br0" timeOffset="6902.76">14306 7137 161 0,'0'-2'64'0,"-2"0"-28"0,-1-7 78 0,-3-10-19 15,-1-1 28-15,1 3-12 0,2 2 5 0,1 0-10 16,1 8-21-16,0 1-22 0,0-1-7 0,2 5 0 16,-2-2-3-16,0-1 10 0,2 3-2 0,0 0 3 15,-1-2-22-15,-1 0-17 0,0 1 0 0,0-1-5 16,0 2 1-16,0 0-12 0,0 0 4 0,1 1-5 0,-1-1 5 15,2 0-5-15,0 2-2 0,0 0 0 0,0 0 9 16,2 0-7-16,-1 2 8 0,1 0-9 0,0 1-1 16,6 10 8-16,3 6-12 0,-2-1 11 0,0 3-4 0,-1-3-4 15,1 5 9-15,0-1-9 0,1 0 3 0,-1 1 4 16,-4-7-7-16,1 1 7 0,0 0-10 0,-3-2 2 16,3 1-1-16,-1-1 1 0,-1-4 5 0,2 2-4 15,-3-3 5-15,1-1-5 0,2 0 9 0,-1 0-1 16,-1-3-4-16,0 0 2 0,-2-3-5 0,-2-1 6 15,1 2 0-15,1-2 1 0,2 0-3 0,0-1 7 16,-1 1 7-16,1 0-1 0,-2-2 18 0,2 2-12 16,1 0 0-16,3 0-5 0,1-2-7 0,0-2-9 0,-1-2-2 15,-3-11-1-15,3-18 0 0,1-1 2 0,0-5 0 16,2 0 0-16,-1 2-3 0,1-4-1 0,-2-1 2 16,0 1-1-16,3-6 6 0,-3 7-1 0,2 4 3 15,0 3-1-15,-2 7-1 0,-1-2 2 0,-1 6-7 0,-1 1 5 16,-1 5-2-16,1 1-8 0,-2 2 3 0,-1 0-4 15,1 2 1-15,-2 0 1 0,0 1-2 0,2 3 1 16,-3-1-15-16,1 1-9 0,4 0-8 0,-1-1-9 16,-1 1-126-16,2-3-126 0,-3 1-63 0</inkml:trace>
  <inkml:trace contextRef="#ctx0" brushRef="#br0" timeOffset="8247.92">11011 4623 344 0,'0'-2'154'0,"0"0"-124"0,0 0 155 16,0 0-63-16,0 0-96 0,0 0 76 0,0 1-13 15,0-1 34-15,2 0-18 0,-1-2-36 0,1 0-11 16,4-5-6-16,1-4-22 0,14 0-10 0,1-2 1 0,-2-1-6 16,6 6-16-16,-2-1 4 0,-1 0-2 0,1 4 4 15,-13-3-5-15,4 5-3 0,-4-3-6 0,0 5 1 16,2 1-19-16,-5-4-49 0,-1 1-12 0,-5 5-19 15,0 0-100-15,0 0-11 0,1 0-28 0</inkml:trace>
  <inkml:trace contextRef="#ctx0" brushRef="#br0" timeOffset="8400.96">11128 4699 312 0,'0'0'69'0,"-2"0"125"0,0 0-135 16,2 0 19-16,0 0 1 0,0 0 9 0,0 0 23 15,0 0-47-15,0 0 7 0,0 0-21 0,0 0-4 0,2 0-19 16,0-2 1-16,-1 2-7 0,25-9 2 0,-3-1-14 15,1 1 3-15,-7 0-8 0,7-4-1 0,2 0-3 16,-2 2-4-16,2-1-4 0,-2 3-34 0,-4 2-131 16,3-1-6-16</inkml:trace>
  <inkml:trace contextRef="#ctx0" brushRef="#br0" timeOffset="8681.98">11811 4194 608 0,'0'0'92'0,"-2"-2"10"0,0 0-36 0,0 0-20 0,-1 0-24 16,-1 0 15-16,2 2 42 0,-5-2-15 0,1 2 20 16,-3 0-41-16,1 0-19 0,-1 2 2 0,2 0-9 15,3 0-6-15,2 2 1 0,-13 18-6 0,6 2 3 16,5 0-6-16,4 2 3 0,2 0 3 0,4-2-1 16,3 1 8-16,2-3 0 0,2 0 3 0,-6 0-1 15,18-1 10-15,-1-3 22 0,2-3-8 0,-4 0 12 16,0-2-6-16,1 2-10 0,-3 0 2 0,-9-10-7 15,4 7-11-15,-9-5 2 0,1-3 6 0,-3 7-2 0,-1-6 16 16,1 5-14-16,-2 6-6 0,-6 7-2 0,-7-1-15 16,-9 0-11-16,-23 1-3 0,2-5-6 0,2-1-24 0,6-6-47 15,3-4-17-15,2-1-16 0,6 0-102 0,1 8-60 16,7-6-33-16</inkml:trace>
  <inkml:trace contextRef="#ctx0" brushRef="#br0" timeOffset="8823">11657 4303 835 0,'0'0'82'0,"0"-2"149"0,2 0-155 0,-1 1 21 16,1-3-7-16,0 0 8 0,0 0-31 0,0-7-44 0,9 0-2 15,2 0-14-15,0 2-10 0,7-1-2 0,3 3-2 16,-1-2-4-16,0 1-42 0,2 3-121 0,1-1-22 16,4 4-36-16,3 0-107 0</inkml:trace>
  <inkml:trace contextRef="#ctx0" brushRef="#br0" timeOffset="9329.66">12234 4231 746 0,'0'0'27'16,"0"0"-2"-16,0 0 55 0,0 2 9 0,0-1 8 15,0 1 31-15,-2 2-43 0,2-2-3 0,-7 13-15 16,0 3-22-16,1 1-7 0,0-1 4 0,3 1-4 16,-1-4 4-16,0 0-9 0,2 0-4 0,1-2-2 0,1 0-10 15,0-6 2-15,0 0-1 0,0-1 1 0,0-2-11 16,0-2 6-16,0 1-4 0,0 1 5 0,0 0-5 0,0-1 12 15,0-1-5-15,1 0 7 0,-1 0-6 0,2-2-9 16,-2 0 0-16,0-2-3 0,0 0-6 0,0-1 4 16,0-7 0-16,0-8 2 0,0-3 1 0,2-1-10 15,0-2 1-15,0 2-4 0,2-1 3 0,-1 1 2 16,3 2 0-16,1 1 1 0,-1 2 0 0,-1 4-3 16,1 2-2-16,-2 4-1 0,-1 1-10 0,-1 2 9 15,6-1-4-15,1-1 5 0,2 1-1 0,-3 3-1 16,1 0 5-16,0 2-3 0,0 2 11 0,-1 2-2 0,-3-1-2 15,3 12 0-15,-5 6-2 0,-1-3 5 0,2-1-2 16,5-6 5-16,-1 0-2 0,-5-5-2 0,-1-1-1 16,-2-3-1-16,2 2-1 0,0 0 9 0,0-1 4 15,0-1 0-15,0 0 2 0,-1 0-4 0,1-2 0 16,0-2-1-16,0 0-7 0,2-3 4 0,7-20-7 0,-2 1 4 16,0 0-7-16,-1 0 6 0,-3 0 5 0,1 5-1 15,0-1 2-15,-3 7-8 0,1 4 1 0,-2 3-2 16,0 2 6-16,0 1-11 0,-1-1 3 0,3 0-6 15,0 2 11-15,0 1 0 0,-1 1 1 0,5 0-2 16,-1 1-6-16,-1 3 3 0,-1 7-1 0,1 12 2 16,1 1 6-16,1-4-6 0,5 0-3 0,-4-1-2 15,-2-2-20-15,12-2-25 0,-6-4-12 0,4-4-12 0,-1-3-104 16,5 11-30-16,-1-6-23 0,3-3 0 0,1-5-79 16</inkml:trace>
  <inkml:trace contextRef="#ctx0" brushRef="#br0" timeOffset="9764.65">12892 3781 848 0,'0'0'47'0,"-2"0"2"0,0 0 19 16,0 0-2-16,0 0-4 0,-2 0 18 0,1 2-20 15,-1 0-5-15,2 2-5 0,-3 27-23 0,-3 5-1 16,3-3 2-16,1 1-2 0,-17-1 4 0,8 0-4 16,8-1 1-16,3-2-1 0,2-2 0 0,0-2-11 0,2-4 0 15,0-4-2-15,1 1 1 0,-1-6-1 0,2-2-1 16,-2-4-1-16,2 1-3 0,-3-4-1 0,1-1 0 15,-2-1 1-15,2 2 21 0,0 0-2 0,0-3 3 16,0 1-6-16,0-2-14 0,-1 0-6 0,1-2 6 0,-2-1-6 16,6-27 1-16,-2 2 1 0,-3-5-7 0,-1-2 6 15,-1-1-7-15,-1-1 1 0,2 0 2 0,0-4 1 16,0 0 6-16,0-3-8 0,0 1 0 0,2 4-2 16,-1 4 2-16,1 9 0 0,2 2 2 0,2 3-2 15,-3 6 0-15,3 4 0 0,-1 2-1 0,-3 5 1 16,6 2 4-16,5-7-4 0,3 2 0 0,1 3-2 15,2 4 3-15,1 2 8 0,-5 3-1 0,2 6 4 16,1-5 1-16,-1 20-3 0,1 2 4 0,-1-4-4 0,2 2 8 16,-4 4-7-16,1-4-2 0,-1 2-1 0,-2-1 1 15,0-1-3-15,2 2 6 0,-4-2-5 0,0 0-2 0,-1-3-4 16,-3-1 1-16,-1-2-2 0,-3-1 6 0,1-1 3 16,-2-1-7-16,9-2 4 0,-4-2-9 0,-1 0-4 15,-2-2-2-15,-2-2-2 0,-2-1-20 0,0-3-70 16,0-1-7-16,0 0-30 0,-2 0-84 0,0-3-69 15,-2 1-30-15</inkml:trace>
  <inkml:trace contextRef="#ctx0" brushRef="#br0" timeOffset="9904.61">12982 4015 840 0,'0'0'39'0,"0"0"-4"0,0 0 47 0,0 0 2 16,-1 0 1-16,1 0-3 0,0 0 28 0,0 0-20 15,0 0 18-15,0 0-48 0,1 0 5 0,1-1-10 16,6-1 6-16,18-8-22 0,2-1-9 0,1-4-1 0,8-3-4 15,1-1-17-15,1-1-17 0,0 1-15 0,1 1-13 16,1-1-162-16</inkml:trace>
  <inkml:trace contextRef="#ctx0" brushRef="#br0" timeOffset="21887.98">10936 5998 359 0,'0'0'44'0,"0"0"-3"16,0 0 17-16,0-1 9 0,0-1-11 0,0 0 45 0,0 0-26 16,0 0 5-16,0 0-16 0,0-1-11 0,0-1 3 15,0 0-5-15,0 0 1 0,0-3-19 0,2-2-2 16,0-1 1-16,0 3 0 0,0 0 5 0,0 3-6 16,0-2-4-16,-1 3 0 0,1-1-5 0,-2 2-2 15,2-2 5-15,-2 2-4 0,0 1 1 0,4-3-9 16,0 0 3-16,-1 0-3 0,1 1 11 0,-2 1-14 15,0 0 5-15,0 0-9 0,-1 0 4 0,1 0 5 0,0 1-5 16,0-1 5-16,0 0 0 0,0 2-4 0,1 0 7 16,1 0-5-16,0 2 11 0,0 0-11 0,-1 1-1 15,3 5-3-15,9 18 9 0,-2 3-8 0,-4 5 7 16,0 1-7-16,-3 2 4 0,-3 0-2 0,-1 2 3 0,0-2-1 16,-2 1-3-16,0-1 2 0,0-2-4 0,0-2 4 15,0 1-3-15,0-8 2 0,-2-2 0 0,0-4 0 16,1-1 5-16,-1-2 3 0,-2 1-2 0,2-5 3 15,0-2-5-15,0-1-2 0,1-1-3 0,1-3 0 16,0-1-6-16,0-3 7 0,-2 2-1 0,0-1 1 16,2 1-8-16,0 0 0 0,0 0 4 0,0-3-4 15,0 1 2-15,-2 0 2 0,2 0-7 0,0 0 6 0,-2 0-3 16,2 0-9-16,0-1 6 0,0 1-7 0,0-2 6 16,0 0-12-16,0 0-2 0,0 0-2 0,-2 0-3 0,2 0-1 15,0 0 3-15,-2 0-2 0,1-2-1 0,-1 1-20 16,0-1-10-16,0 0-1 0,0 0-22 0,0 0-6 15,0 0 7-15,1 0-6 0,-1 1 15 0,0-1 11 16,0 0-1-16,0 0 6 0,-1 0 2 0,-1 0 21 16,0 0 3-16,0 1 6 0,3 1 9 0,-7-4-3 15,3 2-3-15,1 2 3 0,-2-2 8 0,3 2-3 16,-1-2 4-16,0 0-2 0,2 2 5 0,-1-1 6 16,1 1-6-16,0 0 5 0,0 0-1 0,0 0 8 15,-2-4 6-15,1 0-1 0,-1 0 6 0,0 1 15 0,1-1-3 16,1 0 9-16,0 1 11 0,0-1-7 0,0 2 4 15,0-2-6-15,0 1-6 0,1 1-8 0,-1 0 0 16,0 0-2-16,0 0-7 0,0 0-15 0,0 0 1 16,0 1-6-16,1-1-6 0,-1 0 2 0,0 0-1 15,2 0 4-15,0 2 2 0,0 0 1 0,0 0-2 0,0 2 3 16,0 0 4-16,2 0-7 0,0 1 6 0,-1 5-7 16,5 7 2-16,0-2 1 0,-1 2-5 0,1-4 4 15,-1 2-7-15,1 0 4 0,-1 0 2 0,1 0 0 16,-2-4 4-16,1 0-6 0,-1-1 2 0,0-3-2 15,-1 1 4-15,-1-2 1 0,-2-3 1 0,0 1 2 16,0 0 7-16,4 2 3 0,0 0 0 0,-1-1 2 0,1-1 7 16,0 0-4-16,-2 0 0 0,1 0-3 0,1-2-15 15,4 0 3-15,6-6-7 0,-1-1 5 0,6-6-10 16,-2 2 5-16,1 5 2 0,-3-7-1 0,0 0-6 0,-4 4 3 16,-7-1-3-16,1 3 4 0,-3 0-5 0,2 1 3 15,-4 4-3-15,2-2 3 0,-2 3-2 0,3-3-3 16,1 0 3-16,0 0-3 0,0 1-12 0,-1 1-5 15,-1 0-7-15,0 0-5 0,0 0-90 0,0 0-94 16,0 1-49-16,-1-1-23 0,1 0-283 0</inkml:trace>
  <inkml:trace contextRef="#ctx0" brushRef="#br0" timeOffset="23681.8">3444 11097 95 0,'0'-2'0'0,"0"0"65"0,0 0 22 16,0-1 34-16,4-12 19 0,0 0-33 0,0 0-1 15,-3 4-9-15,1 2 7 0,-2 3-8 0,0 1-9 0,0 3-17 16,0-2-4-16,0 0-2 0,0 2-1 0,0-1-25 16,0-1 5-16,0 0-14 0,0 2-6 0,0 1-7 15,0-1-6-15,0 2 2 0,0 0-1 0,0 2-3 16,0 1 7-16,0 16-6 0,2 9 6 0,0-2-3 15,0 0-1-15,-2 0-1 0,2 3-9 0,-2 5 6 16,2-1-3-16,-1 2 3 0,1 1-2 0,-2-1-1 16,0-2 2-16,-3 3-1 0,-1-3-1 0,-2 1 0 15,1-3 1-15,-3 1 0 0,1-1 3 0,-1-3 3 16,3-2-5-16,-1-2 4 0,1-1-7 0,-1-3 3 0,1-1 2 16,-1-3-1-16,1-1 0 0,-1-2 4 0,0 0-2 15,1-4 4-15,-3 3-3 0,3-5 17 0,-3-3-3 16,-1-1 7-16,-2 1-4 0,2 4 3 0,1-3-1 15,1-1 2-15,-1-1-6 0,1-1-2 0,1-2-2 0,1 0 0 16,-1 0-7-16,4 0-1 0,1 0 0 0,-1 0-1 16,-2 0 1-16,0 0-11 0,1 0-1 0,1 0-4 15,0 0-9-15,0 0 5 0,0 0 3 0,2 0 1 16,0 0 8-16,0 0 5 0,2-2 0 0,2 1 2 16,5-3 2-16,19-7-2 0,0 0-1 0,3 0 0 15,5-1-1-15,-5 3-6 0,1 2-1 0,-1-1-1 0,-7 5-3 16,2-1 2-16,-9 2 1 0,-2 0 2 0,0 0 0 15,-8 2-5-15,8-2 1 0,-2 2-1 0,-6 0 1 16,1 0-4-16,-3 0 2 0,-1 0-3 0,0 0 3 0,-2 0 3 16,1 0-4-16,1 0 3 0,0 0-11 0,-2 0-19 15,0 0-6-15,1 0-13 0,1-1-105 0,-2-1-128 16,0 0-60-16</inkml:trace>
  <inkml:trace contextRef="#ctx0" brushRef="#br0" timeOffset="23951.8">3121 11071 1610 0,'-1'0'16'16,"-1"0"23"-16,0-2-27 0,0 2-2 0,0 0-4 15,0 0 2-15,2 0 3 0,0 0 41 0,0 0-11 0,0 0 18 16,2 0-29-16,2-2 3 0,7-1-4 0,22-7 3 15,5-1-12-15,4 0-3 0,5 0-5 0,5-2 2 16,2 2-8-16,1 1-1 0,-3 5-3 0,-4 1-1 16,-3 0-10-16,-8 3 2 0,-2 1-3 0,-7 0 1 15,-2 0-13-15,-2 1-80 0,-5 3-7 0,0 2-36 0,-3-1-117 16,-3 3-225-16</inkml:trace>
  <inkml:trace contextRef="#ctx0" brushRef="#br0" timeOffset="24277.86">3990 11541 837 0,'0'0'48'0,"0"0"120"0,0 0-150 0,0 0 24 16,0 0 15-16,0 0 1 0,0 0 45 0,0 0-20 16,0 0-1-16,0 0-7 0,-1 0-16 0,-1-2-11 15,0 0-3-15,0 2-3 0,0 0-20 0,0 0-14 16,0 0 5-16,1 0-7 0,-1 0 7 0,-2 2-6 0,0 0-1 15,2-2 0-15,-9 9 6 0,0 11 13 0,0 1-4 16,4 1 6-16,-1 2 0 0,1-1-11 0,-1-1 2 16,1 2-6-16,1-4-5 0,-10 5 2 0,4-3-2 15,7-2 3-15,1 1 9 0,2-5-5 0,2-3 0 0,0-3-2 16,2 6 1-16,2-1-5 0,1 0 6 0,3 0-6 16,-1-2-1-16,1-4-1 0,-1-1 0 0,12-5-1 15,1 12 0-15,1-6 0 0,3 1-4 0,0-5 3 16,4-1 0-16,-4-2-13 0,-2-2 0 0,4-2-8 15,-4-2-17-15,1-1-44 0,6-5-6 0,-3-1-25 16,0-2-144-16</inkml:trace>
  <inkml:trace contextRef="#ctx0" brushRef="#br0" timeOffset="24716">4325 11634 890 0,'-2'0'123'0,"0"0"275"0,-2 0-376 0,2 0-11 16,-1 0 4-16,1 0-5 0,-2 0 17 0,0 0-11 15,2 0 3-15,1-2-5 0,-1 2 11 0,2-2-14 16,2 2 9-16,1 0-12 0,16-4 1 0,3 2 4 0,-1 0-6 16,-1 2 7-16,2 0-2 0,-3 2 16 0,-2 2-6 15,-4 2 10-15,0 1-7 0,-4 0 2 0,0 3-2 16,-7 8 2-16,0 6-4 0,13 1-4 0,-6 4-3 15,-3 1 0-15,-3 3 1 0,-3-1-4 0,-3-2 5 16,-7-3-5-16,-3-4 10 0,11 1-7 0,-18-2 9 0,-4-1-10 16,3 1 0-16,-3-4-1 0,0 1-5 0,9-4 3 15,2-6-3-15,2-3-2 0,2-3 7 0,1-1-5 16,-1 6 6-16,7-8-2 0,0 0-6 0,-1 3 3 16,-1-1-10-16,2 0 3 0,0 0 0 0,0 0 1 15,1 0 2-15,1-2 6 0,0 0-5 0,1 0 5 16,1-2-10-16,4 0 10 0,14-5-5 0,-1-1 5 0,5-1-3 15,-2 1 3-15,1-1 1 0,1 2 0 0,-4-1 6 16,4 1-9-16,-3 1-1 0,-5 3-4 0,3-1-5 16,-8 2 6-16,2 0-1 0,-4 2 1 0,1 0-10 0,-3 0 9 15,2 0-4-15,-3 0 6 0,-2 0-7 0,-1 0-5 16,-1 0 1-16,0 0-4 0,0 0 2 0,0 0-20 16,0 0-15-16,0 4-5 0,1-2-84 0,1 0-61 15,3 1-21-15,-1 1-28 0,1 0-202 0</inkml:trace>
  <inkml:trace contextRef="#ctx0" brushRef="#br0" timeOffset="24976.5">4835 11472 1491 0,'0'0'21'0,"-2"0"44"16,0 0-51-16,1 0-2 0,1 0 7 0,0 0-2 16,0 0 36-16,0 0-3 0,0 0 3 0,1 0-6 15,1-2-23-15,2 0-9 0,18-5-5 0,6-2-1 16,4-1-10-16,-3 3-1 0,-1 1-6 0,-4 3 3 0,-7-1-22 16,-6 2-45-16,2 0-29 0,-5 2-16 0,-5 0-197 15</inkml:trace>
  <inkml:trace contextRef="#ctx0" brushRef="#br0" timeOffset="25135.77">4815 11739 1123 0,'0'0'168'0,"0"0"-219"16,0 0 192-16,0 0-105 0,0 0-19 0,0 0 42 16,0 0 9-16,0 0 11 0,2 0 31 0,-1 0-35 15,3 0-3-15,2 0-12 0,20-1-27 0,3-7-13 16,5-1 3-16,3-2-6 0,0-2-6 0,-3 2-15 15,-3-1-11-15,-7 3 0 0,0 0-28 0,1 1-48 0,-9 3-34 16,10-1-14-16,-5 3-182 0</inkml:trace>
  <inkml:trace contextRef="#ctx0" brushRef="#br0" timeOffset="25495.58">5801 11095 993 0,'-2'0'82'0,"0"0"5"16,0 0-14-16,-5 0-8 0,-14-4-21 0,3 3 19 15,1 1-1-15,0 0-2 0,1 1-1 0,-1 3-10 0,4 0-27 16,0 3 1-16,5-1-11 0,1 12-5 0,3 8-2 16,2-7 0-16,-16 9-2 0,9-4-6 0,5-4 10 15,2 1-2-15,2-1 6 0,4 1-3 0,3-1 8 16,2 0 1-16,3-3 3 0,-9-2 3 0,20 0 3 15,-3 0-4-15,6 0 4 0,0-1 5 0,-2-1 3 16,2 2 3-16,-7-2 0 0,1-2 8 0,-1 1-14 16,-4 1 3-16,1-2-7 0,-5 2 1 0,2-2 5 15,-7 0-3-15,1-2 3 0,-3 1 7 0,-2-1-10 16,0 0 9-16,3-1-10 0,1 1 3 0,-2-2-3 16,-1 1-3-16,-1 1 0 0,-2-2-14 0,0 1-7 0,-2-1 1 15,1-3-2-15,-3 2 3 0,-20-5-16 0,-4 18 1 16,0-8-8-16,-2-5-10 0,1-4-99 0,-3-4-8 15,2-4-40-15,-1-3-114 0,3-4-275 0</inkml:trace>
  <inkml:trace contextRef="#ctx0" brushRef="#br0" timeOffset="25666.86">5565 11251 1143 0,'0'0'155'16,"0"0"40"-16,0-2-85 0,2 0-72 0,0 0-12 0,1 1 69 15,7-7 9-15,16-9-5 0,5 1-1 0,-1 1-49 16,1-2-33-16,3 1 0 0,-4 1-11 0,1-2-11 16,1 0-34-16,-4 4-3 0,7-2-13 0,-7 4-34 0,1 2-200 15,-5 3-38-15</inkml:trace>
  <inkml:trace contextRef="#ctx0" brushRef="#br0" timeOffset="26260.5">6163 11325 1021 0,'0'0'279'0,"0"0"-396"16,0 0 339-16,0 2-194 0,0 0-1 0,0 2 29 0,0 1 3 15,-2 14 9-15,0 3 11 0,2-1-7 0,-2 1-9 16,0-2 1-16,2 1-29 0,0-1-6 0,0 1 0 16,0-3-2-16,0 1 0 0,0-4-4 0,0 1 0 15,0-3-1-15,2 0-8 0,-2-2-4 0,2-1-3 0,-2-7 1 16,0 3-5-16,0-4 2 0,2 2-1 0,-2-1 1 15,2 1-3-15,0 0 4 0,-2-2 0 0,0-1 1 16,0-1-3-16,0 0-3 0,0-1-2 0,0-1-1 16,0-4-5-16,3-20 5 0,1-2-3 0,0 2 3 15,-1-2-3-15,3 1-4 0,0 1 6 0,-1-2-5 16,3-2 3-16,-1 8 2 0,0-1-2 0,1 3 2 16,1 1 0-16,0 3 2 0,1 3 0 0,-8 0-1 0,16 5-4 15,-3 5 8-15,2-9-2 0,-2 5 5 0,-2 5-2 16,0 2 11-16,-2 2-5 0,2 5 6 0,-4 1 1 15,-3 3-3-15,-1 15 5 0,-1-2-7 0,1 2 1 0,-3-4 1 16,0 3-6-16,0-3 4 0,13 0 0 0,-4 0 1 16,-4-3-4-16,-1 0 3 0,-4-5-3 0,0-1-3 15,1 0 4-15,-1-5-6 0,0-1-4 0,-2-3 2 16,0 0 0-16,2-1 1 0,0 1-5 0,0 0 3 16,1-2 1-16,1 0 2 0,5-2 0 0,8-2 3 15,-6-2-6-15,6-7 4 0,-4-2-8 0,4-17 3 16,3 2 1-16,-3-1 1 0,3 3 7 0,-5-2-9 15,2 2 1-15,-2 7-4 0,1-3-2 0,-5 3 8 0,2 3-2 16,0-1 4-16,0 4-11 0,0 7 6 0,2 3-3 16,-2-7 4-16,-2 3 2 0,1 1 3 0,-7 6 4 15,3 0 0-15,-3 0 8 0,1 2-4 0,-3 0 1 16,3 2-4-16,0 7 0 0,-5 11 1 0,3-1-5 16,0 3 2-16,-2-4-11 0,0 1 5 0,12 1-2 0,-4-2 0 15,-3-1-14-15,-1-1-3 0,-3-1-23 0,-1-4 1 16,0 0-116-16,0-2-91 0,0-1-41 0,0-3-34 15,0 0-298-15</inkml:trace>
  <inkml:trace contextRef="#ctx0" brushRef="#br0" timeOffset="26748.03">7299 11060 1457 0,'-2'0'55'0,"0"0"106"0,0 0-117 0,-1 0 10 15,-3 0-5-15,1 0 7 0,-1 0 4 0,2 0-20 16,2 0 5-16,-1 2-13 0,1 0-12 0,-13 20 0 16,4 0-3-16,2 10 2 0,3-4-2 0,4 3 2 15,2 1 3-15,0-1-1 0,0 1 7 0,2-1-7 16,0-1 2-16,-2-2-4 0,0-2 1 0,0-4-3 16,0 0-2-16,0-1-1 0,-2-3-10 0,0-1 1 0,0-4-1 15,2-4 2-15,0-1 0 0,0-3 1 0,0-1 1 16,0 0 0-16,0 0-6 0,0-1 3 0,0-1-4 15,0 0 3-15,0 0-17 0,0-2 7 0,0 0-8 16,0-2 8-16,0-2-6 0,2-18 3 0,2-8 1 0,1-3 0 16,1-2 0-16,1-3-6 0,3-4 9 0,-1-1-8 15,0-2 6-15,2-5 6 0,1 8-5 0,-1-3 6 16,-2 6 0-16,0 9 1 0,2 4-1 0,1 4 1 16,-1 5 2-16,-9 4 0 0,9 2 0 0,4 8 1 15,-4-1 0-15,4-7 3 0,-2 3 1 0,-2 5 0 16,0 1 11-16,2 2 2 0,2 5 1 0,-2 5-2 15,5 6-9-15,-3 16 0 0,0-1-2 0,-4 3 1 16,-5-6-5-16,-3 1 5 0,5 1 0 0,-3-4 2 0,1 0-5 16,3 0 1-16,-1 0-4 0,-1 0 2 0,-1-6-7 15,-3 1 9-15,1-1-4 0,0-3 6 0,-2 2-10 0,9-3 4 16,-2 1-3-16,-1-2 4 0,-3 2-8 0,-1-4 2 16,0 0-1-16,-3-4 1 0,1 2 0 0,-2-4-1 15,0-1-1-15,0 0 0 0,0-3-14 0,0-1-33 16,0 2 1-16,0 0-15 0,0-1-31 0,0 1-73 15,0-2-4-15,0 0-30 0,0 0-90 0</inkml:trace>
  <inkml:trace contextRef="#ctx0" brushRef="#br0" timeOffset="26965.09">7299 11409 1530 0,'0'0'21'0,"-2"0"0"0,0 0 60 0,0 0-11 15,2-2 21-15,0 0-1 0,0 0-11 0,0 0-2 0,2 1-7 16,0-1-27-16,2 0-8 0,5-2-1 0,21-7-3 16,-10 4-6-16,8-3-6 0,-2 5 2 0,0-1-3 15,6 2 0-15,-4 1-8 0,-4-1 1 0,-2 0-4 16,-2 2-3-16,-1 1 1 0,1 1-5 0,-5 0 4 16,-4 0-6-16,-3 0-11 0,1 0-2 0,-5 0-12 15,3 0-98-15,-3 0-204 0,0 0-135 0</inkml:trace>
  <inkml:trace contextRef="#ctx0" brushRef="#br0" timeOffset="28309.04">7160 7116 74 0,'0'0'32'16,"0"-2"-14"-16,0 0 31 0,0 1 23 0,2-3 14 16,-2 0 24-16,3-9 25 0,1 0 2 0,0 2-3 15,-2 0-37-15,0 3-19 0,-1-1 0 0,1 0-4 16,0 0 9-16,-2 3-4 0,2-1-1 0,0-3-2 15,-2 7-15-15,0-5-3 0,0-1-3 0,0 3 2 0,0-3-11 16,0 2-4-16,0 1-3 0,0 0 0 0,0 5-7 16,0-3 1-16,0 0-7 0,0 0 5 0,0 1-2 0,0-1-2 15,0 2 7-15,0 0-8 0,0 0-6 0,0 1 0 16,0-1-9-16,0 0 5 0,0 0-13 0,0 0-3 16,0 0 4-16,0 0-4 0,0 1 6 0,0-1 4 15,0 2-2-15,0 0 3 0,0 0 5 0,2 0-1 16,0 2 1-16,-1-1-2 0,1 3 1 0,4 7-4 15,3 12 1-15,2 3-2 0,0 1 0 0,0 1-6 16,1 6 2-16,-3-5-3 0,0 7 6 0,-1-3-8 16,1 1 3-16,2-1-4 0,-4 0 7 0,1-3-4 0,-3-2 1 15,-1-2-3-15,2 0-1 0,-1-2 4 0,1 0-1 16,-2 0 4-16,-1-3-6 0,1 1-1 0,0-2 0 16,-1-1 0-16,1 0 7 0,-2-3-3 0,0 1 5 0,0-2-4 15,-2-2 11-15,0-4-5 0,0-1-2 0,0-3 0 16,0-1-1-16,0 1-4 0,0-1 2 0,0 0-3 15,0 0 1-15,0-1 0 0,0 1-1 0,0-2 0 16,0 0 1-16,0 0-5 0,0-1-6 0,0 1 0 16,0 0-10-16,0-2-7 0,0 0-2 0,0 0-5 15,-2-2-33-15,0 0-95 0,0-1 9 0,0-1-42 16,-1-3-33-16,-3-5-99 0,2 5-55 0</inkml:trace>
  <inkml:trace contextRef="#ctx0" brushRef="#br0" timeOffset="28726.62">7147 7463 1044 0,'0'0'32'0,"0"0"2"0,-2 0 72 15,0-2-16-15,0 1 25 0,0-1-2 0,-1 0-32 16,-1 0-5-16,0 0-11 0,1 0-23 0,1 0-1 16,0 1 3-16,0-1-3 0,0 0-2 0,0 0-10 15,0 0-6-15,1 0-1 0,-1 0-24 0,0 1 14 16,0-1 1-16,0 2 7 0,2 0 9 0,0 0-7 0,0 0 3 15,0 2-3-15,2-1 4 0,0 3-3 0,-2 0 0 16,5 14-1-16,1 1 1 0,1 3-6 0,-1-3-3 16,1 1 1-16,-1 1 0 0,0-3-8 0,-1 1 5 15,3 1-6-15,-3-1 9 0,1-4-7 0,1 1 1 16,-1-4-4-16,-3-5-1 0,3 4 5 0,-6-9-2 0,6 5 3 16,-1 3-10-16,-1-7 11 0,-4-1-4 0,7 0 7 15,-1 2-3-15,5 3 10 0,2-1 0 0,4-1 5 16,1-3 7-16,-1-2-15 0,0-5 4 0,-1-6-8 15,3 5-2-15,3-24-6 0,-1 1 0 0,1-3-1 16,0-1 4-16,2 7 0 0,-3 0-4 0,-5 5 2 16,-1 1-10-16,-7 5 7 0,1 2 1 0,-5 2 3 15,1 1-7-15,1 3 4 0,-1 1-5 0,-1 3 3 0,-2-1-6 16,0 0-7-16,0 1-2 0,0-1-2 0,-2 2-19 16,1-2-91-16,1 1-21 0,0 1-37 0,0-2-194 0</inkml:trace>
  <inkml:trace contextRef="#ctx0" brushRef="#br0" timeOffset="29320.66">6378 6750 627 0,'0'-2'110'0,"-2"1"228"15,0-1-306-15,1 0 24 0,-1 0 3 0,0-2 9 16,0 2 27-16,0 1-34 0,0-1 2 0,2 0-14 0,0 0-17 16,0 0-5-16,0 0-5 0,0 2 3 0,0 0 3 15,0 2 5-15,0 2 3 0,-2 14-1 0,1 8-5 0,1-1-10 16,-2 1 1-16,0 1-5 0,0-1-2 0,-2 0-3 16,1 0-3-16,-1-3 1 0,0-3-8 0,0 4 7 15,-1 0-4-15,1-3 6 0,-1 1-4 0,-1-3-6 16,0-3-1-16,1 1-2 0,1-4 5 0,0-2-1 15,3-5 6-15,-1-1-7 0,0-1 0 0,2-2 10 16,0 0-9-16,-4 2 8 0,0-1-4 0,1-1 3 16,-1 0 12-16,0 0-7 0,1 0 12 0,1 0-9 0,0-1-3 15,0 1 1-15,0 0-2 0,0-2-3 0,0 0-1 16,1 0 0-16,1 0 8 0,0 0 7 0,0 0 3 16,1 0 0-16,3-2-4 0,5-1 8 0,19-7-6 15,2 1 6-15,0-2-12 0,1-2-7 0,1 2 0 16,-1 0-3-16,8 1-2 0,-13 7-2 0,-1-3-1 15,-7 2-1-15,-9 2 3 0,2-1-9 0,1 1 5 0,-3 0-7 16,-5 2 2-16,5-2 0 0,-7 2-4 0,1 0 2 16,-1 0-13-16,0 0 1 0,4-2-8 0,-3 0-6 15,1 1-110-15,0-1-23 0,-2 0-29 0,0 0 12 16,-1-2-67-16,-1 1-165 0</inkml:trace>
  <inkml:trace contextRef="#ctx0" brushRef="#br0" timeOffset="29512.96">6187 6743 865 0,'-2'0'113'0,"0"0"219"0,0 0-271 0,0 0 0 15,1 0 4-15,-1-2-1 0,0 2 2 0,0-2-20 16,0 0-4-16,2 0-3 0,0 1 1 0,0-1 19 16,2 0-3-16,0 0 6 0,2 0-11 0,10-7-15 15,11-4-1-15,2 0-6 0,-1 2-17 0,-1 2-14 16,-3 1 3-16,0 1-5 0,0-1 7 0,3 3-20 15,-1 1-3-15,-4 2-15 0,1 0-104 0,-7 2-76 0,-2 0-32 16,4 2-12-16,-1 2-128 0</inkml:trace>
  <inkml:trace contextRef="#ctx0" brushRef="#br0" timeOffset="29809.46">6761 6823 420 0,'0'0'30'0,"0"0"71"15,0 0-27-15,0 0 58 0,0 0-4 0,0-2 14 16,-2 0-38-16,0 0-26 0,0 0 0 0,0 0-11 16,0 1-13-16,0-1 3 0,1 0-1 0,-3 0 4 15,2 2-1-15,-9-7-13 0,0 1-4 0,3 2-4 0,-10-3-4 16,5 3 1-16,-4 2-2 0,0 2 0 0,1 2-7 16,-5 4-2-16,4 1 3 0,3 4-4 0,3 0-7 0,-2 14-1 15,0 2-2-15,3-1 2 0,1 4 2 0,5-2-5 16,2-2 3-16,-12-2-3 0,4-5 1 0,7-3-1 15,3-4-3-15,0 1 0 0,1-2-2 0,1-6-4 16,6 8 0-16,-3-7-3 0,18 9-1 0,4-2-3 16,1-8 4-16,4-3-5 0,-1-2-1 0,5-5-24 15,-5-3 4-15,3-1-11 0,-7-2-13 0,-1 1-115 16,-1 1-21-16,-7 0-45 0,-1 1-208 0</inkml:trace>
  <inkml:trace contextRef="#ctx0" brushRef="#br0" timeOffset="30062.38">6865 6721 1277 0,'0'0'87'0,"-2"0"-90"0,0-2 99 0,0 0-44 16,0 0 23-16,0 0 36 0,0 0-12 0,1 1 12 15,-1-1-68-15,0 0-31 0,0 0 0 0,0 2-7 16,0 0 13-16,0 0 8 0,1 2-2 0,1 0 3 15,0 1-1-15,0 16 2 0,1 3 3 0,3 8-2 0,0-2-2 16,1 1-9-16,1 1 0 0,0-2-4 0,-1 2-10 16,-1-2 1-16,0-1-5 0,-1-1 4 0,-1 0-3 15,2-3-2-15,0 1-1 0,-3-6-2 0,1-1-18 0,2 2-101 16,0-4-26-16,-1 1-48 0,3 3-280 0</inkml:trace>
  <inkml:trace contextRef="#ctx0" brushRef="#br0" timeOffset="46200.85">10740 11468 256 0,'0'0'5'0,"0"0"5"0,0-2 10 0,0 1 8 16,0-1 0-16,0 0-1 0,0 0-1 0,0-2 9 15,0 1 0-15,0-1 35 0,1-7-22 0,-1 3-2 16,2-5-7-16,0 2-19 0,0 0 9 0,0 0 1 16,0 0 3-16,0 0 3 0,-1 1 4 0,1 1-3 0,-2 3 5 15,2-3-1-15,-2 4-8 0,2-3 2 0,-2 3-6 16,0 3-9-16,0 0-6 0,2-2-6 0,0 0 2 15,0 3-6-15,-1-1 4 0,-1 0 6 0,0 0 0 16,0 0 24-16,0 0 2 0,0 0-2 0,0 2 0 16,0 0-12-16,0 2-7 0,0 2-4 0,0 5-1 15,0 17-11-15,0 0 5 0,-3 2-5 0,1 0 4 0,0 2-12 16,0 1 9-16,2 1 0 0,0 1 2 0,0-1-7 16,0-2 1-16,2-1 1 0,2-1 2 0,-1 0 5 15,1 0-6-15,-2-2 4 0,0-4-4 0,0 8 8 16,0-6 7-16,-2 0-4 0,0-4 4 0,0-1-13 0,0-2 3 15,-2 1 3-15,-2-1 0 0,-2 0 11 0,3-6-9 16,-1-2 2-16,-2 0-4 0,3-3 4 0,-8 0-7 16,-6-3 2-16,-2 3-4 0,-3-2 0 0,-2-3 0 15,-2 1-2-15,4 13 1 0,-1-4 4 0,3-3 3 16,3-3 9-16,2-1-5 0,-3 2 14 0,1-3-14 16,4-1 5-16,-4-2-7 0,6 0 4 0,0 0 3 15,0 0-2-15,9 0 3 0,0 0 4 0,-2 0-21 16,1 0 3-16,-1 0-7 0,0 0 5 0,2 0-5 0,1 0 0 15,-1 0-2-15,0 0 4 0,2-2-6 0,0 0 3 16,2 1-4-16,0-1 13 0,1 0-9 0,18-4 7 16,5-1-8-16,-4-1 10 0,8 1-1 0,-1-2-2 15,-1-1 0-15,6-1-6 0,-8 2 5 0,3 2-3 0,-3-1 6 16,-3 4-3-16,-1 1-1 0,-2-1-1 0,1 0 0 16,-1 1 3-16,-3-1-3 0,0 0-2 0,-4 0 0 15,0 3-5-15,-2-1 4 0,-2 0 1 0,-1 0 1 16,-3 2-1-16,-1 0-1 0,-2 0 1 0,1-2-2 15,1 0 0-15,-2 0-60 0,0 1 1 0,0-1-24 16,-2 0-31-16,0 0-26 0,-2-2 3 0,0 1-11 0,-4-7 4 16,1-6 29-16,-14 1 1 0,-1-6 13 0,3 5 23 15,2-7-32-15,-1 3-7 0,-1-2-10 0,0-2-33 16</inkml:trace>
  <inkml:trace contextRef="#ctx0" brushRef="#br0" timeOffset="46370.12">10387 11416 418 0,'0'0'65'0,"-2"0"-7"0,0-2 74 15,-2 1-1-15,-10-7 1 0,1 1-14 0,3 1-48 16,1 1 6-16,2-1-19 0,3 2 2 0,0 1-29 16,0-1 6-16,4 2-14 0,-3-7-4 0,3 3-2 15,0-1-3-15,2 1 2 0,-1 2-6 0,33-3 15 16,1 3-8-16,6-5 11 0,0-2-8 0,7 0-8 0,2-2 6 16,2 2-6-16,-2-2 6 0,-3 3-12 0,-1 1-3 15,-3 2-2-15,0 1 0 0,-4 4-2 0,-2-20 1 16,0 11-2-16,-7 9-9 0,1 2-44 0,-1 4-43 15,-6 3-7-15,6 4-195 0</inkml:trace>
  <inkml:trace contextRef="#ctx0" brushRef="#br0" timeOffset="46743.31">11310 11615 1151 0,'0'0'5'0,"0"0"2"16,0-2 4-16,1 0-11 0,1 0 6 0,0 1-9 16,2-1 10-16,1-2-3 0,8-3 7 0,0-1-9 0,-9 6-2 15,0 0 2-15,0 1 1 0,-1-3 18 0,1 0 25 16,-2 0 6-16,0 3 2 0,0-1-1 0,-2 0-21 16,0 0-8-16,-2 0-1 0,-2 0-13 0,-16 0 8 15,-14 4-8-15,3 4 5 0,-3 7-14 0,1 2 9 16,5 1-2-16,0-10 1 0,0 20-9 0,6 0 11 15,3 2-7-15,6 2 7 0,0-4-12 0,6 5-3 16,-1-1 5-16,7-2-2 0,-18-1 4 0,10-6-1 16,3 1-3-16,6-1 1 0,2-3 3 0,4 3-3 0,-1-5 6 15,1-6-4-15,1 6 11 0,17-8-14 0,10 5 8 16,1-4-8-16,-3-5 7 0,3-2 7 0,-2 18-10 16,3-9 8-16,3-3-14 0,1-5-1 0,-2-5-4 15,1-1 0-15,-6-5-12 0,-5-1-75 0,2-2-30 0,-6-2-34 16,0-2-279-16</inkml:trace>
  <inkml:trace contextRef="#ctx0" brushRef="#br0" timeOffset="47057.65">11783 11645 857 0,'0'-2'83'0,"-2"0"177"0,0 0-253 0,0 0-6 16,1 0-2-16,-1 1 0 0,0-1-9 0,0 0 6 16,0 0-4-16,2 0 6 0,0 2 6 0,0 0 2 15,0 0-1-15,0 0-1 0,0 2-5 0,0 0 8 16,-2 0 1-16,0 1 5 0,1 10 14 0,-3 10-4 16,2 3 8-16,0 2-8 0,-2-1-3 0,3 9-2 15,-1-3-5-15,2 6 4 0,0-2 2 0,0-3-4 16,0-1 7-16,0-3-4 0,0-1 12 0,2 1-5 0,-1-2 1 15,1-9-2-15,2 1-4 0,0 0-9 0,-2-7-1 16,1 4-2-16,1-4 2 0,-2-4-4 0,0 1 0 16,0-3-2-16,-1 1-2 0,-1-5-4 0,2 3-3 15,0-2-2-15,0-1-16 0,0 1-65 0,0 0-22 16,0-2-30-16,-1-1-211 0</inkml:trace>
  <inkml:trace contextRef="#ctx0" brushRef="#br0" timeOffset="47444.51">12474 11392 934 0,'-2'0'30'0,"-2"0"45"0,-1 0-46 0,-12 0 9 15,2 0-3-15,4 0 5 0,2 0-12 0,1 0 0 16,4 0-7-16,3 0 4 0,-3 0-15 0,0 0-11 16,2 0 3-16,0 0-3 0,1 0 20 0,1 0-8 0,0 0 5 15,1 0-8-15,3 0-4 0,4 0 8 0,18 0-8 16,3 2 8-16,1-2-1 0,0 0-9 0,1 2 2 15,3-2-4-15,1 0 3 0,0 0-1 0,1 0 2 16,-5 0-2-16,-1 0 3 0,-4 0-8 0,-2 0 3 0,-4 0-6 16,1 0 4-16,1 0-7 0,-9 0 3 0,-4 0-6 15,-1 0-3-15,-4 0-155 0,-1 0-11 0,1 0-69 16,-2 0-213-16</inkml:trace>
  <inkml:trace contextRef="#ctx0" brushRef="#br0" timeOffset="47632.57">12281 11635 1272 0,'0'0'28'0,"0"0"0"15,-2 0-10-15,2 0 0 0,0 0-13 0,0 2-2 0,0 0 3 16,0 0-5-16,2 0 5 0,0 0 12 0,1-2-11 16,19 7 11-16,6-1-11 0,2-4 17 0,3-2-4 15,3-2-6-15,5-2 2 0,-2-2-7 0,5-1-9 16,4-2 3-16,-3 1-6 0,1 1-6 0,1-1-70 15,-4 1-102-15</inkml:trace>
  <inkml:trace contextRef="#ctx0" brushRef="#br0" timeOffset="48473.2">14336 11051 760 0,'-2'-2'57'16,"0"0"84"-16,-1-2-106 0,-1 0-24 0,-2 1-4 15,-3-5-2-15,3 5 3 0,3 1 1 0,-1 0-2 16,0 0 3-16,1 0 10 0,-1 0 14 0,0-1 14 16,0 1-5-16,3 0 11 0,-1 0-17 0,0 0-9 0,0 0-1 15,0 0-21-15,0 1 2 0,0-1 1 0,1 0-1 16,1 0-4-16,0 0 2 0,0 0-3 0,0 0 4 15,0 2-5-15,0 0 11 0,1 0-3 0,1 2 5 16,-2 2 4-16,2 9-6 0,-2 17 1 0,0 5-3 16,0 0-1-16,-2 1-10 0,0-1 6 0,2-6-7 15,0 5-2-15,0-4 7 0,-1-3-7 0,1 1 7 0,-2-4-4 16,2-1-2-16,0-1 6 0,0 0-4 0,0-1 13 16,0-3-13-16,0 1 7 0,0-2-9 0,-2-3 2 15,0-2 2-15,0-1-2 0,0-2 5 0,0 0 7 0,1-3 29 16,-1-1-9-16,0-1 12 0,2-2-30 0,-4 0 9 15,-9 7-6-15,2-1 5 0,-4-1-16 0,2-3 3 16,0-1-3-16,-2-1 3 0,-1 0-5 0,-1 0-4 16,-3-2 3-16,1 0-3 0,-1 2 17 0,1 0-1 15,0 0 4-15,5-2-3 0,-1 0-1 0,5 0-4 16,3 0-9-16,0 1 5 0,1-1-8 0,4 0-6 16,-2 2 2-16,1 0-5 0,1 0 4 0,0 0 2 15,0 0 3-15,2 0 0 0,0-1 8 0,2 1 1 0,2 0-1 16,22 4 0-16,7-3-6 0,8-3 3 0,5 0 3 15,5-3-2-15,-1-3-2 0,3-1 4 0,-4-1-5 16,1 1 3-16,-2-1-4 0,-3 3 1 0,-4 1 4 16,-8 0-4-16,-5 1-2 0,-6 1 2 0,-1 0-4 15,-3 0 2-15,-1 0-12 0,-6 0 5 0,-2 1-4 0,-5 1 3 16,-2 0-22-16,2-2-77 0,-3 0 9 0,1 0-32 16,0 0 1-16,-2 0-30 0,0-1-3 0,-2-1-16 15,0-2-67-15</inkml:trace>
  <inkml:trace contextRef="#ctx0" brushRef="#br0" timeOffset="48676.77">14011 10939 1525 0,'0'0'18'0,"0"0"1"0,0-2-17 15,0 0 2-15,2 1-10 0,0-1 10 0,2 2-2 16,16-4-5-16,15-2 2 0,2 3 1 0,6-3-2 15,0 1 7-15,5-1-7 0,2-1 1 0,0-1 5 16,0-1-5-16,-5 0 2 0,-4 1-23 0,-6 3-27 16,-1-1-62-16,-8 2 0 0,-2 2-306 0</inkml:trace>
  <inkml:trace contextRef="#ctx0" brushRef="#br0" timeOffset="48982.72">15030 11288 646 0,'0'0'211'15,"0"0"59"-15,0-2-127 0,0 0-121 0,0 1-14 16,0-1 0-16,0 0-9 0,0 0 1 0,0 0-3 16,0 0 6-16,0 0-5 0,0 1 4 0,0-1-4 15,-1 0 7-15,-1 0-2 0,-2 2 6 0,-16-4-4 0,-3 2 12 16,-1 2 12-16,-4 2-10 0,-1 2 11 0,3 2-7 15,-6 5-8-15,1 2 5 0,-1 5-6 0,0-10 11 16,6 20-17-16,4-1 5 0,4-1-8 0,3 2 7 0,5-2-12 16,-1 0 7-16,6 0-7 0,1 0 12 0,2-2-10 15,-13-3 4-15,6-1-4 0,5-1 2 0,4-2 10 16,0-1-5-16,4-3 8 0,2 0-6 0,-1-3 0 16,3-5-1-16,18-1 2 0,1 14-2 0,5-5-7 15,1-5 0-15,6-4-3 0,-3-4-2 0,1-6-19 16,2-1-11-16,-6-5-12 0,6 1-120 0,-2 0-238 15</inkml:trace>
  <inkml:trace contextRef="#ctx0" brushRef="#br0" timeOffset="49386.01">15051 11528 1557 0,'0'0'12'15,"0"-2"0"-15,0 0-11 0,0 0 0 0,2 0-7 16,0 0 0-16,1 1 4 0,14-11 3 0,15-4 0 16,-1 3 3-16,1 2-5 0,-1 1 2 0,-5 3-2 15,2 1 11-15,-4 3-5 0,0 1 0 0,-1 2-2 0,-7 0-1 16,-3 2 1-16,-1 1 2 0,-7 1-1 0,-1 0 0 16,13 22 8-16,-6 3-2 0,-8 5 4 0,-3 1 0 15,-7 2-4-15,-8 2-1 0,-7-2-1 0,13-1-4 16,-25-3 15-16,1-1 1 0,-1-3 5 0,3-3 1 0,5-2-5 15,-4-5-1-15,8-4 0 0,3-2 3 0,-5-8-8 16,5 5 6-16,8-3-5 0,-4-5 4 0,10 2 6 16,-1-1-5-16,4-3 6 0,1 0-5 0,-3 2-18 15,0 0 3-15,0 0-8 0,3 0-5 0,-1 0 9 16,0 0-4-16,0-1 6 0,0 1-5 0,2 0 2 16,2-2 2-16,0 0-2 0,2 0 4 0,14 0-3 15,4 0 2-15,6 0-2 0,2-2 8 0,2-1-3 16,-1-1-2-16,3 0-1 0,-3-1-8 0,1-1 9 0,1-1-4 15,-3-1 5-15,0-1-21 0,-3 1-38 0,-1 3-29 16,-3-3-19-16,-1 1-250 0</inkml:trace>
  <inkml:trace contextRef="#ctx0" brushRef="#br0" timeOffset="50281.64">16941 10495 179 0,'0'0'43'0,"0"0"-6"0,0-1 37 0,0-1 6 0,0 0-5 15,0 0 19-15,0 0-15 0,0 0 10 0,-2-1-12 16,-2-14 4-16,1-4-9 0,1 3-2 0,0-1-2 15,0-1-15-15,2-2-17 0,0-1-3 0,0-1-4 16,0 4-3-16,0-1-1 0,0 3 4 0,0 10-4 16,0 3 3-16,0 3-10 0,2-2-6 0,-2 0-1 15,2 3-11-15,-2-1 31 0,2 2-4 0,-2 2 13 16,0 1-10-16,3 34-7 0,-3 14 2 0,-3 4-5 0,-5-1-12 16,-1 0 6-16,0-6-9 0,-1-1 8 0,3-3-12 15,0-1 0-15,1 0 3 0,0-3-1 0,1 1 3 0,1-2-7 16,0-3 0-16,3-3-4 0,-1 0 0 0,0-8-2 15,2-3-1-15,-2-7 0 0,2-6-13 0,0-7-84 16,0 0 8-16,0 1-43 0,0-1-91 0</inkml:trace>
  <inkml:trace contextRef="#ctx0" brushRef="#br0" timeOffset="50517.23">17292 10547 1172 0,'0'-2'143'0,"0"1"36"0,0-1-86 0,0 0-77 16,2-2-14-16,0 0-7 0,0 1 1 0,14-6 4 0,18-6-1 15,3 4 5-15,4 1-3 0,3 3 0 0,-3 1-1 16,-4 1 13-16,-5 1-12 0,-3 0 2 0,-3 2-4 16,-1 1 1-16,-5-1-1 0,-1 2 5 0,-1 0-4 15,-3 0 7-15,0 0-10 0,-2 0-1 0,-2 0-4 16,-2 2-5-16,-1-1-22 0,-1 1-21 0,-1 0-2 15,-3-2-73-15,1 2-33 0,0 0-12 0,-2-2-15 0,0 0-104 16</inkml:trace>
  <inkml:trace contextRef="#ctx0" brushRef="#br0" timeOffset="50733.77">17660 10241 1027 0,'0'-2'60'0,"0"0"-4"0,0 0-13 15,-4-11 7-15,2 8-29 0,2 1 8 0,-2 0-18 16,0 1 1-16,0-1-7 0,1 0-2 0,1 2 0 16,0 1 1-16,0-1 0 0,0 0 0 0,0 2 12 15,0 0 2-15,1 2 6 0,1 1 26 0,4 22-23 16,1 6 5-16,1 6-14 0,-1 0-7 0,-1 4 2 0,-1-2-1 16,-1-3 1-16,-2-3-10 0,2-1 4 0,-3-3-7 15,3 1 7-15,0-2-6 0,0 0-6 0,-3-2 4 16,1 0-10-16,0-2-28 0,2-2-156 0,0-3-34 15</inkml:trace>
  <inkml:trace contextRef="#ctx0" brushRef="#br0" timeOffset="51478.34">19011 9573 367 0,'0'-2'161'0,"0"0"-152"0,0-19 171 0,-2-12-73 15,1 1-55-15,-1 5 2 0,2 2-4 0,0 5 1 0,2 1-12 16,-2 3-13-16,0 3-1 0,0 2-4 0,0 3 7 16,0 4 7-16,0 3 1 0,0-3-2 0,0 0-27 15,0 0 13-15,0 3-14 0,0-1 13 0,0 2-14 0,0 2 7 16,0 1 6-16,-4 38-4 0,0 4-6 0,0 3-2 15,1-2-5-15,-3 1 4 0,1 1-5 0,1-5 0 16,0-2 6-16,2-4-4 0,-1-4 3 0,-1 1-5 16,2-3-5-16,0-1 2 0,0 0 4 0,2-4 4 15,0-2 4-15,2-4-1 0,2-1 6 0,0-4 3 16,-1-1 2-16,1-4 2 0,2 1 12 0,-3-6-8 16,-1-1 3-16,0 0-3 0,2 0 12 0,-1-1 2 0,1-1-5 15,0 0 2-15,5-2-15 0,4-2 2 0,0-5-2 16,6 1 0-16,-4-24-14 0,1-3 8 0,3 0-5 15,-1-4 6-15,3 1-7 0,-3 1 10 0,1 0-2 16,1-2 3-16,-1-1 2 0,0 1-6 0,-3-2 3 16,-1 10-5-16,-2 1-10 0,-4 4 2 0,-1 7-6 0,-5 4 5 15,3 2-5-15,-4 5-2 0,0 2 3 0,0 1-4 16,-1-1-10-16,3 0-20 0,0 1-12 0,-2 1-2 16,0 0-50-16,-1 2-31 0,-1 0-10 0,0 2-9 15,0 0-51-15,-13 29-2 0,0 1-11 0,2-6 2 16,2-2-54-16</inkml:trace>
  <inkml:trace contextRef="#ctx0" brushRef="#br0" timeOffset="51791.66">19683 9797 612 0,'2'0'103'0,"0"0"9"0,0-2-17 16,0 1-26-16,0-1-20 0,-2 0-14 0,0 0-10 15,0 0 0-15,0 0-5 0,0 0-8 0,0 1 9 16,0-1-5-16,-2 0 6 0,0 0-5 0,0 0 8 15,-2 0-4-15,-12-7 6 0,-1 0-5 0,6 5 6 16,0 0-3-16,-6 1 2 0,0 1-15 0,-3 2-3 16,-2 3-2-16,-3 5 0 0,3 1 0 0,0 4-1 15,0 2 5-15,3-9-3 0,0 18 6 0,3-2-2 16,3 2-2-16,2 0 0 0,1-2-3 0,5 3 4 0,-1-5-2 16,1 0 2-16,3-3-10 0,-9 0 18 0,1 0-9 15,7-3 11-15,-1 5-4 0,4-2 3 0,2-4 2 16,1 0-2-16,3-2-10 0,0-4-5 0,10-1-2 15,12-2 0-15,2-3-9 0,1 18 3 0,5-8-4 0,-1-5 4 16,0-4-9-16,-1-4-8 0,-5-2 1 0,-1-3-3 16,0-1-5-16,4-1-12 0,-6 0-38 0,-2-1 3 15,-2 1-174-15</inkml:trace>
  <inkml:trace contextRef="#ctx0" brushRef="#br0" timeOffset="52509.21">20003 9758 985 0,'0'0'27'0,"0"0"0"0,0-2 2 15,0 1-9-15,0-1-3 0,0 0-6 0,0 0-5 16,0 0 3-16,0 0-6 0,0 0-6 0,0 1 10 16,0-1 2-16,0 0 6 0,0 0 11 0,0 0 0 15,0 2-1-15,0 0 1 0,0 0 1 0,0 0-10 16,0 0 0-16,-2 2-3 0,0 0-2 0,0 0 0 15,-2 1 5-15,-5 10-4 0,7 8 6 0,-9 3-8 16,-2-2 5-16,0 1-4 0,0-1 6 0,6 0 2 0,-1 0-9 16,3 2 7-16,-1-3-12 0,1-3-2 0,-8 1 0 15,3 0-1-15,7-5 8 0,1 1 14 0,2-4 0 16,0-1 3-16,2-3-3 0,-2-3-5 0,3 1 0 16,1-3-2-16,20 0-11 0,0 15 4 0,0-8-6 15,4-3 4-15,0-6-6 0,0 0 2 0,4-4-1 0,-3-2 0 16,1 1-1-16,-4-3 0 0,0-1-3 0,-4 2 1 15,-1-1-9-15,-3 1-2 0,-1 1 9 0,-6 1-6 16,-2 1 2-16,-3 0-15 0,-4 4-18 0,-2-2 1 16,5-7-66-16,-1 0 5 0,-4 0-10 0,0-1 5 15,-2 5-32-15,-1-3 13 0,-5 1-2 0,-14 1 6 16,-4-1-9-16,0-1 19 0,0 3 0 0,0-3 13 16,2 1 44-16,1 1 34 0,3-1 6 0,1 1 10 0,1-1 35 15,1 3 40-15,-1 2-1 0,1-1 16 0,2-8 32 16,-2 1-19-16,6 5 13 0,4 1-18 0,-1 2-13 15,6 2-23-15,1 0 2 0,-1 0-6 0,0 0 1 0,-2 0-8 16,0 0-2-16,3 0 0 0,-1 0 3 0,2 0-12 16,0 0 2-16,2 2-6 0,-1 0-2 0,3 0-8 15,17 2 4-15,8-1-6 0,-1-1-8 0,4 0-7 16,3-2-7-16,-5 0 3 0,-4 0-4 0,-6 0-11 16,-7 0 5-16,-2 0-8 0,-1 0-12 0,-7 0-66 15,1 0-8-15,0 0-21 0,-1 0-52 0,-1 0 73 16,0-2-6-16,0 0 32 0,-2-1 17 0,0-1 12 0,0-7-9 15,-4-2 12-15,1 0 13 0,-5-2 25 0,1 2 1 16,-1 0 4-16,-1 0 2 0,0 0 25 0,-1 0 15 16,5 5 0-16,-4-5 36 0,5 6 6 0,0 1-8 15,0 1 9-15,4 3-2 0,0 0-22 0,-1-2-3 16,-1 1-11-16,0-1-35 0,0 0 2 0,0 2-2 0,2 1 1 16,0-1-3-16,2-2 2 0,2 0 1 0,12-7-2 15,12-2-12-15,2 4-8 0,3 1 4 0,1 3-3 16,-1 1-3-16,1 0-28 0,-1 3-16 0,-1-1-8 15,-1-2-95-15,5 2-2 0,-5-2-15 0,4 1 12 16,-1-3-22-16</inkml:trace>
  <inkml:trace contextRef="#ctx0" brushRef="#br0" timeOffset="52729.69">20784 9573 181 0,'0'0'87'0,"0"0"97"0,0 0-10 16,-1 0-27-16,-1 0 1 0,0 0-12 0,0-2-28 0,0 2-28 15,0 0 0-15,-1 0-10 0,-1 0-12 0,0 0-17 16,0 0 2-16,3 0-7 0,-1 0-1 0,0 0-6 15,0 0-3-15,-5 9 0 0,-6 11-12 0,3 3 9 16,3-3-5-16,3 1 5 0,2 1-15 0,2 0-5 16,0 2-3-16,0 2 0 0,2 2 4 0,0-2-1 15,2 2 2-15,-2-4-4 0,-1 0-4 0,1 0 0 16,-2-1 2-16,2-3 0 0,0 2-1 0,-2-3-11 16,2-1-3-16,-2-1-10 0,0-4-85 0,0 2-114 0,0-4-34 15</inkml:trace>
  <inkml:trace contextRef="#ctx0" brushRef="#br0" timeOffset="53119.63">19067 10555 899 0,'-2'0'60'16,"-2"0"-46"-16,-14-4 64 0,-4 0-23 0,5 4-15 0,-2 0-7 15,-1 0 2-15,12 0-4 0,-5 0 8 0,8 0-3 16,3 0-1-16,-2 0-2 0,1 0-17 0,-1 0 3 16,0 0 4-16,2 2-1 0,0-2 13 0,1 0-8 15,1 2 1-15,1 0-3 0,1 0-9 0,19 1-10 16,18 1 3-16,7-2-4 0,2 0-2 0,8-2 5 15,-2 0-3-15,4-2 4 0,3 0-7 0,6 0 1 16,7 0 6-16,4 1-1 0,5-1 8 0,1-2-6 16,-2 0 2-16,-2 2 0 0,-4-1 5 0,-6 1-2 15,-1-2-2-15,1 0 2 0,-1 3 1 0,-4 1-16 0,0-2 5 16,-13 2-7-16,-7 0 6 0,-8 0 0 0,-4 0-2 16,-5 0 1-16,-8 0 3 0,-3 0-7 0,-13 0-3 15,1 0-2-15,-3 0-6 0,2 0-63 0,-2 2 4 16,-2-1-30-16,-2 1-46 0,-26 9-58 0,-27 6-4 0,-7-2-21 15,-3-2-48-15</inkml:trace>
  <inkml:trace contextRef="#ctx0" brushRef="#br0" timeOffset="53899.81">19507 10735 326 0,'-2'0'49'16,"0"0"-5"-16,0 0 29 0,1 0 4 0,-3 0-9 15,0 0-3-15,0 0 7 0,1 0-5 0,1 0 4 0,0 0-15 16,0 0-4-16,0 0 1 0,0 0-3 0,1 2 0 15,-1 0-22-15,0-1 4 0,2 1-10 0,0 0-2 16,0 2 10-16,0 1-1 0,0 16 3 0,0-1-6 0,0 3-4 16,0 3 1-16,0 3-2 0,0 3-7 0,0-2 2 15,-2 7-4-15,0-6 4 0,-2 1-7 0,3-1 10 16,-1-6-6-16,0 1 6 0,0-8-5 0,0 1 0 16,0 5-2-16,2-9 0 0,0 3-1 0,0-7 7 15,0 2 5-15,0-9-2 0,0 2 8 0,2 1-14 16,0-3 8-16,-2-2-8 0,0-1 9 0,4 3-1 15,-2-4-2-15,18 11 2 0,-3-7 8 0,3-4-12 16,1-4-2-16,6-9-3 0,5-5-5 0,-2 5 9 0,9-17-2 16,-10-5 3-16,1-8-2 0,2 2-9 0,-6 0 3 15,-2 1-4-15,-4 4 5 0,-3 3-9 0,0 1 1 16,-4 8-4-16,-2 2 0 0,-2 7-4 0,-3 2 4 16,-4 2-4-16,-1 3 5 0,1 5-22 0,0-1-6 0,-2 2-11 15,0 0-50-15,2-1-31 0,0-1 1 0,0 2-7 16,-1 0 12-16,-1 0 3 0,0 0-10 0,0 2 3 15,0 0-33-15,0 0-13 0,0 0 1 0,0 0-5 16,2 2 10-16,0 0 84 0,0 0-3 0,2 0 36 16,-1 0 41-16,5 1 3 0,5 5 8 0,-4-3-5 0,2 3 27 15,-1-3 37-15,-3 1-1 0,0-4 14 16,-1 11 3-16,-4 2-10 0,0 5 6 0,13 2-6 0,-4 4 7 16,-6 6-8-16,-3 3-4 0,-2-3 1 0,-5-1 1 15,-3 1 10-15,-1-2-4 0,-2-1 5 0,0 3-4 0,-1-6-25 16,1-2 7-16,0-2-15 0,0-1-21 0,2-5-12 15,-1 1-2-15,1-2-2 0,2 2 1 0,1-4-10 16,1 2 3-16,1-4-5 0,2-2 1 0,0-2 8 16,2-5-5-16,0 0 5 0,0 0-10 0,-2 2 28 15,2-1-6-15,0 1 16 0,0-2-12 0,0 0-9 16,0 0-5-16,2-2-2 0,0 0-9 0,0-2 6 16,0-2-3-16,3-7 5 0,8-13-8 0,0-4-1 15,0 0-1-15,-2-2 1 0,1-1 3 0,-1-3 1 0,-2 1-1 16,0 2 0-16,1 3-5 0,-3 5 8 0,-1-1-3 15,-3 9 4-15,1 4-12 0,0 0 10 0,-2 6-2 16,-1 1 5-16,1 0-8 0,0 2-5 0,2 0 6 16,0 1-2-16,1 1 11 0,6 1 8 0,0 5-6 15,1 3 7-15,-1 4-5 0,0 11-7 0,0 2 4 0,0-3-6 16,0 5 3-16,2-6 5 0,0 0-7 0,-2 6 6 16,1-6-12-16,-1-1 6 0,0-1-3 0,-2-3 4 15,-1-1-6-15,-1-3-5 0,-5-1 6 0,0-1-6 16,0-2 3-16,3-2-30 0,1 1-25 0,-4-4-2 15,-2-3-96-15,0 1-55 0,1 2-18 0,1 0-25 16,-2-2-170-16</inkml:trace>
  <inkml:trace contextRef="#ctx0" brushRef="#br0" timeOffset="54068.73">19938 11329 1244 0,'0'-2'74'0,"-2"0"154"0,0 0-213 0,2 1-17 15,0-1 2-15,0 0-7 0,2 0 7 0,0 0 5 16,3-2-3-16,19-10 5 0,4 1-8 0,4 0 7 16,1 1 0-16,6-1 4 0,0 4 1 0,0 2-14 15,2 1 3-15,-4 2-6 0,2 3 1 0,-9-1-166 0,-6 2-90 16</inkml:trace>
  <inkml:trace contextRef="#ctx0" brushRef="#br0" timeOffset="54730.08">16818 11882 857 0,'-1'0'96'16,"-9"-2"188"-16,-14-3-261 0,0 1-14 0,0 2-5 16,5 2 0-16,3 0 0 0,1 0 8 0,4 0 8 0,1 2 1 15,1 0 31-15,4 0 11 0,-1 0-6 0,-1 0 6 16,5-2-11-16,0 0-33 0,0 0 5 0,-2 1-14 15,1 1 0-15,-1 0-7 0,2 0 0 0,0-2-2 16,0 0-1-16,2 2 5 0,0-2-3 0,0 0 2 16,2 0-1-16,2 0 0 0,11 0 1 0,22 2-2 15,2 0-2-15,2-2-4 0,3 0 4 0,1 0-2 0,5 0 6 16,4 0-4-16,5-6 4 0,6 0-4 0,9-3 0 16,12 2 7-16,5-1-7 0,5 1 7 0,5 1 0 15,-3-1 6-15,2-1-5 0,6-1 5 0,9 4-7 0,11 1 2 16,1 0-1-16,-3 0 0 0,-9 1-2 0,0-1-2 15,6 0 2-15,3 4-3 0,3-1 1 0,-5-1-3 16,-3-2 1-16,-6 0-1 0,2 4 8 0,1 0-4 16,1 0-1-16,-4 0-1 0,-5 0 1 0,-10 0 2 15,-5 2 1-15,-10 4-2 0,-3-3-5 0,-6 3 3 16,-3-1-2-16,-12 1 2 0,-7 0-5 0,-7-1 2 16,-10-1 4-16,-5 0-1 0,-2 1-1 0,-13-1-4 15,-6 0-2-15,-2-3-1 0,-3 1-8 0,0 0-72 0,-2 0-20 16,-2 0-26-16,-2 2-157 0</inkml:trace>
  <inkml:trace contextRef="#ctx0" brushRef="#br0" timeOffset="55140.97">17316 12330 1388 0,'0'0'11'0,"0"0"1"0,0-2-7 16,0 0-5-16,0 0-2 0,0 2 4 0,0 0-5 16,0 0 10-16,0 2-8 0,0 2 13 0,0 20 2 15,0 15-5-15,-5 7 6 0,-3 4 10 0,-1 2 19 0,-2 2 2 16,0 4 3-16,-2-6-6 0,0 4-28 0,0-3 2 16,0-6-9-16,1-1 6 0,3-9-9 0,0-5-1 15,1-4-3-15,5-6-1 0,-1 0-7 0,2-3 2 16,0-2-5-16,2-4-4 0,-2-2-48 0,2-2-15 0,0-5-14 15,0-1-72-15,0 1-104 0,2 0-49 0</inkml:trace>
  <inkml:trace contextRef="#ctx0" brushRef="#br0" timeOffset="55359.65">17491 12913 1535 0,'0'0'58'0,"-2"0"-1"15,0 0-27-15,0 0 1 0,0 0-31 0,0 0-8 0,2 0 12 16,0 0-4-16,2 0 8 0,2 0-2 0,16 4 2 16,17-1 4-16,-3-1-2 0,3-2 2 0,4-4-3 15,0-3-2-15,0 1 0 0,-2-1-13 0,-4-2 2 16,-2-1-3-16,-1 1 2 0,-2 0-5 0,-4 1-30 16,1-1-17-16,-4 2-11 0,-1-3-114 0,-4 1-138 15</inkml:trace>
  <inkml:trace contextRef="#ctx0" brushRef="#br0" timeOffset="55578.11">17814 12482 1329 0,'0'-2'26'16,"-2"0"48"-16,0 0-64 0,2 1-8 0,0-1-3 0,0 0 0 15,0 0-5-15,0 2 10 0,0 0 3 0,0 2 0 16,0 7-12-16,4 28 19 0,-1 8-11 0,1 7 14 15,-2-4-21-15,0 12 16 0,-2-1-7 0,0-7 10 16,0 4-15-16,0-15 0 0,-2-2-4 0,2-4 2 16,0 0 1-16,0-3-20 0,0-3-6 0,0-3-13 15,2-3-75-15,0-5-65 0,1-1-24 0,1-8-22 16,-2-5-189-16</inkml:trace>
  <inkml:trace contextRef="#ctx0" brushRef="#br0" timeOffset="55963.45">18640 12189 975 0,'0'-2'173'0,"0"0"44"0,-2 0-96 15,0-2-98-15,0 1-10 0,1-1-14 0,-1 0-6 0,0 2 0 16,2 1-2-16,0-1 2 0,0 0 7 0,0 2 4 15,0 0 0-15,0 0-4 0,0 2 0 0,0 0 0 16,0 5 1-16,0 17 7 0,0 2-6 0,0 6 7 16,0 5-6-16,-2 4 0 0,0 1 3 0,0 5-9 0,0-1 7 15,2 4-8-15,0-1 9 0,0 1-1 0,0-6 4 16,0-3-11-16,2-4 4 0,2-9-2 0,0 0 3 16,-1-6 7-16,3-3-2 0,-2-6 7 0,-3-6-6 15,1-1 6-15,0-2 7 0,2-1 0 0,0-1 5 16,10 6 13-16,3-3-10 0,4-5-2 0,3-5-3 15,0-8-9-15,4 3-2 0,0-23-2 0,-1-8 1 16,5-2-5-16,1-7 4 0,-1 2 0 0,-4 3 1 0,2 3-2 16,-14 3-6-16,3 3-2 0,-6 1-1 0,-4 4 2 15,0 5-2-15,-7 3 5 0,6 5-6 0,3 3 0 16,-6 4-1-16,-1 1-5 0,-2 5 0 0,-2 3-26 0,2-2-57 16,-2 1 3-16,0 1-24 0,-2 0-26 0,-2 2-80 15,-7 2-21-15</inkml:trace>
  <inkml:trace contextRef="#ctx0" brushRef="#br0" timeOffset="56275.97">19422 12595 1153 0,'0'-2'17'15,"0"1"46"-15,0-1-59 0,0 0-4 0,-2 0 8 16,0 0-7-16,0 0 8 0,0-1-8 0,0-1-1 15,0 0-2-15,1 0 1 0,-3 1 11 0,2 3 3 0,-13-4 5 16,2 2 22-16,-2-9 2 0,-3 0 0 0,-1 3-1 16,1 5-1-16,-1 1-13 0,1 4 4 0,-1 1-10 15,-3 7-6-15,-1 1 13 0,3 4-4 0,3-6 6 16,2 13-8-16,4 4-12 0,-5-5 6 0,3-1-8 16,7 1 5-16,2-3-11 0,-11 4 1 0,10-3-3 15,3-2 4-15,2-2 3 0,2-4 0 0,2 0 0 0,-1-2-6 16,3 0 7-16,-2-3-8 0,10 0 6 0,11 1-18 15,-3-3 12-15,0-1-4 0,0 12 4 0,1-5-26 16,-3-5-20-16,-1-3-23 0,-1-2-3 0,-3 0-130 0,0-2-120 16,0 0-42-16</inkml:trace>
  <inkml:trace contextRef="#ctx0" brushRef="#br0" timeOffset="56595.1">19557 12543 832 0,'0'0'177'0,"0"-2"-213"16,-2 1 196-16,0-1-101 0,1 0-42 0,-1 0-4 0,0 0-3 16,0 0-1-16,0 0-8 0,0 2 0 0,0 0 3 15,1 0-1-15,-1 0 6 0,0 2 8 0,-2 0 0 16,0 0 3-16,3 2 6 0,-3 16-4 0,0 2-2 16,0-3-1-16,1 5-4 0,-14 0-3 0,6-1-3 0,3 1 2 15,3 0 4-15,3-6 2 0,2 1 5 0,0-6-5 16,2 2 2-16,0-4-1 0,3 2-4 0,1-2 1 15,-2-3-2-15,-3 3-4 0,20-6 7 0,-4-1-6 16,9-2 6-16,3 16 2 0,-1-6-4 0,4-5 2 16,-4-3-12-16,-6-4-1 0,0 0-3 0,2 0 0 15,-3-2-7-15,-6-2-9 0,-1 0-1 0,-8 3-5 16,-2-1-25-16,-1-2-172 0,3-5 13 0,0-4-71 16,-1-4-43-16</inkml:trace>
  <inkml:trace contextRef="#ctx0" brushRef="#br0" timeOffset="56761.71">19410 12707 611 0,'0'0'62'0,"-1"0"84"0,-1 0-66 0,0 0 0 16,2 0-14-16,0 0 7 0,0 0-28 0,0 2-13 15,0-1 6-15,2 1-9 0,0 0 3 0,1 0 2 16,12 4 2-16,9 1-1 0,2-3-2 0,0-2-3 16,6-2-5-16,-2 0 2 0,-3 0-13 0,1 0-14 15,-7-2 5-15,-5 0-8 0,-4 0-2 0,-5 0-5 16,-1 2-7-16,-3-2-1 0,1 0-40 0,0 2-110 0,-1 0 23 15,-1-1-45-15,0-1 58 0,-2-2-5 0,0 0 1 16,0-9-8-16,-2-2-51 0</inkml:trace>
  <inkml:trace contextRef="#ctx0" brushRef="#br0" timeOffset="56871.55">19609 12519 167 0,'0'0'95'0,"0"0"-6"0,0-2 83 16,0 0-5-16,0 1-52 0,0-1-35 0,0 0 5 0,0 0-18 16,0 0-19-16,2 0-3 0,0 0-7 0,0 1 3 15,0-1-3-15,1 0-9 0,21-9-1 0,2 1-6 16,0 3-18-16,0 1-7 0,6 1 2 0,-10 1-6 15,2-1-16-15,-3 1-96 0,-3 0-70 0</inkml:trace>
  <inkml:trace contextRef="#ctx0" brushRef="#br0" timeOffset="57219.6">20025 12436 811 0,'0'0'121'0,"-2"0"241"0,0 0-327 0,0 0 6 16,1 0-10-16,-1 0 10 0,2-2-23 0,0 0 3 15,0 0-3-15,0 0 4 0,2 0 12 0,-1 1-2 16,1-1-2-16,2 0-2 0,7-4-16 0,2 3 0 16,0 1-1-16,-2 2-1 0,0 0-7 0,-5 2 6 15,-2-1 0-15,1 7 2 0,10 21-5 0,-7 5 5 16,-8 3-7-16,-8 2 5 0,-5 4-8 0,-4-6 2 0,-1-2 4 16,1-5-1-16,2-4 5 0,0-4-5 0,4-1-2 15,2-7-1-15,2-1-1 0,1-3 1 0,2-3-2 16,2-1 1-16,1 1-6 0,-1-1 3 0,2-1 4 15,0-1-1-15,0 0 6 0,2-1-2 0,-1-1-5 16,5 0 3-16,18 2-12 0,2-4 10 0,0-2-1 16,2-2 5-16,-2 1-9 0,-4-1-1 0,2 0 2 0,-1 2 0 15,-3 0 2-15,-1 1-7 0,-6 1-6 0,-8 0-1 16,1 0-33-16,-2 0-88 0,-1 0-12 0,-1 0-33 16,0 0-98-16,-2 1-86 0</inkml:trace>
  <inkml:trace contextRef="#ctx0" brushRef="#br0" timeOffset="57619.54">18296 13336 672 0,'-1'0'200'0,"-1"0"27"0,-6 0-85 15,1 0-70-15,3 0-41 0,-3 0-25 0,3 0-12 0,0 0 1 16,2 0-6-16,1 0 15 0,-1 0 3 0,2 0 5 16,2 0-3-16,1 0 8 0,27-4-2 0,13 1 4 0,1-3-2 15,6 1 22-15,2-3 4 0,8 1 3 16,1-1-1-16,8 3 7 0,9 1-8 0,3 0 2 0,7-1-5 15,-1 3-11-15,-2 0 4 0,3 0-9 0,-7 0 6 16,1 0-15-16,-2-1 1 0,5 1 1 0,-5-2-1 16,2 0-8-16,-8 1 4 0,-11-1-7 0,-5 2 6 15,-12 0-12-15,-11 0 1 0,-5 1 0 0,-9-1 0 16,-7 2-8-16,-4 0 0 0,-7 0-10 0,1 0 1 0,0 0-68 16,-2 0-10-16,-2 0-8 0,-2 0 3 15,-4 0-21-15,-36 7-51 0,-10 4-14 0,-10 2-19 0,-3 0-100 16</inkml:trace>
  <inkml:trace contextRef="#ctx0" brushRef="#br0" timeOffset="57950.1">18759 13542 550 0,'0'0'102'0,"0"-2"190"0,0 1-238 0,-2-1-35 15,2 0 2-15,0 0-11 0,0 0 17 0,0 2-8 16,0 0 9-16,0 0-10 0,0 2 11 0,2 0-9 0,0 0-2 15,-1 1 1-15,3 7 22 0,2 10 0 0,-1 8 11 16,-3 2-8-16,-2-6 3 0,-2 6-3 0,0-3-2 16,1-1-1-16,-3 2-16 0,2-2-5 0,0-4-5 15,2-1 3-15,0-3-4 0,2 1-6 0,0-2 1 0,2-4-2 16,3 2 5-16,-1-4-9 0,1-2 2 0,-1-2-4 16,8-1 7-16,5-2 7 0,-4-2 7 0,5 12-3 15,1-4 6-15,-1-7 0 0,4-3-8 0,2-1 7 16,4-9-7-16,2-3 0 0,5-7 5 0,-4 18-4 15,1-26-1-15,-8-3-6 0,-4-1 0 0,-2 0-3 16,1-1-10-16,-5 0 7 0,1-5-4 0,-6 7 6 16,2-1-7-16,-4 8 1 0,-3 2-1 0,-2 2 2 15,-2-1 4-15,7 8-6 0,-2 0 7 0,-3 6-7 0,-2 3-1 16,0-2-41-16,-2 5-27 0,0-1-9 0,0-2-124 16,0 2-112-16,0 0-19 0</inkml:trace>
  <inkml:trace contextRef="#ctx0" brushRef="#br0" timeOffset="58432.01">19609 13811 1437 0,'-2'0'178'0,"0"0"-235"15,-1 0 204-15,-25 0-113 0,4 4-26 0,0 5-8 0,-2 4 8 16,1-7-8-16,-1 22 12 0,6 2-4 0,0-4-5 15,1 1 5-15,2-1 17 0,4 0-2 0,0-3 2 16,4-1-5-16,2-3-10 0,5-3-3 0,0-3 5 16,-6-2-4-16,1 1 4 0,3-5-9 0,1 2-6 0,3-5 2 15,0-2-3-15,0 0 11 0,0 0-2 0,0 1 4 16,0 1-7-16,0 0 6 0,1-2-4 0,1-1 3 16,0-1-8-16,0 0-4 0,0-1 0 0,0-1-2 15,1-6-5-15,10-16 7 0,0-2-3 0,0-2 4 16,-1 0-5-16,-1-1 3 0,0-3-5 0,0-1 4 15,2-1-8-15,0 3 16 0,2-1-4 0,2 1 6 16,-1-1-6-16,3 0-1 0,-4 6 3 0,0 6-2 0,-4 3 3 16,0 10-1-16,7 0 1 0,-3 1 0 0,6-9 5 15,-10 10-1-15,4-1-1 0,-2 4 2 0,-6 2 3 16,6 4-8-16,-7-2 3 0,3 5-4 0,0 12 10 0,-1 3-4 16,3 0 2-16,0-1-4 0,4 3 9 0,-2-6-6 15,-4 1 6-15,2 1-5 0,2-3 6 0,0 2-8 16,-2-5 4-16,1 3-5 0,1-2 4 0,-2 0-9 15,4-2 1-15,-2-2-1 0,-4 0 6 0,-2-3-7 16,-1-1 2-16,-1-1-5 0,-1-3 1 0,0-1-57 16,-2-2-7-16,1 4-22 0,1 0-80 0,-2-1-140 15,0-1-15-15</inkml:trace>
  <inkml:trace contextRef="#ctx0" brushRef="#br0" timeOffset="58573.38">19345 13979 897 0,'0'0'234'0,"-1"0"520"16,-1 0-761-16,2 0-3 0,0 0-7 0,2 0 8 15,1 0 9-15,21-2 9 0,19-2-3 0,2-2 4 16,5-1-13-16,6-4-4 0,-3 0-4 0,9-2-1 16,-3 0-27-16,1-2-348 0</inkml:trace>
  <inkml:trace contextRef="#ctx0" brushRef="#br0" timeOffset="60213.53">22487 10351 108 0,'0'-2'33'16,"0"0"0"-16,0-2 19 0,2-14-4 0,2-8-1 0,1-2 9 16,-1 5-4-16,-2-3 4 0,0 10-3 0,-1-3 3 15,1 4 3-15,0 4-2 0,-2 2 3 0,0 1-3 16,0 5-8-16,0-1 2 0,0 2-4 0,0 0 6 0,0-1-35 16,0-1 8-16,0 0-17 0,0 2-3 0,0 0 2 15,0 1 1-15,0 1 1 0,0 1 3 0,0 3 1 16,0 22-6-16,0 15 5 0,0 2-5 0,-2-1-2 15,-1 1 4-15,-1 2-4 0,2-6 0 0,0-2-5 16,2 0-1-16,0-7 0 0,0-1 2 0,2 1-2 16,0-2 4-16,0-2-3 0,0 4 9 0,1-3-8 15,-1-1 1-15,2 0-2 0,0-1 6 0,-3-5 6 0,3-1-4 16,0-1 4-16,0-1-7 0,-1-4 7 0,1 0 3 16,-2-6 1-16,0-1 1 0,-2-4 11 0,0 0-1 15,2 1 8-15,-1 1 26 0,1 0-13 0,0-2-7 16,0-2-3-16,0 0-29 0,2-2-1 0,3-8 1 0,-1-23-2 15,1 0 3-15,4-3-7 0,4-1 7 0,2-2-8 16,3 0 6-16,-3-5-3 0,1-1-2 0,-3-3 3 16,6-2 6-16,-1 1-1 0,-3 1-1 0,0 5 0 15,-3 6-3-15,-2 6-5 0,-3 3 2 0,2 6-3 16,-2 3 1-16,1 6-9 0,-3 4 4 0,2 5-7 16,-3 2-2-16,-1 0-19 0,-1 0-15 0,0 1-2 0,0-1-64 15,-3 2-95-15,1 2-15 0</inkml:trace>
  <inkml:trace contextRef="#ctx0" brushRef="#br0" timeOffset="60543.46">23297 10640 641 0,'0'-2'173'0,"0"0"38"0,0 1-83 16,-2-1-84-16,0-2-20 0,0 0-23 0,0 1 2 15,0-1-1-15,2 2 2 0,-2-2 2 0,-1-1 2 16,-1-1-3-16,2 2 2 0,-7-1-4 0,-6 3 24 0,-4-2-2 16,1-9 9-16,-1 4-2 0,-1 2 0 0,-2 3 4 15,-1 4-2-15,-1 0-1 0,-2 5-15 0,0 7 6 16,0 1-7-16,-3 3 7 0,1-14-13 0,2 22-1 16,3 0-4-16,7 1-2 0,6-3-3 0,5 4 2 0,3-4-2 15,0 0 0-15,-13 1 1 0,6-3 1 0,5 2 0 16,4-3-3-16,2-2 3 0,4-1-1 0,-1-3 3 15,6 2 8-15,6-2-7 0,7-3 1 0,4-1-3 16,0-4-1-16,-4-3-11 0,4 0 1 0,-2 15-8 16,-2-6-29-16,-4-4-19 0,3-3-3 0,-5-2-5 15,3-2-24-15,-5-2-181 0,1-3 3 0</inkml:trace>
  <inkml:trace contextRef="#ctx0" brushRef="#br0" timeOffset="60841.54">23432 10577 588 0,'0'0'156'0,"-2"-2"12"0,0 0-34 16,1 0-37-16,-3 1-37 0,0-1-23 0,-1 0-13 15,1 0-4-15,-2 0-3 0,3 2-19 0,1 0 10 16,-2 0-8-16,2 0 10 0,-2 0-5 0,1 2-7 16,-1 0 9-16,0 2-7 0,-3 7 15 0,-2 7-5 15,1 1-1-15,1 1-2 0,1 3-1 0,1 1 0 0,1-2 3 16,2 2-2-16,0-2 6 0,0 1 4 0,2-1 1 15,0-2 1-15,0-3-4 0,0 0 5 0,0-2-5 16,2-2 5-16,2 2-15 0,-2-8 16 0,1 2-10 16,-1-5 12-16,-2-2-6 0,23 2-13 0,-1 10 8 15,4-4-12-15,5-7-6 0,-3-4 6 0,2-5-12 0,-4-3 9 16,-4-1-28-16,1-1-12 0,-12 4 2 0,2 5-10 16,-6-15-33-16,-3 2-42 0,0 2-1 0,-1 0-13 15,5 2-22-15,-3 2-17 0,-3 0-19 0</inkml:trace>
  <inkml:trace contextRef="#ctx0" brushRef="#br0" timeOffset="61048.1">23258 10757 545 0,'-2'0'70'0,"0"0"97"0,-2 0-44 15,0 0-40-15,1 0 1 0,-1 0-17 0,0 0-22 16,2 0-4-16,1 0 5 0,-1 0-3 0,0 0 16 16,2 0-13-16,0 0 0 0,2 2-5 0,1-2-9 0,14 2 2 15,15 0-9-15,1 0 4 0,4-2-16 0,2-2-4 16,2-2 7-16,0 0-6 0,2-1 0 0,-6 1-9 15,-4 2-3-15,-7 0-1 0,-7 0-7 0,-6 2-4 16,-4 0-5-16,0 0-1 0,1-1-23 0,-7 1-90 16,1 0-3-16,0-2-36 0,0 0-56 0,-3 0 15 15,1-2 1-15</inkml:trace>
  <inkml:trace contextRef="#ctx0" brushRef="#br0" timeOffset="61170.58">23421 10568 264 0,'0'0'101'0,"-2"0"2"0,0-2 92 16,-1 0-5-16,-1 0-59 0,0 0-35 0,0 0-8 15,1 1-11-15,1-1-50 0,0 0-21 0,0 0 0 0,2 0-6 16,0 0 5-16,2 0-1 0,4 1-4 0,25-9 2 16,4 1 0-16,1 0-9 0,3 1-5 0,-2-1-6 15,0 2-37-15,-2 1-141 0,-1 1-5 0</inkml:trace>
  <inkml:trace contextRef="#ctx0" brushRef="#br0" timeOffset="61452.54">23993 10386 1031 0,'0'0'48'0,"0"0"0"0,0-2 36 16,-2 0-7-16,0 0 1 0,0 0 2 15,0-1-25-15,1-1-3 0,1 2-7 0,0-2-8 0,0 1-9 16,0 1 4-16,0 0-7 0,-2-2-9 0,0 1-23 16,0-1 1-16,0 2-7 0,0 0 23 0,2 2-3 15,0 2 10-15,0 2-8 0,-3 22 7 0,-3 9-14 16,0-2 1-16,3 3-3 0,-3-3 10 0,2 2-3 15,1-1-4-15,-1 1 0 0,0-2-8 0,2 1 3 16,1-3 6-16,-1-1-2 0,2-4 0 0,0 2-2 16,0-2 1-16,0-2 1 0,0 0 0 0,0-1 3 15,0-3-10-15,0 2 6 0,0-3-12 0,0-2-21 0,0-3-52 16,0 3 3-16,0-4-237 0</inkml:trace>
  <inkml:trace contextRef="#ctx0" brushRef="#br0" timeOffset="63398.07">7236 6593 256 0,'0'0'-42'0,"0"0"31"0,0 0-4 16,0 0 4-16,0 0 38 0,0 0-6 0,0-2-8 15,0 0 2-15,0 0-5 0,0 0 3 0,0 0 3 16,0 0 5-16,0 1 0 0,2-1 21 0,0 0 1 16,-1 0 3-16,-1 0-2 0,0 0 3 0,0 0-10 15,0 1-5-15,0-1 0 0,0 0-3 0,0 0-9 16,0 0 15-16,0 0-14 0,0 0 7 0,0 1 5 16,0-1-14-16,0 0 13 0,0 0-11 0,0 0-7 15,0 0 7-15,0 0-9 0,0 1 1 0,0 1-3 0,0 0 0 16,0 0 1-16,0 0 16 0,0 0-12 0,0 0 7 15,0 0-9-15,0 1 9 0,0 1-5 0,0 0 1 16,2 0-2-16,0 0 7 0,0 0 11 0,2 0-1 0,1-1 3 16,10 5-9-16,4 0 0 0,-10-3-9 0,15 3 4 15,-11-2-12-15,8-1-3 0,5 1 5 0,-12-2-5 16,9 0 0-16,-5 0-2 0,-1-1-3 0,3 1 1 16,-3-2-1-16,-2 0 2 0,-2 0 1 0,-4 0-2 15,2 0-10-15,-1 0 2 0,1 0-1 0,-2-2 1 16,0 1-5-16,-3 1-26 0,-2 0-11 0,-1 0-7 15,-1 0-58-15,2-2-35 0,0 0-14 0,-2 0-7 16,-1 0-53-16</inkml:trace>
  <inkml:trace contextRef="#ctx0" brushRef="#br0" timeOffset="63606.66">7366 6481 319 0,'0'0'54'0,"0"0"-5"0,0 0 57 15,0-2-18-15,0 2 6 0,0 0-59 0,0 0-12 16,2 0 8-16,0 0-10 0,-1 0 4 0,1 0 5 16,0 2-6-16,0 0 7 0,0 0-2 0,0 2 0 0,0 7 4 15,-1 7-4-15,3 1-5 0,0 1-3 0,0 1-6 16,-1 1 2-16,-1 0-12 0,0 4 2 0,-2 0 1 16,2 6 0-16,0-1-8 0,0 6 0 0,-2 2-4 15,0 6 3-15,-6 0-13 0,0 1-41 0,1 8-4 16,-3-6-20-16,3 4-78 0</inkml:trace>
  <inkml:trace contextRef="#ctx0" brushRef="#br0" timeOffset="64019.91">6621 9170 1043 0,'-2'0'33'0,"1"-2"-5"0,-1 0 7 0,0 0-1 16,2 0-13-16,0 0-23 0,0 1 8 0,2-1 4 16,1 2 2-16,10-2 15 0,21-4 29 0,1 3-11 0,6-3 16 15,5-3-13-15,1-1-4 0,-1-3 0 0,4-1-5 16,2-1-23-16,2-2-3 0,4 0-3 0,1 4-1 15,4 0-9-15,0 4-18 0,1 3-6 0,-5 3-20 16,-1 3-186-16</inkml:trace>
  <inkml:trace contextRef="#ctx0" brushRef="#br0" timeOffset="73548.21">21588 13941 696 0,'-1'0'37'15,"-1"-1"9"-15,0-1 22 0,-2 0 1 0,0 0-23 16,-3 0-27-16,-4-2-1 0,2 1 6 0,1 1-2 16,-1-2-3-16,7 4 7 0,-2 0-6 0,1-2 8 15,-1 0-1-15,0 1 6 0,2-1-6 0,0 0 3 0,1 0-25 16,-1 0 9-16,0 0-6 0,0 0 6 0,2 2-6 16,0 0-1-16,2-1 3 0,0-1-2 0,0 2 1 15,24-6-1-15,0 1 3 0,1-1-3 0,1 2-5 16,0 1 0-16,2 1-4 0,1 0 3 0,-1 0-2 0,-2 2 8 15,2 0-3-15,-1 0 4 0,1 0-9 0,0 0 0 16,-2 0 2-16,-6 0-2 0,-4 0-5 0,-5 0-53 16,-1 2-13-16,-5-2-14 0,-1 2-63 0,-5-2-142 15</inkml:trace>
  <inkml:trace contextRef="#ctx0" brushRef="#br0" timeOffset="73753.24">21533 14146 858 0,'0'0'43'16,"0"0"68"-16,-2 0-72 0,0-2-5 0,0 2-2 16,0 0 0-16,2 0-1 0,0 0 10 0,0 0-2 0,2 0 4 15,0-2-7-15,2 2-7 0,25-7-3 0,7-3-1 16,1 1-11-16,6 0-3 0,-3 1-3 0,7-1 0 16,-4 3-8-16,3-1 1 0,6 1-12 0,-9 5-1 15,3-3-92-15,-5 2-78 0,-6 2-18 0,4 0-17 16,-2 0-37-16</inkml:trace>
  <inkml:trace contextRef="#ctx0" brushRef="#br0" timeOffset="75791.61">22968 13585 310 0,'0'-2'31'0,"0"0"-3"16,0 0 18-16,0 1 4 0,-2-1-6 0,0-2 9 15,0 0-3-15,2-1 1 0,-1-3 0 0,1 5 11 0,-2-5-7 16,0 4 2-16,0 1-6 0,2 1-8 0,0 0-4 16,-2 2-4-16,-11-9 1 0,-4-1-12 0,-1 3 9 15,3 5-6-15,-4 2 5 0,5 2-17 0,-5 2 2 16,2 1 2-16,-1 3 0 0,-3 3 3 0,6-2-9 15,-1-7 0-15,-1 15-2 0,6-4 3 0,0 0-13 16,3 2 7-16,6-1-7 0,1 7 9 0,-11-6-5 16,3 3 4-16,4-1-4 0,1-4 6 0,2 7-3 15,2-3 0-15,4-2 0 0,3 3 0 0,2-3-2 16,-5 2 4-16,22 0-2 0,-4-1 1 0,8 1-5 0,-6-2-3 16,6 2 2-16,-2-2 10 0,0 1-10 0,0 1 7 15,-4-2-8-15,2 2 5 0,-6-1-7 0,-1-1 5 16,-3 0-4-16,1 0 10 0,-2 0-6 0,0 0-3 0,-4-4 1 15,-2 2-1-15,-3-2 3 0,-3-2-2 16,-1 2 2-16,0-1-5 0,7 1 10 0,-3-2 2 0,-2 0 2 16,-2 4 4-16,-2-3 10 0,-2 1-2 0,-2 2 5 15,-2-2 4-15,1 0-4 0,-15-2-1 0,-5 4-3 16,-2-7-13-16,2 1 6 0,-2-1 0 0,1-2 1 16,1 1-5-16,-1 12-5 0,2-6-1 0,8-5-1 0,-1-1-3 15,4-1-4-15,0-2 0 0,-2 0-1 16,2-2 9-16,4 0-8 0,-2 0 2 0,-2 0-5 0,0-2-6 15,1 0 9-15,1-2-7 0,-2 0 6 0,2 1-25 16,-2-1-8-16,0-2 0 0,4 3-3 0,1-1-9 16,3 0-32-16,1 2-8 0,4 1-9 0,-11-14-42 0,5 2-43 15,3-4-67-15</inkml:trace>
  <inkml:trace contextRef="#ctx0" brushRef="#br0" timeOffset="76104.6">22773 13563 574 0,'-2'-2'428'0,"0"0"-586"0,-1 0 502 16,-1-2-283-16,0 1-55 0,0-1-1 0,1 0-10 15,-1 1 4-15,0-1-8 0,2 2 14 0,1-2 4 0,1 1 2 16,1-1 17-16,1 0 7 0,0 4 9 0,22-4-5 15,10-3 6-15,-3-2-2 0,6 1-2 0,-3-3 2 16,-6 0-7-16,5 2-12 0,-5-2-5 0,2 3-2 16,-2 3-10-16,-4 3-5 0,0-2 3 0,-4-11-4 15,-3 6 1-15,0 3 1 0,-4 3 0 0,-4 1-1 16,0 2-14-16,-3 0-51 0,-1 0-1 0,-3 0-20 0,0 0-30 16,2 0-33-16,-1 2-6 0,1-1-25 0,0 1-175 15</inkml:trace>
  <inkml:trace contextRef="#ctx0" brushRef="#br0" timeOffset="76965.1">23594 13856 83 0,'0'0'28'0,"0"0"-3"16,0 0 11-16,0 0 6 0,-2 0-10 0,0-2 3 15,0 0 8-15,0 0-4 0,0 1 7 0,1-1 6 16,-1 0 13-16,0 0-5 0,0 0 5 0,0 0-13 0,0 0-1 16,0 1 4-16,1-1-5 0,-1 0-5 0,-2 0-1 15,2 0 3-15,0 0-2 0,0 0 3 0,1 1-3 16,-1-1-7-16,0 0 1 0,0 0-27 0,0 0 10 16,0 0-4-16,0 2 6 0,2 0-4 0,0 0 5 15,0 0-7-15,2 2 7 0,0 0-1 0,2 0-6 16,22 15 3-16,0-3-6 0,-4-1-5 0,2 0 11 15,-1-1-6-15,1 1 6 0,2 0-11 0,-8-4 1 16,4 2 1-16,-3-2-1 0,-2-1 3 0,-1-1-6 16,-3 1-4-16,2-1-1 0,0 0-6 0,-4-1 5 0,0 0 3 15,-3-3 0-15,-1 1 0 0,1 0-2 0,-3-1 3 16,1 1-2-16,-4-4-3 0,0 0-14 0,-1 0-10 16,3 4-2-16,0 0-24 0,-2-1-49 0,0-1 0 0,-1 0-19 15,1 0-25-15,-2 0-188 0</inkml:trace>
  <inkml:trace contextRef="#ctx0" brushRef="#br0" timeOffset="77269.74">23868 13815 426 0,'0'-2'90'0,"-1"0"171"0,-1 1-213 15,0-1-17-15,0 0-6 0,0 0-1 0,0 0-11 16,0 0-7-16,1 0-4 0,-1 1 0 0,2-1-1 0,0 0-4 15,0 0 5-15,0 0-4 0,0 2 5 0,0 0 14 16,-2 0-4-16,0 0 7 0,0 2 11 0,0 0 5 16,0 0 2-16,1 0-1 0,1-1 4 0,-12 18-13 15,-1 0 6-15,12-3-9 0,-16 3 6 0,0 1 2 16,0-1 1-16,3 1 0 0,-7 3 7 0,1-3-10 16,-1 0 5-16,-1 1-8 0,4-1-10 0,1-1-2 15,2-2-7-15,2-3 3 0,2 1-17 0,5-2 10 16,-1 0-5-16,-2-2 7 0,1-1-8 0,3-1-9 15,-1 0-8-15,2-1-3 0,-1 3-48 0,3-6-142 0,0 3-70 16</inkml:trace>
  <inkml:trace contextRef="#ctx0" brushRef="#br0" timeOffset="77774.92">24580 12970 530 0,'0'-1'92'0,"0"-1"-92"0,-2 0 100 16,0-2-44-16,0-1-19 0,-2-5-10 0,4 7-1 15,-2-1-3-15,1 0-2 0,-1 0-1 0,0 1 8 16,0-1-6-16,0 0 15 0,0 2 1 0,0 1-4 0,1-1 2 16,-1 0-10-16,0 0-3 0,0 0 0 0,0 2 0 15,0 0 8-15,0 2 1 0,2 0-1 0,-7 29-1 16,0-1-3-16,-1 4-10 0,1-1-2 0,1 2-2 16,-1 2 2-16,1 0-4 0,1 1 1 0,1-1-4 15,0-2-4-15,0-2 8 0,3 3-3 0,-3-8 4 16,2-2-9-16,2 0 1 0,0-8-1 0,0 1 0 0,0-1 6 15,0-10-5-15,2 3 0 0,-2-4-3 0,0-3-3 16,4 3-37-16,-4-5-10 0,1 2-13 0,3 0-68 16,0-2-103-16,3-1-29 0</inkml:trace>
  <inkml:trace contextRef="#ctx0" brushRef="#br0" timeOffset="78034.83">24786 13230 1009 0,'0'0'49'0,"0"0"-2"0,0-2-13 0,0 1 1 15,0-1-24-15,0 0-21 0,0 0 9 0,0 2-1 16,2 0 6-16,-1 0 7 0,3 0 9 0,4-2 0 16,16-3 3-16,5 1 6 0,3 0-13 0,1-1 0 15,-1 1-6-15,1-2-11 0,-5 1 5 0,2-1-2 0,-4 2 6 16,0 1-4-16,0 1-6 0,-8 0-12 0,-1 0 0 15,0 0-50-15,-6 2-59 0,2-2-8 0,2 1-17 16,-4 1-19-16</inkml:trace>
  <inkml:trace contextRef="#ctx0" brushRef="#br0" timeOffset="78262.52">25040 13035 854 0,'-2'-1'30'0,"0"-1"68"0,0 0-86 0,1 0-1 16,-1 0 2-16,0 0-3 0,0 0-8 0,0 1-4 15,0-1 2-15,0 2-2 0,2 0 13 0,0 0 9 16,0 2-2-16,0-1 4 0,0 3 3 0,0 15 0 16,-1 7 2-16,-3 1-3 0,-4 3-17 0,-3 4 0 15,2 1-3-15,0 0 3 0,1 2-6 0,3-1 1 16,1-1 1-16,2-2-1 0,0-3-2 0,2-4-14 0,0-2-10 15,2-3-1-15,2-7-24 0,0-4-40 0,-1-5-36 16,3-1-7-16,13 9-167 0</inkml:trace>
  <inkml:trace contextRef="#ctx0" brushRef="#br0" timeOffset="78756.96">25744 12892 836 0,'0'-1'27'0,"-2"-1"50"0,0 0-63 16,0 0-3-16,0 0 1 0,-1 0-1 0,-1 2-3 16,0 0-1-16,-3 0-1 0,-4 6 2 0,-2 3 7 0,0-3 6 15,0 12 0-15,0 1 2 0,1-4-2 0,3 0-3 16,0-1 3-16,2-1-3 0,1 2 7 0,2-2-10 15,2 0 6-15,-7 0-7 0,2-2 7 0,1 2-9 16,2-2 5-16,3 2-5 0,1-3 12 0,0-1-2 16,1 0-3-16,1-3 2 0,0-1 1 0,0-1 5 15,18-2-1-15,6 15 2 0,-2-6-1 0,4-4-14 16,-2-7 8-16,6 0-9 0,-2-3 5 0,-3-5-8 16,1-1-1-16,-9 1 0 0,-1-1-1 0,1-2 1 15,-2 0-3-15,-8 9 2 0,2-15 1 0,-5-3-6 0,-3 3 1 16,-1-3-2-16,13-1 9 0,-6 1-4 0,-3 3 0 15,-4 4-2-15,-2 2-1 0,0 2 3 0,-2 0 7 16,0 5-4-16,0 0-1 0,0 0 4 0,-9 3-6 0,-4-11 6 16,1 5-6-16,1 3-7 0,1 4 1 0,-4 2-1 15,1 2 2-15,-2 3-1 0,-1 4-1 0,10-5 0 16,-7 0 2-16,8 8-1 0,1-1 0 0,1 0 0 16,-5-1 1-16,3-1-3 0,1-2 1 0,3-2-2 15,1 1 3-15,0-1-12 0,0 1-1 0,2-3-6 16,0-1-21-16,0 0-42 0,0-2-8 0,0-1-15 0,0 1-70 15,2 2-160-15</inkml:trace>
  <inkml:trace contextRef="#ctx0" brushRef="#br0" timeOffset="78944.97">26206 12993 1157 0,'0'0'41'0,"0"-2"79"0,0 0-94 0,0 0-16 15,0 0-2-15,0 2-5 0,0 0-2 0,0 0 1 16,0 0 5-16,0 0-3 0,0 0 2 0,0 0-6 16,0 0 0-16,0 0-3 0,0 2-21 0,0 0-29 15,0 0-19-15,0-2-1 0,0 2-55 0,0-2-25 0,2 2-100 16</inkml:trace>
  <inkml:trace contextRef="#ctx0" brushRef="#br0" timeOffset="79232.74">26381 12826 949 0,'0'-2'51'16,"0"0"-6"-16,0 0-15 0,0 0 3 0,0 0-29 16,0 0-25-16,0 1 14 0,0-1 3 0,1 0 3 0,1 0 2 15,2-2 13-15,9-3-3 0,9-4 9 0,4 1 13 16,2 3 5-16,-2 3 1 0,2 2 1 0,-2 2 5 15,-6 0-18-15,1 4 3 0,-6 0-8 0,-2 1-5 16,0 3 8-16,-2-1-1 0,-7 14 4 0,-1 5-5 0,-1-2 4 16,13-2-4-16,-4 4 3 0,-5-4-5 0,-6-1-4 15,-2 1-2-15,-4-3 0 0,-3 1-2 0,2-3-12 16,-5 0 7-16,5-4-8 0,-2 1 4 0,-1-3 0 16,9-1-4-16,-7-1 2 0,-3 0 2 0,9-3-28 15,-2 1 3-15,-1-3-18 0,3 0-35 0,0-4-30 16,-2 2-9-16,1 1-12 0,-1-1-96 0,0 0-133 15</inkml:trace>
  <inkml:trace contextRef="#ctx0" brushRef="#br0" timeOffset="79461.85">26390 13050 757 0,'0'0'69'0,"0"0"-1"0,0-2 0 0,0 1-1 0,0-1-24 15,0 0-8-15,0 0-12 0,0 0 3 0,0 0-5 16,0 0 12-16,2 1-4 0,1-1 4 0,9-4-3 15,14-7 6-15,9 0 5 0,2 2-8 0,-2 0 6 16,10 0-12-16,-2 1-20 0,-4 3 7 0,-2 1-12 16,-9 3 12-16,-6 1-14 0,-2 2 1 0,-3 0-9 0,-2 0-38 15,-8 0-28-15,-1 0-7 0,-2 0-4 0,-1 2-11 16,1 0 1-16,0-1-12 0,-2 3-7 0,-1 0-165 16</inkml:trace>
  <inkml:trace contextRef="#ctx0" brushRef="#br0" timeOffset="79818.78">25558 13592 638 0,'-2'0'39'0,"0"0"77"0,-1 0-98 0,-12 0 20 0,0 0-5 16,4 0 9-16,2 0-12 0,3 0-5 0,4 0-1 16,0 0 0-16,-1 2 3 0,-1-2 23 0,2 2-5 0,0 0 11 15,0 0 2-15,2 0-14 0,2 0 2 0,2-1-7 16,14 1 1-16,21-2-7 0,8-3 7 0,7-1-8 16,3-2 0-16,8 1 0 0,-2-1-11 0,-1 1 7 15,1-1-7-15,-4 0-4 0,-5 3 5 0,0-3-6 16,-8 2-1-16,-1 3-14 0,-4 1 9 0,-6 0-9 15,-5 1 9-15,-6 1-4 0,0 0-7 0,-6 2 1 0,-1-2-13 16,-4 0-37-16,-5-2 2 0,-3 0-16 0,-1 0-21 16,0 0 7-16,-1 0-7 0,-1 0 6 0,0 0-11 15,0 0-26-15,-2 0 8 0,-2 1-21 0,0 1-87 16</inkml:trace>
  <inkml:trace contextRef="#ctx0" brushRef="#br0" timeOffset="80114.72">26000 13769 514 0,'0'0'35'0,"-2"0"0"0,0 2 0 16,0-1 5-16,1-1-14 0,-14 8 7 0,5-3-4 0,-1 3-10 15,8-4 4-15,1 7-10 0,-4 0 20 0,-5 4-1 16,5-2 8-16,1 0 1 0,1 2 6 0,2-2 3 16,2 1 0-16,0 1 10 0,2 2-9 0,2 0 1 15,1-1-4-15,3 1-5 0,-1 0-2 0,1-2 2 16,1 1-3-16,-2-1-3 0,1 0-13 0,-1-2 2 0,-3-4-5 15,2 4 8-15,-5-5 0 0,3 1 0 0,-2-3 1 16,0-1 11-16,-2-1 1 0,0 0 8 0,0-1-5 16,0-1 9-16,0 4-24 0,0-4-5 0,-2 3-6 15,-2 1-10-15,-18-1-7 0,-6 1 6 0,6 0-6 16,-6-1 4-16,0-1-6 0,2-2-1 0,-4 16-2 16,6-7-3-16,2-5-37 0,0-4-4 0,5-2-13 15,4-2-39-15,0-4-55 0,7 5-6 0,3-1-27 0,-7-9-117 16</inkml:trace>
  <inkml:trace contextRef="#ctx0" brushRef="#br0" timeOffset="80515.87">26104 13821 1295 0,'0'0'23'0,"0"0"4"0,0-2-14 16,2 0-9-16,2 0-4 0,3-2-2 0,19-7 1 15,2 0 2-15,0 2 0 0,0 0 5 0,-2 1-6 16,-4 3 0-16,-4 1 0 0,1 2 0 0,-4 0 0 0,1 0-3 16,-3 2 3-16,-1 0-9 0,-1 0 11 0,-4 0 4 15,1 0 2-15,1 2 1 0,-4 0 10 0,-1 0-3 16,0 0 5-16,-2-2-4 0,5 9 4 0,2 6-8 16,-3 2 7-16,-2-1-7 0,-4 3 0 0,-2 1 4 0,-2-1-5 15,-3 3-2-15,-3-3 8 0,1 1-10 0,0-1 9 16,1-3-11-16,3 1-5 0,1-2 11 0,0 0-9 15,3 0 13-15,1-2-7 0,0-2-1 0,0-2 1 16,1 0 14-16,3-1 3 0,0-3 5 0,11 1-4 16,11-4-3-16,3 0-6 0,1 16 1 0,5-7-2 15,-1-5 7-15,3-6-5 0,0-4 0 0,-2-1-2 0,-3-3-3 16,-4-1-4-16,-4 0 4 0,-9 3-4 0,2-1 2 16,-6 1 10-16,-2 1 4 0,0-1 2 0,-3 4 13 15,-2-11-13-15,7-2-6 0,-2-3-1 0,-3-1-13 0,-6-3-3 16,-4 0 0-16,-5-1-2 0,-4-1-4 0,7 4-7 15,-29-1-4-15,3-1-2 0,-7 3-33 0,4 3-32 16,0 1-18-16,-4 4-16 0,-6-2-158 0,6 7-270 16</inkml:trace>
  <inkml:trace contextRef="#ctx0" brushRef="#br0" timeOffset="81378.5">19628 5720 1118 0,'-2'0'0'15,"0"0"1"-15,-2 2 22 0,1 1-13 0,-12 20 0 0,0 6-8 16,6-1-2-16,5-4 22 0,4-3 7 0,4-4 7 16,3-3 32-16,2-1-12 0,8-3 2 0,9-3-6 15,2-5-10-15,7 18-17 0,6-8 1 0,2-11-8 16,7-1-11-16,0-7 2 0,4-6-5 0,7-6 4 16,2-3-4-16,11-8 3 0,10 1-6 0,9-5 3 15,13-1-21-15,1 33-67 0,3-35-14 0,1-4-32 16,-1 2-172-16</inkml:trace>
  <inkml:trace contextRef="#ctx0" brushRef="#br0" timeOffset="82344.91">24459 14575 69 0,'0'0'48'16,"0"-2"-7"-16,-2 0 20 0,0 0 12 0,0 0-17 16,-1 0 14-16,-7-3-13 0,1-3 2 0,5 6-6 0,2-11-7 15,-1 8-3-15,-3-3 0 0,2 3-2 0,4 3-11 16,-3-4 8-16,3 5 0 0,-2-3 5 0,2 2 14 0,0 0-6 15,-2-2-2-15,-2 3-1 0,1-3-10 0,-1 0-18 16,0 0-2-16,2 3-6 0,0-1 1 0,1 0 2 16,-1 0 10-16,2 0-7 0,0 2 8 0,2 0-1 15,-1 0-2-15,25 4 2 0,8 0-8 0,5-3 1 16,7-1-3-16,6 0 3 0,6-1-3 0,7-3-2 16,11 0 5-16,11-1-4 0,6-5 3 0,13-3 0 15,-4-3-3-15,2 3 1 0,2 3-8 0,-4 1-2 16,13 2-2-16,-7-1 0 0,1-1 1 0,-1 3 3 15,-13 1-5-15,-2-1 2 0,-10 4-4 0,-7 2 0 0,0 0 5 16,-3 2-3-16,-8 2 2 0,-4 0 4 0,-9 1-7 16,-13-1 4-16,-6 0-13 0,-10-3 12 0,-7 1 2 15,-4-2 2-15,-7 0-3 0,-3 0 4 0,2 0-7 16,-1 0 2-16,1 0-38 0,-2 0-53 0,0 0-14 0,0 0-22 16,-2 0-139-16</inkml:trace>
  <inkml:trace contextRef="#ctx0" brushRef="#br0" timeOffset="82699">24546 14857 771 0,'0'-2'65'0,"-2"0"114"0,0 0-130 0,1 0-38 16,-1 1 4-16,0-1-15 0,0 2-3 0,0 0 3 0,0 0-4 15,0 2 4-15,1 1 5 0,-11 18 1 0,-1 7 8 16,4-1-5-16,0 1 15 0,1 4 5 0,3-3-5 15,-3 3 6-15,3-4 2 0,-1 2-8 0,1-1 0 16,-1-5-5-16,1 2-12 0,1-5 0 0,2-1 0 0,0 3-1 16,0-1-2-16,2-2-25 0,0-5-7 0,0 0-11 15,0-6-56-15,2 1-54 0,0-3-47 0</inkml:trace>
  <inkml:trace contextRef="#ctx0" brushRef="#br0" timeOffset="82889.12">24903 15187 1084 0,'0'0'46'0,"0"0"-4"0,0-2-24 16,0 1 7-16,0-1-29 0,2 0-2 0,-1 0 23 16,11 0-6-16,19-3 12 0,3-3-11 0,10-1-6 15,-9 1 1-15,6 1-3 0,0 1 3 0,-8 1-6 16,1-1 3-16,-8 1-5 0,-2-1 0 0,-4 1-50 15,-3 1 6-15,0 0-23 0,-4 0-21 0,-2 1-41 16,2-3 10-16,-2 2-25 0,-2 1-44 0</inkml:trace>
  <inkml:trace contextRef="#ctx0" brushRef="#br0" timeOffset="83123.78">25239 14890 881 0,'0'0'84'0,"-2"0"168"16,0-2-226-16,0 1-21 0,0 1 4 0,0 0-9 16,1 1 6-16,-1 3 9 0,-2 13-9 0,-3 16 10 15,-1 4-10-15,-1 2-1 0,-2 4 4 0,1 0-4 16,1-2 5-16,2 1-7 0,3-5 0 0,0-5-2 0,1-4-4 16,-1-4-10-16,2-2-9 0,0-3 1 0,2-1-30 15,2-6-106-15,-2-7-19 0,2-1-35 0,2 0-102 16</inkml:trace>
  <inkml:trace contextRef="#ctx0" brushRef="#br0" timeOffset="83545.75">26041 14770 658 0,'0'0'195'0,"0"-2"42"0,-2 0-101 0,0 0-91 16,0 0-27-16,2 0-23 0,0-1 5 0,2-1-2 15,2 0 5-15,7-3 6 0,15-6-8 0,-2 2 5 0,0 1-4 16,-3 5 8-16,-5 1-7 0,-3 2 1 0,-3 2-4 16,-1 0-5-16,-5 0 13 0,-2 0-7 0,1 2 12 15,-3 0-1-15,10 22 0 0,-9 4 1 0,-4 2-3 16,-10 5-11-16,-6-2 7 0,10-1-2 0,-21 1 6 15,-3-1 0-15,-3-6-11 0,3 0 5 0,0-6-6 16,3-5 4-16,11 5 2 0,6-7-3 0,4-1 3 16,5-5-3-16,-1 0-4 0,3-3 0 0,0-4-1 15,0 4 5-15,2-2 7 0,0 0 2 0,0 1 1 0,0 1 3 16,2-2-3-16,0 0 0 0,11 0-2 0,17-1-5 16,-1-1 10-16,1-1-5 0,2-3 5 0,-3-2-12 0,1 1 7 15,2-1-5-15,-3-1 6 0,3 3-3 16,-2 0-2-16,-3 1-3 0,-4 1 0 0,-3-2-2 0,-5 2 0 15,-4 0 0-15,-5 2-5 0,-1 0-37 0,-1 0-9 16,0-2-12-16,-1 2 2 0,-1 0-44 0,0 0-159 16,-2 0 38-16</inkml:trace>
  <inkml:trace contextRef="#ctx0" brushRef="#br0" timeOffset="83886.94">25488 15548 354 0,'-2'0'195'0,"0"0"-232"0,-2 0 213 0,-7 0-109 15,-9 0-39-15,5 0 4 0,4 0 7 0,3 0-7 16,4 0-13-16,1 0-6 0,-1 1-3 0,0 1 3 15,2 0 17-15,1 0 19 0,1 0 5 0,0 0 4 0,1 0 11 16,3-2-9-16,24 1-5 0,13-1-1 0,3-3-15 16,8-5-4-16,8-1 5 0,5 0-3 0,3-2 9 15,7 1-20-15,-7-1 0 0,-1 0-8 0,-2 0-8 0,-9 2-3 16,0 1-1-16,-10 4-2 0,-3 3-8 0,-10 1 6 16,-7 0-9-16,-5 0 4 0,-7 0-38 0,-2 0-29 15,-3 0-5-15,-7 0-8 0,0 0-26 0,1 0 6 16,1 1-11-16,-2 1-4 0,0 0-146 0</inkml:trace>
  <inkml:trace contextRef="#ctx0" brushRef="#br0" timeOffset="84134.89">25835 15702 362 0,'-2'0'179'0,"-2"1"-212"0,-14 5 195 15,6 0-101-15,1 1-61 0,8 8 16 0,-1 13-1 16,2 0 6-16,-17-1 1 0,8-1-1 0,6 0-3 15,5 0 4-15,2-3 20 0,5 3 2 0,2-6 11 0,1-3-5 16,-1-2 24-16,0-4 2 0,-7-4-8 0,11 4 4 16,-2-3-29-16,-2 3-21 0,-1-4 3 0,-6-1-10 15,1 0-5-15,-1-3 16 0,0 1 1 0,0 0 6 16,0-1 16-16,2 5-27 0,-3 1 4 0,-1-3-14 16,-3 1-8-16,-14-3 5 0,-22 1-9 0,2-3 6 15,-6 2-12-15,8-2-18 0,0 16-7 0,1-6-6 0,8-9-47 16,2-3-50-16,6 0-2 0,3-2-34 0,4-1-189 15</inkml:trace>
  <inkml:trace contextRef="#ctx0" brushRef="#br0" timeOffset="84496.72">26063 15718 885 0,'0'0'31'0,"0"0"66"0,0 0-94 0,0 0-8 15,0 0-3-15,0 0-1 0,0 0 9 0,0 0 0 16,0 0 7-16,0 2-5 0,0 0 1 0,0 0 1 0,0 2-5 16,0-1 3-16,0 5-2 0,2 7 8 0,0 1 1 15,0 3 2-15,0 1 3 0,-1 3 2 0,1-1 3 16,0 0-2-16,-2-3 3 0,2-1-8 0,-2 3 0 16,0-5-2-16,2 3 7 0,0-4 15 0,1 0-5 0,1-2 9 15,0-2-3-15,0-2 6 0,1 0 5 0,-5-7-3 16,2 0-6-16,13 0-3 0,0 9-5 0,3-2 2 15,1-3-6-15,3-4 5 0,0-2-2 0,6-2 3 16,0-4-4-16,-4-3-7 0,2 0 4 0,-5 0-5 16,-3-3-1-16,-3 3-5 0,-2 0-2 0,-4 7 1 15,-1-13 4-15,-3 6 7 0,-1-2-1 0,-2 0 2 16,7-2-6-16,-1-8 6 0,-7 3-1 0,-2-1 3 0,-5 0 1 16,-5 3-21-16,-2-1 4 0,-22 0-9 0,1 6-4 15,-1 0-35-15,2 0-4 0,-1 3-16 0,6 1-56 16,2 3-196-16,2-12-71 0</inkml:trace>
  <inkml:trace contextRef="#ctx0" brushRef="#br0" timeOffset="85481.71">27569 14372 466 0,'-2'-2'117'0,"0"0"226"0,0 1-294 0,0-1-28 0,1 0-9 15,-1 0-3-15,0 0-6 0,0 0 8 0,2 0 2 16,0 1 1-16,0 1-2 0,2 0 12 0,2 0 3 16,3-2 3-16,13-2 13 0,5-2-7 0,-1 1 2 15,4-1-5-15,-1-1-9 0,1 0-7 0,-2 1-4 0,2 0 0 16,-2 3-10-16,-4 1 2 0,1 2 0 0,-3 0 1 16,-1 0 0-16,1-2-6 0,1 0 2 0,-7 2-4 15,5 0-21-15,-8 0-59 0,-2 0 3 0,-1 0-23 16,-3 0-18-16,-3 0-10 0,2 0-63 0</inkml:trace>
  <inkml:trace contextRef="#ctx0" brushRef="#br0" timeOffset="85670.15">27530 14474 1212 0,'0'0'35'0,"0"0"5"0,0 0-27 15,0 0 0-15,0 0-14 0,0 0 35 0,2 0 10 16,2 2 0-16,21 2 2 0,14 3-16 0,10-3-11 16,6 0 0-16,14-4-4 0,7-8-5 0,17-3-55 15,6-2-44-15,10-2-21 0,4-1-290 0</inkml:trace>
  <inkml:trace contextRef="#ctx0" brushRef="#br0" timeOffset="109852.67">28937 13869 236 0,'0'0'0'0,"2"-2"1"0,0 0 11 15,0 0-4-15,0 1 7 0,1-3-4 0,1 0 1 0,0 2 7 16,9-7-4-16,-8 5 7 0,-1 1 17 0,0-1 28 16,0 0 1-16,-1 0 7 0,1 1 5 0,-2-1 5 15,0 0 0-15,0 1 0 0,-1-1-20 0,1 2-16 16,-2 0-9-16,0 0-1 0,0 0-17 0,0 1-4 15,0-1-3-15,0 2-1 0,-2 0-4 0,1 0-5 16,-1 0 8-16,0 0-7 0,0 2-1 0,0-1 2 16,0 1-2-16,0 2 5 0,1 0 8 0,1 1-2 0,0 6 2 15,1 1-3-15,5 1-7 0,1 0 3 0,3 0-1 16,5 1 2-16,9 1 1 0,2 2-8 0,0 0 5 16,-6 1-5-16,1-1 5 0,-5 2 11 0,-1 1-1 15,-2-1 6-15,-2 1 11 0,-5 0 5 0,-1-1-2 0,-1-2 2 16,-2-1-10-16,7-3 14 0,-1 0-12 0,-3 0 12 15,-1-1-1-15,-2-1 1 0,-2-4 3 0,0 1-4 16,0 3-7-16,-2-6-22 0,-2 3 4 0,1-1-11 16,-27-3-6-16,-2 0 1 0,3-1-1 0,-3 1 1 15,6 0-8-15,-4 14 4 0,-1-5-7 0,1-7 4 16,6-4-26-16,-4-2-37 0,8-2 1 0,-3-2-17 16,-3-3-38-16,8-1-43 0,1-1-11 0,6 2-11 0,2 5-63 15</inkml:trace>
  <inkml:trace contextRef="#ctx0" brushRef="#br0" timeOffset="110012.66">28898 13941 950 0,'0'0'104'0,"0"0"-64"16,-2-1 93-16,1-1-30 0,-1 0-92 0,0 0 17 16,0 0-8-16,0 0 8 0,0-1-31 0,2-1 5 15,0 0-7-15,0-3 7 0,6-4 1 0,1-1-3 16,8 1 0-16,13-2-2 0,-2 0-7 0,4-2-13 0,3 1-10 15,-5-1 2-15,5-2-25 0,-5 4-75 0,-2-2 3 16,-2 2-37-16,-1 4-74 0</inkml:trace>
  <inkml:trace contextRef="#ctx0" brushRef="#br0" timeOffset="110249.03">29431 13722 977 0,'0'0'48'0,"0"0"2"0,0-2-22 0,0 1-3 0,0-1-19 15,0 2 15-15,0-2-3 0,0 2 5 0,0 0-5 16,0 0-2-16,0 0 8 0,2 0-1 0,0 0 5 16,0 0 6-16,0 2-3 0,-1 0-6 0,1-1 1 15,0 3-8-15,4 5-5 0,3 6 7 0,0 0-7 0,1 0 0 16,1 2 4-16,0-1-6 0,-6 1 5 0,14 0-14 16,-2-2 5-16,1-2-1 0,-1 0 2 0,2 0-5 0,1-2 1 15,-3-2-4-15,-4 0 4 0,-2 1-2 0,-2-3-9 16,4 1 2-16,0-1-7 0,-4-3-7 0,3-1-54 15,-1 1-39-15,-8-2-12 0,7 5-173 0</inkml:trace>
  <inkml:trace contextRef="#ctx0" brushRef="#br0" timeOffset="110490.67">29760 13832 1212 0,'0'0'44'15,"-2"0"81"-15,0-2-118 0,-2 0-7 0,1 2-1 16,-5-2 0-16,1 2 9 0,3 0-5 0,-5 0 2 0,-2 2-4 16,1 2 1-16,-8 5 1 0,-3 2 0 0,1 2 1 15,-4 4 0-15,-4-15-4 0,2 18-2 0,0 3-1 16,2-1-3-16,3 0 3 0,3 2-4 0,3-1 2 16,2-3-13-16,6-1-34 0,3-6-4 0,-5-2-12 15,5-4-23-15,2-1 2 0,2-1-8 0,0-3-2 16,2 2-59-16</inkml:trace>
  <inkml:trace contextRef="#ctx0" brushRef="#br0" timeOffset="110817.9">30534 13228 908 0,'0'0'34'0,"0"0"0"0,-2-1-18 16,2-1-1-16,-2 0-15 0,1 0 7 0,-1 0-14 15,0 0 7-15,2 2-11 0,0 0 14 0,-2 0 30 0,0 0-8 16,0 2 15-16,0 0-10 0,2 0 23 0,-7 20-6 16,1 2 10-16,5 0-12 0,-1 1-7 0,0 1 1 15,2 0-4-15,-2 1-4 0,0 1-4 0,0 2-5 16,2-4 0-16,-2 2-12 0,2-2 5 0,0-4-3 0,0 0 3 15,0-1-11-15,-1-3-3 0,-1 1 2 0,2-2-3 16,0-6-1-16,0 0 6 0,0 0-8 0,0 0 7 16,0-3-9-16,0-5-16 0,0 1-2 0,0-2-11 15,0 2-62-15,0-3-81 0,0 3-20 0,0 0-32 16,2-2-185-16</inkml:trace>
  <inkml:trace contextRef="#ctx0" brushRef="#br0" timeOffset="110987.66">30928 13481 1156 0,'0'0'127'0,"0"0"257"0,0 0-365 0,0 0-26 15,0 0 1-15,-2 0-6 0,0 0 13 0,0 0 1 16,0 0-1-16,0 0 1 0,1 0-2 0,-12 0-3 16,0 2-1-16,3 0-1 0,1 1-3 0,2-1-41 15,-1 0-14-15,6-2-15 0,0 0-99 0,-1 2-40 16,-1 0-34-16</inkml:trace>
  <inkml:trace contextRef="#ctx0" brushRef="#br0" timeOffset="111369.75">31212 13383 919 0,'0'0'17'0,"0"0"1"0,0-2-3 0,0 0-2 0,-2 0-4 15,0 0 12-15,0 0-6 0,0 0-2 0,1 1-1 16,-1 1-4-16,0 0 11 0,0 0 1 0,0 0 3 16,-2 1-1-16,1 1 11 0,-12 2-7 0,6 24 7 15,-4-4-8-15,0 0-4 0,1 4 0 0,1-6-3 0,4 2 1 16,5-3-9-16,-11-3 6 0,6-3-8 0,3-4 10 16,2 1 1-16,2 1 3 0,0-4-2 0,0-2 9 15,2 3-6-15,0-7 2 0,1 1-5 0,16 9-1 0,5-2-2 16,4-5 2-16,2-4-1 0,5-4-2 0,2-6 0 15,-5-3-7-15,3-6 5 0,-5 1-12 0,-1-3 7 16,1 15-1-16,-8-18 3 0,-1 2-1 0,-8-6 19 16,-2 3-3-16,-4-1 7 0,1 4-3 0,-5-1 0 15,1 1 1-15,7 3-2 0,-3 1 4 0,-5 3-8 16,-1-4 3-16,-2 8-6 0,-2-1-9 0,-1 3-19 16,3 5-5-16,-13-2-3 0,-11-12-5 0,-1 4-9 15,-2 5 3-15,1 5-10 0,3 2-27 0,5 0-34 0,-1 4-5 16,8-2-9-16,-4 3-31 0,8-1-46 0,-1 0-15 15,-1 1-12-15,5-1-69 0</inkml:trace>
  <inkml:trace contextRef="#ctx0" brushRef="#br0" timeOffset="111641.93">31793 13188 1143 0,'0'0'40'15,"0"-2"4"-15,-2 0 7 0,0 0-11 0,0 0 0 0,1 0 0 16,-1 0-25-16,0 1 4 0,0-1-11 0,0 0-2 16,0 2 3-16,0 0 4 0,1 2 1 0,-1 0 16 15,0-1 15-15,0 5-7 0,-7 13 9 0,-1-1-14 0,3 3-9 16,0-1-7-16,1 0 0 0,0 1-19 0,1 1 9 16,1-1-1-16,0-3 3 0,1-1-12 0,-1 0 3 15,2-1-5-15,0-5 4 0,0 1-3 0,2-5-18 16,0-1-7-16,0-1-10 0,0 1-73 0,0 1-72 15,0-1-23-15,0-3-22 0,0 1-158 0</inkml:trace>
  <inkml:trace contextRef="#ctx0" brushRef="#br0" timeOffset="111967.94">32116 13215 818 0,'0'0'139'16,"0"0"19"-16,-2-1-70 0,0-1-45 0,-1 0-35 16,-1 0-13-16,0 0 6 0,0 0 3 0,-3 0 0 15,1 2 2-15,3 0-4 0,-7 0 6 0,7 0-4 16,1 0 14-16,0 0 7 0,-2 2-6 0,1 2 8 16,-1 0-1-16,-2 5 10 0,-3 8 0 0,3-2 3 15,1 3-7-15,1 3-3 0,2-1-7 0,0 0 3 16,2 1-2-16,0-4-6 0,2 1 11 0,0 1-11 0,2-3 4 15,1 1-2-15,1-2-3 0,0-4 2 0,1 2-4 16,-5-9-3-16,15 0-4 0,7-3 2 0,-2 14-8 0,4-4 0 16,0-3-5-16,-2-8 1 0,-2 0-32 0,-3-4 3 15,0-1-8-15,-1-5 4 0,1-1-19 0,-4 2-45 16,-2 7 1-16,0-13-20 0,-4-2-44 0,-2 3-52 16,-3 2-16-16</inkml:trace>
  <inkml:trace contextRef="#ctx0" brushRef="#br0" timeOffset="112141.86">32339 13173 825 0,'0'0'63'16,"0"0"89"-16,0 0-72 0,0 0-8 0,0 0-10 15,0 0 1-15,-2 0-30 0,0 0 15 0,0 0 0 16,0 2 6-16,1-1-1 0,-1 1-12 0,-4 6-7 16,-1 20-1-16,-8 1-23 0,-4 3-3 0,3 3-3 0,-1 0 0 15,0 4-7-15,4-1-5 0,2 1 0 0,0-6-5 16,3 0-29-16,7 3-84 0,-5-8-10 0,0-2-32 15,-1 1-114-15</inkml:trace>
  <inkml:trace contextRef="#ctx0" brushRef="#br0" timeOffset="112668.1">30415 14040 731 0,'-2'0'104'0,"1"0"-115"0,-3-2 104 0,-7-2-52 15,0 1-45-15,1 1 27 0,-1-2-1 0,2 2 11 16,0 0 1-16,5 2-2 0,2 0 1 0,-2-2-3 16,1 1-4-16,-1-1-1 0,2 0 2 0,0 2-2 15,0 0-3-15,0 0 4 0,1 0-2 0,-1 0 3 16,2 0 0-16,0 0-8 0,0 0-1 0,2 0-2 15,-1 0-7-15,1 0-5 0,24 4 1 0,0-1-1 0,11 1-1 16,-1-2 6-16,5 2-4 0,3-3 5 16,3-1-3-16,5-1 24 0,0-3-2 0,5-2 9 0,4-1-8 15,14-2 1-15,4-4-8 0,11 1 6 0,4 1-10 16,3 2 7-16,-2 0 3 0,-3-1 0 0,-3 5 1 16,-1-1-9-16,-1 3-1 0,6 1-3 0,-4 0-5 0,-4 0-3 15,-1 0 0-15,-19 2-1 0,-6 0-6 0,-10 0 0 16,-10 0 1-16,-10 0 1 0,-3 0 7 0,-7 0-6 15,-4 0 5-15,-8 0-4 0,1 0 12 0,-7 0-6 16,3 0-1-16,0 0-1 0,0 0 2 0,-1 0-12 16,-1 0 2-16,0 0-6 0,0 0-8 0,0 0-33 15,0 0-37-15,-1 0-6 0,1 0-205 0</inkml:trace>
  <inkml:trace contextRef="#ctx0" brushRef="#br0" timeOffset="115069.13">30699 14255 231 0,'0'-2'47'16,"0"1"-7"-16,-1-1 30 0,-1-2 8 0,0-2-13 16,-4-7-6-16,1 0 4 0,1 0-4 0,0 2 0 15,2 2-18-15,1 2-4 0,1-1 13 0,0 4-9 0,0 1 20 16,0-1-18-16,0 2 8 0,0-2-9 0,0 1 11 15,0-1-12-15,0 0-7 0,0 2 0 0,0 1-21 16,0-1 3-16,0 0-8 0,0 0 4 0,0 0-15 0,0 0 11 16,0 2 3-16,0 0 3 0,0 0 6 0,0 2 0 15,0 2-6-15,-4 26 3 0,0 5-9 0,-1 2-4 16,-3 2 5-16,1-4-4 0,-1 0 9 0,3 3-3 16,-1-3-1-16,2-4 1 0,3 1-2 0,-1-4 13 15,2-4-2-15,0 2 6 0,0-4-6 0,2-1-6 16,-1-5-5-16,3 3 0 0,0-6-10 0,0 0 8 15,-1-4 2-15,1 1 1 0,-2-3-7 0,0-1-2 16,0-1 0-16,-2-3 0 0,1 2 5 0,-1-2-6 0,2 1-1 16,0 1-1-16,0 0 2 0,0-2-12 0,0-1-3 15,0 1-6-15,1-2-30 0,-1 0-65 0,9-2-24 16,2-1-23-16,-2-3-163 0</inkml:trace>
  <inkml:trace contextRef="#ctx0" brushRef="#br0" timeOffset="115586">31021 14563 190 0,'0'0'38'0,"0"0"-4"0,0 0 49 0,0 0 0 16,0 0 2-16,0 0-5 0,0 0-13 0,0 0 1 16,0 0-6-16,0 0-18 0,0 0-2 0,0 0-5 0,0 0 3 15,0 0 0-15,0 0 2 0,0 0 0 0,0 0 2 16,0 0 3-16,0 0 2 0,0 0 0 0,0 0 0 16,0 0 9-16,0 0-12 0,0 0 7 0,0 0-11 15,0 0-8-15,0 0 6 0,0 0-12 0,0 0 9 16,0 0-17-16,0 0 8 0,0 0-1 0,0 0 1 15,0 0-7-15,0 0-9 0,0 0 4 0,0 0-6 16,0 0-3-16,-2 0-2 0,2 0-2 0,0 0 1 0,-2 0-9 16,2 0 5-16,0 0-8 0,-2 0 7 0,2 0-9 15,0 0-15-15,0 0 4 0,0 0-8 0,0 0-3 16,0 0-54-16,0 0-14 0,0 0-20 0,0 0-113 0,0 0-148 16</inkml:trace>
  <inkml:trace contextRef="#ctx0" brushRef="#br0" timeOffset="121613.16">31375 14324 176 0,'0'0'8'0,"0"0"5"0,0 0 23 16,0 0 11-16,0 0 12 0,0-2 2 0,0 0-19 0,2 0 4 15,0 1-9-15,-2-1-1 0,2 0 5 0,-2 0-1 16,2 0 2-16,-1 0-1 0,-1 0 17 0,0 1-6 16,0-1 8-16,0 0-20 0,0 0 0 15,0 0-4-15,0 0 2 16,0 0-2-16,0 1-14 0,0 1 6 0,-1 0-7 0,-1 0 13 0,0 0-3 16,-2 0 2-16,-3 0-3 0,-14 5-8 0,8 1-7 0,10-4 3 0,-14 1-3 15,6 14 10-15,-2 1-6 0,4-3-4 0,-6 8 1 16,2 1-7-16,0 2 7 0,2-2-4 0,3-2 5 15,1-3-10-15,1 1 7 0,2 1-5 0,1-3 5 16,1 1-10-16,2-3 12 0,0-1 10 0,0-2-3 16,2 2 7-16,0-4 10 0,1 0-9 0,1-1 11 15,2-1-5-15,-5-3-5 0,14-1-1 0,-4-3-2 0,6 2-4 0,4 11-6 16,-3-6 2-16,6 0-3 0,-3-5-4 0,-3-2-3 16,3-2-2-16,-5-2 0 0,3-4 0 0,-2 1-3 15,-4-1-3-15,0-1 1 0,-2-1 1 0,-2 3 0 16,-3-16 5-16,-1 1-4 0,3-2 4 0,-5-3-7 15,-1 1 6-15,15-2-6 0,-6 2 8 0,-4-2 0 16,-3 6-6-16,-4-3 4 0,0 3 0 0,-4 0-5 16,-1 1 6-16,1 10-6 0,-1-2 2 0,1 5-6 15,-2 2-3-15,-14-3 0 0,3 3 2 0,0-7-7 0,1 2 0 16,1 5-3-16,-2 2 6 0,4 2-14 0,2 0 3 16,2 2-9-16,1 2-7 0,6-4-62 0,-1 3-3 15,-1 1-24-15,2 0-49 0,0 0-91 0,2-1-47 0</inkml:trace>
  <inkml:trace contextRef="#ctx0" brushRef="#br0" timeOffset="121916.79">32175 14142 1139 0,'0'0'34'0,"-1"0"75"15,-1 0-105-15,-2 0 5 0,2 0 3 0,-15 0 1 0,-1 0 10 16,-4 0-6-16,-3 2 1 0,1 3-1 0,-2 3 13 15,-5 1 16-15,-1 2 2 0,-3 0 4 0,2 2 4 0,5-1-15 16,2 1 4-16,3-2-8 0,3 0-9 0,3-2-3 16,4-1-8-16,2-1 4 0,2 0-11 0,5-5-3 15,0 2 4-15,3 7-4 0,-7-2 4 0,3 1 6 16,-1 1 1-16,4-4 3 0,2 4 6 0,0-3-5 16,2-1-1-16,2-1-1 0,3-1-1 0,25 14-3 15,5-4-4-15,4-6 2 0,-2-5-6 0,2-1-8 16,-4-1 4-16,2-2-5 0,1 0 4 0,-1 0 4 15,-1 0-9-15,-7-3 4 0,-1 1-19 0,-8 0-17 16,0 0 2-16,-3-2-8 0,-2 1-8 0,-6-1-16 0,0-2-9 16,-4 3-4-16,-1-1-40 0,-2 2-36 0,-2-5-14 15,7-6-10-15,-2 1-65 0</inkml:trace>
  <inkml:trace contextRef="#ctx0" brushRef="#br0" timeOffset="122104.83">32170 14185 650 0,'0'0'180'0,"-2"0"-188"0,0-2 195 0,0 0-92 16,0 0-56-16,1 0 21 0,-3 0-9 0,0 1 12 16,0 1-20-16,3 0 13 0,-1 0-11 0,-2 0 9 15,0 0-27-15,1 0 11 0,-1 1-2 0,0 1 5 16,-7 0-8-16,2 30-14 0,5 5 3 0,-3 7-5 0,-5 1-1 16,3 3-4-16,-6-3-4 0,2 1 1 0,8-1-8 0,-3-8-5 15,-14 4-2-15,11-8-2 0,3 1-22 0,5-7-75 16,-1 1-45-16</inkml:trace>
  <inkml:trace contextRef="#ctx0" brushRef="#br0" timeOffset="129895.06">28067 15412 152 0,'0'0'93'0,"-2"0"-2"16,0 0 59-16,0 0 17 0,0 0-51 0,0 0-27 0,0 0-14 15,1 0-6-15,-1 0 3 0,0 0-16 0,0 0-14 16,0 0 0-16,0 0-5 0,-1 0-2 0,-1 0-11 16,0 0 9-16,0 0-9 0,3 0 7 0,-1 0-10 15,0 0-5-15,0 0 1 0,0 0-4 0,0 0-3 16,0 0-1-16,1 0 0 0,1 0 2 0,0 0-12 16,0 0 5-16,1 0-9 0,3 0-6 0,5 0-6 15,16 2-11-15,-3 0 5 0,0 1-25 0,0-1 2 0,-1 0 1 16,-3 2 1-16,-5-2 2 0,-2 0-111 15,-3-1 16-15,-1 1-49 0,4 4 14 0,-7-4 16 0,-2-2 0 16</inkml:trace>
  <inkml:trace contextRef="#ctx0" brushRef="#br0" timeOffset="130042.31">28085 15564 112 0,'-2'0'79'0,"0"0"-7"0,-14 0 94 0,-7 2-11 0,1 0 7 16,2 0-34-16,1-2-15 0,4 0-4 0,2 0-4 16,6 0-20-16,-1 0-30 0,3 0 0 0,3 0-12 15,-2 0-17-15,1 0-4 0,-1 2-2 0,2 0 0 16,0-1-1-16,0-1-4 0,2 2 2 0,0-2-4 15,2 0-12-15,0 0 1 0,0 0-10 0,22 0 3 16,6 0-43-16,-4 0-8 0,3-2-5 0,1-1-1 16,-4-1-18-16,-2 0-157 0,6-1 25 0,3-1-72 15,-1 1-12-15</inkml:trace>
  <inkml:trace contextRef="#ctx0" brushRef="#br0" timeOffset="130670.18">28739 15343 768 0,'0'0'23'0,"0"0"3"0,0-2-5 16,0 1-6-16,0-1-3 0,0 0 14 0,0-2 16 16,0 0-3-16,0 1 6 0,0 1 2 0,0-2-3 15,0-1 3-15,0 3-4 0,0-2 7 0,0 0-19 16,0 1 2-16,-2-1-9 0,0 2-5 0,0 0-10 16,0 0 3-16,0 0-6 0,1 2-6 0,-1 0 9 0,0 2-2 15,-2 0 6-15,-5 2 7 0,-8 14-8 0,-1 5 7 16,-3-5-8-16,1 5 12 0,-1-5-1 0,-1 1 1 15,2-1 0-15,1-1 4 0,2-2-5 0,-1-2 1 16,5 0-3-16,3-2-3 0,5 0-18 0,3-2 7 0,-5 3-9 16,3-5 16-16,0 2 1 0,4-1-3 0,0-3 3 15,0-1 7-15,0-2-13 0,19 11 7 0,10 2-9 16,7-6 12-16,-1-5-7 0,4-4 0 0,4-2-3 16,3-2 8-16,-1-1-11 0,1-3 5 0,-5 3-8 15,2-1-2-15,-6 0 1 0,-4 1-3 0,-5 1 2 16,-9 2-7-16,-1-1-10 0,-3 1-3 0,-4 0-2 15,2 0-16-15,-7 2 3 0,-3 0 1 0,-1 0 1 16,2-2 2-16,0 0-25 0,-1 0-3 0,-1 1-12 0,0-1-49 16,-2 0-46-16,0 0 9 0,0 0-17 0,-2 0 25 15,0-1 43-15,-1-1-5 0,-10-4 24 0,-8-3 43 0,5 4 21 16,-1 1 9-16,-5-3 0 0,10 5 20 0,-2-3 44 16,2 1 4-16,5 3 13 0,-4-5 9 0,3 3 6 15,-3-1-11-15,8-9 8 0,-7 0-23 0,3 4-15 16,3 0 1-16,-1 2-6 0,3 1-10 0,-4 1 14 15,1-2-2-15,1 1 7 0,4 6 1 0,-2 2-15 16,0-2-3-16,-2 1-4 0,3 1-5 0,-3-4-4 16,2 0 3-16,0 2-4 0,0 0 7 0,0 2 6 15,1 2 0-15,-1 0 2 0,0 2-9 0,-2 16-9 0,0 6 6 16,4 0-7-16,0 0 8 0,0 0-5 0,0 0-2 16,0 2 2-16,0 0 11 0,0 0-2 0,0 0-2 15,0 3 1-15,-1 1 1 0,-1-1-10 0,-2 1 5 16,-2-2-9-16,1-1-8 0,-3-3 9 0,1 2-7 15,2-6 8-15,1-3-12 0,0 0-9 0,2-6-2 0,0-2-4 16,1-4-20-16,1-5-32 0,-2 4-1 0,0-3-14 16,2-1-32-16,0 0-136 0,2-2 14 0</inkml:trace>
  <inkml:trace contextRef="#ctx0" brushRef="#br0" timeOffset="130873.46">29294 15629 1413 0,'0'0'113'0,"-2"0"7"0,0 0-45 16,0-2-18-16,0 0-41 0,1 1-16 0,-1 1-2 15,0 0 0-15,0 0-1 0,-2 0 3 0,1 0 0 16,-1 0-1-16,0 0 1 0,0 0 1 0,1 0-6 16,-1 1 6-16,2 1-6 0,0 0 8 0,0 0-14 15,1 0-7-15,-1 0-5 0,0 0-31 0,0-1-13 16,2 1-1-16,0 0-6 0,0 0-26 0,2-2-142 15,0 0 14-15,0 0-60 0,20-6-40 0</inkml:trace>
  <inkml:trace contextRef="#ctx0" brushRef="#br0" timeOffset="131497.23">29578 15442 1159 0,'-2'0'15'15,"0"0"5"-15,0-2-3 0,-1 0-9 0,-10-4 3 0,7 5 6 16,0-1 2-16,1 0 4 0,1 0-2 0,0 0-6 16,1 0-2-16,-1 0-2 0,2 1-1 0,0-1-10 15,0 0 15-15,2 0-3 0,0 0 8 0,2 0-6 16,0 0 12-16,2 1-10 0,11-7 11 0,5-1-8 0,10 0-5 15,-2 1 11-15,-4 4-8 0,6 1 5 0,-6 1-14 16,-6 2-4-16,-5 0 0 0,0 0 6 0,2 0-6 16,-2 0 5-16,2 2-6 0,-4 0 8 0,-7-2 5 15,0 0-1-15,-3 0 2 0,3 1-5 0,0 1 0 16,0 2-1-16,-1 0 1 0,-1-1 5 0,2 7-8 16,-2 1 5-16,-2 2-7 0,0 0 8 0,-4 2-3 15,-2-2-4-15,-3 2 1 0,-2-1-6 0,5 1 5 0,-8 2 0 16,-1-2 0-16,2 0-8 0,-2 0 6 0,0 1-6 15,-2-1 5-15,2 2-8 0,4-1 5 0,-2 1-2 16,10 0 2-16,-3 0-3 0,2-4 0 0,-7 1-1 16,4-1 0-16,1 0 1 0,4-1-2 0,2-1 3 0,0 0-3 15,2-2 2-15,0-3 1 0,2 1 3 0,-2-3-2 16,18 0-2-16,2-1 5 0,-3 10-7 0,5-2 7 16,-9-5-9-16,2-2 0 0,-1-2 5 0,-1-2-5 15,-2 0 5-15,2-2 3 0,-6-2-4 0,1 0 4 16,-3 1-3-16,-1-1 2 0,1-9 5 0,0-4-4 15,-1-1 3-15,-2-1-2 0,-2-1 2 0,12-1-1 16,-4-1-1-16,-5 1 2 0,-3 1-2 0,-2 0 3 0,-2 1 6 16,-1 1 4-16,-3 3-4 0,-1 0 4 0,-1 2 2 15,3 4-5-15,-1-1 2 0,-11 5-5 0,-1 1-11 16,1 2 2-16,0 0-4 0,6-7 2 0,0 2-4 0,4 3 0 16,-3 2-1-16,3 0 0 0,-4 0-3 0,5 2-14 15,1 0 5-15,1 0-9 0,0 2-9 0,2-2-1 16,-1 2-11-16,-1 0 5 0,2 0-30 0,0 1-40 15,2 1-22-15,0-2-15 0,2 0-160 0</inkml:trace>
  <inkml:trace contextRef="#ctx0" brushRef="#br0" timeOffset="131824.44">30129 15390 1202 0,'-2'0'45'15,"1"-2"101"-15,-1 0-145 0,0 0 2 0,0 0-2 16,0 0 3-16,0 1-4 0,0-1-7 0,1 0 5 0,-1 0-3 16,2 0 24-16,0 0-1 0,2 0 6 0,-1 1-3 15,3-1 23-15,17-8 10 0,5 3-4 0,1 1 5 16,1 3-7-16,0 3-22 0,0 0 4 0,-6 2-11 16,-1 1-4-16,-5 3 1 0,-4-1-1 0,-5-1 1 15,0 2-2-15,5 9 6 0,-1 5-8 0,-4 0 7 16,-3-1-2-16,-4 5-3 0,-4-5 3 0,-3 3-6 0,-3-2-5 15,1-3-3-15,-2 4 6 0,0-3-5 0,0 1-2 16,0-3 5-16,7 3-10 0,-15-2 8 0,4-1-6 16,4-1-7-16,0-2-2 0,2-2-7 0,3-1-37 0,1-3-20 15,-1-3-24-15,2-2-4 0,3-2-117 0,-1 0-208 16</inkml:trace>
  <inkml:trace contextRef="#ctx0" brushRef="#br0" timeOffset="132214.98">30220 15618 1324 0,'-2'0'59'0,"1"0"128"0,-1-2-183 0,-2 0 0 0,2 2 0 15,-5-3 1-15,-3-1-5 0,7 2 2 0,-3 0-1 16,4 2 1-16,0 0-6 0,-1-2-21 0,-1 1-1 16,2-3-3-16,0 0 17 0,2 0-1 0,2-1 9 15,7-8-9-15,16 2-4 0,19-2 16 0,4 0-12 0,3-2 13 16,2 2-5-16,-2 0 3 0,-9 0-4 0,-1 2 4 15,-7 3-1-15,-7 1 5 0,1 1 1 0,-11 3 0 16,-4-5-5-16,-4 3 12 0,-3 1 1 0,-2 0 6 16,-1 0 26-16,1 3 14 0,0-1-2 0,-2 0 2 15,-1 0-15-15,1 0-17 0,0 0 0 0,-2 0-6 16,0 1-3-16,0 1-10 0,0 0 3 0,-2 0-6 16,0 1-7-16,1 1 6 0,-1 0-3 0,0 2 5 15,0 1-7-15,-2 12-3 0,2 0 6 0,2 3-2 0,2-1 17 16,2-1-9-16,3 1 7 0,3 0-7 0,1 1 10 15,0-1-3-15,2-1-3 0,0 1 1 0,-2-3-4 0,0 1-5 16,-2 0 5-16,-1-2-3 0,-1 1 8 0,-1-3 1 16,-2-3-1-16,-1 1 3 0,-3-4 6 0,0 1-9 15,0-3 1-15,0 1-4 0,-2-1 4 0,2-3-12 16,-3 2 3-16,-16 9-6 0,1-4-9 0,1-3-29 16,-5-3 0-16,-2-3-12 0,-1-3-20 0,3-5-91 15,4 1-11-15,-3-6-31 0,6 11-62 0</inkml:trace>
  <inkml:trace contextRef="#ctx0" brushRef="#br0" timeOffset="133227.79">30640 15438 318 0,'0'0'40'0,"2"-2"-1"0,0 0 35 0,3 0-7 15,14-5 5-15,3 0-5 0,-3 1 2 0,-1 2-3 0,-1 1 2 16,0-1-17-16,-4 2-35 0,0 0 7 16,-4 0-15-16,2 0-1 0,-5 2-4 0,-3 0 3 0,1 0-1 15,-2 0 16-15,2 0-11 0,-1 0 6 0,1 0-5 16,0 0 11-16,-1 0-6 0,1 0 0 0,0 0-1 15,1 0 1-15,7 4-8 0,-1 0 4 0,0 0-5 16,2 3 0-16,-2 0 15 0,2-1-10 0,-6 13 10 16,1 1-18-16,-4 0 12 0,-3 3-5 0,16 1 9 15,-6 0 5-15,-5 0-9 0,-2 2 11 0,-4 0-10 0,0-2 10 16,0 0-7-16,-2-1 3 0,-2-3-4 0,0-3 6 16,1-4-1-16,1-4 0 0,0-3 1 0,2-3-2 15,-2 1-8-15,0 0-5 0,0-1 1 0,0 1 9 16,1-2-6-16,-1 0 8 0,2 0-8 0,0 0-3 0,0-2-2 15,0 0-3-15,0-2 2 0,2 0-2 0,-1-2-4 16,5-11 5-16,1-3-4 0,3-3 5 0,-3 3-5 16,2-3-4-16,1 1 1 0,1 1 0 0,0-1 0 15,2 1 1-15,-2 3-2 0,-7 1-7 0,16 6 8 16,-1-1-2-16,1 5 3 0,-7-1-2 0,-3 4-1 16,-1-5 7-16,-2 3-4 0,1 0 3 0,1 3-4 15,-7 1-2-15,0 0 2 0,1 0 6 0,1 1 0 0,-2 3 4 16,4 11-4-16,-3 4 2 0,-1-1 10 0,-2-3-2 15,-2 0 5-15,0-4 0 0,-1-2-3 0,1-3 0 16,0-3 0-16,2-1-2 0,-4 2 5 0,1 0 0 16,1-1 1-16,0-1-5 0,0 0-3 0,0 0-4 15,0-2 0-15,0 0-11 0,1 0 6 0,1-2-3 0,0 0 5 16,0 0 1-16,9-12-7 0,-7-3 5 0,16 4-6 16,5 2 1-16,-1 3 7 0,-2 3 1 0,1 1 3 15,-3 2 4-15,3 0-5 0,-1-11 0 0,-5 8-2 16,2 1-8-16,-8 4-2 0,-2 0 1 0,-1 2 0 15,-2 0 4-15,-3-2-8 0,1 7-9 0,8 6 1 16,-3-2-15-16,-1-1-4 0,-3-3 1 0,-1-3-2 16,-2-2-1-16,2 1-29 0,0 1 8 0,0 0-15 0,0-2 3 15,1-1-12-15,-1-1-13 0,13 0 0 0,0-1-39 16,3-7 18-16,3-1 3 0,-1-4 5 0,1 11 18 0,-1-16 30 16,1-5 12-16,1 1 6 0,0 0 37 0,0-1 13 15,-3-8-3-15,1 5 10 0,-3 4 21 0,4-3 24 16,-1 5-2-16,-3 5 8 0,1-3-2 0,-10 8-7 15,3 8 10-15,-7-1-9 0,-3 3 3 0,1 0 1 16,2-2-7-16,0 0 7 0,-1 2-9 0,-1 0-15 16,0 2 1-16,-2 2-6 0,-2 22-6 0,-5-2 2 15,-4 2-8-15,-2 0 6 0,0-2-13 0,0 0 3 16,-2 0 2-16,2-2-1 0,-2 1-4 0,2-3-4 16,2-1 1-16,2-3-2 0,-1-1 1 0,5-4-5 0,-1 0-3 15,2-1 0-15,4-7-7 0,0 1 2 0,0-2 5 16,-1 2 1-16,-1-1 5 0,0 1-2 0,0-2-1 15,2 0 0-15,0 0-7 0,0-2-1 0,0-2-4 16,0 0 2-16,0 0-3 0,7-22 3 0,1 0 1 0,1 0 0 16,0 0 0-16,3-4-9 0,-1-2 5 0,2-3-5 15,0 1 12-15,2-3-2 0,-1 1 1 0,1 3-2 16,0 1-8-16,0 4 4 0,-13 4-1 0,15 7 3 16,-1 2 2-16,3 2-1 0,-8 5-2 0,2-3 1 15,0 2 4-15,0 3 2 0,-4 4 5 0,1 0-2 16,3 4 8-16,-2 1-8 0,3 3 2 0,-2 25-2 0,-1-1 12 15,0-1-4-15,-4 1 3 0,3-3-3 0,-3-1 9 16,0-2-20-16,5 0 11 0,-7-3-15 0,-1-3 12 16,0 0-7-16,9-1-3 0,-6-4 0 0,0 0 7 0,-1-2-11 15,-2-4-1-15,-2 0-7 0,-2 0-25 0,0-1-16 16,0-3-10-16,0 3-6 0,0-4-65 0,0-1-59 16,0-1-7-16,0 0-21 0,0 0-58 0</inkml:trace>
  <inkml:trace contextRef="#ctx0" brushRef="#br0" timeOffset="133448.24">31271 15837 1011 0,'-2'0'96'0,"1"0"-119"0,-3 0 112 15,0-2-59-15,0 0-18 0,1 1 4 0,1-1-1 0,0 0 4 16,0-2 3-16,2 0-3 0,0-7-4 0,4-2 2 15,5-2 3-15,6 1 16 0,18 1 2 0,5 0 3 16,-3 0 7-16,6 1-1 0,-1 1 3 0,3 2-2 16,0 0-6-16,1 1-15 0,1 1-5 0,-2 3-3 15,1-1-15-15,-1 1-7 0,2 2-1 0,-6 0-3 16,1 0 2-16,-4-18-33 0,-10 9 1 0,-4 5-16 16,-2 4-45-16,-10 2-182 0,-5 0 8 0</inkml:trace>
  <inkml:trace contextRef="#ctx0" brushRef="#br0" timeOffset="133960.16">29032 16188 868 0,'-9'0'136'0,"-19"-2"16"0,-41 0-65 0,10 1-39 16,7 1-36-16,2-2-12 0,13 2 9 0,3-2-2 0,3 2 5 15,5 0 0-15,3-2 32 0,7 0-3 0,3 0 13 16,3 0-1-16,5 2-24 0,3 0-7 0,-2-1-6 15,0-1-22-15,3 0 9 0,-1 2 2 0,2 0 3 16,2 0 4-16,1 0 5 0,31 0-1 0,14-2 1 16,10-2-7-16,10 2 1 0,10 1-5 0,8-5 4 15,-1 2-7-15,2-1 2 0,2-3 3 0,8-1-1 0,9 0 5 16,14-2 2-16,10-1-2 0,-1 3 1 0,-3-2-3 16,-7 4 2-16,-1-1-5 0,7-1 2 0,-3 1-9 0,-3 1 5 15,-11 0-1-15,-17 1-1 0,-13 0-12 0,-17 3-6 16,-13 3-1-16,-10 0-2 0,-16 2-8 0,-11-1 12 15,-7 1 1-15,-2 0 4 0,-1 0 0 0,-1 2 1 16,-1-1 1-16,-40 7 3 0,-9 6 15 0,-2-1 2 16,-8-4-3-16,1-1 3 0,-4-5 6 0,3-3-2 15,10 2-3-15,0 20-3 0,7-13-13 0,14-5 0 16,4-4-5-16,16-2-5 0,7 0-67 0,-1 0-99 16,1-2-71-16</inkml:trace>
  <inkml:trace contextRef="#ctx0" brushRef="#br0" timeOffset="135433.95">7099 6180 256 0,'0'0'-49'0,"0"0"27"0,0 0-4 0,-2-2 9 15,0 1 50-15,0-1 8 0,0-2-14 0,2 0 8 16,-2-11-13-16,0-1-3 0,1 3 13 0,1 0-10 0,0 0 12 16,0 2-11-16,0-2 5 0,-2 0 7 0,0 2-2 15,0-1-1-15,2 3-21 0,-2 0-1 0,2 1-3 16,-2 1 10-16,0 1-13 0,2 3 5 0,-1-1-7 16,-1 0 13-16,0 1-3 0,0-1 6 0,-9 0-3 15,0 2 17-15,-2-1-7 0,2-7 4 0,-4 1-6 16,0 2-1-16,-2 1-7 0,0 0-5 0,-3 3-1 0,1 1-11 15,-5 0 13-15,-4 2-1 0,1 0 5 0,-7 2-5 16,-3 2 8-16,5-3 2 0,-7 3 2 0,0 2 7 16,-1 1-14-16,-3 1 7 0,4-1-9 0,-2 2 5 0,6 1 0 15,0 1 0-15,1 2 3 0,-1 0 3 0,1 2-7 16,-1 3 3-16,2 1-3 0,1-14-2 0,-7 23 0 16,2 5-4-16,-8-1 4 0,-3 0-5 0,0-3-7 15,0 1-1-15,1 0 1 0,3-4 1 0,1-2 1 16,0 2-4-16,6-2 3 0,-2-2-7 0,6 1 6 15,1-1 0-15,4-2 3 0,2 4-4 0,2 2-2 16,2 2 3-16,1 2-2 0,1 2 8 0,5 1-6 16,-2 0 1-16,4 4-2 0,0 2 0 0,2 0 0 0,4 6 5 15,1 0-2-15,-18-3 8 0,11-1-2 0,8-6-4 16,1 1 2-16,4-1 7 0,0 2-9 0,4-5 3 16,3-3-7-16,2-1 1 0,1-5 1 0,3-1-3 15,-12-4 1-15,25 3-3 0,4-3-2 0,2-1 2 0,7-2-2 16,-2 0 7-16,9-2-5 0,1 0 1 0,8 0-2 15,7 0 9-15,3-4-6 0,0 2-2 0,-2-2 0 16,-6-1 1-16,-1-1-1 0,2-1 10 0,-3-1-8 16,3-1 2-16,3 2 2 0,2-4-6 0,6 27 4 15,2-18-5-15,-3-11 4 0,1-5 2 0,-6-4 2 16,0-6 0-16,-3-4-2 0,-1-1-5 0,-3-3 0 16,-1-1 1-16,1-2 1 0,2 23 6 0,1-33-6 15,2 3 3-15,2-6-5 0,-5-2 0 0,-2-5 0 0,-12-4 10 16,-5-2 7-16,-2 0-1 0,-7 0 3 0,-6 3 9 15,-5 3 10-15,-4-1 1 0,-4 3 1 0,-2 1-2 0,-1 2-8 16,-5 1 3-16,-1-1-4 0,19 2 4 0,-12 0-13 16,-9 0 2-16,-8 2-6 0,-5-1-4 0,10-1-14 15,-38 12-5-15,-19-3-3 0,-14 9-20 0,-13 14-53 16,-17 3 0-16,-7-16-31 0,-6 37-134 0</inkml:trace>
  <inkml:trace contextRef="#ctx0" brushRef="#br0" timeOffset="139472.35">1916 13656 204 0,'0'0'17'0,"0"0"3"0,0-2 28 0,0 0 11 15,0 0 4-15,0 0-1 0,0 0-18 0,0-1 5 0,0-1-10 16,0-9-11-16,0 4-5 0,0-3-10 0,0 5 7 16,2-2-4-16,0-4 4 0,0 5 1 0,0-1-1 15,0 2 7-15,0 1 13 0,-1-1 0 0,1 1 3 16,0-3-11-16,-2 3 6 0,2-3-3 0,0 3 4 15,-2 1 0-15,2-3-13 0,-2 3 4 0,0 1-7 16,0 0-8-16,0 2 1 0,0 1-11 0,2-3 7 0,-1 0-15 16,1 0 5-16,0 3 5 0,0-1-2 0,0 0-8 15,0 0 14-15,0 0-10 0,-1 0 13 0,1 2-6 0,0 0 6 16,0 0 3-16,0 2-2 0,0 0-12 0,0 2 12 16,-1 3-15-16,5 14 13 0,-2 1-16 0,-1 4 6 15,1-4 4-15,-2 6-1 0,0-2-4 0,-2-2 1 16,0 2-3-16,0-4 2 0,0 2 2 0,0-1-10 15,0-3 12-15,0 1-11 0,0 1 10 0,0-2-3 16,0-1-2-16,0 1 0 0,0-1 1 0,0 1 3 16,0 1 0-16,-4-3 0 0,0 3 2 0,1-5-1 15,-1 5 0-15,0-4 0 0,-1-3 7 0,-1 3 2 16,-1-4-6-16,-1 0 4 0,1-2-5 0,-1 0 16 0,-5 1 0 16,0-3 3-16,-3 0-8 0,-1-3 1 0,0-1 4 15,1-3 0-15,1 2 11 0,2-2 5 0,2 0-12 16,1-1 9-16,-1 9-15 0,4-7 3 0,-3 3 2 15,5-4-1-15,-3 0-7 0,3 0-9 0,-1-2 4 0,3 0-5 16,-1 0 5-16,2 0-3 0,0 0 1 0,-2 0-3 16,1 0 0-16,-1 0-6 0,0 0 1 0,2 0-3 15,1 0-1-15,-1 0-2 0,0-2 1 0,2 0 0 16,0 0 5-16,2 0-3 0,0 0 0 0,5-1-3 16,21-14 3-16,9 2 0 0,0 2 3 0,6 2-2 15,1 2 7-15,-1 1-9 0,-2 1 6 0,-8 3-7 16,10-2 3-16,-6 5 2 0,10-1-1 0,-5 0 2 0,-10 2-3 15,-4 0 4-15,-6 0-5 0,-2 0 4 0,-5 0-5 16,-2 0 0-16,-3 0 3 0,-5 0-1 0,3 0 6 16,-7 0-7-16,1 0-3 0,0 0 0 0,2 0-4 0,0 0 6 15,-1 0-1-15,1 0 1 0,-2 0-14 0,0 0-70 16,0 0 4-16,-1-2-31 0,-1 0-41 0,0-2-59 16,0 3-7-16,0-12-22 0,-1-2-79 0</inkml:trace>
  <inkml:trace contextRef="#ctx0" brushRef="#br0" timeOffset="139698.29">1629 13533 1277 0,'-2'-2'35'0,"0"0"-6"0,0-1 4 0,0-3 2 0,-2-1-14 16,4 3-13-16,-1-2-6 0,1 3 2 0,0 1-4 15,0-4 6-15,1 1-3 0,5-3 4 0,18-1-3 16,10 0 13-16,3-3 13 0,4 1-4 0,3 0 5 16,6 2-14-16,6 0-1 0,-4-1-3 0,6 5 1 15,-6-1-12-15,-2-20-7 0,-4 13-3 0,-11 9-1 16,-1 4-8-16,-6 4-53 0,-2 2-19 0,-4 1-17 0,-2 2-99 16,-3 1-107-16</inkml:trace>
  <inkml:trace contextRef="#ctx0" brushRef="#br0" timeOffset="140324.91">2607 13912 865 0,'0'0'107'0,"0"0"-137"15,-2-2 123-15,0 0-66 0,1 0-6 0,-1 0-4 16,0 0 5-16,0 1-6 0,0-1-9 0,0 0-3 0,0 2-4 15,1 0 4-15,-1 2 8 0,0 0 2 0,0 1 1 16,0 7 0-16,-3 16 8 0,-1 0 2 0,0 5 3 16,3-1-2-16,-1 1-1 0,0 3-3 0,1-3 2 15,1 3-4-15,0-4-11 0,0-1 5 0,2 1-6 0,0-2 7 16,0 0 0-16,0-8-8 0,0 0 6 0,0-7-7 16,0-1 5-16,2 1-6 0,-2-6-1 0,0-1 0 15,0-3 3-15,0 1-1 0,0 0 0 0,0-1 0 16,0 1 0-16,0-2-6 0,0 0 3 0,0 0-3 15,0-2 0-15,0 0-7 0,0-2-1 0,0 0-2 16,0-9-1-16,0-17 9 0,0 0-2 0,0 2 4 0,-2-2-7 16,0 1 2-16,0-1 2 0,0-2 2 0,2-2 6 15,0 3-6-15,0-1 0 0,0 2-3 0,2 0 3 16,2 2 1-16,2 0-2 0,1 4 2 0,0 3 0 0,1 5 1 16,1-1 3-16,-1 5-2 0,-1 1-1 0,13 4 2 15,1-1 0-15,1 2 0 0,4-12-6 0,0 4 5 16,2 5-1-16,-4 3 6 0,-2 4 1 0,4 0 2 15,-9 4-4-15,-2 2 3 0,-2-1-1 0,-6-1-2 16,1 0 4-16,-6 12-3 0,11 3 10 0,-4 1-3 16,-5 1-2-16,-4 3-1 0,-8 0-8 0,-5 2 7 15,6-2 1-15,-25 0 1 0,2-1 5 0,-5-5 2 16,6 1 4-16,1-3-1 0,-2-1 16 0,4-2-12 16,4-2-2-16,1-1-3 0,6-3-15 0,2 2 2 0,4-1 3 15,4-4-1-15,1-1 1 0,2-3-8 0,0 0-1 16,2 2-1-16,-4 2-1 0,1 0 1 0,1-1-2 15,0 1 1-15,0-2 0 0,2 2 2 0,0-3 1 16,0 1 0-16,2 0 10 0,2 0-6 0,12 4 3 0,14-1-4 16,0-3-4-16,0-2-2 0,3 0-3 0,-1-2 1 15,1-2 0-15,0 1-8 0,-1 1-2 0,1 0-3 16,-5 0-11-16,-4 2-11 0,-3 0-17 0,-10 0-4 16,6 0-112-16,-4 0-104 0,0 0-21 0</inkml:trace>
  <inkml:trace contextRef="#ctx0" brushRef="#br0" timeOffset="140809.92">3300 13945 899 0,'0'-2'26'0,"-2"0"39"0,0 1-43 0,0-3 9 15,0 0-5-15,0 0 6 0,-1 1-17 0,-1-1 2 16,0 0-1-16,1 1 2 0,-1-1 5 0,2 2-3 16,0 0-1-16,0 0 1 0,0 0-1 0,1 1 6 0,-1-1 4 15,0 0 0-15,0 0-6 0,0 0 0 0,0 2-2 16,0 0 2-16,1 0-4 0,-1 0-2 0,0 0-3 16,0 2 2-16,0 0 2 0,0 0-8 0,0 1 2 0,1 3-4 15,-9 13 0-15,3-1 2 0,1 3-3 0,3 1 2 16,-1 0 2-16,2 4-8 0,2 0 6 0,0 0-7 15,0-2 6-15,0-1-4 0,0-1 4 0,0-2-2 16,2 1 3-16,0-3 3 0,0-5 0 0,-1-2 2 16,1-1 7-16,2 3-8 0,0 0 3 0,-1-4-4 15,3 6 3-15,-4-8-2 0,2 1-2 0,-3-3 1 16,3-1-3-16,0 0 5 0,-4-2-3 0,9 1 3 16,0-1-3-16,1 0-2 0,-1 5-4 0,-2-3 0 0,3 2-4 15,-5-5 4-15,5 3 1 0,-5-2-2 0,1-2-11 16,-1 0 7-16,-1 0 0 0,-2 0 3 0,0 0-9 15,1 0 1-15,1 0-5 0,0 0 5 0,0 0-5 0,-1 0-6 16,1-2 2-16,0 0-4 0,-1 0-8 0,1 1 5 16,0-3-8-16,0-2 6 0,-1-3-20 0,3-4-9 15,1 0 2-15,1 2-5 0,-7-4 1 0,3 2-79 16,0 4-14-16,-2 0-30 0,1 3-113 0</inkml:trace>
  <inkml:trace contextRef="#ctx0" brushRef="#br0" timeOffset="141103.94">3207 14153 549 0,'0'0'85'15,"-2"0"1"-15,0 0-16 0,0-2 6 0,0 0-35 16,-1 1 24-16,-1 1-19 0,0 0 0 0,1-2-5 15,-1 2 8-15,2 0-13 0,0 0-2 0,0 0-4 16,0 0 2-16,1 0 23 0,-1 0-4 0,2 0 10 16,0 0-5-16,2 0-11 0,-1 0 4 0,3 0-8 15,5-2-12-15,14-2-3 0,5-3-3 0,-1 1 1 0,3 1-2 16,0-1-14-16,1-1 7 0,-1-1-9 0,-2 1 3 16,-2 1-13-16,-6 2-1 0,1 1-5 0,-5-1-9 15,-4 0-2-15,6-1-11 0,-5 1-6 0,-4 0-121 0,-1 2-132 16,-4 1-18-16</inkml:trace>
  <inkml:trace contextRef="#ctx0" brushRef="#br0" timeOffset="141289.29">3242 13914 1086 0,'0'0'45'0,"0"0"70"0,0 0-64 0,0 0 1 0,0-2-13 15,0 2 5-15,0 0-40 0,0 0 3 0,0 0-1 16,0 0 1-16,2 0-7 0,0-2-2 0,5 0 0 15,23-5-1-15,3-1 3 0,1 1-29 0,-3-1 2 16,-1 3-14-16,2-1-35 0,-3 1-120 0,3 1-13 16,-1 0-43-16,-6 2-114 0</inkml:trace>
  <inkml:trace contextRef="#ctx0" brushRef="#br0" timeOffset="141724.66">3825 13841 316 0,'-2'0'164'16,"0"0"5"-16,1-2-13 0,-1 0-21 0,0 1-44 15,-2-1-9-15,0 2-25 0,1 0-4 0,-8 0-8 0,1 0-27 16,7 0 5-16,-1 0-5 0,0 2 5 0,0-1-3 16,-1 3-7-16,-1 9 8 0,4 8-7 0,-12-1 8 15,2 4-1-15,3 4 0 0,4 4 2 0,1-1 6 0,4 3-5 16,0-3 4-16,0 1-3 0,0-3 7 0,0 1-7 16,2-2-4-16,1 2 0 0,3-2-5 0,-2-8 9 15,1 0-3-15,-1-8 3 0,0 1-10 0,-2-6-1 16,-1 0-2-16,1 1 0 0,0-3-3 0,0-1-5 15,0 0 6-15,0-1-6 0,0 1 15 0,-1-2-11 16,1 0-4-16,0 0-2 0,-2-2-15 0,0-2 6 16,0 0 0-16,0-11 1 0,-4-13-3 0,1 0 1 15,-5 0 2-15,1-2 0 0,-1 0 4 0,1-1 1 0,1-1-4 16,3 0 4-16,-3-1-5 0,2 1 1 0,1 2 2 16,1 4-1-16,2 0 2 0,2 3-5 0,1 3 6 15,3-1-5-15,-2 6 3 0,-1 2 1 0,1 0 2 16,-2 5 0-16,0 1 2 0,0 1 0 0,3 0-2 0,12-7 2 15,2 2 1-15,1 3 4 0,0 3-6 0,1 1 5 16,1 2-7-16,0 0 6 0,3 0-2 0,1 2 3 16,0 1-6-16,-4 1 0 0,-2 0-3 0,-3 1 3 15,-4-1-7-15,-2 0 1 0,-4 0-2 0,1-1-1 16,-3-1-15-16,-1 0-42 0,0 0-5 0,0 0-18 16,-3 1-64-16,1 1-48 0,0 0-17 0,-2-2-13 0,-2 9-92 15</inkml:trace>
  <inkml:trace contextRef="#ctx0" brushRef="#br0" timeOffset="141879.71">3764 14062 567 0,'0'0'66'0,"0"0"-3"0,-2 0 41 16,0 0-4-16,0 0-8 0,-1 0-18 0,-1 0 2 15,0 0-8-15,2 0 7 0,0 0-7 0,1 0-19 16,-1 0 6-16,0 0-9 0,0 0 14 0,0 0-17 16,2 0 6-16,0 0-11 0,2 0-11 0,2 0-12 15,14 2-6-15,12-2 1 0,0 0-10 0,3-2-11 16,-1-2-5-16,3 3-5 0,2-3-28 0,-2 2-225 15,3-2-42-15</inkml:trace>
  <inkml:trace contextRef="#ctx0" brushRef="#br0" timeOffset="142323.46">4755 13654 893 0,'0'0'60'0,"-2"0"0"0,1 0 15 16,-1 0-3-16,0 0-12 0,-2 0 0 0,0 0-10 16,1 0-5-16,-1 0-1 0,2 0-15 0,0 0-12 15,0 0-2-15,1 0-2 0,-1 0 10 0,0 0 15 16,2 0 4-16,0 0 1 0,2 0-1 0,1 0-6 0,16-2-5 15,11-2 1-15,5 0-11 0,4-1-10 0,2-1 2 16,5 1-5-16,1 3-4 0,-8 2-4 0,-2 0-1 16,-9 0-2-16,-2 2 1 0,-6-2-3 0,1 2 2 0,-5-2-3 15,3 1-9-15,-6-1-14 0,-8 0-20 0,1 0 0 16,-2 0-90-16,-1 0-68 0,1 2-12 0,-2 0-19 16,-2 0-45-16</inkml:trace>
  <inkml:trace contextRef="#ctx0" brushRef="#br0" timeOffset="142478.32">4625 13884 642 0,'0'0'134'0,"0"0"-136"0,-1 0 144 0,-1 0-66 0,0 0-40 15,0 0 37-15,2 0-2 0,0 0 14 0,0 0 2 16,2 0-3-16,0 0-10 0,5 0 4 0,21 0-24 0,7-2-13 16,4-2-3-16,8-3-4 0,-1-2-14 0,12-3-5 15,3 1-2-15,-4 2-3 0,7 0-17 0,-9 1-75 16,-1 1-93-16</inkml:trace>
  <inkml:trace contextRef="#ctx0" brushRef="#br0" timeOffset="146937.28">6092 13425 39 0,'0'0'36'0,"0"-2"0"0,0 1 46 0,-2-1 16 16,0 0-10-16,1-2-3 0,1 2-35 0,-4-7 5 16,-2-2-8-16,3 0 4 0,-3-2 3 0,2 0-4 15,1-4 1-15,-1-2-24 0,0 3 3 0,0-5 0 0,1 5 3 16,1-3 2-16,0 2-11 0,2 1-2 0,-2 1-1 15,2 2 2-15,0 2-9 0,0 1 6 0,0 3-8 16,0-1 7-16,0 5 0 0,0-1-2 0,0 2 1 16,0 0-6-16,0 0-2 0,0-1 2 0,0-1-4 15,0 0-6-15,0 2-6 0,0 1 1 0,0-1-1 0,0 0 7 16,0 2 4-16,0 0-3 0,0 2 4 0,0 0-5 16,0-1-2-16,-2 22 2 0,2 3-2 0,0 0-3 0,0 2 5 15,0 1-3-15,0 1 4 0,0 3-2 16,0 3 2-16,-3-3 1 0,-3 4-1 0,0 0 0 0,-1 1-2 15,-2-3 3-15,-2 0-2 0,-1-1 14 0,1-3 2 16,2-3 4-16,0-6-2 0,-1-1 1 0,-2-1 0 16,0-3-5-16,5 1 3 0,-8-3-4 0,-3-4 7 15,1 0-1-15,4-3 1 0,-2-3-9 0,6 1 1 16,1-2-2-16,1 1 2 0,3-3 6 0,2-2 10 16,0 0-2-16,-1 4 3 0,-1 0-5 0,0-3-6 15,1 1-1-15,1 0-2 0,0 0-17 0,0 0 5 16,0 0-6-16,0 0 4 0,0-2-5 0,1 0 4 0,1 0 0 15,0 0 1-15,0 0-9 0,1 0 7 0,1 0-2 16,4 0 4-16,16-4-7 0,0-2 5 0,1 1-2 16,3-1 2-16,5 1-6 0,-1-1 2 0,1 0 5 15,-3 1-2-15,-4-1 2 0,2 1 0 0,0-1-3 0,-5 1 2 16,-1-1 3-16,1 2-5 0,-3 1 4 0,-1-1-4 16,2 0 2-16,-5 2 1 0,-1 0-6 0,-1 1 5 15,-1 1 2-15,-4 0-8 0,-1 0 4 0,-4 0-8 16,-1 0 6-16,3 0-13 0,0 0-4 0,0 0-7 15,-3 0-40-15,1 0-28 0,0 0-6 0,-2 0-8 16,0 0-37-16,-2 0 15 0,0-2 5 0,1 2 8 16,-18-8 42-16,2 1-12 0,1-1-2 0,-5-3-9 0,4 0-58 15</inkml:trace>
  <inkml:trace contextRef="#ctx0" brushRef="#br0" timeOffset="147124.45">5624 13327 281 0,'0'-2'158'0,"-2"0"-18"0,1 0 35 15,-1-1 8-15,-2-7-55 0,0-1-39 0,2 2-33 16,1 1 8-16,1-1-17 0,0 0-4 0,1 0-10 16,5-1 1-16,7 1-5 0,22 0-5 0,10-4 12 15,3 2-8-15,0-4 9 0,3-2-10 0,8 2-9 16,-2 0-4-16,-1-1-2 0,-4 3-17 0,-9 1 6 0,-4 5-5 16,0 3 3-16,-6-16-25 0,-3 9-23 0,-2 5-9 15,-6 4-13-15,2 2-113 0,-1 2-116 0,-5 2-46 16</inkml:trace>
  <inkml:trace contextRef="#ctx0" brushRef="#br0" timeOffset="147468.88">6759 13555 874 0,'0'0'12'16,"0"0"0"-16,-2-2 3 0,0 1-4 0,0-1 1 0,0 0 1 15,0 0-3-15,1 0-1 0,-1-2-1 0,2 3 3 16,-2-9-5-16,-2-1 3 0,2 4-3 0,-1-3 11 16,1 7 13-16,-2-3 0 0,0 2 2 0,1 1-6 0,-3-1-6 15,-11-5-2-15,-1 3-1 0,-3 4 3 0,-5 4-9 16,-2 7 3-16,-1 6-5 0,-3 4 7 0,3-15 3 16,3 22 6-16,1 0-3 0,7-4 15 0,5 4-13 15,2-4 2-15,5-5-6 0,2 3-2 0,-7-5 5 16,4-2-4-16,1 4 5 0,3-2-4 0,3-4 12 15,0-2-7-15,0-2 6 0,3 3-12 0,1-3 1 16,2 1 0-16,10-3-1 0,8-3 2 0,2 0-8 16,-5 13 4-16,3-4-6 0,9-2-3 0,-3-3-8 0,7-3-1 15,-7-1-3-15,-10-2-2 0,6 0-21 0,-3 0-3 16,1 0-10-16,-4 0-42 0,-3 0-88 0,-2 0 3 16,-2 0-33-16,0 0-25 0</inkml:trace>
  <inkml:trace contextRef="#ctx0" brushRef="#br0" timeOffset="147732.28">7039 13726 357 0,'0'0'156'0,"0"-2"-120"0,0 0 156 0,-2 0-60 16,0 1-89-16,1-1-1 0,-1 0-7 0,0 0 3 0,0 0-11 15,0 0 6-15,0 0-2 0,0 1 1 0,1-1-8 16,-1 0-14-16,2 0 4 0,0 0-6 0,0 0 10 15,0 1 3-15,0-1 5 0,0 0 0 0,0 2 14 0,0 0-7 16,0 0-4-16,0 2 1 0,0 1-6 0,0 7 6 16,0 14-2-16,0 2 1 0,-2 2-15 0,2-2 0 15,-2 0 2-15,0-2-1 0,0-2-2 0,0-2 0 16,1 1-8-16,-1-3 5 0,2-3-6 0,0 2-4 16,0-4 6-16,0-2-5 0,0 0 12 0,0-1-9 15,2-1-1-15,-2-4-3 0,1 3-15 0,-1-4-21 16,0-3-34-16,2 3 1 0,0 0-141 0,2-2-110 15</inkml:trace>
  <inkml:trace contextRef="#ctx0" brushRef="#br0" timeOffset="148061.23">7548 13507 440 0,'-2'-2'109'0,"0"2"221"16,-20-5-275-16,9 1-22 0,0 2 7 0,5 0-13 15,5 2-3-15,-1 0-6 0,0 0-8 0,1 0 6 0,1 0 3 16,0 0 14-16,0 0 1 0,2 0 4 0,0 0-1 16,0 0 22-16,2 0-2 0,0 2 10 0,3-2 2 0,18 4-4 15,1-2-10-15,2-2 1 0,2 1-38 0,-6-1-8 16,0 0-1-16,2 0-1 0,-3 0-6 0,-1 0 3 15,1 0-3-15,-3 0 2 0,-1 0-8 0,-4 0-17 16,-2 2 2-16,0 0-9 0,-3-2-27 0,-3 0-83 16,1 0-20-16,-3 0-22 0,-1 0-78 0,2 0-70 15</inkml:trace>
  <inkml:trace contextRef="#ctx0" brushRef="#br0" timeOffset="148263.34">7771 13247 1042 0,'0'0'29'0,"0"0"3"0,-2 0-9 0,0 0-5 0,0 0-9 15,0 0-5-15,0 2 6 0,1 2-1 0,-11 22 5 16,-2 9 15-16,1 2 14 0,1 6 2 0,1 1 3 16,2-1 4-16,2-4-24 0,-1-2 3 0,3-5-10 15,1-3-7-15,0-1-8 0,2 0 2 0,2-6-3 16,0 2-2-16,0-3-19 0,2 1-10 0,0-5-16 15,0 0-154-15</inkml:trace>
  <inkml:trace contextRef="#ctx0" brushRef="#br0" timeOffset="149387.69">8506 6396 47 0,'0'0'6'0,"0"0"6"0,0 0-5 15,0 0 4-15,-2 0 1 0,0 0 3 0,0 0 27 0,0 0 22 16,1 0-7-16,-1 0 10 0,0 0-20 0,0 0 5 16,0 0 3-16,0 0-3 0,0 0-12 0,2 0-3 15,0 0-5-15,0 0 3 0,0 0-1 0,0 0-4 16,0 0 3-16,0 0-5 0,0 0-4 0,0 0-1 16,0 0 7-16,0 0-1 0,0 0 20 0,2 0-24 15,0-2 3-15,2 0-10 0,7-2 0 0,11-3-6 16,2-1-5-16,4-1 1 0,0 0-9 0,0 1 8 15,0-1 0-15,3 0 3 0,3-2-1 0,3 0-4 16,-4 1 1-16,1 1-3 0,5 0 0 0,-8 1 3 16,14 1-2-16,-6 3 2 0,-4 2 4 0,6-1-8 0,-7 1 4 15,-1 0-6-15,-3-2 6 0,-3 0 4 0,-1 1 1 16,-3-3-1-16,-3 2-2 0,1-1 5 0,-5-1-2 16,1 1 3-16,-4-1 2 0,-2 2-3 0,-2 1 1 0,-1 1-2 15,-4 0-2-15,-3 2 0 0,1 0 4 0,2-2-2 16,0 0 17-16,-1 0-19 0,-1 1 3 0,0-1-12 15,0-2-33-15,0 2-67 0,-2 0 3 0,0 0-23 16,-2 1 5-16,0-1-125 0,0 2-5 0</inkml:trace>
  <inkml:trace contextRef="#ctx0" brushRef="#br0" timeOffset="149808.6">9208 6121 417 0,'0'-2'18'0,"0"-2"24"0,2 1-20 0,-2 1-15 16,1-4 0-16,1 1-5 0,2-1 9 0,-2 2-5 15,2-1 2-15,-4 3-4 0,0 0-2 0,0 0 1 16,0 0 7-16,3-1-1 0,1-1 35 0,-2 0 3 16,0 1 3-16,0 1-3 0,-1 0-5 0,1 0-20 15,0 0-5-15,0 0-3 0,0 0 0 0,0 1-13 0,0-1 9 16,-1 2-11-16,1 0 10 0,0 0 10 0,0 0 1 15,0 2 3-15,0-1 15 0,0 1-4 0,1 0-2 16,-1-2-3-16,15 9-11 0,1 1-2 0,5 1 3 16,1 0-4-16,2 0-4 0,2 0-2 0,0-3 1 15,-2 1-2-15,-2 0-11 0,4 0 13 0,-4 3-10 0,0-1 12 16,-6-2-20-16,1 0 8 0,1 2-1 0,1 1 4 16,1 1 8-16,-9-4-11 0,-2-2 5 0,-7-5-6 15,0 0 8-15,-2 2 1 0,3 3 0 0,-1-1 2 16,-4-4 8-16,2 1 3 0,-2 3 3 0,0-1 1 15,-2 3 16-15,-4-1-15 0,-10 3-1 0,-14-1-5 0,0-4-1 16,-5 3 5-16,3-3 2 0,-1 1-1 16,1 0-7-16,3 1-11 0,-1 0 1 0,4 1-4 0,0 1-4 15,2 2 1-15,1-1 0 0,-3 1-1 0,2 5-20 0,-7 5-140 16,-3 5-205-16</inkml:trace>
  <inkml:trace contextRef="#ctx0" brushRef="#br0" timeOffset="171202.64">8419 13214 23 0,'0'0'0'0,"0"0"13"0,-2-2 142 0,0 0-30 15,0 0 10-15,0 0-63 0,0 0-15 0,1 0-21 16,-3 1-4-16,-2-1 1 0,3 0-2 0,-3-2 7 16,-1 0 1-16,3 3 1 0,-2-3 0 0,-5-2 0 0,6 4 1 15,-3-1-2-15,4 1-4 0,1 0 8 0,-3 0-6 16,2 0 6-16,1 0-20 0,1 1-5 0,0-1 0 16,0 0-2-16,0 0-4 0,2 0 6 0,0 0-3 15,0 0 4-15,2 1 0 0,2-1-10 0,1 0-1 0,16-7-2 16,-4 3 7-16,1 2-13 0,-1 4 5 0,-2 0-8 15,1 2 3-15,-3 0 3 0,0 4-3 0,-2-1 3 16,1 3 3-16,-3-1-4 0,-2 13 4 16,-1 5-5-16,-4-1 2 0,0 2 6 0,16 2-3 0,-7-2 5 15,-5 0-7-15,-4 3 7 0,-2 1-3 0,-4 2 5 16,-2-1 2-16,1 1-4 0,-3-8 10 0,-1 0-9 16,0 0 13-16,0-3-6 0,-4 3 0 0,1-4 0 15,5-7 1-15,-2 0-10 0,5-4 1 0,-11-3-5 0,4 3 8 16,0-3-7-16,2 1 5 0,5-5-5 0,-7 6 10 15,2-5-9-15,-3 1-1 0,3-2-2 0,2-2 2 0,-3 0 3 16,1 0-2-16,0 0 1 0,1-2-6 0,-1-2 7 16,7 4-3-16,-3-3 4 0,3 3-3 0,0 0 2 15,-2-2-3-15,4 0 0 0,-3-4-10 0,3 4 5 16,0 1-2-16,0-1 1 0,-2-2-7 0,0 0 3 16,0 1-1-16,2 1 1 0,0 0-1 0,2 0 9 15,0 0-3-15,0 2 4 0,18-7-11 0,4 1 12 16,-2 1-7-16,3 1 8 0,-3 0-7 0,2 2-2 15,0 0 3-15,-2 1-2 0,2-1 5 0,-3 0-5 16,1 2 5-16,-3 0-6 0,1 0-1 0,-1 2 2 0,-3-2-4 16,-1 2 4-16,0-1 2 0,-2 3 0 0,-2 0 1 15,-1-2-1-15,1 1-1 0,-4-1-17 0,1 2-29 16,-3-2 1-16,-1 0-108 0,-2-2-112 0,0 0-35 0</inkml:trace>
  <inkml:trace contextRef="#ctx0" brushRef="#br0" timeOffset="171839.72">9150 13152 359 0,'-2'-2'80'0,"0"1"139"0,1-3-165 0,-1 0-14 16,0 0-1-16,0 1-3 0,2 1 0 0,0 0-15 15,0 0-1-15,-2-2-6 0,0 1-14 0,0-1-3 0,2 2 6 16,0 0-2-16,0 0 15 0,0 1 13 0,0-1-7 15,0 2 10-15,0 0 2 0,0 2-2 0,0-1-4 16,0 1 0-16,0 4-6 0,-1 16-8 0,1 4 7 0,0 2-7 16,0 0 9-16,0 0-9 0,-2 0 0 0,0-1-2 15,-2 3 5-15,0-2-4 0,3 4 0 0,-1-8-2 16,0 2-3-16,0-2 5 0,2-6-1 0,0 5 2 16,0-5-4-16,0 1 9 0,0-2-5 0,0-3 5 15,0-1-9-15,0-1-4 0,0 2 5 0,0-1-6 16,0-1 7-16,0-1-1 0,0-4-1 0,0-3 0 15,0 0-3-15,0-1 4 0,-2 3-2 0,0-2 3 16,-1 1-6-16,1-1 12 0,-9 5-2 0,3-3 5 0,1-3-3 16,-4 3 3-16,5-4-3 0,-3 1 3 0,3-1-4 15,1-2-3-15,1 0 0 0,-3 0-1 0,-1 0 3 16,6 0-8-16,-1 0 5 0,-1 0-6 0,0 0 0 0,0 0-9 16,3 0 2-16,-1-2-3 0,0 1 9 0,2-1-5 15,0 0-1-15,0 0 0 0,2 0 4 0,0 0-3 16,1 0 6-16,21-12-5 0,2 3 8 0,0-1-9 15,0 5 2-15,4 0-4 0,-6 1 7 0,-2 2-3 16,-1 1 0-16,-3-1-2 0,-1 2-4 0,0 0 4 16,-2 2 0-16,-2 0 2 0,2 0-5 0,-6 0 7 15,0 0-6-15,-3 0 6 0,-1 0-8 0,-1 0-5 0,-2 0 3 16,2 0-6-16,-1 0-6 0,1-2-55 0,-2 0 4 16,0 1-24-16,0-1-31 0,-1 0-44 0,1-2-6 15,-2 0-15-15,0-10-46 0</inkml:trace>
  <inkml:trace contextRef="#ctx0" brushRef="#br0" timeOffset="172075.33">8920 13182 901 0,'0'-2'42'0,"0"0"79"15,0 0-103-15,0-1 3 0,0-1-1 0,0 0 2 0,0 1 2 16,0-1 4-16,4-5-1 0,1-1 4 0,5-1 9 15,19 0-1-15,5 0 4 0,1-4-2 0,4 0 6 16,0 0-15-16,-2 1 1 0,2 2-7 0,-6 3-8 0,-5 0-12 16,0 3-3-16,-4-10-2 0,-1 4-5 0,-5 7-8 15,1 1-1-15,-3 4-4 0,-1 0-23 0,-2 0-116 16,0 2 2-16,-5 0-53 0,3 2-112 0</inkml:trace>
  <inkml:trace contextRef="#ctx0" brushRef="#br0" timeOffset="172499.07">9596 13607 482 0,'0'0'20'16,"0"-2"-2"-16,0 1 1 0,0-3 12 0,-2-9-12 16,-2-2 24-16,1 0-3 0,-1 0 4 0,2 6-1 15,0 2 16-15,-2-3-3 0,1 1 8 0,1 2-4 16,-2-3 9-16,2 7-11 0,0-1-6 0,1 0-1 0,-1 2-23 16,0 0-18-16,0 1 2 0,0-1-8 0,0 2 0 15,0 0 7-15,1 0-4 0,-1 2 7 0,0 1 5 0,-7 18-5 16,1 3 6-16,3-2-7 0,-1 0 3 0,0 4 6 15,3 0-6-15,-1 0 6 0,0 0-10 0,1-1 7 16,1-3 1-16,-2 0 0 0,2 0-2 0,0-5-5 16,0 2 0-16,2-3-1 0,0-1-9 0,0 0 4 15,0-2-5-15,0-2 6 0,0-2-2 0,0 1-2 16,0-3-1-16,0 1-1 0,0-3-5 0,0-1 8 16,0 0-7-16,0-1 5 0,0-1-21 0,2 2-16 15,0 0-26-15,0-1-1 0,0-1-111 0,0 0-68 16,0 0 9-16</inkml:trace>
  <inkml:trace contextRef="#ctx0" brushRef="#br0" timeOffset="173074.28">9510 13438 785 0,'-1'-2'51'0,"-1"1"85"16,0-1-102-16,0 0-8 0,0 0-1 0,0 0-1 15,0 0 1-15,1 0-5 0,-1 1-4 0,0-1 1 16,0 0-8-16,0 0 3 0,0 0 4 0,2 0-1 0,0 0 13 16,2 1 4-16,0-1 2 0,0 2 1 0,22-17 8 15,6 0-7-15,5 2-4 0,0 4-1 0,-3 2-15 16,-4 3-9-16,-4 3 2 0,4-1-5 0,-2 4-8 0,1 0 10 16,-2 2-9-16,-11 0 9 0,1 1-11 0,-5 1 8 15,-1 2 0-15,-7-3 2 0,0 14-3 0,11 2 0 16,-2 3 5-16,-2 8-3 0,-5-4 11 0,-4 2-11 15,-4-4 4-15,-3-6-5 0,-5 5 7 0,11-1 0 16,-24 0 2-16,-1 0-1 0,-1-5 0 0,2 2 20 16,0-6-10-16,-1-2 12 0,5 0-19 0,1-4-3 15,1 1-2-15,8-3 0 0,-8-3-3 0,8 0 3 16,2 2-4-16,-2 5 3 0,7-7-8 0,2-2 3 0,-1 2 0 16,1-2 1-16,-2 3 0 0,0 1-10 0,2-2-2 15,1 0-4-15,-1 0 2 0,0 0 10 0,2-1 2 16,0 1 2-16,2-2-5 0,1 0 4 0,16 0-5 15,7 0 4-15,6 0-9 0,-5 0 7 0,1 0 1 0,-4 0 1 16,0 0-2-16,4 0-1 0,-4 0-5 0,2 2 4 16,-3 2 4-16,-5 1-4 0,-1 1 2 0,-2 1-2 15,-4-1 2-15,-2 0 2 0,-1-1-2 0,-3-1 2 16,1 9 4-16,-4 0-7 0,7 0 7 0,-2-2-6 16,-3 2 6-16,-2-2 2 0,-2 0-5 0,0 0 3 15,0 1-4-15,-2-3 20 0,-2 0 3 0,-3 0 6 16,-2-1 6-16,-10 1 3 0,-3-1-2 0,5-3 2 15,-5 1-8-15,1-3-5 0,1-1-3 0,0 13 1 0,-3-4-6 16,1-3-11-16,5-5 2 0,-7 1-5 0,6-2-3 16,1-2 0-16,-2 0-5 0,8 0 0 0,-2-2-31 0,-3-2-133 15,-1 1-16-15,2-1-57 0,4 2-218 0</inkml:trace>
  <inkml:trace contextRef="#ctx0" brushRef="#br0" timeOffset="174306.33">10062 13631 207 0,'0'-1'39'0,"0"-1"-3"16,0-2 31-16,2-11 1 0,0-2-4 0,-1-1 10 0,1-1-10 16,0 1 2-16,-2 5-6 0,0 2-4 0,0 1 6 15,0 1-8-15,0 2 8 0,0 1 5 0,0 2-24 16,0 1 9-16,0-1-19 0,0 2-20 0,0 0-4 16,0 0 0-16,0 0 2 0,2 1 9 0,0 1-8 15,0 0 6-15,0 1-5 0,-1 3 16 0,9 11-11 16,5 18 1-16,-2 1-4 0,-4-1-4 0,-2 4 0 15,-1 1-3-15,-2-3 1 0,-1 2-10 0,1-4 9 0,-2-3-7 16,0 0 8-16,0-2-9 0,-1-2 5 0,3-2-2 16,0 0 1-16,0-2-20 0,-1 0-140 0,1-1-70 15</inkml:trace>
  <inkml:trace contextRef="#ctx0" brushRef="#br0" timeOffset="177414.74">10745 13566 325 0,'-2'0'69'0,"0"0"9"0,1 0-12 0,-1-1-31 16,0 1-4-16,-2 0-11 0,0 0-11 0,1 0 8 16,1 0-10-16,-2 0-2 0,2 0 7 0,-1 0 1 0,-1 1 4 15,2 1 13-15,0 0 31 0,0 0-6 0,2-2 13 16,0 0-16-16,0 0 3 0,2 0-9 0,0 0 6 16,4 0-15-16,12-2-2 0,4 0-7 0,1-1 2 15,-3-1-20-15,1 0-8 0,-1 0 3 0,-3 3-5 16,-1-1-1-16,-3 0 1 0,4 0-2 0,-4 0 1 15,0 2-6-15,-4 0-16 0,-1 0 0 0,-6 0-6 16,0 0-10-16,1 0-96 0,1 0-3 0,-2 0-35 0,0 0-24 16</inkml:trace>
  <inkml:trace contextRef="#ctx0" brushRef="#br0" timeOffset="177558.2">10634 13761 232 0,'0'0'37'0,"-2"0"-3"0,0 2 13 16,0 0 2-16,0 0-9 0,0 0 8 0,1 1 6 15,-1 1 2-15,0 0 1 0,0 0 10 0,2-1 3 16,0 1-2-16,0 0 2 0,2-1-3 0,2 1-14 16,1 0-1-16,17 5-7 0,4-1-19 0,6-5-11 15,0-1-6-15,1-2-2 0,0 0-11 0,-5 0-22 16,0 0-4-16,-2 0-11 0,2 0-60 0</inkml:trace>
  <inkml:trace contextRef="#ctx0" brushRef="#br0" timeOffset="178087.73">11551 13149 394 0,'0'-2'56'0,"0"0"94"0,0 0-113 0,0 0 2 16,0-2-10-16,-2 1 8 0,0-1-10 0,0 0 10 16,1 1 5-16,-1-1 0 0,0 0 9 0,0 2 10 0,0 0-6 15,0 1 7-15,2-1-14 0,0 0-15 0,-2 0-4 16,2 0-5-16,0 0-26 0,0 0 5 0,0 1-1 16,0 1 5-16,0 0 3 0,0 1-5 0,0 1 6 15,0 2-4-15,-1 16 11 0,-1 14 5 0,0 5 2 16,2 5 2-16,-2 5 7 0,2 5-11 0,-2 5-2 0,2 4-2 15,0 0 1-15,-2-3 3 0,0-5-3 0,1-4 3 16,-1-5-6-16,0-2 8 0,2-6 2 0,0-3 0 16,0-2-8-16,0-1-3 0,0-2-6 0,2-3 3 15,0 1-9-15,-1 0 2 0,1-6 1 0,0-1-1 16,0-3 7-16,-2-5-13 0,0-1 3 0,2-3-5 16,-2-4-2-16,0-1-23 0,2 0-16 0,0 0-8 0,-1-3-105 15,1 1-125-15,0-2-11 0</inkml:trace>
  <inkml:trace contextRef="#ctx0" brushRef="#br0" timeOffset="178590.37">11473 13251 1285 0,'0'0'3'0,"0"-2"3"0,0 0-16 15,2 0 2-15,0 0-6 0,1 0 14 0,16-9-4 0,11-7 4 16,5-1-1-16,2 2 3 0,4 3 8 0,0-1 2 16,1 2 3-16,1 2 4 0,-4 3-4 0,2 4-1 15,-9 3 1-15,-6 1 2 0,-2 1-8 0,-9 3 0 0,-4 2-2 16,-6-3 1-16,-3 18 0 0,17 10 1 0,-12 3-2 16,-7 1-3-16,-11 4 7 0,-6-2-3 0,12 0 5 15,-29-3-2-15,-5-3 12 0,2 1 1 0,0-6 3 16,2-4 6-16,1 1-3 0,-1-12 2 0,5 4-2 15,3-1-8-15,2-10-8 0,5 7-4 0,5-7 1 16,-2 0 4-16,8-1-5 0,4-1 2 0,1 0-5 16,0 2-5-16,0 0-10 0,1-3 1 0,1 1-4 15,0-2 11-15,2 0-4 0,2 0 4 0,0-2-3 0,3 1 3 16,27-16-3-16,-1 4-2 0,3 2-1 0,-3 3 4 16,3 3-6-16,-1 3 8 0,1 2-7 0,1 5 10 0,-4 3-9 15,1 3 6-15,-2 2-7 0,-8 0 9 0,-2 2-2 16,-5-11 1-16,-5 16 0 0,-5-1 6 0,4-6 4 15,3 3-8-15,-5-1 5 0,-1 4-7 0,-5-5 6 16,-1 1 6-16,-5 0-2 0,3-2 5 0,-35 2 3 16,-2 2-3-16,-2-6 3 0,4 0-7 0,2 0-4 15,-1-3 3-15,5-3-5 0,-1 1-6 0,6-3 1 16,2-1-5-16,4 0 4 0,1 11-11 0,8-5-11 16,2-5-4-16,5-1-7 0,2-2-73 0,-2 2-103 0,3 0-29 15,-1-2-29-15,2 0-159 0</inkml:trace>
  <inkml:trace contextRef="#ctx0" brushRef="#br0" timeOffset="179417.86">12290 13455 977 0,'0'0'44'0,"-2"0"0"0,0-2-13 0,0 0 1 0,1 0-19 16,-1 1-3-16,0 1-10 0,0 0-2 0,0 0-1 16,2 0 13-16,0 0 9 0,0 0 8 0,2 0-2 15,0 0 14-15,2 0 2 0,3 0-4 0,13 0 4 16,3-2-10-16,-1 0-7 0,4-2-2 0,-2 0-1 15,2 1-17-15,-2-1-4 0,-2 0-2 0,-1 1 0 16,-1-1-7-16,-3 0-3 0,-2 2 0 0,2-1-2 16,-4 1-4-16,-2 0-34 0,-2 0-31 0,-5 2-7 15,5-4-163-15,-2 1-37 0</inkml:trace>
  <inkml:trace contextRef="#ctx0" brushRef="#br0" timeOffset="179684.8">12431 13123 1130 0,'0'0'33'0,"0"0"3"0,0 0-18 16,-2-2-5-16,0 0-14 0,0 2-13 0,1 0 7 16,1 0-4-16,0 0 7 0,0 0 5 0,0 2 4 0,0 0 5 15,0-1-3-15,0 3 7 0,0 7 17 0,1 10-1 16,3 3 6-16,0 2 2 0,1 4-12 0,-1 1 0 15,0 1-4-15,0 1-10 0,-3-1-4 0,-1-1-3 16,0 3 1-16,0 3 3 0,0-6-6 0,-1 1 1 16,1-4-4-16,0-10 5 0,0 8-11 0,0-1 6 0,0-9-9 15,0 1-2-15,0-2-31 0,0-4-29 0,0 0-5 16,0-4-136-16,0-1-60 0,1-2-10 0</inkml:trace>
  <inkml:trace contextRef="#ctx0" brushRef="#br0" timeOffset="180170.43">13090 13232 256 0,'-2'0'77'0,"0"0"144"0,-1-2-168 0,-5 0-1 16,-5-1-3-16,2 1 2 0,4 0 3 0,-1 0-6 0,3 0 6 15,1 0-6-15,0 1 4 0,1-1-23 0,-1 0 2 16,2 0-9-16,0 0-8 0,0 0 7 0,2 0-1 16,0-1 6-16,2-1 13 0,0 0-4 0,0 1-3 15,13-3 1-15,5 2 1 0,1 2-16 0,1 1 5 0,0-14-7 16,0 4 11-16,-3 7-18 0,0 2 8 0,-3 2-12 15,-1 2-5-15,-4 2 2 0,-3-1-2 0,-3 5 5 16,12 16 3-16,-6 4 0 0,-7 1-4 0,-4 3 3 16,-6 1 0-16,-5 5 4 0,-2-5 2 0,-2-3 3 15,-3 1 30-15,3-8 11 0,11-1-3 0,-14 2 2 16,1-7-28-16,6-4-4 0,0 2 0 0,3-8-3 16,1 2-13-16,5-1-6 0,0-3-5 0,2-3 2 0,0 0 0 15,-2 2-2-15,0-1 6 0,2-1-4 0,-2 4 12 16,2-4-1-16,0 0-2 0,0 1 1 0,2 1-5 15,0 0 0-15,0-4 5 0,22 7-4 0,4-3-4 16,0-4 6-16,3-2-9 0,-3-4 6 0,2 1-9 0,-2-1-22 16,2 1 2-16,-1-3-13 0,-3 1-44 15,2-4-84-15,-2-2-17 0,0 0-24 0,0 11-85 0</inkml:trace>
  <inkml:trace contextRef="#ctx0" brushRef="#br0" timeOffset="180484.27">13519 12896 1338 0,'0'-2'21'0,"0"0"2"0,0 1-11 0,0-1-14 16,0 0-3-16,0 0-24 0,0 0 17 0,0 0 1 0,2 0 4 15,0 1 3-15,2 1 1 0,7 0 3 0,9 0 1 16,2 0 8-16,4 3 3 0,0 1-2 0,2 3 4 15,-2 1 24-15,0 3 5 0,2 4 2 0,-2-11-1 16,2 20-6-16,-2 4-11 0,2 1 3 0,-6 3-6 16,4 3 1-16,-4 2 1 0,-1 2-5 0,-3 4 3 15,-1 1-16-15,-2 5 6 0,-2-1-3 0,-4 2 3 0,-3 0-2 16,18-3 4-16,-13 1-2 0,-11-3 1 0,-4-5-4 16,-7-1 1-16,-4-3-4 0,-5-1 1 0,9 0-6 0,-25-3-1 15,-1-1-2-15,-5-3-3 0,1-2-25 0,-6-2-86 16,-1-1-4-16,-6-3-39 0,0-1-123 0</inkml:trace>
  <inkml:trace contextRef="#ctx0" brushRef="#br0" timeOffset="180994.97">11547 12952 435 0,'0'-2'83'0,"0"0"-84"16,0-2 82-16,0 1-38 0,0-1-25 0,0-2 4 16,0-5 9-16,0-4-5 0,0 4 7 0,0 4 22 15,0 1-9-15,0 4 12 0,0-1-18 0,-2-1-8 16,-1 0 1-16,-5-1-4 0,-8-5-7 0,-5 5-6 15,-3 3 4-15,4 4-2 0,-8 3 21 0,-2 8 32 16,-3 6-7-16,1-12 13 0,-1 29-33 0,-3 6-12 16,8 5-6-16,-1 7-1 0,-1 3-13 0,8 4 6 15,-4 6-4-15,5 2 6 0,5 2-1 0,4 3 3 16,3-7-1-16,4 0 1 0,1-10-11 0,2-5-3 0,-24 2 2 16,17-8-4-16,9-1-5 0,5-1 3 0,6-1-3 15,8-2 2-15,3 0-3 0,-11-2 1 0,25-4 0 16,3-1 2-16,3-5-3 0,5-6-15 0,5-1-2 15,4-9-11-15,-1-4-76 0,7-3-256 0</inkml:trace>
  <inkml:trace contextRef="#ctx0" brushRef="#br0" timeOffset="181714.97">14507 13117 136 0,'0'0'23'0,"0"0"1"0,-2 0 12 0,0-2-1 16,0 0-1-16,0 0 0 0,1 1 3 0,-1-1-11 0,0 0 9 15,0-2-5-15,2 0-1 0,0-5 6 0,0-4-4 16,0-2 12-16,0 2 3 0,2 2 3 0,0 0-1 15,0 2 12-15,-1 0 5 0,1 1 6 0,-2 6-4 16,0 0 1-16,2-1-21 0,0-1-3 0,0 0-4 16,0 2 7-16,0 1-18 0,-1 1 11 0,1 0-16 15,0 1-2-15,0 3-9 0,7 22 0 0,-3 6-1 16,-2-3 8-16,-4 5-2 0,-2 1-4 0,0-2 2 16,-2 3-5-16,2-3-10 0,0-1 10 0,1 1-11 0,-1-3 3 15,2-4 5-15,0-2-7 0,0-4 7 0,0-1-6 16,0 1-1-16,0 1 0 0,0-3-1 0,0-5 7 0,0 2 4 15,0-7-1-15,0-1 2 0,0-3-3 0,0 0-8 16,-2-1 5-16,0 1-6 0,-7 2 8 0,-10-3 3 16,-1 3-1-16,5-2 2 0,-2-1 0 0,-3 1 20 15,3-2 0-15,2 3 5 0,6 3-7 0,-2-1-11 16,9-7-3-16,-6 4 0 0,3-2-1 0,1 0 2 16,0 0 1-16,1-1-1 0,-1 1-10 0,2-2-10 15,0 0 1-15,0 0-3 0,2 0 14 0,2 0 0 16,2 0-4-16,11-3 1 0,18-7-4 0,1 1 4 0,1 0 3 15,4 1-1-15,-6 1-1 0,1 1-3 0,-4 1-2 16,-3 1 0-16,-2 0-2 0,-3 1-4 0,0-1 2 16,-3 0-2-16,-3 2 6 0,-1 0-13 0,-4 1 6 15,-3-1-10-15,-3 0-8 0,-1 0-80 0,0-2 4 0,3-7-31 16,1-9-18-16,-6-1-17 0,-4-1-7 0,-4 2-2 16,-5-5-18-16</inkml:trace>
  <inkml:trace contextRef="#ctx0" brushRef="#br0" timeOffset="181886.39">14349 12972 696 0,'0'-2'99'0,"0"1"-2"16,0-1 8-16,0 0-1 0,-2 0-30 0,0 0-1 15,0 0-42-15,2 0 1 0,0 1-13 0,0-1 6 16,2 0 13-16,2 0-3 0,3-2 3 0,25-9-19 16,0 2-8-16,1 4-4 0,4 1-1 0,-3 2-5 0,-3 4-9 15,-3 0 1-15,-2 0-8 0,-2 2-23 0,-2 0-103 16,1 2-22-16,-7 0-37 0,3 3-168 0</inkml:trace>
  <inkml:trace contextRef="#ctx0" brushRef="#br0" timeOffset="182527.65">14928 13384 994 0,'0'0'59'0,"0"0"7"0,0 0-34 0,0 2-6 16,0 0-22-16,-2 6 26 0,-3 23-2 0,-1-1-4 15,1-2 1-15,-1 0-15 0,1-1 8 0,1-2 1 0,0-1 3 16,0-2 11-16,3-3 7 0,-1-5-5 0,0-2 5 16,2-7-7-16,0-1-14 0,0-2 3 0,0 1-9 15,0 1-3-15,0-2-2 0,0 0-1 0,0 2-1 16,0-1-1-16,0 1-1 0,0 0 6 0,0-2-4 16,0-1 3-16,0 1-2 0,0-2-7 0,0 0 4 15,0-2-16-15,0 1 6 0,0-3 2 0,0-7 1 16,0-12 1-16,-2-4 2 0,-2-3-2 0,1 2 2 0,-1-2-4 15,0 4 6-15,0-2-2 0,1 1 2 16,1-1 2-16,2 2-6 0,0 2 4 0,0-1-5 0,2 5 5 16,0-2-6-16,1 1 3 0,1 5-5 0,2-1 4 0,1 2 2 15,0 2-4-15,1 4 4 0,7-1-6 0,9 5 10 16,-4-1-4-16,1 4 4 0,7 1-4 0,-8-14 0 16,2 5 1-16,-3 7-1 0,-4 3 0 0,1 0-4 15,-3 2 6-15,-1 3-4 0,-7-1 7 0,1 0-3 16,3 14 0-16,-5 1-1 0,9-1 5 0,-6-1 4 15,-1 3-5-15,-6-3 5 0,0 0-4 0,-4-2 1 16,-2-2 6-16,-5 2-2 0,9-2 4 0,-18-2-8 16,-2-4-4-16,1 2 1 0,3-3-3 0,7 0 7 0,3-5-7 15,4 1 5-15,1 0-10 0,-1 0-5 0,0 2 3 16,1-1-4-16,1 1 7 0,0-2-1 0,0 0 4 16,0 2-3-16,2-1 0 0,0 1 6 0,2 0-4 15,0-1 4-15,0 1-6 0,7 7-1 0,10 6 1 16,-3-2 0-16,3 5 6 0,1 3-4 0,-3-3 4 0,-10-1-4 15,6 3 2-15,-5-2 4 0,-1-1-3 0,3 1 3 16,1-3-3-16,-2 0 8 0,-2-1-3 0,-1-3 6 16,-2 0 23-16,-4-5 8 0,0-3 2 0,0 3-2 15,-2-1-14-15,-2 1-13 0,2-3 7 0,-22-1-9 16,0-2 1-16,0 0-6 0,5 11-1 0,1-4 0 16,1-2-3-16,2-3 4 0,-2 0-8 0,6-4 5 0,-2 0-8 15,0 0-8-15,6 0 0 0,-1 0-5 0,5 0-21 16,1 0-47-16,-2 0 2 0,0-2-23 0,1 0-52 15,1 0-28-15,0-2-17 0,0 1-1 0,2-3-56 0</inkml:trace>
  <inkml:trace contextRef="#ctx0" brushRef="#br0" timeOffset="182996.28">15461 13301 457 0,'0'0'51'16,"0"-2"3"-16,0 0 20 0,0 0-11 0,0-1 0 15,0-3 5-15,0-5-14 0,0 2 2 0,0 1-6 16,0 1 1-16,0 1 12 0,0 1-3 0,0 1 5 16,0 0-8-16,0 0-7 0,0 1 3 0,0 1-5 0,0 0-1 15,0-2-3-15,-2 1-4 0,1-1 1 0,-1 0-17 16,0 0-8-16,0 3-8 0,0-1 1 0,2 0-18 16,0 0 1-16,0 0 3 0,0 0-1 0,0 0 7 0,0 2 0 15,0 0 3-15,0 2-2 0,0 0 4 0,0 2-4 16,0 5-2-16,2 12 0 0,2 1 0 0,-1 4 0 15,1 2 0-15,-2 1-1 0,2 3-3 0,-3 1 5 16,3-1 1-16,-2 1 3 0,2-1 6 0,-2 1-8 16,-1 1 1-16,1-1-3 0,0-1 8 0,0-4 3 15,0-2-1-15,-2-4 1 0,2 2 4 0,-2-4 2 16,2-1 4-16,-2-2-1 0,0-1 8 0,0-4-7 16,0 1-4-16,0-4 1 0,0 0-3 0,0-1-3 0,0-5 6 15,0 1-6-15,0 0-6 0,0-2-4 0,0-1-2 16,0 1 0-16,1 2-4 0,1 0-9 0,-2-1-6 15,2 1-9-15,-2-2-92 0,2 0-387 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06.223"/>
    </inkml:context>
    <inkml:brush xml:id="br0">
      <inkml:brushProperty name="width" value="0.05" units="cm"/>
      <inkml:brushProperty name="height" value="0.05" units="cm"/>
    </inkml:brush>
  </inkml:definitions>
  <inkml:trace contextRef="#ctx0" brushRef="#br0">235 52 232 0 0,'0'0'376'0'0,"-1"-29"1989"0"0,1 29-2305 0 0,0-1 0 0 0,-1 1 0 0 0,1-1 1 0 0,0 1-1 0 0,0-1 0 0 0,0 1 1 0 0,0 0-1 0 0,0-1 0 0 0,-1 1 0 0 0,1-1 1 0 0,0 1-1 0 0,0 0 0 0 0,-1-1 1 0 0,1 1-1 0 0,0 0 0 0 0,-1-1 0 0 0,1 1 1 0 0,0 0-1 0 0,-1 0 0 0 0,1-1 1 0 0,-1 1-1 0 0,1 0 0 0 0,0 0 0 0 0,-1-1 1 0 0,1 1-1 0 0,-1 0 0 0 0,1 0 0 0 0,-1 0 1 0 0,-21-2 928 0 0,17 2-838 0 0,-1 1 0 0 0,1 0-1 0 0,0 0 1 0 0,-1 0 0 0 0,-8 4 0 0 0,8-2-116 0 0,1 1 1 0 0,-1 0 0 0 0,1 0-1 0 0,0 0 1 0 0,0 1-1 0 0,1 0 1 0 0,-1 0 0 0 0,1 0-1 0 0,0 0 1 0 0,0 1-1 0 0,1 0 1 0 0,-6 11 0 0 0,8-15 14 0 0,0 0 1 0 0,0-1 0 0 0,0 1-1 0 0,0 0 1 0 0,1 0 0 0 0,-1 0-1 0 0,1 0 1 0 0,-1-1 0 0 0,1 1 0 0 0,-1 0-1 0 0,1 0 1 0 0,0 0 0 0 0,0 0-1 0 0,0 0 1 0 0,0 0 0 0 0,1 0-1 0 0,-1 0 1 0 0,0 0 0 0 0,1 0 0 0 0,-1-1-1 0 0,1 1 1 0 0,1 3 0 0 0,0-3-20 0 0,-1 0 1 0 0,1-1-1 0 0,0 1 1 0 0,0 0-1 0 0,0-1 1 0 0,0 1-1 0 0,0-1 1 0 0,0 0-1 0 0,0 0 1 0 0,0 0-1 0 0,0 0 1 0 0,0 0-1 0 0,1 0 1 0 0,-1 0-1 0 0,5 0 1 0 0,-1 0-4 0 0,1 0 0 0 0,0-1 0 0 0,0 1 0 0 0,0-1 0 0 0,0-1 0 0 0,0 1 0 0 0,-1-1 0 0 0,1 0-1 0 0,0-1 1 0 0,0 0 0 0 0,-1 0 0 0 0,8-3 0 0 0,-9 2-16 0 0,1 0 0 0 0,-1 0-1 0 0,0 0 1 0 0,0-1 0 0 0,0 0 0 0 0,0 0-1 0 0,0 0 1 0 0,-1 0 0 0 0,0-1 0 0 0,0 0-1 0 0,0 0 1 0 0,-1 0 0 0 0,1 0 0 0 0,3-9-1 0 0,-2 4-9 0 0,-3 8 7 0 0,-1 1-1 0 0,1-1 0 0 0,-1 0 0 0 0,0 0 0 0 0,0 0 0 0 0,0 0 0 0 0,0 0 0 0 0,-1 0 1 0 0,1 0-1 0 0,0 0 0 0 0,-1 0 0 0 0,1 0 0 0 0,-1 0 0 0 0,0-5 0 0 0,0 7-5 0 0,-1 0-1 0 0,1 0 1 0 0,0 0-1 0 0,-1 0 1 0 0,1 0-1 0 0,-1 0 1 0 0,1 0-1 0 0,-1 0 1 0 0,1 0-1 0 0,0 0 1 0 0,-1 0-1 0 0,1 0 1 0 0,-1 0-1 0 0,1 0 1 0 0,-1 0-1 0 0,1 0 1 0 0,0 0-1 0 0,-1 0 1 0 0,1 1-1 0 0,-1-1 1 0 0,1 0-1 0 0,0 0 1 0 0,-1 0-1 0 0,1 1 1 0 0,0-1-1 0 0,-1 0 1 0 0,1 1-1 0 0,0-1 1 0 0,-1 0-1 0 0,1 1 1 0 0,0-1-1 0 0,0 0 1 0 0,-1 1-1 0 0,1-1 1 0 0,0 0-1 0 0,0 1 1 0 0,0 0-1 0 0,-12 17 45 0 0,11-15-21 0 0,-3 4-17 0 0,0 1-1 0 0,1 0 1 0 0,-1 1-1 0 0,-1 9 1 0 0,4-16 3 0 0,1-1 0 0 0,-1 1 0 0 0,1 0 0 0 0,-1 0 0 0 0,1 0 0 0 0,0 0 0 0 0,0 0 0 0 0,0 0 0 0 0,0 0-1 0 0,0-1 1 0 0,0 1 0 0 0,1 0 0 0 0,-1 0 0 0 0,1 0 0 0 0,-1 0 0 0 0,1 0 0 0 0,-1-1 0 0 0,1 1 0 0 0,0 0 0 0 0,0-1 0 0 0,0 1 0 0 0,0 0 0 0 0,0-1 0 0 0,1 0 0 0 0,-1 1 0 0 0,2 1 0 0 0,-2-2-10 0 0,-1-1 0 0 0,1 0 0 0 0,-1 1-1 0 0,1-1 1 0 0,-1 0 0 0 0,1 0 0 0 0,-1 1 0 0 0,1-1 0 0 0,-1 0 0 0 0,1 0 0 0 0,0 0 0 0 0,-1 1 0 0 0,1-1 0 0 0,-1 0 0 0 0,1 0-1 0 0,0 0 1 0 0,-1 0 0 0 0,1 0 0 0 0,-1 0 0 0 0,1 0 0 0 0,-1-1 0 0 0,1 1 0 0 0,0 0 0 0 0,-1 0 0 0 0,1 0 0 0 0,-1 0 0 0 0,1-1-1 0 0,-1 1 1 0 0,2-1 0 0 0,-1 0 0 0 0,0 0 0 0 0,0 0-1 0 0,0-1 1 0 0,-1 1 0 0 0,1 0-1 0 0,0 0 1 0 0,0-1 0 0 0,-1 1-1 0 0,1-1 1 0 0,-1 1 0 0 0,1-3-1 0 0,0 0-5 0 0,0 0-1 0 0,0 0 1 0 0,-1 0-1 0 0,0 0 0 0 0,0-1 1 0 0,0 1-1 0 0,0 0 0 0 0,-1-5 1 0 0,-17-22 58 0 0,11 20-60 0 0,6 8 8 0 0,-1 1-1 0 0,1-1 1 0 0,-1 0-1 0 0,1 0 1 0 0,0 0-1 0 0,0 0 1 0 0,-1-3 0 0 0,2 5 1 0 0,0-1 1 0 0,0 1-1 0 0,1 0 1 0 0,-1-1 0 0 0,0 1-1 0 0,0-1 1 0 0,1 1 0 0 0,-1 0-1 0 0,1-1 1 0 0,-1 1-1 0 0,1 0 1 0 0,-1 0 0 0 0,1-1-1 0 0,0 1 1 0 0,0 0 0 0 0,-1 0-1 0 0,1 0 1 0 0,0 0 0 0 0,2-2-1 0 0,-2 2 29 0 0,0 1 0 0 0,0-1 0 0 0,0 0 0 0 0,0 1 0 0 0,0-1-1 0 0,0 1 1 0 0,0-1 0 0 0,0 1 0 0 0,0-1 0 0 0,0 1 0 0 0,0 0 0 0 0,0-1 0 0 0,0 1-1 0 0,0 0 1 0 0,0 0 0 0 0,0 0 0 0 0,0 0 0 0 0,0 0 0 0 0,3 0 0 0 0,0 0 444 0 0,-4 3-377 0 0,0-1 0 0 0,0 1 0 0 0,0-1 0 0 0,0 1 0 0 0,0-1 1 0 0,-1 1-1 0 0,0-1 0 0 0,0 4 0 0 0,-3 1-59 0 0,1 0 0 0 0,0 1 1 0 0,1 0-1 0 0,0-1 0 0 0,0 1 0 0 0,-1 12 0 0 0,-18 90 66 0 0,0-5-68 0 0,11-37-41 0 0,-9 88 53 0 0,11-67 46 0 0,-6 134 205 0 0,14-216-245 0 0,-1 0 0 0 0,1-1-1 0 0,-2 1 1 0 0,1 0 0 0 0,-3 7 0 0 0,3-11-37 0 0,0-1 1 0 0,0 1-1 0 0,0 0 1 0 0,0-1 0 0 0,0 0-1 0 0,-1 1 1 0 0,1-1 0 0 0,-1 0-1 0 0,1 1 1 0 0,-1-1-1 0 0,0 0 1 0 0,0 0 0 0 0,0 0-1 0 0,0-1 1 0 0,-3 3 0 0 0,0-3-7 0 0,1 0 0 0 0,0-1 0 0 0,-1 1 1 0 0,1-1-1 0 0,0 0 0 0 0,-1 0 1 0 0,-5-2-1 0 0,-6 1 11 0 0,-8 0-13 0 0,15 1-12 0 0,-1-1 0 0 0,0 2-1 0 0,0-1 1 0 0,-13 3-1 0 0,23-3 2 0 0,-1 0 0 0 0,1 0 0 0 0,-1 0 0 0 0,0 0 0 0 0,1 0 0 0 0,-1 0 0 0 0,1 1 0 0 0,-1-1-1 0 0,1 0 1 0 0,-1 0 0 0 0,1 0 0 0 0,-1 1 0 0 0,0-1 0 0 0,1 0 0 0 0,-1 0 0 0 0,1 1 0 0 0,0-1 0 0 0,-1 0-1 0 0,1 1 1 0 0,-1-1 0 0 0,1 1 0 0 0,-1-1 0 0 0,1 1 0 0 0,0-1 0 0 0,-1 1 0 0 0,1-1 0 0 0,0 1 0 0 0,0-1 0 0 0,-1 1-1 0 0,1-1 1 0 0,0 1 0 0 0,0-1 0 0 0,0 1 0 0 0,0-1 0 0 0,0 1 0 0 0,0 0 0 0 0,0-1 0 0 0,0 1 0 0 0,0-1-1 0 0,0 1 1 0 0,0 0 0 0 0,0-1 0 0 0,0 1 0 0 0,0-1 0 0 0,0 1 0 0 0,0-1 0 0 0,1 1 0 0 0,-1-1 0 0 0,0 1 0 0 0,1-1-1 0 0,-1 1 1 0 0,0-1 0 0 0,1 1 0 0 0,-1-1 0 0 0,0 1 0 0 0,1-1 0 0 0,-1 1 0 0 0,1-1 0 0 0,0 1 0 0 0,3 3 0 0 0,0-1 1 0 0,0 1 0 0 0,0-1 0 0 0,9 5 0 0 0,2-1 14 0 0,0-1-1 0 0,1 0 1 0 0,-1-1-1 0 0,1-1 1 0 0,19 2-1 0 0,-18-3 3 0 0,0 1-1 0 0,0 0 0 0 0,0 1 1 0 0,21 10-1 0 0,-33-12-16 0 0,0 1-1 0 0,-1 0 0 0 0,0-1 0 0 0,1 2 1 0 0,-1-1-1 0 0,-1 0 0 0 0,1 1 0 0 0,-1 0 0 0 0,1 0 1 0 0,-1 0-1 0 0,-1 0 0 0 0,1 0 0 0 0,2 8 1 0 0,-4-6 8 0 0,0-1 1 0 0,0 1 0 0 0,-1-1 0 0 0,1 0 0 0 0,-1 1 0 0 0,-1-1-1 0 0,0 1 1 0 0,1-1 0 0 0,-2 0 0 0 0,1 1 0 0 0,-1-1-1 0 0,0 0 1 0 0,0 0 0 0 0,-1 0 0 0 0,0 0 0 0 0,0-1 0 0 0,-6 10-1 0 0,5-11-1 0 0,0-1 0 0 0,1 1 0 0 0,-1-1 0 0 0,-1 0 0 0 0,1 0 0 0 0,0 0-1 0 0,-1-1 1 0 0,1 1 0 0 0,-9 2 0 0 0,-49 12 1 0 0,10-3 30 0 0,-58 23 15 0 0,109-36-54 0 0,0 1 0 0 0,0-1 0 0 0,1 0 0 0 0,-1 0 0 0 0,0 0 0 0 0,1 1 0 0 0,-1-1 0 0 0,1 0 0 0 0,0 1 0 0 0,-1-1 1 0 0,1 0-1 0 0,0 1 0 0 0,0-1 0 0 0,0 0 0 0 0,0 1 0 0 0,0-1 0 0 0,0 1 0 0 0,0-1 0 0 0,0 0 0 0 0,0 1 0 0 0,1-1 0 0 0,-1 0 0 0 0,1 1 0 0 0,-1-1 0 0 0,1 0 0 0 0,0 2 0 0 0,19 10 5 0 0,0-1 0 0 0,1-1 1 0 0,0-1-1 0 0,28 9 1 0 0,32 15 18 0 0,-47-19-2 0 0,-24-11-12 0 0,1 0 0 0 0,-1 1-1 0 0,17 11 1 0 0,-25-14-8 0 0,0 0 0 0 0,1 0 0 0 0,-1 0 0 0 0,-1 1 0 0 0,1-1 0 0 0,0 1 0 0 0,0-1 0 0 0,-1 1 0 0 0,0-1 0 0 0,1 1 0 0 0,-1 0 0 0 0,0-1 0 0 0,0 1 0 0 0,0 0 0 0 0,-1 0 0 0 0,1 0 0 0 0,-1 0 0 0 0,0 0 0 0 0,1 0-1 0 0,-1 0 1 0 0,-1 4 0 0 0,1-3 1 0 0,-1 0-1 0 0,1-1 0 0 0,-1 1 0 0 0,0 0 1 0 0,-1-1-1 0 0,1 1 0 0 0,0 0 0 0 0,-1-1 1 0 0,0 0-1 0 0,0 1 0 0 0,0-1 0 0 0,0 0 1 0 0,0 0-1 0 0,-1 0 0 0 0,0 0 0 0 0,-3 3 1 0 0,-9 4 16 0 0,0 0 0 0 0,-2-1 1 0 0,-25 11-1 0 0,3-2 6 0 0,-77 34-63 0 0,65-30 78 0 0,50-22-39 0 0,0 1-1 0 0,0-1 0 0 0,0 1 1 0 0,1-1-1 0 0,-1 1 1 0 0,0-1-1 0 0,0 1 1 0 0,1-1-1 0 0,-1 1 1 0 0,1 0-1 0 0,-1 0 0 0 0,0-1 1 0 0,1 1-1 0 0,-1 0 1 0 0,1 0-1 0 0,0-1 1 0 0,-1 1-1 0 0,1 0 1 0 0,0 0-1 0 0,-1 0 0 0 0,1 0 1 0 0,0 0-1 0 0,0 0 1 0 0,0 0-1 0 0,0-1 1 0 0,0 1-1 0 0,0 0 1 0 0,0 0-1 0 0,0 0 0 0 0,0 0 1 0 0,0 1-1 0 0,1 0-1 0 0,0-1 0 0 0,-1 1 0 0 0,1 0 1 0 0,0-1-1 0 0,0 1 0 0 0,-1-1 0 0 0,1 1 0 0 0,1-1 0 0 0,-1 0 0 0 0,0 1 0 0 0,0-1 0 0 0,0 0 0 0 0,1 0 0 0 0,-1 0 0 0 0,0 0 0 0 0,3 2 0 0 0,38 16 24 0 0,76 26-1 0 0,-69-28 63 0 0,48 23 0 0 0,-97-40-83 0 0,1 1 0 0 0,0-1-1 0 0,-1 0 1 0 0,1 0 0 0 0,-1 0-1 0 0,1 1 1 0 0,-1-1 0 0 0,1 0-1 0 0,-1 1 1 0 0,1-1 0 0 0,-1 0-1 0 0,1 1 1 0 0,-1-1 0 0 0,1 1 0 0 0,-1-1-1 0 0,0 1 1 0 0,1-1 0 0 0,-1 1-1 0 0,0-1 1 0 0,1 1 0 0 0,-1-1-1 0 0,0 1 1 0 0,0-1 0 0 0,0 1 0 0 0,1 0-1 0 0,-1-1 1 0 0,0 1 0 0 0,0-1-1 0 0,0 1 1 0 0,0 0 0 0 0,0-1-1 0 0,0 1 1 0 0,0 0 0 0 0,-1 1 1 0 0,0-1-1 0 0,0 0 1 0 0,0 1 0 0 0,0-1-1 0 0,0 0 1 0 0,0 0 0 0 0,0 1-1 0 0,0-1 1 0 0,0 0 0 0 0,-1 0 0 0 0,1 0-1 0 0,-2 0 1 0 0,-5 4 0 0 0,-1-1 0 0 0,1 0 0 0 0,-13 4-1 0 0,7-4 9 0 0,0 0 0 0 0,1 1-1 0 0,-23 11 1 0 0,34-14-11 0 0,0 0 1 0 0,-1 0-1 0 0,1-1 0 0 0,0 1 1 0 0,1 1-1 0 0,-1-1 0 0 0,0 0 1 0 0,1 0-1 0 0,-1 1 0 0 0,1-1 1 0 0,0 1-1 0 0,-1-1 0 0 0,1 1 0 0 0,0-1 1 0 0,1 1-1 0 0,-1 0 0 0 0,0 0 1 0 0,0 5-1 0 0,0 5-4 0 0,1 1-1 0 0,2 23 1 0 0,-1-17 5 0 0,8 164 32 0 0,-5-86-34 0 0,3 132 58 0 0,-6-176-81 0 0,1-33 44 0 0,-2 1 0 0 0,0-1 0 0 0,-2 0 0 0 0,0 0 0 0 0,-7 30 0 0 0,5-34 11 0 0,4-15-33 0 0,0 1-1 0 0,-1-1 1 0 0,1 1-1 0 0,-1-1 1 0 0,0 1-1 0 0,0-1 1 0 0,0 0-1 0 0,0 1 1 0 0,0-1-1 0 0,0 0 1 0 0,0 0 0 0 0,-1 0-1 0 0,1 0 1 0 0,-3 2-1 0 0,3-1-52 0 0,0-1 0 0 0,1 0 0 0 0,-1 0-1 0 0,1 1 1 0 0,0-1 0 0 0,0 0 0 0 0,-1 0 0 0 0,2 1-1 0 0,-1-1 1 0 0,0 4 0 0 0,1 1-3204 0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6.589"/>
    </inkml:context>
    <inkml:brush xml:id="br0">
      <inkml:brushProperty name="width" value="0.05" units="cm"/>
      <inkml:brushProperty name="height" value="0.05" units="cm"/>
    </inkml:brush>
  </inkml:definitions>
  <inkml:trace contextRef="#ctx0" brushRef="#br0">222 609 2048 0 0,'0'0'1825'0'0,"-5"-14"-1348"0"0,-6 8-564 0 0,8 5 415 0 0,0-1 1 0 0,0 0-1 0 0,-1 1 1 0 0,1-1-1 0 0,0 1 1 0 0,-1 0-1 0 0,1 0 1 0 0,-1 1-1 0 0,1-1 1 0 0,-1 1-1 0 0,-6-1 0 0 0,8 1-210 0 0,0 0-1 0 0,0-1 0 0 0,0 1 0 0 0,0-1 0 0 0,0 0 0 0 0,0 0 0 0 0,0 0 0 0 0,0 0 0 0 0,0 0 0 0 0,0 0 0 0 0,0 0 0 0 0,-2-3 1 0 0,-10-4 699 0 0,13 7-556 0 0,-1 1 0 0 0,0 0 1 0 0,1 0-1 0 0,-1 0 0 0 0,0 0 1 0 0,0 0-1 0 0,1 0 0 0 0,-1 0 1 0 0,-3 1-1 0 0,2 0 1000 0 0,13-3-1520 0 0,161-40 735 0 0,95-27 623 0 0,-60 8-553 0 0,60-21-336 0 0,-197 58-176 0 0,87-38 72 0 0,-123 46-90 0 0,1 1-1 0 0,0 1 1 0 0,1 2-1 0 0,42-9 1 0 0,-43 21 102 0 0,-29 0-102 0 0,0 0 1 0 0,0 0-1 0 0,1 0 0 0 0,9-2 1 0 0,3-5-19 0 0,-16 6 7 0 0,0 0 0 0 0,1 0 0 0 0,-1 0 0 0 0,0 0 0 0 0,1 0 0 0 0,-1 1 1 0 0,0-1-1 0 0,1 1 0 0 0,4-1 0 0 0,-2 1 6 0 0,1 0-1 0 0,-1-1 1 0 0,1 0-1 0 0,0 0 1 0 0,-1 0-1 0 0,0-1 1 0 0,1 0-1 0 0,-1 0 1 0 0,0 0-1 0 0,7-4 1 0 0,-9 5-20 0 0,-1 1-1 0 0,1-1 1 0 0,0 1 0 0 0,-1-1-1 0 0,1 1 1 0 0,0 0 0 0 0,4 1-1 0 0,0-1 56 0 0,-6 0 36 0 0,-37-2 72 0 0,8 3-186 0 0,0 1 1 0 0,1 2-1 0 0,-33 8 1 0 0,-82 27-265 0 0,93-24 220 0 0,-188 64 121 0 0,-13 4-11 0 0,117-50-15 0 0,-32 9 67 0 0,37-6-42 0 0,61-18-65 0 0,60-16 23 0 0,-133 33 129 0 0,136-34-122 0 0,-1 0 0 0 0,1 1-1 0 0,0-1 1 0 0,-1 1 0 0 0,1 0 0 0 0,0 0-1 0 0,0 1 1 0 0,0-1 0 0 0,1 1-1 0 0,-1 0 1 0 0,1-1 0 0 0,-1 2 0 0 0,1-1-1 0 0,-3 4 1 0 0,0-3-15 0 0,-1 0 0 0 0,1 0 1 0 0,-1-1-1 0 0,0 0 0 0 0,0 0 0 0 0,0 0 1 0 0,-9 1-1 0 0,2 0 11 0 0,12-3 0 0 0,0 1-1 0 0,-1-1 1 0 0,1 0 0 0 0,0 1 0 0 0,0 0 0 0 0,0-1 0 0 0,0 1-1 0 0,0 0 1 0 0,0 0 0 0 0,0 0 0 0 0,1 0 0 0 0,-1 1 0 0 0,1-1-1 0 0,0 0 1 0 0,-2 5 0 0 0,3-7-10 0 0,18-2-3 0 0,1-2 0 0 0,-1 1 0 0 0,0-2 0 0 0,23-9 0 0 0,-12 5-2 0 0,108-41-60 0 0,-83 32 47 0 0,81-39 0 0 0,-98 41 11 0 0,474-185-30 0 0,23 19 27 0 0,-488 168 8 0 0,54-9 1 0 0,-64 20 206 0 0,-20 3-5900 0 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1.064"/>
    </inkml:context>
    <inkml:brush xml:id="br0">
      <inkml:brushProperty name="width" value="0.05" units="cm"/>
      <inkml:brushProperty name="height" value="0.05" units="cm"/>
    </inkml:brush>
  </inkml:definitions>
  <inkml:trace contextRef="#ctx0" brushRef="#br0">82 778 2817 0 0,'0'0'492'0'0,"-8"-20"1384"0"0,-4-24-736 0 0,3-1-1 0 0,1 0 1 0 0,-3-78 0 0 0,11 118-1054 0 0,-4-40 393 0 0,-2-42 412 0 0,8-67 1177 0 0,-2 155-2051 0 0,1-1 1 0 0,0 0-1 0 0,0 0 0 0 0,-1 1 1 0 0,1-1-1 0 0,0 0 0 0 0,-1 1 0 0 0,1-1 1 0 0,0 0-1 0 0,-1 1 0 0 0,1-1 0 0 0,-1 1 1 0 0,1-1-1 0 0,-1 1 0 0 0,1 0 0 0 0,-1-1 1 0 0,1 1-1 0 0,0 0 0 0 0,36 91 125 0 0,5 11-10 0 0,0 41-62 0 0,35 230 1 0 0,-63-249-47 0 0,10 59 24 0 0,-12-117-6 0 0,6 108 0 0 0,-13 68-12 0 0,-5-231-37 0 0,10 241 84 0 0,0 2-32 0 0,-5-86-41 0 0,-1-92 13 0 0,-3 1 1 0 0,-18 146-1 0 0,-9 27 149 0 0,22-195 27 0 0,2 10 78 0 0,2-38-111 0 0,-5 33 0 0 0,2-33 278 0 0,2 43 0 0 0,1-44 198 0 0,0-27-548 0 0,0-22 66 0 0,-4-56-110 0 0,-4 1 0 0 0,-3 0 0 0 0,-33-120 0 0 0,22 120-35 0 0,-15-115 1 0 0,7-82 57 0 0,22 155-55 0 0,-9-80 22 0 0,-1 74-38 0 0,-3-17 20 0 0,-4-192 1 0 0,26 216 22 0 0,-4-144 203 0 0,-12 115 41 0 0,-4-99-189 0 0,19-260 18 0 0,2 479-116 0 0,8-48 0 0 0,-2 17-86 0 0,-7 56 153 0 0,2-21-544 0 0,2 19 47 0 0,1 14 202 0 0,39 140 165 0 0,-3-11 18 0 0,-6-27 11 0 0,-5 2-1 0 0,-5 0 1 0 0,18 185 0 0 0,-25 86-125 0 0,-6-59 198 0 0,-1 54 11 0 0,-11-306-39 0 0,-12 262 72 0 0,2-247-13 0 0,4 1 0 0 0,9 137 0 0 0,9-144 28 0 0,-8-53 18 0 0,0 1 0 0 0,-1 35 0 0 0,-4-65-68 0 0,-1-18 13 0 0,1 0 0 0 0,2-23 1 0 0,0-14 7 0 0,-65-566 68 0 0,20 279-113 0 0,9-58-52 0 0,11 113 44 0 0,15 203-17 0 0,-18-238 40 0 0,24 0 100 0 0,26 105-76 0 0,-11 120-78 0 0,-4 69-261 0 0,-9 27 266 0 0,0-1 0 0 0,1 1-1 0 0,-1 0 1 0 0,0-1 0 0 0,0 1 0 0 0,0 0-1 0 0,1 0 1 0 0,-1-1 0 0 0,0 1 0 0 0,0 0-1 0 0,0-1 1 0 0,1 1 0 0 0,-1 0 0 0 0,0 0-1 0 0,1 0 1 0 0,-1-1 0 0 0,0 1 0 0 0,1 0-1 0 0,-1 0 1 0 0,0 0 0 0 0,1 0 0 0 0,-1 0-1 0 0,0-1 1 0 0,1 1 0 0 0,-1 0 0 0 0,1 0-1 0 0,0 1 4 0 0,-1-1 0 0 0,1 1 0 0 0,-1-1 0 0 0,1 1 0 0 0,0 0-1 0 0,-1-1 1 0 0,1 1 0 0 0,-1 0 0 0 0,0-1 0 0 0,1 1 0 0 0,-1 0-1 0 0,1 0 1 0 0,-1-1 0 0 0,0 1 0 0 0,0 0 0 0 0,0 0 0 0 0,1 0-1 0 0,-1 0 1 0 0,22 121-104 0 0,-8-33 54 0 0,33 199-207 0 0,-41-250 140 0 0,18 68-1 0 0,-17-74 33 0 0,-1 0-1 0 0,3 58 1 0 0,-8 67-158 0 0,-1-111 177 0 0,-25 434-524 0 0,1 36 684 0 0,24-469-50 0 0,-1 44 105 0 0,17 135 1 0 0,-14-214-87 0 0,-1 0 1 0 0,0 0-1 0 0,-1 0 0 0 0,0 0 1 0 0,-3 14-1 0 0,3-24-60 0 0,-1 0 0 0 0,0 0 0 0 0,0 0-1 0 0,0 0 1 0 0,0 0 0 0 0,0 0 0 0 0,0 0-1 0 0,-1 0 1 0 0,1 0 0 0 0,-1-1 0 0 0,-1 3-1 0 0,-14 6-4299 0 0,9-8 2286 0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09.992"/>
    </inkml:context>
    <inkml:brush xml:id="br0">
      <inkml:brushProperty name="width" value="0.05" units="cm"/>
      <inkml:brushProperty name="height" value="0.05" units="cm"/>
    </inkml:brush>
  </inkml:definitions>
  <inkml:trace contextRef="#ctx0" brushRef="#br0">124 117 200 0 0,'0'0'205'0'0,"-18"-28"5347"0"0,15 11-4387 0 0,2-1 0 0 0,0-26 0 0 0,1 34-826 0 0,1 10-318 0 0,-1 1 0 0 0,1-1 0 0 0,0 0-1 0 0,0 0 1 0 0,-1 0 0 0 0,1 1 0 0 0,0-1-1 0 0,0 0 1 0 0,-1 1 0 0 0,1-1-1 0 0,0 0 1 0 0,-1 1 0 0 0,1-1 0 0 0,-1 1-1 0 0,1-1 1 0 0,0 1 0 0 0,-1-1 0 0 0,1 1-1 0 0,-1 0 1 0 0,1-1 0 0 0,0 2 0 0 0,2 15 20 0 0,0-1 0 0 0,-2 0 1 0 0,1 1-1 0 0,-3 26 1 0 0,-11 68 71 0 0,11-100-97 0 0,-13 81-2 0 0,-8 79 1 0 0,-26 128 100 0 0,44-278-91 0 0,4-20-196 0 0,-7 25 695 0 0,1-16-1199 0 0,6-10 598 0 0,0 0-1 0 0,-1 1 0 0 0,1-1 1 0 0,0 0-1 0 0,0 0 1 0 0,0 0-1 0 0,-1 0 1 0 0,1 0-1 0 0,0 0 1 0 0,0 0-1 0 0,-1 0 1 0 0,1 0-1 0 0,0 0 1 0 0,0 0-1 0 0,0 0 0 0 0,-1 0 1 0 0,1 0-1 0 0,0 0 1 0 0,0 0-1 0 0,0 0 1 0 0,-1 0-1 0 0,1-1 1 0 0,0 1-1 0 0,0 0 1 0 0,0 0-1 0 0,-1 0 0 0 0,1 0 1 0 0,0 0-1 0 0,0 0 1 0 0,0-1-1 0 0,0 1 1 0 0,0 0-1 0 0,-1 0 1 0 0,1 0-1 0 0,0 0 1 0 0,0-1-1 0 0,0 1 0 0 0,0 0 1 0 0,0 0-1 0 0,0-1 1 0 0,-2-2-1768 0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0.640"/>
    </inkml:context>
    <inkml:brush xml:id="br0">
      <inkml:brushProperty name="width" value="0.05" units="cm"/>
      <inkml:brushProperty name="height" value="0.05" units="cm"/>
    </inkml:brush>
  </inkml:definitions>
  <inkml:trace contextRef="#ctx0" brushRef="#br0">58 46 5809 0 0,'10'-19'1167'0'0,"1"15"-1050"0"0,0-1 1 0 0,1 1-1 0 0,-1 1 0 0 0,1 0 0 0 0,0 0 1 0 0,0 1-1 0 0,0 1 0 0 0,0 0 0 0 0,0 1 1 0 0,0 0-1 0 0,0 0 0 0 0,0 2 0 0 0,0-1 1 0 0,-1 2-1 0 0,1-1 0 0 0,0 2 0 0 0,-1-1 1 0 0,0 2-1 0 0,1 0 0 0 0,-2 0 0 0 0,1 0 1 0 0,-1 2-1 0 0,0-1 0 0 0,15 13 0 0 0,-23-17-90 0 0,1 0 0 0 0,-1 1-1 0 0,1-1 1 0 0,-1 1-1 0 0,0-1 1 0 0,0 1 0 0 0,0 0-1 0 0,0 0 1 0 0,0 0-1 0 0,0 0 1 0 0,1 5-1 0 0,1 2 20 0 0,2 2 29 0 0,-3-7-46 0 0,-1 0 0 0 0,1 0 0 0 0,-1 0 0 0 0,0 0 0 0 0,0 1 0 0 0,-1-1 0 0 0,1 1 1 0 0,-1-1-1 0 0,0 1 0 0 0,-1 0 0 0 0,0-1 0 0 0,0 1 0 0 0,-1 11 0 0 0,0-11-10 0 0,-1 0 0 0 0,0 0 0 0 0,-1 0 0 0 0,1-1 0 0 0,-6 9 0 0 0,-5 14 22 0 0,9-20-19 0 0,1-1-1 0 0,-1 0 1 0 0,0 0-1 0 0,-1-1 1 0 0,0 1-1 0 0,0-1 1 0 0,0 0 0 0 0,-8 6-1 0 0,-53 42 254 0 0,58-47-249 0 0,-9 4 13 0 0,0-1 0 0 0,-23 11 0 0 0,-17 11-4 0 0,47-27-14 0 0,1 0-1 0 0,-1 0 1 0 0,-15 4 0 0 0,16-6 8 0 0,-1 0 0 0 0,1 1 0 0 0,0 0 0 0 0,-13 9 0 0 0,19-11 29 0 0,-13 9 75 0 0,15-11-131 0 0,1 0 0 0 0,0 0 0 0 0,-1 1-1 0 0,1-1 1 0 0,0 0 0 0 0,0 0 0 0 0,-1 0 0 0 0,1 0 0 0 0,0 0 0 0 0,0 1 0 0 0,-1-1 0 0 0,1 0 0 0 0,0 0 0 0 0,0 0 0 0 0,0 1 0 0 0,-1-1 0 0 0,1 0 0 0 0,0 0 0 0 0,0 0 0 0 0,0 1 0 0 0,0-1 0 0 0,0 0 0 0 0,-1 1 0 0 0,1-1 0 0 0,0 0 0 0 0,0 0 0 0 0,0 1 0 0 0,0-1 0 0 0,0 0 0 0 0,0 1 0 0 0,0-1 0 0 0,0 0 0 0 0,0 0 0 0 0,0 1 0 0 0,0-1 0 0 0,0 0-1 0 0,0 1 1 0 0,0-1 0 0 0,0 0 0 0 0,0 0 0 0 0,1 1 0 0 0,-1-1 0 0 0,0 1 0 0 0,42 6 29 0 0,-8 7-15 0 0,0 2-1 0 0,-2 1 1 0 0,0 1-1 0 0,44 35 1 0 0,-21-16 43 0 0,-52-35-49 0 0,0 0 0 0 0,0 1 0 0 0,0-1 0 0 0,0 1 0 0 0,-1-1 0 0 0,1 1 0 0 0,0 0 0 0 0,-1 0 0 0 0,0 0 0 0 0,3 5 0 0 0,14 12 38 0 0,-9-11-2306 0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3.762"/>
    </inkml:context>
    <inkml:brush xml:id="br0">
      <inkml:brushProperty name="width" value="0.05" units="cm"/>
      <inkml:brushProperty name="height" value="0.05" units="cm"/>
    </inkml:brush>
  </inkml:definitions>
  <inkml:trace contextRef="#ctx0" brushRef="#br0">153 118 376 0 0,'0'0'422'0'0,"-10"-17"2469"0"0,9 15-2698 0 0,0 1 1 0 0,0-1-1 0 0,0 0 0 0 0,0 0 1 0 0,0 1-1 0 0,0-1 1 0 0,0 0-1 0 0,0 0 1 0 0,1 0-1 0 0,-1 0 0 0 0,1 0 1 0 0,0 0-1 0 0,-1 0 1 0 0,1 0-1 0 0,0-4 0 0 0,-4-18 1051 0 0,4 24-1227 0 0,0 0 0 0 0,0 0-1 0 0,0 0 1 0 0,-1-1 0 0 0,1 1-1 0 0,0 0 1 0 0,0 0 0 0 0,0 0 0 0 0,0 0-1 0 0,0 0 1 0 0,0-1 0 0 0,0 1 0 0 0,0 0-1 0 0,-1 0 1 0 0,1 0 0 0 0,0 0 0 0 0,0 0-1 0 0,0 0 1 0 0,0 0 0 0 0,0 0 0 0 0,0-1-1 0 0,-1 1 1 0 0,1 0 0 0 0,0 0-1 0 0,0 0 1 0 0,0 0 0 0 0,0 0 0 0 0,-1 0-1 0 0,1 0 1 0 0,0 0 0 0 0,0 0 0 0 0,0 0-1 0 0,0 0 1 0 0,-1 0 0 0 0,1 0 0 0 0,0 0-1 0 0,0 0 1 0 0,0 0 0 0 0,0 0 0 0 0,-1 0-1 0 0,1 1 1 0 0,0-1 0 0 0,0 0-1 0 0,0 0 1 0 0,0 0 0 0 0,0 0 0 0 0,-1 0-1 0 0,1 0 1 0 0,0 0 0 0 0,-7 12 244 0 0,-4 13-225 0 0,11-24 5 0 0,-25 82 221 0 0,4 1 1 0 0,-11 99-1 0 0,22-119 114 0 0,7-48-27 0 0,1 3-10 0 0,0-14-182 0 0,1-6 1 0 0,-2-30-147 0 0,1 0 1 0 0,1-1-1 0 0,1 1 1 0 0,2 0-1 0 0,9-47 1 0 0,-6 53-8 0 0,1 0 0 0 0,1 1 1 0 0,1 0-1 0 0,2 1 1 0 0,0 0-1 0 0,1 0 0 0 0,19-28 1 0 0,-27 48-1 0 0,-1-1-4 0 0,0 0 0 0 0,1 0 0 0 0,0 0 1 0 0,-1 1-1 0 0,1 0 0 0 0,0-1 0 0 0,1 1 0 0 0,-1 0 0 0 0,1 0 1 0 0,-1 1-1 0 0,1-1 0 0 0,0 1 0 0 0,0 0 0 0 0,7-3 0 0 0,13-6-17 0 0,-20 8 38 0 0,1 0-1 0 0,-1 1 0 0 0,1 0 0 0 0,0 0 1 0 0,0 1-1 0 0,5-2 0 0 0,-9 3-17 0 0,0 0 0 0 0,1 0 0 0 0,-1 0 0 0 0,0 0 0 0 0,1 0 0 0 0,-1 0 0 0 0,0 0 0 0 0,1 1 0 0 0,-1-1 0 0 0,0 1 0 0 0,0-1 0 0 0,1 0 0 0 0,-1 1 0 0 0,0 0 0 0 0,0-1 0 0 0,0 1 0 0 0,0 0 0 0 0,0 0-1 0 0,0 0 1 0 0,0-1 0 0 0,0 1 0 0 0,0 0 0 0 0,0 0 0 0 0,0 0 0 0 0,-1 1 0 0 0,1-1 0 0 0,0 0 0 0 0,0 2 0 0 0,3 7 18 0 0,-1 0 0 0 0,0 0 1 0 0,-1 0-1 0 0,0 1 0 0 0,-1-1 0 0 0,0 0 0 0 0,0 1 0 0 0,-1 0 0 0 0,-1-1 0 0 0,1 1 0 0 0,-4 11 1 0 0,3-18-16 0 0,0 0 0 0 0,0 0 0 0 0,-1-1 1 0 0,1 1-1 0 0,-1 0 0 0 0,0-1 1 0 0,0 1-1 0 0,0-1 0 0 0,0 0 1 0 0,-1 0-1 0 0,1 0 0 0 0,-1 0 0 0 0,0 0 1 0 0,-3 3-1 0 0,-5 1 12 0 0,0 1-1 0 0,-23 10 1 0 0,17-8-23 0 0,-34 12 23 0 0,15 0 12 0 0,36-22-29 0 0,-1 0-1 0 0,1 1 0 0 0,-1-1 0 0 0,1 0 1 0 0,-1 0-1 0 0,1 1 0 0 0,-1-1 1 0 0,1 0-1 0 0,0 1 0 0 0,-1-1 0 0 0,1 1 1 0 0,0-1-1 0 0,-1 0 0 0 0,1 1 0 0 0,0-1 1 0 0,-1 1-1 0 0,1-1 0 0 0,0 1 1 0 0,0-1-1 0 0,0 1 0 0 0,0-1 0 0 0,-1 1 1 0 0,1-1-1 0 0,0 1 0 0 0,0-1 1 0 0,0 1-1 0 0,0-1 0 0 0,0 1 0 0 0,0-1 1 0 0,0 1-1 0 0,0-1 0 0 0,0 1 1 0 0,1-1-1 0 0,-1 1 0 0 0,0 0 0 0 0,0-1 1 0 0,1 1-1 0 0,1 6 5 0 0,1-1 0 0 0,1 0 0 0 0,-1 0 0 0 0,1 0 0 0 0,0 0 0 0 0,1 0 0 0 0,-1-1 0 0 0,1 0 1 0 0,0 0-1 0 0,1 0 0 0 0,-1-1 0 0 0,1 0 0 0 0,0 0 0 0 0,9 6 0 0 0,28 10 104 0 0,-19-10-40 0 0,36 22 0 0 0,-41-13 105 0 0,-18-18-224 0 0,-1-1 0 0 0,1 1-1 0 0,-1-1 1 0 0,0 0 0 0 0,1 1-1 0 0,-1-1 1 0 0,0 1 0 0 0,1-1-1 0 0,-1 1 1 0 0,0-1 0 0 0,0 1-1 0 0,0-1 1 0 0,1 1 0 0 0,-1-1-1 0 0,0 1 1 0 0,0 0 0 0 0,0-1-1 0 0,0 1 1 0 0,0-1-1 0 0,0 1 1 0 0,0-1 0 0 0,0 1-1 0 0,0-1 1 0 0,0 1 0 0 0,0 0-1 0 0,0-1 1 0 0,-1 1 0 0 0,1-1-1 0 0,0 1 1 0 0,0-1 0 0 0,-1 1-1 0 0,1-1 1 0 0,0 1 0 0 0,0-1-1 0 0,-1 1 1 0 0,1-1 0 0 0,-1 0-1 0 0,1 1 1 0 0,0-1 0 0 0,-1 0-1 0 0,1 1 1 0 0,-1-1 0 0 0,0 1-1 0 0,-7-1-5186 0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4.268"/>
    </inkml:context>
    <inkml:brush xml:id="br0">
      <inkml:brushProperty name="width" value="0.05" units="cm"/>
      <inkml:brushProperty name="height" value="0.05" units="cm"/>
    </inkml:brush>
  </inkml:definitions>
  <inkml:trace contextRef="#ctx0" brushRef="#br0">59 26 3233 0 0,'-10'-14'2683'0'0,"9"14"-2605"0"0,0 0 0 0 0,1 0 0 0 0,-1 0 0 0 0,1-1 0 0 0,-1 1 0 0 0,1 0 0 0 0,-1 0-1 0 0,0 0 1 0 0,1-1 0 0 0,-1 1 0 0 0,1 0 0 0 0,-1-1 0 0 0,1 1 0 0 0,0 0 0 0 0,-1-1 0 0 0,1 1 0 0 0,-1-1 0 0 0,1 1 0 0 0,0-1 0 0 0,-1 1 0 0 0,1-1 0 0 0,0 1 0 0 0,-1-1 0 0 0,1 1 0 0 0,0-1 0 0 0,0 1-1 0 0,-1-3 1199 0 0,0 8-596 0 0,1 2-729 0 0,-4 20 173 0 0,-11 44-1 0 0,4-21 43 0 0,9-35-48 0 0,0 1 0 0 0,1-1 1 0 0,2 17-1 0 0,-1-8 119 0 0,1-22-212 0 0,-1-1-1 0 0,0 1 1 0 0,1-1-1 0 0,0 0 1 0 0,-1 1-1 0 0,1-1 1 0 0,0 0-1 0 0,0 0 0 0 0,0 0 1 0 0,0 1-1 0 0,0-1 1 0 0,0 0-1 0 0,0 0 1 0 0,0 0-1 0 0,0 0 1 0 0,0-1-1 0 0,0 1 1 0 0,1 0-1 0 0,-1 0 0 0 0,0-1 1 0 0,1 1-1 0 0,-1-1 1 0 0,0 1-1 0 0,4 0 1 0 0,34 7 77 0 0,-32-7-88 0 0,0-1 1 0 0,0 0 0 0 0,0 0-1 0 0,0-1 1 0 0,0 0-1 0 0,-1 0 1 0 0,1-1 0 0 0,0 1-1 0 0,-1-2 1 0 0,12-4-1 0 0,-13 5-763 0 0,-1-1-1 0 0,1 0 1 0 0,-1 0-1 0 0,0 0 1 0 0,4-5-1 0 0,-6 7-628 0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4.661"/>
    </inkml:context>
    <inkml:brush xml:id="br0">
      <inkml:brushProperty name="width" value="0.05" units="cm"/>
      <inkml:brushProperty name="height" value="0.05" units="cm"/>
    </inkml:brush>
  </inkml:definitions>
  <inkml:trace contextRef="#ctx0" brushRef="#br0">16 25 2401 0 0,'-15'0'6765'0'0,"154"-7"-5353"0"0,-107 8-1326 0 0,-22 0-88 0 0,1 0 0 0 0,0-1 0 0 0,0 0 0 0 0,17-3 0 0 0,-27 2-179 0 0,1 1-1 0 0,-1-1 0 0 0,0 1 1 0 0,0-1-1 0 0,0 1 1 0 0,0-1-1 0 0,1 0 0 0 0,-1 1 1 0 0,0-1-1 0 0,0 0 0 0 0,0 0 1 0 0,0 0-1 0 0,0 0 1 0 0,-1 0-1 0 0,3-2 0 0 0,-2 0-1557 0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4.994"/>
    </inkml:context>
    <inkml:brush xml:id="br0">
      <inkml:brushProperty name="width" value="0.05" units="cm"/>
      <inkml:brushProperty name="height" value="0.05" units="cm"/>
    </inkml:brush>
  </inkml:definitions>
  <inkml:trace contextRef="#ctx0" brushRef="#br0">8 51 4793 0 0,'0'0'137'0'0,"0"0"0"0"0,-1 0 0 0 0,1 0-1 0 0,0 0 1 0 0,-1 0 0 0 0,1 0 0 0 0,0 0 0 0 0,-1 0-1 0 0,1 0 1 0 0,0 0 0 0 0,0 0 0 0 0,-1 0 0 0 0,1 0 0 0 0,0-1-1 0 0,-1 1 1 0 0,1 0 0 0 0,0 0 0 0 0,0 0 0 0 0,-1 0 0 0 0,1-1-1 0 0,0 1 1 0 0,0 0 0 0 0,-1 0 0 0 0,1-1 0 0 0,0 1-1 0 0,0-1 1 0 0,0 1-106 0 0,0 0 0 0 0,0-1 0 0 0,0 1-1 0 0,0 0 1 0 0,0-1 0 0 0,0 1 0 0 0,0 0-1 0 0,0 0 1 0 0,0-1 0 0 0,0 1 0 0 0,0 0-1 0 0,0-1 1 0 0,0 1 0 0 0,0 0 0 0 0,0 0-1 0 0,1-1 1 0 0,-1 1 0 0 0,0 0 0 0 0,0 0 0 0 0,0-1-1 0 0,1 1 1 0 0,-1 0 0 0 0,0 0 0 0 0,0 0-1 0 0,0 0 1 0 0,1-1 0 0 0,-1 1 0 0 0,0 0-1 0 0,0 0 1 0 0,1 0 0 0 0,-1 0 0 0 0,0 0-1 0 0,1 0 1 0 0,-1-1 0 0 0,0 1 0 0 0,0 0-1 0 0,1 0 1 0 0,-1 0 0 0 0,0 0 0 0 0,1 0-1 0 0,-1 0 1 0 0,0 0 0 0 0,1 1 0 0 0,31-3 364 0 0,52-9 0 0 0,6 0 34 0 0,17-1-2035 0 0,-83 9-1593 0 0,-18 3 1249 0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5.538"/>
    </inkml:context>
    <inkml:brush xml:id="br0">
      <inkml:brushProperty name="width" value="0.05" units="cm"/>
      <inkml:brushProperty name="height" value="0.05" units="cm"/>
    </inkml:brush>
  </inkml:definitions>
  <inkml:trace contextRef="#ctx0" brushRef="#br0">84 1 8834 0 0,'0'0'33'0'0,"-1"0"-1"0"0,0 0 1 0 0,0 1 0 0 0,0-1 0 0 0,1 1 0 0 0,-1-1-1 0 0,0 1 1 0 0,0-1 0 0 0,1 1 0 0 0,-1-1-1 0 0,1 1 1 0 0,-1 0 0 0 0,0-1 0 0 0,1 1-1 0 0,-1 0 1 0 0,1 0 0 0 0,-1-1 0 0 0,1 1 0 0 0,0 0-1 0 0,-1 0 1 0 0,1 0 0 0 0,0-1 0 0 0,0 1-1 0 0,-1 0 1 0 0,1 0 0 0 0,0 1 0 0 0,-6 34-82 0 0,4-21 176 0 0,-21 85 828 0 0,12-62-672 0 0,2-1 0 0 0,2 2 0 0 0,-3 69 0 0 0,10 41-28 0 0,-1-222-541 0 0,3-107-153 0 0,0 139 365 0 0,2 1 1 0 0,14-58-1 0 0,-17 93 76 0 0,0 0 1 0 0,1 0-1 0 0,0 0 0 0 0,0 0 0 0 0,0 0 1 0 0,1 0-1 0 0,-1 1 0 0 0,1-1 0 0 0,4-5 1 0 0,26-9 170 0 0,-26 16-154 0 0,3-1 14 0 0,0 0 0 0 0,0 0 1 0 0,0 2-1 0 0,1-1 1 0 0,-1 1-1 0 0,21-2 0 0 0,66 5 108 0 0,-43 0-778 0 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5.870"/>
    </inkml:context>
    <inkml:brush xml:id="br0">
      <inkml:brushProperty name="width" value="0.05" units="cm"/>
      <inkml:brushProperty name="height" value="0.05" units="cm"/>
    </inkml:brush>
  </inkml:definitions>
  <inkml:trace contextRef="#ctx0" brushRef="#br0">1 65 6817 0 0,'0'0'975'0'0,"14"10"-188"0"0,1-10-340 0 0,0-1 0 0 0,1-1-1 0 0,-1 0 1 0 0,0-1 0 0 0,0-1 0 0 0,-1 0-1 0 0,1-1 1 0 0,22-11 0 0 0,-24 10-453 0 0,0 1 0 0 0,1 0 0 0 0,0 0-1 0 0,0 1 1 0 0,0 1 0 0 0,0 1 0 0 0,20-2 0 0 0,-24 1-2343 0 0,-8 3 781 0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8.543"/>
    </inkml:context>
    <inkml:brush xml:id="br0">
      <inkml:brushProperty name="width" value="0.05" units="cm"/>
      <inkml:brushProperty name="height" value="0.05" units="cm"/>
    </inkml:brush>
  </inkml:definitions>
  <inkml:trace contextRef="#ctx0" brushRef="#br0">54 453 384 0 0,'0'0'156'0'0,"-7"-15"1230"0"0,4-11-704 0 0,2 0 0 0 0,1 1 0 0 0,1-1 0 0 0,5-27 0 0 0,26-184 2839 0 0,-30 193-2275 0 0,-3 44-1213 0 0,-1 0 0 0 0,0 0-1 0 0,1 0 1 0 0,-1 0 0 0 0,0 0-1 0 0,1 0 1 0 0,-1 1-1 0 0,1-1 1 0 0,-1 1 0 0 0,0-1-1 0 0,1 1 1 0 0,-3 1 0 0 0,1 0-4 0 0,0 1 0 0 0,0-1 0 0 0,1 1 0 0 0,-1 0 0 0 0,1 0 0 0 0,0 0 0 0 0,0 0 0 0 0,0 0 0 0 0,0 1 1 0 0,0-1-1 0 0,1 1 0 0 0,0-1 0 0 0,-1 1 0 0 0,1-1 0 0 0,1 1 0 0 0,-1 0 0 0 0,0-1 0 0 0,1 1 0 0 0,0 0 1 0 0,0 0-1 0 0,1 7 0 0 0,22 401 53 0 0,-5-70 58 0 0,-15-320-91 0 0,-2 1-1 0 0,-1-1 0 0 0,-1 1 0 0 0,0-1 1 0 0,-2 0-1 0 0,-1 0 0 0 0,0 0 0 0 0,-2 0 1 0 0,0 0-1 0 0,-2-1 0 0 0,-13 28 0 0 0,17-39-11 0 0,0-1-1 0 0,1 1 0 0 0,-3 12 0 0 0,5-16-30 0 0,0-4-11 0 0,1-1 0 0 0,0 0 1 0 0,0 0-1 0 0,0 0 0 0 0,0 0 0 0 0,0 0 0 0 0,0 0 1 0 0,0 0-1 0 0,0 0 0 0 0,1 0 0 0 0,-1 0 0 0 0,0 1 1 0 0,1-1-1 0 0,-1 0 0 0 0,1 1 0 0 0,3 12-58 0 0,2-7-583 0 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9.230"/>
    </inkml:context>
    <inkml:brush xml:id="br0">
      <inkml:brushProperty name="width" value="0.05" units="cm"/>
      <inkml:brushProperty name="height" value="0.05" units="cm"/>
    </inkml:brush>
  </inkml:definitions>
  <inkml:trace contextRef="#ctx0" brushRef="#br0">13 208 2136 0 0,'0'0'1094'0'0,"-9"-16"1703"0"0,6-105 2796 0 0,4 124-5521 0 0,0 1 0 0 0,1-1 0 0 0,-1 0 0 0 0,1 0 0 0 0,0 0 0 0 0,3 5 0 0 0,1 2-3 0 0,4 8 80 0 0,50 103 481 0 0,-52-102-582 0 0,-1-1-1 0 0,-2 2 1 0 0,1-1 0 0 0,3 36 0 0 0,-9-52-48 0 0,3 25 145 0 0,8 35-1 0 0,-10-61-124 0 0,0 0 1 0 0,0 0-1 0 0,0 0 0 0 0,0 0 0 0 0,0 0 0 0 0,0-1 0 0 0,0 1 0 0 0,1 0 1 0 0,-1-1-1 0 0,1 1 0 0 0,2 2 0 0 0,-3-4-16 0 0,-1 0-1 0 0,1 1 1 0 0,-1-1-1 0 0,1 1 0 0 0,0-1 1 0 0,-1 0-1 0 0,1 1 1 0 0,-1-1-1 0 0,1 0 1 0 0,0 0-1 0 0,-1 0 1 0 0,1 1-1 0 0,0-1 1 0 0,-1 0-1 0 0,1 0 1 0 0,0 0-1 0 0,-1 0 1 0 0,1 0-1 0 0,0 0 1 0 0,-1 0-1 0 0,1 0 1 0 0,0 0-1 0 0,-1-1 0 0 0,1 1 1 0 0,0 0-1 0 0,-1 0 1 0 0,1-1-1 0 0,-1 1 1 0 0,1 0-1 0 0,0-1 1 0 0,-1 1-1 0 0,1 0 1 0 0,-1-1-1 0 0,1 1 1 0 0,-1-1-1 0 0,1 1 1 0 0,-1-1-1 0 0,0 1 1 0 0,1-1-1 0 0,-1 1 1 0 0,1-1-1 0 0,-1 1 1 0 0,1-2-1 0 0,2-5 2 0 0,0-1 1 0 0,-1 1-1 0 0,4-16 0 0 0,5-18 10 0 0,32-68-58 0 0,69-124-1 0 0,-83 193-23 0 0,-14 21-2598 0 0,-13 16 1347 0 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1.626"/>
    </inkml:context>
    <inkml:brush xml:id="br0">
      <inkml:brushProperty name="width" value="0.05" units="cm"/>
      <inkml:brushProperty name="height" value="0.05" units="cm"/>
    </inkml:brush>
  </inkml:definitions>
  <inkml:trace contextRef="#ctx0" brushRef="#br0">302 484 824 0 0,'0'0'94'0'0,"-7"-19"1014"0"0,-1-36 313 0 0,3-1 0 0 0,2-95 0 0 0,4 97-786 0 0,-1 45-495 0 0,1 0-1 0 0,1 1 1 0 0,-1-1 0 0 0,2 1-1 0 0,-1-1 1 0 0,6-10-1 0 0,6-28 286 0 0,-1 16 1039 0 0,-13 31-1304 0 0,-2 23 143 0 0,-21 136-148 0 0,-8 77-9 0 0,20-148 26 0 0,-34 143-1 0 0,39-214-111 0 0,0 0 1 0 0,-1 0-1 0 0,-14 23 0 0 0,5-9 26 0 0,15-30-73 0 0,0 0-1 0 0,0 1 1 0 0,-1-1 0 0 0,1 0 0 0 0,0 0 0 0 0,-1 0 0 0 0,1 0-1 0 0,-1 0 1 0 0,1 0 0 0 0,-1 0 0 0 0,1-1 0 0 0,-1 1 0 0 0,0 0 0 0 0,1-1-1 0 0,-1 1 1 0 0,0-1 0 0 0,0 0 0 0 0,-1 1 0 0 0,-1-1 13 0 0,1 1 0 0 0,-1-1 0 0 0,0 0 1 0 0,1 0-1 0 0,-1 0 0 0 0,0 0 0 0 0,1-1 1 0 0,-4-1-1 0 0,-63-23 30 0 0,63 21-78 0 0,-6 0 141 0 0,13 4-68 0 0,32-10 97 0 0,14 2 49 0 0,1 2 0 0 0,0 2 0 0 0,48 3 0 0 0,60-1 427 0 0,-155 2-650 0 0,-22-24-4711 0 0,5-2 360 0 0,12 17 2345 0 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2.053"/>
    </inkml:context>
    <inkml:brush xml:id="br0">
      <inkml:brushProperty name="width" value="0.05" units="cm"/>
      <inkml:brushProperty name="height" value="0.05" units="cm"/>
    </inkml:brush>
  </inkml:definitions>
  <inkml:trace contextRef="#ctx0" brushRef="#br0">1 107 3689 0 0,'0'-3'3601'0'0,"2"-8"-2260"0"0,10 5-1070 0 0,0 1-1 0 0,0 1 0 0 0,0-1 1 0 0,1 2-1 0 0,-1 0 1 0 0,1 0-1 0 0,21-1 0 0 0,-4 0 233 0 0,70-7 356 0 0,-68 9-844 0 0,-1-2 0 0 0,1-1 0 0 0,43-12 0 0 0,-44 2-4603 0 0,-27 13 2769 0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3.028"/>
    </inkml:context>
    <inkml:brush xml:id="br0">
      <inkml:brushProperty name="width" value="0.05" units="cm"/>
      <inkml:brushProperty name="height" value="0.05" units="cm"/>
    </inkml:brush>
  </inkml:definitions>
  <inkml:trace contextRef="#ctx0" brushRef="#br0">116 98 2497 0 0,'0'0'1069'0'0,"-14"-20"4162"0"0,12 58-4716 0 0,-2 0 0 0 0,-14 62 0 0 0,5-38-75 0 0,-14 57 304 0 0,-6 41-46 0 0,32-150-551 0 0,-1 8 292 0 0,1-16-257 0 0,1-8-107 0 0,10-238-214 0 0,-5 208 110 0 0,1 1 0 0 0,2 0 0 0 0,1 1 0 0 0,26-64 0 0 0,-32 89 34 0 0,3-5-3 0 0,1 0 0 0 0,11-17 0 0 0,-15 27-1 0 0,0 0 1 0 0,0 0-1 0 0,0 1 0 0 0,0-1 1 0 0,1 1-1 0 0,-1 0 0 0 0,1 0 0 0 0,0 0 1 0 0,0 0-1 0 0,0 1 0 0 0,8-4 0 0 0,12-5 54 0 0,-21 9-46 0 0,0 0 1 0 0,0 0-1 0 0,-1 1 1 0 0,1-1-1 0 0,0 1 1 0 0,1 0-1 0 0,-1 0 1 0 0,0 0-1 0 0,0 0 1 0 0,0 1-1 0 0,1-1 1 0 0,-1 1 0 0 0,0 0-1 0 0,0 0 1 0 0,1 0-1 0 0,-1 0 1 0 0,0 1-1 0 0,0-1 1 0 0,1 1-1 0 0,-1 0 1 0 0,0 0-1 0 0,5 2 1 0 0,-7-2-6 0 0,1 0 1 0 0,-1 0 0 0 0,0 0-1 0 0,0 0 1 0 0,0 0-1 0 0,-1 0 1 0 0,1 1 0 0 0,0-1-1 0 0,0 0 1 0 0,-1 1-1 0 0,1-1 1 0 0,-1 0 0 0 0,1 1-1 0 0,-1-1 1 0 0,1 0-1 0 0,-1 1 1 0 0,0-1 0 0 0,0 3-1 0 0,3 31 33 0 0,-3-22-19 0 0,1-8-12 0 0,0 0-1 0 0,0 0 0 0 0,1 0 0 0 0,-1-1 0 0 0,1 1 0 0 0,0-1 1 0 0,4 7-1 0 0,-4-7-4 0 0,1 0 0 0 0,-1 1 0 0 0,0-1 0 0 0,-1 1 0 0 0,1-1 0 0 0,-1 1 0 0 0,0 0 0 0 0,1 5 0 0 0,-2-4 12 0 0,1-1-1 0 0,-1 0 1 0 0,-1 0 0 0 0,1 0-1 0 0,-1 0 1 0 0,0 0-1 0 0,0 0 1 0 0,0 0 0 0 0,-1 0-1 0 0,0 0 1 0 0,0 0-1 0 0,-2 5 1 0 0,2-7-11 0 0,-1-1 1 0 0,1 1-1 0 0,0 0 1 0 0,-1-1-1 0 0,0 1 1 0 0,1-1-1 0 0,-1 0 1 0 0,0 1-1 0 0,0-2 1 0 0,0 1-1 0 0,0 0 1 0 0,-1-1-1 0 0,1 1 1 0 0,0-1-1 0 0,-1 0 0 0 0,1 0 1 0 0,-1 0-1 0 0,-3 0 1 0 0,0 1 11 0 0,1 0 1 0 0,-1 0-1 0 0,1 0 0 0 0,-12 7 1 0 0,-18 6-3 0 0,17-11-9 0 0,15-3-2 0 0,0 0-1 0 0,0-1 0 0 0,0 2 1 0 0,0-1-1 0 0,0 0 0 0 0,0 1 1 0 0,-7 3-1 0 0,11-5 0 0 0,-1 1 1 0 0,1 0-1 0 0,-1-1 1 0 0,0 1-1 0 0,1-1 1 0 0,-1 1-1 0 0,1 0 0 0 0,0-1 1 0 0,-1 1-1 0 0,1 0 1 0 0,-1-1-1 0 0,1 1 1 0 0,0 0-1 0 0,0 0 0 0 0,-1-1 1 0 0,1 1-1 0 0,0 0 1 0 0,0 1-1 0 0,0 0 2 0 0,0 0-1 0 0,0 0 1 0 0,1-1 0 0 0,-1 1-1 0 0,1 0 1 0 0,-1 0-1 0 0,1-1 1 0 0,-1 1-1 0 0,1 0 1 0 0,0-1 0 0 0,1 3-1 0 0,2 1-8 0 0,-1-1 0 0 0,1 0-1 0 0,-1 0 1 0 0,1 0 0 0 0,0 0 0 0 0,6 4-1 0 0,-5-5 14 0 0,-1 1-1 0 0,0 0 0 0 0,1-1 0 0 0,-2 2 0 0 0,1-1 0 0 0,4 6 1 0 0,26 68 71 0 0,-32-73-66 0 0,0 1 0 0 0,1-1 0 0 0,-2 1 0 0 0,1-1 0 0 0,-1 1 0 0 0,0-1 0 0 0,1 8 0 0 0,3 14 53 0 0,2-10 566 0 0,-2-10-1664 0 0,-2 1-5291 0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3.585"/>
    </inkml:context>
    <inkml:brush xml:id="br0">
      <inkml:brushProperty name="width" value="0.05" units="cm"/>
      <inkml:brushProperty name="height" value="0.05" units="cm"/>
    </inkml:brush>
  </inkml:definitions>
  <inkml:trace contextRef="#ctx0" brushRef="#br0">71 9 5001 0 0,'0'0'3241'0'0,"-1"-8"-961"0"0,-1 10-2259 0 0,0 1 0 0 0,0 0 0 0 0,1 0-1 0 0,-1 0 1 0 0,1 0 0 0 0,0 1 0 0 0,0-1 0 0 0,-1 6 0 0 0,-3 7 23 0 0,-7 20 65 0 0,1 0-1 0 0,2 0 0 0 0,-8 63 1 0 0,17-97-70 0 0,-1 0-1 0 0,1 0 1 0 0,0 1 0 0 0,-1-1 0 0 0,1 0 0 0 0,0 0 0 0 0,0 0 0 0 0,1 0 0 0 0,-1 0-1 0 0,0 0 1 0 0,1 0 0 0 0,-1 0 0 0 0,1 0 0 0 0,0 0 0 0 0,0 0 0 0 0,0 0 0 0 0,0 0-1 0 0,0 0 1 0 0,0 0 0 0 0,0 0 0 0 0,2 2 0 0 0,0-3 4 0 0,0 1-1 0 0,1-1 1 0 0,-1 1 0 0 0,0-1 0 0 0,0 0-1 0 0,0-1 1 0 0,1 1 0 0 0,-1 0 0 0 0,0-1-1 0 0,1 0 1 0 0,-1 0 0 0 0,6 0 0 0 0,0 0 75 0 0,-1 0 1 0 0,1-1 0 0 0,-1 0 0 0 0,17-4-1 0 0,-23 4-248 0 0,1 0-1 0 0,-1 0 1 0 0,0 0-1 0 0,0 0 1 0 0,1 0-1 0 0,-1 0 1 0 0,0-1-1 0 0,0 1 1 0 0,2-4-1 0 0,-3 4-297 0 0,1 0 0 0 0,-1-1 0 0 0,-1 1 0 0 0,1 0 1 0 0,0-1-1 0 0,0 1 0 0 0,0-1 0 0 0,-1 0 0 0 0,1 1 0 0 0,-1-1 0 0 0,1 0 0 0 0,-1 1 0 0 0,0-1 0 0 0,0 0 0 0 0,0-2 0 0 0,0 0-1163 0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3.912"/>
    </inkml:context>
    <inkml:brush xml:id="br0">
      <inkml:brushProperty name="width" value="0.05" units="cm"/>
      <inkml:brushProperty name="height" value="0.05" units="cm"/>
    </inkml:brush>
  </inkml:definitions>
  <inkml:trace contextRef="#ctx0" brushRef="#br0">0 4 5825 0 0,'0'0'702'0'0,"26"9"1806"0"0,-11-5-2163 0 0,0 0-1 0 0,0-1 1 0 0,0 0-1 0 0,1-2 1 0 0,-1 0-1 0 0,0 0 1 0 0,1-1-1 0 0,-1-1 1 0 0,27-5-1 0 0,-37 5-660 0 0,20-5 797 0 0,-24 6-619 0 0,-1 0-1 0 0,1 0 1 0 0,-1 0 0 0 0,1 0-1 0 0,-1 0 1 0 0,1-1-1 0 0,-1 1 1 0 0,1 0 0 0 0,-1 0-1 0 0,1 0 1 0 0,-1-1-1 0 0,1 1 1 0 0,-1 0-1 0 0,0 0 1 0 0,1-1 0 0 0,-1 1-1 0 0,1 0 1 0 0,-1-1-1 0 0,0 1 1 0 0,1 0-1 0 0,-1-1 1 0 0,0 1 0 0 0,0-1-1 0 0,1 1 1 0 0,-1 0-1 0 0,0-1 1 0 0,0 1 0 0 0,1-1-1 0 0,-1 1 1 0 0,0-1-1 0 0,0 1 1 0 0,0-1-1 0 0,0 1 1 0 0,0-1 0 0 0,0 1-1 0 0,0-1 1 0 0,0 1-1 0 0,0-2 1 0 0,-1 1-1264 0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4.246"/>
    </inkml:context>
    <inkml:brush xml:id="br0">
      <inkml:brushProperty name="width" value="0.05" units="cm"/>
      <inkml:brushProperty name="height" value="0.05" units="cm"/>
    </inkml:brush>
  </inkml:definitions>
  <inkml:trace contextRef="#ctx0" brushRef="#br0">0 8 6921 0 0,'0'0'1809'0'0,"14"1"-956"0"0,25 4-929 0 0,-9-1 478 0 0,33 0 1 0 0,-55-4-889 0 0,1-1 0 0 0,-1 1 1 0 0,1-1-1 0 0,-1-1 1 0 0,0 0-1 0 0,1 0 0 0 0,-1 0 1 0 0,12-6-1 0 0,-13 4-1518 0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4.719"/>
    </inkml:context>
    <inkml:brush xml:id="br0">
      <inkml:brushProperty name="width" value="0.05" units="cm"/>
      <inkml:brushProperty name="height" value="0.05" units="cm"/>
    </inkml:brush>
  </inkml:definitions>
  <inkml:trace contextRef="#ctx0" brushRef="#br0">99 21 5417 0 0,'0'0'564'0'0,"-11"5"2792"0"0,8 4-3239 0 0,0 1 0 0 0,1-1 0 0 0,1 1 0 0 0,-1 0 0 0 0,2-1 0 0 0,-1 15 0 0 0,1-6 11 0 0,-10 201 1258 0 0,8-110-311 0 0,2-110-1070 0 0,0 1 0 0 0,-1 0 0 0 0,1-1-1 0 0,0 1 1 0 0,0 0 0 0 0,0-1-1 0 0,0 1 1 0 0,-1 0 0 0 0,1 0-1 0 0,0-1 1 0 0,0 1 0 0 0,0 0 0 0 0,-1 0-1 0 0,1-1 1 0 0,0 1 0 0 0,-1 0-1 0 0,1 0 1 0 0,0-1 0 0 0,0 1 0 0 0,-1 0-1 0 0,1 0 1 0 0,0 0 0 0 0,-1 0-1 0 0,1 0 1 0 0,0 0 0 0 0,-1-1 0 0 0,1 1-1 0 0,0 0 1 0 0,-1 0 0 0 0,1 0-1 0 0,0 0 1 0 0,-1 0 0 0 0,1 0 0 0 0,-1 0-1 0 0,1 0 1 0 0,0 1 0 0 0,-1-1-1 0 0,1 0 1 0 0,0 0 0 0 0,-1 0-1 0 0,1 0 1 0 0,0 0 0 0 0,-1 1 0 0 0,1-1-1 0 0,0 0 1 0 0,0 0 0 0 0,-1 0-1 0 0,1 1 1 0 0,0-1 0 0 0,0 0 0 0 0,-1 0-1 0 0,1 1 1 0 0,0-1 0 0 0,0 0-1 0 0,0 1 1 0 0,-1-1 0 0 0,1 0 0 0 0,0 1-1 0 0,0-1 1 0 0,0 0 0 0 0,0 1-1 0 0,0-1 1 0 0,0 1 0 0 0,-22-132-762 0 0,9 38 354 0 0,13 91 402 0 0,-5-24-48 0 0,-2-35 0 0 0,7 55 48 0 0,0 0-1 0 0,0 0 0 0 0,0-1 0 0 0,1 1 1 0 0,-1 0-1 0 0,2 0 0 0 0,-1 0 1 0 0,1 0-1 0 0,-1 0 0 0 0,2 0 1 0 0,4-9-1 0 0,19-1 118 0 0,-20 12-58 0 0,1 1 0 0 0,0 0 0 0 0,-1 0 0 0 0,1 0 0 0 0,0 1 0 0 0,1 0 0 0 0,-1 0 0 0 0,0 1 0 0 0,8-1 0 0 0,12 0 177 0 0,32 3 1 0 0,-19 0-318 0 0,-34-6-1076 0 0,-5 5 886 0 0,-1-1 0 0 0,0 1 0 0 0,0-1 0 0 0,0 1-1 0 0,1 0 1 0 0,-1-1 0 0 0,0 1 0 0 0,0-1 0 0 0,0 1-1 0 0,0-1 1 0 0,0 1 0 0 0,0-1 0 0 0,0 1 0 0 0,0-1 0 0 0,0 1-1 0 0,0 0 1 0 0,0-1 0 0 0,0 1 0 0 0,0-1 0 0 0,0 1-1 0 0,0-1 1 0 0,-1 1 0 0 0,1-1 0 0 0,0 1 0 0 0,0 0-1 0 0,-1-1 1 0 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5.048"/>
    </inkml:context>
    <inkml:brush xml:id="br0">
      <inkml:brushProperty name="width" value="0.05" units="cm"/>
      <inkml:brushProperty name="height" value="0.05" units="cm"/>
    </inkml:brush>
  </inkml:definitions>
  <inkml:trace contextRef="#ctx0" brushRef="#br0">0 16 5865 0 0,'0'0'1293'0'0,"17"7"1171"0"0,47-10 327 0 0,29-13-2720 0 0,-74 14-1778 0 0,-15 1 108 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9.865"/>
    </inkml:context>
    <inkml:brush xml:id="br0">
      <inkml:brushProperty name="width" value="0.05" units="cm"/>
      <inkml:brushProperty name="height" value="0.05" units="cm"/>
    </inkml:brush>
  </inkml:definitions>
  <inkml:trace contextRef="#ctx0" brushRef="#br0">288 236 232 0 0,'0'0'309'0'0,"-19"-19"-35"0"0,10 6-211 0 0,6 10 80 0 0,1 0 1 0 0,0 1-1 0 0,0-1 0 0 0,0 0 1 0 0,0 0-1 0 0,1-1 1 0 0,-1 1-1 0 0,1 0 0 0 0,0-1 1 0 0,-2-6-1 0 0,2 9-87 0 0,1 0 0 0 0,-1 0 0 0 0,0 0 0 0 0,0-1 0 0 0,0 1 0 0 0,1 0 0 0 0,-1 0 0 0 0,0 0 0 0 0,0 0 0 0 0,-1 0 0 0 0,1 1 0 0 0,0-1-1 0 0,0 0 1 0 0,0 0 0 0 0,-3 0 0 0 0,-14-13 1856 0 0,15 7-1565 0 0,0 0 1 0 0,-1 0-1 0 0,2 0 0 0 0,-1-1 0 0 0,1 1 0 0 0,1-1 0 0 0,-1 1 0 0 0,0-9 0 0 0,2 12-182 0 0,0 1-1 0 0,-1 0 1 0 0,0-1 0 0 0,0 1-1 0 0,0 0 1 0 0,0 0 0 0 0,0 0 0 0 0,-1 0-1 0 0,0 0 1 0 0,1 0 0 0 0,-1 0 0 0 0,0 0-1 0 0,0 1 1 0 0,0-1 0 0 0,-1 1 0 0 0,1-1-1 0 0,-1 1 1 0 0,-3-3 0 0 0,5 5-128 0 0,0 0 0 0 0,0 0 1 0 0,0-1-1 0 0,0 1 0 0 0,0 0 1 0 0,1 0-1 0 0,-1 0 0 0 0,0 0 1 0 0,0 1-1 0 0,0-1 0 0 0,0 0 0 0 0,0 0 1 0 0,1 0-1 0 0,-1 1 0 0 0,0-1 1 0 0,0 0-1 0 0,0 1 0 0 0,1-1 1 0 0,-1 1-1 0 0,0-1 0 0 0,0 1 0 0 0,1-1 1 0 0,-1 1-1 0 0,1-1 0 0 0,-1 1 1 0 0,0 0-1 0 0,1-1 0 0 0,-1 1 1 0 0,1 0-1 0 0,-1 0 0 0 0,1-1 0 0 0,0 1 1 0 0,-1 0-1 0 0,1 0 0 0 0,0 0 1 0 0,-1 1-1 0 0,-11 36-82 0 0,11-34 113 0 0,-6 27-40 0 0,1-1-1 0 0,2 1 1 0 0,0 37 0 0 0,7 95-14 0 0,1-38-19 0 0,-4-96-10 0 0,1 43 66 0 0,-3 0 1 0 0,-17 104 0 0 0,-33 153 147 0 0,49-290-62 0 0,2 59 1 0 0,-1 19 60 0 0,-6-74-130 0 0,5-32-23 0 0,1 0 1 0 0,0 0-1 0 0,0 15 0 0 0,2-25-14 0 0,1-2-31 0 0,1 1 1 0 0,-1 0 0 0 0,0-1 0 0 0,0 1 0 0 0,0-1 0 0 0,0 1 0 0 0,0-1 0 0 0,0 0 0 0 0,0 1 0 0 0,0-1 0 0 0,0 0 0 0 0,0 0 0 0 0,0 1 0 0 0,-1-1 0 0 0,1 0 0 0 0,0 0 0 0 0,0-1 0 0 0,0 0 2 0 0,0 1-1 0 0,0 0 1 0 0,0-1-1 0 0,0 1 0 0 0,0 0 1 0 0,0 0-1 0 0,1 0 1 0 0,-1 0-1 0 0,0 0 1 0 0,1 0-1 0 0,-1 0 1 0 0,0 1-1 0 0,1-1 1 0 0,-1 0-1 0 0,1 1 1 0 0,-1-1-1 0 0,1 1 1 0 0,2-1-1 0 0,8 1 3 0 0,1 0 0 0 0,-1 1 1 0 0,0 0-1 0 0,0 1 0 0 0,0 0 0 0 0,0 1 0 0 0,19 7 0 0 0,13 9 17 0 0,-2 2 0 0 0,70 46 0 0 0,-84-52-1 0 0,-22-13-20 0 0,0 1 1 0 0,0 0 0 0 0,0 1-1 0 0,5 4 1 0 0,37 35 13 0 0,45 55 0 0 0,-63-66-9 0 0,16 16 41 0 0,3-2 1 0 0,2-2-1 0 0,88 58 0 0 0,-34-40 406 0 0,8 5 77 0 0,-112-66-545 0 0,1 1 1 0 0,0 0-1 0 0,0-1 0 0 0,-1 1 0 0 0,1 0 0 0 0,-1 0 0 0 0,1 0 1 0 0,-1 0-1 0 0,0 0 0 0 0,0 0 0 0 0,0 0 0 0 0,1 4 0 0 0,1 8-7893 0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0.605"/>
    </inkml:context>
    <inkml:brush xml:id="br0">
      <inkml:brushProperty name="width" value="0.05" units="cm"/>
      <inkml:brushProperty name="height" value="0.05" units="cm"/>
    </inkml:brush>
  </inkml:definitions>
  <inkml:trace contextRef="#ctx0" brushRef="#br0">49 50 5929 0 0,'0'-31'1143'0'0,"-4"14"2332"0"0,0 15-2040 0 0,-3 11-1316 0 0,3 2-55 0 0,1 0 0 0 0,0 0 1 0 0,0 1-1 0 0,2-1 0 0 0,-1 0 0 0 0,1 23 0 0 0,-1-2 43 0 0,-13 387 746 0 0,26 1-875 0 0,-5-261 108 0 0,2-16 88 0 0,47 260 1 0 0,7-31 616 0 0,-56-323-1436 0 0,0 58 0 0 0,-13-99-4561 0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1.283"/>
    </inkml:context>
    <inkml:brush xml:id="br0">
      <inkml:brushProperty name="width" value="0.05" units="cm"/>
      <inkml:brushProperty name="height" value="0.05" units="cm"/>
    </inkml:brush>
  </inkml:definitions>
  <inkml:trace contextRef="#ctx0" brushRef="#br0">1235 0 6113 0 0,'0'0'3546'0'0,"-11"19"-556"0"0,-20 0-2498 0 0,17-10-425 0 0,-1 1 1 0 0,-20 17 0 0 0,-390 418 773 0 0,281-285-298 0 0,53-55-254 0 0,35-40 12 0 0,-86 79 0 0 0,46-52 442 0 0,31-28-373 0 0,40-45-305 0 0,20-16-53 0 0,0 1-1 0 0,0-1 1 0 0,0 1 0 0 0,0 0 0 0 0,-4 6 0 0 0,-6 7 2 0 0,10-13-29 0 0,1 1 1 0 0,0-1 0 0 0,1 1 0 0 0,-6 9-1 0 0,7-11-68 0 0,0 1-1 0 0,1 0 1 0 0,0 0 0 0 0,-1 0-1 0 0,0 7 1 0 0,1 3-3860 0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1.770"/>
    </inkml:context>
    <inkml:brush xml:id="br0">
      <inkml:brushProperty name="width" value="0.05" units="cm"/>
      <inkml:brushProperty name="height" value="0.05" units="cm"/>
    </inkml:brush>
  </inkml:definitions>
  <inkml:trace contextRef="#ctx0" brushRef="#br0">241 1 7810 0 0,'0'0'444'0'0,"-1"21"2126"0"0,0-9-2360 0 0,0-1 0 0 0,-1 1 1 0 0,-1 0-1 0 0,-5 16 0 0 0,6-23-129 0 0,-1 0 0 0 0,1-1 0 0 0,-1 1 0 0 0,1 0 0 0 0,-1-1 0 0 0,-1 1-1 0 0,1-1 1 0 0,0 0 0 0 0,-1 0 0 0 0,0-1 0 0 0,0 1 0 0 0,-6 3 0 0 0,-6 4 51 0 0,1 1 0 0 0,0 1 0 0 0,-16 17 0 0 0,24-22-122 0 0,0 0 0 0 0,1 0 1 0 0,-1 1-1 0 0,2-1 0 0 0,-1 2 0 0 0,1-1 0 0 0,-5 14 0 0 0,-10 22 66 0 0,14-35-50 0 0,1 0 1 0 0,1 1-1 0 0,-6 18 1 0 0,9-26 35 0 0,1 1 1 0 0,-1 0-1 0 0,1-1 1 0 0,0 1-1 0 0,0 0 1 0 0,0-1-1 0 0,0 1 1 0 0,1 0-1 0 0,-1-1 1 0 0,1 1-1 0 0,0-1 1 0 0,0 1-1 0 0,0-1 1 0 0,1 1-1 0 0,2 5 1 0 0,-2-7-32 0 0,0 0 0 0 0,0 0 0 0 0,1 0 0 0 0,-1 0 0 0 0,0-1 0 0 0,1 1 0 0 0,-1-1 0 0 0,1 1 0 0 0,0-1 0 0 0,-1 0 1 0 0,1 0-1 0 0,0 0 0 0 0,0 0 0 0 0,0-1 0 0 0,0 1 0 0 0,-1-1 0 0 0,7 1 0 0 0,22 6 139 0 0,-23-3-128 0 0,4 2-8 0 0,-1 0 0 0 0,2-1 0 0 0,-1 0 0 0 0,1-1 0 0 0,-1 0 0 0 0,1-1-1 0 0,0-1 1 0 0,13 1 0 0 0,88-2 201 0 0,-61-1-6314 0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2.588"/>
    </inkml:context>
    <inkml:brush xml:id="br0">
      <inkml:brushProperty name="width" value="0.05" units="cm"/>
      <inkml:brushProperty name="height" value="0.05" units="cm"/>
    </inkml:brush>
  </inkml:definitions>
  <inkml:trace contextRef="#ctx0" brushRef="#br0">61 14 1176 0 0,'-10'-13'5364'0'0,"8"13"-5017"0"0,1-1 1 0 0,-1 1-1 0 0,0 0 1 0 0,1 0-1 0 0,-1 0 1 0 0,1 1-1 0 0,-1-1 1 0 0,0 0-1 0 0,1 1 0 0 0,-1-1 1 0 0,1 1-1 0 0,-1-1 1 0 0,1 1-1 0 0,-1 0 1 0 0,1-1-1 0 0,-1 1 0 0 0,1 0 1 0 0,0 0-1 0 0,-3 2 1 0 0,3 0-227 0 0,0-1-1 0 0,0 1 1 0 0,0-1 0 0 0,1 1 0 0 0,-1-1-1 0 0,0 1 1 0 0,1 0 0 0 0,0 0 0 0 0,0-1-1 0 0,0 1 1 0 0,0 4 0 0 0,12 379 873 0 0,-6-238-956 0 0,-17 495 22 0 0,0-366-47 0 0,11-265-13 0 0,-8 828 120 0 0,10-496-136 0 0,-2-208 6 0 0,0-99-101 0 0,3 110 4 0 0,-1-125-88 0 0,1 0 0 0 0,1 0 0 0 0,1 0 0 0 0,11 31 1 0 0,-12-42-165 0 0,-1 2-1051 0 0,1-6-3218 0 0,-1-3 1833 0 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5.166"/>
    </inkml:context>
    <inkml:brush xml:id="br0">
      <inkml:brushProperty name="width" value="0.05" units="cm"/>
      <inkml:brushProperty name="height" value="0.05" units="cm"/>
    </inkml:brush>
  </inkml:definitions>
  <inkml:trace contextRef="#ctx0" brushRef="#br0">196 1 2825 0 0,'0'0'389'0'0,"-22"0"1234"0"0,-6 7-1564 0 0,20-5 212 0 0,1 0 1 0 0,0-1-1 0 0,0 0 0 0 0,-12 1 0 0 0,12-2 326 0 0,0 1 1 0 0,0 0-1 0 0,0 0 1 0 0,0 0-1 0 0,0 1 1 0 0,-8 3-1 0 0,11-3 167 0 0,-22 8 1157 0 0,26-10-1894 0 0,-1 0 0 0 0,0 0 1 0 0,1 1-1 0 0,-1-1 0 0 0,1 0 0 0 0,-1 1 0 0 0,1-1 1 0 0,-1 0-1 0 0,1 1 0 0 0,-1-1 0 0 0,1 1 1 0 0,-1-1-1 0 0,1 1 0 0 0,-1-1 0 0 0,1 1 1 0 0,0-1-1 0 0,-1 1 0 0 0,1-1 0 0 0,0 1 0 0 0,0 0 1 0 0,-1-1-1 0 0,1 1 0 0 0,0 0 0 0 0,0-1 1 0 0,0 1-1 0 0,0-1 0 0 0,0 1 0 0 0,0 0 0 0 0,0-1 1 0 0,0 1-1 0 0,0 0 0 0 0,0-1 0 0 0,0 1 1 0 0,0 0-1 0 0,1 0 0 0 0,1 2 24 0 0,0-1 0 0 0,1 0-1 0 0,-1 0 1 0 0,1 0 0 0 0,-1 0 0 0 0,1-1 0 0 0,0 1 0 0 0,-1-1-1 0 0,1 1 1 0 0,5 0 0 0 0,1 2-11 0 0,27 13 15 0 0,1-2 0 0 0,0-2-1 0 0,1-1 1 0 0,0-3 0 0 0,59 9 0 0 0,199 0-8 0 0,893-7 93 0 0,-645-6-99 0 0,-255 1-27 0 0,573-15-14 0 0,-224-30-124 0 0,-82 3 97 0 0,-400 32 12 0 0,-89 4-4847 0 0,-57 0 3508 0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7.251"/>
    </inkml:context>
    <inkml:brush xml:id="br0">
      <inkml:brushProperty name="width" value="0.05" units="cm"/>
      <inkml:brushProperty name="height" value="0.05" units="cm"/>
    </inkml:brush>
  </inkml:definitions>
  <inkml:trace contextRef="#ctx0" brushRef="#br0">8 6 5305 0 0,'0'0'315'0'0,"-7"5"4054"0"0,7-4-4281 0 0,1 0 0 0 0,-1 0 0 0 0,1 0-1 0 0,-1-1 1 0 0,1 1 0 0 0,0 0 0 0 0,-1-1 0 0 0,1 1 0 0 0,0 0 0 0 0,-1-1 0 0 0,1 1 0 0 0,0-1 0 0 0,0 1 0 0 0,-1-1 0 0 0,1 1-1 0 0,0-1 1 0 0,0 0 0 0 0,0 1 0 0 0,0-1 0 0 0,0 0 0 0 0,0 0 0 0 0,0 1 0 0 0,-1-1 0 0 0,1 0 0 0 0,0 0 0 0 0,0 0 0 0 0,0 0-1 0 0,1-1 1 0 0,39 2-448 0 0,-31-2 569 0 0,99 4-36 0 0,196 32 0 0 0,-213-23-55 0 0,134 2 0 0 0,95-20 285 0 0,-61 1-244 0 0,370-29 60 0 0,-391 15-158 0 0,-187 15-47 0 0,567-14 176 0 0,-502 18 534 0 0,-115 0-693 0 0,-1 1-1 0 0,0-1 1 0 0,1 0-1 0 0,-1 0 1 0 0,0 1-1 0 0,0-1 1 0 0,0 1 0 0 0,1-1-1 0 0,-1 1 1 0 0,0 0-1 0 0,0-1 1 0 0,0 1-1 0 0,0 0 1 0 0,0 0-1 0 0,0 0 1 0 0,0 0-1 0 0,0 0 1 0 0,0 0 0 0 0,-1 0-1 0 0,1 0 1 0 0,0 0-1 0 0,-1 0 1 0 0,1 0-1 0 0,0 0 1 0 0,-1 0-1 0 0,0 1 1 0 0,1-1-1 0 0,-1 0 1 0 0,0 0 0 0 0,1 1-1 0 0,-1-1 1 0 0,0 2-1 0 0,1 6 15 0 0,0 1-1 0 0,-1 0 0 0 0,0 12 1 0 0,-1-10 33 0 0,4 280 153 0 0,-1 143-212 0 0,-17-77-2 0 0,10-147 42 0 0,-3 258 198 0 0,8-464-243 0 0,0 1 0 0 0,1 0 0 0 0,0-1 0 0 0,3 10 0 0 0,-2-10 13 0 0,-1 1 0 0 0,1-1 0 0 0,-1 1 0 0 0,0 9 1 0 0,-1-5-22 0 0,1 0 0 0 0,-1 0 0 0 0,2 0 1 0 0,0-1-1 0 0,0 1 0 0 0,0 0 0 0 0,1-1 1 0 0,1 0-1 0 0,5 13 0 0 0,4 18 78 0 0,-12-35-30 0 0,0-1 0 0 0,0 1 0 0 0,1 0-1 0 0,0 0 1 0 0,0 0 0 0 0,0-1-1 0 0,0 1 1 0 0,0-1 0 0 0,1 1-1 0 0,5 6 1 0 0,-7-10-50 0 0,-1-1 0 0 0,1 1 0 0 0,-1 0 0 0 0,1 0-1 0 0,-1-1 1 0 0,0 1 0 0 0,1 0 0 0 0,-1 0 0 0 0,0 0 0 0 0,0 0 0 0 0,0 0 0 0 0,0-1 0 0 0,0 1-1 0 0,0 0 1 0 0,0 0 0 0 0,0 0 0 0 0,0 1 0 0 0,0 4-11 0 0,0-6 91 0 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0.322"/>
    </inkml:context>
    <inkml:brush xml:id="br0">
      <inkml:brushProperty name="width" value="0.05" units="cm"/>
      <inkml:brushProperty name="height" value="0.05" units="cm"/>
    </inkml:brush>
  </inkml:definitions>
  <inkml:trace contextRef="#ctx0" brushRef="#br0">107 140 1336 0 0,'0'0'1681'0'0,"-1"-10"3945"0"0,-1-9-3839 0 0,2 18-1739 0 0,0 0-1 0 0,0 0 0 0 0,0 1 1 0 0,0-1-1 0 0,0 0 0 0 0,0 0 1 0 0,0 0-1 0 0,0 0 1 0 0,0 0-1 0 0,-1 1 0 0 0,1-1 1 0 0,0 0-1 0 0,-1 0 0 0 0,1 0 1 0 0,0 1-1 0 0,-1-1 1 0 0,1 0-1 0 0,-1 0 0 0 0,1 1 1 0 0,-1-1-1 0 0,1 1 0 0 0,-1-1 1 0 0,0 0-1 0 0,1 1 1 0 0,-1-1-1 0 0,0 1 0 0 0,1-1 1 0 0,-1 1-1 0 0,0-1 0 0 0,0 1 1 0 0,1 0-1 0 0,-1-1 0 0 0,0 1 1 0 0,0 0-1 0 0,0 0 1 0 0,1 0-1 0 0,-1-1 0 0 0,0 1 1 0 0,0 0-1 0 0,0 0 0 0 0,0 0 1 0 0,0 1-1 0 0,-1-1-28 0 0,1 0-1 0 0,-1 1 0 0 0,1-1 0 0 0,0 1 1 0 0,-1-1-1 0 0,1 1 0 0 0,0 0 1 0 0,-1-1-1 0 0,1 1 0 0 0,0 0 0 0 0,0 0 1 0 0,0 0-1 0 0,0 0 0 0 0,0 0 1 0 0,0 0-1 0 0,0 0 0 0 0,0 0 0 0 0,0 1 1 0 0,1-1-1 0 0,-1 0 0 0 0,0 0 1 0 0,1 1-1 0 0,-1-1 0 0 0,1 1 0 0 0,-1 1 1 0 0,-14 41 94 0 0,12-38-77 0 0,1 0-1 0 0,-1 1 0 0 0,1-1 1 0 0,0 1-1 0 0,1 0 0 0 0,0 0 1 0 0,-1 10-1 0 0,2-12 5 0 0,0 0 0 0 0,1 0 0 0 0,-1-1 0 0 0,1 1 0 0 0,1 6 0 0 0,-1-9-32 0 0,-1-1 0 0 0,1 0 0 0 0,0 1 0 0 0,-1-1 1 0 0,1 1-1 0 0,0-1 0 0 0,0 0 0 0 0,0 0 0 0 0,0 1 0 0 0,0-1 0 0 0,0 0 0 0 0,0 0 0 0 0,0 0 0 0 0,1 0 0 0 0,-1 0 0 0 0,0 0 0 0 0,1-1 0 0 0,-1 1 0 0 0,0 0 0 0 0,2 0 0 0 0,40 17 90 0 0,-37-14-67 0 0,1 0 0 0 0,0-1 0 0 0,0 0 0 0 0,1-1 0 0 0,-1 0-1 0 0,0 0 1 0 0,1 0 0 0 0,0-1 0 0 0,10 1 0 0 0,-16-2-21 0 0,17-2 72 0 0,-18 2-74 0 0,0 0 0 0 0,-1 0 0 0 0,1 0 1 0 0,0 0-1 0 0,0 0 0 0 0,-1-1 0 0 0,1 1 0 0 0,0 0 0 0 0,0-1 1 0 0,-1 1-1 0 0,1 0 0 0 0,0-1 0 0 0,-1 1 0 0 0,1-1 1 0 0,-1 1-1 0 0,1-1 0 0 0,0 1 0 0 0,-1-1 0 0 0,1 0 0 0 0,-1 1 1 0 0,0-1-1 0 0,1 1 0 0 0,0-2 0 0 0,11-28 122 0 0,-10 26-127 0 0,0 1 0 0 0,0-1 1 0 0,-1 1-1 0 0,1-1 0 0 0,-1 0 1 0 0,0 0-1 0 0,0 1 1 0 0,0-1-1 0 0,-1 0 0 0 0,1 0 1 0 0,-1 0-1 0 0,0 0 0 0 0,0 0 1 0 0,-1-8-1 0 0,-1 6 22 0 0,1 0-1 0 0,-1 0 0 0 0,-1 0 1 0 0,1 0-1 0 0,-1 1 1 0 0,-7-11-1 0 0,9 13-11 0 0,-1 1-1 0 0,0-1 1 0 0,0 1 0 0 0,0 0-1 0 0,-1 0 1 0 0,1 0-1 0 0,0 0 1 0 0,-1 0-1 0 0,1 0 1 0 0,-1 1-1 0 0,0-1 1 0 0,0 1 0 0 0,1 0-1 0 0,-1 0 1 0 0,-5-1-1 0 0,-18-10 58 0 0,24 11-65 0 0,-1-1-1 0 0,0 1 1 0 0,1-1 0 0 0,-1 1 0 0 0,0 0-1 0 0,1 0 1 0 0,-1 0 0 0 0,0 1 0 0 0,0-1-1 0 0,0 1 1 0 0,-4-1 0 0 0,6 1-4 0 0,-1 0 0 0 0,1 0 0 0 0,-1 0 0 0 0,0 0 0 0 0,1 1 0 0 0,-1-1 0 0 0,1 0 0 0 0,-1 1 0 0 0,1-1 0 0 0,-1 1 0 0 0,1 0 0 0 0,-1-1 0 0 0,1 1 0 0 0,0 0 0 0 0,-1 0 0 0 0,1 0 0 0 0,0 0 0 0 0,0 0 0 0 0,-1 0 0 0 0,-1 3 0 0 0,1 0 4 0 0,-1 0 0 0 0,1 1-1 0 0,0-1 1 0 0,0 1 0 0 0,-1 6 0 0 0,-10 21 8 0 0,11-28-4 0 0,-1 1 1 0 0,0 0 0 0 0,1 0 0 0 0,0 0 0 0 0,0 0 0 0 0,1 1 0 0 0,-1-1 0 0 0,1 0 0 0 0,0 1 0 0 0,1-1 0 0 0,-1 1 0 0 0,1-1 0 0 0,0 1-1 0 0,1 0 1 0 0,-1-1 0 0 0,1 0 0 0 0,0 1 0 0 0,0-1 0 0 0,1 1 0 0 0,0-1 0 0 0,0 0 0 0 0,0 0 0 0 0,0 0 0 0 0,4 5 0 0 0,-4-8-1 0 0,0 0 1 0 0,1 0-1 0 0,-1 0 1 0 0,0 0-1 0 0,1 0 1 0 0,-1-1-1 0 0,1 0 1 0 0,-1 1-1 0 0,1-1 1 0 0,0 0-1 0 0,0 0 1 0 0,-1 0-1 0 0,1-1 1 0 0,0 1-1 0 0,5 0 1 0 0,-3-1 10 0 0,-1 1-1 0 0,0 0 1 0 0,0 0 0 0 0,0 0 0 0 0,0 1 0 0 0,7 3-1 0 0,-7-2 9 0 0,0-1-1 0 0,1 1 1 0 0,0-1-1 0 0,-1 0 1 0 0,1 0-1 0 0,0-1 0 0 0,0 1 1 0 0,0-1-1 0 0,6 1 1 0 0,-9-2-15 0 0,0 0 1 0 0,0 0 0 0 0,1 0-1 0 0,-1 0 1 0 0,0 0 0 0 0,0-1-1 0 0,0 1 1 0 0,0-1 0 0 0,1 1-1 0 0,-1-1 1 0 0,0 0 0 0 0,0 0-1 0 0,0 0 1 0 0,0 0 0 0 0,-1 0-1 0 0,1 0 1 0 0,0 0 0 0 0,0-1-1 0 0,-1 1 1 0 0,1-1 0 0 0,-1 1-1 0 0,1-1 1 0 0,-1 0 0 0 0,1 0-1 0 0,0-2 1 0 0,3-4-6 0 0,0 0 0 0 0,-1-1 0 0 0,0 0 0 0 0,-1 0 0 0 0,0 0 0 0 0,0-1 0 0 0,-1 1 0 0 0,0-1 0 0 0,-1 1 0 0 0,1-12 0 0 0,-2 17-5 0 0,0-1 0 0 0,-1 1 0 0 0,1-1 1 0 0,-1 1-1 0 0,0-1 0 0 0,0 1 0 0 0,0 0 0 0 0,-1 0 1 0 0,1-1-1 0 0,-1 1 0 0 0,0 0 0 0 0,-1 1 0 0 0,1-1 1 0 0,-1 0-1 0 0,1 0 0 0 0,-1 1 0 0 0,0 0 0 0 0,0-1 1 0 0,-1 1-1 0 0,1 1 0 0 0,-1-1 0 0 0,1 0 0 0 0,-1 1 1 0 0,-7-4-1 0 0,-6-3 0 0 0,7 3 5 0 0,-1 1 0 0 0,1 0 0 0 0,-16-4 0 0 0,22 8-7 0 0,1 0 0 0 0,-1 1 0 0 0,1-1 0 0 0,-1 1 0 0 0,1 0 0 0 0,-1 0 0 0 0,1 0 0 0 0,-1 0 0 0 0,1 1 0 0 0,0-1 0 0 0,-1 1 0 0 0,1 0 0 0 0,-1 0 0 0 0,1 0 0 0 0,-6 3 0 0 0,7-2-1 0 0,0 0 0 0 0,-1 0 0 0 0,1 1 0 0 0,0-1 1 0 0,0 0-1 0 0,1 1 0 0 0,-1-1 0 0 0,1 1 1 0 0,-1 0-1 0 0,1-1 0 0 0,0 1 0 0 0,-1 0 1 0 0,2 0-1 0 0,-1 0 0 0 0,0 0 0 0 0,0 0 1 0 0,1 0-1 0 0,0 4 0 0 0,-1-2-5 0 0,0 0 0 0 0,0 0 0 0 0,-1 0 0 0 0,1 0 0 0 0,-1 0 0 0 0,-3 5 0 0 0,2-5 11 0 0,1 0-1 0 0,-1 0 1 0 0,1 1-1 0 0,0-1 1 0 0,0 1 0 0 0,1-1-1 0 0,-2 11 1 0 0,3-13-4 0 0,-1 1 0 0 0,1-1 0 0 0,0 0 0 0 0,0 0-1 0 0,1 0 1 0 0,-1 0 0 0 0,0 0 0 0 0,1 0 0 0 0,0 0 0 0 0,0 0 0 0 0,0 0 0 0 0,0 0 0 0 0,0 0 0 0 0,0-1-1 0 0,1 1 1 0 0,2 4 0 0 0,-1-5 1 0 0,-1-1-1 0 0,1 1 1 0 0,0 0-1 0 0,0-1 1 0 0,0 1-1 0 0,-1-1 1 0 0,1 0-1 0 0,6 1 1 0 0,14 7 1 0 0,-17-5 8 0 0,1-1 0 0 0,0 0 0 0 0,0-1-1 0 0,0 1 1 0 0,0-1 0 0 0,1-1 0 0 0,-1 1 0 0 0,0-1 0 0 0,1-1 0 0 0,-1 1 0 0 0,1-1-1 0 0,-1 0 1 0 0,0-1 0 0 0,1 0 0 0 0,-1 0 0 0 0,1-1 0 0 0,-1 0 0 0 0,0 0 0 0 0,0 0 0 0 0,0-1-1 0 0,11-6 1 0 0,-17 8-8 0 0,2 0-2 0 0,0-1 1 0 0,0 1 0 0 0,0-1 0 0 0,0 0 0 0 0,-1 0 0 0 0,1 0 0 0 0,0 0 0 0 0,-1-1 0 0 0,0 1 0 0 0,0-1 0 0 0,0 1 0 0 0,0-1 0 0 0,0 0 0 0 0,0 0-1 0 0,0 0 1 0 0,-1 0 0 0 0,2-3 0 0 0,20-55 72 0 0,-19 54-70 0 0,-1 0-1 0 0,-1 1 1 0 0,1-2 0 0 0,-1 1 0 0 0,0 0-1 0 0,-1 0 1 0 0,1-1 0 0 0,-2 1 0 0 0,1-1-1 0 0,-1 1 1 0 0,0 0 0 0 0,0-1 0 0 0,-1 1-1 0 0,0-1 1 0 0,-1 1 0 0 0,1 0 0 0 0,-1-1-1 0 0,-1 1 1 0 0,1 0 0 0 0,-1 1 0 0 0,-1-1-1 0 0,1 0 1 0 0,-1 1 0 0 0,-6-8 0 0 0,7 11 0 0 0,-1 0 0 0 0,0 0 0 0 0,1 1 0 0 0,-1-1 0 0 0,0 1 0 0 0,0 0 0 0 0,-8-3 1 0 0,-9-4 1 0 0,16 6-14 0 0,0 0-1 0 0,0 1 1 0 0,0 0 0 0 0,0 0 0 0 0,-1 0 0 0 0,1 1 0 0 0,0 0 0 0 0,-1 0 0 0 0,1 0 0 0 0,-1 1-1 0 0,1-1 1 0 0,-1 1 0 0 0,0 1 0 0 0,1-1 0 0 0,-1 1 0 0 0,1 0 0 0 0,0 0 0 0 0,-1 1 0 0 0,1-1-1 0 0,0 1 1 0 0,0 0 0 0 0,0 1 0 0 0,0-1 0 0 0,0 1 0 0 0,0 0 0 0 0,1 0 0 0 0,-1 1 0 0 0,1-1-1 0 0,0 1 1 0 0,0 0 0 0 0,0 0 0 0 0,-5 9 0 0 0,-5 11 31 0 0,-14 39 1 0 0,21-47-10 0 0,0 1 14 0 0,3-10-29 0 0,1-1 0 0 0,0 2-1 0 0,0-1 1 0 0,-2 12-1 0 0,5-17 6 0 0,-1 0-1 0 0,1 0 0 0 0,0 0 1 0 0,0 1-1 0 0,0-1 1 0 0,1 0-1 0 0,-1 0 1 0 0,0 0-1 0 0,1 0 0 0 0,-1 0 1 0 0,1 1-1 0 0,0-1 1 0 0,-1 0-1 0 0,1 0 1 0 0,0 0-1 0 0,1-1 0 0 0,-1 1 1 0 0,0 0-1 0 0,0 0 1 0 0,4 3-1 0 0,-4-4 0 0 0,1 0 1 0 0,0 0-1 0 0,0 0 0 0 0,0 0 0 0 0,0 0 1 0 0,0 0-1 0 0,1 0 0 0 0,-1-1 1 0 0,0 1-1 0 0,0-1 0 0 0,0 1 0 0 0,1-1 1 0 0,-1 0-1 0 0,4 0 0 0 0,20 4 73 0 0,-4 6-24 0 0,-17-7-36 0 0,0 0 0 0 0,1-1 0 0 0,-1 0 0 0 0,0 0 0 0 0,1 0-1 0 0,0-1 1 0 0,9 2 0 0 0,-3-2 0 0 0,1-1 0 0 0,0 0-1 0 0,20-4 1 0 0,-27 3-10 0 0,0 0 0 0 0,0-1 1 0 0,-1 1-1 0 0,1-1 0 0 0,-1 0 1 0 0,1-1-1 0 0,-1 1 0 0 0,0-1 1 0 0,0 0-1 0 0,7-6 0 0 0,-9 6 0 0 0,0-1 0 0 0,0 0 0 0 0,0 0 1 0 0,-1 0-1 0 0,1 0 0 0 0,-1 0 0 0 0,0 0 0 0 0,0-1 0 0 0,0 1 0 0 0,-1-1 0 0 0,1 1 0 0 0,-1-1 1 0 0,0 0-1 0 0,-1 1 0 0 0,1-1 0 0 0,-1 0 0 0 0,0-9 0 0 0,-2 12-8 0 0,1 0 0 0 0,0 1 0 0 0,-1-1 0 0 0,1 0 0 0 0,-1 1-1 0 0,0-1 1 0 0,1 1 0 0 0,-1 0 0 0 0,0 0 0 0 0,0 0 0 0 0,0 0 0 0 0,0 0 0 0 0,-4-2 0 0 0,3 2 1 0 0,-3-1-1 0 0,0 0-1 0 0,0 0 1 0 0,-1 1-1 0 0,1-1 1 0 0,-1 1-1 0 0,1 1 1 0 0,-1-1 0 0 0,1 1-1 0 0,-1 1 1 0 0,1-1-1 0 0,-1 1 1 0 0,1 0-1 0 0,0 0 1 0 0,-1 1-1 0 0,1 0 1 0 0,0 0-1 0 0,0 1 1 0 0,0-1-1 0 0,0 1 1 0 0,1 0-1 0 0,-1 1 1 0 0,1 0-1 0 0,-1-1 1 0 0,-7 10-1 0 0,6-5 7 0 0,1 1 1 0 0,0 0-1 0 0,1 0 0 0 0,-5 11 1 0 0,10-20 5 0 0,0 1 0 0 0,-1 0 0 0 0,1 0 0 0 0,-1 0 0 0 0,1 0-1 0 0,0 0 1 0 0,0-1 0 0 0,0 1 0 0 0,-1 0 0 0 0,1 0 0 0 0,0 0 0 0 0,0 0 0 0 0,0 0 0 0 0,0 0 0 0 0,1 0 0 0 0,-1 0 0 0 0,0 0 0 0 0,0 0 0 0 0,0-1 0 0 0,1 1 0 0 0,-1 0 0 0 0,0 0 0 0 0,1 0 0 0 0,-1 0-1 0 0,1-1 1 0 0,-1 1 0 0 0,1 0 0 0 0,0 1 0 0 0,1-1 2 0 0,0 0 0 0 0,-1 0 0 0 0,1 0 0 0 0,0 0 1 0 0,0-1-1 0 0,-1 1 0 0 0,1 0 0 0 0,0-1 0 0 0,0 1 0 0 0,0-1 0 0 0,0 0 0 0 0,0 0 0 0 0,2 1 0 0 0,0-1 5 0 0,-1 0 0 0 0,0 0-1 0 0,1 0 1 0 0,-1-1 0 0 0,0 1 0 0 0,0-1 0 0 0,1 0-1 0 0,-1 1 1 0 0,0-1 0 0 0,0-1 0 0 0,0 1 0 0 0,0 0-1 0 0,0-1 1 0 0,0 0 0 0 0,0 0 0 0 0,4-4 0 0 0,-6 6-17 0 0,0-1 0 0 0,-1 0-1 0 0,1 0 1 0 0,-1 0 0 0 0,1 1 0 0 0,-1-1 0 0 0,1 0 0 0 0,-1 0 0 0 0,0 0 0 0 0,1 0 0 0 0,-1 0 0 0 0,0 0 0 0 0,0 0 0 0 0,0 0 0 0 0,0 0 0 0 0,0 0 0 0 0,0 0 0 0 0,0 0 0 0 0,0 0 0 0 0,0 0 0 0 0,0 0 0 0 0,-1 0-1 0 0,1 0 1 0 0,0 1 0 0 0,0-1 0 0 0,-1 0 0 0 0,1 0 0 0 0,-1 0 0 0 0,1 0 0 0 0,-1 0 0 0 0,1 1 0 0 0,-1-1 0 0 0,0 0 0 0 0,1 0 0 0 0,-1 1 0 0 0,0-1 0 0 0,0 0 0 0 0,1 1 0 0 0,-2-2 0 0 0,-1 1-539 0 0,0-1 0 0 0,0 1 0 0 0,-1 0 0 0 0,1-1 0 0 0,0 1 0 0 0,0 1 0 0 0,0-1 0 0 0,-1 0 0 0 0,1 1 0 0 0,-5-1 0 0 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2.061"/>
    </inkml:context>
    <inkml:brush xml:id="br0">
      <inkml:brushProperty name="width" value="0.05" units="cm"/>
      <inkml:brushProperty name="height" value="0.05" units="cm"/>
    </inkml:brush>
  </inkml:definitions>
  <inkml:trace contextRef="#ctx0" brushRef="#br0">96 37 4185 0 0,'-1'-3'361'0'0,"1"1"0"0"0,-1-1 0 0 0,0 1-1 0 0,1-1 1 0 0,-1 1 0 0 0,0-1 0 0 0,0 1 0 0 0,-1 0 0 0 0,1-1 0 0 0,0 1 0 0 0,-1 0 0 0 0,-2-3 0 0 0,4 5-308 0 0,0 0 1 0 0,-1-1-1 0 0,1 1 1 0 0,-1 0-1 0 0,1 0 1 0 0,-1-1 0 0 0,1 1-1 0 0,0 0 1 0 0,-1 0-1 0 0,1 0 1 0 0,-1-1-1 0 0,1 1 1 0 0,-1 0 0 0 0,1 0-1 0 0,-1 0 1 0 0,1 0-1 0 0,-1 0 1 0 0,1 0-1 0 0,-1 0 1 0 0,1 0 0 0 0,-1 0-1 0 0,1 1 1 0 0,-1-1-1 0 0,1 0 1 0 0,-1 0-1 0 0,1 0 1 0 0,-1 0 0 0 0,1 1-1 0 0,-1-1 1 0 0,1 0-1 0 0,0 1 1 0 0,-1-1-1 0 0,1 0 1 0 0,0 0 0 0 0,-1 1-1 0 0,1-1 1 0 0,0 1-1 0 0,-1-1 1 0 0,1 0-1 0 0,0 1 1 0 0,-1-1 0 0 0,1 1-1 0 0,0-1 1 0 0,0 1-1 0 0,-12 24 25 0 0,11-23 3 0 0,-7 18-12 0 0,-11 24 90 0 0,16-39-138 0 0,1 1 0 0 0,-1-1 0 0 0,1 1 0 0 0,1 0 0 0 0,-1-1 0 0 0,1 1 0 0 0,0 0-1 0 0,0 0 1 0 0,0 0 0 0 0,1 9 0 0 0,0-11 58 0 0,0 1-1 0 0,0-1 1 0 0,1 0 0 0 0,0 0 0 0 0,0 1 0 0 0,0-1-1 0 0,0 0 1 0 0,1 0 0 0 0,-1 0 0 0 0,1 0-1 0 0,0 0 1 0 0,0-1 0 0 0,1 1 0 0 0,-1-1-1 0 0,4 4 1 0 0,16 5 294 0 0,-7-5-228 0 0,-14-6-123 0 0,1 1 0 0 0,0-1 1 0 0,0 0-1 0 0,0 0 0 0 0,0 0 1 0 0,-1-1-1 0 0,1 1 0 0 0,0 0 1 0 0,0-1-1 0 0,1 1 0 0 0,-1-1 1 0 0,0 0-1 0 0,0 0 0 0 0,0 0 1 0 0,0 0-1 0 0,0 0 0 0 0,0 0 1 0 0,0 0-1 0 0,0-1 0 0 0,0 1 1 0 0,0-1-1 0 0,3 0 0 0 0,-3-1-6 0 0,0 1-1 0 0,0-1 0 0 0,0 0 0 0 0,0 0 0 0 0,0 0 0 0 0,0 0 0 0 0,0 0 0 0 0,0 0 0 0 0,-1-1 0 0 0,1 1 0 0 0,-1-1 0 0 0,0 1 0 0 0,1-1 0 0 0,0-3 0 0 0,1-4 8 0 0,0 0 0 0 0,-1 0 0 0 0,0-1 0 0 0,-1 1 0 0 0,0 0 0 0 0,-1-1 0 0 0,-1-17-1 0 0,1 24 4 0 0,-1 0 0 0 0,1 0 0 0 0,-1 0 0 0 0,0 0 0 0 0,-1 1 0 0 0,1-1 0 0 0,0 0 0 0 0,-1 0 0 0 0,0 1 0 0 0,0-1 0 0 0,0 1-1 0 0,0 0 1 0 0,-6-6 0 0 0,6 8-16 0 0,1-1 0 0 0,-1 1 0 0 0,0 0 0 0 0,0 0 0 0 0,0 0 0 0 0,0 0 0 0 0,1 1 0 0 0,-1-1 0 0 0,0 1 0 0 0,0-1 0 0 0,-1 1-1 0 0,1-1 1 0 0,0 1 0 0 0,0 0 0 0 0,0 0 0 0 0,0 0 0 0 0,0 0 0 0 0,0 1 0 0 0,0-1 0 0 0,0 0 0 0 0,0 1 0 0 0,0 0 0 0 0,0-1 0 0 0,0 1 0 0 0,0 0-1 0 0,0 0 1 0 0,1 0 0 0 0,-3 1 0 0 0,2 0-6 0 0,0 0 1 0 0,0 0-1 0 0,0 0 0 0 0,0 0 0 0 0,0 1 0 0 0,1-1 0 0 0,-1 0 1 0 0,1 1-1 0 0,0-1 0 0 0,-1 1 0 0 0,1-1 0 0 0,-1 6 0 0 0,-9 35 48 0 0,8-29-42 0 0,2-8-3 0 0,0 0-1 0 0,0 0 1 0 0,-1-1-1 0 0,0 1 1 0 0,0 0-1 0 0,-5 8 1 0 0,5-10 8 0 0,0 1 1 0 0,-1-1-1 0 0,1 1 0 0 0,1 0 1 0 0,-1-1-1 0 0,1 1 1 0 0,-1 0-1 0 0,2 0 1 0 0,-1 0-1 0 0,0 0 1 0 0,1 0-1 0 0,0 0 0 0 0,0 0 1 0 0,1 0-1 0 0,-1 1 1 0 0,1-1-1 0 0,0-1 1 0 0,0 1-1 0 0,1 0 1 0 0,-1 0-1 0 0,1 0 0 0 0,0-1 1 0 0,5 8-1 0 0,-5-10 1 0 0,0 0 0 0 0,0 0 0 0 0,0-1 0 0 0,1 1 0 0 0,-1-1-1 0 0,0 1 1 0 0,1-1 0 0 0,-1 0 0 0 0,1 0 0 0 0,-1 0 0 0 0,1 0-1 0 0,0-1 1 0 0,-1 1 0 0 0,6 0 0 0 0,-4-1 2 0 0,0 1 1 0 0,0 0-1 0 0,0 0 1 0 0,0 0-1 0 0,0 1 1 0 0,4 2-1 0 0,-4-1-4 0 0,1-1 0 0 0,0 1 1 0 0,-1-1-1 0 0,1 0 0 0 0,0 0 0 0 0,0-1 0 0 0,0 0 1 0 0,0 0-1 0 0,0 0 0 0 0,0 0 0 0 0,0-1 0 0 0,0 1 1 0 0,0-1-1 0 0,0-1 0 0 0,1 1 0 0 0,-1-1 0 0 0,0 0 0 0 0,0 0 1 0 0,0 0-1 0 0,0-1 0 0 0,6-2 0 0 0,-10 3-7 0 0,1-1-1 0 0,-1 0 1 0 0,0 1-1 0 0,0-1 1 0 0,0 0-1 0 0,0 1 1 0 0,0-1 0 0 0,0 0-1 0 0,0 0 1 0 0,0-2-1 0 0,4-8-3 0 0,-2 8 3 0 0,0-1 0 0 0,-1 1 1 0 0,0-1-1 0 0,0 0 0 0 0,0 0 0 0 0,0 0 0 0 0,-1 0 1 0 0,0 0-1 0 0,0 0 0 0 0,0 0 0 0 0,-1 0 1 0 0,1-1-1 0 0,-1 1 0 0 0,-1 0 0 0 0,1 0 0 0 0,-1 0 1 0 0,0 0-1 0 0,0-1 0 0 0,0 1 0 0 0,-1 0 1 0 0,1 1-1 0 0,-1-1 0 0 0,-5-9 0 0 0,-13 5 67 0 0,9 5-58 0 0,9 2-14 0 0,-1 1 0 0 0,0-1 0 0 0,1 1 0 0 0,-1 0 0 0 0,0 0 0 0 0,0 0 0 0 0,0 0 0 0 0,0 0 0 0 0,0 1 0 0 0,0-1 0 0 0,0 1 0 0 0,0 0 0 0 0,0 0 0 0 0,0 0 0 0 0,0 0 0 0 0,0 0 0 0 0,0 1 0 0 0,0-1 0 0 0,0 1 0 0 0,0 0 0 0 0,0 0 0 0 0,0 0 0 0 0,0 1-1 0 0,-3 1 1 0 0,2 0 0 0 0,0 0 0 0 0,0 1 0 0 0,0-1 0 0 0,1 1 0 0 0,-1-1 0 0 0,1 1 0 0 0,0 0 0 0 0,0 1 0 0 0,1-1 0 0 0,-1 0 0 0 0,1 1 0 0 0,0 0 0 0 0,-3 8 0 0 0,-4 22 16 0 0,6-25 15 0 0,1 1 0 0 0,-2 0 0 0 0,1-1 0 0 0,-11 20 0 0 0,12-27-18 0 0,1 0 0 0 0,-1 1-1 0 0,1-1 1 0 0,0 1 0 0 0,0 0 0 0 0,0-1 0 0 0,0 1-1 0 0,1 0 1 0 0,-1-1 0 0 0,1 1 0 0 0,0 0 0 0 0,0 5 0 0 0,1 0 49 0 0,-1-8-56 0 0,1 0 1 0 0,-1 0-1 0 0,1 0 0 0 0,0 0 1 0 0,-1 0-1 0 0,1 0 1 0 0,0-1-1 0 0,0 1 0 0 0,0 0 1 0 0,0 0-1 0 0,0 0 1 0 0,-1-1-1 0 0,2 1 0 0 0,-1-1 1 0 0,0 1-1 0 0,0-1 1 0 0,0 1-1 0 0,0-1 0 0 0,0 1 1 0 0,2-1-1 0 0,24 8 26 0 0,-24-7-36 0 0,0-1 0 0 0,1 1 0 0 0,-1-1 0 0 0,0 0 0 0 0,1 0-1 0 0,-1 0 1 0 0,1 0 0 0 0,-1 0 0 0 0,0-1 0 0 0,0 1 0 0 0,1-1 0 0 0,-1 0 0 0 0,0 0 0 0 0,0-1 0 0 0,0 1 0 0 0,0 0 0 0 0,6-5 0 0 0,-6 4 3 0 0,-1-1 0 0 0,1 0-1 0 0,-1 0 1 0 0,0 0 0 0 0,1 0 0 0 0,-1 0 0 0 0,-1 0 0 0 0,1 0 0 0 0,0-1-1 0 0,-1 1 1 0 0,1-1 0 0 0,-1 1 0 0 0,0-1 0 0 0,-1 0 0 0 0,2-5-1 0 0,0 1-2 0 0,0 0-1 0 0,0 1 1 0 0,6-11-1 0 0,-4 10 3 0 0,-1 1 0 0 0,0-1 0 0 0,-1 0-1 0 0,0 0 1 0 0,2-11 0 0 0,-4 17-2 0 0,1 0 0 0 0,-1 0 0 0 0,-1-1 0 0 0,1 1 0 0 0,0 0-1 0 0,0 0 1 0 0,-1 0 0 0 0,1 0 0 0 0,-1 0 0 0 0,0 0 0 0 0,0 0 0 0 0,0 0 0 0 0,0 0 0 0 0,0 0 0 0 0,0 1 0 0 0,0-1 0 0 0,0 0 0 0 0,-1 0 0 0 0,1 1-1 0 0,-1-1 1 0 0,1 1 0 0 0,-1 0 0 0 0,1-1 0 0 0,-1 1 0 0 0,-3-2 0 0 0,1 1-7 0 0,0 0 0 0 0,0 0-1 0 0,0 1 1 0 0,0-1 0 0 0,-1 1-1 0 0,1 0 1 0 0,0 0 0 0 0,-1 0 0 0 0,1 1-1 0 0,-1-1 1 0 0,1 1 0 0 0,-7 1 0 0 0,8-1 6 0 0,1 0 0 0 0,-1 1 0 0 0,0-1 0 0 0,1 1 0 0 0,-1 0 0 0 0,0 0 0 0 0,1 0 0 0 0,-1 0 0 0 0,1 0 0 0 0,0 0 0 0 0,-1 1 0 0 0,1-1 0 0 0,0 1 0 0 0,0 0 0 0 0,0 0 0 0 0,0 0 0 0 0,0 0 0 0 0,0 0 0 0 0,1 0 0 0 0,-4 4 0 0 0,-25 64 54 0 0,30-69-48 0 0,-1 0-1 0 0,1 0 0 0 0,-1 0 1 0 0,1 0-1 0 0,-1 0 1 0 0,1 0-1 0 0,0 0 0 0 0,0 1 1 0 0,-1-1-1 0 0,1 0 1 0 0,0 0-1 0 0,0 0 0 0 0,0 0 1 0 0,0 0-1 0 0,0 0 1 0 0,0 0-1 0 0,0 1 0 0 0,1-1 1 0 0,-1 0-1 0 0,0 0 1 0 0,1 0-1 0 0,-1 0 0 0 0,1 0 1 0 0,-1 0-1 0 0,1 0 0 0 0,-1 0 1 0 0,1 0-1 0 0,-1 0 1 0 0,1 0-1 0 0,0-1 0 0 0,0 1 1 0 0,0 0-1 0 0,-1 0 1 0 0,1-1-1 0 0,0 1 0 0 0,0 0 1 0 0,0-1-1 0 0,0 1 1 0 0,0-1-1 0 0,0 1 0 0 0,0-1 1 0 0,0 0-1 0 0,0 1 1 0 0,0-1-1 0 0,0 0 0 0 0,1 0 1 0 0,-1 0-1 0 0,0 0 0 0 0,0 0 1 0 0,1 0-1 0 0,3 1 5 0 0,0-1 1 0 0,0 0-1 0 0,0 0 0 0 0,0-1 0 0 0,0 1 0 0 0,0-1 0 0 0,0 0 1 0 0,0 0-1 0 0,0-1 0 0 0,5-2 0 0 0,-6 2-2 0 0,-1-1-1 0 0,0 0 1 0 0,0 0-1 0 0,0 0 1 0 0,0 0-1 0 0,-1-1 1 0 0,1 1 0 0 0,-1 0-1 0 0,0-1 1 0 0,0 0-1 0 0,0 0 1 0 0,0 1-1 0 0,1-8 1 0 0,9-16-1 0 0,-10 25 7 0 0,-1-1-1 0 0,1 1 0 0 0,-1-1 0 0 0,0 0 0 0 0,0 0 1 0 0,0 0-1 0 0,0 0 0 0 0,-1 0 0 0 0,1 1 0 0 0,-1-1 1 0 0,0 0-1 0 0,1 0 0 0 0,-1 0 0 0 0,-1 0 0 0 0,0-5 1 0 0,1 6-15 0 0,-1 0 1 0 0,0 0 0 0 0,0 0 0 0 0,0 0 0 0 0,0 0 0 0 0,0 0 0 0 0,-1 0 0 0 0,1 1 0 0 0,0-1 0 0 0,-1 0 0 0 0,0 1 0 0 0,1-1-1 0 0,-1 1 1 0 0,0 0 0 0 0,0-1 0 0 0,1 1 0 0 0,-1 0 0 0 0,0 0 0 0 0,0 0 0 0 0,0 0 0 0 0,-3 0 0 0 0,-1-1-443 0 0,0 1 0 0 0,0 0 0 0 0,-1 0 0 0 0,1 1 0 0 0,0-1 0 0 0,-8 2 0 0 0,5-1-1948 0 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1.400"/>
    </inkml:context>
    <inkml:brush xml:id="br0">
      <inkml:brushProperty name="width" value="0.05" units="cm"/>
      <inkml:brushProperty name="height" value="0.05" units="cm"/>
    </inkml:brush>
  </inkml:definitions>
  <inkml:trace contextRef="#ctx0" brushRef="#br0">89 176 3633 0 0,'0'0'149'0'0,"-24"-13"2770"0"0,1 6-1565 0 0,20 6-1092 0 0,1 1-1 0 0,-1-1 1 0 0,0 1-1 0 0,0-1 1 0 0,1 0-1 0 0,-1 0 1 0 0,1 0-1 0 0,-1-1 1 0 0,1 1-1 0 0,-1 0 0 0 0,1-1 1 0 0,-1 0-1 0 0,1 1 1 0 0,-3-4-1 0 0,5 4-241 0 0,0 1-1 0 0,0-1 0 0 0,0 1 0 0 0,0-1 1 0 0,0 1-1 0 0,0-1 0 0 0,0 1 1 0 0,0-1-1 0 0,0 1 0 0 0,1-1 1 0 0,-1 1-1 0 0,0-1 0 0 0,0 1 1 0 0,0 0-1 0 0,1-1 0 0 0,-1 1 0 0 0,0-1 1 0 0,0 1-1 0 0,1 0 0 0 0,-1-1 1 0 0,0 1-1 0 0,1 0 0 0 0,-1-1 1 0 0,0 1-1 0 0,1 0 0 0 0,-1-1 1 0 0,1 1-1 0 0,-1 0 0 0 0,1 0 0 0 0,-1 0 1 0 0,0-1-1 0 0,1 1 0 0 0,-1 0 1 0 0,2 0-1 0 0,18-7 96 0 0,-17 6-87 0 0,30-7 230 0 0,0 2 0 0 0,64-5 0 0 0,72 7 399 0 0,-136 4-618 0 0,57 1 159 0 0,291-7 560 0 0,-268 0-275 0 0,153-30-1 0 0,-19-3-251 0 0,-210 39-1031 0 0,-44 0-3912 0 0,-8 2 2849 0 0,-3 1-138 0 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1.778"/>
    </inkml:context>
    <inkml:brush xml:id="br0">
      <inkml:brushProperty name="width" value="0.05" units="cm"/>
      <inkml:brushProperty name="height" value="0.05" units="cm"/>
    </inkml:brush>
  </inkml:definitions>
  <inkml:trace contextRef="#ctx0" brushRef="#br0">14 12 8242 0 0,'-13'5'4390'0'0,"233"-15"-3093"0"0,-114 4-1384 0 0,-47 6-3109 0 0,-52 0 1216 0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2.125"/>
    </inkml:context>
    <inkml:brush xml:id="br0">
      <inkml:brushProperty name="width" value="0.05" units="cm"/>
      <inkml:brushProperty name="height" value="0.05" units="cm"/>
    </inkml:brush>
  </inkml:definitions>
  <inkml:trace contextRef="#ctx0" brushRef="#br0">0 0 5169 0 0,'0'0'6113'0'0,"0"2"-5296"0"0,0-1-377 0 0,0 1-208 0 0,2 0-24 0 0,0 0-80 0 0,1-1 32 0 0,14 6-216 0 0,7 1-56 0 0,-1-2-48 0 0,0-3-24 0 0,-5-1-256 0 0,1-2-401 0 0,-1 0-111 0 0,4-2-256 0 0,-3-1-1961 0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4.317"/>
    </inkml:context>
    <inkml:brush xml:id="br0">
      <inkml:brushProperty name="width" value="0.05" units="cm"/>
      <inkml:brushProperty name="height" value="0.05" units="cm"/>
    </inkml:brush>
  </inkml:definitions>
  <inkml:trace contextRef="#ctx0" brushRef="#br0">74 147 2641 0 0,'0'0'1052'0'0,"-16"10"1183"0"0,10 2-1813 0 0,4-8 86 0 0,-1 0 0 0 0,1 0 0 0 0,0 0-1 0 0,0 1 1 0 0,1-1 0 0 0,-1 1-1 0 0,1-1 1 0 0,-1 7 0 0 0,3-11-449 0 0,1-1 1 0 0,-1 0 0 0 0,0 1-1 0 0,1-1 1 0 0,-1 0 0 0 0,0 0 0 0 0,0 0-1 0 0,1 0 1 0 0,-1 0 0 0 0,0 0-1 0 0,0 0 1 0 0,1-2 0 0 0,0-2 15 0 0,0-1-1 0 0,0 1 1 0 0,0-1 0 0 0,-1 1 0 0 0,0-1 0 0 0,0 0 0 0 0,-1 1-1 0 0,1-1 1 0 0,-1-10 0 0 0,0 16-84 0 0,19 24 193 0 0,-11-19-138 0 0,1 0 1 0 0,-1-1-1 0 0,1 0 1 0 0,0 0 0 0 0,1-1-1 0 0,-1 0 1 0 0,0 0-1 0 0,1-1 1 0 0,0-1 0 0 0,-1 0-1 0 0,1 0 1 0 0,0-1-1 0 0,0 0 1 0 0,-1 0 0 0 0,11-3-1 0 0,-17 3-24 0 0,0-1 0 0 0,1-1-1 0 0,-1 1 1 0 0,0 0 0 0 0,-1-1 0 0 0,1 1 0 0 0,0-1-1 0 0,0 0 1 0 0,-1 0 0 0 0,1 0 0 0 0,-1-1-1 0 0,0 1 1 0 0,1 0 0 0 0,-1-1 0 0 0,0 1-1 0 0,0-1 1 0 0,-1 0 0 0 0,1 0 0 0 0,-1 0-1 0 0,1 0 1 0 0,-1 0 0 0 0,0 0 0 0 0,0 0 0 0 0,1-6-1 0 0,-1 4-12 0 0,0 0 0 0 0,-1 1 0 0 0,1-1 0 0 0,-1 0 0 0 0,0 0 0 0 0,0 0 0 0 0,-1 1 0 0 0,0-1 0 0 0,0 0 1 0 0,0 0-1 0 0,0 1 0 0 0,0-1 0 0 0,-1 1 0 0 0,0-1 0 0 0,0 1 0 0 0,-3-5 0 0 0,2 7 0 0 0,-1-1 0 0 0,1 1 0 0 0,0 0 0 0 0,-1 0-1 0 0,0 0 1 0 0,1 0 0 0 0,-1 0 0 0 0,0 1 0 0 0,0 0 0 0 0,-7-2 0 0 0,-16-6-43 0 0,22 6 31 0 0,1 1 0 0 0,-1 0 0 0 0,0 0 0 0 0,0 1 1 0 0,0-1-1 0 0,0 1 0 0 0,0 0 0 0 0,0 0 0 0 0,0 1 1 0 0,-1-1-1 0 0,1 1 0 0 0,0 0 0 0 0,0 1 0 0 0,0-1 1 0 0,0 1-1 0 0,0 0 0 0 0,0 1 0 0 0,0-1 0 0 0,-9 4 1 0 0,12-4 1 0 0,-1 0 1 0 0,0 1 0 0 0,0-1-1 0 0,1 1 1 0 0,-1-1 0 0 0,1 1-1 0 0,-1 0 1 0 0,1 0 0 0 0,0 0-1 0 0,0 0 1 0 0,0 0 0 0 0,0 0-1 0 0,0 1 1 0 0,0-1 0 0 0,0 1-1 0 0,1-1 1 0 0,-1 1 0 0 0,1 0-1 0 0,-2 5 1 0 0,-11 41 21 0 0,13-40-18 0 0,-1-1-1 0 0,0 1 1 0 0,-1-1 0 0 0,0 0 0 0 0,-7 14-1 0 0,7-16 1 0 0,0-1 0 0 0,0 1-1 0 0,1 0 1 0 0,0-1-1 0 0,0 1 1 0 0,0 0 0 0 0,1 1-1 0 0,-1 6 1 0 0,1-10 6 0 0,1 0 1 0 0,0 0-1 0 0,0 1 1 0 0,0-1-1 0 0,0 0 1 0 0,0 0-1 0 0,1 0 0 0 0,0 0 1 0 0,-1 0-1 0 0,1 0 1 0 0,0 0-1 0 0,0 0 1 0 0,1 0-1 0 0,-1-1 0 0 0,1 1 1 0 0,-1 0-1 0 0,1-1 1 0 0,2 4-1 0 0,-1-5 11 0 0,-1 1-1 0 0,1 0 0 0 0,0-1 1 0 0,0 1-1 0 0,0-1 1 0 0,-1 0-1 0 0,1 0 1 0 0,0 0-1 0 0,4 0 1 0 0,17 7 12 0 0,-16-4-15 0 0,1-1 0 0 0,-1 0 0 0 0,1 0 1 0 0,0-1-1 0 0,0 0 0 0 0,0-1 0 0 0,0 0 0 0 0,0 0 1 0 0,0-1-1 0 0,0 0 0 0 0,0 0 0 0 0,0-1 1 0 0,0-1-1 0 0,0 1 0 0 0,0-1 0 0 0,-1-1 0 0 0,1 0 1 0 0,-1 0-1 0 0,1-1 0 0 0,-1 0 0 0 0,8-5 1 0 0,-14 7-13 0 0,0 0 1 0 0,-1 0 0 0 0,1 0 0 0 0,-1 0 0 0 0,0 0 0 0 0,1 0 0 0 0,-1-1 0 0 0,0 1 0 0 0,-1 0 0 0 0,1-1 0 0 0,1-3 0 0 0,5-12 1 0 0,-5 14-16 0 0,1 0 0 0 0,-1 0-1 0 0,0 0 1 0 0,0 0 0 0 0,-1-1-1 0 0,1 1 1 0 0,-1-1 0 0 0,0 1 0 0 0,0-1-1 0 0,0 0 1 0 0,-1 1 0 0 0,0-1-1 0 0,0-8 1 0 0,-1 10-146 0 0,1 0-1 0 0,-1 0 1 0 0,0-1 0 0 0,0 1-1 0 0,0 0 1 0 0,-1 0 0 0 0,1 0-1 0 0,-1 0 1 0 0,1 1 0 0 0,-1-1-1 0 0,0 0 1 0 0,0 1 0 0 0,0-1-1 0 0,-1 1 1 0 0,1 0 0 0 0,-1 0-1 0 0,1-1 1 0 0,-1 2 0 0 0,-5-4 0 0 0,-29-17-2313 0 0,20 14 283 0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5.699"/>
    </inkml:context>
    <inkml:brush xml:id="br0">
      <inkml:brushProperty name="width" value="0.05" units="cm"/>
      <inkml:brushProperty name="height" value="0.05" units="cm"/>
    </inkml:brush>
  </inkml:definitions>
  <inkml:trace contextRef="#ctx0" brushRef="#br0">191 449 2369 0 0,'0'-13'2313'0'0,"14"-392"6507"0"0,-14 395-8662 0 0,-1-9 565 0 0,2 17-375 0 0,-1 13-149 0 0,15 111-193 0 0,1 8 28 0 0,-11 724 23 0 0,-19-526 46 0 0,14-275-20 0 0,1-29 70 0 0,-2 1-1 0 0,-4 27 0 0 0,5-51-188 0 0,-7 24 400 0 0,7-24-462 0 0,0 0-1 0 0,0-1 1 0 0,0 1 0 0 0,0-1-1 0 0,0 1 1 0 0,-1 0 0 0 0,1-1-1 0 0,0 1 1 0 0,0-1-1 0 0,-1 1 1 0 0,1-1 0 0 0,0 1-1 0 0,-1-1 1 0 0,1 1-1 0 0,-1-1 1 0 0,1 1 0 0 0,-1-1-1 0 0,1 1 1 0 0,-1-1-1 0 0,1 0 1 0 0,-1 1 0 0 0,1-1-1 0 0,-1 0 1 0 0,1 0-1 0 0,-1 1 1 0 0,0-1 0 0 0,1 0-1 0 0,-1 0 1 0 0,1 0 0 0 0,-1 0-1 0 0,0 0 1 0 0,1 0-1 0 0,-1 0 1 0 0,0 0 0 0 0,1 0-1 0 0,-1 0 1 0 0,1 0-1 0 0,-1 0 1 0 0,0 0 0 0 0,-2-3-235 0 0,1 1 1 0 0,0-1-1 0 0,0 1 1 0 0,0-1 0 0 0,0 0-1 0 0,0 1 1 0 0,1-1 0 0 0,-1 0-1 0 0,1 0 1 0 0,-1-5-1 0 0,-5-6-86 0 0,-58-87-159 0 0,35 57 2523 0 0,17 25 162 0 0,0 1 0 0 0,-30-32 0 0 0,43 50-2097 0 0,0 0 0 0 0,0 0 0 0 0,0-1 0 0 0,0 1 0 0 0,0 0-1 0 0,0 0 1 0 0,0 0 0 0 0,0 0 0 0 0,0 0 0 0 0,0 0 0 0 0,0 0-1 0 0,0 0 1 0 0,0-1 0 0 0,0 1 0 0 0,-1 0 0 0 0,1 0 0 0 0,0 0-1 0 0,0 0 1 0 0,0 0 0 0 0,0 0 0 0 0,0 0 0 0 0,0 0 0 0 0,0 0-1 0 0,0 0 1 0 0,-1 0 0 0 0,1 0 0 0 0,0 0 0 0 0,0-1 0 0 0,0 1-1 0 0,0 0 1 0 0,0 0 0 0 0,0 0 0 0 0,-1 0 0 0 0,1 0 0 0 0,0 0-1 0 0,0 0 1 0 0,0 0 0 0 0,0 0 0 0 0,0 1 0 0 0,0-1 0 0 0,0 0-1 0 0,-1 0 1 0 0,1 0 0 0 0,0 0 0 0 0,0 0 0 0 0,0 0 0 0 0,0 0-1 0 0,0 0 1 0 0,0 0 0 0 0,0 0 0 0 0,0 0 0 0 0,-1 0 0 0 0,1 0-1 0 0,0 1 1 0 0,1 8 169 0 0,5 10-152 0 0,111 247 143 0 0,-19-41 294 0 0,-93-204-288 0 0,-4-18-41 0 0,0 0 1 0 0,-1 1 0 0 0,1-1-1 0 0,0 0 1 0 0,1 1 0 0 0,-1-1 0 0 0,4 5-1 0 0,0-42 344 0 0,16-59-437 0 0,-9 43 2 0 0,-2 0-1 0 0,-2-1 1 0 0,2-59-1 0 0,2 21-1759 0 0,-11 86 745 0 0,-1-1 1 0 0,2 0 0 0 0,-1 1 0 0 0,0-1-1 0 0,1 1 1 0 0,-1-1 0 0 0,1 1-1 0 0,4-5 1 0 0,-2 2-992 0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6.534"/>
    </inkml:context>
    <inkml:brush xml:id="br0">
      <inkml:brushProperty name="width" value="0.05" units="cm"/>
      <inkml:brushProperty name="height" value="0.05" units="cm"/>
    </inkml:brush>
  </inkml:definitions>
  <inkml:trace contextRef="#ctx0" brushRef="#br0">169 98 4585 0 0,'0'-6'5218'0'0,"0"-18"-4484"0"0,0-44 4051 0 0,-17 742-4358 0 0,16-650-368 0 0,0 0 1 0 0,-2 0-1 0 0,-1-1 0 0 0,0 1 1 0 0,-2-1-1 0 0,-9 26 1 0 0,13-45-34 0 0,0-1 0 0 0,-1 0 0 0 0,1 0 0 0 0,0 0 0 0 0,-1-1 1 0 0,0 1-1 0 0,0-1 0 0 0,0 1 0 0 0,0-1 0 0 0,0 0 0 0 0,0 0 0 0 0,0 0 0 0 0,-7 2 0 0 0,6-2 46 0 0,-1 0-1 0 0,1-1 1 0 0,0 1-1 0 0,0-1 0 0 0,-1 0 1 0 0,1-1-1 0 0,-1 1 0 0 0,1-1 1 0 0,-1 0-1 0 0,1 0 1 0 0,-1 0-1 0 0,-4-1 0 0 0,9 1-69 0 0,-1 0 0 0 0,1 0-1 0 0,0 0 1 0 0,-1 0-1 0 0,1 0 1 0 0,-1 0-1 0 0,1 0 1 0 0,0 0-1 0 0,-1 0 1 0 0,1 0 0 0 0,-1 0-1 0 0,1-1 1 0 0,0 1-1 0 0,-1 0 1 0 0,1 0-1 0 0,0-1 1 0 0,-1 1-1 0 0,1 0 1 0 0,0 0 0 0 0,-1-1-1 0 0,1 1 1 0 0,0 0-1 0 0,0-1 1 0 0,-1 1-1 0 0,1 0 1 0 0,0-1-1 0 0,0 1 1 0 0,-1 0 0 0 0,1-1-1 0 0,0 1 1 0 0,0 0-1 0 0,0-1 1 0 0,0 1-1 0 0,0-1 1 0 0,0 1 0 0 0,0-1-1 0 0,0 1 1 0 0,0 0-1 0 0,0-1 1 0 0,0 1-1 0 0,0-1 1 0 0,0 0 0 0 0,1 0 1 0 0,0 0 0 0 0,-1 1-1 0 0,1-1 1 0 0,-1 0-1 0 0,1 0 1 0 0,0 1 0 0 0,0-1-1 0 0,0 1 1 0 0,-1-1-1 0 0,1 0 1 0 0,0 1-1 0 0,0 0 1 0 0,0-1 0 0 0,0 1-1 0 0,0-1 1 0 0,1 1-1 0 0,47-11 13 0 0,1 3-1 0 0,1 1 1 0 0,50 1-1 0 0,-76 5 18 0 0,8 2-12 0 0,-26 0-14 0 0,1-1-1 0 0,-1 0 0 0 0,1 0 0 0 0,12-3 0 0 0,-19 3-81 0 0,0 0 0 0 0,-1 0-1 0 0,1 0 1 0 0,-1-1-1 0 0,1 1 1 0 0,0 0-1 0 0,-1 0 1 0 0,1-1-1 0 0,-1 1 1 0 0,1-1 0 0 0,-1 1-1 0 0,1 0 1 0 0,-1-1-1 0 0,1 1 1 0 0,-1-1-1 0 0,1 1 1 0 0,-1-1 0 0 0,0 1-1 0 0,1-1 1 0 0,-1 0-1 0 0,0 1 1 0 0,1-1-1 0 0,-1 1 1 0 0,0-1-1 0 0,0 0 1 0 0,0 1 0 0 0,1-2-1 0 0,-1 0-136 0 0,0 0 0 0 0,0 0-1 0 0,0 0 1 0 0,-1 0 0 0 0,1 0-1 0 0,0 0 1 0 0,-1 0 0 0 0,-1-4 0 0 0,-20-38-3617 0 0,22 43 3672 0 0,-27-32-2577 0 0,13 18 892 0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6.907"/>
    </inkml:context>
    <inkml:brush xml:id="br0">
      <inkml:brushProperty name="width" value="0.05" units="cm"/>
      <inkml:brushProperty name="height" value="0.05" units="cm"/>
    </inkml:brush>
  </inkml:definitions>
  <inkml:trace contextRef="#ctx0" brushRef="#br0">7 124 9122 0 0,'-5'-26'1434'0'0,"4"16"-657"0"0,1 9-670 0 0,0 1 1 0 0,0-1-1 0 0,-1 0 0 0 0,1 0 0 0 0,0 1 0 0 0,0-1 0 0 0,0 0 0 0 0,0 0 1 0 0,0 1-1 0 0,0-1 0 0 0,0 0 0 0 0,1 0 0 0 0,-1 1 0 0 0,0-1 0 0 0,0 0 1 0 0,1 0-1 0 0,-1 1 0 0 0,0-1 0 0 0,1 0 0 0 0,-1 1 0 0 0,0-1 0 0 0,1 0 1 0 0,-1 1-1 0 0,1-1 0 0 0,-1 1 0 0 0,1-1 0 0 0,0 1 0 0 0,-1-1 0 0 0,1 1 1 0 0,-1-1-1 0 0,1 1 0 0 0,0 0 0 0 0,-1-1 0 0 0,1 1 0 0 0,0 0 0 0 0,0-1 0 0 0,0 1 1 0 0,23-9 2 0 0,-1 2 0 0 0,1 0 0 0 0,1 2-1 0 0,39-5 1 0 0,33-7-1794 0 0,-67 9-4903 0 0,-26 6 3913 0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7.641"/>
    </inkml:context>
    <inkml:brush xml:id="br0">
      <inkml:brushProperty name="width" value="0.05" units="cm"/>
      <inkml:brushProperty name="height" value="0.05" units="cm"/>
    </inkml:brush>
  </inkml:definitions>
  <inkml:trace contextRef="#ctx0" brushRef="#br0">73 110 9250 0 0,'0'0'1199'0'0,"0"-29"1245"0"0,0 28-2316 0 0,0-1 0 0 0,0 1 0 0 0,-1-1 0 0 0,1 1 0 0 0,0-1 0 0 0,0 1 0 0 0,-1-1-1 0 0,1 1 1 0 0,-1-1 0 0 0,1 1 0 0 0,-1 0 0 0 0,1-1 0 0 0,-1 1 0 0 0,0 0 0 0 0,0-1-1 0 0,-1 0 1 0 0,2 1-118 0 0,-1 1 0 0 0,1 0-1 0 0,0 0 1 0 0,-1 0 0 0 0,1-1 0 0 0,0 1-1 0 0,-1 0 1 0 0,1 0 0 0 0,0 0-1 0 0,-1 0 1 0 0,1 0 0 0 0,0 0 0 0 0,-1 0-1 0 0,1 0 1 0 0,0 0 0 0 0,-1 0-1 0 0,1 0 1 0 0,0 0 0 0 0,-1 0 0 0 0,1 0-1 0 0,-1 0 1 0 0,1 0 0 0 0,0 0-1 0 0,-1 0 1 0 0,1 0 0 0 0,-1 1 0 0 0,-10 12 57 0 0,4 0-42 0 0,1 0 0 0 0,0 0 0 0 0,1 0 0 0 0,1 1 0 0 0,0 0 0 0 0,1-1 0 0 0,0 2 0 0 0,-1 20 0 0 0,3-25 59 0 0,1 0 0 0 0,1-1 0 0 0,0 1-1 0 0,0-1 1 0 0,0 1 0 0 0,2-1 0 0 0,-1 1 0 0 0,1-1 0 0 0,0 0-1 0 0,1 0 1 0 0,0 0 0 0 0,0-1 0 0 0,11 16 0 0 0,-12-21-56 0 0,0 0 0 0 0,1 0 0 0 0,-1-1 0 0 0,0 1 1 0 0,1-1-1 0 0,-1 0 0 0 0,1 0 0 0 0,0 0 1 0 0,0 0-1 0 0,0-1 0 0 0,0 0 0 0 0,5 2 1 0 0,-7-3-11 0 0,0 1 1 0 0,1 0 0 0 0,-1-1 0 0 0,1 0-1 0 0,-1 1 1 0 0,1-1 0 0 0,-1 0 0 0 0,1 0 0 0 0,-1 0-1 0 0,1-1 1 0 0,-1 1 0 0 0,0 0 0 0 0,1-1-1 0 0,-1 0 1 0 0,0 0 0 0 0,1 1 0 0 0,-1-1 0 0 0,0-1-1 0 0,0 1 1 0 0,1 0 0 0 0,-1 0 0 0 0,2-3-1 0 0,-2 0 2 0 0,0 1 0 0 0,0 0-1 0 0,-1-1 1 0 0,1 0-1 0 0,-1 1 1 0 0,0-1 0 0 0,0 0-1 0 0,-1 0 1 0 0,1 1-1 0 0,-1-1 1 0 0,0-6 0 0 0,6-25 67 0 0,6 7-60 0 0,-8 22-22 0 0,-1 0 0 0 0,-1 0-1 0 0,1 0 1 0 0,-1 0 0 0 0,-1-1 0 0 0,1 1 0 0 0,1-13 0 0 0,-2 4-1 0 0,-1 1 0 0 0,-1 0 1 0 0,-3-22-1 0 0,3 31-4 0 0,0 0 1 0 0,-1 0-1 0 0,1 0 0 0 0,-1 0 0 0 0,0 0 1 0 0,0 0-1 0 0,-1 0 0 0 0,0 1 1 0 0,1-1-1 0 0,-1 1 0 0 0,-1 0 1 0 0,-6-7-1 0 0,5 7-12 0 0,0 0 1 0 0,-1 1-1 0 0,0 0 1 0 0,0 0-1 0 0,-11-4 0 0 0,-14-7-33 0 0,28 12 23 0 0,0 1 0 0 0,0-1 0 0 0,-1 0 0 0 0,1 1 1 0 0,0 0-1 0 0,-1 0 0 0 0,1 0 0 0 0,0 0 0 0 0,-7 0 0 0 0,9 1 16 0 0,0 0 1 0 0,1 0-1 0 0,-1 0 0 0 0,1 0 1 0 0,-1 0-1 0 0,0 0 0 0 0,1 1 1 0 0,-1-1-1 0 0,1 0 0 0 0,-1 0 1 0 0,0 1-1 0 0,1-1 0 0 0,-1 0 1 0 0,1 1-1 0 0,-1-1 0 0 0,1 0 1 0 0,-1 1-1 0 0,1-1 0 0 0,-1 1 1 0 0,1-1-1 0 0,0 1 0 0 0,-1 0 1 0 0,0 0-9 0 0,1 0 0 0 0,0 0 0 0 0,-1 1 0 0 0,1-1 0 0 0,0 0 1 0 0,0 1-1 0 0,0-1 0 0 0,0 0 0 0 0,0 1 0 0 0,0-1 0 0 0,0 1 0 0 0,0-1 0 0 0,0 0 1 0 0,1 2-1 0 0,0 2-212 0 0,0 0 0 0 0,1-1-1 0 0,-1 1 1 0 0,1-1 0 0 0,0 1 0 0 0,1-1 0 0 0,3 7 0 0 0,-4-9-425 0 0,0 1 0 0 0,0-1 0 0 0,0 0 0 0 0,0 0 0 0 0,1 0 1 0 0,-1-1-1 0 0,0 1 0 0 0,5 2 0 0 0,-3-2-1396 0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8.110"/>
    </inkml:context>
    <inkml:brush xml:id="br0">
      <inkml:brushProperty name="width" value="0.05" units="cm"/>
      <inkml:brushProperty name="height" value="0.05" units="cm"/>
    </inkml:brush>
  </inkml:definitions>
  <inkml:trace contextRef="#ctx0" brushRef="#br0">41 9 6353 0 0,'-29'0'3473'0'0,"17"0"-1649"0"0,17 1-593 0 0,20 1-734 0 0,199-10 497 0 0,-134 6-362 0 0,-27 0-3947 0 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8.471"/>
    </inkml:context>
    <inkml:brush xml:id="br0">
      <inkml:brushProperty name="width" value="0.05" units="cm"/>
      <inkml:brushProperty name="height" value="0.05" units="cm"/>
    </inkml:brush>
  </inkml:definitions>
  <inkml:trace contextRef="#ctx0" brushRef="#br0">38 1 7154 0 0,'-2'0'171'0'0,"1"1"0"0"0,-1-1 0 0 0,1 1 0 0 0,-1 0 1 0 0,0-1-1 0 0,1 1 0 0 0,0 0 0 0 0,-1 0 1 0 0,1 0-1 0 0,0 0 0 0 0,-1 1 0 0 0,1-1 1 0 0,0 0-1 0 0,0 0 0 0 0,0 1 0 0 0,0-1 0 0 0,0 1 1 0 0,0-1-1 0 0,0 1 0 0 0,1-1 0 0 0,-1 1 1 0 0,0 0-1 0 0,1-1 0 0 0,-1 1 0 0 0,1 3 0 0 0,-3 3-114 0 0,2 0-1 0 0,-1 0 1 0 0,1 0-1 0 0,0 10 1 0 0,1-17 61 0 0,0 0 0 0 0,0 0 0 0 0,0 0 0 0 0,0-1 0 0 0,0 1 0 0 0,0 0 0 0 0,1 0 0 0 0,-1 0 0 0 0,0 0 0 0 0,1 0 0 0 0,-1-1 0 0 0,0 1 0 0 0,1 0 0 0 0,-1 0 0 0 0,1-1 0 0 0,-1 1 0 0 0,1 0 0 0 0,0-1 0 0 0,-1 1 0 0 0,1 0 1 0 0,0-1-1 0 0,-1 1 0 0 0,1-1 0 0 0,1 1 0 0 0,0 0-58 0 0,1 0 0 0 0,-1 0 0 0 0,0 0 0 0 0,1-1 0 0 0,-1 1 0 0 0,1-1 0 0 0,-1 0 1 0 0,6 0-1 0 0,2 0-101 0 0,0-1 1 0 0,0-1-1 0 0,15-3 1 0 0,43-17 77 0 0,-43 12-21 0 0,1 2-1 0 0,37-6 1 0 0,-50 13-128 0 0,2-1-2044 0 0,-5-4-3386 0 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0.678"/>
    </inkml:context>
    <inkml:brush xml:id="br0">
      <inkml:brushProperty name="width" value="0.05" units="cm"/>
      <inkml:brushProperty name="height" value="0.05" units="cm"/>
    </inkml:brush>
  </inkml:definitions>
  <inkml:trace contextRef="#ctx0" brushRef="#br0">352 134 3897 0 0,'-2'-3'339'0'0,"0"0"1"0"0,1 0-1 0 0,-1 0 0 0 0,1 0 1 0 0,0-1-1 0 0,-1 1 0 0 0,1 0 1 0 0,1-1-1 0 0,-1 1 0 0 0,0 0 1 0 0,0-7-1 0 0,1 6-221 0 0,-1-1 1 0 0,0 0-1 0 0,0 0 1 0 0,0 0-1 0 0,-1 1 0 0 0,-2-8 1 0 0,1 8 35 0 0,0 0 0 0 0,0 0 1 0 0,-1 1-1 0 0,1-1 0 0 0,-1 1 0 0 0,0 0 1 0 0,0 0-1 0 0,0 0 0 0 0,0 1 0 0 0,0-1 0 0 0,0 1 1 0 0,-1 0-1 0 0,1 1 0 0 0,-1-1 0 0 0,0 1 1 0 0,1-1-1 0 0,-1 1 0 0 0,0 1 0 0 0,0-1 1 0 0,0 1-1 0 0,1 0 0 0 0,-1 0 0 0 0,0 0 1 0 0,0 0-1 0 0,-9 3 0 0 0,9-1-144 0 0,-1 0-1 0 0,0 1 1 0 0,0-1 0 0 0,1 1 0 0 0,-1 1-1 0 0,1-1 1 0 0,0 1 0 0 0,0 0-1 0 0,0 0 1 0 0,1 0 0 0 0,-1 1-1 0 0,1-1 1 0 0,0 1 0 0 0,0 0-1 0 0,1 0 1 0 0,-1 1 0 0 0,1-1-1 0 0,-2 8 1 0 0,-11 24 89 0 0,2 1 0 0 0,2 1 0 0 0,1 0 0 0 0,3 1 0 0 0,1 0-1 0 0,-3 53 1 0 0,9-83-93 0 0,-1-1 0 0 0,1 0 0 0 0,-2 1 0 0 0,1-1 0 0 0,-7 13 0 0 0,5-12 10 0 0,0-1 0 0 0,1 1 0 0 0,1 0 0 0 0,-3 17 0 0 0,3-11 128 0 0,2 0-1 0 0,0 0 1 0 0,1 1 0 0 0,4 18-1 0 0,-4-28-50 0 0,0 0 1 0 0,1 0-1 0 0,0 0 0 0 0,1 0 0 0 0,0 0 0 0 0,0 0 1 0 0,0-1-1 0 0,1 1 0 0 0,-1-1 0 0 0,2 0 0 0 0,6 8 1 0 0,-8-11-71 0 0,0-1 0 0 0,0 0 1 0 0,0 0-1 0 0,1 0 0 0 0,-1-1 1 0 0,0 1-1 0 0,1-1 0 0 0,0 1 1 0 0,-1-1-1 0 0,5 0 0 0 0,-4 0-4 0 0,1 0 0 0 0,-1 1 0 0 0,0-1-1 0 0,0 1 1 0 0,1 0 0 0 0,5 4 0 0 0,-6-4 7 0 0,-1 1 1 0 0,1-1-1 0 0,0 0 1 0 0,0 0-1 0 0,0-1 1 0 0,0 1-1 0 0,0-1 1 0 0,0 0-1 0 0,0 0 0 0 0,0 0 1 0 0,0-1-1 0 0,1 0 1 0 0,-1 1-1 0 0,0-1 1 0 0,0-1-1 0 0,1 1 1 0 0,7-2-1 0 0,-9 1 8 0 0,1 0 1 0 0,-1 0-1 0 0,0 0 0 0 0,0-1 0 0 0,1 1 0 0 0,-1-1 0 0 0,0 0 1 0 0,0 1-1 0 0,-1-2 0 0 0,1 1 0 0 0,0 0 0 0 0,-1 0 0 0 0,1-1 1 0 0,-1 1-1 0 0,0-1 0 0 0,0 0 0 0 0,0 0 0 0 0,0 0 0 0 0,0 0 1 0 0,0 0-1 0 0,1-6 0 0 0,5-18 37 0 0,-3 0 1 0 0,5-42-1 0 0,-3 17-14 0 0,-5 42-63 0 0,1-1 0 0 0,0 1 0 0 0,8-16-1 0 0,-7 16 3 0 0,0 1-1 0 0,-1-1 0 0 0,0 0 0 0 0,2-11 1 0 0,-1-13 8 0 0,-2-1 1 0 0,-1 1-1 0 0,-5-37 1 0 0,2 49-9 0 0,-1-1-1 0 0,-1 1 1 0 0,-1 0-1 0 0,-1 0 1 0 0,-15-34 0 0 0,19 52-23 0 0,-1 0 0 0 0,1 1 1 0 0,0-1-1 0 0,-1 1 0 0 0,0-1 1 0 0,0 1-1 0 0,0 0 1 0 0,0 0-1 0 0,-1 0 0 0 0,1 1 1 0 0,-1-1-1 0 0,0 1 0 0 0,1-1 1 0 0,-1 1-1 0 0,-5-1 0 0 0,6 1 13 0 0,0 1-1 0 0,-1 0 1 0 0,1 0 0 0 0,-1 1-1 0 0,1-1 1 0 0,-1 1-1 0 0,1-1 1 0 0,-1 1 0 0 0,1 0-1 0 0,-1 0 1 0 0,0 1-1 0 0,1-1 1 0 0,-1 1-1 0 0,1 0 1 0 0,-1 0 0 0 0,1 0-1 0 0,0 0 1 0 0,-1 0-1 0 0,-3 3 1 0 0,4-2 11 0 0,1-1 0 0 0,-1 1 0 0 0,1 0 0 0 0,-1 0 0 0 0,1 0 0 0 0,0 0 0 0 0,0 1 0 0 0,0-1 0 0 0,0 1 0 0 0,0-1 0 0 0,-3 6 0 0 0,3-1-8 0 0,-1 1 1 0 0,1-1-1 0 0,-3 14 0 0 0,5-19 10 0 0,-4 32-31 0 0,3-24 31 0 0,0-1 0 0 0,0 1 0 0 0,-1-1 1 0 0,-3 10-1 0 0,-2-2 7 0 0,1-3-13 0 0,1 1 0 0 0,0 0-1 0 0,1 0 1 0 0,1 0 0 0 0,-3 31 0 0 0,6-27 15 0 0,1 1 1 0 0,1 0-1 0 0,1-1 1 0 0,0 1 0 0 0,2-1-1 0 0,8 24 1 0 0,-2-16-869 0 0,0 0-1 0 0,2-2 1 0 0,26 42 0 0 0,-38-65 553 0 0,0 0 1 0 0,0 0-1 0 0,1-1 1 0 0,-1 1 0 0 0,0 0-1 0 0,1-1 1 0 0,-1 1-1 0 0,1-1 1 0 0,-1 1-1 0 0,1-1 1 0 0,0 0-1 0 0,0 0 1 0 0,0 0-1 0 0,3 2 1 0 0,1 0-1531 0 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1.022"/>
    </inkml:context>
    <inkml:brush xml:id="br0">
      <inkml:brushProperty name="width" value="0.05" units="cm"/>
      <inkml:brushProperty name="height" value="0.05" units="cm"/>
    </inkml:brush>
  </inkml:definitions>
  <inkml:trace contextRef="#ctx0" brushRef="#br0">5 0 10154 0 0,'0'0'71'0'0,"0"1"1"0"0,-1-1-1 0 0,1 0 0 0 0,0 0 0 0 0,0 0 1 0 0,0 0-1 0 0,-1 0 0 0 0,1 0 0 0 0,0 0 0 0 0,0 0 1 0 0,0 0-1 0 0,-1 0 0 0 0,1 1 0 0 0,0-1 1 0 0,0 0-1 0 0,0 0 0 0 0,-1 0 0 0 0,1 0 0 0 0,0 1 1 0 0,0-1-1 0 0,0 0 0 0 0,0 0 0 0 0,0 0 1 0 0,0 1-1 0 0,0-1 0 0 0,-1 0 0 0 0,1 0 1 0 0,0 0-1 0 0,0 1 0 0 0,0-1 0 0 0,0 0 0 0 0,0 0 1 0 0,0 1-1 0 0,0-1 0 0 0,2 14 693 0 0,8 21-1219 0 0,-7-25 734 0 0,3 5 170 0 0,-3-7-1273 0 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1.941"/>
    </inkml:context>
    <inkml:brush xml:id="br0">
      <inkml:brushProperty name="width" value="0.05" units="cm"/>
      <inkml:brushProperty name="height" value="0.05" units="cm"/>
    </inkml:brush>
  </inkml:definitions>
  <inkml:trace contextRef="#ctx0" brushRef="#br0">190 123 5985 0 0,'0'0'867'0'0,"-13"-18"2909"0"0,13 17-3703 0 0,0 0 0 0 0,1 0 1 0 0,-1 0-1 0 0,0 0 0 0 0,1 0 1 0 0,-1 0-1 0 0,1 0 0 0 0,-1 1 1 0 0,1-1-1 0 0,-1 0 0 0 0,1 0 1 0 0,0 1-1 0 0,-1-1 0 0 0,1 0 1 0 0,0 1-1 0 0,0-1 0 0 0,0 0 1 0 0,-1 1-1 0 0,1-1 0 0 0,1 1 1 0 0,22-12 208 0 0,-15 8-99 0 0,-2 1-80 0 0,0 1-1 0 0,0-1 0 0 0,15-2 0 0 0,-16 4-71 0 0,0 0-1 0 0,-1-1 1 0 0,1 1-1 0 0,0-1 1 0 0,-1-1 0 0 0,10-4-1 0 0,-8 3-10 0 0,0 0 0 0 0,1 1 0 0 0,-1-1 0 0 0,1 2-1 0 0,-1-1 1 0 0,9-1 0 0 0,21-7 321 0 0,-33 10-94 0 0,-2 0-173 0 0,-1 0-1 0 0,1 0 0 0 0,0 0 1 0 0,-1 1-1 0 0,1-1 1 0 0,0 1-1 0 0,0-1 1 0 0,0 1-1 0 0,-1 0 0 0 0,1-1 1 0 0,0 1-1 0 0,0 0 1 0 0,0 0-1 0 0,0 1 0 0 0,3 0 1 0 0,-17 7 122 0 0,11-7-191 0 0,0 0 0 0 0,0 0 0 0 0,0 0 1 0 0,0 0-1 0 0,0-1 0 0 0,-1 1 0 0 0,1 0 1 0 0,0 0-1 0 0,0-1 0 0 0,-1 1 1 0 0,1-1-1 0 0,-1 0 0 0 0,1 1 0 0 0,-3-1 1 0 0,-11 2 35 0 0,0 0 0 0 0,0 1 1 0 0,1 0-1 0 0,-1 1 0 0 0,1 1 1 0 0,0 0-1 0 0,0 1 0 0 0,-25 15 1 0 0,32-17-40 0 0,3-2 3 0 0,0 1 0 0 0,0-1 1 0 0,1 1-1 0 0,-1 0 0 0 0,0 0 1 0 0,1 0-1 0 0,0 0 0 0 0,-1 1 0 0 0,1-1 1 0 0,1 1-1 0 0,-1 0 0 0 0,0 0 1 0 0,1 0-1 0 0,0 0 0 0 0,-2 6 0 0 0,-17 42 3 0 0,12-30-3 0 0,1-1 1 0 0,-7 28-1 0 0,0-19 133 0 0,-2 3 99 0 0,17-32-230 0 0,-1 0-1 0 0,1 1 1 0 0,-1-1-1 0 0,1 0 1 0 0,0 1-1 0 0,-1-1 1 0 0,1 1-1 0 0,0-1 0 0 0,0 0 1 0 0,0 1-1 0 0,0-1 1 0 0,1 1-1 0 0,-1-1 1 0 0,0 0-1 0 0,0 1 1 0 0,1-1-1 0 0,-1 1 1 0 0,1-1-1 0 0,1 2 1 0 0,-1-2-3 0 0,0 0 0 0 0,0 0 0 0 0,0 0 0 0 0,0 0 0 0 0,1-1 0 0 0,-1 1 0 0 0,0 0 0 0 0,1-1 0 0 0,-1 1 0 0 0,0-1 0 0 0,1 1 0 0 0,-1-1 0 0 0,1 0 0 0 0,-1 0 0 0 0,0 0 0 0 0,1 0 1 0 0,-1 0-1 0 0,3 0 0 0 0,29-3 86 0 0,-29 3-87 0 0,62-15 68 0 0,-52 10-48 0 0,0 2 0 0 0,0 0 0 0 0,0 0 1 0 0,1 2-1 0 0,16-1 0 0 0,-20 2-17 0 0,-1 1 1 0 0,1 0 0 0 0,-1 0-1 0 0,0 1 1 0 0,1 1 0 0 0,-1 0-1 0 0,0 0 1 0 0,17 9 0 0 0,-13-5 7 0 0,-10-5-11 0 0,0 0 0 0 0,0 0-1 0 0,0 0 1 0 0,0 1 0 0 0,-1-1 0 0 0,1 1 0 0 0,-1 0 0 0 0,5 5 0 0 0,-2-1 12 0 0,-1 0 1 0 0,0 0 0 0 0,0 1 0 0 0,-1 0-1 0 0,0 0 1 0 0,0 0 0 0 0,0 0 0 0 0,-1 0-1 0 0,-1 1 1 0 0,3 14 0 0 0,-3-15 3 0 0,0 0 0 0 0,1 1 0 0 0,-1-2 0 0 0,7 12 1 0 0,-6-12-8 0 0,0-1 1 0 0,-1 1-1 0 0,1 0 1 0 0,-1-1-1 0 0,-1 1 1 0 0,1 0-1 0 0,-1 0 1 0 0,0 8-1 0 0,-1-9 8 0 0,0-1 1 0 0,0 1-1 0 0,-1-1 1 0 0,0 1-1 0 0,0 0 0 0 0,0-1 1 0 0,0 0-1 0 0,-1 1 0 0 0,0-1 1 0 0,0 0-1 0 0,-1 0 1 0 0,1 0-1 0 0,-1 0 0 0 0,0 0 1 0 0,-1-1-1 0 0,1 1 0 0 0,-1-1 1 0 0,0 0-1 0 0,0 0 1 0 0,0 0-1 0 0,0 0 0 0 0,-1-1 1 0 0,0 0-1 0 0,-8 5 0 0 0,-18 6 67 0 0,0-1 0 0 0,-1-1-1 0 0,0-2 1 0 0,-1-1-1 0 0,1-2 1 0 0,-2-1-1 0 0,-44 3 1 0 0,67-8-17 0 0,0 1 1 0 0,0 1-1 0 0,0 0 0 0 0,1 0 1 0 0,-12 6-1 0 0,13-5-20 0 0,0-1 0 0 0,-1 1 0 0 0,0-2-1 0 0,0 1 1 0 0,0-1 0 0 0,-19 1-1 0 0,-27-3-809 0 0,78-14-1668 0 0,150-71-6978 0 0,-148 72 7484 0 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2.787"/>
    </inkml:context>
    <inkml:brush xml:id="br0">
      <inkml:brushProperty name="width" value="0.05" units="cm"/>
      <inkml:brushProperty name="height" value="0.05" units="cm"/>
    </inkml:brush>
  </inkml:definitions>
  <inkml:trace contextRef="#ctx0" brushRef="#br0">1 157 6737 0 0,'0'0'95'0'0,"13"-18"2646"0"0,-12 16-2479 0 0,0 1 0 0 0,0 0 1 0 0,0 0-1 0 0,0 0 0 0 0,0 0 1 0 0,0 0-1 0 0,0 1 0 0 0,1-1 1 0 0,-1 0-1 0 0,0 0 0 0 0,0 1 1 0 0,1-1-1 0 0,-1 1 0 0 0,0-1 1 0 0,1 1-1 0 0,1-1 0 0 0,-2 1-216 0 0,0 1 0 0 0,0 0 0 0 0,0-1 0 0 0,0 1 0 0 0,0 0-1 0 0,-1-1 1 0 0,1 1 0 0 0,0 0 0 0 0,0 0 0 0 0,-1 0 0 0 0,1 0 0 0 0,-1 0 0 0 0,1-1-1 0 0,-1 1 1 0 0,1 0 0 0 0,-1 0 0 0 0,1 0 0 0 0,-1 1 0 0 0,0-1 0 0 0,0 0-1 0 0,1 0 1 0 0,-1 2 0 0 0,7 27 53 0 0,-1 1-1 0 0,3 56 1 0 0,-7 67 746 0 0,-2-106-167 0 0,0-47-530 0 0,-5-23-135 0 0,1 0 0 0 0,2 0 0 0 0,0-1-1 0 0,2 1 1 0 0,0 0 0 0 0,1 0 0 0 0,1-1-1 0 0,6-21 1 0 0,-2 18-6 0 0,1 0 0 0 0,1 0 1 0 0,1 0-1 0 0,1 1 0 0 0,2 1 0 0 0,19-31 1 0 0,-30 53-11 0 0,0 1 0 0 0,1-1 0 0 0,-1 1 1 0 0,1 0-1 0 0,0 0 0 0 0,0-1 0 0 0,-1 1 1 0 0,1 0-1 0 0,0 0 0 0 0,0 1 0 0 0,0-1 1 0 0,0 0-1 0 0,0 1 0 0 0,0-1 0 0 0,3 0 1 0 0,20-8-21 0 0,-23 8 24 0 0,1-1-1 0 0,-1 1 1 0 0,1 0-1 0 0,-1 0 1 0 0,1 0 0 0 0,0 0-1 0 0,-1 0 1 0 0,1 1 0 0 0,0-1-1 0 0,-1 1 1 0 0,1 0-1 0 0,0-1 1 0 0,3 1 0 0 0,-4 1-1 0 0,-1-1 0 0 0,1 0 0 0 0,0 0 0 0 0,-1 1 1 0 0,1-1-1 0 0,-1 1 0 0 0,1-1 0 0 0,-1 1 0 0 0,1 0 0 0 0,-1 0 1 0 0,0-1-1 0 0,1 1 0 0 0,-1 0 0 0 0,0 0 0 0 0,0 0 1 0 0,1 0-1 0 0,-1 1 0 0 0,0-1 0 0 0,0 0 0 0 0,0 0 0 0 0,-1 1 1 0 0,1-1-1 0 0,0 1 0 0 0,0-1 0 0 0,0 3 0 0 0,6 22 0 0 0,-1 0-1 0 0,-2 0 0 0 0,2 48 1 0 0,-5-65 9 0 0,1 0 0 0 0,0 0-1 0 0,0 0 1 0 0,1 0 0 0 0,6 14 0 0 0,-5-14 8 0 0,0 0 0 0 0,-1 0 0 0 0,0 0 0 0 0,-1 0 0 0 0,2 12-1 0 0,-4 68 455 0 0,0-89-466 0 0,0 0 0 0 0,0 0 0 0 0,0 0 0 0 0,0 0 0 0 0,0 0 0 0 0,0 0 0 0 0,0 0 0 0 0,0 1 0 0 0,0-1 0 0 0,0 0 0 0 0,0 0-1 0 0,0 0 1 0 0,0 0 0 0 0,0 0 0 0 0,0 0 0 0 0,0 0 0 0 0,0 1 0 0 0,0-1 0 0 0,0 0 0 0 0,0 0 0 0 0,0 0 0 0 0,0 0 0 0 0,0 0 0 0 0,0 0 0 0 0,0 0 0 0 0,0 0 0 0 0,-1 1 0 0 0,1-1 0 0 0,0 0-1 0 0,0 0 1 0 0,0 0 0 0 0,0 0 0 0 0,0 0 0 0 0,0 0 0 0 0,0 0 0 0 0,0 0 0 0 0,-1 0 0 0 0,1 0 0 0 0,0 0 0 0 0,0 0 0 0 0,0 0 0 0 0,0 0 0 0 0,0 0 0 0 0,0 0 0 0 0,-1 0 0 0 0,1 0 0 0 0,0 0 0 0 0,0 0-1 0 0,0 0 1 0 0,0 0 0 0 0,0 0 0 0 0,0 0 0 0 0,0 0 0 0 0,-1 0 0 0 0,1 0 0 0 0,0 0 0 0 0,0 0 0 0 0,0 0 0 0 0,0 0 0 0 0,0 0 0 0 0,0-1 0 0 0,-7-7 87 0 0,2-8-101 0 0,0-1 0 0 0,1 0 0 0 0,1 1-1 0 0,1-1 1 0 0,0-1 0 0 0,1 1 0 0 0,1 0 0 0 0,0 0 0 0 0,2 0 0 0 0,0-1 0 0 0,1 1-1 0 0,0 1 1 0 0,1-1 0 0 0,1 0 0 0 0,1 1 0 0 0,0 0 0 0 0,1 0 0 0 0,19-29 0 0 0,-23 41 4 0 0,0 0 1 0 0,0-1-1 0 0,0 1 1 0 0,1 0-1 0 0,0 1 1 0 0,0-1-1 0 0,0 1 1 0 0,0 0 0 0 0,0 0-1 0 0,1 0 1 0 0,-1 0-1 0 0,1 1 1 0 0,0-1-1 0 0,5-1 1 0 0,3-2 2 0 0,-6 2-4 0 0,-1 1 0 0 0,1 0 0 0 0,0 0 1 0 0,13-3-1 0 0,-18 5 7 0 0,-1 1 1 0 0,1 0-1 0 0,-1 0 1 0 0,1 0-1 0 0,-1 0 0 0 0,1 0 1 0 0,-1 0-1 0 0,1 0 1 0 0,-1 0-1 0 0,1 0 1 0 0,-1 1-1 0 0,0-1 0 0 0,1 1 1 0 0,-1-1-1 0 0,1 1 1 0 0,-1-1-1 0 0,0 1 1 0 0,1 0-1 0 0,-1 0 0 0 0,0-1 1 0 0,0 1-1 0 0,0 0 1 0 0,0 0-1 0 0,0 0 0 0 0,0 1 1 0 0,0-1-1 0 0,0 0 1 0 0,0 0-1 0 0,0 0 1 0 0,0 1-1 0 0,0 1 1 0 0,4 12-2 0 0,0 1 0 0 0,0 0 0 0 0,-2 1 0 0 0,0-1 1 0 0,1 32-1 0 0,-3-40-1 0 0,0 0 0 0 0,1-1 0 0 0,0 1 0 0 0,1 0 1 0 0,-1-1-1 0 0,5 9 0 0 0,-3-8-3 0 0,0 0 0 0 0,-1 1 0 0 0,-1-1 0 0 0,4 18 1 0 0,-4 57-436 0 0,-2-55-936 0 0,0-27 1251 0 0,0-1 0 0 0,0 1 0 0 0,0 0 0 0 0,0-1 0 0 0,1 1 0 0 0,-1 0 0 0 0,0-1 0 0 0,0 1 0 0 0,1-1 0 0 0,-1 1 0 0 0,0 0 0 0 0,1-1 0 0 0,-1 1 0 0 0,0-1 0 0 0,1 1 0 0 0,-1-1 0 0 0,1 1 0 0 0,-1-1 0 0 0,1 1 0 0 0,-1-1 0 0 0,1 0 0 0 0,0 1 1 0 0,-1-1-1 0 0,1 0 0 0 0,-1 1 0 0 0,1-1 0 0 0,0 0 0 0 0,-1 0 0 0 0,1 1 0 0 0,0-1 0 0 0,-1 0 0 0 0,1 0 0 0 0,0 0 0 0 0,-1 0 0 0 0,1 0 0 0 0,0 0 0 0 0,-1 0 0 0 0,1 0 0 0 0,1-1 0 0 0,26-4-2167 0 0,-27 5 2134 0 0,13-5-1600 0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3.378"/>
    </inkml:context>
    <inkml:brush xml:id="br0">
      <inkml:brushProperty name="width" value="0.05" units="cm"/>
      <inkml:brushProperty name="height" value="0.05" units="cm"/>
    </inkml:brush>
  </inkml:definitions>
  <inkml:trace contextRef="#ctx0" brushRef="#br0">287 286 6457 0 0,'0'-6'4443'0'0,"-2"-18"-2848"0"0,1 24-1538 0 0,0 0-1 0 0,1 0 1 0 0,-1 0 0 0 0,0 0 0 0 0,0 0 0 0 0,1 0 0 0 0,-1 0-1 0 0,0 0 1 0 0,0 0 0 0 0,1 0 0 0 0,-1 1 0 0 0,0-1 0 0 0,0 0-1 0 0,1 1 1 0 0,-1-1 0 0 0,0 0 0 0 0,1 1 0 0 0,-1-1 0 0 0,0 1-1 0 0,0 0 1 0 0,-15 12 122 0 0,1 5 106 0 0,1 1 1 0 0,1 1 0 0 0,0 0-1 0 0,2 1 1 0 0,-16 38-1 0 0,5-10 164 0 0,-1-3-288 0 0,3 2 0 0 0,1 1 1 0 0,3 0-1 0 0,-14 74 1 0 0,22-92 66 0 0,7-29-154 0 0,1 0 0 0 0,-1-1 0 0 0,0 1-1 0 0,0 0 1 0 0,1-1 0 0 0,-1 1 0 0 0,0-1-1 0 0,-1 1 1 0 0,1-1 0 0 0,0 0 0 0 0,0 1-1 0 0,-1-1 1 0 0,1 0 0 0 0,-3 2 0 0 0,1-3 162 0 0,3-9-160 0 0,6-33-70 0 0,3 0 1 0 0,16-51-1 0 0,37-86-11 0 0,-42 124 15 0 0,-6 17-4 0 0,90-217 32 0 0,-89 217-40 0 0,-13 31 1 0 0,0 1 0 0 0,0 1 0 0 0,0-1 0 0 0,1 0 0 0 0,0 1 0 0 0,0-1 0 0 0,1 1 0 0 0,6-8 0 0 0,-6 9-13 0 0,0-1 1 0 0,1 1-1 0 0,-1 0 1 0 0,1 1-1 0 0,0-1 0 0 0,0 1 1 0 0,1 0-1 0 0,-1 0 1 0 0,10-3-1 0 0,-14 5 13 0 0,-1 1 1 0 0,0 0-1 0 0,1 0 0 0 0,-1 0 1 0 0,1 0-1 0 0,-1 0 0 0 0,0 0 1 0 0,1 0-1 0 0,-1 0 0 0 0,1 0 1 0 0,-1 1-1 0 0,0-1 0 0 0,1 0 1 0 0,-1 0-1 0 0,1 0 0 0 0,-1 0 1 0 0,0 0-1 0 0,1 1 1 0 0,-1-1-1 0 0,0 0 0 0 0,1 0 1 0 0,-1 1-1 0 0,0-1 0 0 0,1 0 1 0 0,-1 0-1 0 0,0 1 0 0 0,0-1 1 0 0,1 0-1 0 0,-1 1 0 0 0,0-1 1 0 0,0 1-1 0 0,0-1 0 0 0,1 1 1 0 0,2 15-17 0 0,-3-11 16 0 0,2 3-1 0 0,0 0 0 0 0,0 1 1 0 0,1-1-1 0 0,7 14 0 0 0,7 23-9 0 0,-4 12 13 0 0,6 65 0 0 0,-1-3 13 0 0,58 241 261 0 0,-73-343-266 0 0,-2 1 0 0 0,0 26 1 0 0,-1-35-2 0 0,0-8-78 0 0,0-1 0 0 0,0 1 1 0 0,0 0-1 0 0,0-1 0 0 0,0 1 1 0 0,0-1-1 0 0,0 1 0 0 0,-1 0 1 0 0,1-1-1 0 0,0 1 0 0 0,0-1 1 0 0,-1 1-1 0 0,1-1 0 0 0,0 1 1 0 0,-1-1-1 0 0,1 1 0 0 0,0-1 1 0 0,-1 1-1 0 0,1-1 0 0 0,-1 1 1 0 0,1-1-1 0 0,-1 1 0 0 0,1-1 1 0 0,-1 0-1 0 0,1 1 0 0 0,-2-1 1 0 0,1 1-130 0 0,-1-1 1 0 0,1 1-1 0 0,-1-1 1 0 0,0 0-1 0 0,0 0 1 0 0,1 1-1 0 0,-1-1 1 0 0,0 0 0 0 0,1-1-1 0 0,-3 1 1 0 0,1 0-227 0 0,-1-1-1 0 0,1 0 1 0 0,-1 0 0 0 0,1 0 0 0 0,-1 0 0 0 0,1-1 0 0 0,0 1 0 0 0,0-1 0 0 0,-6-3 0 0 0,-16-28-2070 0 0,11 14 985 0 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3.705"/>
    </inkml:context>
    <inkml:brush xml:id="br0">
      <inkml:brushProperty name="width" value="0.05" units="cm"/>
      <inkml:brushProperty name="height" value="0.05" units="cm"/>
    </inkml:brush>
  </inkml:definitions>
  <inkml:trace contextRef="#ctx0" brushRef="#br0">12 11 10098 0 0,'-1'0'94'0'0,"1"0"0"0"0,0 0 0 0 0,-1 0 0 0 0,1 0 0 0 0,-1 0 0 0 0,1 0-1 0 0,0-1 1 0 0,-1 1 0 0 0,1 0 0 0 0,0 1 0 0 0,-1-1 0 0 0,1 0 0 0 0,-1 0 0 0 0,1 0 0 0 0,0 0 0 0 0,-1 0-1 0 0,1 0 1 0 0,0 0 0 0 0,-1 0 0 0 0,1 1 0 0 0,0-1 0 0 0,-1 0 0 0 0,1 0 0 0 0,0 1 0 0 0,-1-1 0 0 0,1 0-1 0 0,0 0 1 0 0,0 1 0 0 0,-1-1 0 0 0,1 0 0 0 0,0 1 0 0 0,-1-1 0 0 0,9 10 658 0 0,20 7-815 0 0,-13-10 295 0 0,1-1 0 0 0,0-1 1 0 0,0 0-1 0 0,1-1 0 0 0,-1 0 1 0 0,1-2-1 0 0,0 0 1 0 0,28 0-1 0 0,-1-4 95 0 0,1-1 0 0 0,45-9 0 0 0,26-13-627 0 0,-100 20-1344 0 0,0-1 0 0 0,25-13 1 0 0,-29 13-362 0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7.754"/>
    </inkml:context>
    <inkml:brush xml:id="br0">
      <inkml:brushProperty name="width" value="0.05" units="cm"/>
      <inkml:brushProperty name="height" value="0.05" units="cm"/>
    </inkml:brush>
  </inkml:definitions>
  <inkml:trace contextRef="#ctx0" brushRef="#br0">67 515 320 0 0,'0'0'2526'0'0,"17"-5"-882"0"0,-13 0-936 0 0,1 1 0 0 0,-1-2 1 0 0,0 1-1 0 0,0 0 0 0 0,4-8 0 0 0,-5 4-447 0 0,1 0 1 0 0,-1 0-1 0 0,-1 0 1 0 0,1 0-1 0 0,0-12 1 0 0,4-41 258 0 0,-3-1 0 0 0,-5-82 0 0 0,0 48 381 0 0,0 95-821 0 0,1-1 0 0 0,0 0-1 0 0,-1 0 1 0 0,0 0 0 0 0,0 0-1 0 0,0 0 1 0 0,0 1 0 0 0,0-1-1 0 0,-3-4 1 0 0,4 6-62 0 0,0 1 0 0 0,0 0 0 0 0,-1-1 0 0 0,1 1 0 0 0,0-1 0 0 0,-1 1 0 0 0,1 0 0 0 0,0-1 0 0 0,-1 1 0 0 0,1 0-1 0 0,0 0 1 0 0,-1-1 0 0 0,1 1 0 0 0,-1 0 0 0 0,1 0 0 0 0,-1-1 0 0 0,1 1 0 0 0,0 0 0 0 0,-1 0 0 0 0,1 0 0 0 0,-1 0 0 0 0,1 0 0 0 0,-1 0 0 0 0,0 0 0 0 0,0 0 1 0 0,0 1 1 0 0,1-1 0 0 0,-1 1-1 0 0,0-1 1 0 0,0 1 0 0 0,1-1-1 0 0,-1 1 1 0 0,0-1 0 0 0,1 1-1 0 0,-1 0 1 0 0,1 0 0 0 0,-1-1-1 0 0,1 1 1 0 0,-1 0 0 0 0,1 0-1 0 0,-1 0 1 0 0,1-1 0 0 0,-1 3-1 0 0,-7 18 69 0 0,1 1 0 0 0,1 0 0 0 0,1 0 0 0 0,1 0 0 0 0,-2 28 0 0 0,2 118 51 0 0,4-125-88 0 0,0 21 170 0 0,2 0 1 0 0,4-1-1 0 0,16 81 0 0 0,-18-123-191 0 0,-1-1-1 0 0,-1 1 0 0 0,-1 29 1 0 0,-16-65-238 0 0,8 3 209 0 0,0 0 0 0 0,-14-15 1 0 0,15 20 5 0 0,0 0 1 0 0,1-1 0 0 0,-1 0-1 0 0,2 0 1 0 0,-1 0 0 0 0,1 0-1 0 0,-4-12 1 0 0,2 7 45 0 0,5 11-48 0 0,0 1 1 0 0,1-1-1 0 0,-1 1 0 0 0,0-1 0 0 0,1 1 1 0 0,-1-1-1 0 0,1 1 0 0 0,-1-1 0 0 0,1 1 1 0 0,0-4-1 0 0,0 5 5 0 0,7 18 74 0 0,31 58 10 0 0,33 97 0 0 0,-71-172-70 0 0,1 0-1 0 0,-1 0 0 0 0,0 0 1 0 0,0 0-1 0 0,1 0 0 0 0,-1 0 0 0 0,0 0 1 0 0,1 0-1 0 0,-1 0 0 0 0,1 0 1 0 0,-1 0-1 0 0,1 0 0 0 0,0 0 0 0 0,-1-1 1 0 0,1 1-1 0 0,0 0 0 0 0,0-1 0 0 0,-1 1 1 0 0,1 0-1 0 0,0-1 0 0 0,0 1 1 0 0,0-1-1 0 0,0 1 0 0 0,0-1 0 0 0,0 1 1 0 0,0-1-1 0 0,0 0 0 0 0,0 1 1 0 0,0-1-1 0 0,0 0 0 0 0,0 0 0 0 0,0 0 1 0 0,0 0-1 0 0,0 0 0 0 0,1 0 0 0 0,-1-1-2 0 0,1 1-1 0 0,0-1 0 0 0,-1 0 0 0 0,1 0 0 0 0,-1 0 1 0 0,1 0-1 0 0,-1 0 0 0 0,0 0 0 0 0,1 0 0 0 0,-1-1 1 0 0,0 1-1 0 0,0 0 0 0 0,0-1 0 0 0,0 1 0 0 0,0-1 1 0 0,0 1-1 0 0,0-1 0 0 0,1-2 0 0 0,32-69 97 0 0,85-134 1 0 0,-105 193-130 0 0,-1-2-4761 0 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8.815"/>
    </inkml:context>
    <inkml:brush xml:id="br0">
      <inkml:brushProperty name="width" value="0.05" units="cm"/>
      <inkml:brushProperty name="height" value="0.05" units="cm"/>
    </inkml:brush>
  </inkml:definitions>
  <inkml:trace contextRef="#ctx0" brushRef="#br0">120 368 2104 0 0,'-1'-16'2957'0'0,"-8"-39"-1458"0"0,3-1 1 0 0,3 1-1 0 0,3-60 0 0 0,1 48 1513 0 0,-1 67-3002 0 0,0 0-1 0 0,0 0 1 0 0,-1 1 0 0 0,1-1 0 0 0,0 0 0 0 0,0 0 0 0 0,0 0 0 0 0,0 0 0 0 0,0 0-1 0 0,0 0 1 0 0,-1 0 0 0 0,1 0 0 0 0,0 0 0 0 0,0 0 0 0 0,0 0 0 0 0,0 0 0 0 0,0 0-1 0 0,-1 0 1 0 0,1 0 0 0 0,0 0 0 0 0,0 0 0 0 0,0 0 0 0 0,0 0 0 0 0,0 0 0 0 0,-1 0-1 0 0,1 0 1 0 0,0 0 0 0 0,0 0 0 0 0,0 0 0 0 0,0 0 0 0 0,0 0 0 0 0,0 0 0 0 0,-1-1-1 0 0,1 1 1 0 0,0 0 0 0 0,0 0 0 0 0,0 0 0 0 0,0 0 0 0 0,0 0 0 0 0,0 0 0 0 0,0 0-1 0 0,0 0 1 0 0,0-1 0 0 0,0 1 0 0 0,-1 0 0 0 0,1 0 0 0 0,0 0 0 0 0,0 0 0 0 0,0 0 0 0 0,0-1-1 0 0,0 1 1 0 0,0 0 0 0 0,0 0 0 0 0,0 0 0 0 0,0 0 0 0 0,0 0 0 0 0,0-1 0 0 0,0 1-1 0 0,0 0 1 0 0,-7 14 80 0 0,-7 77 111 0 0,-4 168 0 0 0,12-123-28 0 0,-4 166 1308 0 0,10-302-1436 0 0,0-1-48 0 0,0 0 5 0 0,-1-1 0 0 0,1 1 1 0 0,0 0-1 0 0,-1 0 0 0 0,1-1 0 0 0,-1 1 1 0 0,0 0-1 0 0,1 0 0 0 0,-1 0 0 0 0,0 0 1 0 0,1 0-1 0 0,-1 0 0 0 0,0 0 0 0 0,-1-1 0 0 0,-19-18 28 0 0,11 12-109 0 0,24 1 131 0 0,0 2-1 0 0,24-7 1 0 0,27-7 82 0 0,1 3 0 0 0,125-13-1 0 0,-176 29-135 0 0,-12 1-77 0 0,0-1 0 0 0,0 1 0 0 0,0-1 0 0 0,1 0 0 0 0,-1 0 0 0 0,0-1 0 0 0,0 1 0 0 0,0-1 0 0 0,0 1 0 0 0,4-2 1 0 0,-7 1-192 0 0,0 1 0 0 0,0-1 1 0 0,1 1-1 0 0,-1-1 0 0 0,0 1 1 0 0,0-1-1 0 0,0 0 0 0 0,0 1 1 0 0,0-1-1 0 0,0 1 0 0 0,0-1 1 0 0,0 1-1 0 0,0-1 0 0 0,0 0 1 0 0,0 1-1 0 0,0-1 1 0 0,0 1-1 0 0,0-1 0 0 0,-1-1 1 0 0,-8-21-2736 0 0,7 20 2199 0 0,-3-7-1109 0 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9.142"/>
    </inkml:context>
    <inkml:brush xml:id="br0">
      <inkml:brushProperty name="width" value="0.05" units="cm"/>
      <inkml:brushProperty name="height" value="0.05" units="cm"/>
    </inkml:brush>
  </inkml:definitions>
  <inkml:trace contextRef="#ctx0" brushRef="#br0">35 80 4361 0 0,'-8'0'4164'0'0,"-5"2"-2465"0"0,12-2-1608 0 0,0 0 0 0 0,1 1-1 0 0,-1-1 1 0 0,0 0 0 0 0,1 0-1 0 0,-1 1 1 0 0,1-1 0 0 0,-1 0-1 0 0,1 1 1 0 0,-1-1 0 0 0,1 0-1 0 0,-1 1 1 0 0,1-1 0 0 0,-1 1-1 0 0,1-1 1 0 0,-1 1 0 0 0,1-1-1 0 0,-1 1 1 0 0,1-1 0 0 0,0 1-1 0 0,0-1 1 0 0,-1 1-1 0 0,1 0 1 0 0,0-1 0 0 0,0 1-1 0 0,-1-1 1 0 0,1 1 0 0 0,0 0-1 0 0,0 1 1 0 0,16-5 1760 0 0,50-22-1633 0 0,97-29 777 0 0,-145 49-1792 0 0,0 2 0 0 0,0 0 0 0 0,0 1 1 0 0,0 1-1 0 0,0 0 0 0 0,1 1 0 0 0,23 4 0 0 0,-26-1-1186 0 0</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9.671"/>
    </inkml:context>
    <inkml:brush xml:id="br0">
      <inkml:brushProperty name="width" value="0.05" units="cm"/>
      <inkml:brushProperty name="height" value="0.05" units="cm"/>
    </inkml:brush>
  </inkml:definitions>
  <inkml:trace contextRef="#ctx0" brushRef="#br0">274 50 3553 0 0,'0'0'3866'0'0,"-20"-27"237"0"0,15 24-4003 0 0,-1 0-1 0 0,0 0 0 0 0,1 1 0 0 0,-1-1 1 0 0,0 1-1 0 0,0 1 0 0 0,0-1 0 0 0,0 1 1 0 0,-1 0-1 0 0,1 0 0 0 0,0 1 0 0 0,0 0 1 0 0,-1 0-1 0 0,1 0 0 0 0,-10 2 0 0 0,11-1-74 0 0,1 0 0 0 0,0 0 0 0 0,-1 1 0 0 0,1-1-1 0 0,0 1 1 0 0,0 0 0 0 0,0 0 0 0 0,0 0 0 0 0,1 1 0 0 0,-1-1-1 0 0,0 1 1 0 0,1 0 0 0 0,0 0 0 0 0,0 0 0 0 0,0 1 0 0 0,0-1 0 0 0,0 1-1 0 0,1-1 1 0 0,-1 1 0 0 0,1 0 0 0 0,0 0 0 0 0,-2 7 0 0 0,-28 92 617 0 0,30-96-557 0 0,0-1 0 0 0,0 0 0 0 0,-1 0 1 0 0,-4 6-1 0 0,5-7-11 0 0,-1 0 1 0 0,1 0-1 0 0,0 0 1 0 0,0 0-1 0 0,-2 10 1 0 0,3-11-6 0 0,0 1 1 0 0,0-1-1 0 0,0 1 1 0 0,1 0-1 0 0,0-1 1 0 0,0 1-1 0 0,0 0 1 0 0,0-1 0 0 0,1 1-1 0 0,0-1 1 0 0,0 1-1 0 0,3 8 1 0 0,-2-11-56 0 0,0-1 0 0 0,0 0 1 0 0,0 1-1 0 0,-1-1 0 0 0,2 0 0 0 0,-1 0 1 0 0,0 0-1 0 0,0 0 0 0 0,0-1 0 0 0,0 1 1 0 0,1 0-1 0 0,-1-1 0 0 0,0 0 0 0 0,0 1 1 0 0,1-1-1 0 0,-1 0 0 0 0,4-1 1 0 0,18 5 91 0 0,6 9-33 0 0,-23-9-86 0 0,1 0-1 0 0,-1-1 0 0 0,1 0 0 0 0,-1-1 0 0 0,1 1 0 0 0,0-2 1 0 0,0 1-1 0 0,13 0 0 0 0,-5-1-75 0 0,13 0-2560 0 0,-26-1 1890 0 0,-1-1 1 0 0,1 1 0 0 0,-1 0 0 0 0,1-1 0 0 0,-1 0 0 0 0,1 1 0 0 0,-1-1 0 0 0,4-2 0 0 0,-1 0-1165 0 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9.997"/>
    </inkml:context>
    <inkml:brush xml:id="br0">
      <inkml:brushProperty name="width" value="0.05" units="cm"/>
      <inkml:brushProperty name="height" value="0.05" units="cm"/>
    </inkml:brush>
  </inkml:definitions>
  <inkml:trace contextRef="#ctx0" brushRef="#br0">131 1 8546 0 0,'-19'5'3087'0'0,"12"3"-2742"0"0,1 0 0 0 0,0 0 0 0 0,0 1 0 0 0,0 0 0 0 0,1 0 0 0 0,1 0 0 0 0,-1 1 0 0 0,2 0 0 0 0,-4 12 1 0 0,-3 17 135 0 0,-5 43 0 0 0,10-52-440 0 0,-14 109-670 0 0,12-45-4056 0 0,6-74 2186 0 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1.076"/>
    </inkml:context>
    <inkml:brush xml:id="br0">
      <inkml:brushProperty name="width" value="0.05" units="cm"/>
      <inkml:brushProperty name="height" value="0.05" units="cm"/>
    </inkml:brush>
  </inkml:definitions>
  <inkml:trace contextRef="#ctx0" brushRef="#br0">18 0 18260 0 0,'-1'1'6'0'0,"-1"1"1"0"0,0-1-1 0 0,1 1 0 0 0,0-1 1 0 0,-1 1-1 0 0,1 0 0 0 0,0 0 1 0 0,0-1-1 0 0,0 1 1 0 0,0 0-1 0 0,0 0 0 0 0,1 0 1 0 0,-1 0-1 0 0,1 0 0 0 0,-1 0 1 0 0,1 0-1 0 0,-1 0 1 0 0,1 0-1 0 0,0 0 0 0 0,0 0 1 0 0,0 0-1 0 0,0 1 0 0 0,1-1 1 0 0,0 3-1 0 0,0 4 34 0 0,1 0 0 0 0,0-1 0 0 0,0 1 0 0 0,5 12 0 0 0,-2-12-31 0 0,0 0 0 0 0,0-1 0 0 0,0 0-1 0 0,1 0 1 0 0,0 0 0 0 0,1 0 0 0 0,0-1 0 0 0,0 0 0 0 0,0-1 0 0 0,13 9 0 0 0,7 2 34 0 0,56 27 0 0 0,-14-10 57 0 0,-57-27-108 0 0,0-1 0 0 0,0 0 0 0 0,0-1 0 0 0,16 4 0 0 0,-19-7-19 0 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2.111"/>
    </inkml:context>
    <inkml:brush xml:id="br0">
      <inkml:brushProperty name="width" value="0.05" units="cm"/>
      <inkml:brushProperty name="height" value="0.05" units="cm"/>
    </inkml:brush>
  </inkml:definitions>
  <inkml:trace contextRef="#ctx0" brushRef="#br0">677 173 4417 0 0,'-19'-18'3031'0'0,"11"14"-2898"0"0,0-1-1 0 0,0 1 1 0 0,0 1-1 0 0,-1-1 1 0 0,1 2-1 0 0,-1-1 1 0 0,1 1 0 0 0,-1 0-1 0 0,0 1 1 0 0,0 0-1 0 0,0 0 1 0 0,0 1-1 0 0,0 0 1 0 0,0 1-1 0 0,-13 2 1 0 0,2 1 115 0 0,0 2 1 0 0,0 0-1 0 0,0 1 1 0 0,0 0-1 0 0,-28 17 1 0 0,24-13 58 0 0,19-9-252 0 0,0 0 0 0 0,0 0-1 0 0,0 1 1 0 0,0 0 0 0 0,1-1 0 0 0,-6 6 0 0 0,-17 17 133 0 0,1 1 0 0 0,1 1 0 0 0,2 2 0 0 0,0 0 0 0 0,2 2 0 0 0,2 0 0 0 0,1 1 0 0 0,1 1 0 0 0,1 1 0 0 0,-15 51 0 0 0,18-20 252 0 0,11-52-353 0 0,0-1-1 0 0,0 1 0 0 0,-1-1 1 0 0,-1 0-1 0 0,-6 15 1 0 0,8-23-66 0 0,0 1-1 0 0,0-1 1 0 0,0 1 0 0 0,1 0-1 0 0,0 0 1 0 0,0 0 0 0 0,0 0-1 0 0,0 0 1 0 0,1 0 0 0 0,-1 0-1 0 0,2 0 1 0 0,-1 0 0 0 0,0 0-1 0 0,1 0 1 0 0,0 0 0 0 0,0 0 0 0 0,0 0-1 0 0,1-1 1 0 0,0 1 0 0 0,0 0-1 0 0,0-1 1 0 0,0 1 0 0 0,1-1-1 0 0,-1 0 1 0 0,1 0 0 0 0,0 0-1 0 0,1 0 1 0 0,-1 0 0 0 0,1 0-1 0 0,-1-1 1 0 0,1 0 0 0 0,0 0 0 0 0,0 0-1 0 0,1 0 1 0 0,-1-1 0 0 0,6 3-1 0 0,20 4 62 0 0,11 6 10 0 0,-32-10-40 0 0,0-1 0 0 0,1-1 0 0 0,-1 0 1 0 0,1 0-1 0 0,0-1 0 0 0,0 0 0 0 0,0-1 0 0 0,0 0 1 0 0,0-1-1 0 0,0 0 0 0 0,0 0 0 0 0,0-1 0 0 0,0 0 1 0 0,12-3-1 0 0,6-3 34 0 0,0-1 0 0 0,-1-1 0 0 0,44-21 0 0 0,-11-1-56 0 0,-53 27-31 0 0,0 0-1 0 0,1 0 0 0 0,-2 0 1 0 0,1-1-1 0 0,0 0 1 0 0,-1-1-1 0 0,0 1 0 0 0,0-1 1 0 0,-1-1-1 0 0,6-6 1 0 0,-2 0-4 0 0,0 0 0 0 0,0-1 0 0 0,-2 0 1 0 0,9-19-1 0 0,0-10-44 0 0,-2 0 1 0 0,-2-1-1 0 0,-1 0 1 0 0,5-57-1 0 0,-14 91 21 0 0,0-1-1 0 0,1 0 1 0 0,7-19-1 0 0,-6 20 14 0 0,-1 1 0 0 0,0 0-1 0 0,-1-1 1 0 0,0 1 0 0 0,1-19 0 0 0,-2 13-56 0 0,-2-1 1 0 0,0 0 0 0 0,0 0-1 0 0,-2 0 1 0 0,0 0 0 0 0,-10-28-1 0 0,10 36 11 0 0,0 1-1 0 0,-1-1 0 0 0,0 1 1 0 0,0 0-1 0 0,0 0 0 0 0,-1 0 0 0 0,0 1 1 0 0,-1-1-1 0 0,1 1 0 0 0,-1 1 1 0 0,0-1-1 0 0,-1 1 0 0 0,1 0 1 0 0,-15-8-1 0 0,2 5-86 0 0,-33-11 1 0 0,-1 0 152 0 0,45 15-1 0 0,0 2-1 0 0,1-1 1 0 0,-1 1 0 0 0,0 0-1 0 0,0 1 1 0 0,0 0-1 0 0,0 0 1 0 0,-1 1-1 0 0,1 0 1 0 0,0 0 0 0 0,0 1-1 0 0,0 0 1 0 0,0 0-1 0 0,0 1 1 0 0,0 0 0 0 0,0 1-1 0 0,-8 3 1 0 0,-3 2 17 0 0,15-6-20 0 0,-1-1-1 0 0,1 1 0 0 0,0 0 1 0 0,0 0-1 0 0,1 0 0 0 0,-1 1 1 0 0,0-1-1 0 0,1 1 0 0 0,-1 0 1 0 0,1 0-1 0 0,-3 3 0 0 0,-7 10 10 0 0,1 1 0 0 0,1 0 0 0 0,1 0 0 0 0,0 1-1 0 0,1 0 1 0 0,1 1 0 0 0,1 0 0 0 0,1 0 0 0 0,0 1-1 0 0,-3 23 1 0 0,7-32-17 0 0,-1 0 0 0 0,-7 21 0 0 0,7-24-133 0 0,0 1-1 0 0,0-1 1 0 0,1 0 0 0 0,0 1-1 0 0,1 0 1 0 0,-1 11 0 0 0,2-9-393 0 0,1 0 0 0 0,0 1 0 0 0,0-2 0 0 0,6 19 1 0 0,-5-24-214 0 0,-1 0 0 0 0,1 0 1 0 0,1 0-1 0 0,-1 0 1 0 0,1-1-1 0 0,5 9 1 0 0,-3-9-1022 0 0,6 5 62 0 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2.442"/>
    </inkml:context>
    <inkml:brush xml:id="br0">
      <inkml:brushProperty name="width" value="0.05" units="cm"/>
      <inkml:brushProperty name="height" value="0.05" units="cm"/>
    </inkml:brush>
  </inkml:definitions>
  <inkml:trace contextRef="#ctx0" brushRef="#br0">0 0 2312 0 0,'0'0'13382'0'0,"1"13"-12596"0"0,7 22-604 0 0,3 0 0 0 0,0-1 0 0 0,3 0 0 0 0,20 38 0 0 0,2 6-48 0 0,-20-41-44 0 0,2-1 1 0 0,26 39 0 0 0,-32-55-91 0 0,-11-16-1 0 0,1-1-1 0 0,0 0 1 0 0,0 1 0 0 0,0-1 0 0 0,1 0 0 0 0,-1 0-1 0 0,1 0 1 0 0,-1-1 0 0 0,1 1 0 0 0,5 3-1 0 0,12 9-130 0 0,12 7-867 0 0,-9-13-3057 0 0,-22-9 3679 0 0,1 0 1 0 0,-1 1-1 0 0,1-1 1 0 0,-1 0-1 0 0,0-1 1 0 0,1 1-1 0 0,-1 0 1 0 0,1 0-1 0 0,-1-1 1 0 0,0 1-1 0 0,1 0 1 0 0,1-2-1 0 0,4-1-1466 0 0</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2.773"/>
    </inkml:context>
    <inkml:brush xml:id="br0">
      <inkml:brushProperty name="width" value="0.05" units="cm"/>
      <inkml:brushProperty name="height" value="0.05" units="cm"/>
    </inkml:brush>
  </inkml:definitions>
  <inkml:trace contextRef="#ctx0" brushRef="#br0">26 0 9378 0 0,'-1'6'6173'0'0,"-2"17"-5346"0"0,-8 182 531 0 0,0-1-125 0 0,11-7-5576 0 0,1-193 2532 0 0,0-1-762 0 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4.527"/>
    </inkml:context>
    <inkml:brush xml:id="br0">
      <inkml:brushProperty name="width" value="0.05" units="cm"/>
      <inkml:brushProperty name="height" value="0.05" units="cm"/>
    </inkml:brush>
  </inkml:definitions>
  <inkml:trace contextRef="#ctx0" brushRef="#br0">1 458 2160 0 0,'0'0'3475'0'0,"10"-24"-716"0"0,-2-43-1778 0 0,-2 1 1 0 0,-5-86 0 0 0,-1 94-370 0 0,-7-22 1275 0 0,7 70-1314 0 0,-2 17-240 0 0,-1 19-227 0 0,7 36-71 0 0,2 0 1 0 0,29 120 0 0 0,0-7-12 0 0,34 457-16 0 0,-61-357 82 0 0,-1-25-16 0 0,-7-121 83 0 0,-1-55 124 0 0,-2-51-307 0 0</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5.185"/>
    </inkml:context>
    <inkml:brush xml:id="br0">
      <inkml:brushProperty name="width" value="0.05" units="cm"/>
      <inkml:brushProperty name="height" value="0.05" units="cm"/>
    </inkml:brush>
  </inkml:definitions>
  <inkml:trace contextRef="#ctx0" brushRef="#br0">45 4 3873 0 0,'0'0'699'0'0,"-26"-3"5731"0"0,11 6-4298 0 0,14-3-2094 0 0,1 0-1 0 0,0 1 0 0 0,0-1 0 0 0,0 0 0 0 0,-1 0 1 0 0,1 1-1 0 0,0-1 0 0 0,0 0 0 0 0,0 0 1 0 0,0 1-1 0 0,-1-1 0 0 0,1 0 0 0 0,0 1 0 0 0,0-1 1 0 0,0 0-1 0 0,0 0 0 0 0,0 1 0 0 0,0-1 1 0 0,0 0-1 0 0,0 1 0 0 0,0-1 0 0 0,0 0 1 0 0,0 1-1 0 0,0-1 0 0 0,0 0 0 0 0,0 1 0 0 0,0-1 1 0 0,2 3 28 0 0,-1 0 0 0 0,1 0 1 0 0,-1 0-1 0 0,1-1 0 0 0,0 1 1 0 0,0-1-1 0 0,3 4 0 0 0,22 19 153 0 0,0-1 1 0 0,61 40-1 0 0,-69-50-142 0 0,114 67 287 0 0,-13-8-105 0 0,-37-16-66 0 0,289 178 226 0 0,-315-200-153 0 0,-39-23-165 0 0,0-1 0 0 0,23 11 0 0 0,-4-4-24 0 0,-1 1-1 0 0,39 29 1 0 0,-73-46-413 0 0,1-1 0 0 0,-1 1 0 0 0,0 0 0 0 0,0 1 0 0 0,0-1 1 0 0,0 0-1 0 0,0 0 0 0 0,0 1 0 0 0,-1 0 0 0 0,1-1 0 0 0,1 6 1 0 0</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5.708"/>
    </inkml:context>
    <inkml:brush xml:id="br0">
      <inkml:brushProperty name="width" value="0.05" units="cm"/>
      <inkml:brushProperty name="height" value="0.05" units="cm"/>
    </inkml:brush>
  </inkml:definitions>
  <inkml:trace contextRef="#ctx0" brushRef="#br0">439 1 8322 0 0,'-16'6'961'0'0,"5"0"-600"0"0,1 0-1 0 0,0 1 1 0 0,1 0-1 0 0,-1 1 0 0 0,2 0 1 0 0,-1 0-1 0 0,1 1 1 0 0,0 0-1 0 0,1 0 0 0 0,0 1 1 0 0,-8 14-1 0 0,12-18-134 0 0,-1 1-17 0 0,0 1 0 0 0,1 0 0 0 0,-5 14 0 0 0,8-18-204 0 0,-1 0 0 0 0,1-1 0 0 0,0 1 1 0 0,0 0-1 0 0,0-1 0 0 0,0 1 0 0 0,1 0 1 0 0,-1 0-1 0 0,1-1 0 0 0,0 1 0 0 0,2 6 0 0 0,37 62 92 0 0,-35-60-94 0 0,1 0 1 0 0,0 0-1 0 0,1-1 1 0 0,0 0 0 0 0,17 19-1 0 0,52 48 47 0 0,-18-20 60 0 0,-51-51-68 0 0,20 25 95 0 0,-26-31-131 0 0,0 1 1 0 0,0-1-1 0 0,0 1 0 0 0,0 0 0 0 0,0-1 0 0 0,-1 1 1 0 0,1 0-1 0 0,0 0 0 0 0,-1 0 0 0 0,1 0 0 0 0,-1-1 0 0 0,0 1 1 0 0,0 0-1 0 0,1 0 0 0 0,-1 0 0 0 0,-1 0 0 0 0,1 3 1 0 0,-1-4-5 0 0,0 1 1 0 0,0-1 0 0 0,0 0-1 0 0,0 0 1 0 0,0 0 0 0 0,0 0-1 0 0,0 0 1 0 0,-1 0 0 0 0,1 0-1 0 0,0 0 1 0 0,0 0 0 0 0,-1 0-1 0 0,1-1 1 0 0,-1 1 0 0 0,1 0-1 0 0,-1-1 1 0 0,1 1 0 0 0,-1-1 0 0 0,1 0-1 0 0,-1 0 1 0 0,-1 1 0 0 0,-2 0 2 0 0,-66 17-3 0 0,-223 67 461 0 0,230-68-480 0 0,49-14-15 0 0,0 0-1 0 0,1 1 0 0 0,-15 7 0 0 0,19-6-27 0 0,2-1-1364 0 0,1-1-3183 0 0,4-2 2042 0 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8.046"/>
    </inkml:context>
    <inkml:brush xml:id="br0">
      <inkml:brushProperty name="width" value="0.05" units="cm"/>
      <inkml:brushProperty name="height" value="0.05" units="cm"/>
    </inkml:brush>
  </inkml:definitions>
  <inkml:trace contextRef="#ctx0" brushRef="#br0">251 503 1760 0 0,'0'0'566'0'0,"-25"-24"1068"0"0,20 15-1396 0 0,0-1 1 0 0,0 0-1 0 0,-5-20 1 0 0,7 21-128 0 0,-1-1 0 0 0,1 1 0 0 0,-1 0 0 0 0,-1 0 0 0 0,-5-9 0 0 0,6 14-84 0 0,1 0 0 0 0,1 0 0 0 0,-1 0 0 0 0,1 0 0 0 0,-1 0 0 0 0,1-1 0 0 0,0 1 0 0 0,1-1 1 0 0,-3-7-1 0 0,-10-20 279 0 0,10 27-239 0 0,2-1-1 0 0,-1 1 1 0 0,1 0 0 0 0,0-1 0 0 0,-2-7-1 0 0,2-2 222 0 0,0 1-1 0 0,2-1 0 0 0,1-24 0 0 0,0 23 588 0 0,-1 0 0 0 0,-2-30-1 0 0,0 30 654 0 0,0-30 0 0 0,2 35-77 0 0,0 27-798 0 0,-74 710 662 0 0,60-579-1170 0 0,7 1 1 0 0,14 179-1 0 0,4 218 150 0 0,-11-451-287 0 0,-7 218 41 0 0,5-248-30 0 0,-11 76 1 0 0,6-102-98 0 0,7-2-1602 0 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9.156"/>
    </inkml:context>
    <inkml:brush xml:id="br0">
      <inkml:brushProperty name="width" value="0.05" units="cm"/>
      <inkml:brushProperty name="height" value="0.05" units="cm"/>
    </inkml:brush>
  </inkml:definitions>
  <inkml:trace contextRef="#ctx0" brushRef="#br0">37 90 4497 0 0,'-7'-27'3915'0'0,"7"-36"616"0"0,-6 70-3781 0 0,-1 8-679 0 0,1 13-4 0 0,1-1-1 0 0,2 1 1 0 0,0 30-1 0 0,7 87 39 0 0,-3-117-98 0 0,12 167 72 0 0,1 38-66 0 0,46 507 227 0 0,-35-506-126 0 0,-5 177 1303 0 0,-22-66-2425 0 0,9-336-4406 0 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9.834"/>
    </inkml:context>
    <inkml:brush xml:id="br0">
      <inkml:brushProperty name="width" value="0.05" units="cm"/>
      <inkml:brushProperty name="height" value="0.05" units="cm"/>
    </inkml:brush>
  </inkml:definitions>
  <inkml:trace contextRef="#ctx0" brushRef="#br0">124 45 8202 0 0,'-13'2'459'0'0,"0"0"0"0"0,0 0-1 0 0,0 2 1 0 0,-23 8 0 0 0,16-5-93 0 0,19-7-318 0 0,0 0 0 0 0,0 1 0 0 0,0-1 0 0 0,0 0 0 0 0,0 0 0 0 0,0 1 0 0 0,1-1 0 0 0,-1 0 0 0 0,0 1 0 0 0,0-1 0 0 0,0 1 0 0 0,1-1 0 0 0,-1 1 0 0 0,0-1 0 0 0,1 1 0 0 0,-1 0 0 0 0,0 0 0 0 0,12 2 677 0 0,28-4-404 0 0,38-7-160 0 0,129-9 804 0 0,131-9 315 0 0,126-6-563 0 0,-394 32-259 0 0,97 10 1 0 0,-163-9-406 0 0,0-1 1 0 0,-1 1 0 0 0,0 0 0 0 0,1 0 0 0 0,-1 0 0 0 0,1 1 0 0 0,-1-1-1 0 0,0 1 1 0 0,3 1 0 0 0,2 9-1223 0 0,-7-12 963 0 0,0 1 0 0 0,0-1 1 0 0,0 1-1 0 0,0-1 1 0 0,0 0-1 0 0,0 1 1 0 0,0-1-1 0 0,0 1 0 0 0,0-1 1 0 0,0 1-1 0 0,0-1 1 0 0,-1 1-1 0 0,1-1 1 0 0,0 0-1 0 0,0 1 0 0 0,0-1 1 0 0,-1 1-1 0 0,1-1 1 0 0,0 0-1 0 0,-1 1 1 0 0,1-1-1 0 0,0 0 1 0 0,-1 1-1 0 0,1-1 0 0 0,0 0 1 0 0,-2 1-1 0 0,-2 1-2005 0 0,-3 1-351 0 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0.167"/>
    </inkml:context>
    <inkml:brush xml:id="br0">
      <inkml:brushProperty name="width" value="0.05" units="cm"/>
      <inkml:brushProperty name="height" value="0.05" units="cm"/>
    </inkml:brush>
  </inkml:definitions>
  <inkml:trace contextRef="#ctx0" brushRef="#br0">11 1 7706 0 0,'0'0'66'0'0,"-1"0"-1"0"0,1 0 1 0 0,-1 0 0 0 0,1 0 0 0 0,-1 0 0 0 0,1 0 0 0 0,0 0 0 0 0,-1 1 0 0 0,1-1 0 0 0,-1 0 0 0 0,1 0 0 0 0,-1 1 0 0 0,1-1 0 0 0,0 0 0 0 0,-1 1-1 0 0,1-1 1 0 0,-1 0 0 0 0,1 1 0 0 0,0-1 0 0 0,0 0 0 0 0,-1 1 0 0 0,1-1 0 0 0,0 1 0 0 0,0-1 0 0 0,-1 1 0 0 0,1-1 0 0 0,0 0 0 0 0,0 1 0 0 0,0-1-1 0 0,0 1 1 0 0,0-1 0 0 0,0 1 0 0 0,0-1 0 0 0,-1 1 0 0 0,2-1 0 0 0,-1 1 0 0 0,0-1 0 0 0,0 1 0 0 0,0-1 0 0 0,0 1 0 0 0,0-1 0 0 0,0 1-1 0 0,0-1 1 0 0,1 1 0 0 0,-1-1 0 0 0,0 1 0 0 0,0-1 0 0 0,1 0 0 0 0,-1 1 0 0 0,0-1 0 0 0,0 1 0 0 0,1-1 0 0 0,-1 0 0 0 0,0 1 0 0 0,1-1 0 0 0,-1 0-1 0 0,1 0 1 0 0,-1 1 0 0 0,1-1 0 0 0,-1 0 0 0 0,0 0 0 0 0,1 1 0 0 0,-1-1 0 0 0,1 0 0 0 0,-1 0 0 0 0,1 0 0 0 0,-1 0 0 0 0,2 0 0 0 0,12 5 163 0 0,0-2 1 0 0,0 0 0 0 0,1 0 0 0 0,25 0 0 0 0,66-4-89 0 0,-44 0-1075 0 0,-50 1-2759 0 0,-9 0 1784 0 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0.498"/>
    </inkml:context>
    <inkml:brush xml:id="br0">
      <inkml:brushProperty name="width" value="0.05" units="cm"/>
      <inkml:brushProperty name="height" value="0.05" units="cm"/>
    </inkml:brush>
  </inkml:definitions>
  <inkml:trace contextRef="#ctx0" brushRef="#br0">1 1 3857 0 0,'0'0'1866'0'0,"1"6"3011"0"0,4 11-4352 0 0,-3-15-512 0 0,0 1 0 0 0,1-1 0 0 0,-1 0 0 0 0,1 0 0 0 0,-1 0 0 0 0,1 0 0 0 0,0-1 0 0 0,0 1 0 0 0,-1-1 1 0 0,1 0-1 0 0,0 0 0 0 0,1 0 0 0 0,-1 0 0 0 0,4 0 0 0 0,23 10-153 0 0,-26-7-149 0 0,1-2 1 0 0,1 1-1 0 0,-1 0 1 0 0,0-1-1 0 0,1 0 0 0 0,-1 0 1 0 0,1-1-1 0 0,-1 0 0 0 0,1 0 1 0 0,0 0-1 0 0,7 0 1 0 0,-2-1-2405 0 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5.934"/>
    </inkml:context>
    <inkml:brush xml:id="br0">
      <inkml:brushProperty name="width" value="0.05" units="cm"/>
      <inkml:brushProperty name="height" value="0.05" units="cm"/>
    </inkml:brush>
  </inkml:definitions>
  <inkml:trace contextRef="#ctx0" brushRef="#br0">65 21 2529 0 0,'-17'-6'4972'0'0,"-3"0"-3603"0"0,0 8 695 0 0,13 1-952 0 0,12 2-151 0 0,18-3-315 0 0,-16-2-564 0 0,346-7 1830 0 0,-249 2-1592 0 0,-11 5-2020 0 0,-102-7-3512 0 0,3 6 3447 0 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6.313"/>
    </inkml:context>
    <inkml:brush xml:id="br0">
      <inkml:brushProperty name="width" value="0.05" units="cm"/>
      <inkml:brushProperty name="height" value="0.05" units="cm"/>
    </inkml:brush>
  </inkml:definitions>
  <inkml:trace contextRef="#ctx0" brushRef="#br0">24 8 8034 0 0,'-21'-8'4287'0'0,"21"11"-4023"0"0,-1-1-1 0 0,0 1 1 0 0,1-1 0 0 0,0 1-1 0 0,0 0 1 0 0,-1-1-1 0 0,1 1 1 0 0,1 0-1 0 0,-1 3 1 0 0,1 0-155 0 0,1 42 66 0 0,13 73-1 0 0,1 9-183 0 0,-13-77 10 0 0,1 25-8 0 0,23 126 1 0 0,-16-146-300 0 0,-3-11-4784 0 0,-6-38 2422 0 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6.880"/>
    </inkml:context>
    <inkml:brush xml:id="br0">
      <inkml:brushProperty name="width" value="0.05" units="cm"/>
      <inkml:brushProperty name="height" value="0.05" units="cm"/>
    </inkml:brush>
  </inkml:definitions>
  <inkml:trace contextRef="#ctx0" brushRef="#br0">1 82 7930 0 0,'0'0'4013'0'0,"11"0"-2413"0"0,20-3-1164 0 0,-1 0 1 0 0,0-2-1 0 0,0-1 1 0 0,45-16-1 0 0,51-10-376 0 0,-56 23-213 0 0,-40 7-3587 0 0,-26 2 1898 0 0</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7.655"/>
    </inkml:context>
    <inkml:brush xml:id="br0">
      <inkml:brushProperty name="width" value="0.05" units="cm"/>
      <inkml:brushProperty name="height" value="0.05" units="cm"/>
    </inkml:brush>
  </inkml:definitions>
  <inkml:trace contextRef="#ctx0" brushRef="#br0">265 165 6137 0 0,'-2'-1'165'0'0,"1"-1"0"0"0,-1 1 0 0 0,1-1 1 0 0,0 1-1 0 0,0-1 0 0 0,-1 1 0 0 0,1-1 0 0 0,0 0 0 0 0,0 1 0 0 0,1-1 0 0 0,-1 0 0 0 0,0 0 0 0 0,1 0 0 0 0,-1 0 0 0 0,1 0 0 0 0,-1 0 0 0 0,1 0 0 0 0,0 0 0 0 0,0 0 0 0 0,0 0 0 0 0,0 0 0 0 0,0 0 0 0 0,0 0 0 0 0,0 0 1 0 0,1 0-1 0 0,-1 1 0 0 0,1-1 0 0 0,0 0 0 0 0,-1 0 0 0 0,1 0 0 0 0,0 0 0 0 0,0 1 0 0 0,0-1 0 0 0,0 0 0 0 0,1 1 0 0 0,2-4 0 0 0,0 1 37 0 0,1-1 0 0 0,0 1 0 0 0,0 0 0 0 0,0 0 0 0 0,1 1 0 0 0,-1-1 0 0 0,1 1 0 0 0,0 1 0 0 0,0-1 0 0 0,9-2 0 0 0,16-3 603 0 0,53-6-1 0 0,-77 13-769 0 0,0-1 0 0 0,0 0-1 0 0,-1 0 1 0 0,1 0-1 0 0,8-5 1 0 0,-10 4-20 0 0,1 1 1 0 0,0 0-1 0 0,0-1 1 0 0,0 2-1 0 0,0-1 1 0 0,0 1-1 0 0,1 0 1 0 0,5 0-1 0 0,-8 1-13 0 0,0 0 0 0 0,-1 0 0 0 0,1 0 0 0 0,0 0 0 0 0,-1 1 0 0 0,1 0 1 0 0,-1 0-1 0 0,1 0 0 0 0,-1 0 0 0 0,1 1 0 0 0,-1-1 0 0 0,0 1 0 0 0,0 0 0 0 0,0 0 0 0 0,0 0 0 0 0,0 0 0 0 0,5 5 0 0 0,-3-1-2 0 0,-2-1 0 0 0,1 1 0 0 0,-1 0 0 0 0,0-1 0 0 0,0 1 0 0 0,0 1-1 0 0,-1-1 1 0 0,0 0 0 0 0,1 8 0 0 0,8 36 1 0 0,-8-31 4 0 0,1-1-1 0 0,12 34 0 0 0,-13-43 12 0 0,0 1 0 0 0,0 0 0 0 0,-1-1 1 0 0,0 1-1 0 0,-1 0 0 0 0,0 0 1 0 0,-1 0-1 0 0,0 0 0 0 0,0 0 1 0 0,-1 0-1 0 0,0 0 0 0 0,-5 17 1 0 0,-1-5 57 0 0,0 1 1 0 0,-2-1-1 0 0,0-1 0 0 0,-16 26 1 0 0,7-6 16 0 0,15-32-69 0 0,0 0-1 0 0,-1-1 1 0 0,-1 1-1 0 0,-7 11 0 0 0,-11 11 13 0 0,-2-1-1 0 0,-1-1 1 0 0,-1-1-1 0 0,-2-2 1 0 0,0-1 0 0 0,-61 40-1 0 0,72-56 22 0 0,1-1 0 0 0,-1-1 0 0 0,-1 0-1 0 0,1-2 1 0 0,-1 0 0 0 0,0-1 0 0 0,-22 2 0 0 0,37-5-31 0 0,0 0 1 0 0,0 0-1 0 0,0 0 1 0 0,0 0-1 0 0,0 1 1 0 0,-4 2 0 0 0,5-2-5 0 0,0-1 0 0 0,0 1 0 0 0,0-1 0 0 0,0 0 0 0 0,0 0 0 0 0,0 0 0 0 0,-1-1 0 0 0,1 1 0 0 0,0-1 0 0 0,-7 1 0 0 0,7-1-20 0 0,0-1 1 0 0,0 1-1 0 0,0 0 0 0 0,1-1 1 0 0,-1 0-1 0 0,0 1 0 0 0,0-1 1 0 0,1 0-1 0 0,-1-1 0 0 0,0 1 1 0 0,1 0-1 0 0,-1-1 0 0 0,1 1 1 0 0,-3-3-1 0 0,1-1-2 0 0,0 1 0 0 0,1 0 0 0 0,-1-1 0 0 0,1 0 0 0 0,-4-9 0 0 0,4 9-1 0 0,-2-4 9 0 0,0-1 0 0 0,0 0 0 0 0,1 0 0 0 0,-3-13-1 0 0,6 20-5 0 0,1-1 0 0 0,-1 1 0 0 0,1 0 0 0 0,0-1 0 0 0,0 1 0 0 0,0-1 0 0 0,0 1 0 0 0,1-1 0 0 0,0 1 0 0 0,-1-1 0 0 0,1 1 0 0 0,0-1 0 0 0,1 1 0 0 0,-1 0 0 0 0,0 0 0 0 0,1 0 0 0 0,2-4 0 0 0,-2 4-2 0 0,1 1 0 0 0,-1 0 1 0 0,0 0-1 0 0,1 0 1 0 0,-1 0-1 0 0,1 0 0 0 0,0 0 1 0 0,0 1-1 0 0,0-1 1 0 0,0 1-1 0 0,0 0 0 0 0,0 0 1 0 0,0 0-1 0 0,0 0 1 0 0,0 1-1 0 0,0-1 0 0 0,0 1 1 0 0,1 0-1 0 0,-1 0 1 0 0,3 0-1 0 0,1-1 3 0 0,-1 1 0 0 0,0-1 0 0 0,0 0-1 0 0,10-3 1 0 0,9-7 20 0 0,-19 7-26 0 0,1 1-1 0 0,0 0 1 0 0,0 0-1 0 0,0 1 1 0 0,1 0-1 0 0,10-1 1 0 0,-3 2 10 0 0,0 1-1 0 0,-1 1 1 0 0,1 1 0 0 0,0 0-1 0 0,-1 0 1 0 0,0 2 0 0 0,1 0-1 0 0,-1 0 1 0 0,-1 1 0 0 0,1 1-1 0 0,-1 0 1 0 0,0 1 0 0 0,22 16-1 0 0,28 11 46 0 0,-55-28-47 0 0,73 51 0 0 0,-71-50-8 0 0,1-1 0 0 0,0 0 0 0 0,1-1 0 0 0,-1 0 0 0 0,23 5 0 0 0,-25-8-69 0 0,0 1-1 0 0,0 1 1 0 0,0-1 0 0 0,11 8 0 0 0,-14-7-224 0 0,-1-1 0 0 0,1 0 0 0 0,1 0 0 0 0,-1-1 0 0 0,0 0 0 0 0,1 0 0 0 0,-1 0 0 0 0,1-1 0 0 0,-1 1 0 0 0,1-2 0 0 0,10 1 0 0 0,22-9-2868 0 0,-15 0 258 0 0</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8.336"/>
    </inkml:context>
    <inkml:brush xml:id="br0">
      <inkml:brushProperty name="width" value="0.05" units="cm"/>
      <inkml:brushProperty name="height" value="0.05" units="cm"/>
    </inkml:brush>
  </inkml:definitions>
  <inkml:trace contextRef="#ctx0" brushRef="#br0">34 131 8778 0 0,'0'0'304'0'0,"-27"-22"4593"0"0,26 22-4821 0 0,1 0 0 0 0,-1 1 0 0 0,1-1 1 0 0,-1 1-1 0 0,1-1 0 0 0,-1 1 0 0 0,1-1 0 0 0,0 1 0 0 0,-1 0 1 0 0,1-1-1 0 0,0 1 0 0 0,0-1 0 0 0,-1 1 0 0 0,1 0 0 0 0,0-1 0 0 0,0 1 1 0 0,0 0-1 0 0,0-1 0 0 0,0 1 0 0 0,0 0 0 0 0,0-1 0 0 0,0 1 1 0 0,0 1-1 0 0,0 24-173 0 0,0-18 265 0 0,4 64 197 0 0,13 84-1 0 0,4 56-91 0 0,-22 93 509 0 0,-2-92 692 0 0,3-212-1444 0 0,0 0-1 0 0,0 0 1 0 0,0 0 0 0 0,0 1-1 0 0,1-1 1 0 0,-1 0-1 0 0,1 0 1 0 0,-1 0 0 0 0,1 0-1 0 0,-1 0 1 0 0,1 0 0 0 0,0 2-1 0 0,6-1 221 0 0,2-11-137 0 0,63-125-241 0 0,63-167 0 0 0,-81 173 79 0 0,-46 109 24 0 0,-2-1 1 0 0,6-27 0 0 0,-9 28 15 0 0,2 0 1 0 0,13-32-1 0 0,-8 29 19 0 0,74-153-19 0 0,-66 142 46 0 0,1 1 1 0 0,2 1-1 0 0,27-32 1 0 0,-36 45-307 0 0,-10 5-5450 0 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3.801"/>
    </inkml:context>
    <inkml:brush xml:id="br0">
      <inkml:brushProperty name="width" value="0.05" units="cm"/>
      <inkml:brushProperty name="height" value="0.05" units="cm"/>
    </inkml:brush>
  </inkml:definitions>
  <inkml:trace contextRef="#ctx0" brushRef="#br0">647 88 8026 0 0,'1'-20'2230'0'0,"0"15"-2031"0"0,0 0 0 0 0,-1 0-1 0 0,0-1 1 0 0,0 1 0 0 0,-1 0 0 0 0,1-1 0 0 0,-1 1-1 0 0,-2-6 1 0 0,2 10-158 0 0,0 0-1 0 0,0-1 0 0 0,0 1 1 0 0,-1 0-1 0 0,1 0 1 0 0,0 0-1 0 0,-1 0 0 0 0,1 0 1 0 0,-1 1-1 0 0,1-1 0 0 0,-1 0 1 0 0,1 1-1 0 0,-1-1 1 0 0,0 1-1 0 0,1-1 0 0 0,-1 1 1 0 0,0 0-1 0 0,1 0 1 0 0,-4 0-1 0 0,-34 1 266 0 0,30 1-189 0 0,-1 1 1 0 0,1 0-1 0 0,0 0 1 0 0,0 1-1 0 0,-10 6 0 0 0,-9 4 132 0 0,14-7-146 0 0,1 0 1 0 0,0 1-1 0 0,0 1 0 0 0,1 0 0 0 0,-13 12 0 0 0,-54 58 314 0 0,66-65-360 0 0,-25 27 150 0 0,2 1 1 0 0,-45 71 0 0 0,64-85-107 0 0,1 0 0 0 0,1 1 0 0 0,2 0 0 0 0,1 1 0 0 0,-14 54 0 0 0,19-41 97 0 0,6-33-151 0 0,0-1 0 0 0,-1 1 1 0 0,0-1-1 0 0,0 1 1 0 0,-1-1-1 0 0,-6 11 1 0 0,7-15-29 0 0,-1 0 0 0 0,1 0 0 0 0,0 0 1 0 0,0 0-1 0 0,0 1 0 0 0,1-1 0 0 0,0 0 1 0 0,0 1-1 0 0,0-1 0 0 0,1 1 0 0 0,0-1 1 0 0,0 1-1 0 0,0-1 0 0 0,0 1 0 0 0,1-1 1 0 0,0 1-1 0 0,0-1 0 0 0,1 0 0 0 0,0 0 1 0 0,0 1-1 0 0,0-1 0 0 0,3 6 0 0 0,-3-10-3 0 0,0 1-1 0 0,-1 0 0 0 0,1-1 1 0 0,0 1-1 0 0,0-1 0 0 0,0 0 1 0 0,0 1-1 0 0,0-1 1 0 0,0 0-1 0 0,0 0 0 0 0,1 0 1 0 0,-1-1-1 0 0,0 1 0 0 0,0-1 1 0 0,1 1-1 0 0,-1-1 0 0 0,1 0 1 0 0,-1 1-1 0 0,4-2 0 0 0,23 7 160 0 0,-10 1-57 0 0,-14-4-97 0 0,0-1 0 0 0,1 0 0 0 0,-1 0 0 0 0,0 0-1 0 0,1-1 1 0 0,0 1 0 0 0,-1-1 0 0 0,1-1 0 0 0,11 1 0 0 0,-5-3 10 0 0,0 0 1 0 0,0-1 0 0 0,0-1 0 0 0,-1 1 0 0 0,1-2 0 0 0,18-9 0 0 0,-3 2 11 0 0,-19 8-39 0 0,0-1-1 0 0,-1 0 1 0 0,1 0-1 0 0,-1-1 0 0 0,0 0 1 0 0,0 0-1 0 0,-1 0 1 0 0,0-1-1 0 0,0 0 1 0 0,0-1-1 0 0,-1 1 0 0 0,0-1 1 0 0,-1 0-1 0 0,7-15 1 0 0,1-5-7 0 0,-2-1 1 0 0,-1-1-1 0 0,6-32 1 0 0,-8-4 18 0 0,-6 50-34 0 0,1 1-1 0 0,0-1 1 0 0,5-18-1 0 0,6-1-39 0 0,-9 25 37 0 0,0 0 1 0 0,-1 0-1 0 0,0 0 0 0 0,-1 0 0 0 0,2-15 1 0 0,-3 4-22 0 0,0 0 0 0 0,-2 1 0 0 0,0-1 0 0 0,-2 1 0 0 0,0-1 0 0 0,-1 1 0 0 0,-1 0 0 0 0,-1 0 0 0 0,0 0 0 0 0,-19-35 0 0 0,16 36-28 0 0,8 17 56 0 0,0-1 0 0 0,0 0 0 0 0,0 1 0 0 0,-1-1 0 0 0,1 1 0 0 0,-1-1 0 0 0,0 1 0 0 0,0 0 0 0 0,1 0 0 0 0,-2 0 0 0 0,1 0 0 0 0,0 0 0 0 0,0 0 0 0 0,-5-2 0 0 0,-2-2-24 0 0,0 1 0 0 0,-1 0 0 0 0,0 1 0 0 0,1 0 0 0 0,-13-3 0 0 0,19 6 38 0 0,-1 0 0 0 0,1 1 0 0 0,0-1 0 0 0,-1 1 0 0 0,1 0 0 0 0,0 0-1 0 0,-1 1 1 0 0,1-1 0 0 0,-1 1 0 0 0,1-1 0 0 0,0 1 0 0 0,0 0 0 0 0,-1 0 0 0 0,1 1 0 0 0,0-1 0 0 0,0 1 0 0 0,0-1 0 0 0,0 1 0 0 0,0 0 0 0 0,-3 3 0 0 0,2-1 6 0 0,1 0 0 0 0,1 0 0 0 0,-1 1 0 0 0,1-1 1 0 0,-1 0-1 0 0,1 1 0 0 0,0-1 0 0 0,1 1 0 0 0,-1 0 0 0 0,1 0 0 0 0,0 0 1 0 0,0 0-1 0 0,0 9 0 0 0,0-6-2 0 0,0-1 1 0 0,-1 1-1 0 0,0-1 0 0 0,0 1 0 0 0,-4 8 1 0 0,3-10 6 0 0,1 0 1 0 0,0 0-1 0 0,0 0 1 0 0,0 0-1 0 0,1 0 1 0 0,0 1 0 0 0,0-1-1 0 0,1 0 1 0 0,-1 1-1 0 0,2-1 1 0 0,-1 1-1 0 0,0-1 1 0 0,1 0-1 0 0,0 1 1 0 0,1-1-1 0 0,3 10 1 0 0,-1-6 3 0 0,0 0 0 0 0,0-1 0 0 0,1 1 0 0 0,1-1 0 0 0,0 0 0 0 0,0 0 0 0 0,0-1 0 0 0,1 0 0 0 0,10 9 0 0 0,44 44 331 0 0,92 118-1 0 0,-142-164-306 0 0,1 0 0 0 0,-2 0-1 0 0,0 2 1 0 0,-1-1 0 0 0,12 29-1 0 0,-11-27-16 0 0,2 4-1022 0 0,-12-22 532 0 0,0 1 0 0 0,1 0 0 0 0,-1 0 0 0 0,0-1 0 0 0,0 1 1 0 0,0 0-1 0 0,0 0 0 0 0,0-1 0 0 0,0 1 0 0 0,0 0 0 0 0,0 0 0 0 0,0 0 0 0 0,-1-1 1 0 0,1 1-1 0 0,-1 1 0 0 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6.249"/>
    </inkml:context>
    <inkml:brush xml:id="br0">
      <inkml:brushProperty name="width" value="0.05" units="cm"/>
      <inkml:brushProperty name="height" value="0.05" units="cm"/>
    </inkml:brush>
  </inkml:definitions>
  <inkml:trace contextRef="#ctx0" brushRef="#br0">200 330 6033 0 0,'0'0'411'0'0,"7"-16"2387"0"0,-3-5-2370 0 0,-1-1 1 0 0,0 1-1 0 0,-2 0 1 0 0,-1-27-1 0 0,1-4-25 0 0,-1-67 1800 0 0,-5 109-1161 0 0,5 10-1021 0 0,-1 0 1 0 0,1 0 0 0 0,0 0-1 0 0,-1 0 1 0 0,1 0 0 0 0,0 1-1 0 0,-1-1 1 0 0,1 0 0 0 0,0 0-1 0 0,-1 0 1 0 0,1 0 0 0 0,0 0-1 0 0,-1 1 1 0 0,1-1 0 0 0,0 0-1 0 0,-1 0 1 0 0,1 1 0 0 0,0-1-1 0 0,0 0 1 0 0,-1 0 0 0 0,1 1-1 0 0,0-1 1 0 0,0 0 0 0 0,-1 1-1 0 0,1-1 1 0 0,0 0-1 0 0,0 1 1 0 0,0-1 0 0 0,0 0-1 0 0,0 1 1 0 0,0-1 0 0 0,-1 0-1 0 0,1 1 1 0 0,0-1 0 0 0,0 0-1 0 0,0 1 1 0 0,0-1 0 0 0,0 1-1 0 0,1 0 1 0 0,-10 37 133 0 0,2 2 0 0 0,-3 62 0 0 0,7 88 115 0 0,1-28-135 0 0,-5-3-1198 0 0,7-159 1018 0 0,0 1 0 0 0,0-1 1 0 0,0 0-1 0 0,0 1 0 0 0,0-1 0 0 0,0 0 1 0 0,-1 1-1 0 0,1-1 0 0 0,0 0 0 0 0,0 1 1 0 0,0-1-1 0 0,0 0 0 0 0,-1 0 1 0 0,1 1-1 0 0,0-1 0 0 0,0 0 0 0 0,-1 0 1 0 0,1 1-1 0 0,0-1 0 0 0,0 0 1 0 0,-1 0-1 0 0,1 0 0 0 0,0 1 0 0 0,-1-1 1 0 0,1 0-1 0 0,0 0 0 0 0,-1 0 0 0 0,1 0 1 0 0,0 0-1 0 0,-1 0 0 0 0,1 0 1 0 0,0 0-1 0 0,-1 1 0 0 0,1-1 0 0 0,0-1 1 0 0,-1 1-1 0 0,1 0 0 0 0,0 0 0 0 0,-1 0 1 0 0,1 0-1 0 0,0 0 0 0 0,-1 0 1 0 0,1 0-1 0 0,0 0 0 0 0,-1 0 0 0 0,1-1 1 0 0,0 1-1 0 0,-1 0 0 0 0,1 0 1 0 0,0 0-1 0 0,-1-1 0 0 0,-20-11 43 0 0,19 11-43 0 0,-15-9 75 0 0,12 8 21 0 0,0-1 0 0 0,0 1 0 0 0,1-1 0 0 0,-1 0 0 0 0,1 0 0 0 0,0 0 0 0 0,0-1 0 0 0,0 0 0 0 0,0 1 0 0 0,0-1 0 0 0,1-1 0 0 0,0 1 0 0 0,0 0 0 0 0,0-1 0 0 0,-3-8 0 0 0,4 10 24 0 0,2 2-24 0 0,0 0 0 0 0,0 0 0 0 0,0 0 0 0 0,-1 0 0 0 0,1 0 0 0 0,0 0 0 0 0,-1 0 0 0 0,1 0 0 0 0,-1 0 0 0 0,1 0 0 0 0,-1 0 0 0 0,1 0 1 0 0,-1 1-1 0 0,0-1 0 0 0,0 0 0 0 0,1 0 0 0 0,-1 1 0 0 0,0-1 0 0 0,0 0 0 0 0,0 1 0 0 0,0-1 0 0 0,1 1 0 0 0,-1-1 0 0 0,0 1 0 0 0,0-1 0 0 0,0 1 0 0 0,0 0 0 0 0,0-1 0 0 0,0 1 0 0 0,-2 0 0 0 0,-5-4 144 0 0,-3-2 241 0 0,11 6-427 0 0,-1 0 1 0 0,1 0-1 0 0,0 1 0 0 0,0-1 1 0 0,-1 0-1 0 0,1 0 0 0 0,0 1 1 0 0,0-1-1 0 0,-1 0 0 0 0,1 0 1 0 0,0 1-1 0 0,0-1 0 0 0,0 0 1 0 0,-1 1-1 0 0,1-1 0 0 0,0 0 1 0 0,0 1-1 0 0,0-1 0 0 0,0 0 1 0 0,0 1-1 0 0,0-1 0 0 0,0 0 1 0 0,0 1-1 0 0,0-1 0 0 0,0 0 1 0 0,0 1-1 0 0,0-1 0 0 0,0 1 1 0 0,0-1-1 0 0,0 0 1 0 0,0 1-1 0 0,0-1 0 0 0,1 0 1 0 0,-1 1-1 0 0,0-1 0 0 0,0 0 1 0 0,0 0-1 0 0,0 1 0 0 0,1-1 1 0 0,9 32 78 0 0,1-1 0 0 0,2 0 0 0 0,1-1 0 0 0,1 0 0 0 0,2-1 0 0 0,22 29 0 0 0,-34-51 3 0 0,1-1-1 0 0,-1 0 1 0 0,1 0 0 0 0,0-1 0 0 0,0 1 0 0 0,1-1-1 0 0,-1-1 1 0 0,1 1 0 0 0,0-1 0 0 0,1-1 0 0 0,-1 1-1 0 0,9 2 1 0 0,-9-4-66 0 0,-1 0 1 0 0,1 0-1 0 0,-1-1 0 0 0,1 0 0 0 0,0 0 0 0 0,-1-1 0 0 0,1 1 1 0 0,0-2-1 0 0,0 1 0 0 0,-1-1 0 0 0,1 0 0 0 0,0 0 0 0 0,-1-1 0 0 0,1 1 1 0 0,7-5-1 0 0,-10 5-27 0 0,0-1 0 0 0,1 1 1 0 0,-1-1-1 0 0,0-1 1 0 0,0 1-1 0 0,-1 0 0 0 0,1-1 1 0 0,0 0-1 0 0,-1 0 0 0 0,0 0 1 0 0,1 0-1 0 0,-1-1 1 0 0,-1 1-1 0 0,1-1 0 0 0,0 0 1 0 0,-1 1-1 0 0,3-8 0 0 0,3-8-167 0 0,-2-1-1 0 0,0 0 1 0 0,-2 0-1 0 0,4-28 1 0 0,-1 6-880 0 0,-6 35 748 0 0,1 0-1 0 0,1 1 1 0 0,-1-1 0 0 0,7-12-1 0 0,-6 14-53 0 0,0 0 0 0 0,0-1 1 0 0,-1 1-1 0 0,0-1 0 0 0,0 0 0 0 0,-1 0 0 0 0,1 0 0 0 0,-1-6 0 0 0,0-5-1151 0 0,-1 2-814 0 0</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7.181"/>
    </inkml:context>
    <inkml:brush xml:id="br0">
      <inkml:brushProperty name="width" value="0.05" units="cm"/>
      <inkml:brushProperty name="height" value="0.05" units="cm"/>
    </inkml:brush>
  </inkml:definitions>
  <inkml:trace contextRef="#ctx0" brushRef="#br0">236 132 4401 0 0,'0'-6'979'0'0,"-1"0"0"0"0,0 0-1 0 0,0 0 1 0 0,-4-8 0 0 0,-2-18-98 0 0,6 22 92 0 0,0 1 1 0 0,-1-1-1 0 0,-4-13 1 0 0,6 22-651 0 0,-4-8 993 0 0,2 10-1026 0 0,-1 6-212 0 0,-2 40-13 0 0,1 1 1 0 0,4 74 0 0 0,1-77-49 0 0,-1 0 1 0 0,-2 1 0 0 0,-9 49 0 0 0,3-58-20 0 0,2-2 2 0 0,-1 0 0 0 0,-3-1 0 0 0,0 0 0 0 0,-21 45 0 0 0,29-77 1 0 0,1 0 0 0 0,-1 0-1 0 0,0 0 1 0 0,0 0 0 0 0,0 0-1 0 0,0 0 1 0 0,0-1 0 0 0,0 1-1 0 0,0-1 1 0 0,-1 1 0 0 0,1-1-1 0 0,0 0 1 0 0,-1 0 0 0 0,1 0-1 0 0,-1 0 1 0 0,-3 0-1 0 0,-2 1 27 0 0,0 0 0 0 0,0-1-1 0 0,0 0 1 0 0,-9 0 0 0 0,16-1-11 0 0,0 0 1 0 0,0 0 0 0 0,0 0-1 0 0,0 0 1 0 0,0 0 0 0 0,0 0-1 0 0,0 0 1 0 0,0 0 0 0 0,0 0-1 0 0,0-1 1 0 0,0 1 0 0 0,0 0-1 0 0,0-1 1 0 0,0 1 0 0 0,0-1-1 0 0,-2 0 1 0 0,3 0-10 0 0,0 1 1 0 0,0-1 0 0 0,0 1-1 0 0,0 0 1 0 0,0-1-1 0 0,0 1 1 0 0,0-1-1 0 0,0 1 1 0 0,0 0-1 0 0,0-1 1 0 0,0 1 0 0 0,0 0-1 0 0,1-1 1 0 0,-1 1-1 0 0,0-1 1 0 0,0 1-1 0 0,0 0 1 0 0,1-1-1 0 0,-1 1 1 0 0,0 0-1 0 0,0 0 1 0 0,1-1 0 0 0,-1 1-1 0 0,0 0 1 0 0,0-1-1 0 0,1 1 1 0 0,-1 0-1 0 0,1 0 1 0 0,31-20 154 0 0,-4 9-8 0 0,1 1 0 0 0,57-11 0 0 0,63-1 200 0 0,11 15-305 0 0,-160 7-109 0 0,0 0 0 0 0,1 0 0 0 0,-1 0 0 0 0,0 0-1 0 0,0 0 1 0 0,0 0 0 0 0,1 0 0 0 0,-1 0 0 0 0,0 0 0 0 0,0 0-1 0 0,1 0 1 0 0,-1 0 0 0 0,0 0 0 0 0,0 0 0 0 0,0 0-1 0 0,1-1 1 0 0,-1 1 0 0 0,0 0 0 0 0,0 0 0 0 0,0 0 0 0 0,1 0-1 0 0,-1 0 1 0 0,0 0 0 0 0,0-1 0 0 0,0 1 0 0 0,0 0 0 0 0,0 0-1 0 0,1 0 1 0 0,-1-1 0 0 0,0 1 0 0 0,0 0 0 0 0,0 0 0 0 0,0 0-1 0 0,0-1 1 0 0,0 1 0 0 0,0 0 0 0 0,0 0 0 0 0,0 0 0 0 0,0-1-1 0 0,0 1 1 0 0,0 0 0 0 0,-5-13-1830 0 0,-11-9 121 0 0,-20-8-523 0 0,26 23 987 0 0,0-1 0 0 0,1 0 0 0 0,-14-16 1 0 0,13 12-295 0 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7.512"/>
    </inkml:context>
    <inkml:brush xml:id="br0">
      <inkml:brushProperty name="width" value="0.05" units="cm"/>
      <inkml:brushProperty name="height" value="0.05" units="cm"/>
    </inkml:brush>
  </inkml:definitions>
  <inkml:trace contextRef="#ctx0" brushRef="#br0">50 237 3569 0 0,'-4'-10'3723'0'0,"-4"-4"-2861"0"0,1-2 0 0 0,1 1 0 0 0,0-1 0 0 0,1 0-1 0 0,1 0 1 0 0,0 0 0 0 0,-1-29 0 0 0,5 45-838 0 0,0-1-1 0 0,1 1 1 0 0,-1-1-1 0 0,0 1 1 0 0,1-1-1 0 0,-1 1 1 0 0,1-1-1 0 0,-1 1 0 0 0,0-1 1 0 0,1 1-1 0 0,-1 0 1 0 0,1-1-1 0 0,-1 1 1 0 0,1 0-1 0 0,0-1 1 0 0,-1 1-1 0 0,1 0 1 0 0,-1 0-1 0 0,1-1 1 0 0,0 1-1 0 0,-1 0 1 0 0,1 0-1 0 0,19-4 47 0 0,-17 3-20 0 0,16-2 5 0 0,-13 2-51 0 0,0 0 1 0 0,0 0-1 0 0,0-1 1 0 0,0 1-1 0 0,0-1 1 0 0,-1 0-1 0 0,9-5 1 0 0,-4 1-73 0 0,0 1 1 0 0,0 0-1 0 0,1 1 1 0 0,-1 1-1 0 0,1-1 1 0 0,20-2-1 0 0,-4 2-3075 0 0,46 1 0 0 0,-58 3 1485 0 0</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7.891"/>
    </inkml:context>
    <inkml:brush xml:id="br0">
      <inkml:brushProperty name="width" value="0.05" units="cm"/>
      <inkml:brushProperty name="height" value="0.05" units="cm"/>
    </inkml:brush>
  </inkml:definitions>
  <inkml:trace contextRef="#ctx0" brushRef="#br0">211 21 6153 0 0,'-2'1'4346'0'0,"-8"3"-4019"0"0,8-4-98 0 0,-1-1-1 0 0,0 1 1 0 0,1 0-1 0 0,-1-1 1 0 0,0 0-1 0 0,1 1 1 0 0,-1-1-1 0 0,1 0 1 0 0,-1 0-1 0 0,1-1 1 0 0,0 1-1 0 0,-4-3 1 0 0,-1 0-207 0 0,2 3 48 0 0,1-1 0 0 0,-1 1 1 0 0,0-1-1 0 0,0 1 0 0 0,0 1 0 0 0,0-1 1 0 0,0 1-1 0 0,0 0 0 0 0,0 0 0 0 0,-8 1 1 0 0,10 0-58 0 0,0-1 0 0 0,1 1 1 0 0,-1 0-1 0 0,0-1 1 0 0,1 1-1 0 0,-1 1 0 0 0,0-1 1 0 0,1 0-1 0 0,-1 1 0 0 0,1-1 1 0 0,0 1-1 0 0,0 0 1 0 0,-1-1-1 0 0,1 1 0 0 0,0 0 1 0 0,0 0-1 0 0,1 1 0 0 0,-1-1 1 0 0,-2 3-1 0 0,-7 17 10 0 0,5-12 66 0 0,0 0 0 0 0,1 1-1 0 0,0 0 1 0 0,-4 16 0 0 0,8-23-34 0 0,1 1 0 0 0,-1-1 1 0 0,1 0-1 0 0,0 1 0 0 0,0-1 1 0 0,0 1-1 0 0,0-1 1 0 0,1 1-1 0 0,0-1 0 0 0,0 1 1 0 0,0-1-1 0 0,1 0 0 0 0,-1 0 1 0 0,1 1-1 0 0,3 4 0 0 0,-3-6-11 0 0,0 0 0 0 0,0 0-1 0 0,1 0 1 0 0,-1 0-1 0 0,1 0 1 0 0,-1-1-1 0 0,1 1 1 0 0,0-1-1 0 0,0 0 1 0 0,0 0-1 0 0,0 0 1 0 0,4 2-1 0 0,46 15 183 0 0,-42-16-245 0 0,0 0 1 0 0,0 1-1 0 0,12 7 1 0 0,-20-9-172 0 0,1 0 0 0 0,0 0 0 0 0,0-1 0 0 0,0 1 0 0 0,0-1 0 0 0,0 0 0 0 0,0 0 0 0 0,1 0 0 0 0,-1 0 0 0 0,0-1 0 0 0,6 0 0 0 0,-8 0-67 0 0,0 0-1 0 0,0 0 1 0 0,0-1 0 0 0,0 1 0 0 0,0-1-1 0 0,-1 1 1 0 0,1-1 0 0 0,0 0 0 0 0,0 0-1 0 0,0 0 1 0 0,-1 0 0 0 0,1 0 0 0 0,0 0-1 0 0,-1 0 1 0 0,1 0 0 0 0,-1-1 0 0 0,0 1-1 0 0,1-1 1 0 0,-1 1 0 0 0,0-1 0 0 0,0 1-1 0 0,0-1 1 0 0,0 0 0 0 0,0 0 0 0 0,1-3-1 0 0,3-9-1773 0 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8.333"/>
    </inkml:context>
    <inkml:brush xml:id="br0">
      <inkml:brushProperty name="width" value="0.05" units="cm"/>
      <inkml:brushProperty name="height" value="0.05" units="cm"/>
    </inkml:brush>
  </inkml:definitions>
  <inkml:trace contextRef="#ctx0" brushRef="#br0">28 10 10770 0 0,'-27'0'3048'0'0,"52"-7"-1879"0"0,-19 6-1163 0 0,0 0-1 0 0,1 1 0 0 0,-1 0 1 0 0,0 0-1 0 0,1 0 0 0 0,-1 1 1 0 0,13 3-1 0 0,-17-3 2 0 0,1 0 0 0 0,-1-1 0 0 0,1 1 1 0 0,-1 1-1 0 0,1-1 0 0 0,-1 0 0 0 0,0 1 0 0 0,1-1 1 0 0,-1 1-1 0 0,0 0 0 0 0,0 0 0 0 0,0-1 0 0 0,0 2 0 0 0,-1-1 1 0 0,1 0-1 0 0,0 0 0 0 0,-1 0 0 0 0,0 1 0 0 0,1-1 0 0 0,1 5 1 0 0,6 21 35 0 0,24 63 138 0 0,-29-81-147 0 0,0 0 0 0 0,-1 0 0 0 0,-1 0 0 0 0,0 0 0 0 0,0 0 0 0 0,-1 0 0 0 0,0 1 0 0 0,-1-1 0 0 0,0 0 1 0 0,0 1-1 0 0,-1-1 0 0 0,-1 0 0 0 0,1 1 0 0 0,-2-1 0 0 0,0 0 0 0 0,-7 17 0 0 0,-5 8 94 0 0,-3-1 0 0 0,0 0 0 0 0,-27 34 0 0 0,43-66-75 0 0,0 0 0 0 0,-1 0 0 0 0,1 0 0 0 0,-1 0 0 0 0,0 0 0 0 0,1-1 0 0 0,-1 1 0 0 0,0-1 0 0 0,0 0 0 0 0,0 0 0 0 0,0 0 0 0 0,0 0 0 0 0,0 0 0 0 0,0-1 0 0 0,-7 1 0 0 0,9-2-50 0 0,0 1 1 0 0,0-1-1 0 0,0 0 1 0 0,0 0-1 0 0,0 0 1 0 0,0 0-1 0 0,0 0 1 0 0,0 0-1 0 0,0 0 1 0 0,1 0-1 0 0,-1 0 1 0 0,0 0-1 0 0,0 0 1 0 0,1 0-1 0 0,-1-1 1 0 0,0-1-1 0 0,-6-21-16 0 0,6 22 16 0 0,0-7-6 0 0,0 1 0 0 0,0-1-1 0 0,1 0 1 0 0,0 0 0 0 0,0 1 0 0 0,1-1 0 0 0,1 0-1 0 0,-1 0 1 0 0,1 1 0 0 0,0-1 0 0 0,1 1 0 0 0,4-9-1 0 0,-4 7 17 0 0,22-3-4 0 0,-21 10-4 0 0,2 1-1 0 0,-1-1 1 0 0,0 1 0 0 0,0 0-1 0 0,1 1 1 0 0,-1 0 0 0 0,1-1 0 0 0,-1 2-1 0 0,1-1 1 0 0,-1 1 0 0 0,1-1-1 0 0,0 2 1 0 0,-1-1 0 0 0,1 1-1 0 0,0-1 1 0 0,-1 2 0 0 0,9 2-1 0 0,9 3 36 0 0,-1 2-1 0 0,39 20 0 0 0,-38-17-32 0 0,-3-2-470 0 0,0 0 0 0 0,1-1-1 0 0,0-2 1 0 0,1 0-1 0 0,28 6 1 0 0,-32-12-1400 0 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4.461"/>
    </inkml:context>
    <inkml:brush xml:id="br0">
      <inkml:brushProperty name="width" value="0.05" units="cm"/>
      <inkml:brushProperty name="height" value="0.05" units="cm"/>
    </inkml:brush>
  </inkml:definitions>
  <inkml:trace contextRef="#ctx0" brushRef="#br0">238 286 2048 0 0,'0'-23'397'0'0,"0"6"166"0"0,0 0-1 0 0,-1 0 1 0 0,-1 0 0 0 0,-1 0 0 0 0,0 0 0 0 0,-9-24 0 0 0,10 30-442 0 0,-1 0-1 0 0,1 0 1 0 0,1-1 0 0 0,0 1-1 0 0,1-1 1 0 0,1-15-1 0 0,-1 2 1488 0 0,32 131 89 0 0,-22-49-1569 0 0,-3-1 0 0 0,-1 60 0 0 0,-10 115 5 0 0,2-187-54 0 0,-1 29 129 0 0,-21 124-1 0 0,23-192-193 0 0,0 0-1 0 0,0 0 1 0 0,0 0 0 0 0,-1 0-1 0 0,0 0 1 0 0,0-1 0 0 0,0 1 0 0 0,-5 7-1 0 0,5-10-5 0 0,0 0 0 0 0,0-1-1 0 0,0 1 1 0 0,0 0 0 0 0,0-1-1 0 0,0 0 1 0 0,0 1 0 0 0,0-1 0 0 0,-1 0-1 0 0,1 0 1 0 0,0 0 0 0 0,-1-1 0 0 0,1 1-1 0 0,-1-1 1 0 0,1 1 0 0 0,-1-1-1 0 0,1 0 1 0 0,-1 0 0 0 0,-3 0 0 0 0,-9-1-21 0 0,-1 0-1 0 0,1-1 1 0 0,-19-6 0 0 0,19 5 22 0 0,-1 0 0 0 0,0 0 0 0 0,-19 0-1 0 0,156-30 340 0 0,-56 18-296 0 0,132-23 403 0 0,-101 33-371 0 0,-96 5-89 0 0,0 0 1 0 0,0 0-1 0 0,-1 0 0 0 0,1 0 1 0 0,0-1-1 0 0,0 1 0 0 0,0 0 0 0 0,0 0 1 0 0,0 0-1 0 0,0 0 0 0 0,0 0 1 0 0,-1-1-1 0 0,1 1 0 0 0,0 0 1 0 0,0 0-1 0 0,0 0 0 0 0,0 0 0 0 0,0 0 1 0 0,0-1-1 0 0,0 1 0 0 0,0 0 1 0 0,0 0-1 0 0,0 0 0 0 0,0 0 1 0 0,0-1-1 0 0,0 1 0 0 0,0 0 0 0 0,0 0 1 0 0,0 0-1 0 0,0 0 0 0 0,0-1 1 0 0,0 1-1 0 0,0 0 0 0 0,0 0 0 0 0,1 0 1 0 0,-1 0-1 0 0,0 0 0 0 0,0-1 1 0 0,0 1-1 0 0,0 0 0 0 0,0 0 1 0 0,0 0-1 0 0,0 0 0 0 0,0 0 0 0 0,1 0 1 0 0,-1 0-1 0 0,0-1 0 0 0,0 1 1 0 0,0 0-1 0 0,0 0 0 0 0,0 0 1 0 0,1 0-1 0 0,-1 0 0 0 0,0 0 0 0 0,0 0 1 0 0,0 0-1 0 0,0 0 0 0 0,1 0 1 0 0,-1 0-1 0 0,0 0 0 0 0,0 0 1 0 0,1 0-1 0 0,-14-9-1134 0 0,-94-41-5390 0 0,88 40 4390 0 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4.824"/>
    </inkml:context>
    <inkml:brush xml:id="br0">
      <inkml:brushProperty name="width" value="0.05" units="cm"/>
      <inkml:brushProperty name="height" value="0.05" units="cm"/>
    </inkml:brush>
  </inkml:definitions>
  <inkml:trace contextRef="#ctx0" brushRef="#br0">10 116 8178 0 0,'-9'-16'683'0'0,"9"16"-685"0"0,0 0 1 0 0,0-1 0 0 0,-1 1 0 0 0,1 0 0 0 0,0-1 0 0 0,0 1-1 0 0,0 0 1 0 0,0-1 0 0 0,0 1 0 0 0,0-1 0 0 0,0 1 0 0 0,0 0-1 0 0,0-1 1 0 0,0 1 0 0 0,0 0 0 0 0,0-1 0 0 0,1 1 0 0 0,-1 0-1 0 0,0-1 1 0 0,0 1 0 0 0,0 0 0 0 0,0-1 0 0 0,1 1 0 0 0,-1 0-1 0 0,0-1 1 0 0,0 1 0 0 0,0 0 0 0 0,1 0 0 0 0,-1-1 0 0 0,0 1-1 0 0,1 0 1 0 0,-1 0 0 0 0,0-1 0 0 0,0 1 0 0 0,1 0 0 0 0,-1 0-1 0 0,0 0 1 0 0,1 0 0 0 0,-1 0 0 0 0,1 0 0 0 0,-1-1 0 0 0,0 1-1 0 0,1 0 1 0 0,-1 0 0 0 0,0 0 0 0 0,1 0 0 0 0,0 0 0 0 0,55-3 157 0 0,112-12 902 0 0,-54-7-94 0 0,-33 5-666 0 0,1 4 0 0 0,123-4 0 0 0,-194 17-420 0 0,94 0-280 0 0,-34 3-5086 0 0,-56-1 2952 0 0</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5.329"/>
    </inkml:context>
    <inkml:brush xml:id="br0">
      <inkml:brushProperty name="width" value="0.05" units="cm"/>
      <inkml:brushProperty name="height" value="0.05" units="cm"/>
    </inkml:brush>
  </inkml:definitions>
  <inkml:trace contextRef="#ctx0" brushRef="#br0">245 94 4345 0 0,'0'-1'222'0'0,"0"0"-1"0"0,0 0 1 0 0,0 0 0 0 0,0 0 0 0 0,0 1-1 0 0,1-1 1 0 0,-1 0 0 0 0,0 0 0 0 0,0 0-1 0 0,0 0 1 0 0,1 1 0 0 0,-1-1 0 0 0,1 0-1 0 0,-1 0 1 0 0,1-1 0 0 0,0 2-219 0 0,0-1 0 0 0,0 1-1 0 0,0-1 1 0 0,0 1 0 0 0,-1 0 0 0 0,1-1 0 0 0,0 1 0 0 0,0 0 0 0 0,0 0-1 0 0,0 0 1 0 0,0 0 0 0 0,0-1 0 0 0,0 1 0 0 0,0 0 0 0 0,0 1-1 0 0,1-1 1 0 0,-1 0 64 0 0,0 0-1 0 0,0 1 0 0 0,0-1 0 0 0,0 0 0 0 0,0 0 0 0 0,-1 0 1 0 0,1 0-1 0 0,0 0 0 0 0,0 0 0 0 0,0-1 0 0 0,0 1 1 0 0,0 0-1 0 0,0 0 0 0 0,0-1 0 0 0,0 1 0 0 0,-1 0 1 0 0,1-1-1 0 0,0 1 0 0 0,0-1 0 0 0,0 1 0 0 0,-1-1 1 0 0,1 1-1 0 0,0-1 0 0 0,-1 0 0 0 0,1 1 0 0 0,0-1 1 0 0,-1 0-1 0 0,1 0 0 0 0,-1 1 0 0 0,1-1 0 0 0,0-1 0 0 0,2-4 325 0 0,8-22 498 0 0,-11 28-880 0 0,0-1 0 0 0,0 0-1 0 0,1 0 1 0 0,-1 1 0 0 0,0-1 0 0 0,0 0 0 0 0,0 0-1 0 0,0 0 1 0 0,0 1 0 0 0,0-1 0 0 0,0 0 0 0 0,0 0-1 0 0,0 0 1 0 0,0 1 0 0 0,0-1 0 0 0,-1 0 0 0 0,1 0-1 0 0,0 1 1 0 0,0-1 0 0 0,-1 0 0 0 0,1 1 0 0 0,-1-1-1 0 0,1 0 1 0 0,0 1 0 0 0,-1-1 0 0 0,1 0 0 0 0,-1 1-1 0 0,0-1 1 0 0,1 1 0 0 0,-2-1 0 0 0,-2-1-12 0 0,0 1 0 0 0,0 0 0 0 0,0 0 0 0 0,-1 0-1 0 0,1 0 1 0 0,-1 1 0 0 0,1 0 0 0 0,0 0 0 0 0,-1 0 0 0 0,-5 1 0 0 0,0 0 26 0 0,0 0-20 0 0,0 2-1 0 0,-1-1 0 0 0,1 2 1 0 0,0-1-1 0 0,0 1 1 0 0,1 1-1 0 0,-1 0 0 0 0,1 0 1 0 0,-16 13-1 0 0,20-14 2 0 0,0 1 0 0 0,1 0 0 0 0,-1 0 0 0 0,1 0 0 0 0,0 1 0 0 0,1-1 0 0 0,-1 1 0 0 0,1 0 0 0 0,-4 10 0 0 0,-5 9-8 0 0,-40 82 94 0 0,49-102-82 0 0,1 0 0 0 0,0 0 0 0 0,1 0 0 0 0,-1 1 0 0 0,1-1 0 0 0,0 0 0 0 0,0 1 0 0 0,1-1 1 0 0,-1 1-1 0 0,1-1 0 0 0,1 0 0 0 0,-1 1 0 0 0,1-1 0 0 0,0 0 0 0 0,0 1 0 0 0,0-1 0 0 0,1 0 1 0 0,-1 0-1 0 0,2 0 0 0 0,-1 0 0 0 0,0 0 0 0 0,1 0 0 0 0,0-1 0 0 0,0 1 0 0 0,0-1 1 0 0,1 0-1 0 0,-1 0 0 0 0,1 0 0 0 0,0 0 0 0 0,0-1 0 0 0,0 1 0 0 0,1-1 0 0 0,-1 0 0 0 0,9 4 1 0 0,-4-4 5 0 0,0 0 1 0 0,0 0 0 0 0,0 0-1 0 0,13 0 1 0 0,-15-2-1 0 0,1 1 0 0 0,0-1 0 0 0,-1 1 0 0 0,0 1-1 0 0,1-1 1 0 0,12 7 0 0 0,-10-3-37 0 0,0-1 1 0 0,1 0-1 0 0,0-1 0 0 0,0 0 0 0 0,0 0 1 0 0,1-1-1 0 0,-1-1 0 0 0,1 0 0 0 0,-1-1 0 0 0,17 0 1 0 0,-14-1-668 0 0,1-1 0 0 0,-1 0 0 0 0,0-1 1 0 0,24-7-1 0 0,-23 4-983 0 0</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5.709"/>
    </inkml:context>
    <inkml:brush xml:id="br0">
      <inkml:brushProperty name="width" value="0.05" units="cm"/>
      <inkml:brushProperty name="height" value="0.05" units="cm"/>
    </inkml:brush>
  </inkml:definitions>
  <inkml:trace contextRef="#ctx0" brushRef="#br0">29 8 6809 0 0,'-3'-3'3431'0'0,"-1"-1"-3439"0"0,19 32-905 0 0,-9-19 897 0 0,-1 0 1 0 0,0 1-1 0 0,-1-1 1 0 0,0 1 0 0 0,0 0-1 0 0,-1 1 1 0 0,-1-1-1 0 0,1 1 1 0 0,0 19 0 0 0,-3-4 479 0 0,-2 1 0 0 0,-1 0 1 0 0,-10 45-1 0 0,-38 184-468 0 0,49-245-195 0 0,-2 16 82 0 0,8-14-2795 0 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6.057"/>
    </inkml:context>
    <inkml:brush xml:id="br0">
      <inkml:brushProperty name="width" value="0.05" units="cm"/>
      <inkml:brushProperty name="height" value="0.05" units="cm"/>
    </inkml:brush>
  </inkml:definitions>
  <inkml:trace contextRef="#ctx0" brushRef="#br0">6 1 6705 0 0,'0'0'231'0'0,"-6"0"1828"0"0,18 6-2226 0 0,40 17 575 0 0,-48-22-480 0 0,-1 0 0 0 0,1 0 1 0 0,0 0-1 0 0,0-1 0 0 0,0 1 1 0 0,0-1-1 0 0,0 0 1 0 0,0 0-1 0 0,-1-1 0 0 0,1 1 1 0 0,0-1-1 0 0,5-1 0 0 0,-4 0-1182 0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6.386"/>
    </inkml:context>
    <inkml:brush xml:id="br0">
      <inkml:brushProperty name="width" value="0.05" units="cm"/>
      <inkml:brushProperty name="height" value="0.05" units="cm"/>
    </inkml:brush>
  </inkml:definitions>
  <inkml:trace contextRef="#ctx0" brushRef="#br0">1 12 13379 0 0,'0'0'72'0'0,"0"-1"0"0"0,0-1-56 0 0,1 0 16 0 0,3 0-40 0 0,11-1 32 0 0,16 1-80 0 0,-1 2-96 0 0,2 2-8 0 0,-1 0-320 0 0,-3 1-160 0 0,0 1-9 0 0,-5-1-87 0 0,4 0-256 0 0,-5-1-480 0 0,2-2 87 0 0,-4-2-215 0 0,1-1 0 0 0</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6.796"/>
    </inkml:context>
    <inkml:brush xml:id="br0">
      <inkml:brushProperty name="width" value="0.05" units="cm"/>
      <inkml:brushProperty name="height" value="0.05" units="cm"/>
    </inkml:brush>
  </inkml:definitions>
  <inkml:trace contextRef="#ctx0" brushRef="#br0">47 111 11538 0 0,'-2'-21'63'0'0,"-2"-7"-267"0"0,5 26 94 0 0,-1 1 0 0 0,0 0 0 0 0,0 0-1 0 0,0 0 1 0 0,1 0 0 0 0,-1-1 0 0 0,1 1 0 0 0,-1 0 0 0 0,1 0 0 0 0,-1 0-1 0 0,1 0 1 0 0,0 0 0 0 0,-1 0 0 0 0,1 0 0 0 0,0 0 0 0 0,0 0 0 0 0,0 1-1 0 0,-1-1 1 0 0,1 0 0 0 0,0 0 0 0 0,2 0 0 0 0,3-2-247 0 0,1 0-1 0 0,0 0 1 0 0,0 0 0 0 0,0 1-1 0 0,0 1 1 0 0,0-1 0 0 0,15-1 0 0 0,56 4-73 0 0,-23 0 1948 0 0,54-12 1059 0 0,-76 7-2039 0 0,1 0-1 0 0,51 3 0 0 0,-82 1-525 0 0,0 0-1 0 0,-1 1 1 0 0,1-1 0 0 0,-1 1 0 0 0,1 0-1 0 0,-1-1 1 0 0,1 1 0 0 0,-1 0-1 0 0,0 0 1 0 0,1 1 0 0 0,-1-1-1 0 0,0 1 1 0 0,0-1 0 0 0,0 1 0 0 0,0-1-1 0 0,0 1 1 0 0,0 0 0 0 0,0 0-1 0 0,-1 0 1 0 0,1 0 0 0 0,-1 0-1 0 0,1 1 1 0 0,-1-1 0 0 0,0 0 0 0 0,0 1-1 0 0,1 3 1 0 0,0-2-3 0 0,-1 1-1 0 0,0-1 1 0 0,-1 1 0 0 0,1 0-1 0 0,-1 0 1 0 0,0-1-1 0 0,0 1 1 0 0,0 0 0 0 0,-1-1-1 0 0,0 1 1 0 0,0 0 0 0 0,0-1-1 0 0,0 1 1 0 0,-3 4 0 0 0,2-4-8 0 0,0 2 11 0 0,0-1-1 0 0,-1 0 1 0 0,0 0 0 0 0,0-1 0 0 0,-1 1 0 0 0,0 0 0 0 0,0-1 0 0 0,0 0 0 0 0,-8 7 0 0 0,-33 27 83 0 0,-3-3 0 0 0,0-2 0 0 0,-89 47 0 0 0,92-55 4 0 0,2 1 1 0 0,-47 39-1 0 0,80-58-63 0 0,1 0-1 0 0,1 0 1 0 0,0 0-1 0 0,-8 11 1 0 0,13-16-121 0 0,1 0 1 0 0,0 0-1 0 0,0 0 1 0 0,1 0-1 0 0,-1 0 0 0 0,1 0 1 0 0,-1 1-1 0 0,1-1 1 0 0,0 0-1 0 0,0 1 1 0 0,0-1-1 0 0,1 1 1 0 0,-1-1-1 0 0,1 1 1 0 0,0-1-1 0 0,0 1 1 0 0,1 6-1 0 0,-1-9-54 0 0,0 0-1 0 0,1 0 1 0 0,-1 0-1 0 0,1-1 1 0 0,-1 1-1 0 0,1 0 1 0 0,-1-1-1 0 0,1 1 0 0 0,-1 0 1 0 0,1-1-1 0 0,-1 1 1 0 0,1-1-1 0 0,0 1 1 0 0,-1-1-1 0 0,1 1 1 0 0,0-1-1 0 0,1 1 1 0 0,9 4-2338 0 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7.126"/>
    </inkml:context>
    <inkml:brush xml:id="br0">
      <inkml:brushProperty name="width" value="0.05" units="cm"/>
      <inkml:brushProperty name="height" value="0.05" units="cm"/>
    </inkml:brush>
  </inkml:definitions>
  <inkml:trace contextRef="#ctx0" brushRef="#br0">0 0 14899 0 0,'3'8'-232'0'0,"0"-1"0"0"0,0 1 0 0 0,9 13 0 0 0,-3-5-1000 0 0,13 34 1 0 0,-19-37 403 0 0,-3-11 543 0 0,1 1-1 0 0,-1-1 1 0 0,1 0-1 0 0,-1 1 1 0 0,1-1-1 0 0,0 1 0 0 0,0-1 1 0 0,0 0-1 0 0,0 0 1 0 0,0 1-1 0 0,0-1 0 0 0,1 0 1 0 0,-1 0-1 0 0,1 0 1 0 0,-1 0-1 0 0,1-1 0 0 0,2 3 1 0 0,-2-4-942 0 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7.821"/>
    </inkml:context>
    <inkml:brush xml:id="br0">
      <inkml:brushProperty name="width" value="0.05" units="cm"/>
      <inkml:brushProperty name="height" value="0.05" units="cm"/>
    </inkml:brush>
  </inkml:definitions>
  <inkml:trace contextRef="#ctx0" brushRef="#br0">7 77 11642 0 0,'-3'-25'260'0'0,"2"21"-407"0"0,0 0 1 0 0,0 1-1 0 0,1-1 0 0 0,0 0 0 0 0,0 0 0 0 0,0 0 1 0 0,0-4-1 0 0,1 7 127 0 0,-1 0 0 0 0,1 0 0 0 0,-1 0 1 0 0,0 0-1 0 0,1 0 0 0 0,0 0 0 0 0,-1 0 1 0 0,1 1-1 0 0,-1-1 0 0 0,1 0 0 0 0,0 0 1 0 0,0 1-1 0 0,-1-1 0 0 0,1 0 0 0 0,0 1 1 0 0,0-1-1 0 0,0 1 0 0 0,0-1 0 0 0,0 1 1 0 0,0 0-1 0 0,0-1 0 0 0,0 1 0 0 0,0 0 1 0 0,0-1-1 0 0,0 1 0 0 0,0 0 0 0 0,0 0 1 0 0,0 0-1 0 0,0 0 0 0 0,0 0 0 0 0,2 0 0 0 0,-1 1 155 0 0,0-1 0 0 0,0 0 0 0 0,0 0 0 0 0,1 1 0 0 0,-1-1 0 0 0,0 1 0 0 0,0-1 0 0 0,0 1 0 0 0,0 0 0 0 0,0 0-1 0 0,0 0 1 0 0,0 0 0 0 0,0 0 0 0 0,-1 0 0 0 0,1 1 0 0 0,0-1 0 0 0,1 3 0 0 0,0-1-60 0 0,0 1 0 0 0,0 0 1 0 0,-1-1-1 0 0,0 1 0 0 0,0 0 1 0 0,0 0-1 0 0,0 1 0 0 0,1 3 1 0 0,1 8-49 0 0,-1-1 0 0 0,0 1 1 0 0,1 28-1 0 0,-4 59 18 0 0,-5-1 1 0 0,-21 126-1 0 0,20-183-41 0 0,-10 124 85 0 0,16-140-66 0 0,0 1 0 0 0,2 0 0 0 0,10 48 0 0 0,-12-76-10 0 0,0-1 0 0 0,0 0 0 0 0,0 0 0 0 0,0 0 0 0 0,1 0 0 0 0,-1 1 0 0 0,0-1 0 0 0,1 0 0 0 0,-1 0 0 0 0,0 0 0 0 0,1 0 0 0 0,0 0 0 0 0,-1 0 0 0 0,1 0 0 0 0,0 0 0 0 0,-1 0 0 0 0,1 0 1 0 0,0 0-1 0 0,0 0 0 0 0,0-1 0 0 0,0 1 0 0 0,0 0 0 0 0,0-1 0 0 0,0 1 0 0 0,0 0 0 0 0,0-1 0 0 0,0 1 0 0 0,0-1 0 0 0,0 0 0 0 0,2 1 0 0 0,-1-1 1 0 0,0-1 0 0 0,0 0 0 0 0,-1 0 0 0 0,1 1 1 0 0,0-1-1 0 0,0 0 0 0 0,-1 0 0 0 0,1-1 0 0 0,-1 1 0 0 0,1 0 1 0 0,-1 0-1 0 0,1-1 0 0 0,-1 1 0 0 0,0-1 0 0 0,0 1 0 0 0,1-1 1 0 0,-1 0-1 0 0,-1 1 0 0 0,2-3 0 0 0,73-150 217 0 0,-36 70-186 0 0,37-79 8 0 0,122-230-18 0 0,-174 353-50 0 0,46-56 1 0 0,-67 94-95 0 0,0-1 0 0 0,0 1-1 0 0,1 0 1 0 0,-1 0 0 0 0,1 0 0 0 0,-1 0 0 0 0,1 0 0 0 0,0 1 0 0 0,0 0-1 0 0,-1 0 1 0 0,6-1 0 0 0,-9 2 34 0 0,1 0 0 0 0,-1 1-1 0 0,1-1 1 0 0,0 0 0 0 0,-1 1 0 0 0,1-1 0 0 0,-1 0-1 0 0,1 1 1 0 0,-1-1 0 0 0,1 1 0 0 0,-1-1-1 0 0,1 1 1 0 0,-1-1 0 0 0,0 1 0 0 0,1-1 0 0 0,-1 1-1 0 0,0 0 1 0 0,1-1 0 0 0,-1 1 0 0 0,0-1-1 0 0,0 1 1 0 0,0 0 0 0 0,1-1 0 0 0,-1 1-1 0 0,0 0 1 0 0,0-1 0 0 0,0 1 0 0 0,0-1 0 0 0,0 1-1 0 0,0 1 1 0 0,0 1-156 0 0,4 27-1565 0 0,-3 8-268 0 0</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8.502"/>
    </inkml:context>
    <inkml:brush xml:id="br0">
      <inkml:brushProperty name="width" value="0.05" units="cm"/>
      <inkml:brushProperty name="height" value="0.05" units="cm"/>
    </inkml:brush>
  </inkml:definitions>
  <inkml:trace contextRef="#ctx0" brushRef="#br0">213 108 8450 0 0,'2'-12'1662'0'0,"2"13"-3524"0"0,2 8 1071 0 0,-3 0 798 0 0,0 0-1 0 0,-1 0 1 0 0,0 0-1 0 0,0 1 1 0 0,0-1 0 0 0,-2 1-1 0 0,1-1 1 0 0,-1 0 0 0 0,0 1-1 0 0,-1-1 1 0 0,0 1-1 0 0,-1-1 1 0 0,0 0 0 0 0,0 1-1 0 0,-5 12 1 0 0,-8 15 755 0 0,-1 0-1 0 0,-28 46 1 0 0,37-70-655 0 0,2-3-7 0 0,1 0 0 0 0,-6 18 0 0 0,-6 17 127 0 0,-8 0 55 0 0,10-20 42 0 0,1 1-1 0 0,1 0 0 0 0,-11 39 1 0 0,23-64-306 0 0,-1 0 0 0 0,1 0 0 0 0,0-1 0 0 0,0 1 0 0 0,0 0 0 0 0,-1 0 0 0 0,1-1 0 0 0,0 1 0 0 0,-1 0 0 0 0,1 0 0 0 0,-1-1 0 0 0,1 1 0 0 0,-1 0 0 0 0,1-1 0 0 0,-1 1 0 0 0,1-1 0 0 0,-1 1 0 0 0,1-1 0 0 0,-1 1 0 0 0,0-1 0 0 0,1 1 0 0 0,-1-1 0 0 0,0 0 0 0 0,-1 1 0 0 0,2-1-11 0 0,-1 0 0 0 0,0 0 0 0 0,1-1 0 0 0,0 1 0 0 0,-1 0-1 0 0,1 0 1 0 0,-1-1 0 0 0,1 1 0 0 0,-1-1 0 0 0,1 1 0 0 0,-1 0 0 0 0,1-1 0 0 0,0 1 0 0 0,-1-1 0 0 0,1 1 0 0 0,0-1 0 0 0,0 1 0 0 0,-1-1 0 0 0,1 1 0 0 0,0-1 0 0 0,0 1 0 0 0,0-1 0 0 0,0 1 0 0 0,-1-1 0 0 0,1 0 0 0 0,0 1-1 0 0,0-1 1 0 0,0 1 0 0 0,0-1 0 0 0,0 1 0 0 0,0-1 0 0 0,1 1 0 0 0,-1-1 0 0 0,0 0 0 0 0,0 0 0 0 0,4-28 88 0 0,2 0 1 0 0,1 0-1 0 0,1 0 0 0 0,1 1 1 0 0,16-34-1 0 0,-6 14-88 0 0,110-272 140 0 0,-113 283-114 0 0,21-53 59 0 0,-36 89-94 0 0,-1 1 0 0 0,0-1 0 0 0,1 0-1 0 0,-1 0 1 0 0,1 0 0 0 0,-1 0 0 0 0,1 0 0 0 0,-1 1 0 0 0,1-1 0 0 0,-1 0 0 0 0,1 1 0 0 0,0-1-1 0 0,0 0 1 0 0,-1 1 0 0 0,1-1 0 0 0,0 1 0 0 0,0-1 0 0 0,0 1 0 0 0,-1-1 0 0 0,1 1 0 0 0,0-1-1 0 0,0 1 1 0 0,0 0 0 0 0,0 0 0 0 0,0-1 0 0 0,0 1 0 0 0,0 0 0 0 0,0 0 0 0 0,0 0 0 0 0,0 0-1 0 0,0 0 1 0 0,0 0 0 0 0,-1 0 0 0 0,1 1 0 0 0,0-1 0 0 0,0 0 0 0 0,0 0 0 0 0,0 1-1 0 0,0-1 1 0 0,0 1 0 0 0,0-1 0 0 0,-1 0 0 0 0,1 1 0 0 0,0 0 0 0 0,0-1 0 0 0,-1 1 0 0 0,1-1-1 0 0,0 1 1 0 0,-1 0 0 0 0,1 0 0 0 0,0-1 0 0 0,0 3 0 0 0,13 21-4 0 0,-1 1-1 0 0,-1 0 1 0 0,-2 1-1 0 0,0 0 1 0 0,-2 1 0 0 0,6 29-1 0 0,0 18 34 0 0,3 78-1 0 0,-15-127 12 0 0,-1 0 1 0 0,-2 0-1 0 0,0 0 1 0 0,-8 36-1 0 0,9-59-243 0 0,0-1-1 0 0,0 1 1 0 0,-1-1-1 0 0,1 0 1 0 0,0 1-1 0 0,-1-1 1 0 0,1 0 0 0 0,-1 0-1 0 0,1 1 1 0 0,-1-1-1 0 0,0 0 1 0 0,1 0 0 0 0,-1 0-1 0 0,0 0 1 0 0,0 0-1 0 0,0 1 1 0 0,0-2-1 0 0,0 1 1 0 0,0 0 0 0 0,0 0-1 0 0,0 0 1 0 0,0 0-1 0 0,0-1 1 0 0,0 1 0 0 0,-1 0-1 0 0,1-1 1 0 0,0 1-1 0 0,-1-1 1 0 0,1 0-1 0 0,0 1 1 0 0,-1-1 0 0 0,1 0-1 0 0,0 0 1 0 0,-1 0-1 0 0,-1 0 1 0 0,-2 0-1378 0 0</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8.881"/>
    </inkml:context>
    <inkml:brush xml:id="br0">
      <inkml:brushProperty name="width" value="0.05" units="cm"/>
      <inkml:brushProperty name="height" value="0.05" units="cm"/>
    </inkml:brush>
  </inkml:definitions>
  <inkml:trace contextRef="#ctx0" brushRef="#br0">1 51 12171 0 0,'0'0'30'0'0,"7"-5"-1399"0"0,130 15 468 0 0,-107-12 1333 0 0,1-1-1 0 0,-1-2 1 0 0,51-14-1 0 0,33-6-6179 0 0,-102 23 3080 0 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9.274"/>
    </inkml:context>
    <inkml:brush xml:id="br0">
      <inkml:brushProperty name="width" value="0.05" units="cm"/>
      <inkml:brushProperty name="height" value="0.05" units="cm"/>
    </inkml:brush>
  </inkml:definitions>
  <inkml:trace contextRef="#ctx0" brushRef="#br0">4 87 3969 0 0,'0'0'1475'0'0,"-3"-15"2827"0"0,6 12-4281 0 0,0 1 1 0 0,0 0-1 0 0,1 0 0 0 0,-1 0 0 0 0,1 0 0 0 0,-1 0 1 0 0,1 1-1 0 0,0 0 0 0 0,7-2 0 0 0,37-5 80 0 0,-43 7-75 0 0,246-19 1241 0 0,-194 17-1222 0 0,-44 3-101 0 0,14-1 264 0 0,-27 1-306 0 0,1 0 1 0 0,0 0 0 0 0,-1 0 0 0 0,1 0-1 0 0,-1 0 1 0 0,1 0 0 0 0,0-1 0 0 0,-1 1-1 0 0,1 0 1 0 0,-1 0 0 0 0,1-1 0 0 0,-1 1-1 0 0,1 0 1 0 0,-1-1 0 0 0,1 1 0 0 0,-1 0-1 0 0,1-1 1 0 0,-1 1 0 0 0,1-1-1 0 0,-1 1 1 0 0,0-1 0 0 0,1 1 0 0 0,-1-1-1 0 0,0 1 1 0 0,1-1 0 0 0,-1 0 0 0 0,0 1-1 0 0,0-1 1 0 0,1 1 0 0 0,-1-1 0 0 0,0 1-1 0 0,0-2 1 0 0,-3-3-3064 0 0</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9.589"/>
    </inkml:context>
    <inkml:brush xml:id="br0">
      <inkml:brushProperty name="width" value="0.05" units="cm"/>
      <inkml:brushProperty name="height" value="0.05" units="cm"/>
    </inkml:brush>
  </inkml:definitions>
  <inkml:trace contextRef="#ctx0" brushRef="#br0">0 86 2777 0 0,'0'0'5896'0'0,"10"0"-4959"0"0,52-3-253 0 0,70-13 1 0 0,-37 4-572 0 0,-91 12-108 0 0,94-14-472 0 0,-85 11-597 0 0,1 0 0 0 0,-1-1-1 0 0,-1-1 1 0 0,1 0 0 0 0,14-8 0 0 0,-15 6-420 0 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0.112"/>
    </inkml:context>
    <inkml:brush xml:id="br0">
      <inkml:brushProperty name="width" value="0.05" units="cm"/>
      <inkml:brushProperty name="height" value="0.05" units="cm"/>
    </inkml:brush>
  </inkml:definitions>
  <inkml:trace contextRef="#ctx0" brushRef="#br0">230 26 8594 0 0,'-9'-12'925'0'0,"8"11"-962"0"0,1 0 0 0 0,-1 1 0 0 0,1-1 0 0 0,-1 0 0 0 0,0 0 0 0 0,1 0 0 0 0,-1 1 0 0 0,0-1 0 0 0,0 0 0 0 0,1 1 0 0 0,-1-1 0 0 0,0 0 0 0 0,0 1 0 0 0,0-1 0 0 0,0 1 0 0 0,0 0 0 0 0,0-1 0 0 0,1 1 0 0 0,-1 0 0 0 0,0-1 0 0 0,0 1 0 0 0,0 0 0 0 0,0 0 0 0 0,0 0 0 0 0,0 0 0 0 0,0 0 0 0 0,0 0 0 0 0,0 0 0 0 0,0 0 0 0 0,0 1 0 0 0,0-1 0 0 0,0 0 0 0 0,0 0 0 0 0,0 1 0 0 0,-2 0 0 0 0,-7 3 157 0 0,0 0 0 0 0,0 1 0 0 0,1 0 0 0 0,0 0 0 0 0,0 1 0 0 0,0 0 0 0 0,0 1 0 0 0,1 0 0 0 0,0 0 0 0 0,1 1 0 0 0,-1 0 0 0 0,2 0 0 0 0,-1 0 0 0 0,1 1 0 0 0,0 0 0 0 0,1 1 1 0 0,0-1-1 0 0,1 1 0 0 0,0 0 0 0 0,-4 13 0 0 0,6-18-15 0 0,1 0 1 0 0,-1 0-1 0 0,0 0 1 0 0,-5 8-1 0 0,4-8-42 0 0,1-1 0 0 0,0 0-1 0 0,0 1 1 0 0,0-1 0 0 0,1 1 0 0 0,-2 5-1 0 0,2-4-41 0 0,1 0-1 0 0,0 0 1 0 0,0 0-1 0 0,0-1 0 0 0,1 1 1 0 0,0 0-1 0 0,0 0 1 0 0,0 0-1 0 0,1-1 0 0 0,-1 1 1 0 0,2-1-1 0 0,-1 1 1 0 0,0-1-1 0 0,1 0 0 0 0,0 0 1 0 0,0 0-1 0 0,1 0 1 0 0,0 0-1 0 0,-1-1 0 0 0,1 1 1 0 0,1-1-1 0 0,6 5 1 0 0,9 7 26 0 0,1-2 0 0 0,1 0 0 0 0,44 20 0 0 0,-32-17 10 0 0,-17-9-23 0 0,-7-3 2 0 0,0-1 1 0 0,0 1-1 0 0,-1 1 1 0 0,0 0-1 0 0,0 0 1 0 0,0 1-1 0 0,-1 0 1 0 0,0 1 0 0 0,10 12-1 0 0,-17-20-12 0 0,0 1 0 0 0,-1-1 0 0 0,1 1-1 0 0,-1 0 1 0 0,1 0 0 0 0,-1-1 0 0 0,1 1 0 0 0,-1 0 0 0 0,1 0 0 0 0,-1-1-1 0 0,0 1 1 0 0,1 0 0 0 0,-1 0 0 0 0,0 0 0 0 0,0 0 0 0 0,0-1-1 0 0,0 1 1 0 0,0 0 0 0 0,0 0 0 0 0,0 0 0 0 0,0 0 0 0 0,0 0 0 0 0,0 0-1 0 0,0-1 1 0 0,0 1 0 0 0,-1 0 0 0 0,1 0 0 0 0,0 0 0 0 0,-1 0-1 0 0,1-1 1 0 0,0 1 0 0 0,-1 0 0 0 0,1 0 0 0 0,-1-1 0 0 0,1 1-1 0 0,-1 0 1 0 0,0-1 0 0 0,1 1 0 0 0,-1-1 0 0 0,0 1 0 0 0,1-1 0 0 0,-1 1-1 0 0,0-1 1 0 0,0 1 0 0 0,1-1 0 0 0,-3 1 0 0 0,-4 1-32 0 0,0 0 1 0 0,0 0 0 0 0,-1-1-1 0 0,-13 1 1 0 0,4 0 118 0 0,-32 7 106 0 0,-67 19-1 0 0,113-27-315 0 0,1 1-1 0 0,0-1 1 0 0,0 1-1 0 0,0-1 1 0 0,0 1-1 0 0,0-1 0 0 0,0 1 1 0 0,0 0-1 0 0,0 0 1 0 0,1 0-1 0 0,-1 0 0 0 0,1 0 1 0 0,-1 0-1 0 0,-1 5 1 0 0,12-19-5696 0 0,-6 0 4460 0 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0.885"/>
    </inkml:context>
    <inkml:brush xml:id="br0">
      <inkml:brushProperty name="width" value="0.05" units="cm"/>
      <inkml:brushProperty name="height" value="0.05" units="cm"/>
    </inkml:brush>
  </inkml:definitions>
  <inkml:trace contextRef="#ctx0" brushRef="#br0">1 181 10642 0 0,'0'0'35'0'0,"0"-1"-1"0"0,0 0 0 0 0,0 1 0 0 0,0-1 0 0 0,0 0 1 0 0,0 1-1 0 0,0-1 0 0 0,1 0 0 0 0,-1 1 1 0 0,0-1-1 0 0,0 0 0 0 0,1 1 0 0 0,-1-1 0 0 0,0 1 1 0 0,1-1-1 0 0,-1 0 0 0 0,1 1 0 0 0,-1-1 1 0 0,0 1-1 0 0,1-1 0 0 0,0 1 0 0 0,-1 0 1 0 0,1-1-1 0 0,-1 1 0 0 0,1-1 0 0 0,-1 1 0 0 0,1 0 1 0 0,0-1-1 0 0,-1 1 0 0 0,1 0 0 0 0,0 0 1 0 0,-1 0-1 0 0,1 0 0 0 0,0-1 0 0 0,-1 1 1 0 0,1 0-1 0 0,0 0 0 0 0,-1 0 0 0 0,2 1 0 0 0,11-4 12 0 0,12-7-69 0 0,-13 4-21 0 0,0 1 0 0 0,0 1 0 0 0,1 0 0 0 0,21-3 1 0 0,116 1-735 0 0,-15 1 945 0 0,-64-1-186 0 0,-1-3 0 0 0,0-4 1 0 0,82-25-1 0 0,-149 37-201 0 0,-1 0 0 0 0,0 0-1 0 0,0 0 1 0 0,1 0 0 0 0,-1-1 0 0 0,0 1 0 0 0,0-1 0 0 0,0 0-1 0 0,0 0 1 0 0,-1 1 0 0 0,1-1 0 0 0,0 0 0 0 0,2-5-1 0 0,9-9-884 0 0,-12 15 1023 0 0,7-4 1356 0 0,-7 5-1218 0 0,0 1-1 0 0,-1-1 0 0 0,1 1 0 0 0,-1-1 0 0 0,0 1 0 0 0,1-1 0 0 0,-1 1 0 0 0,1 0 0 0 0,-1-1 0 0 0,0 1 0 0 0,0 0 0 0 0,1-1 0 0 0,-1 1 0 0 0,0 0 0 0 0,0 0 0 0 0,0-1 0 0 0,0 1 0 0 0,0 0 0 0 0,0 1 0 0 0,7 35 1234 0 0,2 48 1 0 0,-9-68-1118 0 0,0 0-1 0 0,-1 0 1 0 0,-1-1-1 0 0,0 1 1 0 0,-7 23 0 0 0,-1-7-154 0 0,2 1 1 0 0,1 0-1 0 0,2 0 1 0 0,1 0-1 0 0,2 1 1 0 0,1 0-1 0 0,4 34 1 0 0,-3-65 9 0 0,1 0 1 0 0,-1 1 0 0 0,1-1-1 0 0,0 0 1 0 0,0 0-1 0 0,0 0 1 0 0,0 0 0 0 0,1 0-1 0 0,0 0 1 0 0,0 0 0 0 0,0 0-1 0 0,0-1 1 0 0,0 1-1 0 0,1-1 1 0 0,0 1 0 0 0,0-1-1 0 0,-1 0 1 0 0,2 0-1 0 0,-1-1 1 0 0,0 1 0 0 0,1 0-1 0 0,-1-1 1 0 0,1 0-1 0 0,0 0 1 0 0,-1 0 0 0 0,1 0-1 0 0,0-1 1 0 0,0 0 0 0 0,1 1-1 0 0,-1-1 1 0 0,0-1-1 0 0,8 2 1 0 0,-2 0 20 0 0,1 0 1 0 0,-1 1-1 0 0,16 6 0 0 0,-21-7 1 0 0,1 1 0 0 0,1-1 0 0 0,-1 0 0 0 0,0 0 0 0 0,1-1 0 0 0,-1 1 0 0 0,1-2 0 0 0,-1 1 0 0 0,1-1 0 0 0,-1 0-1 0 0,1 0 1 0 0,-1 0 0 0 0,11-3 0 0 0,-13 1-24 0 0,0 1 0 0 0,0-1-1 0 0,0 0 1 0 0,0 0 0 0 0,-1 0 0 0 0,1 0-1 0 0,0-1 1 0 0,-1 0 0 0 0,0 0-1 0 0,1 1 1 0 0,-1-2 0 0 0,-1 1 0 0 0,1 0-1 0 0,4-6 1 0 0,1-5 21 0 0,-1 0 0 0 0,10-26 0 0 0,-10 23-24 0 0,-3 6-15 0 0,-1-1 1 0 0,5-21-1 0 0,-7 25-6 0 0,0 0 0 0 0,1-1 0 0 0,1 1 0 0 0,-1 0 0 0 0,7-13 0 0 0,-4 12-2 0 0,-2 0 0 0 0,1 0 1 0 0,-2 0-1 0 0,1-1 0 0 0,-1 1 0 0 0,0-1 1 0 0,-1 0-1 0 0,0 1 0 0 0,-1-1 0 0 0,0 0 1 0 0,0 1-1 0 0,-1-1 0 0 0,0 0 0 0 0,-1 1 0 0 0,0-1 1 0 0,-1 1-1 0 0,0-1 0 0 0,0 1 0 0 0,-1 0 1 0 0,0 1-1 0 0,0-1 0 0 0,-10-13 0 0 0,10 19-107 0 0,0 0 0 0 0,0-1 0 0 0,-1 1 0 0 0,0 1 0 0 0,1-1 0 0 0,-1 1 0 0 0,0 0 0 0 0,0 0 0 0 0,0 0 0 0 0,-1 1 0 0 0,1 0 0 0 0,0 0 0 0 0,-9-1 0 0 0,-24-6-719 0 0,7-5-185 0 0,23 9 467 0 0,-1 0 1 0 0,1 1-1 0 0,-1 0 1 0 0,-16-3-1 0 0,-7 4-1156 0 0,-2 2-521 0 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1.976"/>
    </inkml:context>
    <inkml:brush xml:id="br0">
      <inkml:brushProperty name="width" value="0.05" units="cm"/>
      <inkml:brushProperty name="height" value="0.05" units="cm"/>
    </inkml:brush>
  </inkml:definitions>
  <inkml:trace contextRef="#ctx0" brushRef="#br0">220 97 3393 0 0,'0'-96'3376'0'0,"0"102"-3080"0"0,-7 192 1316 0 0,7-191-1602 0 0,-94 668 1034 0 0,49-438-495 0 0,-8 39-125 0 0,52-271-486 0 0,-4 10-130 0 0,5-14 63 0 0,0-1 0 0 0,0 0 0 0 0,-1 1 0 0 0,1-1-1 0 0,0 0 1 0 0,0 1 0 0 0,-1-1 0 0 0,1 0 0 0 0,0 1 0 0 0,0-1-1 0 0,-1 0 1 0 0,1 1 0 0 0,0-1 0 0 0,-1 0 0 0 0,1 0 0 0 0,-1 0 0 0 0,1 1-1 0 0,0-1 1 0 0,-1 0 0 0 0,1 0 0 0 0,0 0 0 0 0,-1 0 0 0 0,1 0-1 0 0,-1 0 1 0 0,1 0 0 0 0,-1 0 0 0 0,1 0 0 0 0,0 0 0 0 0,-1 0-1 0 0,1 0 1 0 0,-1 0 0 0 0,0 0 0 0 0,-2-1-1722 0 0</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2.595"/>
    </inkml:context>
    <inkml:brush xml:id="br0">
      <inkml:brushProperty name="width" value="0.05" units="cm"/>
      <inkml:brushProperty name="height" value="0.05" units="cm"/>
    </inkml:brush>
  </inkml:definitions>
  <inkml:trace contextRef="#ctx0" brushRef="#br0">1 71 11642 0 0,'0'-2'10'0'0,"0"1"0"0"0,1 0-1 0 0,-1-1 1 0 0,0 1 0 0 0,1 0-1 0 0,-1 0 1 0 0,1-1 0 0 0,0 1-1 0 0,-1 0 1 0 0,1 0 0 0 0,0 0-1 0 0,0 0 1 0 0,-1 0-1 0 0,1 0 1 0 0,0 0 0 0 0,0 0-1 0 0,0 0 1 0 0,0 0 0 0 0,0 1-1 0 0,3-2 1 0 0,25-12-132 0 0,-24 12 134 0 0,15-5-61 0 0,0 1 1 0 0,1 0 0 0 0,0 2 0 0 0,0 1 0 0 0,0 0 0 0 0,0 2 0 0 0,0 0 0 0 0,0 1 0 0 0,0 2 0 0 0,0 0 0 0 0,39 9 0 0 0,-55-10 77 0 0,1 1 0 0 0,-1 0 0 0 0,0 0 0 0 0,0 1-1 0 0,1-1 1 0 0,-2 1 0 0 0,1 0 0 0 0,0 0-1 0 0,-1 1 1 0 0,1 0 0 0 0,-1 0 0 0 0,0 0 0 0 0,0 0-1 0 0,4 5 1 0 0,-6-5 19 0 0,0 0 0 0 0,0 0-1 0 0,0 0 1 0 0,0 0 0 0 0,0 1 0 0 0,-1-1-1 0 0,0 0 1 0 0,0 1 0 0 0,0-1 0 0 0,0 1-1 0 0,-1-1 1 0 0,0 1 0 0 0,0-1 0 0 0,0 1-1 0 0,0-1 1 0 0,-1 1 0 0 0,0-1 0 0 0,-1 7-1 0 0,0-4-4 0 0,-1-1-1 0 0,0 1 0 0 0,0 0 0 0 0,0-1 0 0 0,0 0 1 0 0,-1 0-1 0 0,0 0 0 0 0,-1 0 0 0 0,1 0 1 0 0,-1-1-1 0 0,-8 7 0 0 0,-5 2-42 0 0,0 0 0 0 0,-26 14 0 0 0,5-3 12 0 0,27-19-43 0 0,10-6 23 0 0,0 1 1 0 0,-1 0-1 0 0,1-1 0 0 0,0 1 0 0 0,0 0 0 0 0,0 1 1 0 0,0-1-1 0 0,1 0 0 0 0,-1 0 0 0 0,0 1 0 0 0,0-1 0 0 0,1 1 1 0 0,-1 0-1 0 0,1-1 0 0 0,-3 4 0 0 0,5-4 1 0 0,-1 0 0 0 0,1 0 0 0 0,-1-1 0 0 0,1 1 0 0 0,0-1-1 0 0,-1 1 1 0 0,1 0 0 0 0,0-1 0 0 0,-1 1 0 0 0,1-1 0 0 0,0 1 0 0 0,0-1 0 0 0,-1 0-1 0 0,1 1 1 0 0,0-1 0 0 0,0 0 0 0 0,0 1 0 0 0,0-1 0 0 0,0 0 0 0 0,-1 0 0 0 0,1 0 0 0 0,0 0-1 0 0,1 0 1 0 0,3 1-1 0 0,50 13-68 0 0,81 23 26 0 0,-108-28 21 0 0,0 1-1 0 0,42 22 1 0 0,-47-16 194 0 0,-22-15-135 0 0,0-1 1 0 0,-1 1-1 0 0,1 0 1 0 0,0 0-1 0 0,-1 0 1 0 0,1-1-1 0 0,0 1 1 0 0,-1 0-1 0 0,1 0 0 0 0,-1 0 1 0 0,0 0-1 0 0,1 0 1 0 0,-1 0-1 0 0,0 0 1 0 0,1 0-1 0 0,-1 0 1 0 0,0 0-1 0 0,0 0 1 0 0,0 0-1 0 0,0 0 0 0 0,0 1 1 0 0,0-1-1 0 0,-1 1 1 0 0,-1 0-3 0 0,-1-1 0 0 0,0 1 0 0 0,0-1-1 0 0,0 1 1 0 0,0-1 0 0 0,0 0 0 0 0,0 0 0 0 0,0 0 0 0 0,0-1 0 0 0,-1 1 0 0 0,-3 0 0 0 0,1 0 17 0 0,-164 23 704 0 0,134-17-691 0 0,19-5-117 0 0,0 2 1 0 0,0 0-1 0 0,0 1 0 0 0,0 0 0 0 0,-30 16 1 0 0,41-18-592 0 0,-7 4-289 0 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3.005"/>
    </inkml:context>
    <inkml:brush xml:id="br0">
      <inkml:brushProperty name="width" value="0.05" units="cm"/>
      <inkml:brushProperty name="height" value="0.05" units="cm"/>
    </inkml:brush>
  </inkml:definitions>
  <inkml:trace contextRef="#ctx0" brushRef="#br0">10 1 1136 0 0,'0'0'383'0'0,"-10"15"5256"0"0,11-13-5492 0 0,-1 0 1 0 0,1-1-1 0 0,0 1 1 0 0,-1 0-1 0 0,1 0 1 0 0,0 0 0 0 0,0-1-1 0 0,0 1 1 0 0,0 0-1 0 0,1-1 1 0 0,-1 1-1 0 0,0-1 1 0 0,1 0 0 0 0,-1 1-1 0 0,1-1 1 0 0,-1 0-1 0 0,1 0 1 0 0,0 0-1 0 0,0 0 1 0 0,-1 0 0 0 0,1 0-1 0 0,0 0 1 0 0,0-1-1 0 0,0 1 1 0 0,0-1-1 0 0,2 1 1 0 0,6 2 67 0 0,0-1 1 0 0,1 0-1 0 0,18 1 1 0 0,5-3 90 0 0,-1-2-1 0 0,50-10 1 0 0,-46 6-777 0 0,63-2 1 0 0,-99 8 226 0 0,0-1 0 0 0,0 1 0 0 0,0 0-1 0 0,0-1 1 0 0,0 1 0 0 0,-1 0 0 0 0,1-1 0 0 0,0 1 0 0 0,0-1 0 0 0,0 1 0 0 0,-1-1-1 0 0,1 0 1 0 0,0 1 0 0 0,0-2 0 0 0,0 1-128 0 0</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3.384"/>
    </inkml:context>
    <inkml:brush xml:id="br0">
      <inkml:brushProperty name="width" value="0.05" units="cm"/>
      <inkml:brushProperty name="height" value="0.05" units="cm"/>
    </inkml:brush>
  </inkml:definitions>
  <inkml:trace contextRef="#ctx0" brushRef="#br0">0 11 8850 0 0,'0'0'1808'0'0,"2"-5"-1521"0"0,1 7-436 0 0,0-1 0 0 0,0 1 0 0 0,0 0 0 0 0,0-1 0 0 0,0 1 1 0 0,0-1-1 0 0,1 0 0 0 0,-1 0 0 0 0,6 1 0 0 0,17 6-16 0 0,-19-4 244 0 0,1 0-1 0 0,0 0 0 0 0,1-1 0 0 0,-1 0 1 0 0,0 0-1 0 0,1-1 0 0 0,0 0 1 0 0,0-1-1 0 0,-1 0 0 0 0,1 0 0 0 0,0-1 1 0 0,15-1-1 0 0,-9-2-176 0 0,0-1 1 0 0,0-1-1 0 0,0 0 0 0 0,0-1 1 0 0,16-10-1 0 0,-7 5-1453 0 0,-12 5-388 0 0</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3.747"/>
    </inkml:context>
    <inkml:brush xml:id="br0">
      <inkml:brushProperty name="width" value="0.05" units="cm"/>
      <inkml:brushProperty name="height" value="0.05" units="cm"/>
    </inkml:brush>
  </inkml:definitions>
  <inkml:trace contextRef="#ctx0" brushRef="#br0">111 193 6153 0 0,'0'-26'4349'0'0,"2"0"-3571"0"0,-1 16-1584 0 0,1 0 1 0 0,0 0-1 0 0,1-1 0 0 0,0 1 0 0 0,6-12 0 0 0,-8 16 1268 0 0,1 1-1 0 0,-1 0 1 0 0,0-1-1 0 0,0 1 1 0 0,-1-1-1 0 0,1 1 0 0 0,-1-1 1 0 0,0 0-1 0 0,-1 1 1 0 0,0-6-1 0 0,0 11-462 0 0,1 0-1 0 0,0 1 1 0 0,0-1 0 0 0,0 0-1 0 0,0 0 1 0 0,0 0 0 0 0,0 1-1 0 0,-1-1 1 0 0,1 0 0 0 0,0 0-1 0 0,0 0 1 0 0,0 1-1 0 0,-1-1 1 0 0,1 0 0 0 0,0 0-1 0 0,0 0 1 0 0,-1 0 0 0 0,1 0-1 0 0,0 0 1 0 0,0 1 0 0 0,-1-1-1 0 0,1 0 1 0 0,0 0 0 0 0,0 0-1 0 0,-1 0 1 0 0,1 0-1 0 0,0 0 1 0 0,0 0 0 0 0,-1 0-1 0 0,1 0 1 0 0,0 0 0 0 0,0 0-1 0 0,-1 0 1 0 0,1 0 0 0 0,0 0-1 0 0,0-1 1 0 0,-1 1-1 0 0,1 0 1 0 0,0 0 0 0 0,0 0-1 0 0,-1 0 1 0 0,1 0 0 0 0,0 0-1 0 0,0-1 1 0 0,0 1 0 0 0,-1 0-1 0 0,1 0 1 0 0,0 0 0 0 0,0-1-1 0 0,0 1 1 0 0,0 0-1 0 0,-1 0 1 0 0,1-1 0 0 0,0 1-1 0 0,0 0 1 0 0,0 0 0 0 0,0 0-1 0 0,0-1 1 0 0,0 1 0 0 0,0-1-1 0 0,-8 22-6 0 0,-22 112 53 0 0,-19 194 0 0 0,26-146-267 0 0,22-176-13 0 0,-2 17-297 0 0,3-21 326 0 0,0 0 1 0 0,-1-1-1 0 0,1 1 1 0 0,0 0-1 0 0,0-1 1 0 0,0 1-1 0 0,-1-1 1 0 0,1 1-1 0 0,0 0 1 0 0,0-1-1 0 0,-1 1 1 0 0,1-1-1 0 0,0 1 1 0 0,-1-1-1 0 0,1 1 1 0 0,-1-1-1 0 0,1 1 1 0 0,-1-1-1 0 0,1 0 1 0 0,-1 1-1 0 0,1-1 1 0 0,-1 0-1 0 0,1 1 1 0 0,-1-1-1 0 0,0 0 1 0 0,0 1-1 0 0</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4.444"/>
    </inkml:context>
    <inkml:brush xml:id="br0">
      <inkml:brushProperty name="width" value="0.05" units="cm"/>
      <inkml:brushProperty name="height" value="0.05" units="cm"/>
    </inkml:brush>
  </inkml:definitions>
  <inkml:trace contextRef="#ctx0" brushRef="#br0">158 32 8898 0 0,'0'0'316'0'0,"3"-8"1027"0"0,-2 11-1330 0 0,-1-1 0 0 0,0 1-1 0 0,0-1 1 0 0,0 1 0 0 0,0-1 0 0 0,0 1 0 0 0,0-1-1 0 0,-1 1 1 0 0,0 2 0 0 0,0-3-1 0 0,-2 12 20 0 0,-2 0 0 0 0,0-1 1 0 0,0 0-1 0 0,-1 0 0 0 0,-12 19 0 0 0,8-16 35 0 0,1 0 1 0 0,-9 26-1 0 0,10-22 28 0 0,-19 36 1 0 0,21-46-20 0 0,0 1 1 0 0,0 0-1 0 0,1 1 1 0 0,1-1-1 0 0,0 1 1 0 0,0 0-1 0 0,1 0 1 0 0,1 0-1 0 0,-2 22 1 0 0,4-31-29 0 0,0 0 0 0 0,0-1 0 0 0,0 1 0 0 0,0 0-1 0 0,1-1 1 0 0,-1 1 0 0 0,1 0 0 0 0,-1-1 0 0 0,1 1 0 0 0,0-1 0 0 0,0 1 0 0 0,1-1 0 0 0,1 4 0 0 0,0-3 13 0 0,1 1 1 0 0,-1-1-1 0 0,1 0 1 0 0,0 0 0 0 0,0 0-1 0 0,5 2 1 0 0,-8-4-67 0 0,6 3 31 0 0,0-1-1 0 0,0 0 1 0 0,0 0-1 0 0,0 0 0 0 0,1-1 1 0 0,-1 0-1 0 0,1 0 1 0 0,-1-1-1 0 0,1 0 0 0 0,0 0 1 0 0,13-1-1 0 0,-17 0-16 0 0,0 0 1 0 0,1-1-1 0 0,-1 1 0 0 0,0-1 0 0 0,0 0 0 0 0,0 0 0 0 0,0-1 1 0 0,0 1-1 0 0,0-1 0 0 0,0 0 0 0 0,0 0 0 0 0,-1 0 1 0 0,1 0-1 0 0,-1-1 0 0 0,1 0 0 0 0,-1 1 0 0 0,0-1 1 0 0,0-1-1 0 0,0 1 0 0 0,-1 0 0 0 0,1 0 0 0 0,3-7 1 0 0,4-11 21 0 0,-1 0 0 0 0,-1-1 1 0 0,-1 0-1 0 0,-1-1 1 0 0,0 1-1 0 0,2-31 1 0 0,-7 44-21 0 0,1 1-1 0 0,0 0 1 0 0,1 0 0 0 0,5-13 0 0 0,-5 14 6 0 0,0-1 0 0 0,-1 1 0 0 0,1-1 0 0 0,-1 0 0 0 0,1-15 0 0 0,-3 10 11 0 0,-1 1 0 0 0,0-1 0 0 0,-1 0 0 0 0,-4-18 0 0 0,0 5-170 0 0,6 24 106 0 0,0 0 0 0 0,0 1 0 0 0,0-1 0 0 0,0 0 0 0 0,0 1 0 0 0,0-1 0 0 0,1 0 0 0 0,-1 1 0 0 0,1-1 0 0 0,-1 1 0 0 0,1-1 0 0 0,0 1 0 0 0,-1-1 0 0 0,1 1 0 0 0,0-1 0 0 0,0 1 0 0 0,0 0 0 0 0,0 0 0 0 0,0-1 0 0 0,0 1 0 0 0,1 0 0 0 0,-1 0 0 0 0,0 0 0 0 0,1 0 0 0 0,-1 0 0 0 0,0 0 0 0 0,1 1 0 0 0,1-2 0 0 0,5-2 64 0 0,0 1-1 0 0,0-1 1 0 0,17-3 0 0 0,-6 3-27 0 0,0 0 0 0 0,0 2 0 0 0,0 0 0 0 0,1 1 0 0 0,-1 1 0 0 0,0 0 0 0 0,1 2 0 0 0,-1 0 0 0 0,30 8 0 0 0,-46-9 1 0 0,0 1 0 0 0,0-1 0 0 0,0 0 0 0 0,0 1 0 0 0,0 0-1 0 0,0-1 1 0 0,0 1 0 0 0,-1 0 0 0 0,1 1 0 0 0,-1-1 0 0 0,1 0-1 0 0,-1 1 1 0 0,0-1 0 0 0,0 1 0 0 0,0 0 0 0 0,0 0-1 0 0,-1 0 1 0 0,1-1 0 0 0,-1 2 0 0 0,0-1 0 0 0,1 0 0 0 0,-1 0-1 0 0,-1 0 1 0 0,1 0 0 0 0,0 1 0 0 0,-1-1 0 0 0,0 0 0 0 0,0 1-1 0 0,0-1 1 0 0,0 0 0 0 0,-1 4 0 0 0,0 6 6 0 0,-1 0 1 0 0,-1 0 0 0 0,0-1-1 0 0,0 1 1 0 0,-1-1 0 0 0,-10 20-1 0 0,1-6 11 0 0,1-4 70 0 0,-14 42 1 0 0,24-58-78 0 0,0 0 1 0 0,1 0-1 0 0,-1 0 0 0 0,1 1 0 0 0,1-1 0 0 0,-1 0 0 0 0,1 1 0 0 0,0-1 1 0 0,1 0-1 0 0,-1 0 0 0 0,1 1 0 0 0,3 7 0 0 0,-3-12 19 0 0,0 1-1 0 0,1-1 1 0 0,0 0-1 0 0,-1 0 1 0 0,1 0-1 0 0,0 0 1 0 0,0-1-1 0 0,0 1 1 0 0,0 0-1 0 0,0-1 1 0 0,1 1-1 0 0,-1-1 1 0 0,0 0-1 0 0,1 0 1 0 0,-1 0-1 0 0,1 0 1 0 0,2 1-1 0 0,2 0 19 0 0,0 0 1 0 0,0 0-1 0 0,0 0 1 0 0,1-1-1 0 0,8 0 1 0 0,-6-1-26 0 0,-1-1 0 0 0,0-1 0 0 0,0 1 1 0 0,-1-1-1 0 0,1-1 0 0 0,0 1 0 0 0,0-2 1 0 0,-1 1-1 0 0,0-1 0 0 0,0 0 0 0 0,0-1 0 0 0,0 0 1 0 0,-1 0-1 0 0,0-1 0 0 0,0 0 0 0 0,0 0 1 0 0,-1-1-1 0 0,8-8 0 0 0,-6 4 32 0 0,0 0 0 0 0,0 0 0 0 0,-1-1 1 0 0,-1 0-1 0 0,0 0 0 0 0,0-1 0 0 0,-1 1 0 0 0,-1-1 0 0 0,0-1 0 0 0,-1 1 0 0 0,2-23 0 0 0,-4 30 5 0 0,0 1 0 0 0,1 0-1 0 0,-1 0 1 0 0,1-1 0 0 0,0 1 0 0 0,4-7-1 0 0,-4 9-72 0 0,0 0 0 0 0,-1 0 0 0 0,1 0-1 0 0,-1 0 1 0 0,0 0 0 0 0,0 0 0 0 0,0 0-1 0 0,0-1 1 0 0,-1 1 0 0 0,1 0 0 0 0,-1 0-1 0 0,0-1 1 0 0,0 1 0 0 0,0 0 0 0 0,0-1 0 0 0,-1 1-1 0 0,1 0 1 0 0,-1 0 0 0 0,0-1 0 0 0,-1-3-1 0 0,2 7 3 0 0,0-1-8 0 0,0 1 0 0 0,-1 0-1 0 0,1-1 1 0 0,0 1 0 0 0,0 0 0 0 0,0 0-1 0 0,-1-1 1 0 0,1 1 0 0 0,0 0 0 0 0,0-1-1 0 0,-1 1 1 0 0,1 0 0 0 0,0 0 0 0 0,-1 0 0 0 0,1-1-1 0 0,0 1 1 0 0,-1 0 0 0 0,1 0 0 0 0,0 0-1 0 0,-1 0 1 0 0,1 0 0 0 0,0 0 0 0 0,-1-1-1 0 0,1 1 1 0 0,0 0 0 0 0,-1 0 0 0 0,-50-14-1316 0 0,34 8 799 0 0,1 1 0 0 0,-1 1 1 0 0,-29-4-1 0 0,-35 6-1767 0 0</inkml:trace>
</inkml:ink>
</file>

<file path=ppt/ink/ink645.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53:49.985"/>
    </inkml:context>
    <inkml:brush xml:id="br0">
      <inkml:brushProperty name="width" value="0.05292" units="cm"/>
      <inkml:brushProperty name="height" value="0.05292" units="cm"/>
      <inkml:brushProperty name="color" value="#FF0000"/>
    </inkml:brush>
  </inkml:definitions>
  <inkml:trace contextRef="#ctx0" brushRef="#br0">19030 5800 44 0,'0'-2'164'0,"0"0"-66"16,0 0 75-16,0-2 18 0,0-1-109 0,-2-10-1 15,0 4-45-15,0 0-2 0,0 0-7 0,1-2-3 16,1 3 4-16,0 3-2 0,0-1 3 0,0 3-2 0,0 1-2 15,0-1-2-15,0 1 0 0,0 2-4 0,1-2 0 16,1 1-2-16,0-1 0 0,0 2-10 0,0 0 12 16,0 0-3-16,0 0 4 0,-1 2-17 0,1 0 6 15,0 2 1-15,-2 0 1 0,8 24-1 0,-5 4 6 16,-3 3-9-16,-2 4 6 0,-1 1-20 0,-3 2 13 16,-1 5-5-16,1 7 8 0,1-2-5 0,-1 2 1 15,0-6 2-15,1 6-2 0,-1-3-5 0,3-5 5 16,1 1-6-16,0-12 5 0,0 1-4 0,2-3 3 0,0-3 3 15,-2 0 0-15,0-4 0 0,-1-2-6 0,-1 1 5 16,0-1-5-16,2-2 2 0,0-1 7 0,2-4-6 16,0-4 6-16,-1 0-9 0,1-3 6 0,0-3-3 15,0-1 3-15,0 0 2 0,0-3-8 0,0 1 9 0,-4 2-9 16,0 0 6-16,-7 3-3 0,-2 1-5 0,-9-1 2 16,-1-3 0-16,-1-2 8 0,-4-2-4 0,4 0 4 15,-4-2-8-15,4 0 2 0,2 0 3 0,3-2-2 16,-1 1 2-16,5-1-1 0,0 0-1 0,4 0 1 15,2 3 9-15,1-1-9 0,3 0 5 0,1 0-5 16,1 0 17-16,1 2-13 0,-2-2 6 0,0 0-10 16,1 1 0-16,1-1 8 0,0 0-5 0,2-2 6 0,0 0 0 15,2 1-8-15,3-1 9 0,30-3-8 0,6-1 9 16,4 3 0-16,11-3-3 0,-4 1 4 0,3-3 3 16,1 7-11-16,-10-5 2 0,1 6-5 0,-4-22-6 0,-8 13-1 15,-2 4-2-15,-1 3 1 0,-4 0-8 0,-4 2 7 16,0 2-4-16,-2 0 3 0,0 0-11 0,1 0-13 15,-3 0 1-15,-1 0-6 0,-3 0-20 0,-3 0-134 16,0 0-9-16,-3 0-50 0,-3 0-115 0</inkml:trace>
  <inkml:trace contextRef="#ctx0" brushRef="#br0" timeOffset="283.39">18653 5781 1093 0,'0'-2'3'16,"0"0"0"-16,0 1-1 0,0-3-2 0,0 0-2 15,0 2-10-15,2-3 11 0,0 1-5 0,1-2 6 16,18-1 5-16,8-4 12 0,-1-2 5 0,11 0 1 0,0-2 12 15,11-2 0-15,4-1 1 0,4-5-3 0,5 1-14 16,0 4-6-16,0-1-5 0,-7 4 1 0,0 4-9 16,-6 2-26-16,-4 7 7 0,-3-20-15 0,-6 12 0 0,-4 8-5 15,-7 4-6-15,-3 2 0 0,-1 3-33 0,-3 3-197 16</inkml:trace>
  <inkml:trace contextRef="#ctx0" brushRef="#br0" timeOffset="873.5">19754 6039 600 0,'0'-2'303'0,"0"1"-423"0,0-1 361 16,0-2-207-16,0 0-26 0,0 1-6 0,0-1 0 16,0 0-2-16,0 2 0 0,0 0-3 0,0 1 4 0,2 1-2 15,0 0 10-15,0 1 4 0,-2 1 1 0,3 30 0 16,-3 3-2-16,-2 6-2 0,-3 0-1 0,-1 3 1 15,-1-1 9-15,-1-2-2 0,-1 0 1 0,0-6-3 16,1-5-12-16,1-1 11 0,3 1-6 0,1-6 7 16,-1-1-2-16,0-5-6 0,0-3 5 0,1-2-2 15,-1-4 17-15,2 1 0 0,2-7 5 0,0-1-3 16,-2 2 7-16,0 0-4 0,2-1 0 0,0-1-1 16,-1 0-17-16,-1 0-8 0,0-2-2 0,2 0-1 0,0-2 2 15,0-2-5-15,0-9-2 0,0-11-1 0,0 0 3 16,0-2-2-16,0-4 2 0,0 1-4 0,0-10 4 15,0-2-2-15,0 2 2 0,0-8-1 0,4 10 2 16,3-6-5-16,-1 3 3 0,3 4-3 0,0 3 11 0,0 5-7 16,3 4-2-16,-1 4-2 0,0 3 0 0,-7 4 6 15,20 0-2-15,2 2 2 0,-2 5-9 0,2 2 6 16,-4-10 3-16,-1 4 0 0,-3 5 4 0,-3 5-3 16,0 2-1-16,-6 1-1 0,0 3-2 0,-3 7 6 15,-1 17-5-15,-1 3 7 0,17 0-7 0,-8 1-2 16,-8-1 3-16,-3-3-2 0,-2 7 3 0,-2-4 2 15,-2 1-1-15,-1-6 1 0,-3-2-3 0,1-6 8 0,0 1-10 16,-3-5 7-16,1-1-6 0,0-4 0 0,-1 0 7 16,-4 1-5-16,-1-1-1 0,6 2 6 0,-3-4-8 15,1 2 8-15,2-2 3 0,-4 3-8 0,6-1 1 16,1 0-4-16,4 2-7 0,-7-2 16 0,3 0-1 16,1 0 6-16,3-3-4 0,2 1 3 0,2-2 0 0,1-1 0 15,3-2-12-15,24 14 1 0,1-5-1 0,3-5 0 16,-3-6-8-16,1-2-8 0,-3-2 0 0,-1-2-3 15,2 0-1-15,-8 1 3 0,1-3-6 0,-3 0 4 16,0 1-21-16,-3-1-95 0,0 1 14 0,-2 1-46 16,1 0-31-16</inkml:trace>
  <inkml:trace contextRef="#ctx0" brushRef="#br0" timeOffset="1851.65">20534 6175 551 0,'0'-2'44'0,"0"0"-4"0,0-4-5 16,-2-10 3-16,2 8-20 0,-2 1-2 0,2 3-16 16,0 0 4-16,-2 1-6 0,2-1 12 0,0 0-3 0,0 2 8 15,0 1-6-15,0-1 13 0,0 0 26 0,-2 0-2 16,2 2 12-16,-1 0 9 0,-1 2-25 0,0 0 0 15,-2 9-9-15,-7 20-9 0,0 3-8 0,0 1-5 16,0-3-1-16,-2-1-12 0,1-1 12 0,3-6 3 0,2 0 5 16,1-5 13-16,2-4-3 0,3 0 1 0,1-4 0 15,1 0 3-15,1-2-12 0,2 0 4 0,0-1-7 16,-1-3 8-16,12 1-2 0,8-4 0 0,8 16-2 16,4-5-16-16,1-5 7 0,4-6-9 0,-2-2 8 15,1-2-2-15,-2-2-14 0,-4-1 4 0,-3-1-9 16,0-1-11-16,-8 3 4 0,0-2 1 0,-3 3 2 15,-4-1 1-15,-4 0-13 0,-2 2 0 0,-5 2-5 0,-1-2-16 16,1 1-92-16,0-1 8 0,-2 0-34 0,0 0 12 16,-2 0 5-16,-2 0 14 0,0-1-2 0,-2 1 63 15,-20-13-10-15,-2 2 12 0,2 2-8 0,-4 0 52 0,2 1 57 16,-7-1 10-16,1 2 17 0,-1 0 39 0,-6-3 22 16,5 5-4-16,-1 0 11 0,3 1 10 0,12 2-36 15,1 2-4-15,8 2-15 0,2 0-39 0,0 0 0 16,7 0-7-16,-2 0 0 0,0 0-27 0,3 0 22 15,-1 0 1-15,0 0 8 0,2 0 9 0,0 0-9 16,2 0 0-16,1 0-3 0,31-9 5 0,5-4-14 16,3 2-4-16,-3 2-5 0,0-4-14 0,-1 3-15 15,-7 3 8-15,-3 1-13 0,-2 3 11 0,-6 1-9 16,-3-2 4-16,-4 2-6 0,-5 0-4 0,-3 2 5 0,-3 0-5 16,2 0 6-16,-1-1-6 0,-1-1-2 0,0 0 1 15,-2 0 0-15,-2 0 13 0,0 0 6 0,-1-1 3 16,-14 1 1-16,-3-13 6 0,-1-2-1 0,1 0 2 15,5 1-1-15,0-1 0 0,4 0-2 0,5 2 0 0,-1 1 1 16,-2 1 10-16,3 0-12 0,2 2 2 0,4-4-6 16,2 0-3-16,6-2-2 0,-7-1 4 0,31 1-3 15,5 0 1-15,0 0 9 0,4 1-9 0,-2 1 9 16,2 0-7-16,0 2 0 0,2 2 1 0,-3 5-1 16,5 1 2-16,-12-1-6 0,-1 4 4 0,-4-16-5 15,-8 8 6-15,-3 5-6 0,1 3 0 0,-6 2-1 0,1 0 7 16,-10 0-3-16,-1 0 4 0,2 2-2 0,0 2 4 15,-3 1 6-15,5 14-1 0,-6 1 4 0,0 4 5 16,-6 2-8-16,-3 6 5 0,-2-1-7 0,-2 5 2 0,-4 5-3 16,2-3-2-16,1 3 1 0,-5 0 6 0,6-7 5 15,2-3-2-15,3 1 3 0,3-8-5 0,1-2 6 16,-1 0-3-16,1-7 2 0,0 2-15 0,2-10 5 16,1 1-9-16,1-3 6 0,0-1-1 0,0 0-2 15,0-2 5-15,-2 1-6 0,0 1 5 0,2-2-14 16,0 0 6-16,0 0-11 0,0-2 2 0,0 0-11 15,0-2 5-15,0-2-6 0,0-22 6 0,4-11-2 16,-1-2-2-16,3-4 1 0,1-1-4 0,-3-1 16 16,-2 1-7-16,0 3 10 0,-2 4 1 0,1 5 11 0,1 2 3 15,0 4 2-15,2 2-4 0,0 4-4 0,3 3 3 16,-1 4-2-16,1 2 11 0,-5 4-10 0,13-3 5 16,1 5-6-16,10-1 3 0,2 1 0 0,2-1-4 0,5 2 4 15,-5 1 3-15,0 1-3 0,-2-17-1 0,-4 8-2 16,-4 5-7-16,-1 5 5 0,-4 1-8 0,-1 0 6 15,-2 1-18-15,-3 1 1 0,-5 0-3 0,-3-2-5 16,7 9-68-16,3 12-133 0,-5 1-11 0</inkml:trace>
  <inkml:trace contextRef="#ctx0" brushRef="#br0" timeOffset="2014.01">21221 6242 663 0,'0'0'106'0,"0"0"2"15,0 0-30-15,0 0-22 0,0 0-33 0,0 0-19 16,0 1 8-16,0 1 13 0,2 0-4 0,-1 0 33 0,1 0 0 15,0-2-5-15,24 5 1 0,4-3-23 0,13-2-9 16,-1-7-2-16,-1-2-7 0,-4-4-25 0,-1 0-15 16,-1 1-10-16,-2 3 1 0,-1 2-24 0,-1-1-150 15,1 1-46-15</inkml:trace>
  <inkml:trace contextRef="#ctx0" brushRef="#br0" timeOffset="2248.88">22402 5696 1379 0,'0'-2'79'0,"-2"0"-105"0,0-2 86 0,0-1-48 15,0-3-17-15,0 5-27 0,2-1 10 0,0 2-14 16,0 0 27-16,2 0 4 0,0 0 2 0,0 1 1 15,2-3 11-15,1 0-10 0,6-3 8 0,-1 1-11 16,-3 2-6-16,-3 3-21 0,1-1-10 0,-3 2-17 0,2-2-172 16,0 2-83-16</inkml:trace>
  <inkml:trace contextRef="#ctx0" brushRef="#br0" timeOffset="2368.27">22028 5928 883 0,'0'0'61'0,"0"0"5"0,0 0-37 16,2 0-1-16,0 0-28 0,0 0 18 0,2 0-2 15,27 4 0-15,8-1 2 0,2-3 15 0,2-2-7 16,1-5 0-16,3-2-6 0,-1-4-21 0,3 0-26 16,1-2-6-16,2 0-8 0,1 0-30 0,5 0-173 15</inkml:trace>
  <inkml:trace contextRef="#ctx0" brushRef="#br0" timeOffset="4349.55">23675 5415 993 0,'-1'0'115'0,"-1"-1"-187"16,0-1 142-16,-2 0-87 0,0-2 14 0,-5-11 32 15,0-3 6-15,1-5 10 0,3-1 19 0,-1-4-19 16,1-3 3-16,1-1-10 0,2-1-10 0,0 1 19 16,2 4-5-16,0 4 12 0,0 2 14 0,0 5 9 15,0 6-3-15,0 6 2 0,0-1-10 0,0 4-15 0,0-2 0 16,-2 1-6-16,2 1-14 0,0 0 6 0,0 2 0 16,-1 0 2-16,-1 2-9 0,-4 18-14 0,-1 21-5 15,-1 2-1-15,1 3-8 0,1 4 3 0,3-1 0 16,-1 1-1-16,0-2-4 0,2-3 1 0,0 1-1 0,2-5 1 15,0-2 1-15,-1-2-2 0,-1-4 4 0,0-1-3 16,2-2 6-16,0-1-5 0,0-3 2 0,-2-1-2 16,0-1 1-16,2-6-1 0,-2-1-1 0,0-2 1 15,2-2 2-15,-1-2 1 0,-1-2-2 0,2-1 2 16,-2-1-3-16,0 1 2 0,0-3 0 0,2-3 0 16,-4 2 0-16,-12-2-2 0,-1 9-1 0,4-4 1 0,-4 2 2 15,1-3-4-15,-3 0 2 0,2-1-3 0,-1-1-4 16,5-2 12-16,0 0-3 0,2-1 6 0,1 1 3 15,5-2 0-15,1 0 0 0,2 0-2 0,-2 0-3 0,1 0 6 16,-1 0-2-16,2 0 2 0,0 0-5 0,2 0 6 16,0 0-2-16,2-2 2 0,0 1-4 0,2-1 2 15,18-9-1-15,8-1 1 0,3-1-4 0,1 2-1 16,1 2 0-16,-5 2-1 0,-4 1-7 0,3-1 2 16,-3 1 4-16,0 2 0 0,-2 1-5 0,-3 1-1 15,-3 0-5-15,-1 0 4 0,2 0 2 0,-5 0-10 16,-1 2 4-16,2-2-8 0,-4 1-6 0,-1-1-35 15,3 0-10-15,-6 0-12 0,2 0-56 0,-1 0-55 16,1-1-5-16,-1-1-22 0,-1-2-79 0</inkml:trace>
  <inkml:trace contextRef="#ctx0" brushRef="#br0" timeOffset="4582.76">23352 5224 797 0,'-2'0'536'0,"-3"-2"-756"0,-34-11 651 0,7 4-370 15,4 2-1-15,12 1 27 0,3 2 4 0,3 2 8 16,5 1 12-16,3 1-61 0,-2-2-2 0,2 0-19 16,1 0-14-16,1 0 1 0,1 0 2 0,11-3-2 15,36-16-2-15,8 3-14 0,9 1 2 0,1 2-5 16,3 0 2-16,2 2-2 0,-8 4-5 0,-6 0 3 0,-1 1-5 16,-10 5-16-16,1 1-5 0,-1 2-10 0,-3 0-66 15,2 7-49-15,-1 2-6 0,1 6-21 0,3 6-91 0</inkml:trace>
  <inkml:trace contextRef="#ctx0" brushRef="#br0" timeOffset="4831.56">24661 5562 969 0,'0'0'18'0,"0"0"0"0,0 0 82 16,0 0-3-16,-2-2 26 0,1 0 16 0,-3 0-34 15,0 2-3-15,-18-5-11 0,0 1-20 0,-3 2-8 0,-1 0-6 16,-3 2 1-16,-3 2-7 0,8 4-15 0,-6 5 2 15,4 2-6-15,2-11 3 0,-6 20-8 0,10 4 2 16,2 0-6-16,1-2 2 0,6 4-13 0,0-2-1 16,9-2-5-16,-15 2 1 0,8-2-5 0,7-1 2 0,2-3-4 15,4-1-1-15,5-1-9 0,0-3 3 16,6-2-5-16,20-2 0 0,2-3-4 0,6-5 1 0,-2 20-3 16,0-10-11-16,5-8 0 0,-1-5-8 0,3-5-3 15,0-5-90-15,-3-3-79 0,1-1-30 0,3-5-20 16,3-3-187-16</inkml:trace>
  <inkml:trace contextRef="#ctx0" brushRef="#br0" timeOffset="5023">25190 5562 1005 0,'-1'0'129'0,"-1"0"14"16,-2 0-36-16,-2 0-14 0,-10-2-33 0,6 2 73 0,-1 0-21 16,2 0-3-16,-2 0-10 0,0 0-47 0,7 0-15 15,-2 2-6-15,3 0 2 0,-1 3 2 0,-13 21 0 16,2 4 2-16,4 5-2 0,2-1-3 0,2 5 7 15,-1 0-5-15,1 2 6 0,-1 1-9 0,1 1-10 16,0 0-2-16,1-4-3 0,-1-2-6 0,3-5-9 16,0-3 1-16,2-3-4 0,2-2-6 0,0-7-3 15,2-4-4-15,2-2-2 0,0-3-31 0,-1-1-81 0,1-1-18 16,9 3-31-16,7 2-144 0</inkml:trace>
  <inkml:trace contextRef="#ctx0" brushRef="#br0" timeOffset="5424.82">25729 5293 1363 0,'-2'0'26'0,"0"-2"50"0,0 0-38 0,-1 0 77 16,-1 0-10-16,-2 1 29 0,1-1-28 0,1 0-52 15,2 2-2-15,-2-2-18 0,3 0-27 0,-1 0 10 16,2 0-4-16,0 1 8 0,2-1 8 0,16-6 2 15,21-1 1-15,4 2-1 0,1 1 1 0,12 0-16 0,-2 3 6 16,0-1-10-16,-4 0-1 0,-9 1-8 0,-4 3-3 16,-5 0 1-16,-3 0-1 0,-1 0-9 0,-4 0 1 15,-3 0-6-15,-5 0-8 0,-1 0-74 0,0 0-7 16,-2 0-31-16,0-2-82 0,-4 0-96 0,2 0-69 16</inkml:trace>
  <inkml:trace contextRef="#ctx0" brushRef="#br0" timeOffset="5626.91">26260 4903 1524 0,'-2'0'25'0,"0"0"44"0,0 0-36 16,1 0 88-16,-3 0-19 0,0 0 38 0,0 0-42 16,1 0-47-16,-1 0 8 0,-2 4-21 0,3 9-3 15,-1 22 8-15,0 4-11 0,-1 5 9 0,1 3-25 0,2-1-5 16,0 4 1-16,0-5-2 0,-22 1-2 0,13-8-8 15,6 1-1-15,3-6-1 0,2-3 2 0,2-1-21 16,-1-6-3-16,3-1-14 0,2-4-81 0,-1-1-212 16,1-4-105-16</inkml:trace>
  <inkml:trace contextRef="#ctx0" brushRef="#br0" timeOffset="6550.33">27743 4331 215 0,'0'0'68'0,"0"-2"-11"0,0 0 65 0,0 0-7 16,0-20-10-16,0 2-10 0,2-3-2 0,-2 3-4 15,2 0-1-15,-2-1 1 0,0 4 5 0,0 1-5 16,0 3 3-16,0 2-1 0,0 1-6 0,0 3 2 16,0 1-22-16,0 3-9 0,0-1 1 0,0 0-5 0,0 2-16 15,0 1-4-15,-2-3-4 0,0 0 1 0,1 2-11 16,-1 0 9-16,0 1-2 0,0 1 5 0,0 1-4 15,0 1 0-15,0 2-3 0,-5 16 2 0,0 6-2 0,-1 4-9 16,3 2 0-16,-3-3-4 0,1 7-4 0,-1-1-1 16,1 0 2-16,1 0-2 0,1-1 6 0,-1-3-9 15,1-1 4-15,-1 0-5 0,-1 0 6 0,-1 1-8 16,3-1 1-16,-1-2-2 0,2-4 7 0,1-6-5 16,-1 3 4-16,-2-3-4 0,3-1 3 0,-1-4-2 15,2-2-1-15,0-3-1 0,2-3-3 0,0-1 5 16,-2 2 0-16,2-5 3 0,-2 3-4 0,1 0 3 15,-1 0-1-15,-2-3 1 0,0 1 1 0,-3 2-4 0,-4 0 1 16,-2-1-2-16,0-1 1 0,0-2 0 0,-4 0 0 16,2 0 0-16,-5 0 0 0,7 0 2 0,0-2-1 15,2 2 3-15,3 0-2 0,-5 0-2 0,8 0 5 16,-3 0-4-16,-1 0 3 0,5 0-5 0,1 0-2 16,1 0-1-16,0 0-2 0,2 0 3 0,0 0 1 0,2 0 1 15,0 0 0-15,7-1 1 0,24-5 0 0,3 0 1 16,1-1-1-16,5 0 4 0,1-1-7 0,2 1 5 15,-3 1-5-15,3-1 3 0,-2 1 4 0,-3-1-1 16,-2-1-5-16,-5 3 1 0,-1 1 0 0,-5 2 1 16,-2 2 4-16,-7 0-10 0,-1-2 0 0,-2 0-4 15,-2 1 4-15,0-1-27 0,-8 2-16 0,1 0-9 0,-4 0-98 16,1-2-47-16,-1 0-15 0,0 0-18 0,-2-2-128 16</inkml:trace>
  <inkml:trace contextRef="#ctx0" brushRef="#br0" timeOffset="6726.88">27565 4077 708 0,'-2'-2'424'0,"0"0"-601"15,1 0 513-15,-1 0-295 0,0 0-12 0,0 1 49 16,0-1-6-16,0 0 21 0,2-2-8 0,0 0-32 16,2 1 1-16,2-1-11 0,20-11 0 0,11-2 0 15,4 4 2-15,2 2-2 0,2 0-4 0,1 2-20 0,3 1-5 16,-3 1-3-16,-1 1-8 0,-4 3-8 0,0-1 0 15,-7 2-6-15,-4 0-5 0,-1 2-43 0,-6 0-13 16,-3 4-22-16,5 2-143 0,-3 3-310 0</inkml:trace>
  <inkml:trace contextRef="#ctx0" brushRef="#br0" timeOffset="7140.85">28611 4532 606 0,'0'0'92'0,"0"-2"5"0,0 0-14 16,0 0-7-16,-2 0-23 0,0-2 59 0,0 1 2 15,0-1 3-15,0 0-9 0,2-1-46 0,-2-6-8 16,1 3-12-16,-1-3 6 0,-2 0-3 0,2 2-11 15,-2-1 7-15,1 1-9 0,-5-6 9 0,3 6 6 16,-5-4-2-16,7 5 2 0,-12 3-2 0,-4 1 2 16,-1 2 1-16,1-11-1 0,1 4-6 0,-5 3-6 15,3 6 3-15,-2 2-4 0,-1 4-4 0,5 3-5 0,-3 4-6 16,-3-9 3-16,8 22-8 0,3 4-6 0,0 1 8 16,7-1-7-16,-3-6 4 0,5 2-9 0,2-2-3 15,-13 4-1-15,12 0 0 0,4-6-4 0,7-1 2 16,1-1-2-16,4-1 0 0,0-5-3 0,22-1 2 15,1-5-4-15,5-3-3 0,-2-3 0 0,0 21-4 16,1-10 2-16,3-8-7 0,-4-3-18 0,2-2-38 0,-6-2 0 16,-1 0-179-16,-1 0-135 0</inkml:trace>
  <inkml:trace contextRef="#ctx0" brushRef="#br0" timeOffset="7390.03">29140 4424 1037 0,'0'-2'151'0,"0"0"-200"15,-2 0 191-15,0-1-99 0,0-1 54 0,0-2 42 16,-1 1-9-16,1 1 15 0,2 2-46 0,-4-2-40 16,0 1-3-16,1 1-12 0,1 0-3 0,0 0 19 15,0 2-1-15,0 2 5 0,-3 15-13 0,-5 20 1 16,3 2-9-16,-1 0 5 0,5 2-15 0,1 0-15 15,2-6-1-15,0 2-6 0,0-4-12 0,0-7-1 16,0 4 1-16,0-6-3 0,2 0-15 0,1-3-46 16,1-3-26-16,0-1-13 0,0-2-160 0,-1 0-265 0</inkml:trace>
  <inkml:trace contextRef="#ctx0" brushRef="#br0" timeOffset="7758.54">26767 4387 866 0,'-2'-2'44'0,"0"0"85"0,0 0-87 0,0 0 40 16,1-1 4-16,-1-1 14 0,-2-4 27 0,0-3-38 15,2 0 2-15,2 0-17 0,0-2-10 0,2 0 12 0,4 0-6 16,-1 2 6-16,3 2-29 0,1 5-25 0,4 0 0 15,0-5-9-15,-2 3-16 0,-3 4 5 0,-1 2-2 16,-3 0 6-16,-2 0 11 0,3 8-5 0,12 29 3 16,-11 4-3-16,-8 5 1 0,-11 4-3 0,-4 2-5 0,-5 4 2 15,-1-11-3-15,22-3 9 0,-27-1 5 0</inkml:trace>
  <inkml:trace contextRef="#ctx0" brushRef="#br0" timeOffset="9084.79">26856 4335 769 0,'0'0'29'0,"-2"0"-3"0,0-2 8 15,-1 0 4-15,-5 0-7 0,-7-3 28 16,-7-3 27-16,5 3-2 0,-7-3 7 0,2 3-14 0,7 1-21 16,-5 0 5-16,3 0-9 0,4 1 9 0,-2-1-1 0,8 2-2 15,1 0 0-15,2 0-12 0,2 2-6 16,-1-1-3-16,-1-3 1 0,0 0-3 0,2 0-7 0,1-1 3 15,1-4-4-15,0-1-2 0,5-1-2 0,3 2-4 16,29 0 1-16,5 3-3 0,7 4-1 0,-3-22-1 16,1 13-2-16,-3 9-11 0,-5 6 2 0,0 3-1 15,-4 8 0-15,-1 4 1 0,-6-12-9 0,-6 26 7 0,-2 5-6 16,1-1 7-16,-8-2 6 0,-2 2-5 0,-2 4 5 16,-1 2-8-16,14-4 12 0,-11 2-4 0,-7-4 6 15,-6 0-9-15,-4-2 18 0,-1-1-2 0,-6 1 9 16,-4-2-3-16,-1 1 4 0,12-3-4 0,-27-5 4 15,-1 2-10-15,-1 0-6 0,-2-2 0 0,0-2-2 16,-1 0-2-16,-1 0-6 0,2-5 5 0,-2-2-6 16,0-4 1-16,2-6-4 0,0 0 1 0,2-5 1 0,-2 21 8 15,0-10-12-15,-1-8 3 0,7-5-4 0,1-2 1 16,10-1 6-16,-1-3-6 0,8 0 6 0,4 1-14 16,3 1-1-16,5-1 1 0,-1-12-1 0,-8 2 7 0,3 0 6 15,5 2-4-15,2-2 2 0,2 2-4 0,5-2 5 16,5 1 3-16,4 1 0 0,12 0-4 0,0 1 6 15,5 3-3-15,-5 4 5 0,4-1-4 0,-2 4-2 16,-3-16 4-16,5 6-4 0,-10 9 2 0,6 3-1 16,-4 0-2-16,-1 3 1 0,-3 5 0 0,-1-1 4 15,-1 4 0-15,-3-1 1 0,0-7-1 0,-2 18-4 16,2-3 6-16,-2 3-4 0,1 1 2 0,-1 0-7 16,0 1 1-16,4 1-2 0,0-4 3 0,0-1 1 0,3-2-2 15,0-3 2-15,3-1-1 0,-1-1-9 0,-2-7-4 16,3-1-1-16,-3 0-1 0,1 10-37 0,-7-6-25 15,1-4-16-15,0-3-187 0,0-1-341 0</inkml:trace>
  <inkml:trace contextRef="#ctx0" brushRef="#br0" timeOffset="9596.21">27066 5480 813 0,'-2'0'54'0,"0"0"2"0,-2 0-1 15,-7 0 13-15,-4-3-19 0,-1-1 57 0,-1 0 24 16,0 0-13-16,0 1 16 0,1-1-24 0,1 2-38 16,4 0 8-16,0 0-19 0,3 1-1 0,4 1-6 0,-1-2-4 15,1 0-2-15,1 0-18 0,-1 0-4 0,2 2-2 16,0 0 0-16,0 0 3 0,2 0-10 0,0 0 9 16,2 0-10-16,4 0 5 0,33 4-10 0,9 1-2 0,8-1 0 15,9-2-4-15,11 0 3 0,4-2 1 16,7 0 1-16,0-4-1 0,2 0 3 0,-2-1-5 0,-1-1 5 15,-6 3-7-15,3-3 12 0,-5-1-7 0,2 3 9 16,-2-3-8-16,-9 3 11 0,-1-4 0 0,-8 3 2 16,-8-1-4-16,0-1-8 0,-8 3 3 0,-6 0-5 15,-3 1-3-15,-7 1 1 0,-4 2-1 0,-4 0 1 16,-5 0-5-16,-6 0 2 0,1 0-4 0,-7 0 3 16,-1 0-5-16,0 0 0 0,0 0 3 0,2 0-1 0,-1 0-1 15,1 0-7-15,-2 0-13 0,0 0 2 0,0 0-65 16,0 0-117-16,-2 2-21 0,0 0-48 0,-2-1-222 15</inkml:trace>
  <inkml:trace contextRef="#ctx0" brushRef="#br0" timeOffset="9938.11">27393 5824 792 0,'0'0'316'0,"-2"-2"-382"0,0 0 358 16,-4 0-184-16,-12-9-45 0,8 6 45 0,3 1-5 15,5 4 16-15,0 0-16 0,-1-4-43 0,-1 0 1 0,0 3-17 16,2-1-20-16,0 0 15 0,1 0 0 16,1 2 6-16,0 2 6 0,1 0-7 0,7 16 1 0,5 23-3 15,-2 6-3-15,0 6-5 0,0 1-4 0,-3 6 2 16,-1-3-5-16,-3 3 1 0,-2-1-1 0,0-3-1 15,-2-4-15-15,0-4 9 0,-2-3-2 0,-2-3 4 16,0-3-6-16,1 2-4 0,-1-6-6 0,0-1 4 16,2-4-1-16,0-3-7 0,2-1 8 0,-1-5-8 15,1-3 0-15,0-1-10 0,0-4-1 0,0-6-2 0,0-3-2 16,0-2-26-16,0 2-3 0,0-1-15 0,0-1-80 16,0 0-124-16,0 0-38 0,0-2-50 0,0 0-359 0</inkml:trace>
  <inkml:trace contextRef="#ctx0" brushRef="#br0" timeOffset="10423.83">27433 5833 1051 0,'-1'-2'548'0,"-1"0"-794"15,-2-1 662-15,-15-3-386 0,6-7-30 0,8 2 54 16,1 0 1-16,-3 0 20 0,1 0 7 0,2-1-49 0,4 3-5 15,2-2-12-15,6 0 2 0,14 0 7 0,15 0 0 16,10 5 2-16,-1 0 5 0,-2 3-9 0,-1-21 2 16,-8 14-6-16,-1 7-12 0,-8 3-4 0,-4 1-3 0,-5 3 0 15,-4 0 0-15,-4 0 10 0,-3-1 5 0,-4-3 2 16,-1 11 20-16,7-1 7 0,-3 1-5 0,-3-2 4 16,-2 2-20-16,-2-1-6 0,-5 1-2 0,-4-2-1 15,-17 2-5-15,-2 0-8 0,4-1 1 0,-3 1-3 16,1-2 3-16,5-2 0 0,3 3-2 0,3-3-1 15,2 2-13-15,8-1 6 0,-2-1-2 0,5 3 1 0,-1-1-12 16,-3 0 6-16,3 0-2 0,3 3 2 0,2 1-7 16,5 0 14-16,5 1-8 0,-5-2 11 0,23-1 1 15,-2-2-7-15,2-2 10 0,3 5-10 0,-3 1 11 16,4 0 0-16,1-2 2 0,-1-2 1 0,1 0 3 0,-1 2-5 16,-3 1-1-16,-1-1 0 0,-5 2-3 0,-7-4 8 15,-3 4-3-15,-5-6 7 0,-5 3-5 0,-1-1 10 16,2-4 6-16,3 7 0 0,-5-7 5 0,-2 4-1 15,0-1-7-15,-2-4 5 0,-7-1-7 0,-19-1 5 16,-1 2 5-16,-3 14-2 0,0-5 9 0,1-3-4 16,1-3 1-16,-1 1-3 0,-1-5-2 0,4 1-9 15,0-4-6-15,0 0-1 0,2 0-11 0,2 0 3 16,-2 0-6-16,6 0 1 0,7 0-25 0,2 0-105 0,5 0-37 16,1 0-43-16,1 0-299 0</inkml:trace>
  <inkml:trace contextRef="#ctx0" brushRef="#br0" timeOffset="11535.38">20584 8295 383 0,'-2'-2'0'0,"0"-1"23"16,-7-20 222-16,0-3-54 0,1 2 25 0,-1-6-92 15,-2 1 6-15,2-1-15 0,-1 0-9 0,3 4 0 0,-1 0-40 16,1 4 0-16,1 5-1 0,3 4-1 0,1 6-13 15,0 1-23-15,2 3-8 0,-2-1-3 0,0 0-16 0,2 2 13 16,0 1 6-16,0 1 1 0,0 1 11 16,0 3-6-16,2 13-3 0,4 16 1 0,-3 4-6 0,1 0-3 15,0 2 1-15,-2-1-2 0,0 2-11 0,-1 1 6 16,1-2-8-16,0 0 7 0,2-2-6 0,-2-3-4 16,1-1 0-16,1-3-2 0,-2 3 2 0,0 3-4 15,0-7-1-15,0 1-4 0,-2-8-13 0,0-5-1 16,0 2 1-16,0-10 0 0,-2 2 0 0,0-4 4 15,-2 1-1-15,0-3 3 0,-1-1 7 0,-17 11 9 16,-4-4 2-16,-2-2 1 0,2-5 0 0,-2-2 1 16,-4-2-3-16,4 0 3 0,1 0 4 0,1-2-3 0,3 0 6 15,1-1-4-15,2 1 9 0,-1 0-6 0,3 2 1 16,3 0-1-16,0 0 1 0,6 0 8 0,-1 0-8 16,5 0 8-16,1 0 2 0,0-2-10 0,1 0 2 0,1 0-6 15,0 0 13-15,2 1 4 0,2-1 6 0,1 0-3 16,29-17 12-16,16-5-7 0,8 2 4 0,3 2-6 15,6-1-7-15,-1 3-6 0,-7-1-4 0,1 2 1 16,-5 2-11-16,-4 2 1 0,-5 0-1 0,-5 4 1 16,-3 2-2-16,-7 1-7 0,-1 1 2 0,-4 1-5 15,-3 2-3-15,-5 0-12 0,1 0-15 0,-6 0-4 16,0 2-82-16,-3 0-27 0,-4 0-2 0,-1-1-8 0,1-1-28 16,-2 0-115-16,0 0-23 0</inkml:trace>
  <inkml:trace contextRef="#ctx0" brushRef="#br0" timeOffset="11692.8">20580 8169 706 0,'-4'-2'74'0,"-7"-4"0"0,-29-14 35 16,4 18-1-16,5-24-11 0,-1 2 17 0,6-2 12 16,8 4-13-16,1 1 12 0,8 5-28 0,5 1-34 15,-4 4 4-15,3 0-17 0,3 1-17 0,4-1 3 16,5-4-7-16,10 4 4 0,24-2-23 0,3 6-13 16,3 3 3-16,-3 0-7 0,-1-20 2 0,2 13-12 15,-3 7-5-15,-3 6-6 0,0 4-57 0,0 5-145 16,-2 2-20-16,2 5-58 0,0-10-247 0</inkml:trace>
  <inkml:trace contextRef="#ctx0" brushRef="#br0" timeOffset="11976.1">21512 8208 1178 0,'0'0'37'0,"0"0"1"0,0 0-11 0,0 0 25 0,0 0-19 16,0 0 121-16,-2 0-41 0,1 0-2 0,-1-2-18 15,0 0-48-15,-2 0-9 0,2 2-2 0,-11-5-1 16,-5-3-6-16,-3 1-6 0,3 1 2 0,-8 3-1 15,-2 1 4-15,-4 2 4 0,1 3-1 0,-5 5 4 16,-1 3-3-16,-4 4-9 0,-3 5 2 0,-1-18-3 0,3 30 11 16,5 5-9-16,-1 2 1 0,5 5-4 0,0 5 7 15,7-5-10-15,1 1 4 0,7 1-6 0,5-10 1 16,4-1-6-16,-14 2 0 0,14-7-3 0,5-1-6 0,6 1-4 16,6-8-1-16,3-1-1 0,4-3 3 0,24-5-9 15,9-3 4-15,6-7-6 0,7-1 2 0,2 24 1 16,0-17-6-16,2-9 4 0,-9-5-11 0,0-6 2 15,-6 0-10-15,-9 1-3 0,-2-3-102 0,-4 2-74 16,-2 0-18-16,-5 2-23 0,0 1-138 0</inkml:trace>
  <inkml:trace contextRef="#ctx0" brushRef="#br0" timeOffset="12223.53">21733 8648 816 0,'0'-2'93'15,"-2"0"197"-15,1-2-263 0,-7-7 49 0,-3-5 3 0,4 3 18 16,-1 0 23-16,1 2-27 0,3 3-8 0,-2-1-6 16,3 1-26-16,3 7-2 0,-4-5-7 0,2 2 0 15,0 1-21-15,0 1 7 0,1 0 3 0,-1 2 2 16,0 0 21-16,0 2-16 0,0 5 7 0,-7 30-10 16,3 4 0-16,3-4-14 0,1 4-2 0,0 2-3 15,0-6-3-15,0 0-6 0,0-2-3 0,2-3-2 16,0-4-6-16,0-2-7 0,2-4 6 0,2-3-8 0,1-1-12 15,1-7-20-15,0-1-35 0,3-5 2 0,13-1-158 16,2 13-113-16,0-6-95 0</inkml:trace>
  <inkml:trace contextRef="#ctx0" brushRef="#br0" timeOffset="12433.25">22359 8386 1033 0,'0'0'291'0,"-2"0"62"0,0-2-162 16,0 0-127-16,1 1-46 0,1-1-3 0,0-2 57 16,0 0-15-16,0 1 24 0,0 1-60 0,0-4-20 0,0 2-2 15,0 3-3-15,0-1-7 0,1-2-8 0,1 0-3 16,2 2-1-16,0 1-14 0,-1-1-102 0,1 0-12 16,-2 2-40-16,4 0-139 0</inkml:trace>
  <inkml:trace contextRef="#ctx0" brushRef="#br0" timeOffset="12572.19">22357 8624 1307 0,'0'2'15'16,"0"0"1"-16,0-1 31 0,0 1 9 0,0 0 6 16,0 2 57-16,0-1-27 0,0-1-7 0,4 8-6 15,-2-7-25-15,1 5 8 0,5 3-4 0,5-9 2 16,13 3-32-16,2 12-14 0,3-8-6 0,3-3-1 16,1-6-19-16,2-4-12 0,-2-3-11 0,1-3-15 15,-12 1-184-15</inkml:trace>
  <inkml:trace contextRef="#ctx0" brushRef="#br0" timeOffset="13368.07">24490 7545 1218 0,'0'-2'10'0,"-1"0"2"0,-7-18-3 15,1-12 7-15,1 4-1 0,-1 1 75 0,1 4 2 16,2 5 0-16,-1-1-4 0,3 8-24 0,0 2-17 15,2 1-3-15,0 3-7 0,0 3-25 0,0-2-1 16,0 1 10-16,0 1-3 0,0 0 24 0,0 2 11 16,0 0-14-16,0 2 12 0,0 1-20 0,2 7-12 15,2 17 6-15,-2 5-10 0,-2 0-7 0,0 1-2 0,0 0-3 16,0 5 2-16,1-1-5 0,3 2 1 0,0-4-1 16,-2-2 1-16,1 1-1 0,1-6-4 0,2 3 6 15,-3-3-3-15,1-6-2 0,-2 1 3 0,0-7-6 16,0 3 6-16,-2-6-5 0,0 2-3 0,-2 2 0 15,-2-3 0-15,-1-1 2 0,-3 0-1 0,3 2 4 0,-18-6-3 16,-1 3 9-16,2-5-3 0,-2-3-1 0,-4 1-2 16,-2-1 3-16,-1 15 2 0,-3-6 1 0,5-4 1 15,3-4 3-15,0-1-1 0,1 0 4 0,7-2-5 16,1-2-1-16,4 0 7 0,4 0-4 0,3 0 5 16,1 0-10-16,3 0 0 0,-2 0-1 0,0 0 1 15,3 0-3-15,-1 0 2 0,0 0-1 0,2 0 3 0,0-2-4 16,2 0 1-16,0 2 1 0,22-13 1 0,9-2 2 15,1 2 7-15,-1 2-5 0,0 0 6 0,1 2 5 16,-1-1-15-16,1 3 8 0,-5 1-11 0,-3 1-1 16,2-1 3-16,-2 3-1 0,-4 1 2 0,4 0 0 0,-5 0 1 15,-4 2 0-15,1-2 0 0,-1 2-7 0,-2 0 4 16,1 0 0-16,-3 0 3 0,0 0 2 0,0 0-2 16,-1 0-1-16,-1 0-1 0,0 0-1 0,-2 0 2 15,0 0-5-15,1 0 3 0,-3 0-7 0,-1 0 10 16,-1 0-3-16,-1 0 3 0,3-2-15 0,-3 2-3 15,-2 0 7-15,2 0-6 0,-1-2-13 0,1 1-78 16,0-1-4-16,-2 0-28 0,0 0-66 0,-1 0-180 16</inkml:trace>
  <inkml:trace contextRef="#ctx0" brushRef="#br0" timeOffset="14586.07">21072 8676 101 0,'0'0'-5'0,"-2"0"1"0,1 0-2 0,-3 0-4 16,-5-2 7-16,-1 2 30 0,5 0 46 0,-5 0-4 15,5 0 15-15,-1 0-2 0,4 0-32 0,-1 0 9 16,-1 0-19-16,2 0-19 0,0 0 40 0,0 0-15 16,2 0 27-16,2 0 10 0,0 0 29 0,48-13-8 0,17-6 8 15,11-3-38-15,6-6-13 0,3-3-4 0,4 29-5 16,7-30-20-16,17 1-13 0,15 1 1 0,11-2-6 16,2 3 0-16,-5 1-11 0,1 2 7 0,8 2-9 15,9 0-1-15,2-1 6 0,-6 3-9 0,-9 2 8 16,2-3-11-16,-6-1 8 0,-7-2 4 0,-13-3 1 0,-21-1 2 15,-15-2-7-15,-14 1 5 0,-13 7-3 0,-13-1 17 16,-14 3 10-16,-14 2 10 0,-9-2 1 0,7 1 26 16,-8-3-35-16,-5 5 4 0,-13-1-15 0,-18-2 3 0,-31 11-5 15,-12-4-2-15,-19 7-1 0,-9 6 2 0,-22-5-4 16,-6-30 5-16,-2 29-5 0,0 8-1 0,-3 6-1 16,-8 3-5-16,-4 6 4 0,-3 7-1 0,12 4 1 15,6 4 0-15,2 5-1 0,-7 1-8 0,1 1 1 16,12-33 2-16,13 38-1 0,14 1-4 0,8-2 5 15,7-2-5-15,6-2 4 0,6 2-2 0,12 0-9 16,12-4 8-16,14-1-8 0,15-1-6 0,14-3-4 16,-12-2 0-16,15-1 1 0,11-1 1 0,17-9 2 0,44-2-5 15,17 18 7-15,19-21 10 0,16-20-5 0,27-16 5 16,21-9-4-16,12-8 7 0,15 37-6 0,11-44 0 16,1-1-2-16,9 1 3 0,6 0 3 0,-7 1-5 0,-3-1 4 15,-5 0-1-15,-7-2 0 0,-16-2 5 0,-12 2-4 16,-16-4 2-16,-26 6 8 0,-15 3-8 0,-14 6 7 15,-14 6-8-15,-20 5 11 0,-17 5-2 0,-25 7 6 16,-14 1 14-16,-13 4-5 0,4-2 9 0,-8 0-9 16,-15-2-6-16,-66 4-8 0,-14 5-1 0,-22-31 0 15,-3 28 8-15,-14 11-5 0,-20 9 4 0,-5 7-3 16,-8 5 8-16,3 3-12 0,3 5 2 0,-4 6-6 16,0 0-4-16,11 2-11 0,11-33 0 0,15 40-5 15,6-1-15-15,16-6-53 0,15-7-39 0,24-5-15 16,23 3-224-16</inkml:trace>
  <inkml:trace contextRef="#ctx0" brushRef="#br0" timeOffset="15131.6">22652 9309 290 0,'-2'0'15'0,"1"0"-32"0,-3 0 17 0,-5 2-12 16,-6 1 7-16,-2 1 54 0,2 0 10 0,2 0 18 15,0-1 54-15,0 3-3 0,0-1 5 0,2-1-3 16,2 0 18-16,3-2-41 0,2 0-3 0,1-1-16 0,-1 1-33 16,2 0 3-16,0 2 7 0,0-2-1 0,2 0 27 15,0-1-11-15,2 1 2 0,2 0-8 0,20 6-28 16,13-3-26-16,4-5-6 0,-2-2-5 0,-2-1-10 0,-1-1-1 15,1 0-2-15,-6 0 0 0,1 3-13 0,-8 1-18 16,0 0-38-16,-3 0-1 0,-1 0-177 0,-1 1-176 16</inkml:trace>
  <inkml:trace contextRef="#ctx0" brushRef="#br0" timeOffset="15285.97">22760 9675 971 0,'-2'0'162'0,"0"0"347"0,-11-2-485 0,4 0-20 0,7 2 0 15,-2-2 0-15,3 2 48 0,-1 0 40 0,2-2-10 16,2 0 9-16,-1 1-67 0,7-1-12 0,16-8-3 16,6 1-1-16,-1 2-15 0,-1-1 2 0,2 1-8 15,-2-1 6-15,0-1-12 0,3 0-19 0,-1 1-44 0,0-1 0 16,1 2-211-16</inkml:trace>
  <inkml:trace contextRef="#ctx0" brushRef="#br0" timeOffset="15801">24095 9283 870 0,'0'0'100'16,"-2"0"-128"-16,0-2 114 0,0 0-61 0,1-2-10 0,-1 1 45 15,0-10-3-15,-2-4 18 0,2-1 5 0,0-3-20 16,1 1 1-16,-3-3-6 0,2 3 5 0,-2-2 1 15,2 1 2-15,1 3-2 0,-3-1 1 0,2 4-4 16,0 4 0-16,2 4-3 0,-2-3-12 0,2 5 5 16,-2-1-6-16,1 3 6 0,-1-1-9 0,0 0-12 15,0 2-1-15,0 0-5 0,0 2-15 0,0 0 4 16,2 2-6-16,-1 13 4 0,-3 19-8 0,0 3 0 0,4 2 8 16,0-2-6-16,0 2 5 0,0 2-7 0,2-1-2 15,0 1 0-15,0 0 3 0,0-4 2 0,-1-3-4 16,1-3 2-16,0 5-6 0,0-5 6 0,0-1-1 15,-2-4 2-15,0-4-5 0,0-3 1 0,-4-1-1 16,-1-1 1-16,-1 0-6 0,-1-4 9 0,-3 0-1 0,-3-4 4 16,-11-3-4-16,2-3 5 0,-2 1 0 0,0 0 2 15,3-2-8-15,3 11 9 0,-1-4-2 0,4-4 6 16,4-1-10-16,5-2 0 0,3-2 1 0,1 0-1 16,-2 2-5-16,0-2 3 0,3 0-8 0,-1 0 8 0,2 0-6 15,0 0 10-15,2 0-1 0,1 0 4 0,29-4-5 16,3-3 16-16,4-3-1 0,6-3 5 0,1-1-10 15,2-3-6-15,4-2 4 0,-1 4-4 0,-5 2-1 16,-3 2-3-16,-15 4-6 0,1-2 3 0,-3-1 2 16,-2 1-5-16,2 0 1 0,-11 1-6 0,0 1-8 0,0 1-46 15,-6 3-14-15,-3-1-15 0,1 0-70 0,-3 0-46 16,0 1-20-16,1-8-22 0,1-6-183 0</inkml:trace>
  <inkml:trace contextRef="#ctx0" brushRef="#br0" timeOffset="15957.83">24037 8986 1200 0,'-1'-2'125'0,"-1"0"-112"16,-2 0 131-16,-5-3-56 0,-2-1-52 0,5 2 39 0,2 3-16 16,1-1 22-16,1 0-23 0,0 0-2 0,2 0 2 15,2 0-6-15,0 2-15 0,44-18-23 0,10 7 1 16,-1 5-8-16,5 2-5 0,-8 2 2 0,-6 1-4 16,-3-1 1-16,-4 2-11 0,-2 0-6 0,-2 2-7 15,1 1-7-15,-3 3-98 0,-1-1-140 0,-3 5-49 0</inkml:trace>
  <inkml:trace contextRef="#ctx0" brushRef="#br0" timeOffset="16178.44">25131 9157 993 0,'0'0'120'0,"-2"0"-131"0,0 0 125 0,-1 0-58 16,-14 0-8-16,-2 0 70 0,-7 3-6 0,-5 3 20 0,-1 1-48 15,1 3-23-15,1 1-4 0,-2 2-6 0,5 2-11 16,-1 1-9-16,0-10 0 0,2 20-3 0,2 2-1 15,3 1 11-15,1 1-4 0,5 5 4 0,0-5-16 0,4 0 2 16,4 1-4-16,3-1 2 0,-15-2-10 0,8 0-12 16,7-4 5-16,4-5-7 0,2-3 5 0,4-3-12 15,1-2-2-15,8-3-3 0,17-3-6 0,5-3 4 16,6 22 0-16,1-14 2 0,6-8 6 0,-3-4-14 16,-5-6-19-16,1-1-2 0,-4-2-93 0,-7 2-60 15,1-3-16-15,-7 3-26 0,-2 0-168 0</inkml:trace>
  <inkml:trace contextRef="#ctx0" brushRef="#br0" timeOffset="16381.37">25322 9340 1000 0,'0'0'42'15,"0"0"81"-15,0 0-101 0,0 0 63 0,0 0-11 0,0 0 28 16,0 0-7-16,0 0-7 0,0 0 2 0,0 2-2 16,2 0 7-16,0 2-18 0,2 16-3 0,-1 16-6 15,-1 3-19-15,-2 0-13 0,-3 1-1 0,-1-1-7 16,-2-1-11-16,-1-1-12 0,1-2 3 0,1-3-6 15,-1-3-3-15,2-1-17 0,3-6-5 0,-1-3-5 16,2-2-33-16,0-6-117 0,2 0-12 0,-1-4-50 16,-1-5-174-16</inkml:trace>
  <inkml:trace contextRef="#ctx0" brushRef="#br0" timeOffset="16820.21">26414 8219 531 0,'0'-2'136'0,"0"0"-160"0,0-1 156 0,0-7-78 16,-2-8-3-16,0-1 42 0,2 2-10 0,-2-1 17 15,1 1-26-15,-3-1 0 0,0 1 0 0,0 4 0 16,-1 0-4-16,1 5-2 0,2 3-7 0,0 1 4 16,-1 0-10-16,-3 1 5 0,-9-5-2 0,-3 5 1 15,-1 4-18-15,1 9 0 0,-1 5 3 0,1 31-2 16,-3 4 3-16,6 6-12 0,-3 7-2 0,3 9-3 15,2 5-5-15,-2 8-2 0,2 0 0 0,2 3-1 0,0-1-5 16,3-9 5-16,3-2 1 0,3-4 1 0,-28-1 1 16,19-2 9-16,11 1-6 0,4-3 5 0,5-2-19 15,2-6 8-15,4-1-5 0,0-4 5 0,2-2-14 0,-3-8-3 16,3-3 2-16,-2-7-1 0,2-1-3 0,-1-1-7 16,-3-10-8-16,-11-2 2 0,17-1-11 0,-1-6-14 15,-1-4-3-15,0-5-8 0,1-2-49 0,1 11-117 16,1-4-10-16,4-3-48 0,10-6-161 0</inkml:trace>
  <inkml:trace contextRef="#ctx0" brushRef="#br0" timeOffset="17111.65">27123 8559 1270 0,'-2'-2'80'15,"1"-2"151"-15,-3-1-202 0,-2-8 22 0,-5 5 3 0,2 5 11 16,1-1 33-16,1 2-33 0,1-2-11 0,1 1-7 16,1 1-36-16,2 2 3 0,0 0 6 0,-1 2-3 15,-10 16 20-15,-2 19 5 0,6 8-2 0,7 1 2 16,2-1-7-16,2 3-2 0,1-5-1 0,3-1 0 16,-1 1-10-16,-1-4-2 0,0 0 1 0,0 0-4 0,-3-2-12 15,-1-3 1-15,0-3-9 0,0-1 5 0,0 0-9 16,-1-2-8-16,-1-6-6 0,0-2-3 0,0-3-41 15,2-8-90-15,0 2 1 0,0-5-38 0,0-2-65 16,0-3-184-16</inkml:trace>
  <inkml:trace contextRef="#ctx0" brushRef="#br0" timeOffset="17258.18">27255 8993 1454 0,'0'0'10'0,"0"0"0"0,2 0 36 15,2 0 16-15,16-2 8 0,4-1 75 0,17-3-55 16,2 1 4-16,-2 1-23 0,7 0-16 0,-2-1-7 15,-3-1-4-15,5 2-2 0,-5 1-20 0,-6-1-11 0,-2 2 1 16,-7 0-3-16,-4 2-3 0,-3 0-8 0,-4 0-7 16,-3 0 0-16,-1 0-11 0,-1 0-83 0,-3 0-3 15,-2 0-37-15,-3 0-113 0,0 0-261 0</inkml:trace>
  <inkml:trace contextRef="#ctx0" brushRef="#br0" timeOffset="17469.54">27639 8525 1307 0,'0'0'111'0,"0"0"-147"0,-1 0 121 0,1 0-68 16,0 2-26-16,0 0 77 0,0 0-8 0,0 2 32 15,0 12-5-15,1 10 0 0,5 6-6 0,1 3 1 0,1 6-27 16,-1 0-14-16,1 5-1 0,-3-3-4 0,-3-4-8 16,0 2-10-16,-2-6 2 0,0 2-6 0,-2-1-6 15,-2-3-8-15,-1 0-3 0,1-3-3 0,-1 0-30 0,1-6-78 16,2 2-53-16,0-6-22 0,2 1-305 0</inkml:trace>
  <inkml:trace contextRef="#ctx0" brushRef="#br0" timeOffset="18074.95">29294 7903 624 0,'0'-1'93'0,"-2"-1"-3"0,0-2 44 0,-2-2-13 16,1-12-10-16,-8-4-19 0,3-1-12 0,4 3 5 16,3-4-9-16,-1 1 4 0,-13-1-1 0,6 2 2 0,5 0-4 15,4-1-18-15,2 3-4 0,5-2-6 0,2 3 3 16,3 2-9-16,-7 3-6 0,21-1-5 0,6 4 1 15,1 3-15-15,6 4 0 0,2-18 1 0,-2 11-2 16,2 9-10-16,-8 4-3 0,-7 5-4 0,-7 5 2 16,-6-9 3-16,-6 29 12 0,-1 7-7 0,14 0 6 15,-12 5-8-15,-8 3-1 0,-13-1 1 0,-8-3-2 16,8 0 3-16,-26-4-6 0,-7-6 8 0,7 2-6 16,-2-9 11-16,8 0-7 0,1-3-2 0,4-7-1 15,2 3-1-15,2-4 1 0,4-4-1 0,3-2 0 0,2-1-3 16,8-3 1-16,-1-1-2 0,6 0 1 0,0-1-7 0,1 1 4 15,-1 2 1-15,2-5-1 0,0 3-5 0,2 0 8 16,1 0-2-16,14 7 2 0,15 2-7 0,5-4 7 16,4-5-3-16,7-2 4 0,2-2-3 0,6 0-2 15,-1 0 5-15,-1 0-3 0,-7-4 0 0,-1 0 0 16,-5 2 0-16,-10 0-1 0,5 1 2 0,-16 1-5 16,1 0-1-16,-5 0-2 0,-8 0-6 0,-3 0-23 15,1 0-11-15,-2 0-12 0,-3 0-112 0,3 1-111 16,0 1-35-16</inkml:trace>
  <inkml:trace contextRef="#ctx0" brushRef="#br0" timeOffset="18447.83">28685 8811 850 0,'-2'0'52'16,"0"0"-3"-16,-2-2 66 0,-5 1 2 0,-8-3 6 16,3 2 15-16,-1 0-39 0,2 0-2 0,3 2-14 0,3 0-27 15,3 0-26-15,2 0 1 0,-1 0-10 0,-1 0-8 16,2 0 22-16,0 0-11 0,2 0 14 0,2 0-18 16,4 0 6-16,38 4-2 0,14 0 2 0,11-4-3 15,7-2 11-15,7-4 3 0,10-3 3 0,2-2-3 0,5-2-17 16,8-2 4-16,3 0-7 0,6 0 7 0,4 0 0 15,-4 2-7-15,-10 4 5 0,-4 0-5 0,-11 0 5 16,-1 3 5-16,-2 0-1 0,-9 3 1 0,-2 1 0 16,-5 2-2-16,-10 0 2 0,-4 0-12 0,-10 0-1 15,-9 0-6-15,-8 0 5 0,-6 0-7 0,-6 0-6 16,-5 0 6-16,-4 0-6 0,0 0 3 0,-7 0-1 16,0 0-3-16,0 0 1 0,-1 0-17 0,1 0-37 0,-2 0-30 15,0 0-11-15,0 0-181 0,-2 0-369 0</inkml:trace>
  <inkml:trace contextRef="#ctx0" brushRef="#br0" timeOffset="18899.09">28999 9177 1346 0,'0'0'22'0,"0"0"1"0,0-2 23 0,0 0 10 15,0 1 3-15,0-1 71 0,0 0-38 0,0 0-3 16,0 0-20-16,0 0-70 0,0 0 17 0,0 2-12 16,0 0 17-16,0 2 7 0,0 0 8 0,0 35 4 15,-4 4 1-15,-2 5 19 0,1-1 0 0,-3 1-1 0,-1-3-4 16,0-2-27-16,-1 0-7 0,-1-4-3 0,4-4-2 15,-1-5-13-15,3-5 1 0,1 1-4 0,4-6 0 16,0-1-15-16,0-4-19 0,4 0 3 0,0-4-8 16,1 1-3-16,1-7-133 0,16 1-7 0,2-2-63 15,2 15-220-15</inkml:trace>
  <inkml:trace contextRef="#ctx0" brushRef="#br0" timeOffset="19476.15">29663 9285 1328 0,'-2'0'79'0,"1"0"7"0,-3-2-48 15,-20-2-9-15,-4 2-29 0,-6 2 39 0,7 6 28 16,1 3-4-16,1 2 7 0,3-9-33 0,4 28-10 16,1 3 0-16,8-1-4 0,-1-1-10 0,7-3-9 15,1 0 2-15,-15 2-4 0,10-6 7 0,5-2-8 16,2-3 4-16,4-6-4 0,3 2 14 0,0-4 2 15,10-4 1-15,13 1 1 0,1-6 5 0,3 16-1 0,-1-7-2 16,2-9 0-16,-1-4 2 0,-3-3-5 0,-1-6 0 16,-2-2-2-16,-8 1-4 0,-8 7-1 0,-1-16-2 15,-9-3 1-15,14-2-1 0,-5-2-7 0,-7-1 4 16,-4 1-5-16,-4-2 7 0,-3 6 0 0,-4 0-3 16,-4 2 2-16,6 7-4 0,1 4-4 0,5-2 2 0,-5 5-3 15,1-3 5-15,-3 5-7 0,7 1 5 0,-1-1-6 16,2 3-2-16,-2-5-1 0,4 1-7 0,0-1 6 15,4-1 3-15,0 0 5 0,29-2-3 0,-1 1 3 16,1 1 0-16,6 4-1 0,-3-1 4 0,1 4-3 16,-4-18 2-16,-3 10 5 0,0 9-3 0,-6 2 3 15,-2 7-6-15,-5 1 3 0,-2-3 8 0,-4 18-4 0,-2 4 6 16,-4-1 0-16,1 5 0 0,-2 0 1 0,-2 1 2 16,-1-5 4-16,16-2-5 0,-6-2 4 0,-3-2-13 0,-1 2 5 15,-1-5-5-15,-1-4 5 0,3 0-5 0,-5-8 3 16,3 1-3-16,13-3 2 0,7 12-5 0,7-4 8 15,4-6 0-15,0-7 3 0,2-3 7 0,4-7 2 16,-2-1-2-16,-4-6 2 0,-2-1 0 0,-5 14 4 16,-4-22-2-16,-2 4 1 0,-9 0-10 0,-6-3 2 15,-5-2-3-15,13-3 3 0,-10 0-4 0,-7 0-2 16,-7 1 6-16,-8 3-5 0,0 0 8 0,-33 4-13 16,-6 1-4-16,-4 6-3 0,-1 2-12 0,1 4-4 15,4 3-10-15,4-20 1 0,4 13-39 0,7 8-69 0,0 5-5 16,9 0-29-16,4 2-86 0,10 1-149 0,3 3-113 15</inkml:trace>
  <inkml:trace contextRef="#ctx0" brushRef="#br0" timeOffset="20132.66">30627 7435 684 0,'-2'-1'97'0,"0"-1"169"16,0 0-196-16,-1-2-5 0,-1 0 8 0,2 1-1 16,-5-7 37-16,-1-1-2 0,3 2-8 0,1 0 2 15,0 1-29-15,2 3-15 0,1-3-7 0,1 5-2 16,0-1-23-16,-2 0 1 0,2 1 1 0,0-1-2 16,0 2-3-16,2 0 7 0,1 0 0 0,8 2 2 15,17 6-1-15,4 7-10 0,1 5 3 0,4-1-5 0,4 24-1 16,0 11 0-16,5 2-8 0,3 5 6 0,-1 6-11 15,0 2 7-15,2 2 3 0,1 3 0 0,-5-5-4 16,0-4-5-16,-7 0 2 0,-7-5-1 0,1 1 13 0,-1 2-2 16,-2 4 0-16,-1 2 0 0,-5 4 5 15,-9-2 8-15,-2-1 1 0,-7 1 1 0,24-2 0 0,-17-2 1 16,-12-2 1-16,-6-4-1 0,-6-1 0 0,-8-2-13 16,-3-1 1-16,20-1-5 0,-33-2 5 0,-4 4-5 15,0-2 3-15,-8-8-4 0,5 0-2 0,-8-1-3 16,-6-12 1-16,9 6-2 0,-3-3-2 0,6-8-5 15,5 7-6-15,2-11 1 0,3-2-9 0,3-1-27 16,5-5-18-16,0-1-13 0,5-2-130 0,4 0-189 0,3-5-104 16</inkml:trace>
  <inkml:trace contextRef="#ctx0" brushRef="#br0" timeOffset="20727.11">22056 11173 1051 0,'-2'0'53'0,"-12"0"88"0,-12 0-69 0,7 0 29 15,-3 0-1-15,9 0 11 0,3 0 11 0,5 0-38 16,1 0-6-16,0-2-14 0,3 0-42 0,1 1 2 16,0-1 2-16,3 0-1 0,18-6-7 0,27-6-4 15,0 2-4-15,1 1 0 0,1 2-8 0,-6 0-2 16,3 1-6-16,-5 3 2 0,-3 1-8 0,-1 2-5 15,-5 0 3-15,-5 2-8 0,-4 0-42 0,-7 0-110 16,-4 2-4-16,-4 0-41 0,-5 0-78 0</inkml:trace>
  <inkml:trace contextRef="#ctx0" brushRef="#br0" timeOffset="22772.64">24463 10757 1486 0,'-2'0'28'0,"0"0"3"0,-2 0-17 0,0 0-1 16,-10 0-6-16,-3 4 67 0,-4 3 10 0,-1 4 5 0,2 2-6 15,-1-7-17-15,3 18-1 0,-1 4-1 0,3 2-1 16,1 1-13-16,0 1-7 0,9-2-9 0,3-1 1 16,-14-3-15-16,8 2-3 0,9-6 7 0,1-3-6 15,5-4 5-15,1-4-7 0,3 0 2 0,25-2-4 16,-3-1-2-16,7 14 0 0,-1-9-10 0,3-7 7 15,4-6-8-15,-4 0-3 0,-2-6 2 0,2-1-5 0,-4-4-10 16,-4-1-2-16,1-1-10 0,-5 2 3 0,-5-2-20 16,-1 0-87-16,-3-2 0 0,-5 14-41 0,-6-16-100 15</inkml:trace>
  <inkml:trace contextRef="#ctx0" brushRef="#br0" timeOffset="42115.59">22188 11494 145 0,'-2'0'0'0,"-1"-2"21"0,-18-3 197 15,3-1-73-15,3 3 12 0,0-1-99 0,-2-2 5 0,-1 1 1 16,5 1-3-16,-2 0 3 0,4 1-8 0,7 3-10 16,-5-4 13-16,1 2-12 0,6 2 12 0,-1 0-24 15,-1 0 1-15,0-2-7 0,2 2 9 0,-1-2-14 16,-1 0 3-16,2 1-5 0,0-1 17 0,0 2-9 15,0 0 4-15,2 0-6 0,0 0 4 0,2 0-4 16,0 0-3-16,7 0-1 0,17-2-5 0,13-2-4 0,-1 0 1 16,6-1-4-16,1-1-2 0,-4 1-4 0,1-1-3 15,-3 1-1-15,-2-3-5 0,-5 4 6 0,1 1-3 16,-1 1 2-16,-4 0-8 0,-2 2 4 0,-4 0 4 16,-5 0-1-16,1 0 1 0,-7 0-6 0,-3 0-6 15,-4 0 0-15,-1 0-2 0,-1 2-6 0,0 0-5 16,-2 0-1-16,0-1-14 0,-2 3 11 0,-5 2 6 0,-25-1 0 15,1 6 4-15,-3-1 5 0,-3 1-5 0,0-2 7 16,-2 0 9-16,0-1-3 0,-4 1 7 0,-1-1-4 16,-1-3 7-16,1 1 3 0,5-1-3 0,1-3 4 15,3 0 11-15,2 18-4 0,5-8-1 0,7-7-2 16,10-3-3-16,9-2 7 0,1 0-7 0,-3 2 4 0,0-2-20 16,2 0 31-16,2 0-5 0,2 0 14 0,0 0-8 15,15 0-13-15,12 0 9 0,12-4-12 0,4-1 3 16,3-3-10-16,-1-1-3 0,-7 1-1 0,1 1-8 15,-4 0-13-15,-3 1-11 0,-3 2-10 0,-1 1-128 16</inkml:trace>
  <inkml:trace contextRef="#ctx0" brushRef="#br0" timeOffset="42943.03">24141 10978 279 0,'0'-2'7'0,"0"0"36"0,0-1-39 0,2-12 30 15,2-2-1-15,0 2 9 0,-1-1 8 0,1 1-6 0,0 2 9 16,0-2-7-16,-1 4 29 0,1 0-6 0,0-1 8 16,-2 5-9-16,-1 0-8 0,1 1 9 0,-2 2-12 15,0 1 11-15,0 1-19 0,2-2-11 0,-2 0-10 16,0 2 0-16,0 1-22 0,-2-1 9 0,0 2 4 0,-1 0-2 15,-12 5-3-15,-6 8-3 0,-1 2-2 0,-2 22 2 16,0 0 1-16,2 4-5 0,1-5-2 0,4 3 0 16,3-4-3-16,6 0 3 0,3 2-3 0,3-1 3 15,-19-3-2-15,10-2-7 0,6-1 4 0,5-6-4 16,1 2 15-16,5-5 4 0,1-3 4 0,5 1 0 16,-3-2 20-16,17-1-10 0,5-3 2 0,3-3-6 15,3-3-2-15,8-3-2 0,-5-2-1 0,5 22 0 16,0-13-1-16,-1-7-6 0,2-6 8 0,1-4-8 0,-4-3-1 15,-4-2 0-15,-2-4-5 0,-4 0 4 0,-3 0-1 16,-4 0-1-16,-2 13 0 0,-5-25 0 0,-3-5 8 16,-1 0 8-16,-2 1-8 0,-4-1 5 0,-3-7-19 0,-2-3 10 15,20-1 2-15,-13-3-1 0,-7 1-7 0,-4 2-7 16,-6-1 2-16,-3 3-1 0,-2 4 11 0,-2 3-3 16,-2 3 5-16,0 5-4 0,9 2 2 0,-23 7-4 15,-3 2-3-15,1 6 1 0,-8 1 0 0,3 6-7 16,-6-22 1-16,-7 13-2 0,7 9 5 0,-8 4-7 15,5 6 4-15,6 5-6 0,-7 3 9 0,10 3-4 16,5-1-3-16,5-6-1 0,7 15 1 0,6 3 2 0,2 2 2 16,5 3-2-16,5-2-6 0,-18-1 4 0,10 0 0 15,7-3 1-15,4 1-3 0,5 0 1 0,4-2 0 16,2-6 2-16,-9 4 5 0,22-6-8 0,0-3 1 16,4 2-5-16,-1-7-12 0,1 0-6 0,5-1-16 0,-5-9 3 15,0-1-60-15,1 18-14 0,1-8-2 0,-1-7-7 16,1-4-43-16,-2-2-99 0</inkml:trace>
  <inkml:trace contextRef="#ctx0" brushRef="#br0" timeOffset="43754.58">24645 10581 278 0,'0'-2'188'0,"0"0"-177"0,0-15 210 16,-2-7-92-16,-2 4-52 0,2 7 3 0,0 4-5 16,0-3 7-16,1 7 2 0,-1-3-37 0,2 7 6 0,-2-3-16 15,-2 2 4-15,-7-2-14 0,-13 4 2 0,-2 8-4 16,-2 8 8-16,-9-3-4 0,-2 24-3 0,-4 1-1 16,-5 1-8-16,2 5 5 0,-1 1 2 0,-1 1-1 15,1 1-1-15,7 6-1 0,-1-4-2 0,5 1 0 16,3-2-3-16,1-7 5 0,5 4 1 0,1-10 0 15,3 4-4-15,5-6 5 0,1-9 1 0,8 4 4 16,1-7 3-16,5-3-25 0,-12 3 2 0,7-8-7 16,3 1 14-16,3-1-3 0,2-3 6 0,2-1-3 0,0-3 15 15,1-1 0-15,20 1-1 0,10-4 1 0,4 20-4 16,6-9-11-16,7-8 4 0,4-5-6 0,5-1 3 0,8-5-3 16,-2-1-2-16,0-3 1 0,0-3-2 0,-4 2-3 15,-1-4-1-15,-5 0-1 0,-1 1-6 0,-9 2 4 16,-2 3-2-16,-8 2 4 0,-5-1-8 0,-6 3-3 15,-4-1-2-15,-7 2-3 0,-4 1-24 0,-3 1-42 16,-2-2-3-16,-1 0-13 0,5-7-12 0,-3-5 18 16,-3-3 2-16,-4-5 6 0,-3 0 14 0,-8-10 9 15,-4 1 6-15,-1-2 0 0,-3-1 15 0,17 1 9 16,-18 0 0-16,-2 0 4 0,0-1-2 0,2 1 20 0,-1 2-5 16,5-1 11-16,-5 1 7 0,7 3-2 0,-1 2 5 15,2 4-2-15,0 4 21 0,2 1 8 0,2 4 2 16,0 2 2-16,5 6 22 0,3 3 0 0,1 0 4 15,-2 2-7-15,4 1-26 0,-4-3-25 0,1 0 6 16,-1 2-9-16,2 0 25 0,0 2-14 0,0 2 4 0,1 0-7 16,-5 11 5-16,-7 24-10 0,4 4 0 0,3 6-4 15,1 3-11-15,-1 7 5 0,0 6-1 0,3 4 5 16,1 6-1-16,0-3 4 0,-2-3-4 0,1-4 3 16,-3-7-3-16,2-4 9 0,4 0-3 0,0-4 3 15,2-1-9-15,2-1-1 0,1 0 1 0,1-3-1 16,0 0 5-16,1-6-8 0,2 0 0 0,1-3-4 0,1-3 1 15,0-1-2-15,0-6-4 0,0-6-1 0,-2-5-31 16,-3-5-78-16,1-3-3 0,6 5-31 0,2-5-68 16,2-3-217-16</inkml:trace>
  <inkml:trace contextRef="#ctx0" brushRef="#br0" timeOffset="43910.29">25096 11223 1282 0,'0'0'153'0,"0"-2"14"0,-2 0-69 16,0 1-32-16,0-1-50 0,0 0-19 0,0 0 10 0,-1 0-6 16,-1 0 9-16,0 2-11 0,1 0-3 0,-1 0 3 15,2 0-4-15,0 0-6 0,0 2 1 0,0 0-7 16,1 0 0-16,-1 0-53 0,2 0-84 0,0 1-14 16,0-1-32-16,0 0-144 0</inkml:trace>
  <inkml:trace contextRef="#ctx0" brushRef="#br0" timeOffset="44360.31">25343 10999 1369 0,'-2'-2'73'0,"0"0"-10"16,-5-4-26-16,-12-3 20 0,6-6-48 0,4 4 8 16,3 4 13-16,1-3-9 0,-3 1 6 0,3 0-24 15,-1-2 11-15,4-1 0 0,2-1 4 0,6 0 9 16,-3-1 15-16,29-1-11 0,0 2 9 0,1 2-28 0,-3 3 1 15,-1 6-4-15,-3-14 1 0,-3 6-11 0,-5 7 1 16,1 3 3-16,-2 1-2 0,-3 5 3 0,-4 0-2 16,-1 7-2-16,-7 18 0 0,20 6-4 0,-11 8 5 15,-9 1-1-15,-4 8 2 0,-7 0-2 0,-6 0-1 16,-3 3 6-16,-3-7-4 0,1-3 1 0,-3-3 6 16,3-5-5-16,0-1 7 0,1-5-7 0,4-1 1 15,2-6-4-15,4-4 1 0,1 0-5 0,5-3 4 16,1-3 2-16,2-4 0 0,0-3 2 0,0 0 5 0,2-1-4 15,0-5 6-15,-1 1 9 0,9 3 5 0,8 5 6 16,-1-7-2-16,2-1 8 0,-3-4-10 0,3 0 4 16,-6-2-6-16,0-2 1 0,-4 1 1 0,-3-1-10 15,-4-4 7-15,12-12-18 0,-4-2 0 0,-7-2 1 0,-3-2-2 16,-5-2-7-16,-8 2 1 0,-6-2 1 0,4 2 1 16,-22 2-3-16,0 3-5 0,-2 3-2 0,4 5 1 15,0 0-5-15,-3-2-13 0,3 4-2 0,4-2-7 16,6 3-40-16,7-3-31 0,7 2-5 0,1 4-9 15,7-2-24-15,1 1-57 0,-4-1-6 0,1-8-19 16,7-1-46-16</inkml:trace>
  <inkml:trace contextRef="#ctx0" brushRef="#br0" timeOffset="44552.08">25632 10841 257 0,'2'-2'86'0,"0"2"143"0,22-8-128 16,-5 3 7-16,-1-1 4 0,-1 3 1 0,-2 1 13 0,-4 0-20 15,4 0 1-15,-4 0-7 0,-2 2-12 0,-3 0-2 16,1 0-1-16,3 0-1 0,1 0-9 0,0 0-20 15,2 0-3-15,-2 2-5 0,0 2-15 0,4 3 2 16,-6-1-6-16,8-1 2 0,0 19-20 0,-1 6-6 16,1 2 4-16,-4-1-5 0,2 6 4 0,-4-1 0 15,2-1-5-15,-5 6 3 0,-3-4-10 0,-1 2 1 16,16-6-3-16,-7 3 2 0,-5-7-12 0,-6 1-41 16,-2-4-6-16,-2-6-16 0,-2 1-54 0,0-6-44 0,1-2-7 15,1-6-18-15,0-3-91 0</inkml:trace>
  <inkml:trace contextRef="#ctx0" brushRef="#br0" timeOffset="44984.59">25692 11251 1380 0,'0'0'79'0,"-2"0"1"0,0-2-25 0,0 0-6 0,0 0-31 16,0 1-1-16,2-1 21 0,0 0-5 0,2 0 9 16,9-4-13-16,30-10-10 0,-2-1-3 0,11-2-2 15,-1 1-14-15,5-2 0 0,-1 1-5 0,-4 0 4 16,-3 1-7-16,-3 1 1 0,1-1-2 0,1-1 0 0,1 0-13 15,-1-1-8-15,3-2 0 0,-1-1-1 0,5-1-2 16,-2 2 10-16,-6 2 0 0,-3 1 4 0,-9 4 2 16,-1 0 15-16,-7 4-3 0,-5 2 6 0,-6 1 1 0,-11 8 9 15,2-3-1-15,-1-1 3 0,-1 0-1 0,0 1-1 16,-2 1 6-16,-2 0-4 0,-2 0 13 0,-22-7 3 16,-3 3-2-16,-7 4 3 0,1 2 4 0,2 4-4 15,1 0-2-15,8 1-1 0,7 1-4 0,6-2-18 16,2 1 9-16,7-5-11 0,-9 17 12 0,2 3-6 15,3 3 7-15,4 3-5 0,2-2 9 0,6 2-2 16,5 2-1-16,4-1 3 0,-10 1 15 0,23-2-3 16,4 2 4-16,-8-6-5 0,4 3 1 0,0-1-1 0,-2-4-6 15,-6 0 1-15,0 1-16 0,-5-4-3 0,0-1 5 16,-4 5-5-16,-9-8 7 0,9 2-1 0,-7-4-3 16,-2 4 0-16,-4-2-8 0,-7 0 5 0,-12 1-5 0,-31-2 4 15,6 2-16-15,-2-2 6 0,-3-1-9 16,11-4 5-16,1-1-35 0,5 14-27 0,3-9-9 0,1-5-8 15,6-4-41-15,7-2-18 0,6-2-22 0,4 0-8 16,5 2-152-16</inkml:trace>
  <inkml:trace contextRef="#ctx0" brushRef="#br0" timeOffset="45156.17">26793 10776 1305 0,'-2'-2'286'0,"0"0"64"15,2 0-158-15,-7-16-140 0,3 6-39 0,2 7-41 0,2-1 10 16,0-1-3-16,4-1 7 0,0-1 5 0,23-4-15 16,-2 2-17-16,-1-2-2 0,-2 0-82 0,0-2-51 15,0 2-11-15,-1-2-18 0,3 2-79 0</inkml:trace>
  <inkml:trace contextRef="#ctx0" brushRef="#br0" timeOffset="45467.67">27851 10111 1305 0,'-2'-2'50'0,"0"0"-4"0,-1-1-19 0,-1 1 12 16,-11-9-33-16,0 3 2 0,-1 1-5 0,1 3-2 0,0 4 0 15,-4 0-4-15,4 4 3 0,-1 1 6 0,1 5-1 16,-2 1 12-16,-1 20 21 0,-3 3-4 0,1 1 10 15,-1 6-1-15,1 5 9 0,-1 6-11 0,-1 2 8 16,2 4-27-16,3 5-3 0,-1 2 0 0,-1 9-2 16,6 4-8-16,-4 6-3 0,12 5 1 0,3-4-1 15,-2-1 4-15,-26-8 17 0,23-9 0 0,9-4 5 0,9-4 3 16,8-5-8-16,5-2 2 0,-15-4-5 0,30 1-12 16,2-1-2-16,5-4-7 0,4 3 3 0,2-1-13 0,2-5 0 15,4 2 0-15,5-8-2 0,0-5-27 0,6-6-120 16,3-6-14-16,-1-5-48 0,3-7-173 0</inkml:trace>
  <inkml:trace contextRef="#ctx0" brushRef="#br0" timeOffset="45822.46">28494 10668 1372 0,'0'0'59'0,"-2"0"-6"15,0-2-25-15,0 0 8 0,0 2-34 0,0 0 16 16,0 2 13-16,1 0 5 0,-7 15-1 0,-3 20-4 16,2 4 12-16,3 3-7 0,2 1 7 0,3 1-16 15,1-3-9-15,1 2 0 0,3-6-5 0,2-2-8 0,1 0-1 16,-1-11-1-16,-1 4 0 0,1-8 4 0,-1-2-9 16,1-1 4-16,-2-6-6 0,-1-2-7 0,-1-2-18 15,0-3-20-15,-2-4 0 0,0-1-80 0,2 3-67 16,2 0-26-16,-1-2-26 0,7 0-204 0</inkml:trace>
  <inkml:trace contextRef="#ctx0" brushRef="#br0" timeOffset="46013.66">28681 10948 1248 0,'0'0'130'0,"0"0"4"0,0 0-63 0,0 0-15 0,0 0-53 15,0 0 11-15,2-1 40 0,0-1 1 16,16-2 9-16,18-2-21 0,10 1-15 0,-1-1 1 0,1-1-6 15,4 1-9-15,-5-1-8 0,1-1-8 0,-9 3 1 16,-3-1-11-16,-3 3-1 0,-1-1-3 0,-2 0-8 16,-6 2-72-16,-7 0-53 0,0 1-9 0,-6-1-17 15,0 0-65-15</inkml:trace>
  <inkml:trace contextRef="#ctx0" brushRef="#br0" timeOffset="46219.51">29045 10577 1544 0,'-2'0'35'0,"0"0"5"0,0 0-7 16,1 0-19-16,-3 0-1 0,2 0-12 0,0 0 15 15,-2 2 1-15,3 2 4 0,-16 23 0 0,4 5-2 16,5 3-9-16,5 4 4 0,-1 2-11 0,4 2 0 16,0 3 1-16,4 1-1 0,-1 5-3 0,5-2-4 15,-1-2 4-15,1 0-3 0,-3-9 1 0,1-1-24 16,1-1-5-16,1-6-15 0,3 1-103 0,0-10-94 15,0-5-68-15</inkml:trace>
  <inkml:trace contextRef="#ctx0" brushRef="#br0" timeOffset="46634.53">29901 10683 1315 0,'-2'-2'21'16,"0"0"3"-16,0 0-9 0,-1 0 1 0,-1 1-8 0,2 1 9 15,-3-4-17-15,-3 0 3 0,1 2-6 0,-4 0 9 16,-4 2 17-16,-4 2 8 0,1 4 5 0,-5 5 31 16,5 2-1-16,-3 0-13 0,1 17 6 0,1-1-35 0,3 1-10 15,1 2 5-15,7 5-7 0,6-6-4 0,-18 3-6 16,9 1-2-16,7-5 0 0,4 0 3 0,4-4 11 15,1-6 2-15,5 0 2 0,3-1-5 0,-4-6 8 16,19-2-10-16,0-9 10 0,5 18-5 0,2-8-4 16,3-11 6-16,2-2-6 0,3-9 0 0,-4-3-4 15,-5-3 2-15,-1 12-1 0,-5-26 3 0,-4-1-5 16,-6-1 0-16,-3-1-1 0,-2-3-2 0,-7 1 1 16,-1 2 4-16,16-1-2 0,-10 4 3 0,-7 3 8 0,-4 1-9 15,-4 5 9-15,-5 1-7 0,-2 3-8 0,-10 4 8 16,-12 2-8-16,-1 2 0 0,-1 5-2 0,-2 0-4 15,4-16 2-15,-3 7 1 0,5 7-12 0,5 4 9 16,2 2-11-16,1 0 5 0,8 2-8 0,2 0-2 0,6 0-3 16,1 0-10-16,3 0-73 0,-1 1 8 0,2 1-31 15,0 9-16-15,2 0-64 0,4-2-29 0</inkml:trace>
  <inkml:trace contextRef="#ctx0" brushRef="#br0" timeOffset="46838.5">30404 10820 1804 0,'-2'0'40'0,"0"0"3"15,1 0-26-15,-1 0-1 0,-2 0-16 0,0 0 20 0,-5 4 1 16,7-4 0-16,-5 4 1 0,-1-1 0 0,3 1-3 16,-6 4-5-16,9-8-1 0,0 3-22 0,0 5 6 15,-2-3-4-15,1 1 5 0,1-2 1 0,0-1-20 16,2-1 8-16,-2 2-16 0,0 0-20 0,2-1-112 15,0-1-19-15,2 0-43 0,7 0-174 0</inkml:trace>
  <inkml:trace contextRef="#ctx0" brushRef="#br0" timeOffset="47186.37">30892 10581 1444 0,'-1'-2'102'0,"-1"0"-128"0,0 0 111 0,0 0-60 16,-2 0-28-16,2 2 1 0,-5-3 0 0,-2 1 0 16,-1 2 2-16,-1 0-3 0,0 2 3 0,0 3-1 15,-2 3 15-15,-2-1 15 0,4 15-1 0,-2 1 4 16,2 3-13-16,5-2-5 0,3 2 0 0,-14 0-1 16,6-2 3-16,5 0-3 0,6 0 6 0,0-3-4 15,4-3 3-15,1-1 16 0,3-2-10 0,-3-6 12 0,5 0-17 16,12-5 6-16,4-2 5 0,2 17 0 0,2-10 6 15,-3-5 4-15,5-4-6 0,1-8 6 0,1-3 7 0,-4-2-19 16,-1-2 9-16,-8 2-13 0,-5 9-2 0,-1-16-6 16,-11 0-5-16,11-3 1 0,-4-1-7 0,-4-2-1 15,-3 2 2-15,-4 0-2 0,-5 0-1 0,-7 1-16 16,11 1-4-16,-33 0-6 0,-3 3-33 0,0 3-48 16,-2 1-10-16,2 2-16 0,0 3-63 0,5 9-101 15,0-5-43-15</inkml:trace>
  <inkml:trace contextRef="#ctx0" brushRef="#br0" timeOffset="47526.96">31247 10518 1384 0,'0'-2'150'0,"0"-2"325"15,0-3-478-15,2-3-9 0,2 3-3 0,1 0 3 16,16 1 19-16,14-1-4 0,-2-3-2 0,-5 3-1 15,-2-1-5-15,-11 5 8 0,-4 1-1 0,-3-4 3 16,-5 4-14-16,-1 2 8 0,2 0-1 0,0 0 4 16,-3 2 4-16,1 2-6 0,-2 22 0 0,-9 9-2 0,-10-1-1 15,3 1 3-15,-21 0 5 0,9-1 0 0,-2-3 9 16,4-5-5-16,2-2-2 0,0-1 1 0,7-5 3 16,8-1 6-16,-4-2-1 0,7-2 3 0,1-4 9 0,-3 0-2 15,5-1 3-15,-1 1-4 0,2 0 4 0,2-1-3 16,0-5 0-16,0 1-3 0,0-2-10 0,32 0 4 15,5 20 0-15,4-9-1 0,1-7-12 0,5-6-2 16,1-2 0-16,2-4 0 0,-2-1 0 0,-1-1-7 16,-3 1-5-16,-3-2-3 0,-4-1-45 0,-3 1-75 15,-1-2-5-15,-5 0-25 0,-4 0-42 0,-2 0-130 16,-3-1-55-16</inkml:trace>
  <inkml:trace contextRef="#ctx0" brushRef="#br0" timeOffset="47880.69">31739 10026 1511 0,'-2'-2'96'0,"0"-2"-103"0,-5-15 102 0,0 1-49 16,1 5-38-16,2 5-7 0,1 1 4 0,3 5-5 15,-2-2 1-15,2 3 8 0,-2-3-4 0,0 0 7 16,2 0 10-16,0 1 20 0,0 1-3 0,2 0 9 15,0 0 7-15,1 0-18 0,18 2 8 0,16 4-14 0,6 7-13 16,5 6-11-16,2 5-5 0,6-18 1 0,3 33 2 16,1 4-5-16,-3 3 4 0,-5 3-4 0,-5 1 0 15,-3 10 1-15,-3-3 0 0,-2 5 0 0,-4-4-1 16,-3-6 0-16,-6 3 1 0,-4-6 1 0,-7 3 2 0,-6-4 3 16,-1 6 1-16,16-5 1 0,-11 3-2 0,-13 0 6 15,-6-3-6-15,-9-1 6 0,-3-7 0 0,9 0 11 16,-30-4-3-16,-4-3 6 0,-2 3 2 0,-5-5-3 15,-4-6 8-15,-1 0-8 0,-5-4 1 0,4-5-4 16,-3 2-4-16,5-6 1 0,-1-2-15 0,4 3-2 16,9-3-1-16,3 0-1 0,5 0-6 0,6 1-33 15,4 1-40-15,4 0-6 0,3 2-208 0</inkml:trace>
  <inkml:trace contextRef="#ctx0" brushRef="#br0" timeOffset="53860.04">22728 12931 244 0,'-1'0'0'0,"-1"-1"119"0,-6-1 18 16,-16-8 16-16,4 3 7 0,3 1-90 16,2 1-5-16,0-1 23 0,4 3 9 0,2-1-8 0,1 2-29 15,5 2-18-15,-1 0-9 0,2 0 2 0,-2-2-15 0,1 0-16 16,1 0 4-16,0 1-8 0,0-1 8 16,2 0 8-16,2 0-4 0,0 0 4 0,11-3-11 0,22-8-4 15,0 5 2-15,4 4-3 0,6 3 0 0,0 1 2 16,-1 0-9-16,1 1 7 0,-4 1-16 0,-6 2-18 15,2 2-1-15,-4 1-10 0,-5-1-37 0,-2-1-193 16,-2 1-41-16</inkml:trace>
  <inkml:trace contextRef="#ctx0" brushRef="#br0" timeOffset="54000.35">22875 13119 727 0,'-2'0'151'0,"-3"0"-124"0,-31 0 156 15,9 0-62-15,6 0-61 0,3 0 2 0,5 0 2 16,7 0-3-16,0 0-32 0,3 0-30 0,1 0 4 0,0 0-7 15,2 0 15-15,4-2-17 0,20-7-6 0,24-8-4 16,0 0-27-16,3 1-17 0,2-1-4 0,-6 2-12 16,1-2-94-16</inkml:trace>
  <inkml:trace contextRef="#ctx0" brushRef="#br0" timeOffset="54350.08">24671 12306 1095 0,'0'0'28'0,"-2"-2"59"0,0 0-87 0,0 0 11 15,0 0 0-15,-2 0 6 0,1 2-4 16,-8 0-8-16,-6 2-1 0,-4 4-2 0,-3 5 2 0,-2 4 11 16,-3-8-4-16,-9 23 5 0,-1 0-11 0,-5 3 14 15,-1 2 2-15,-3 6 4 0,-2 0 11 0,-4-4-2 16,0 2-4-16,8-4 3 0,1-5 7 0,14 4-14 15,3-10 8-15,7-8-12 0,7 5-7 0,4-6-19 16,7-2 2-16,-7 0-8 0,5-4 8 0,1 0 2 0,2 1 0 16,2-3 5-16,0-5 21 0,4 2-9 0,18 10 8 15,15 1-8-15,6-5 4 0,7-7-3 0,4-3-1 16,9 0 1-16,0-3 11 0,0-5-5 0,-3-1 0 16,-6-2-5-16,1-2-15 0,-6 3 3 0,-3 1-7 0,-5 0 4 15,-4 0-14-15,-5 3 4 0,-1-1-6 0,-3 1 4 16,-2 0-18-16,-4 1-9 0,-1-3-1 0,-5 3-3 15,-3-1-4-15,-7 4-40 0,0-1-17 0,-5 3-15 16,3-6-107-16,9-12-61 0</inkml:trace>
  <inkml:trace contextRef="#ctx0" brushRef="#br0" timeOffset="54610.32">24622 12402 876 0,'0'0'123'0,"-2"-2"3"0,1 1-22 16,-1-1-18-16,0 0-35 0,0 0-5 0,0 0-22 15,0 0 7-15,0 0-13 0,1 1-6 0,-1-1 8 16,2 0-6-16,0 2 9 0,0 2 2 0,0 0 12 16,-2 9-2-16,0 24 3 0,-2 2-2 0,2 8-12 15,-1 7 4-15,1 1-8 0,0 5-1 0,2-6-8 16,0-4-6-16,0-1-1 0,4-3-6 0,1-5 6 16,3-2-3-16,-1-7 4 0,1-4-3 0,1-2 3 15,0-3 1-15,0-3-2 0,1-1-4 0,-1-4-13 16,0 0-6-16,-5-4-4 0,11-1-30 0,0-3-26 0,0-3 0 15,-1 9-15-15,1-3-62 0,2-3-108 0,2-3-18 16</inkml:trace>
  <inkml:trace contextRef="#ctx0" brushRef="#br0" timeOffset="54764.55">25274 12892 844 0,'0'0'120'0,"0"-1"241"15,0-1-328-15,0 0 10 0,0 0-3 0,0 0 9 16,0 0 9-16,-2 0-32 0,0 1 2 0,0 1-12 15,1 0-11-15,-1 0 0 0,0 0-2 0,-2 0 0 16,0 0-11-16,1 0-22 0,-1 1-7 0,2 1-6 0,0 0-30 16,2 0-46-16,0 0-31 0,2 0-14 0,2-2-177 15</inkml:trace>
  <inkml:trace contextRef="#ctx0" brushRef="#br0" timeOffset="55242.45">26186 12740 424 0,'0'-2'286'0,"0"0"-359"16,0-1 322-16,0 1-172 0,0-13-62 0,0-2 15 16,0 1-1-16,2-7 3 0,-1 1-15 0,1-4-9 15,0 2 7-15,0 0-4 0,0 1 33 0,0 1-5 16,-2 0 1-16,0 0-3 0,0-1 2 0,-2-3-6 0,-2 8 2 16,0 1-4-16,1 0-5 0,-1 6 20 0,0 2-10 15,1 3 12-15,-1 1-13 0,-4 3-16 0,-8-9 10 16,-5 0-13-16,-5 3 6 0,-3 5-14 0,-7 4 4 15,-5 9-7-15,1 5 5 0,1 5 1 0,-6-9 0 0,6 28 1 16,-4 2-6-16,4 2 15 0,6 1-7 0,5-3 10 16,9 2-22-16,5-8-1 0,4-3 0 0,7-1 1 15,-16-1-2-15,10-4 1 0,5-2-3 0,4-5 4 16,2-5 6-16,2-4 2 0,3-1 2 0,12-7-1 16,12 16-2-16,10-6-3 0,2-12 0 0,5-8-2 15,0-7-4-15,1-7 3 0,-1-2-3 0,-5 20 2 16,-3-27 6-16,-8 1-4 0,-6 2 1 0,-2-4-2 0,-2 6-4 15,-3-1 2-15,0 1 0 0,-3 1 3 0,-3 5 6 16,-3 3-9-16,-1 4 10 0,-5 4-9 0,-1 5 23 16,-3 2-3-16,0 1-5 0,4-3 1 0,0 0-23 0,-2 2 4 15,-1 0-1-15,1 2 2 0,-2 2 5 0,0 6 4 16,-3 31 4-16,-7 2-2 0,-1 1-2 0,0 5 6 16,2-1-10-16,1-1 8 0,1-1-10 0,3-3-2 15,2 0 2-15,2-6-3 0,0-1 0 0,2-6 7 16,2-2-1-16,0-6 4 0,1-1-3 0,1-7-10 15,-1 1-5-15,1-3-2 0,-1-3-19 0,-1-3-15 16,9 5-5-16,2-1-5 0,0-3-27 0,0-3-33 16,-2-2-11-16,1-4-15 0,3-3-93 0,0-4-83 0</inkml:trace>
  <inkml:trace contextRef="#ctx0" brushRef="#br0" timeOffset="55541.53">26694 12395 1110 0,'-1'0'115'16,"-1"0"4"-16,-8-2-42 0,-8-4-12 0,3 5-44 16,0-1-21-16,0 2 13 0,4 0-11 0,6 0 11 15,1 0-21-15,0 0 7 0,0 2 3 0,3-1 3 16,-1 1 17-16,2 0 8 0,0 2 2 0,0 0 3 0,2-1 14 16,-1-3-3-16,24 6 4 0,1 3-4 0,3 2-6 15,-3 2-26-15,-2 6 0 0,-3 3-9 0,-4 4 0 16,-4 7 6-16,1 1-4 0,-4 3 4 0,-3 2-4 15,14-4 7-15,-7 8-1 0,-6-6 2 0,-6 0-1 0,-2 0-7 16,-4-7 6-16,-2 0-6 0,1-2 11 0,-3-4-22 16,-1-2 1-16,0-3-12 0,0-3-23 0,-1-1-40 15,3-2-27-15,-1-2-10 0,3-3-149 0,3-4-181 16</inkml:trace>
  <inkml:trace contextRef="#ctx0" brushRef="#br0" timeOffset="55680.5">26700 12879 1349 0,'0'0'125'0,"0"0"2"0,-2-1-51 0,0-1-11 16,0-2-52-16,1 0-13 0,-1 1 3 0,2-3-6 15,0-5 4-15,3-4-1 0,5 0-9 0,5-3 1 16,-2-1-7-16,15-1-17 0,0-1-8 0,2 4 2 16,-2-3-5-16,4 5-7 0,-3-3-26 0,5 3-2 0,-2 0-15 15,-3 4-82-15,1 1-68 0,-2 1 0 0</inkml:trace>
  <inkml:trace contextRef="#ctx0" brushRef="#br0" timeOffset="55978.43">27196 12556 264 0,'0'0'115'0,"0"0"-56"0,0 0 126 0,0 0-36 16,-2 0-22-16,0 0-22 0,0 0-5 0,0 0-4 0,0 0-14 15,1 0-7-15,-1-2-3 0,2 1 0 0,0-1-10 16,0 0-7-16,0 0 4 0,2-2-4 0,-2 2 14 16,9-11-27-16,6 2-3 0,11 6-10 0,3 1-31 0,-1-15 2 15,-7 10 0-15,-6 5 0 0,-2 4 3 0,0 0-8 16,-4 2 4-16,0 4-6 0,-1 1 7 0,-3 23 5 15,-1 2 0-15,14 1 3 0,-8 2-2 0,-10 1 0 16,-6 1 5-16,-3-2-4 0,-4-2 3 0,-2-3-4 16,0-4-5-16,11-2 3 0,-16-5-2 0,11-4 0 15,1 1 2-15,1-8-2 0,3-1-6 0,2-3 2 16,-1 2-2-16,1-3 4 0,0 1 2 0,2-2-1 16,0 2 2-16,2-1-2 0,0 1 1 0,16 3-12 15,17-3-4-15,8-6-4 0,2-5-16 0,-4-4-11 0,1-4-8 16,-7-2-2-16,-1-1-34 0,-6 1-91 0,-2 15-14 15,-4-17-38-15,0 3-143 0</inkml:trace>
  <inkml:trace contextRef="#ctx0" brushRef="#br0" timeOffset="56318.83">27896 12443 1237 0,'0'0'23'15,"0"-2"4"-15,-2 0 8 0,0 0-6 0,0 1 2 16,-2-1 15-16,1 0-10 0,-3 0 0 0,1 0-5 15,-1 0 0-15,0 1-22 0,3 1 8 0,-1 0-14 0,2 0 6 16,-2 1 2-16,1 3-1 0,-7 11 4 0,1 16 6 16,5 8 2-16,4 0-6 0,8 0 4 0,3 4-4 15,2-8 12-15,4 3-1 0,3 1 5 0,-1-6 13 0,-12 0-11 16,19-1 9-16,2-8-13 0,-6 0-10 0,-1-5-8 16,-6-1-5-16,-10-6 4 0,1-5 18 0,-3 0-12 15,-1-1 5-15,-2-2-13 0,0 1-31 0,0-3-23 16,-44 22-6-16,-5-13-4 0,5-11-28 0,-1-3-5 15,3-5-8-15,3-3 4 0,1-4-1 0,7-1-11 16,-1 8 14-16,4-25-11 0,6-8 25 0,5 0 14 16,4-7 6-16,6-2 4 0,5 5 41 0,-20 2 12 15,13 6 8-15,9 9 2 0,1 2 14 0,5 8 14 0,5-1-6 16,-3 6 10-16,18 0-7 0,5 2 0 0,3 4-3 16,3-1 2-16,5 1-9 0,3-1-1 0,7-1-11 15,6 3 3-15,1 1-30 0,-1-1-37 0,-5 1-2 16,3 1-14-16,-2-1-34 0</inkml:trace>
  <inkml:trace contextRef="#ctx0" brushRef="#br0" timeOffset="57226.56">28653 12462 1094 0,'0'0'98'16,"0"0"6"-16,0 0-51 0,-2 1-9 0,1 1-40 15,-1-2 21-15,-15 15 7 0,-2 9 2 0,3 0 1 0,-1 2 10 16,4-5 10-16,0 1 2 0,0-1 0 0,2-3-13 15,3 6-15-15,1-7-1 0,3 0-4 0,2 1-2 16,-9-3-12-16,2 2 2 0,2 3-6 0,3-5-1 0,2 0-3 16,2-4 1-16,0-5-1 0,2 3 4 0,-2-5 8 15,0-2-1-15,2 1 7 0,0 1 18 0,-1-2-22 16,1 0 9-16,2-2-14 0,0-2-1 0,1-6-6 16,12-21-2-16,-2-3 0 0,-2-5 9 0,-2-2-12 15,-2 2 6-15,-1 2-8 0,-1 3 5 0,1 6-2 16,-1 4 0-16,0 3-2 0,-1 6 2 0,0 4-7 15,-3 1 0-15,-3 7-3 0,0-1-3 0,11-6 10 16,1 3-1-16,-1 1 4 0,0 4 0 0,-4 0-1 0,-1 4-1 16,-1 5 0-16,-1 23 5 0,17 1 3 0,-8-1 0 15,-6 1-1-15,-3-3-2 0,-4-4-5 0,0-4 2 16,0-3-1-16,0-6 8 0,0-2 2 0,0-6-3 16,0-3 1-16,0 0-1 0,0 2 23 0,0-1-6 0,2-1 10 15,-1 0-19-15,1-2-1 0,2-2-3 0,11-5 0 16,5-1-4-16,1-19-2 0,1-3 2 0,2 2 0 15,-2 0 8-15,4 4 12 0,-2 4 0 0,-5 3 4 16,3 2 6-16,-1 8-4 0,-5-1-9 0,5 6 1 16,-8-7-25-16,0 2-7 0,-2 3 7 0,0 2-7 15,2 2 4-15,-5 0 4 0,-3 2-2 0,1 0 3 0,-4-2 4 16,-1 13 2-16,1 5-7 0,0-3 4 0,2 0-15 16,0 0-18-16,-1-8 0 0,7 1-8 0,-1-3-19 15,6-3-14-15,5 0-2 0,1 9-5 0,5-3-11 16,1-8 2-16,3-8 0 0,2-5 1 0,-1-2-6 0,-1-3-7 15,2 16 1-15,-3-20-3 0,1-4-5 0,1 0 24 16,5-2 1-16,1-2 13 0,-6-1 41 0,-1 3 28 16,-6 2 2-16,-1 2 11 0,-7 5 27 0,-1 4 27 15,-6 2 3-15,-5 4 7 0,0 5 15 0,-2 0-1 16,1 1-12-16,1-1 1 0,-2 2-55 0,0 0 5 16,-2 2 2-16,-2 2 0 0,-2 0-2 0,-14 9 18 0,-10 21 2 15,-4 3 7-15,1 2 10 0,3 0-26 16,-2 2 2-16,6 4-10 0,4 1-2 0,5-3-20 0,5-2 1 15,7-5-7-15,1-5-4 0,-15 1 3 0,10-8-1 16,3-1 2-16,4-4-7 0,0-10 4 0,2 0-4 16,0 1 6-16,0-4 7 0,-1-1-8 0,3-1 7 15,4 0-8-15,6-2 5 0,-1-4-6 0,0-5 3 0,-5-10-3 16,1-16-1-16,-1-4 3 0,-1-5-1 0,2 3 1 16,1-4-7-16,-1 2 2 0,0-1 2 0,4 1 0 15,-5-1-2-15,3 3 1 0,-4 4-1 0,4 3 3 16,0 1 2-16,-1 5-5 0,3 4 1 0,-2 5-1 15,2 6 1-15,0 4-8 0,0 5 3 0,-2-5-5 16,-4 5 7-16,1 1 2 0,-1 1 4 0,4 2 0 16,4 2 6-16,-4 3 5 0,1 3-5 0,-7 21 5 0,6 5-3 15,0-1 0-15,4 6-2 0,0 0 1 0,-2 2-2 16,0 0 1-16,0 0-1 0,2-1 1 0,-2 3-10 16,2-2 8-16,-4-6-6 0,0-3 5 0,-2-6-16 0,-1-4-29 15,-4-1-13-15,-3-8-8 0,9-2-60 0,-10-9-11 16,2 1-11-16,-1 1-2 0,-1 0-66 0,0-2-57 15,-1-1-13-15</inkml:trace>
  <inkml:trace contextRef="#ctx0" brushRef="#br0" timeOffset="57349.83">29639 12571 793 0,'-2'-2'82'0,"0"0"0"0,1 2 33 15,-22-1-10-15,5-9-8 0,3 3 9 0,4 3-17 16,7 0-3-16,2 3-7 0,0 1-28 0,-1-4-11 0,1 0 2 16,0 0-1-16,2 3 26 0,2-1 7 0,16-8-5 15,25-3 2-15,0 4-27 0,3 0-10 0,6 1-4 16,2 1-3-16,2-2-23 0,3 1-15 0,-1 3-6 15,-3 3-4-15,-5 2-37 0,-11 0-36 0,-3 0-34 0,-8 2-2 16,-4 0-125-16,-9-1-227 0</inkml:trace>
  <inkml:trace contextRef="#ctx0" brushRef="#br0" timeOffset="57915.15">24312 13756 1117 0,'-2'-2'97'0,"-1"0"12"0,-21-11-46 0,-6-4-30 16,0 1-25-16,8 5-11 0,-2 1 7 0,1 3-1 16,3 1 4-16,1 3-9 0,3 1 22 0,3 0 5 0,-2 2 9 15,0 0 36-15,2 2-3 0,2 0-5 0,5-2 0 16,3 0-28-16,-1 1-27 0,0 1 5 0,0 0-10 15,3 0 12-15,-1 0 11 0,2 0 3 0,0 1 2 16,2 1 4-16,20 9 3 0,30 4-5 0,15-4 5 16,3-10 3-16,19-3-13 0,2-5 4 0,10-8-8 15,8-2 4-15,10-3-9 0,18-1 4 0,12-1-6 16,9-1 1-16,5 6-3 0,4-7-1 0,15 3 0 16,4-1-2-16,5-4-9 0,8 5 4 0,-2-1-5 0,-4 5 10 15,4 2-9-15,-4 0 6 0,-2 0-5 0,-2 0 2 16,-5 2-4-16,-9 0-1 0,-10 5 1 0,-5 2 0 15,-12 1 3-15,-16-1-2 0,-17 4 3 0,-11 0 3 0,-11 0-5 16,-10 6-1-16,-18-5-2 0,-7 1 4 0,-14 0 1 16,-12-2 1-16,-8 0-1 0,-11 0-1 0,-9 0 3 15,0 0 3-15,-1 0-5 0,-1 0-21 0,-2 0-36 16,-2 0-2-16,-33-4-12 0,-36 1-17 0,-7 3-44 16,-5 3-11-16,-6 5-14 0,-2 3-82 0,-13 4-130 15</inkml:trace>
  <inkml:trace contextRef="#ctx0" brushRef="#br0" timeOffset="58297.24">24401 14162 1099 0,'-2'-1'242'15,"-5"-1"45"-15,-39-19-94 0,5 3-115 0,7 3-27 16,8 4-51-16,8 3-1 0,3 5 3 0,6 1-2 16,-1 0 8-16,3 0-7 0,5 2 4 0,-2 0-3 0,1-2 8 15,-1 2 8-15,2 0 1 0,0 0 3 0,0 0 15 16,2 0-3-16,2 0 5 0,2 2-5 0,33 7-4 16,28 1 7-16,6-1-9 0,14-5 7 0,8-4-15 0,20-2-3 15,15-6-4-15,21-3 1 0,9-4-2 0,7 0 2 16,4-1 2-16,5-5-1 0,12 3 4 0,7-1-4 15,6 1 3-15,7 1-5 0,0 4-5 0,0 0 1 16,0 0-3-16,2 5 2 0,-9 1-8 0,-10 1 7 16,-3 3-1-16,-15-1 1 0,-6 2-10 0,-11-2 2 15,-13 1 1-15,-16-3 0 0,-7 2-7 0,-6 1-9 16,-12 1-12-16,-7-4 2 0,-10 1-40 0,-14-1-160 16,-9-1-36-16</inkml:trace>
</inkml:ink>
</file>

<file path=ppt/ink/ink646.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3-06-20T06:55:07.744"/>
    </inkml:context>
    <inkml:brush xml:id="br0">
      <inkml:brushProperty name="width" value="0.05292" units="cm"/>
      <inkml:brushProperty name="height" value="0.05292" units="cm"/>
      <inkml:brushProperty name="color" value="#FF0000"/>
    </inkml:brush>
  </inkml:definitions>
  <inkml:trace contextRef="#ctx0" brushRef="#br0">7889 2688 87 0,'0'-2'0'0,"2"-2"12"0,2-16 133 0,0-2-2 16,1-3 20-16,-1 1-47 0,0 2-5 0,-1 0-37 0,-1-1-2 15,0 3 2-15,0 1 10 0,-2 6 12 0,0 2-4 16,0 2 4-16,0 3-12 0,0 3-9 0,0 1-3 16,0-2-7-16,0 0-53 0,0 3-11 0,0-1-3 0,0 2 1 15,0 0 9-15,0 2-2 0,-2 20 0 16,0 24-1-16,0 8 4 0,1 2-3 0,1 5-1 0,3 6-2 16,1-8 0-16,0 3-3 0,1-5 5 0,1-5-5 15,3 4 0-15,0-10 4 0,3-3-2 0,-1-6 3 16,0-3 3-16,2-3-4 0,0 1 1 0,0-4-2 15,0-1-3-15,0-1 2 0,2-1-1 0,-2-5 4 16,-2-3 6-16,-2-4-7 0,-1-2 6 0,-3-4-7 0,-3-3 5 16,4 0 44-16,1 1-10 0,0-1 19 0,3-2-18 15,1-2-22-15,2-4 2 0,0 2-9 0,4-39-4 16,-3-3-3-16,5-8-3 0,1-6 1 0,-1-7-1 16,-2-9-1-16,-2-6 2 0,3-5-2 0,-1-2 1 0,3 7-4 15,-1 4 3-15,-6 14-1 0,0 10 11 0,-2 13 16 16,-4 6-4-16,-1 11 7 0,-2 3-3 0,-2 6-6 15,3 6-2-15,-1 1-2 0,-4 4-9 0,4-2-19 16,-3 1-3-16,1-1-5 0,0 2-3 0,0 0 6 16,0 2 0-16,0 2-3 0,0 2-40 0,1 29-86 15,-1 10-6-15,-2 3-31 0,0 3-75 0,0-1-186 16</inkml:trace>
  <inkml:trace contextRef="#ctx0" brushRef="#br0" timeOffset="314.14">8942 3102 1045 0,'0'0'23'0,"-2"0"-1"0,1 2 29 0,-1 1-2 16,-4 10 32-16,-14 15 13 0,-4 0-1 0,-2 2 1 15,0 0-16-15,-2 1-25 0,4 3 1 0,7-5-11 16,6 1-15-16,5-6-10 0,1-2-1 0,-8-1-2 16,5-4-1-16,4-3 10 0,3-1 8 0,1-3 1 15,0-3 20-15,0-3-4 0,1 0-6 0,12 5 2 16,12 2-6-16,-1-5-7 0,4-6-4 0,-1-6-1 0,3-5-2 15,2-4-2-15,-4-2 6 0,1 15-5 0,-5-18 0 16,-9-2-2-16,2 3-3 0,-10 1 2 0,5-3 2 16,-9 1-10-16,10-1 3 0,-3-3-7 0,-9 4-9 0,-2-1 6 15,-5 1-6-15,-1 3 4 0,-5 0-11 0,-1 4 0 16,-14-1-5-16,-3 2 1 0,-2 3-23 0,3 5-76 16,4-12-1-16,3 5-33 0,2 3-67 0,1 4-113 15,8 3-67-15</inkml:trace>
  <inkml:trace contextRef="#ctx0" brushRef="#br0" timeOffset="486.21">9564 2697 1540 0,'0'0'167'0,"0"0"-253"0,2-2 211 16,0 0-122-16,0 1 46 0,0-1 41 0,0 0-6 0,1 0 12 15,1 0-47-15,-2 0-43 0,2 2 0 0,-3 0-11 16,3 0 9-16,4 0-11 0,5 0-2 0,5 2-10 15,-5 0-52-15,-2 2-58 0,2 1-19 0,0 1-15 16,2 1-107-16</inkml:trace>
  <inkml:trace contextRef="#ctx0" brushRef="#br0" timeOffset="628.02">9761 2929 1339 0,'0'0'27'0,"0"0"1"15,-2 0 40-15,0 0 8 0,0 0 7 0,1 0 52 16,-1 0-49-16,0 0-9 0,0 0-16 0,2 0-61 0,0 0-12 15,0 2 1-15,0 0-3 0,0-2 12 0,2 0-33 16,2 0-3-16,9 0-16 0,20 2-78 0,2-2-117 16,4-4-34-16</inkml:trace>
  <inkml:trace contextRef="#ctx0" brushRef="#br0" timeOffset="926.48">10812 2417 1229 0,'0'0'35'0,"-2"0"-1"0,0 0 70 0,-1 0-7 16,-1 0 17-16,-11 0-12 0,-4 0-47 0,1 2-1 16,1 3-17-16,0 3-23 0,4-1-4 0,0-5-5 15,4 22 2-15,7 2-4 0,-16 4 2 0,7-2 5 0,5-1-3 16,4 7 2-16,2-4 8 0,6 3 0 0,5 0 5 16,2-3 7-16,2-2-5 0,1 2 7 0,-14-4-5 15,24-2 14-15,0 2-8 0,2-6 5 0,-2 1-4 16,0-3-1-16,-4-1-7 0,-1 3-2 0,-3-3 0 15,-3 0-7-15,-4-6 12 0,-3 0-1 0,-4-4 5 16,-3-1 3-16,3 0 18 0,-2-3-5 0,0 1 8 16,-2-2-22-16,0 5-16 0,-4 1-4 0,-3 3-3 0,-36 0-11 15,-2-2-1-15,-5-1 1 0,-5-5-3 0,3-1-6 16,-2 24-16-16,2-13-11 0,0-7-5 0,0-6-60 16,0-4-74-16,4-7-8 0,10-4-25 0,3-2-62 0,9 14-202 15</inkml:trace>
  <inkml:trace contextRef="#ctx0" brushRef="#br0" timeOffset="1380.05">10580 2497 1057 0,'2'0'51'0,"1"0"-33"15,25-4 59-15,4 0-14 0,1 0 67 0,1 1 0 16,3-3 4-16,-4 1-12 0,3-3-60 0,-3 3-35 16,0-3-5-16,3 3-9 0,-3-1-19 0,1 2 9 0,-1 2-3 15,-2 1 4-15,-3-1-4 0,-2 2-1 0,0 0-2 16,0 0 0-16,2-2-1 0,2 0 4 0,-4 2-1 15,-2 0 1-15,0-2-4 0,0-2 4 0,-1 1 3 16,-7 1 0-16,-3 0 3 0,-2 0 0 0,-5 2-2 0,3-2 2 16,-1 0-1-16,-5 2 33 0,3 0-6 0,-4 0 16 15,0 0-5-15,0 0-14 0,-1 0 8 0,3 0-8 16,0 0 11-16,-2 0-6 0,1 2-3 0,1 4 1 16,11 22-6-16,-6 1-7 0,-3 7 1 0,-4 3-3 15,-2 3-3-15,0 1-3 0,0 4-1 0,-2-1-1 16,0-1-7-16,2-3 0 0,0-3 0 0,4-2-1 15,-1 0-1-15,3-1 0 0,1-3 5 0,1-5-3 0,-3-8-1 16,3 1-1-16,-1-6-1 0,1-2 1 0,-1 0 2 16,-1-6 0-16,-4-1 2 0,9-3 0 0,-2-1 6 15,2 6 1-15,-2-3-2 0,3 1 3 0,-1-2 5 0,2-4-2 16,2-2-1-16,1-6-1 0,5-7-3 0,1-7-10 16,0-21 7-16,2-10-8 0,4-3 4 0,4-5 1 15,-1-2-5-15,1 1 2 0,-2 1-1 0,-3 9 3 16,-1 4 1-16,-1 9 2 0,-3 5 2 0,0 5 9 15,-3 1 3-15,-3 4 0 0,3 1-2 0,-6 5-4 16,-6-1 0-16,5 2-1 0,-11 1-10 0,7 3-4 16,-1 0-7-16,3 2-2 0,-3-1-51 0,-1 3-173 0,-3 0-44 15</inkml:trace>
  <inkml:trace contextRef="#ctx0" brushRef="#br0" timeOffset="2372.53">18330 2352 896 0,'0'-2'45'0,"0"0"2"16,-2 0 51-16,0-2-9 0,-2-9 11 0,-1-3 12 16,1 3-21-16,0-2-6 0,1 2-6 0,1 4-25 0,2-1-9 15,0 5 3-15,0-1-7 0,0 4-18 0,0-1 1 16,0 1-1-16,0 0 2 0,0 2 10 0,0 2-5 16,0 2 1-16,4 23-3 0,-3 16-6 0,-1 0-7 15,-3 1-3-15,-5 3-1 0,1 5-2 0,-1 0-5 16,3 2-1-16,1-1-1 0,2 1 1 0,0-4-2 15,2 1 1-15,0-9-1 0,0 1 3 0,4 0-2 16,0-6 2-16,1-4-3 0,1-7 1 0,0-2-2 16,-3-3-1-16,3-3-1 0,-2-7 2 0,-3 1 1 15,1-7 2-15,-2-3 0 0,0 0 8 0,2 2-1 0,-2-1-2 16,0 1 1-16,0 0-7 0,0-2-2 0,-2-1 2 16,-1 1-2-16,-20 2-2 0,-10 0 6 0,-2-4-4 15,-4 0 5-15,-6 0-5 0,0 0 3 0,5 0-1 16,-5 0 3-16,4 0 20 0,6 0 8 0,2 0 1 0,3 0-1 15,6 0-8-15,3 0 8 0,5-2 0 0,6 0 2 16,1 0-3-16,5 2-16 0,1-2-5 0,-1 2-5 16,0-2-15-16,2 1 0 0,0-1 4 0,2 0-2 15,0 0 7-15,2 0 4 0,21-9-3 0,25-6 5 16,8 1 0-16,3 1-3 0,6 0 1 0,5 0-1 16,-5 2 5-16,8 0-8 0,-6 0 6 0,-6 0-6 0,0 2 3 15,-11 2 1-15,-1-1-6 0,-7 3 3 0,-3 1-9 16,-3 4 7-16,-7 1-4 0,1 1 4 0,-2 0-3 15,-6 0-7-15,-1 0 2 0,-5 0-7 0,-5 0-19 0,2 0-35 16,-3 0-1-16,-3 0-12 0,2 0-18 0,-5 0-36 16,0-2-13-16,0 0-13 0,-1 0-99 0</inkml:trace>
  <inkml:trace contextRef="#ctx0" brushRef="#br0" timeOffset="2777.71">17864 2285 561 0,'-2'0'69'0,"0"-2"12"15,-3 0 56-15,-16-3 8 0,3 1-5 0,5 2 12 16,0 0-1-16,5 2-1 0,3 0-38 0,3 0-66 15,-2-2 2-15,0 1-25 0,2-1-11 0,1 0 28 16,1 0-4-16,1 0 10 0,25-11-13 0,30-7-16 16,9 1-1-16,17-1-6 0,5 1-5 0,6-1-1 15,-2-1-1-15,-6 6 0 0,-3-1-3 0,-8 5-6 16,1 1-4-16,-3 7-5 0,-5 1-48 0,0 2-71 16,-2 2-17-16,-6 1-27 0,2 8-152 0</inkml:trace>
  <inkml:trace contextRef="#ctx0" brushRef="#br0" timeOffset="3328.08">19277 2513 1131 0,'0'0'52'0,"-2"0"109"16,0 0-134-16,0 0 49 0,0 0-2 0,-1 2 18 15,-1 0-5-15,-5 0-36 0,-2 28-6 0,-2 7-10 16,0 7-12-16,-2 8 11 0,2 8 3 0,0 3 1 15,-2-2-3-15,4 0-4 0,0-7-7 0,-1-4 3 0,5-3-13 16,-2-8-10-16,3 0 3 0,-14-6-6 0,9-1 6 16,5-6-1-16,2 0-3 0,2-6-1 0,1-1-7 0,1-3 8 15,0-1-3-15,0-5 2 0,0-5-16 0,0-1-9 16,1 0 6-16,1-1-4 0,0-1 22 0,0 0-4 16,0-2 3-16,0-2-5 0,0 0 0 0,3-13 5 15,3-14-2-15,-3-3 2 0,1-1-1 0,-4-6 0 16,-1 2 1-16,-1-10 1 0,2-5 4 0,2 0-3 15,3-11-2-15,3 0 1 0,3 4-6 0,0 7 2 16,2 5 2-16,-1 10 0 0,1 5 1 0,0 6 5 16,-9 4 2-16,20 5 2 0,-2 4 13 0,2 6 2 15,2 3-3-15,-4-12 2 0,-2 4-11 0,-2 9 5 0,-3 3-7 16,0 2 6-16,-4 1-3 0,-6 1 3 0,-3 2 2 16,15 23-1-16,-10 3 4 0,-9 7-4 0,-6 0 0 15,-9 2-2-15,-7 3-1 0,20-1-5 0,-26-6 1 16,1-2-4-16,1-3-4 0,0-6 5 0,3 0-5 15,3-2 5-15,1-4-5 0,3-1 6 0,5-2-5 0,1-6 4 16,1-2-6-16,5-1-3 0,1-1 2 0,-5 2-3 16,3 1 7-16,-1 1-8 0,4-2 4 0,2-2-8 15,0 3 1-15,0-1-1 0,2-2 0 0,2 1 0 16,-1-1 2-16,3-3-11 0,14 0 3 0,5-2-7 16,2-1 0-16,3 18-11 0,2-6-2 0,5-6-7 15,2-3-58-15,2-4-10 0,-1 0-24 0,3-2 8 0,2-1-78 16,-1-3-59-16,3-1-23 0</inkml:trace>
  <inkml:trace contextRef="#ctx0" brushRef="#br0" timeOffset="3609.75">20003 2875 708 0,'0'-1'73'0,"0"-20"78"0,0-12 1 0,-2 5 23 16,2 2-12-16,0 9 11 0,0 4-48 0,0 4-18 16,0 1-7-16,0 5-3 0,0-1-35 0,0 0-32 15,0 1-3-15,0 1-10 0,0 0-11 0,0 0 15 16,0 2-6-16,0 2 9 0,0 3-6 0,-4 34-5 15,0 6 3-15,-1 1-4 0,-1 3 3 0,1-1-4 0,-1-2-1 16,1-1-2-16,-1-2 2 0,2-10-7 0,1 0 8 16,1-3-7-16,2-2 2 0,2-4 1 0,1 0-8 15,1-3 5-15,2-3-8 0,1-3 5 0,0 0 3 16,-1-6-1-16,-4 1-3 0,18-7 5 0,4-1-3 16,4 15 5-16,2-8 8 0,0-7-7 0,3-4 3 0,4-5-6 15,2-6-12-15,4-4-1 0,-6 0-7 0,-5 2 2 16,-1-1-18-16,-8 3-36 0,-1-2 0 0,-7 4-18 15,-2 7-49-15,-6-11-51 0,2 2-25 0,1-4-13 16,-8 6-146-16</inkml:trace>
  <inkml:trace contextRef="#ctx0" brushRef="#br0" timeOffset="4170.54">19988 3046 973 0,'-4'-2'86'0,"-27"-5"145"0,3 1-145 16,0 3 48-16,8 1-16 0,-1 0 25 0,8 0-37 15,9 2-62-15,3 0 2 0,-3-2-23 0,0 2-21 16,2 0 19-16,0 0 0 0,2 0 8 0,0 0 3 0,2 0-6 15,9-4 1-15,23-7-2 0,3 0-2 0,-2-2-11 16,4-2-2-16,6-3-2 0,-1-1 1 0,-3 2-7 16,-2-1-2-16,-5 3-1 0,-5 0 0 0,-6 4-9 15,-1 0 5-15,-11 5-9 0,-5 5-14 0,-5 1-7 16,3-4-6-16,-2 0 4 0,4-13 11 0,-6-1 19 16,-4-1-1-16,-4 3 6 0,-5-3 3 0,12 0 4 15,-16 5 4-15,2 1-2 0,4 3 3 0,2 1 2 16,3 3-2-16,2 1 2 0,2 1-3 0,2 2-11 0,0 0 2 15,0 1-5-15,0-3 5 0,0-2 7 0,0 1 0 16,6-5 2-16,9 3-6 0,22 0 13 0,0-3 0 16,4 3 3-16,0-1 3 0,0 1 1 0,-4 3-2 0,-2 2 2 15,-5-16-9-15,-1 7 3 0,-3 7-4 0,-3 4 4 16,-7 4 2-16,1 3 0 0,-4 2 5 0,-4 16-3 16,-3 12 8-16,-2 7-11 0,-2 6 2 0,24 4-6 15,-13 0-4-15,-10-4-2 0,-3-7 0 0,0-2 0 16,-2 1 2-16,1-4-11 0,-1-5 1 0,0-3-5 15,2-4 10-15,0-4-7 0,0 0 3 0,0-3-3 16,0-1-3-16,0-3-5 0,0-4 0 0,0-1-1 16,0-5 3-16,0-1-37 0,0-2 8 0,0 2-17 0,0-1 2 15,0 1-31-15,0-2 4 0,0 0-10 0,0-2 21 16,-2 0 20-16,0-2 5 0,0-2 5 0,-3-5 30 0,3-15 0 16,-9-6 8-16,0-5-5 0,3-2 8 0,4-4 2 15,-1-4 2-15,-19-3 2 0,14 1 13 0,10 3 11 16,4 1 0-16,4 10 6 0,-1-1 19 0,2 8-4 15,2 4 2-15,2 2-4 0,-7-1-7 0,18 6-1 16,4 1 1-16,2 1-1 0,1 1-1 0,3 1-15 16,-1 2-1-16,2 3-4 0,1 1-7 0,-5 1-7 15,-1 2-2-15,-2-16-2 0,-6 8-11 0,-5 5 6 16,-6 3-7-16,-4 2 3 0,1 0-40 0,-6 0-57 16,1 0-2-16,1 4-20 0,-2-1-27 0,0 22-76 15,-8 1-18-15,-9 1-25 0,6 7-128 0</inkml:trace>
  <inkml:trace contextRef="#ctx0" brushRef="#br0" timeOffset="4295.04">20792 2890 715 0,'-2'0'92'16,"0"0"125"-16,0 0-86 0,0 0-38 0,1 0-1 0,-1 2-11 16,0 0-8-16,2 0 4 0,0 0-7 0,0 1 4 15,2 1-15-15,1 0-10 0,9 3 5 0,15 8-8 16,5-4-5-16,5-2-24 0,4-3 0 0,11-4-8 16,0-2-11-16,4-6-2 0,-1-3-9 0,1-2 0 15,0-2-58-15,1 0-143 0,-3-2-48 0</inkml:trace>
  <inkml:trace contextRef="#ctx0" brushRef="#br0" timeOffset="4484.18">22049 2419 1837 0,'-2'0'30'0,"0"-2"60"0,0 0-37 0,0 0 71 16,1 0-25-16,-1 0 28 0,0 0-105 0,0 1-38 15,2-1 3-15,0 0-14 0,2 0 13 0,0 0 6 16,9 0-11-16,17-3 3 0,-2 1-65 0,-4 2-80 16,-2 2-14-16,-7 0-33 0,0 2-171 0</inkml:trace>
  <inkml:trace contextRef="#ctx0" brushRef="#br0" timeOffset="4622.68">21910 2766 1385 0,'0'0'27'0,"0"0"77"16,0 2-94-16,0 0 108 0,0-1-17 0,0 1 43 15,1 0-43-15,1 0-39 0,4 0 0 0,25 3-15 16,5-5-18-16,5-5-15 0,1-6 1 0,1-6-6 16,3-3-11-16,-1-1-9 0,5-1-18 0,0 0-1 15,2-1-113-15,-3 3-186 0,-1-1-96 0</inkml:trace>
  <inkml:trace contextRef="#ctx0" brushRef="#br0" timeOffset="5044.21">23052 1953 1526 0,'-2'-2'23'0,"0"0"4"0,0-2 106 16,-4-3-24-16,5-10 43 0,-3 2-28 0,-7 0-66 16,3 0-3-16,5 2-19 0,3 0-12 0,5 0 9 15,-3-1 1-15,46-1 4 0,6 2 4 0,7 2 5 16,10-1-8-16,7 3 5 0,-2 2-15 0,4 1-14 0,-2 4 2 15,-4-29-7-15,0 20 0 0,-5 9-5 0,-2 5 1 16,-8 5-1-16,-3 1 3 0,-10 0-8 0,-5 3 4 16,-7 1-5-16,-6 0 2 0,-6 0 5 0,-7-2-3 15,-10-4 4-15,1 17-5 0,-4 0 0 0,14 6 2 16,-10 4-1-16,-10 3 0 0,-12 5 5 0,6 3-5 0,-40 1 5 16,-9 3-9-16,-8 1 6 0,-4-4-2 0,-1-1 4 15,-1-6-5-15,7-4 3 0,3 0-1 0,7-1 1 16,2 1 2-16,6-2-4 0,7 3 1 0,7 1-1 15,10 0 1-15,4 2 2 0,3 2-2 0,4-4 2 16,4 4-2-16,1-4-2 0,5-4 2 0,-1 1-3 16,-13-8 1-16,4 2 1 0,8-4-2 0,1-2 2 15,2 0 1-15,2-3-11 0,2-4 0 0,0-2-7 0,2 0-16 16,-1-2 9-16,3 2-11 0,-1-2 6 0,1-2-43 16,0-1-55-16,-1-5-31 0,12-1-13 0,1 0-164 0</inkml:trace>
  <inkml:trace contextRef="#ctx0" brushRef="#br0" timeOffset="5418.09">23573 3403 1007 0,'-2'0'339'0,"1"0"89"0,-3 0-201 0,-7 0-175 15,-6 0-24-15,-5 0 104 0,7 2-18 0,4-2 3 16,0 1-22-16,3-1-75 0,3 0-17 0,-1 0 1 15,0 0-4-15,3 0 6 0,-5 2-9 0,3 0 2 16,3-2-4-16,0 0 3 0,-2 2-10 0,1 0 0 16,1 0-2-16,0 0 10 0,0-1-1 0,0 1 2 0,0 0-2 15,0 0 5-15,2 0 2 0,0 0 1 0,0 0 0 16,0-1 4-16,0 1 8 0,0 0 1 0,0 0 2 16,0 2 1-16,0-1-2 0,0 1 1 0,0 2-2 15,0 1-2-15,0 2 4 0,0-1-6 0,2-1 6 16,0-1-5-16,0-2 10 0,2-1 2 0,-1 1 3 15,5 2 1-15,1-1-3 0,2 1 1 0,0-3-1 0,-3-3 0 16,-3 0 0-16,-3 0-4 0,2 0 3 0,0-1-6 16,-1-1-6-16,1 0-2 0,-2 0 0 0,0-2-5 15,0 1 0-15,0-1-5 0,-1 0 3 0,1 0-9 0,-2 1-42 16,0-1-27-16,0 0-18 0,0 1-217 0</inkml:trace>
  <inkml:trace contextRef="#ctx0" brushRef="#br0" timeOffset="6494.96">24624 2528 256 0,'0'0'265'0,"0"0"-111"0,0 0 101 16,0 0 12-16,0 0-174 0,0 0-5 0,0 2-10 16,-2 0 0-16,2 0-3 0,-15 35-26 0,-1 6 9 15,-3 9 0-15,-1 5 5 0,-1 1 18 0,1 1 6 16,-1-5 1-16,7-8 2 0,-1-5-2 0,2-9-15 0,3-3 5 16,5-12-8-16,3 0 6 0,2-2 36 0,2-2-10 15,3-2 16-15,8-2-35 0,32-7-49 0,16 24 1 16,17-22-16-16,21-15-7 0,23-17-9 0,14 20 1 0,12-55-4 15,6-9 5-15,4-12-21 0,13-1-1 0,2-4-11 16,3 0-35-16,10 3-82 0,7-3-21 0,11-11-27 16,13-15-130-16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E66A34-496B-42E3-AD90-504AB2C072BD}" type="datetimeFigureOut">
              <a:rPr lang="en-AU" smtClean="0"/>
              <a:t>20/06/2023</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46CAED-4298-4B71-ADC5-3446C00CCBE9}" type="slidenum">
              <a:rPr lang="en-AU" smtClean="0"/>
              <a:t>‹#›</a:t>
            </a:fld>
            <a:endParaRPr lang="en-AU"/>
          </a:p>
        </p:txBody>
      </p:sp>
    </p:spTree>
    <p:extLst>
      <p:ext uri="{BB962C8B-B14F-4D97-AF65-F5344CB8AC3E}">
        <p14:creationId xmlns:p14="http://schemas.microsoft.com/office/powerpoint/2010/main" val="878601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ED46CAED-4298-4B71-ADC5-3446C00CCBE9}" type="slidenum">
              <a:rPr lang="en-AU" smtClean="0"/>
              <a:t>1</a:t>
            </a:fld>
            <a:endParaRPr lang="en-AU"/>
          </a:p>
        </p:txBody>
      </p:sp>
    </p:spTree>
    <p:extLst>
      <p:ext uri="{BB962C8B-B14F-4D97-AF65-F5344CB8AC3E}">
        <p14:creationId xmlns:p14="http://schemas.microsoft.com/office/powerpoint/2010/main" val="2528000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9034E306-1497-4200-B70B-62CF4F7328F2}" type="datetimeFigureOut">
              <a:rPr lang="en-AU" smtClean="0"/>
              <a:t>20/06/2023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334947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034E306-1497-4200-B70B-62CF4F7328F2}" type="datetimeFigureOut">
              <a:rPr lang="en-AU" smtClean="0"/>
              <a:t>20/06/2023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184732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34E306-1497-4200-B70B-62CF4F7328F2}" type="datetimeFigureOut">
              <a:rPr lang="en-AU" smtClean="0"/>
              <a:t>20/06/2023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2436027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9034E306-1497-4200-B70B-62CF4F7328F2}" type="datetimeFigureOut">
              <a:rPr lang="en-AU" smtClean="0"/>
              <a:t>20/06/2023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814425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9034E306-1497-4200-B70B-62CF4F7328F2}" type="datetimeFigureOut">
              <a:rPr lang="en-AU" smtClean="0"/>
              <a:t>20/06/2023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12991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9034E306-1497-4200-B70B-62CF4F7328F2}" type="datetimeFigureOut">
              <a:rPr lang="en-AU" smtClean="0"/>
              <a:t>20/06/2023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718725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34E306-1497-4200-B70B-62CF4F7328F2}" type="datetimeFigureOut">
              <a:rPr lang="en-AU" smtClean="0"/>
              <a:t>20/06/2023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428099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34E306-1497-4200-B70B-62CF4F7328F2}" type="datetimeFigureOut">
              <a:rPr lang="en-AU" smtClean="0"/>
              <a:t>20/06/2023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1884644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34E306-1497-4200-B70B-62CF4F7328F2}" type="datetimeFigureOut">
              <a:rPr lang="en-AU" smtClean="0"/>
              <a:t>20/06/2023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4984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034E306-1497-4200-B70B-62CF4F7328F2}" type="datetimeFigureOut">
              <a:rPr lang="en-AU" smtClean="0"/>
              <a:t>20/06/2023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707473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034E306-1497-4200-B70B-62CF4F7328F2}" type="datetimeFigureOut">
              <a:rPr lang="en-AU" smtClean="0"/>
              <a:t>20/06/2023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97187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34E306-1497-4200-B70B-62CF4F7328F2}" type="datetimeFigureOut">
              <a:rPr lang="en-AU" smtClean="0"/>
              <a:t>20/06/2023</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EF79B-F426-458A-B17F-54A38C2B863C}" type="slidenum">
              <a:rPr lang="en-AU" smtClean="0"/>
              <a:t>‹#›</a:t>
            </a:fld>
            <a:endParaRPr lang="en-AU"/>
          </a:p>
        </p:txBody>
      </p:sp>
    </p:spTree>
    <p:extLst>
      <p:ext uri="{BB962C8B-B14F-4D97-AF65-F5344CB8AC3E}">
        <p14:creationId xmlns:p14="http://schemas.microsoft.com/office/powerpoint/2010/main" val="2155214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2.png"/><Relationship Id="rId42" Type="http://schemas.openxmlformats.org/officeDocument/2006/relationships/customXml" Target="../ink/ink20.xml"/><Relationship Id="rId47" Type="http://schemas.openxmlformats.org/officeDocument/2006/relationships/image" Target="../media/image25.png"/><Relationship Id="rId63" Type="http://schemas.openxmlformats.org/officeDocument/2006/relationships/image" Target="../media/image33.png"/><Relationship Id="rId68" Type="http://schemas.openxmlformats.org/officeDocument/2006/relationships/customXml" Target="../ink/ink33.xml"/><Relationship Id="rId84" Type="http://schemas.openxmlformats.org/officeDocument/2006/relationships/image" Target="../media/image44.png"/><Relationship Id="rId89" Type="http://schemas.openxmlformats.org/officeDocument/2006/relationships/customXml" Target="../ink/ink43.xml"/><Relationship Id="rId16" Type="http://schemas.openxmlformats.org/officeDocument/2006/relationships/customXml" Target="../ink/ink7.xml"/><Relationship Id="rId11" Type="http://schemas.openxmlformats.org/officeDocument/2006/relationships/image" Target="../media/image7.png"/><Relationship Id="rId32" Type="http://schemas.openxmlformats.org/officeDocument/2006/relationships/customXml" Target="../ink/ink15.xml"/><Relationship Id="rId37" Type="http://schemas.openxmlformats.org/officeDocument/2006/relationships/image" Target="../media/image20.png"/><Relationship Id="rId53" Type="http://schemas.openxmlformats.org/officeDocument/2006/relationships/image" Target="../media/image28.png"/><Relationship Id="rId58" Type="http://schemas.openxmlformats.org/officeDocument/2006/relationships/customXml" Target="../ink/ink28.xml"/><Relationship Id="rId74" Type="http://schemas.openxmlformats.org/officeDocument/2006/relationships/customXml" Target="../ink/ink36.xml"/><Relationship Id="rId79" Type="http://schemas.openxmlformats.org/officeDocument/2006/relationships/customXml" Target="../ink/ink38.xml"/><Relationship Id="rId102" Type="http://schemas.openxmlformats.org/officeDocument/2006/relationships/image" Target="../media/image53.png"/><Relationship Id="rId5" Type="http://schemas.openxmlformats.org/officeDocument/2006/relationships/image" Target="../media/image4.png"/><Relationship Id="rId90" Type="http://schemas.openxmlformats.org/officeDocument/2006/relationships/image" Target="../media/image47.png"/><Relationship Id="rId95" Type="http://schemas.openxmlformats.org/officeDocument/2006/relationships/customXml" Target="../ink/ink46.xml"/><Relationship Id="rId22" Type="http://schemas.openxmlformats.org/officeDocument/2006/relationships/customXml" Target="../ink/ink10.xml"/><Relationship Id="rId27" Type="http://schemas.openxmlformats.org/officeDocument/2006/relationships/image" Target="../media/image15.png"/><Relationship Id="rId43" Type="http://schemas.openxmlformats.org/officeDocument/2006/relationships/image" Target="../media/image23.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36.png"/><Relationship Id="rId80" Type="http://schemas.openxmlformats.org/officeDocument/2006/relationships/image" Target="../media/image42.png"/><Relationship Id="rId85" Type="http://schemas.openxmlformats.org/officeDocument/2006/relationships/customXml" Target="../ink/ink41.xml"/><Relationship Id="rId12" Type="http://schemas.openxmlformats.org/officeDocument/2006/relationships/customXml" Target="../ink/ink5.xml"/><Relationship Id="rId17" Type="http://schemas.openxmlformats.org/officeDocument/2006/relationships/image" Target="../media/image10.png"/><Relationship Id="rId25" Type="http://schemas.openxmlformats.org/officeDocument/2006/relationships/image" Target="../media/image14.png"/><Relationship Id="rId33" Type="http://schemas.openxmlformats.org/officeDocument/2006/relationships/image" Target="../media/image18.png"/><Relationship Id="rId38" Type="http://schemas.openxmlformats.org/officeDocument/2006/relationships/customXml" Target="../ink/ink18.xml"/><Relationship Id="rId46" Type="http://schemas.openxmlformats.org/officeDocument/2006/relationships/customXml" Target="../ink/ink22.xml"/><Relationship Id="rId59" Type="http://schemas.openxmlformats.org/officeDocument/2006/relationships/image" Target="../media/image31.png"/><Relationship Id="rId67" Type="http://schemas.openxmlformats.org/officeDocument/2006/relationships/image" Target="../media/image35.png"/><Relationship Id="rId20" Type="http://schemas.openxmlformats.org/officeDocument/2006/relationships/customXml" Target="../ink/ink9.xml"/><Relationship Id="rId41" Type="http://schemas.openxmlformats.org/officeDocument/2006/relationships/image" Target="../media/image22.png"/><Relationship Id="rId54" Type="http://schemas.openxmlformats.org/officeDocument/2006/relationships/customXml" Target="../ink/ink26.xml"/><Relationship Id="rId62" Type="http://schemas.openxmlformats.org/officeDocument/2006/relationships/customXml" Target="../ink/ink30.xml"/><Relationship Id="rId70" Type="http://schemas.openxmlformats.org/officeDocument/2006/relationships/customXml" Target="../ink/ink34.xml"/><Relationship Id="rId75" Type="http://schemas.openxmlformats.org/officeDocument/2006/relationships/image" Target="../media/image39.png"/><Relationship Id="rId83" Type="http://schemas.openxmlformats.org/officeDocument/2006/relationships/customXml" Target="../ink/ink40.xml"/><Relationship Id="rId88" Type="http://schemas.openxmlformats.org/officeDocument/2006/relationships/image" Target="../media/image46.png"/><Relationship Id="rId91" Type="http://schemas.openxmlformats.org/officeDocument/2006/relationships/customXml" Target="../ink/ink44.xml"/><Relationship Id="rId9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customXml" Target="../ink/ink2.xml"/><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6.png"/><Relationship Id="rId57" Type="http://schemas.openxmlformats.org/officeDocument/2006/relationships/image" Target="../media/image30.png"/><Relationship Id="rId10" Type="http://schemas.openxmlformats.org/officeDocument/2006/relationships/customXml" Target="../ink/ink4.xml"/><Relationship Id="rId31" Type="http://schemas.openxmlformats.org/officeDocument/2006/relationships/image" Target="../media/image17.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4.png"/><Relationship Id="rId73" Type="http://schemas.openxmlformats.org/officeDocument/2006/relationships/image" Target="../media/image38.png"/><Relationship Id="rId78" Type="http://schemas.openxmlformats.org/officeDocument/2006/relationships/image" Target="../media/image41.png"/><Relationship Id="rId81" Type="http://schemas.openxmlformats.org/officeDocument/2006/relationships/customXml" Target="../ink/ink39.xml"/><Relationship Id="rId86" Type="http://schemas.openxmlformats.org/officeDocument/2006/relationships/image" Target="../media/image45.png"/><Relationship Id="rId94" Type="http://schemas.openxmlformats.org/officeDocument/2006/relationships/image" Target="../media/image49.png"/><Relationship Id="rId99" Type="http://schemas.openxmlformats.org/officeDocument/2006/relationships/customXml" Target="../ink/ink48.xml"/><Relationship Id="rId101" Type="http://schemas.openxmlformats.org/officeDocument/2006/relationships/customXml" Target="../ink/ink49.xml"/><Relationship Id="rId4" Type="http://schemas.openxmlformats.org/officeDocument/2006/relationships/customXml" Target="../ink/ink1.xml"/><Relationship Id="rId9" Type="http://schemas.openxmlformats.org/officeDocument/2006/relationships/image" Target="../media/image6.png"/><Relationship Id="rId13" Type="http://schemas.openxmlformats.org/officeDocument/2006/relationships/image" Target="../media/image8.png"/><Relationship Id="rId18" Type="http://schemas.openxmlformats.org/officeDocument/2006/relationships/customXml" Target="../ink/ink8.xml"/><Relationship Id="rId39" Type="http://schemas.openxmlformats.org/officeDocument/2006/relationships/image" Target="../media/image21.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29.png"/><Relationship Id="rId76" Type="http://schemas.openxmlformats.org/officeDocument/2006/relationships/customXml" Target="../ink/ink37.xml"/><Relationship Id="rId97" Type="http://schemas.openxmlformats.org/officeDocument/2006/relationships/customXml" Target="../ink/ink47.xml"/><Relationship Id="rId7" Type="http://schemas.openxmlformats.org/officeDocument/2006/relationships/image" Target="../media/image5.png"/><Relationship Id="rId71" Type="http://schemas.openxmlformats.org/officeDocument/2006/relationships/image" Target="../media/image37.png"/><Relationship Id="rId92" Type="http://schemas.openxmlformats.org/officeDocument/2006/relationships/image" Target="../media/image48.png"/><Relationship Id="rId2" Type="http://schemas.openxmlformats.org/officeDocument/2006/relationships/image" Target="../media/image2.png"/><Relationship Id="rId29" Type="http://schemas.openxmlformats.org/officeDocument/2006/relationships/image" Target="../media/image16.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24.png"/><Relationship Id="rId66" Type="http://schemas.openxmlformats.org/officeDocument/2006/relationships/customXml" Target="../ink/ink32.xml"/><Relationship Id="rId87" Type="http://schemas.openxmlformats.org/officeDocument/2006/relationships/customXml" Target="../ink/ink42.xml"/><Relationship Id="rId61" Type="http://schemas.openxmlformats.org/officeDocument/2006/relationships/image" Target="../media/image32.png"/><Relationship Id="rId82" Type="http://schemas.openxmlformats.org/officeDocument/2006/relationships/image" Target="../media/image43.png"/><Relationship Id="rId19" Type="http://schemas.openxmlformats.org/officeDocument/2006/relationships/image" Target="../media/image11.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19.png"/><Relationship Id="rId56" Type="http://schemas.openxmlformats.org/officeDocument/2006/relationships/customXml" Target="../ink/ink27.xml"/><Relationship Id="rId77" Type="http://schemas.openxmlformats.org/officeDocument/2006/relationships/image" Target="../media/image40.png"/><Relationship Id="rId100" Type="http://schemas.openxmlformats.org/officeDocument/2006/relationships/image" Target="../media/image52.png"/><Relationship Id="rId8" Type="http://schemas.openxmlformats.org/officeDocument/2006/relationships/customXml" Target="../ink/ink3.xml"/><Relationship Id="rId51" Type="http://schemas.openxmlformats.org/officeDocument/2006/relationships/image" Target="../media/image27.png"/><Relationship Id="rId72" Type="http://schemas.openxmlformats.org/officeDocument/2006/relationships/customXml" Target="../ink/ink35.xml"/><Relationship Id="rId93" Type="http://schemas.openxmlformats.org/officeDocument/2006/relationships/customXml" Target="../ink/ink45.xml"/><Relationship Id="rId98" Type="http://schemas.openxmlformats.org/officeDocument/2006/relationships/image" Target="../media/image5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customXml" Target="../ink/ink52.xml"/><Relationship Id="rId18" Type="http://schemas.openxmlformats.org/officeDocument/2006/relationships/image" Target="../media/image64.png"/><Relationship Id="rId26" Type="http://schemas.openxmlformats.org/officeDocument/2006/relationships/image" Target="../media/image68.png"/><Relationship Id="rId39" Type="http://schemas.openxmlformats.org/officeDocument/2006/relationships/customXml" Target="../ink/ink65.xml"/><Relationship Id="rId21" Type="http://schemas.openxmlformats.org/officeDocument/2006/relationships/customXml" Target="../ink/ink56.xml"/><Relationship Id="rId34" Type="http://schemas.openxmlformats.org/officeDocument/2006/relationships/image" Target="../media/image72.png"/><Relationship Id="rId42" Type="http://schemas.openxmlformats.org/officeDocument/2006/relationships/image" Target="../media/image76.png"/><Relationship Id="rId47" Type="http://schemas.openxmlformats.org/officeDocument/2006/relationships/customXml" Target="../ink/ink69.xml"/><Relationship Id="rId50" Type="http://schemas.openxmlformats.org/officeDocument/2006/relationships/image" Target="../media/image80.png"/><Relationship Id="rId55" Type="http://schemas.openxmlformats.org/officeDocument/2006/relationships/customXml" Target="../ink/ink73.xml"/><Relationship Id="rId63" Type="http://schemas.openxmlformats.org/officeDocument/2006/relationships/customXml" Target="../ink/ink77.xml"/><Relationship Id="rId7" Type="http://schemas.openxmlformats.org/officeDocument/2006/relationships/image" Target="../media/image58.png"/><Relationship Id="rId2" Type="http://schemas.openxmlformats.org/officeDocument/2006/relationships/image" Target="../media/image2.png"/><Relationship Id="rId16" Type="http://schemas.openxmlformats.org/officeDocument/2006/relationships/image" Target="../media/image63.png"/><Relationship Id="rId29" Type="http://schemas.openxmlformats.org/officeDocument/2006/relationships/customXml" Target="../ink/ink60.xml"/><Relationship Id="rId11" Type="http://schemas.openxmlformats.org/officeDocument/2006/relationships/customXml" Target="../ink/ink51.xml"/><Relationship Id="rId24" Type="http://schemas.openxmlformats.org/officeDocument/2006/relationships/image" Target="../media/image67.png"/><Relationship Id="rId32" Type="http://schemas.openxmlformats.org/officeDocument/2006/relationships/image" Target="../media/image71.png"/><Relationship Id="rId37" Type="http://schemas.openxmlformats.org/officeDocument/2006/relationships/customXml" Target="../ink/ink64.xml"/><Relationship Id="rId40" Type="http://schemas.openxmlformats.org/officeDocument/2006/relationships/image" Target="../media/image75.png"/><Relationship Id="rId45" Type="http://schemas.openxmlformats.org/officeDocument/2006/relationships/customXml" Target="../ink/ink68.xml"/><Relationship Id="rId53" Type="http://schemas.openxmlformats.org/officeDocument/2006/relationships/customXml" Target="../ink/ink72.xml"/><Relationship Id="rId58" Type="http://schemas.openxmlformats.org/officeDocument/2006/relationships/image" Target="../media/image84.png"/><Relationship Id="rId5" Type="http://schemas.openxmlformats.org/officeDocument/2006/relationships/image" Target="../media/image56.png"/><Relationship Id="rId61" Type="http://schemas.openxmlformats.org/officeDocument/2006/relationships/customXml" Target="../ink/ink76.xml"/><Relationship Id="rId19" Type="http://schemas.openxmlformats.org/officeDocument/2006/relationships/customXml" Target="../ink/ink55.xml"/><Relationship Id="rId14" Type="http://schemas.openxmlformats.org/officeDocument/2006/relationships/image" Target="../media/image62.png"/><Relationship Id="rId22" Type="http://schemas.openxmlformats.org/officeDocument/2006/relationships/image" Target="../media/image66.png"/><Relationship Id="rId27" Type="http://schemas.openxmlformats.org/officeDocument/2006/relationships/customXml" Target="../ink/ink59.xml"/><Relationship Id="rId30" Type="http://schemas.openxmlformats.org/officeDocument/2006/relationships/image" Target="../media/image70.png"/><Relationship Id="rId35" Type="http://schemas.openxmlformats.org/officeDocument/2006/relationships/customXml" Target="../ink/ink63.xml"/><Relationship Id="rId43" Type="http://schemas.openxmlformats.org/officeDocument/2006/relationships/customXml" Target="../ink/ink67.xml"/><Relationship Id="rId48" Type="http://schemas.openxmlformats.org/officeDocument/2006/relationships/image" Target="../media/image79.png"/><Relationship Id="rId56" Type="http://schemas.openxmlformats.org/officeDocument/2006/relationships/image" Target="../media/image83.png"/><Relationship Id="rId64" Type="http://schemas.openxmlformats.org/officeDocument/2006/relationships/image" Target="../media/image87.png"/><Relationship Id="rId8" Type="http://schemas.openxmlformats.org/officeDocument/2006/relationships/image" Target="../media/image59.png"/><Relationship Id="rId51" Type="http://schemas.openxmlformats.org/officeDocument/2006/relationships/customXml" Target="../ink/ink71.xml"/><Relationship Id="rId3" Type="http://schemas.openxmlformats.org/officeDocument/2006/relationships/image" Target="../media/image54.png"/><Relationship Id="rId12" Type="http://schemas.openxmlformats.org/officeDocument/2006/relationships/image" Target="../media/image61.png"/><Relationship Id="rId17" Type="http://schemas.openxmlformats.org/officeDocument/2006/relationships/customXml" Target="../ink/ink54.xml"/><Relationship Id="rId25" Type="http://schemas.openxmlformats.org/officeDocument/2006/relationships/customXml" Target="../ink/ink58.xml"/><Relationship Id="rId33" Type="http://schemas.openxmlformats.org/officeDocument/2006/relationships/customXml" Target="../ink/ink62.xml"/><Relationship Id="rId38" Type="http://schemas.openxmlformats.org/officeDocument/2006/relationships/image" Target="../media/image74.png"/><Relationship Id="rId46" Type="http://schemas.openxmlformats.org/officeDocument/2006/relationships/image" Target="../media/image78.png"/><Relationship Id="rId59" Type="http://schemas.openxmlformats.org/officeDocument/2006/relationships/customXml" Target="../ink/ink75.xml"/><Relationship Id="rId20" Type="http://schemas.openxmlformats.org/officeDocument/2006/relationships/image" Target="../media/image65.png"/><Relationship Id="rId41" Type="http://schemas.openxmlformats.org/officeDocument/2006/relationships/customXml" Target="../ink/ink66.xml"/><Relationship Id="rId54" Type="http://schemas.openxmlformats.org/officeDocument/2006/relationships/image" Target="../media/image82.png"/><Relationship Id="rId6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57.png"/><Relationship Id="rId15" Type="http://schemas.openxmlformats.org/officeDocument/2006/relationships/customXml" Target="../ink/ink53.xml"/><Relationship Id="rId23" Type="http://schemas.openxmlformats.org/officeDocument/2006/relationships/customXml" Target="../ink/ink57.xml"/><Relationship Id="rId28" Type="http://schemas.openxmlformats.org/officeDocument/2006/relationships/image" Target="../media/image69.png"/><Relationship Id="rId36" Type="http://schemas.openxmlformats.org/officeDocument/2006/relationships/image" Target="../media/image73.png"/><Relationship Id="rId49" Type="http://schemas.openxmlformats.org/officeDocument/2006/relationships/customXml" Target="../ink/ink70.xml"/><Relationship Id="rId57" Type="http://schemas.openxmlformats.org/officeDocument/2006/relationships/customXml" Target="../ink/ink74.xml"/><Relationship Id="rId10" Type="http://schemas.openxmlformats.org/officeDocument/2006/relationships/image" Target="../media/image60.png"/><Relationship Id="rId31" Type="http://schemas.openxmlformats.org/officeDocument/2006/relationships/customXml" Target="../ink/ink61.xml"/><Relationship Id="rId44" Type="http://schemas.openxmlformats.org/officeDocument/2006/relationships/image" Target="../media/image77.png"/><Relationship Id="rId52" Type="http://schemas.openxmlformats.org/officeDocument/2006/relationships/image" Target="../media/image81.png"/><Relationship Id="rId60" Type="http://schemas.openxmlformats.org/officeDocument/2006/relationships/image" Target="../media/image85.png"/><Relationship Id="rId4" Type="http://schemas.openxmlformats.org/officeDocument/2006/relationships/image" Target="../media/image55.png"/><Relationship Id="rId9" Type="http://schemas.openxmlformats.org/officeDocument/2006/relationships/customXml" Target="../ink/ink50.xml"/></Relationships>
</file>

<file path=ppt/slides/_rels/slide5.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customXml" Target="../ink/ink83.xml"/><Relationship Id="rId18" Type="http://schemas.openxmlformats.org/officeDocument/2006/relationships/image" Target="../media/image93.png"/><Relationship Id="rId3" Type="http://schemas.openxmlformats.org/officeDocument/2006/relationships/customXml" Target="../ink/ink78.xml"/><Relationship Id="rId7" Type="http://schemas.openxmlformats.org/officeDocument/2006/relationships/customXml" Target="../ink/ink80.xml"/><Relationship Id="rId12" Type="http://schemas.openxmlformats.org/officeDocument/2006/relationships/image" Target="../media/image90.png"/><Relationship Id="rId17" Type="http://schemas.openxmlformats.org/officeDocument/2006/relationships/customXml" Target="../ink/ink85.xml"/><Relationship Id="rId2" Type="http://schemas.openxmlformats.org/officeDocument/2006/relationships/image" Target="../media/image2.png"/><Relationship Id="rId16"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customXml" Target="../ink/ink82.xml"/><Relationship Id="rId5" Type="http://schemas.openxmlformats.org/officeDocument/2006/relationships/customXml" Target="../ink/ink79.xml"/><Relationship Id="rId15" Type="http://schemas.openxmlformats.org/officeDocument/2006/relationships/customXml" Target="../ink/ink84.xml"/><Relationship Id="rId10" Type="http://schemas.openxmlformats.org/officeDocument/2006/relationships/image" Target="../media/image89.png"/><Relationship Id="rId4" Type="http://schemas.openxmlformats.org/officeDocument/2006/relationships/image" Target="../media/image60.png"/><Relationship Id="rId9" Type="http://schemas.openxmlformats.org/officeDocument/2006/relationships/customXml" Target="../ink/ink81.xml"/><Relationship Id="rId14" Type="http://schemas.openxmlformats.org/officeDocument/2006/relationships/image" Target="../media/image91.png"/></Relationships>
</file>

<file path=ppt/slides/_rels/slide6.xml.rels><?xml version="1.0" encoding="UTF-8" standalone="yes"?>
<Relationships xmlns="http://schemas.openxmlformats.org/package/2006/relationships"><Relationship Id="rId8" Type="http://schemas.openxmlformats.org/officeDocument/2006/relationships/customXml" Target="../ink/ink88.xml"/><Relationship Id="rId13" Type="http://schemas.openxmlformats.org/officeDocument/2006/relationships/image" Target="../media/image96.png"/><Relationship Id="rId18" Type="http://schemas.openxmlformats.org/officeDocument/2006/relationships/customXml" Target="../ink/ink93.xml"/><Relationship Id="rId26" Type="http://schemas.openxmlformats.org/officeDocument/2006/relationships/image" Target="../media/image102.png"/><Relationship Id="rId3" Type="http://schemas.openxmlformats.org/officeDocument/2006/relationships/image" Target="../media/image94.png"/><Relationship Id="rId21" Type="http://schemas.openxmlformats.org/officeDocument/2006/relationships/image" Target="../media/image86.png"/><Relationship Id="rId7" Type="http://schemas.openxmlformats.org/officeDocument/2006/relationships/image" Target="../media/image65.png"/><Relationship Id="rId12" Type="http://schemas.openxmlformats.org/officeDocument/2006/relationships/customXml" Target="../ink/ink90.xml"/><Relationship Id="rId17" Type="http://schemas.openxmlformats.org/officeDocument/2006/relationships/image" Target="../media/image73.png"/><Relationship Id="rId25" Type="http://schemas.openxmlformats.org/officeDocument/2006/relationships/image" Target="../media/image101.png"/><Relationship Id="rId2" Type="http://schemas.openxmlformats.org/officeDocument/2006/relationships/image" Target="../media/image2.png"/><Relationship Id="rId16" Type="http://schemas.openxmlformats.org/officeDocument/2006/relationships/customXml" Target="../ink/ink92.xml"/><Relationship Id="rId20" Type="http://schemas.openxmlformats.org/officeDocument/2006/relationships/customXml" Target="../ink/ink94.xml"/><Relationship Id="rId29"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customXml" Target="../ink/ink87.xml"/><Relationship Id="rId11" Type="http://schemas.openxmlformats.org/officeDocument/2006/relationships/image" Target="../media/image95.png"/><Relationship Id="rId24" Type="http://schemas.openxmlformats.org/officeDocument/2006/relationships/image" Target="../media/image100.png"/><Relationship Id="rId5" Type="http://schemas.openxmlformats.org/officeDocument/2006/relationships/image" Target="../media/image60.png"/><Relationship Id="rId15" Type="http://schemas.openxmlformats.org/officeDocument/2006/relationships/image" Target="../media/image97.png"/><Relationship Id="rId23" Type="http://schemas.openxmlformats.org/officeDocument/2006/relationships/image" Target="../media/image99.png"/><Relationship Id="rId28" Type="http://schemas.openxmlformats.org/officeDocument/2006/relationships/customXml" Target="../ink/ink95.xml"/><Relationship Id="rId10" Type="http://schemas.openxmlformats.org/officeDocument/2006/relationships/customXml" Target="../ink/ink89.xml"/><Relationship Id="rId19" Type="http://schemas.openxmlformats.org/officeDocument/2006/relationships/image" Target="../media/image74.png"/><Relationship Id="rId4" Type="http://schemas.openxmlformats.org/officeDocument/2006/relationships/customXml" Target="../ink/ink86.xml"/><Relationship Id="rId9" Type="http://schemas.openxmlformats.org/officeDocument/2006/relationships/image" Target="../media/image66.png"/><Relationship Id="rId14" Type="http://schemas.openxmlformats.org/officeDocument/2006/relationships/customXml" Target="../ink/ink91.xml"/><Relationship Id="rId22" Type="http://schemas.openxmlformats.org/officeDocument/2006/relationships/image" Target="../media/image98.png"/><Relationship Id="rId27" Type="http://schemas.openxmlformats.org/officeDocument/2006/relationships/image" Target="../media/image103.png"/></Relationships>
</file>

<file path=ppt/slides/_rels/slide7.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customXml" Target="../ink/ink101.xml"/><Relationship Id="rId18" Type="http://schemas.openxmlformats.org/officeDocument/2006/relationships/image" Target="../media/image106.png"/><Relationship Id="rId26" Type="http://schemas.openxmlformats.org/officeDocument/2006/relationships/customXml" Target="../ink/ink103.xml"/><Relationship Id="rId3" Type="http://schemas.openxmlformats.org/officeDocument/2006/relationships/customXml" Target="../ink/ink96.xml"/><Relationship Id="rId21" Type="http://schemas.openxmlformats.org/officeDocument/2006/relationships/image" Target="../media/image109.png"/><Relationship Id="rId7" Type="http://schemas.openxmlformats.org/officeDocument/2006/relationships/customXml" Target="../ink/ink98.xml"/><Relationship Id="rId12" Type="http://schemas.openxmlformats.org/officeDocument/2006/relationships/image" Target="../media/image73.png"/><Relationship Id="rId17" Type="http://schemas.openxmlformats.org/officeDocument/2006/relationships/image" Target="../media/image105.png"/><Relationship Id="rId25" Type="http://schemas.openxmlformats.org/officeDocument/2006/relationships/image" Target="../media/image113.png"/><Relationship Id="rId2" Type="http://schemas.openxmlformats.org/officeDocument/2006/relationships/image" Target="../media/image2.png"/><Relationship Id="rId16" Type="http://schemas.openxmlformats.org/officeDocument/2006/relationships/image" Target="../media/image86.png"/><Relationship Id="rId20"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95.png"/><Relationship Id="rId11" Type="http://schemas.openxmlformats.org/officeDocument/2006/relationships/customXml" Target="../ink/ink100.xml"/><Relationship Id="rId24" Type="http://schemas.openxmlformats.org/officeDocument/2006/relationships/image" Target="../media/image112.png"/><Relationship Id="rId5" Type="http://schemas.openxmlformats.org/officeDocument/2006/relationships/customXml" Target="../ink/ink97.xml"/><Relationship Id="rId15" Type="http://schemas.openxmlformats.org/officeDocument/2006/relationships/customXml" Target="../ink/ink102.xml"/><Relationship Id="rId23" Type="http://schemas.openxmlformats.org/officeDocument/2006/relationships/image" Target="../media/image111.png"/><Relationship Id="rId10" Type="http://schemas.openxmlformats.org/officeDocument/2006/relationships/image" Target="../media/image97.png"/><Relationship Id="rId19" Type="http://schemas.openxmlformats.org/officeDocument/2006/relationships/image" Target="../media/image107.png"/><Relationship Id="rId4" Type="http://schemas.openxmlformats.org/officeDocument/2006/relationships/image" Target="../media/image60.png"/><Relationship Id="rId9" Type="http://schemas.openxmlformats.org/officeDocument/2006/relationships/customXml" Target="../ink/ink99.xml"/><Relationship Id="rId14" Type="http://schemas.openxmlformats.org/officeDocument/2006/relationships/image" Target="../media/image74.png"/><Relationship Id="rId22" Type="http://schemas.openxmlformats.org/officeDocument/2006/relationships/image" Target="../media/image110.png"/><Relationship Id="rId27" Type="http://schemas.openxmlformats.org/officeDocument/2006/relationships/image" Target="../media/image114.png"/></Relationships>
</file>

<file path=ppt/slides/_rels/slide8.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customXml" Target="../ink/ink109.xml"/><Relationship Id="rId18" Type="http://schemas.openxmlformats.org/officeDocument/2006/relationships/image" Target="../media/image118.png"/><Relationship Id="rId3" Type="http://schemas.openxmlformats.org/officeDocument/2006/relationships/customXml" Target="../ink/ink104.xml"/><Relationship Id="rId21" Type="http://schemas.openxmlformats.org/officeDocument/2006/relationships/image" Target="../media/image120.png"/><Relationship Id="rId7" Type="http://schemas.openxmlformats.org/officeDocument/2006/relationships/customXml" Target="../ink/ink106.xml"/><Relationship Id="rId12" Type="http://schemas.openxmlformats.org/officeDocument/2006/relationships/image" Target="../media/image73.png"/><Relationship Id="rId17" Type="http://schemas.openxmlformats.org/officeDocument/2006/relationships/image" Target="../media/image117.png"/><Relationship Id="rId2" Type="http://schemas.openxmlformats.org/officeDocument/2006/relationships/image" Target="../media/image2.png"/><Relationship Id="rId16" Type="http://schemas.openxmlformats.org/officeDocument/2006/relationships/image" Target="../media/image116.png"/><Relationship Id="rId20" Type="http://schemas.openxmlformats.org/officeDocument/2006/relationships/customXml" Target="../ink/ink110.xml"/><Relationship Id="rId1" Type="http://schemas.openxmlformats.org/officeDocument/2006/relationships/slideLayout" Target="../slideLayouts/slideLayout2.xml"/><Relationship Id="rId6" Type="http://schemas.openxmlformats.org/officeDocument/2006/relationships/image" Target="../media/image95.png"/><Relationship Id="rId11" Type="http://schemas.openxmlformats.org/officeDocument/2006/relationships/customXml" Target="../ink/ink108.xml"/><Relationship Id="rId5" Type="http://schemas.openxmlformats.org/officeDocument/2006/relationships/customXml" Target="../ink/ink105.xml"/><Relationship Id="rId15" Type="http://schemas.openxmlformats.org/officeDocument/2006/relationships/image" Target="../media/image115.png"/><Relationship Id="rId10" Type="http://schemas.openxmlformats.org/officeDocument/2006/relationships/image" Target="../media/image97.png"/><Relationship Id="rId19" Type="http://schemas.openxmlformats.org/officeDocument/2006/relationships/image" Target="../media/image119.png"/><Relationship Id="rId4" Type="http://schemas.openxmlformats.org/officeDocument/2006/relationships/image" Target="../media/image60.png"/><Relationship Id="rId9" Type="http://schemas.openxmlformats.org/officeDocument/2006/relationships/customXml" Target="../ink/ink107.xml"/><Relationship Id="rId14" Type="http://schemas.openxmlformats.org/officeDocument/2006/relationships/image" Target="../media/image74.png"/></Relationships>
</file>

<file path=ppt/slides/_rels/slide9.xml.rels><?xml version="1.0" encoding="UTF-8" standalone="yes"?>
<Relationships xmlns="http://schemas.openxmlformats.org/package/2006/relationships"><Relationship Id="rId3" Type="http://schemas.openxmlformats.org/officeDocument/2006/relationships/customXml" Target="../ink/ink111.xml"/><Relationship Id="rId7" Type="http://schemas.openxmlformats.org/officeDocument/2006/relationships/image" Target="../media/image12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ustomXml" Target="../ink/ink112.xml"/><Relationship Id="rId5" Type="http://schemas.openxmlformats.org/officeDocument/2006/relationships/image" Target="../media/image121.png"/><Relationship Id="rId4" Type="http://schemas.openxmlformats.org/officeDocument/2006/relationships/image" Target="../media/image60.png"/></Relationships>
</file>

<file path=ppt/slides/_rels/slide10.xml.rels><?xml version="1.0" encoding="UTF-8" standalone="yes"?>
<Relationships xmlns="http://schemas.openxmlformats.org/package/2006/relationships"><Relationship Id="rId3" Type="http://schemas.openxmlformats.org/officeDocument/2006/relationships/customXml" Target="../ink/ink113.xm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image" Target="../media/image60.png"/></Relationships>
</file>

<file path=ppt/slides/_rels/slide11.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customXml" Target="../ink/ink114.xml"/><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image" Target="../media/image2.png"/><Relationship Id="rId16"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customXml" Target="../ink/ink115.xml"/><Relationship Id="rId10" Type="http://schemas.openxmlformats.org/officeDocument/2006/relationships/image" Target="../media/image129.png"/><Relationship Id="rId4" Type="http://schemas.openxmlformats.org/officeDocument/2006/relationships/image" Target="../media/image60.png"/><Relationship Id="rId9" Type="http://schemas.openxmlformats.org/officeDocument/2006/relationships/image" Target="../media/image128.png"/><Relationship Id="rId14" Type="http://schemas.openxmlformats.org/officeDocument/2006/relationships/image" Target="../media/image133.png"/></Relationships>
</file>

<file path=ppt/slides/_rels/slide12.xml.rels><?xml version="1.0" encoding="UTF-8" standalone="yes"?>
<Relationships xmlns="http://schemas.openxmlformats.org/package/2006/relationships"><Relationship Id="rId3" Type="http://schemas.openxmlformats.org/officeDocument/2006/relationships/customXml" Target="../ink/ink116.xml"/><Relationship Id="rId7" Type="http://schemas.openxmlformats.org/officeDocument/2006/relationships/image" Target="../media/image13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60.png"/></Relationships>
</file>

<file path=ppt/slides/_rels/slide13.xml.rels><?xml version="1.0" encoding="UTF-8" standalone="yes"?>
<Relationships xmlns="http://schemas.openxmlformats.org/package/2006/relationships"><Relationship Id="rId3" Type="http://schemas.openxmlformats.org/officeDocument/2006/relationships/customXml" Target="../ink/ink117.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8.png"/></Relationships>
</file>

<file path=ppt/slides/_rels/slide14.xml.rels><?xml version="1.0" encoding="UTF-8" standalone="yes"?>
<Relationships xmlns="http://schemas.openxmlformats.org/package/2006/relationships"><Relationship Id="rId3" Type="http://schemas.openxmlformats.org/officeDocument/2006/relationships/image" Target="../media/image139.png"/><Relationship Id="rId7" Type="http://schemas.openxmlformats.org/officeDocument/2006/relationships/image" Target="../media/image14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ustomXml" Target="../ink/ink118.xml"/><Relationship Id="rId5" Type="http://schemas.openxmlformats.org/officeDocument/2006/relationships/image" Target="../media/image141.png"/><Relationship Id="rId4" Type="http://schemas.openxmlformats.org/officeDocument/2006/relationships/image" Target="../media/image140.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43.png"/><Relationship Id="rId4" Type="http://schemas.openxmlformats.org/officeDocument/2006/relationships/customXml" Target="../ink/ink119.xml"/></Relationships>
</file>

<file path=ppt/slides/_rels/slide16.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3.png"/><Relationship Id="rId3" Type="http://schemas.openxmlformats.org/officeDocument/2006/relationships/image" Target="../media/image144.png"/><Relationship Id="rId7" Type="http://schemas.openxmlformats.org/officeDocument/2006/relationships/image" Target="../media/image148.png"/><Relationship Id="rId12" Type="http://schemas.openxmlformats.org/officeDocument/2006/relationships/customXml" Target="../ink/ink120.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7.png"/><Relationship Id="rId11" Type="http://schemas.openxmlformats.org/officeDocument/2006/relationships/image" Target="../media/image152.png"/><Relationship Id="rId5" Type="http://schemas.openxmlformats.org/officeDocument/2006/relationships/image" Target="../media/image146.png"/><Relationship Id="rId10" Type="http://schemas.openxmlformats.org/officeDocument/2006/relationships/image" Target="../media/image151.png"/><Relationship Id="rId4" Type="http://schemas.openxmlformats.org/officeDocument/2006/relationships/image" Target="../media/image145.png"/><Relationship Id="rId9" Type="http://schemas.openxmlformats.org/officeDocument/2006/relationships/image" Target="../media/image150.png"/></Relationships>
</file>

<file path=ppt/slides/_rels/slide17.xml.rels><?xml version="1.0" encoding="UTF-8" standalone="yes"?>
<Relationships xmlns="http://schemas.openxmlformats.org/package/2006/relationships"><Relationship Id="rId3" Type="http://schemas.openxmlformats.org/officeDocument/2006/relationships/customXml" Target="../ink/ink121.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4.png"/></Relationships>
</file>

<file path=ppt/slides/_rels/slide1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56.png"/><Relationship Id="rId4" Type="http://schemas.openxmlformats.org/officeDocument/2006/relationships/customXml" Target="../ink/ink122.xml"/></Relationships>
</file>

<file path=ppt/slides/_rels/slide19.xml.rels><?xml version="1.0" encoding="UTF-8" standalone="yes"?>
<Relationships xmlns="http://schemas.openxmlformats.org/package/2006/relationships"><Relationship Id="rId3" Type="http://schemas.openxmlformats.org/officeDocument/2006/relationships/customXml" Target="../ink/ink123.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20.xml.rels><?xml version="1.0" encoding="UTF-8" standalone="yes"?>
<Relationships xmlns="http://schemas.openxmlformats.org/package/2006/relationships"><Relationship Id="rId3" Type="http://schemas.openxmlformats.org/officeDocument/2006/relationships/customXml" Target="../ink/ink12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customXml" Target="../ink/ink125.xml"/><Relationship Id="rId4" Type="http://schemas.openxmlformats.org/officeDocument/2006/relationships/image" Target="../media/image1560.png"/></Relationships>
</file>

<file path=ppt/slides/_rels/slide21.xml.rels><?xml version="1.0" encoding="UTF-8" standalone="yes"?>
<Relationships xmlns="http://schemas.openxmlformats.org/package/2006/relationships"><Relationship Id="rId3" Type="http://schemas.openxmlformats.org/officeDocument/2006/relationships/image" Target="../media/image159.png"/><Relationship Id="rId7" Type="http://schemas.openxmlformats.org/officeDocument/2006/relationships/image" Target="../media/image16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ustomXml" Target="../ink/ink126.xml"/><Relationship Id="rId5" Type="http://schemas.openxmlformats.org/officeDocument/2006/relationships/image" Target="../media/image161.png"/><Relationship Id="rId4" Type="http://schemas.openxmlformats.org/officeDocument/2006/relationships/image" Target="../media/image160.png"/></Relationships>
</file>

<file path=ppt/slides/_rels/slide2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64.png"/><Relationship Id="rId5" Type="http://schemas.openxmlformats.org/officeDocument/2006/relationships/customXml" Target="../ink/ink127.xml"/><Relationship Id="rId4" Type="http://schemas.openxmlformats.org/officeDocument/2006/relationships/image" Target="../media/image163.png"/></Relationships>
</file>

<file path=ppt/slides/_rels/slide23.xml.rels><?xml version="1.0" encoding="UTF-8" standalone="yes"?>
<Relationships xmlns="http://schemas.openxmlformats.org/package/2006/relationships"><Relationship Id="rId8" Type="http://schemas.openxmlformats.org/officeDocument/2006/relationships/customXml" Target="../ink/ink130.xml"/><Relationship Id="rId13" Type="http://schemas.openxmlformats.org/officeDocument/2006/relationships/image" Target="../media/image169.png"/><Relationship Id="rId3" Type="http://schemas.openxmlformats.org/officeDocument/2006/relationships/image" Target="../media/image163.png"/><Relationship Id="rId7" Type="http://schemas.openxmlformats.org/officeDocument/2006/relationships/image" Target="../media/image166.png"/><Relationship Id="rId12" Type="http://schemas.openxmlformats.org/officeDocument/2006/relationships/customXml" Target="../ink/ink132.xml"/><Relationship Id="rId17" Type="http://schemas.openxmlformats.org/officeDocument/2006/relationships/image" Target="../media/image171.png"/><Relationship Id="rId2" Type="http://schemas.openxmlformats.org/officeDocument/2006/relationships/image" Target="../media/image2.png"/><Relationship Id="rId16" Type="http://schemas.openxmlformats.org/officeDocument/2006/relationships/customXml" Target="../ink/ink134.xml"/><Relationship Id="rId1" Type="http://schemas.openxmlformats.org/officeDocument/2006/relationships/slideLayout" Target="../slideLayouts/slideLayout2.xml"/><Relationship Id="rId6" Type="http://schemas.openxmlformats.org/officeDocument/2006/relationships/customXml" Target="../ink/ink129.xml"/><Relationship Id="rId11" Type="http://schemas.openxmlformats.org/officeDocument/2006/relationships/image" Target="../media/image168.png"/><Relationship Id="rId5" Type="http://schemas.openxmlformats.org/officeDocument/2006/relationships/image" Target="../media/image165.png"/><Relationship Id="rId15" Type="http://schemas.openxmlformats.org/officeDocument/2006/relationships/image" Target="../media/image170.png"/><Relationship Id="rId10" Type="http://schemas.openxmlformats.org/officeDocument/2006/relationships/customXml" Target="../ink/ink131.xml"/><Relationship Id="rId4" Type="http://schemas.openxmlformats.org/officeDocument/2006/relationships/customXml" Target="../ink/ink128.xml"/><Relationship Id="rId9" Type="http://schemas.openxmlformats.org/officeDocument/2006/relationships/image" Target="../media/image167.png"/><Relationship Id="rId14" Type="http://schemas.openxmlformats.org/officeDocument/2006/relationships/customXml" Target="../ink/ink133.xml"/></Relationships>
</file>

<file path=ppt/slides/_rels/slide24.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2.png"/><Relationship Id="rId4" Type="http://schemas.openxmlformats.org/officeDocument/2006/relationships/customXml" Target="../ink/ink135.xml"/></Relationships>
</file>

<file path=ppt/slides/_rels/slide25.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3.png"/><Relationship Id="rId4" Type="http://schemas.openxmlformats.org/officeDocument/2006/relationships/customXml" Target="../ink/ink136.xml"/></Relationships>
</file>

<file path=ppt/slides/_rels/slide26.xml.rels><?xml version="1.0" encoding="UTF-8" standalone="yes"?>
<Relationships xmlns="http://schemas.openxmlformats.org/package/2006/relationships"><Relationship Id="rId3" Type="http://schemas.openxmlformats.org/officeDocument/2006/relationships/customXml" Target="../ink/ink137.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4.png"/></Relationships>
</file>

<file path=ppt/slides/_rels/slide2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6.png"/><Relationship Id="rId4" Type="http://schemas.openxmlformats.org/officeDocument/2006/relationships/customXml" Target="../ink/ink138.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customXml" Target="../ink/ink141.xml"/><Relationship Id="rId3" Type="http://schemas.openxmlformats.org/officeDocument/2006/relationships/image" Target="../media/image175.png"/><Relationship Id="rId7" Type="http://schemas.openxmlformats.org/officeDocument/2006/relationships/image" Target="../media/image17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ustomXml" Target="../ink/ink140.xml"/><Relationship Id="rId11" Type="http://schemas.openxmlformats.org/officeDocument/2006/relationships/image" Target="../media/image180.png"/><Relationship Id="rId5" Type="http://schemas.openxmlformats.org/officeDocument/2006/relationships/image" Target="../media/image177.png"/><Relationship Id="rId10" Type="http://schemas.openxmlformats.org/officeDocument/2006/relationships/customXml" Target="../ink/ink142.xml"/><Relationship Id="rId4" Type="http://schemas.openxmlformats.org/officeDocument/2006/relationships/customXml" Target="../ink/ink139.xml"/><Relationship Id="rId9" Type="http://schemas.openxmlformats.org/officeDocument/2006/relationships/image" Target="../media/image179.png"/></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17" Type="http://schemas.openxmlformats.org/officeDocument/2006/relationships/customXml" Target="../ink/ink200.xml"/><Relationship Id="rId21" Type="http://schemas.openxmlformats.org/officeDocument/2006/relationships/customXml" Target="../ink/ink152.xml"/><Relationship Id="rId42" Type="http://schemas.openxmlformats.org/officeDocument/2006/relationships/image" Target="../media/image184.png"/><Relationship Id="rId63" Type="http://schemas.openxmlformats.org/officeDocument/2006/relationships/customXml" Target="../ink/ink173.xml"/><Relationship Id="rId84" Type="http://schemas.openxmlformats.org/officeDocument/2006/relationships/image" Target="../media/image205.png"/><Relationship Id="rId138" Type="http://schemas.openxmlformats.org/officeDocument/2006/relationships/image" Target="../media/image232.png"/><Relationship Id="rId159" Type="http://schemas.openxmlformats.org/officeDocument/2006/relationships/customXml" Target="../ink/ink221.xml"/><Relationship Id="rId170" Type="http://schemas.openxmlformats.org/officeDocument/2006/relationships/image" Target="../media/image248.png"/><Relationship Id="rId107" Type="http://schemas.openxmlformats.org/officeDocument/2006/relationships/customXml" Target="../ink/ink195.xml"/><Relationship Id="rId11" Type="http://schemas.openxmlformats.org/officeDocument/2006/relationships/customXml" Target="../ink/ink147.xml"/><Relationship Id="rId32" Type="http://schemas.openxmlformats.org/officeDocument/2006/relationships/image" Target="../media/image1790.png"/><Relationship Id="rId53" Type="http://schemas.openxmlformats.org/officeDocument/2006/relationships/customXml" Target="../ink/ink168.xml"/><Relationship Id="rId74" Type="http://schemas.openxmlformats.org/officeDocument/2006/relationships/image" Target="../media/image200.png"/><Relationship Id="rId128" Type="http://schemas.openxmlformats.org/officeDocument/2006/relationships/image" Target="../media/image227.png"/><Relationship Id="rId149" Type="http://schemas.openxmlformats.org/officeDocument/2006/relationships/customXml" Target="../ink/ink216.xml"/><Relationship Id="rId5" Type="http://schemas.openxmlformats.org/officeDocument/2006/relationships/customXml" Target="../ink/ink144.xml"/><Relationship Id="rId95" Type="http://schemas.openxmlformats.org/officeDocument/2006/relationships/customXml" Target="../ink/ink189.xml"/><Relationship Id="rId160" Type="http://schemas.openxmlformats.org/officeDocument/2006/relationships/image" Target="../media/image243.png"/><Relationship Id="rId181" Type="http://schemas.openxmlformats.org/officeDocument/2006/relationships/image" Target="../media/image253.png"/><Relationship Id="rId22" Type="http://schemas.openxmlformats.org/officeDocument/2006/relationships/image" Target="../media/image1740.png"/><Relationship Id="rId43" Type="http://schemas.openxmlformats.org/officeDocument/2006/relationships/customXml" Target="../ink/ink163.xml"/><Relationship Id="rId64" Type="http://schemas.openxmlformats.org/officeDocument/2006/relationships/image" Target="../media/image195.png"/><Relationship Id="rId118" Type="http://schemas.openxmlformats.org/officeDocument/2006/relationships/image" Target="../media/image222.png"/><Relationship Id="rId139" Type="http://schemas.openxmlformats.org/officeDocument/2006/relationships/customXml" Target="../ink/ink211.xml"/><Relationship Id="rId85" Type="http://schemas.openxmlformats.org/officeDocument/2006/relationships/customXml" Target="../ink/ink184.xml"/><Relationship Id="rId150" Type="http://schemas.openxmlformats.org/officeDocument/2006/relationships/image" Target="../media/image238.png"/><Relationship Id="rId171" Type="http://schemas.openxmlformats.org/officeDocument/2006/relationships/customXml" Target="../ink/ink227.xml"/><Relationship Id="rId12" Type="http://schemas.openxmlformats.org/officeDocument/2006/relationships/image" Target="../media/image1690.png"/><Relationship Id="rId33" Type="http://schemas.openxmlformats.org/officeDocument/2006/relationships/customXml" Target="../ink/ink158.xml"/><Relationship Id="rId108" Type="http://schemas.openxmlformats.org/officeDocument/2006/relationships/image" Target="../media/image217.png"/><Relationship Id="rId129" Type="http://schemas.openxmlformats.org/officeDocument/2006/relationships/customXml" Target="../ink/ink206.xml"/><Relationship Id="rId54" Type="http://schemas.openxmlformats.org/officeDocument/2006/relationships/image" Target="../media/image190.png"/><Relationship Id="rId75" Type="http://schemas.openxmlformats.org/officeDocument/2006/relationships/customXml" Target="../ink/ink179.xml"/><Relationship Id="rId96" Type="http://schemas.openxmlformats.org/officeDocument/2006/relationships/image" Target="../media/image211.png"/><Relationship Id="rId140" Type="http://schemas.openxmlformats.org/officeDocument/2006/relationships/image" Target="../media/image233.png"/><Relationship Id="rId161" Type="http://schemas.openxmlformats.org/officeDocument/2006/relationships/customXml" Target="../ink/ink222.xml"/><Relationship Id="rId6" Type="http://schemas.openxmlformats.org/officeDocument/2006/relationships/image" Target="../media/image1660.png"/><Relationship Id="rId23" Type="http://schemas.openxmlformats.org/officeDocument/2006/relationships/customXml" Target="../ink/ink153.xml"/><Relationship Id="rId119" Type="http://schemas.openxmlformats.org/officeDocument/2006/relationships/customXml" Target="../ink/ink201.xml"/><Relationship Id="rId44" Type="http://schemas.openxmlformats.org/officeDocument/2006/relationships/image" Target="../media/image185.png"/><Relationship Id="rId60" Type="http://schemas.openxmlformats.org/officeDocument/2006/relationships/image" Target="../media/image193.png"/><Relationship Id="rId65" Type="http://schemas.openxmlformats.org/officeDocument/2006/relationships/customXml" Target="../ink/ink174.xml"/><Relationship Id="rId81" Type="http://schemas.openxmlformats.org/officeDocument/2006/relationships/customXml" Target="../ink/ink182.xml"/><Relationship Id="rId86" Type="http://schemas.openxmlformats.org/officeDocument/2006/relationships/image" Target="../media/image206.png"/><Relationship Id="rId130" Type="http://schemas.openxmlformats.org/officeDocument/2006/relationships/image" Target="../media/image228.png"/><Relationship Id="rId135" Type="http://schemas.openxmlformats.org/officeDocument/2006/relationships/customXml" Target="../ink/ink209.xml"/><Relationship Id="rId151" Type="http://schemas.openxmlformats.org/officeDocument/2006/relationships/customXml" Target="../ink/ink217.xml"/><Relationship Id="rId156" Type="http://schemas.openxmlformats.org/officeDocument/2006/relationships/image" Target="../media/image241.png"/><Relationship Id="rId177" Type="http://schemas.openxmlformats.org/officeDocument/2006/relationships/image" Target="../media/image251.png"/><Relationship Id="rId172" Type="http://schemas.openxmlformats.org/officeDocument/2006/relationships/customXml" Target="../ink/ink228.xml"/><Relationship Id="rId13" Type="http://schemas.openxmlformats.org/officeDocument/2006/relationships/customXml" Target="../ink/ink148.xml"/><Relationship Id="rId18" Type="http://schemas.openxmlformats.org/officeDocument/2006/relationships/image" Target="../media/image1720.png"/><Relationship Id="rId39" Type="http://schemas.openxmlformats.org/officeDocument/2006/relationships/customXml" Target="../ink/ink161.xml"/><Relationship Id="rId109" Type="http://schemas.openxmlformats.org/officeDocument/2006/relationships/customXml" Target="../ink/ink196.xml"/><Relationship Id="rId34" Type="http://schemas.openxmlformats.org/officeDocument/2006/relationships/image" Target="../media/image1800.png"/><Relationship Id="rId50" Type="http://schemas.openxmlformats.org/officeDocument/2006/relationships/image" Target="../media/image188.png"/><Relationship Id="rId55" Type="http://schemas.openxmlformats.org/officeDocument/2006/relationships/customXml" Target="../ink/ink169.xml"/><Relationship Id="rId76" Type="http://schemas.openxmlformats.org/officeDocument/2006/relationships/image" Target="../media/image201.png"/><Relationship Id="rId97" Type="http://schemas.openxmlformats.org/officeDocument/2006/relationships/customXml" Target="../ink/ink190.xml"/><Relationship Id="rId104" Type="http://schemas.openxmlformats.org/officeDocument/2006/relationships/image" Target="../media/image215.png"/><Relationship Id="rId120" Type="http://schemas.openxmlformats.org/officeDocument/2006/relationships/image" Target="../media/image223.png"/><Relationship Id="rId125" Type="http://schemas.openxmlformats.org/officeDocument/2006/relationships/customXml" Target="../ink/ink204.xml"/><Relationship Id="rId141" Type="http://schemas.openxmlformats.org/officeDocument/2006/relationships/customXml" Target="../ink/ink212.xml"/><Relationship Id="rId146" Type="http://schemas.openxmlformats.org/officeDocument/2006/relationships/image" Target="../media/image236.png"/><Relationship Id="rId167" Type="http://schemas.openxmlformats.org/officeDocument/2006/relationships/customXml" Target="../ink/ink225.xml"/><Relationship Id="rId7" Type="http://schemas.openxmlformats.org/officeDocument/2006/relationships/customXml" Target="../ink/ink145.xml"/><Relationship Id="rId71" Type="http://schemas.openxmlformats.org/officeDocument/2006/relationships/customXml" Target="../ink/ink177.xml"/><Relationship Id="rId92" Type="http://schemas.openxmlformats.org/officeDocument/2006/relationships/image" Target="../media/image209.png"/><Relationship Id="rId162" Type="http://schemas.openxmlformats.org/officeDocument/2006/relationships/image" Target="../media/image244.png"/><Relationship Id="rId2" Type="http://schemas.openxmlformats.org/officeDocument/2006/relationships/image" Target="../media/image2.png"/><Relationship Id="rId29" Type="http://schemas.openxmlformats.org/officeDocument/2006/relationships/customXml" Target="../ink/ink156.xml"/><Relationship Id="rId24" Type="http://schemas.openxmlformats.org/officeDocument/2006/relationships/image" Target="../media/image1750.png"/><Relationship Id="rId40" Type="http://schemas.openxmlformats.org/officeDocument/2006/relationships/image" Target="../media/image183.png"/><Relationship Id="rId45" Type="http://schemas.openxmlformats.org/officeDocument/2006/relationships/customXml" Target="../ink/ink164.xml"/><Relationship Id="rId66" Type="http://schemas.openxmlformats.org/officeDocument/2006/relationships/image" Target="../media/image196.png"/><Relationship Id="rId87" Type="http://schemas.openxmlformats.org/officeDocument/2006/relationships/customXml" Target="../ink/ink185.xml"/><Relationship Id="rId110" Type="http://schemas.openxmlformats.org/officeDocument/2006/relationships/image" Target="../media/image218.png"/><Relationship Id="rId115" Type="http://schemas.openxmlformats.org/officeDocument/2006/relationships/customXml" Target="../ink/ink199.xml"/><Relationship Id="rId131" Type="http://schemas.openxmlformats.org/officeDocument/2006/relationships/customXml" Target="../ink/ink207.xml"/><Relationship Id="rId136" Type="http://schemas.openxmlformats.org/officeDocument/2006/relationships/image" Target="../media/image231.png"/><Relationship Id="rId157" Type="http://schemas.openxmlformats.org/officeDocument/2006/relationships/customXml" Target="../ink/ink220.xml"/><Relationship Id="rId178" Type="http://schemas.openxmlformats.org/officeDocument/2006/relationships/customXml" Target="../ink/ink231.xml"/><Relationship Id="rId61" Type="http://schemas.openxmlformats.org/officeDocument/2006/relationships/customXml" Target="../ink/ink172.xml"/><Relationship Id="rId82" Type="http://schemas.openxmlformats.org/officeDocument/2006/relationships/image" Target="../media/image204.png"/><Relationship Id="rId152" Type="http://schemas.openxmlformats.org/officeDocument/2006/relationships/image" Target="../media/image239.png"/><Relationship Id="rId173" Type="http://schemas.openxmlformats.org/officeDocument/2006/relationships/image" Target="../media/image249.png"/><Relationship Id="rId19" Type="http://schemas.openxmlformats.org/officeDocument/2006/relationships/customXml" Target="../ink/ink151.xml"/><Relationship Id="rId14" Type="http://schemas.openxmlformats.org/officeDocument/2006/relationships/image" Target="../media/image1700.png"/><Relationship Id="rId30" Type="http://schemas.openxmlformats.org/officeDocument/2006/relationships/image" Target="../media/image1780.png"/><Relationship Id="rId35" Type="http://schemas.openxmlformats.org/officeDocument/2006/relationships/customXml" Target="../ink/ink159.xml"/><Relationship Id="rId56" Type="http://schemas.openxmlformats.org/officeDocument/2006/relationships/image" Target="../media/image191.png"/><Relationship Id="rId77" Type="http://schemas.openxmlformats.org/officeDocument/2006/relationships/customXml" Target="../ink/ink180.xml"/><Relationship Id="rId100" Type="http://schemas.openxmlformats.org/officeDocument/2006/relationships/image" Target="../media/image213.png"/><Relationship Id="rId105" Type="http://schemas.openxmlformats.org/officeDocument/2006/relationships/customXml" Target="../ink/ink194.xml"/><Relationship Id="rId126" Type="http://schemas.openxmlformats.org/officeDocument/2006/relationships/image" Target="../media/image226.png"/><Relationship Id="rId147" Type="http://schemas.openxmlformats.org/officeDocument/2006/relationships/customXml" Target="../ink/ink215.xml"/><Relationship Id="rId168" Type="http://schemas.openxmlformats.org/officeDocument/2006/relationships/image" Target="../media/image247.png"/><Relationship Id="rId8" Type="http://schemas.openxmlformats.org/officeDocument/2006/relationships/image" Target="../media/image1670.png"/><Relationship Id="rId51" Type="http://schemas.openxmlformats.org/officeDocument/2006/relationships/customXml" Target="../ink/ink167.xml"/><Relationship Id="rId72" Type="http://schemas.openxmlformats.org/officeDocument/2006/relationships/image" Target="../media/image199.png"/><Relationship Id="rId93" Type="http://schemas.openxmlformats.org/officeDocument/2006/relationships/customXml" Target="../ink/ink188.xml"/><Relationship Id="rId98" Type="http://schemas.openxmlformats.org/officeDocument/2006/relationships/image" Target="../media/image212.png"/><Relationship Id="rId121" Type="http://schemas.openxmlformats.org/officeDocument/2006/relationships/customXml" Target="../ink/ink202.xml"/><Relationship Id="rId142" Type="http://schemas.openxmlformats.org/officeDocument/2006/relationships/image" Target="../media/image234.png"/><Relationship Id="rId163" Type="http://schemas.openxmlformats.org/officeDocument/2006/relationships/customXml" Target="../ink/ink223.xml"/><Relationship Id="rId3" Type="http://schemas.openxmlformats.org/officeDocument/2006/relationships/customXml" Target="../ink/ink143.xml"/><Relationship Id="rId25" Type="http://schemas.openxmlformats.org/officeDocument/2006/relationships/customXml" Target="../ink/ink154.xml"/><Relationship Id="rId46" Type="http://schemas.openxmlformats.org/officeDocument/2006/relationships/image" Target="../media/image186.png"/><Relationship Id="rId67" Type="http://schemas.openxmlformats.org/officeDocument/2006/relationships/customXml" Target="../ink/ink175.xml"/><Relationship Id="rId116" Type="http://schemas.openxmlformats.org/officeDocument/2006/relationships/image" Target="../media/image221.png"/><Relationship Id="rId137" Type="http://schemas.openxmlformats.org/officeDocument/2006/relationships/customXml" Target="../ink/ink210.xml"/><Relationship Id="rId158" Type="http://schemas.openxmlformats.org/officeDocument/2006/relationships/image" Target="../media/image242.png"/><Relationship Id="rId20" Type="http://schemas.openxmlformats.org/officeDocument/2006/relationships/image" Target="../media/image1730.png"/><Relationship Id="rId41" Type="http://schemas.openxmlformats.org/officeDocument/2006/relationships/customXml" Target="../ink/ink162.xml"/><Relationship Id="rId62" Type="http://schemas.openxmlformats.org/officeDocument/2006/relationships/image" Target="../media/image194.png"/><Relationship Id="rId83" Type="http://schemas.openxmlformats.org/officeDocument/2006/relationships/customXml" Target="../ink/ink183.xml"/><Relationship Id="rId88" Type="http://schemas.openxmlformats.org/officeDocument/2006/relationships/image" Target="../media/image207.png"/><Relationship Id="rId111" Type="http://schemas.openxmlformats.org/officeDocument/2006/relationships/customXml" Target="../ink/ink197.xml"/><Relationship Id="rId132" Type="http://schemas.openxmlformats.org/officeDocument/2006/relationships/image" Target="../media/image229.png"/><Relationship Id="rId153" Type="http://schemas.openxmlformats.org/officeDocument/2006/relationships/customXml" Target="../ink/ink218.xml"/><Relationship Id="rId174" Type="http://schemas.openxmlformats.org/officeDocument/2006/relationships/customXml" Target="../ink/ink229.xml"/><Relationship Id="rId179" Type="http://schemas.openxmlformats.org/officeDocument/2006/relationships/image" Target="../media/image252.png"/><Relationship Id="rId15" Type="http://schemas.openxmlformats.org/officeDocument/2006/relationships/customXml" Target="../ink/ink149.xml"/><Relationship Id="rId36" Type="http://schemas.openxmlformats.org/officeDocument/2006/relationships/image" Target="../media/image181.png"/><Relationship Id="rId57" Type="http://schemas.openxmlformats.org/officeDocument/2006/relationships/customXml" Target="../ink/ink170.xml"/><Relationship Id="rId106" Type="http://schemas.openxmlformats.org/officeDocument/2006/relationships/image" Target="../media/image216.png"/><Relationship Id="rId127" Type="http://schemas.openxmlformats.org/officeDocument/2006/relationships/customXml" Target="../ink/ink205.xml"/><Relationship Id="rId10" Type="http://schemas.openxmlformats.org/officeDocument/2006/relationships/image" Target="../media/image1680.png"/><Relationship Id="rId31" Type="http://schemas.openxmlformats.org/officeDocument/2006/relationships/customXml" Target="../ink/ink157.xml"/><Relationship Id="rId52" Type="http://schemas.openxmlformats.org/officeDocument/2006/relationships/image" Target="../media/image189.png"/><Relationship Id="rId73" Type="http://schemas.openxmlformats.org/officeDocument/2006/relationships/customXml" Target="../ink/ink178.xml"/><Relationship Id="rId78" Type="http://schemas.openxmlformats.org/officeDocument/2006/relationships/image" Target="../media/image202.png"/><Relationship Id="rId94" Type="http://schemas.openxmlformats.org/officeDocument/2006/relationships/image" Target="../media/image210.png"/><Relationship Id="rId99" Type="http://schemas.openxmlformats.org/officeDocument/2006/relationships/customXml" Target="../ink/ink191.xml"/><Relationship Id="rId101" Type="http://schemas.openxmlformats.org/officeDocument/2006/relationships/customXml" Target="../ink/ink192.xml"/><Relationship Id="rId122" Type="http://schemas.openxmlformats.org/officeDocument/2006/relationships/image" Target="../media/image224.png"/><Relationship Id="rId143" Type="http://schemas.openxmlformats.org/officeDocument/2006/relationships/customXml" Target="../ink/ink213.xml"/><Relationship Id="rId148" Type="http://schemas.openxmlformats.org/officeDocument/2006/relationships/image" Target="../media/image237.png"/><Relationship Id="rId164" Type="http://schemas.openxmlformats.org/officeDocument/2006/relationships/image" Target="../media/image245.png"/><Relationship Id="rId169" Type="http://schemas.openxmlformats.org/officeDocument/2006/relationships/customXml" Target="../ink/ink226.xml"/><Relationship Id="rId4" Type="http://schemas.openxmlformats.org/officeDocument/2006/relationships/image" Target="../media/image1650.png"/><Relationship Id="rId9" Type="http://schemas.openxmlformats.org/officeDocument/2006/relationships/customXml" Target="../ink/ink146.xml"/><Relationship Id="rId180" Type="http://schemas.openxmlformats.org/officeDocument/2006/relationships/customXml" Target="../ink/ink232.xml"/><Relationship Id="rId26" Type="http://schemas.openxmlformats.org/officeDocument/2006/relationships/image" Target="../media/image1760.png"/><Relationship Id="rId47" Type="http://schemas.openxmlformats.org/officeDocument/2006/relationships/customXml" Target="../ink/ink165.xml"/><Relationship Id="rId68" Type="http://schemas.openxmlformats.org/officeDocument/2006/relationships/image" Target="../media/image197.png"/><Relationship Id="rId89" Type="http://schemas.openxmlformats.org/officeDocument/2006/relationships/customXml" Target="../ink/ink186.xml"/><Relationship Id="rId112" Type="http://schemas.openxmlformats.org/officeDocument/2006/relationships/image" Target="../media/image219.png"/><Relationship Id="rId133" Type="http://schemas.openxmlformats.org/officeDocument/2006/relationships/customXml" Target="../ink/ink208.xml"/><Relationship Id="rId154" Type="http://schemas.openxmlformats.org/officeDocument/2006/relationships/image" Target="../media/image240.png"/><Relationship Id="rId175" Type="http://schemas.openxmlformats.org/officeDocument/2006/relationships/image" Target="../media/image250.png"/><Relationship Id="rId16" Type="http://schemas.openxmlformats.org/officeDocument/2006/relationships/image" Target="../media/image1710.png"/><Relationship Id="rId37" Type="http://schemas.openxmlformats.org/officeDocument/2006/relationships/customXml" Target="../ink/ink160.xml"/><Relationship Id="rId58" Type="http://schemas.openxmlformats.org/officeDocument/2006/relationships/image" Target="../media/image192.png"/><Relationship Id="rId79" Type="http://schemas.openxmlformats.org/officeDocument/2006/relationships/customXml" Target="../ink/ink181.xml"/><Relationship Id="rId102" Type="http://schemas.openxmlformats.org/officeDocument/2006/relationships/image" Target="../media/image214.png"/><Relationship Id="rId123" Type="http://schemas.openxmlformats.org/officeDocument/2006/relationships/customXml" Target="../ink/ink203.xml"/><Relationship Id="rId144" Type="http://schemas.openxmlformats.org/officeDocument/2006/relationships/image" Target="../media/image235.png"/><Relationship Id="rId90" Type="http://schemas.openxmlformats.org/officeDocument/2006/relationships/image" Target="../media/image208.png"/><Relationship Id="rId165" Type="http://schemas.openxmlformats.org/officeDocument/2006/relationships/customXml" Target="../ink/ink224.xml"/><Relationship Id="rId27" Type="http://schemas.openxmlformats.org/officeDocument/2006/relationships/customXml" Target="../ink/ink155.xml"/><Relationship Id="rId48" Type="http://schemas.openxmlformats.org/officeDocument/2006/relationships/image" Target="../media/image187.png"/><Relationship Id="rId69" Type="http://schemas.openxmlformats.org/officeDocument/2006/relationships/customXml" Target="../ink/ink176.xml"/><Relationship Id="rId113" Type="http://schemas.openxmlformats.org/officeDocument/2006/relationships/customXml" Target="../ink/ink198.xml"/><Relationship Id="rId134" Type="http://schemas.openxmlformats.org/officeDocument/2006/relationships/image" Target="../media/image230.png"/><Relationship Id="rId80" Type="http://schemas.openxmlformats.org/officeDocument/2006/relationships/image" Target="../media/image203.png"/><Relationship Id="rId155" Type="http://schemas.openxmlformats.org/officeDocument/2006/relationships/customXml" Target="../ink/ink219.xml"/><Relationship Id="rId176" Type="http://schemas.openxmlformats.org/officeDocument/2006/relationships/customXml" Target="../ink/ink230.xml"/><Relationship Id="rId17" Type="http://schemas.openxmlformats.org/officeDocument/2006/relationships/customXml" Target="../ink/ink150.xml"/><Relationship Id="rId38" Type="http://schemas.openxmlformats.org/officeDocument/2006/relationships/image" Target="../media/image182.png"/><Relationship Id="rId59" Type="http://schemas.openxmlformats.org/officeDocument/2006/relationships/customXml" Target="../ink/ink171.xml"/><Relationship Id="rId103" Type="http://schemas.openxmlformats.org/officeDocument/2006/relationships/customXml" Target="../ink/ink193.xml"/><Relationship Id="rId124" Type="http://schemas.openxmlformats.org/officeDocument/2006/relationships/image" Target="../media/image225.png"/><Relationship Id="rId70" Type="http://schemas.openxmlformats.org/officeDocument/2006/relationships/image" Target="../media/image198.png"/><Relationship Id="rId91" Type="http://schemas.openxmlformats.org/officeDocument/2006/relationships/customXml" Target="../ink/ink187.xml"/><Relationship Id="rId145" Type="http://schemas.openxmlformats.org/officeDocument/2006/relationships/customXml" Target="../ink/ink214.xml"/><Relationship Id="rId166" Type="http://schemas.openxmlformats.org/officeDocument/2006/relationships/image" Target="../media/image246.png"/><Relationship Id="rId1" Type="http://schemas.openxmlformats.org/officeDocument/2006/relationships/slideLayout" Target="../slideLayouts/slideLayout2.xml"/><Relationship Id="rId28" Type="http://schemas.openxmlformats.org/officeDocument/2006/relationships/image" Target="../media/image1770.png"/><Relationship Id="rId49" Type="http://schemas.openxmlformats.org/officeDocument/2006/relationships/customXml" Target="../ink/ink166.xml"/><Relationship Id="rId114" Type="http://schemas.openxmlformats.org/officeDocument/2006/relationships/image" Target="../media/image220.png"/></Relationships>
</file>

<file path=ppt/slides/_rels/slide32.xml.rels><?xml version="1.0" encoding="UTF-8" standalone="yes"?>
<Relationships xmlns="http://schemas.openxmlformats.org/package/2006/relationships"><Relationship Id="rId3" Type="http://schemas.openxmlformats.org/officeDocument/2006/relationships/customXml" Target="../ink/ink233.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54.png"/></Relationships>
</file>

<file path=ppt/slides/_rels/slide33.xml.rels><?xml version="1.0" encoding="UTF-8" standalone="yes"?>
<Relationships xmlns="http://schemas.openxmlformats.org/package/2006/relationships"><Relationship Id="rId117" Type="http://schemas.openxmlformats.org/officeDocument/2006/relationships/customXml" Target="../ink/ink291.xml"/><Relationship Id="rId21" Type="http://schemas.openxmlformats.org/officeDocument/2006/relationships/customXml" Target="../ink/ink243.xml"/><Relationship Id="rId42" Type="http://schemas.openxmlformats.org/officeDocument/2006/relationships/image" Target="../media/image272.png"/><Relationship Id="rId63" Type="http://schemas.openxmlformats.org/officeDocument/2006/relationships/customXml" Target="../ink/ink264.xml"/><Relationship Id="rId84" Type="http://schemas.openxmlformats.org/officeDocument/2006/relationships/image" Target="../media/image293.png"/><Relationship Id="rId138" Type="http://schemas.openxmlformats.org/officeDocument/2006/relationships/image" Target="../media/image320.png"/><Relationship Id="rId159" Type="http://schemas.openxmlformats.org/officeDocument/2006/relationships/customXml" Target="../ink/ink312.xml"/><Relationship Id="rId170" Type="http://schemas.openxmlformats.org/officeDocument/2006/relationships/image" Target="../media/image336.png"/><Relationship Id="rId191" Type="http://schemas.openxmlformats.org/officeDocument/2006/relationships/customXml" Target="../ink/ink328.xml"/><Relationship Id="rId107" Type="http://schemas.openxmlformats.org/officeDocument/2006/relationships/customXml" Target="../ink/ink286.xml"/><Relationship Id="rId11" Type="http://schemas.openxmlformats.org/officeDocument/2006/relationships/customXml" Target="../ink/ink238.xml"/><Relationship Id="rId32" Type="http://schemas.openxmlformats.org/officeDocument/2006/relationships/image" Target="../media/image267.png"/><Relationship Id="rId53" Type="http://schemas.openxmlformats.org/officeDocument/2006/relationships/customXml" Target="../ink/ink259.xml"/><Relationship Id="rId74" Type="http://schemas.openxmlformats.org/officeDocument/2006/relationships/image" Target="../media/image288.png"/><Relationship Id="rId128" Type="http://schemas.openxmlformats.org/officeDocument/2006/relationships/image" Target="../media/image315.png"/><Relationship Id="rId149" Type="http://schemas.openxmlformats.org/officeDocument/2006/relationships/customXml" Target="../ink/ink307.xml"/><Relationship Id="rId5" Type="http://schemas.openxmlformats.org/officeDocument/2006/relationships/customXml" Target="../ink/ink235.xml"/><Relationship Id="rId95" Type="http://schemas.openxmlformats.org/officeDocument/2006/relationships/customXml" Target="../ink/ink280.xml"/><Relationship Id="rId160" Type="http://schemas.openxmlformats.org/officeDocument/2006/relationships/image" Target="../media/image331.png"/><Relationship Id="rId181" Type="http://schemas.openxmlformats.org/officeDocument/2006/relationships/customXml" Target="../ink/ink323.xml"/><Relationship Id="rId22" Type="http://schemas.openxmlformats.org/officeDocument/2006/relationships/image" Target="../media/image262.png"/><Relationship Id="rId43" Type="http://schemas.openxmlformats.org/officeDocument/2006/relationships/customXml" Target="../ink/ink254.xml"/><Relationship Id="rId64" Type="http://schemas.openxmlformats.org/officeDocument/2006/relationships/image" Target="../media/image283.png"/><Relationship Id="rId118" Type="http://schemas.openxmlformats.org/officeDocument/2006/relationships/image" Target="../media/image310.png"/><Relationship Id="rId139" Type="http://schemas.openxmlformats.org/officeDocument/2006/relationships/customXml" Target="../ink/ink302.xml"/><Relationship Id="rId85" Type="http://schemas.openxmlformats.org/officeDocument/2006/relationships/customXml" Target="../ink/ink275.xml"/><Relationship Id="rId150" Type="http://schemas.openxmlformats.org/officeDocument/2006/relationships/image" Target="../media/image326.png"/><Relationship Id="rId171" Type="http://schemas.openxmlformats.org/officeDocument/2006/relationships/customXml" Target="../ink/ink318.xml"/><Relationship Id="rId192" Type="http://schemas.openxmlformats.org/officeDocument/2006/relationships/image" Target="../media/image347.png"/><Relationship Id="rId12" Type="http://schemas.openxmlformats.org/officeDocument/2006/relationships/image" Target="../media/image257.png"/><Relationship Id="rId33" Type="http://schemas.openxmlformats.org/officeDocument/2006/relationships/customXml" Target="../ink/ink249.xml"/><Relationship Id="rId108" Type="http://schemas.openxmlformats.org/officeDocument/2006/relationships/image" Target="../media/image305.png"/><Relationship Id="rId129" Type="http://schemas.openxmlformats.org/officeDocument/2006/relationships/customXml" Target="../ink/ink297.xml"/><Relationship Id="rId54" Type="http://schemas.openxmlformats.org/officeDocument/2006/relationships/image" Target="../media/image278.png"/><Relationship Id="rId75" Type="http://schemas.openxmlformats.org/officeDocument/2006/relationships/customXml" Target="../ink/ink270.xml"/><Relationship Id="rId96" Type="http://schemas.openxmlformats.org/officeDocument/2006/relationships/image" Target="../media/image299.png"/><Relationship Id="rId140" Type="http://schemas.openxmlformats.org/officeDocument/2006/relationships/image" Target="../media/image321.png"/><Relationship Id="rId161" Type="http://schemas.openxmlformats.org/officeDocument/2006/relationships/customXml" Target="../ink/ink313.xml"/><Relationship Id="rId182" Type="http://schemas.openxmlformats.org/officeDocument/2006/relationships/image" Target="../media/image342.png"/><Relationship Id="rId6" Type="http://schemas.openxmlformats.org/officeDocument/2006/relationships/image" Target="../media/image2540.png"/><Relationship Id="rId23" Type="http://schemas.openxmlformats.org/officeDocument/2006/relationships/customXml" Target="../ink/ink244.xml"/><Relationship Id="rId119" Type="http://schemas.openxmlformats.org/officeDocument/2006/relationships/customXml" Target="../ink/ink292.xml"/><Relationship Id="rId44" Type="http://schemas.openxmlformats.org/officeDocument/2006/relationships/image" Target="../media/image273.png"/><Relationship Id="rId65" Type="http://schemas.openxmlformats.org/officeDocument/2006/relationships/customXml" Target="../ink/ink265.xml"/><Relationship Id="rId86" Type="http://schemas.openxmlformats.org/officeDocument/2006/relationships/image" Target="../media/image294.png"/><Relationship Id="rId130" Type="http://schemas.openxmlformats.org/officeDocument/2006/relationships/image" Target="../media/image316.png"/><Relationship Id="rId151" Type="http://schemas.openxmlformats.org/officeDocument/2006/relationships/customXml" Target="../ink/ink308.xml"/><Relationship Id="rId172" Type="http://schemas.openxmlformats.org/officeDocument/2006/relationships/image" Target="../media/image337.png"/><Relationship Id="rId193" Type="http://schemas.openxmlformats.org/officeDocument/2006/relationships/customXml" Target="../ink/ink329.xml"/><Relationship Id="rId13" Type="http://schemas.openxmlformats.org/officeDocument/2006/relationships/customXml" Target="../ink/ink239.xml"/><Relationship Id="rId109" Type="http://schemas.openxmlformats.org/officeDocument/2006/relationships/customXml" Target="../ink/ink287.xml"/><Relationship Id="rId34" Type="http://schemas.openxmlformats.org/officeDocument/2006/relationships/image" Target="../media/image268.png"/><Relationship Id="rId50" Type="http://schemas.openxmlformats.org/officeDocument/2006/relationships/image" Target="../media/image276.png"/><Relationship Id="rId55" Type="http://schemas.openxmlformats.org/officeDocument/2006/relationships/customXml" Target="../ink/ink260.xml"/><Relationship Id="rId76" Type="http://schemas.openxmlformats.org/officeDocument/2006/relationships/image" Target="../media/image289.png"/><Relationship Id="rId97" Type="http://schemas.openxmlformats.org/officeDocument/2006/relationships/customXml" Target="../ink/ink281.xml"/><Relationship Id="rId104" Type="http://schemas.openxmlformats.org/officeDocument/2006/relationships/image" Target="../media/image303.png"/><Relationship Id="rId120" Type="http://schemas.openxmlformats.org/officeDocument/2006/relationships/image" Target="../media/image311.png"/><Relationship Id="rId125" Type="http://schemas.openxmlformats.org/officeDocument/2006/relationships/customXml" Target="../ink/ink295.xml"/><Relationship Id="rId141" Type="http://schemas.openxmlformats.org/officeDocument/2006/relationships/customXml" Target="../ink/ink303.xml"/><Relationship Id="rId146" Type="http://schemas.openxmlformats.org/officeDocument/2006/relationships/image" Target="../media/image324.png"/><Relationship Id="rId167" Type="http://schemas.openxmlformats.org/officeDocument/2006/relationships/customXml" Target="../ink/ink316.xml"/><Relationship Id="rId188" Type="http://schemas.openxmlformats.org/officeDocument/2006/relationships/image" Target="../media/image345.png"/><Relationship Id="rId7" Type="http://schemas.openxmlformats.org/officeDocument/2006/relationships/customXml" Target="../ink/ink236.xml"/><Relationship Id="rId71" Type="http://schemas.openxmlformats.org/officeDocument/2006/relationships/customXml" Target="../ink/ink268.xml"/><Relationship Id="rId92" Type="http://schemas.openxmlformats.org/officeDocument/2006/relationships/image" Target="../media/image297.png"/><Relationship Id="rId162" Type="http://schemas.openxmlformats.org/officeDocument/2006/relationships/image" Target="../media/image332.png"/><Relationship Id="rId183" Type="http://schemas.openxmlformats.org/officeDocument/2006/relationships/customXml" Target="../ink/ink324.xml"/><Relationship Id="rId2" Type="http://schemas.openxmlformats.org/officeDocument/2006/relationships/image" Target="../media/image2.png"/><Relationship Id="rId29" Type="http://schemas.openxmlformats.org/officeDocument/2006/relationships/customXml" Target="../ink/ink247.xml"/><Relationship Id="rId24" Type="http://schemas.openxmlformats.org/officeDocument/2006/relationships/image" Target="../media/image263.png"/><Relationship Id="rId40" Type="http://schemas.openxmlformats.org/officeDocument/2006/relationships/image" Target="../media/image271.png"/><Relationship Id="rId45" Type="http://schemas.openxmlformats.org/officeDocument/2006/relationships/customXml" Target="../ink/ink255.xml"/><Relationship Id="rId66" Type="http://schemas.openxmlformats.org/officeDocument/2006/relationships/image" Target="../media/image284.png"/><Relationship Id="rId87" Type="http://schemas.openxmlformats.org/officeDocument/2006/relationships/customXml" Target="../ink/ink276.xml"/><Relationship Id="rId110" Type="http://schemas.openxmlformats.org/officeDocument/2006/relationships/image" Target="../media/image306.png"/><Relationship Id="rId115" Type="http://schemas.openxmlformats.org/officeDocument/2006/relationships/customXml" Target="../ink/ink290.xml"/><Relationship Id="rId131" Type="http://schemas.openxmlformats.org/officeDocument/2006/relationships/customXml" Target="../ink/ink298.xml"/><Relationship Id="rId136" Type="http://schemas.openxmlformats.org/officeDocument/2006/relationships/image" Target="../media/image319.png"/><Relationship Id="rId157" Type="http://schemas.openxmlformats.org/officeDocument/2006/relationships/customXml" Target="../ink/ink311.xml"/><Relationship Id="rId178" Type="http://schemas.openxmlformats.org/officeDocument/2006/relationships/image" Target="../media/image340.png"/><Relationship Id="rId61" Type="http://schemas.openxmlformats.org/officeDocument/2006/relationships/customXml" Target="../ink/ink263.xml"/><Relationship Id="rId82" Type="http://schemas.openxmlformats.org/officeDocument/2006/relationships/image" Target="../media/image292.png"/><Relationship Id="rId152" Type="http://schemas.openxmlformats.org/officeDocument/2006/relationships/image" Target="../media/image327.png"/><Relationship Id="rId173" Type="http://schemas.openxmlformats.org/officeDocument/2006/relationships/customXml" Target="../ink/ink319.xml"/><Relationship Id="rId194" Type="http://schemas.openxmlformats.org/officeDocument/2006/relationships/image" Target="../media/image348.png"/><Relationship Id="rId19" Type="http://schemas.openxmlformats.org/officeDocument/2006/relationships/customXml" Target="../ink/ink242.xml"/><Relationship Id="rId14" Type="http://schemas.openxmlformats.org/officeDocument/2006/relationships/image" Target="../media/image258.png"/><Relationship Id="rId30" Type="http://schemas.openxmlformats.org/officeDocument/2006/relationships/image" Target="../media/image266.png"/><Relationship Id="rId35" Type="http://schemas.openxmlformats.org/officeDocument/2006/relationships/customXml" Target="../ink/ink250.xml"/><Relationship Id="rId56" Type="http://schemas.openxmlformats.org/officeDocument/2006/relationships/image" Target="../media/image279.png"/><Relationship Id="rId77" Type="http://schemas.openxmlformats.org/officeDocument/2006/relationships/customXml" Target="../ink/ink271.xml"/><Relationship Id="rId100" Type="http://schemas.openxmlformats.org/officeDocument/2006/relationships/image" Target="../media/image301.png"/><Relationship Id="rId105" Type="http://schemas.openxmlformats.org/officeDocument/2006/relationships/customXml" Target="../ink/ink285.xml"/><Relationship Id="rId126" Type="http://schemas.openxmlformats.org/officeDocument/2006/relationships/image" Target="../media/image314.png"/><Relationship Id="rId147" Type="http://schemas.openxmlformats.org/officeDocument/2006/relationships/customXml" Target="../ink/ink306.xml"/><Relationship Id="rId168" Type="http://schemas.openxmlformats.org/officeDocument/2006/relationships/image" Target="../media/image335.png"/><Relationship Id="rId8" Type="http://schemas.openxmlformats.org/officeDocument/2006/relationships/image" Target="../media/image255.png"/><Relationship Id="rId51" Type="http://schemas.openxmlformats.org/officeDocument/2006/relationships/customXml" Target="../ink/ink258.xml"/><Relationship Id="rId72" Type="http://schemas.openxmlformats.org/officeDocument/2006/relationships/image" Target="../media/image287.png"/><Relationship Id="rId93" Type="http://schemas.openxmlformats.org/officeDocument/2006/relationships/customXml" Target="../ink/ink279.xml"/><Relationship Id="rId98" Type="http://schemas.openxmlformats.org/officeDocument/2006/relationships/image" Target="../media/image300.png"/><Relationship Id="rId121" Type="http://schemas.openxmlformats.org/officeDocument/2006/relationships/customXml" Target="../ink/ink293.xml"/><Relationship Id="rId142" Type="http://schemas.openxmlformats.org/officeDocument/2006/relationships/image" Target="../media/image322.png"/><Relationship Id="rId163" Type="http://schemas.openxmlformats.org/officeDocument/2006/relationships/customXml" Target="../ink/ink314.xml"/><Relationship Id="rId184" Type="http://schemas.openxmlformats.org/officeDocument/2006/relationships/image" Target="../media/image343.png"/><Relationship Id="rId189" Type="http://schemas.openxmlformats.org/officeDocument/2006/relationships/customXml" Target="../ink/ink327.xml"/><Relationship Id="rId3" Type="http://schemas.openxmlformats.org/officeDocument/2006/relationships/customXml" Target="../ink/ink234.xml"/><Relationship Id="rId25" Type="http://schemas.openxmlformats.org/officeDocument/2006/relationships/customXml" Target="../ink/ink245.xml"/><Relationship Id="rId46" Type="http://schemas.openxmlformats.org/officeDocument/2006/relationships/image" Target="../media/image274.png"/><Relationship Id="rId67" Type="http://schemas.openxmlformats.org/officeDocument/2006/relationships/customXml" Target="../ink/ink266.xml"/><Relationship Id="rId116" Type="http://schemas.openxmlformats.org/officeDocument/2006/relationships/image" Target="../media/image309.png"/><Relationship Id="rId137" Type="http://schemas.openxmlformats.org/officeDocument/2006/relationships/customXml" Target="../ink/ink301.xml"/><Relationship Id="rId158" Type="http://schemas.openxmlformats.org/officeDocument/2006/relationships/image" Target="../media/image330.png"/><Relationship Id="rId20" Type="http://schemas.openxmlformats.org/officeDocument/2006/relationships/image" Target="../media/image261.png"/><Relationship Id="rId41" Type="http://schemas.openxmlformats.org/officeDocument/2006/relationships/customXml" Target="../ink/ink253.xml"/><Relationship Id="rId62" Type="http://schemas.openxmlformats.org/officeDocument/2006/relationships/image" Target="../media/image282.png"/><Relationship Id="rId83" Type="http://schemas.openxmlformats.org/officeDocument/2006/relationships/customXml" Target="../ink/ink274.xml"/><Relationship Id="rId88" Type="http://schemas.openxmlformats.org/officeDocument/2006/relationships/image" Target="../media/image295.png"/><Relationship Id="rId111" Type="http://schemas.openxmlformats.org/officeDocument/2006/relationships/customXml" Target="../ink/ink288.xml"/><Relationship Id="rId132" Type="http://schemas.openxmlformats.org/officeDocument/2006/relationships/image" Target="../media/image317.png"/><Relationship Id="rId153" Type="http://schemas.openxmlformats.org/officeDocument/2006/relationships/customXml" Target="../ink/ink309.xml"/><Relationship Id="rId174" Type="http://schemas.openxmlformats.org/officeDocument/2006/relationships/image" Target="../media/image338.png"/><Relationship Id="rId179" Type="http://schemas.openxmlformats.org/officeDocument/2006/relationships/customXml" Target="../ink/ink322.xml"/><Relationship Id="rId195" Type="http://schemas.openxmlformats.org/officeDocument/2006/relationships/customXml" Target="../ink/ink330.xml"/><Relationship Id="rId190" Type="http://schemas.openxmlformats.org/officeDocument/2006/relationships/image" Target="../media/image346.png"/><Relationship Id="rId15" Type="http://schemas.openxmlformats.org/officeDocument/2006/relationships/customXml" Target="../ink/ink240.xml"/><Relationship Id="rId36" Type="http://schemas.openxmlformats.org/officeDocument/2006/relationships/image" Target="../media/image269.png"/><Relationship Id="rId57" Type="http://schemas.openxmlformats.org/officeDocument/2006/relationships/customXml" Target="../ink/ink261.xml"/><Relationship Id="rId106" Type="http://schemas.openxmlformats.org/officeDocument/2006/relationships/image" Target="../media/image304.png"/><Relationship Id="rId127" Type="http://schemas.openxmlformats.org/officeDocument/2006/relationships/customXml" Target="../ink/ink296.xml"/><Relationship Id="rId10" Type="http://schemas.openxmlformats.org/officeDocument/2006/relationships/image" Target="../media/image256.png"/><Relationship Id="rId31" Type="http://schemas.openxmlformats.org/officeDocument/2006/relationships/customXml" Target="../ink/ink248.xml"/><Relationship Id="rId52" Type="http://schemas.openxmlformats.org/officeDocument/2006/relationships/image" Target="../media/image277.png"/><Relationship Id="rId73" Type="http://schemas.openxmlformats.org/officeDocument/2006/relationships/customXml" Target="../ink/ink269.xml"/><Relationship Id="rId78" Type="http://schemas.openxmlformats.org/officeDocument/2006/relationships/image" Target="../media/image290.png"/><Relationship Id="rId94" Type="http://schemas.openxmlformats.org/officeDocument/2006/relationships/image" Target="../media/image298.png"/><Relationship Id="rId99" Type="http://schemas.openxmlformats.org/officeDocument/2006/relationships/customXml" Target="../ink/ink282.xml"/><Relationship Id="rId101" Type="http://schemas.openxmlformats.org/officeDocument/2006/relationships/customXml" Target="../ink/ink283.xml"/><Relationship Id="rId122" Type="http://schemas.openxmlformats.org/officeDocument/2006/relationships/image" Target="../media/image312.png"/><Relationship Id="rId143" Type="http://schemas.openxmlformats.org/officeDocument/2006/relationships/customXml" Target="../ink/ink304.xml"/><Relationship Id="rId148" Type="http://schemas.openxmlformats.org/officeDocument/2006/relationships/image" Target="../media/image325.png"/><Relationship Id="rId164" Type="http://schemas.openxmlformats.org/officeDocument/2006/relationships/image" Target="../media/image333.png"/><Relationship Id="rId169" Type="http://schemas.openxmlformats.org/officeDocument/2006/relationships/customXml" Target="../ink/ink317.xml"/><Relationship Id="rId185" Type="http://schemas.openxmlformats.org/officeDocument/2006/relationships/customXml" Target="../ink/ink325.xml"/><Relationship Id="rId4" Type="http://schemas.openxmlformats.org/officeDocument/2006/relationships/image" Target="../media/image2530.png"/><Relationship Id="rId9" Type="http://schemas.openxmlformats.org/officeDocument/2006/relationships/customXml" Target="../ink/ink237.xml"/><Relationship Id="rId180" Type="http://schemas.openxmlformats.org/officeDocument/2006/relationships/image" Target="../media/image341.png"/><Relationship Id="rId26" Type="http://schemas.openxmlformats.org/officeDocument/2006/relationships/image" Target="../media/image264.png"/><Relationship Id="rId47" Type="http://schemas.openxmlformats.org/officeDocument/2006/relationships/customXml" Target="../ink/ink256.xml"/><Relationship Id="rId68" Type="http://schemas.openxmlformats.org/officeDocument/2006/relationships/image" Target="../media/image285.png"/><Relationship Id="rId89" Type="http://schemas.openxmlformats.org/officeDocument/2006/relationships/customXml" Target="../ink/ink277.xml"/><Relationship Id="rId112" Type="http://schemas.openxmlformats.org/officeDocument/2006/relationships/image" Target="../media/image307.png"/><Relationship Id="rId133" Type="http://schemas.openxmlformats.org/officeDocument/2006/relationships/customXml" Target="../ink/ink299.xml"/><Relationship Id="rId154" Type="http://schemas.openxmlformats.org/officeDocument/2006/relationships/image" Target="../media/image328.png"/><Relationship Id="rId175" Type="http://schemas.openxmlformats.org/officeDocument/2006/relationships/customXml" Target="../ink/ink320.xml"/><Relationship Id="rId196" Type="http://schemas.openxmlformats.org/officeDocument/2006/relationships/image" Target="../media/image349.png"/><Relationship Id="rId16" Type="http://schemas.openxmlformats.org/officeDocument/2006/relationships/image" Target="../media/image259.png"/><Relationship Id="rId37" Type="http://schemas.openxmlformats.org/officeDocument/2006/relationships/customXml" Target="../ink/ink251.xml"/><Relationship Id="rId58" Type="http://schemas.openxmlformats.org/officeDocument/2006/relationships/image" Target="../media/image280.png"/><Relationship Id="rId79" Type="http://schemas.openxmlformats.org/officeDocument/2006/relationships/customXml" Target="../ink/ink272.xml"/><Relationship Id="rId102" Type="http://schemas.openxmlformats.org/officeDocument/2006/relationships/image" Target="../media/image302.png"/><Relationship Id="rId123" Type="http://schemas.openxmlformats.org/officeDocument/2006/relationships/customXml" Target="../ink/ink294.xml"/><Relationship Id="rId144" Type="http://schemas.openxmlformats.org/officeDocument/2006/relationships/image" Target="../media/image323.png"/><Relationship Id="rId90" Type="http://schemas.openxmlformats.org/officeDocument/2006/relationships/image" Target="../media/image296.png"/><Relationship Id="rId165" Type="http://schemas.openxmlformats.org/officeDocument/2006/relationships/customXml" Target="../ink/ink315.xml"/><Relationship Id="rId186" Type="http://schemas.openxmlformats.org/officeDocument/2006/relationships/image" Target="../media/image344.png"/><Relationship Id="rId27" Type="http://schemas.openxmlformats.org/officeDocument/2006/relationships/customXml" Target="../ink/ink246.xml"/><Relationship Id="rId48" Type="http://schemas.openxmlformats.org/officeDocument/2006/relationships/image" Target="../media/image275.png"/><Relationship Id="rId69" Type="http://schemas.openxmlformats.org/officeDocument/2006/relationships/customXml" Target="../ink/ink267.xml"/><Relationship Id="rId113" Type="http://schemas.openxmlformats.org/officeDocument/2006/relationships/customXml" Target="../ink/ink289.xml"/><Relationship Id="rId134" Type="http://schemas.openxmlformats.org/officeDocument/2006/relationships/image" Target="../media/image318.png"/><Relationship Id="rId80" Type="http://schemas.openxmlformats.org/officeDocument/2006/relationships/image" Target="../media/image291.png"/><Relationship Id="rId155" Type="http://schemas.openxmlformats.org/officeDocument/2006/relationships/customXml" Target="../ink/ink310.xml"/><Relationship Id="rId176" Type="http://schemas.openxmlformats.org/officeDocument/2006/relationships/image" Target="../media/image339.png"/><Relationship Id="rId17" Type="http://schemas.openxmlformats.org/officeDocument/2006/relationships/customXml" Target="../ink/ink241.xml"/><Relationship Id="rId38" Type="http://schemas.openxmlformats.org/officeDocument/2006/relationships/image" Target="../media/image270.png"/><Relationship Id="rId59" Type="http://schemas.openxmlformats.org/officeDocument/2006/relationships/customXml" Target="../ink/ink262.xml"/><Relationship Id="rId103" Type="http://schemas.openxmlformats.org/officeDocument/2006/relationships/customXml" Target="../ink/ink284.xml"/><Relationship Id="rId124" Type="http://schemas.openxmlformats.org/officeDocument/2006/relationships/image" Target="../media/image313.png"/><Relationship Id="rId70" Type="http://schemas.openxmlformats.org/officeDocument/2006/relationships/image" Target="../media/image286.png"/><Relationship Id="rId91" Type="http://schemas.openxmlformats.org/officeDocument/2006/relationships/customXml" Target="../ink/ink278.xml"/><Relationship Id="rId145" Type="http://schemas.openxmlformats.org/officeDocument/2006/relationships/customXml" Target="../ink/ink305.xml"/><Relationship Id="rId166" Type="http://schemas.openxmlformats.org/officeDocument/2006/relationships/image" Target="../media/image334.png"/><Relationship Id="rId187" Type="http://schemas.openxmlformats.org/officeDocument/2006/relationships/customXml" Target="../ink/ink326.xml"/><Relationship Id="rId1" Type="http://schemas.openxmlformats.org/officeDocument/2006/relationships/slideLayout" Target="../slideLayouts/slideLayout2.xml"/><Relationship Id="rId28" Type="http://schemas.openxmlformats.org/officeDocument/2006/relationships/image" Target="../media/image265.png"/><Relationship Id="rId49" Type="http://schemas.openxmlformats.org/officeDocument/2006/relationships/customXml" Target="../ink/ink257.xml"/><Relationship Id="rId114" Type="http://schemas.openxmlformats.org/officeDocument/2006/relationships/image" Target="../media/image308.png"/><Relationship Id="rId60" Type="http://schemas.openxmlformats.org/officeDocument/2006/relationships/image" Target="../media/image281.png"/><Relationship Id="rId81" Type="http://schemas.openxmlformats.org/officeDocument/2006/relationships/customXml" Target="../ink/ink273.xml"/><Relationship Id="rId135" Type="http://schemas.openxmlformats.org/officeDocument/2006/relationships/customXml" Target="../ink/ink300.xml"/><Relationship Id="rId156" Type="http://schemas.openxmlformats.org/officeDocument/2006/relationships/image" Target="../media/image329.png"/><Relationship Id="rId177" Type="http://schemas.openxmlformats.org/officeDocument/2006/relationships/customXml" Target="../ink/ink321.xml"/><Relationship Id="rId18" Type="http://schemas.openxmlformats.org/officeDocument/2006/relationships/image" Target="../media/image260.png"/><Relationship Id="rId39" Type="http://schemas.openxmlformats.org/officeDocument/2006/relationships/customXml" Target="../ink/ink252.xml"/></Relationships>
</file>

<file path=ppt/slides/_rels/slide34.xml.rels><?xml version="1.0" encoding="UTF-8" standalone="yes"?>
<Relationships xmlns="http://schemas.openxmlformats.org/package/2006/relationships"><Relationship Id="rId3" Type="http://schemas.openxmlformats.org/officeDocument/2006/relationships/customXml" Target="../ink/ink331.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50.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51.png"/><Relationship Id="rId4" Type="http://schemas.openxmlformats.org/officeDocument/2006/relationships/customXml" Target="../ink/ink332.xml"/></Relationships>
</file>

<file path=ppt/slides/_rels/slide36.xml.rels><?xml version="1.0" encoding="UTF-8" standalone="yes"?>
<Relationships xmlns="http://schemas.openxmlformats.org/package/2006/relationships"><Relationship Id="rId3" Type="http://schemas.openxmlformats.org/officeDocument/2006/relationships/customXml" Target="../ink/ink333.xml"/><Relationship Id="rId2" Type="http://schemas.openxmlformats.org/officeDocument/2006/relationships/image" Target="../media/image352.png"/><Relationship Id="rId1" Type="http://schemas.openxmlformats.org/officeDocument/2006/relationships/slideLayout" Target="../slideLayouts/slideLayout2.xml"/><Relationship Id="rId4" Type="http://schemas.openxmlformats.org/officeDocument/2006/relationships/image" Target="../media/image353.png"/></Relationships>
</file>

<file path=ppt/slides/_rels/slide37.xml.rels><?xml version="1.0" encoding="UTF-8" standalone="yes"?>
<Relationships xmlns="http://schemas.openxmlformats.org/package/2006/relationships"><Relationship Id="rId3" Type="http://schemas.openxmlformats.org/officeDocument/2006/relationships/image" Target="../media/image35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55.png"/><Relationship Id="rId4" Type="http://schemas.openxmlformats.org/officeDocument/2006/relationships/customXml" Target="../ink/ink334.xml"/></Relationships>
</file>

<file path=ppt/slides/_rels/slide38.xml.rels><?xml version="1.0" encoding="UTF-8" standalone="yes"?>
<Relationships xmlns="http://schemas.openxmlformats.org/package/2006/relationships"><Relationship Id="rId3" Type="http://schemas.openxmlformats.org/officeDocument/2006/relationships/image" Target="../media/image350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510.png"/></Relationships>
</file>

<file path=ppt/slides/_rels/slide39.xml.rels><?xml version="1.0" encoding="UTF-8" standalone="yes"?>
<Relationships xmlns="http://schemas.openxmlformats.org/package/2006/relationships"><Relationship Id="rId8" Type="http://schemas.openxmlformats.org/officeDocument/2006/relationships/image" Target="../media/image356.png"/><Relationship Id="rId3" Type="http://schemas.openxmlformats.org/officeDocument/2006/relationships/image" Target="../media/image3520.png"/><Relationship Id="rId7" Type="http://schemas.openxmlformats.org/officeDocument/2006/relationships/image" Target="../media/image3550.png"/><Relationship Id="rId12" Type="http://schemas.openxmlformats.org/officeDocument/2006/relationships/image" Target="../media/image36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359.png"/><Relationship Id="rId5" Type="http://schemas.openxmlformats.org/officeDocument/2006/relationships/image" Target="../media/image3540.png"/><Relationship Id="rId10" Type="http://schemas.openxmlformats.org/officeDocument/2006/relationships/image" Target="../media/image358.png"/><Relationship Id="rId4" Type="http://schemas.openxmlformats.org/officeDocument/2006/relationships/image" Target="../media/image3530.png"/><Relationship Id="rId9" Type="http://schemas.openxmlformats.org/officeDocument/2006/relationships/image" Target="../media/image357.png"/></Relationships>
</file>

<file path=ppt/slides/_rels/slide40.xml.rels><?xml version="1.0" encoding="UTF-8" standalone="yes"?>
<Relationships xmlns="http://schemas.openxmlformats.org/package/2006/relationships"><Relationship Id="rId8" Type="http://schemas.openxmlformats.org/officeDocument/2006/relationships/image" Target="../media/image366.png"/><Relationship Id="rId13" Type="http://schemas.openxmlformats.org/officeDocument/2006/relationships/customXml" Target="../ink/ink335.xml"/><Relationship Id="rId3" Type="http://schemas.openxmlformats.org/officeDocument/2006/relationships/image" Target="../media/image361.png"/><Relationship Id="rId7" Type="http://schemas.openxmlformats.org/officeDocument/2006/relationships/image" Target="../media/image365.png"/><Relationship Id="rId12" Type="http://schemas.openxmlformats.org/officeDocument/2006/relationships/image" Target="../media/image37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64.png"/><Relationship Id="rId11" Type="http://schemas.openxmlformats.org/officeDocument/2006/relationships/image" Target="../media/image369.png"/><Relationship Id="rId5" Type="http://schemas.openxmlformats.org/officeDocument/2006/relationships/image" Target="../media/image363.png"/><Relationship Id="rId10" Type="http://schemas.openxmlformats.org/officeDocument/2006/relationships/image" Target="../media/image368.png"/><Relationship Id="rId4" Type="http://schemas.openxmlformats.org/officeDocument/2006/relationships/image" Target="../media/image362.png"/><Relationship Id="rId9" Type="http://schemas.openxmlformats.org/officeDocument/2006/relationships/image" Target="../media/image367.png"/><Relationship Id="rId14" Type="http://schemas.openxmlformats.org/officeDocument/2006/relationships/image" Target="../media/image371.png"/></Relationships>
</file>

<file path=ppt/slides/_rels/slide41.xml.rels><?xml version="1.0" encoding="UTF-8" standalone="yes"?>
<Relationships xmlns="http://schemas.openxmlformats.org/package/2006/relationships"><Relationship Id="rId3" Type="http://schemas.openxmlformats.org/officeDocument/2006/relationships/image" Target="../media/image3710.png"/><Relationship Id="rId7" Type="http://schemas.openxmlformats.org/officeDocument/2006/relationships/image" Target="../media/image374.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ustomXml" Target="../ink/ink336.xml"/><Relationship Id="rId5" Type="http://schemas.openxmlformats.org/officeDocument/2006/relationships/image" Target="../media/image373.png"/><Relationship Id="rId4" Type="http://schemas.openxmlformats.org/officeDocument/2006/relationships/image" Target="../media/image372.png"/></Relationships>
</file>

<file path=ppt/slides/_rels/slide42.xml.rels><?xml version="1.0" encoding="UTF-8" standalone="yes"?>
<Relationships xmlns="http://schemas.openxmlformats.org/package/2006/relationships"><Relationship Id="rId117" Type="http://schemas.openxmlformats.org/officeDocument/2006/relationships/customXml" Target="../ink/ink394.xml"/><Relationship Id="rId299" Type="http://schemas.openxmlformats.org/officeDocument/2006/relationships/image" Target="../media/image520.png"/><Relationship Id="rId21" Type="http://schemas.openxmlformats.org/officeDocument/2006/relationships/customXml" Target="../ink/ink346.xml"/><Relationship Id="rId63" Type="http://schemas.openxmlformats.org/officeDocument/2006/relationships/customXml" Target="../ink/ink367.xml"/><Relationship Id="rId159" Type="http://schemas.openxmlformats.org/officeDocument/2006/relationships/customXml" Target="../ink/ink415.xml"/><Relationship Id="rId324" Type="http://schemas.openxmlformats.org/officeDocument/2006/relationships/customXml" Target="../ink/ink498.xml"/><Relationship Id="rId366" Type="http://schemas.openxmlformats.org/officeDocument/2006/relationships/image" Target="../media/image552.png"/><Relationship Id="rId170" Type="http://schemas.openxmlformats.org/officeDocument/2006/relationships/image" Target="../media/image457.png"/><Relationship Id="rId226" Type="http://schemas.openxmlformats.org/officeDocument/2006/relationships/image" Target="../media/image485.png"/><Relationship Id="rId268" Type="http://schemas.openxmlformats.org/officeDocument/2006/relationships/image" Target="../media/image506.png"/><Relationship Id="rId32" Type="http://schemas.openxmlformats.org/officeDocument/2006/relationships/image" Target="../media/image388.png"/><Relationship Id="rId74" Type="http://schemas.openxmlformats.org/officeDocument/2006/relationships/image" Target="../media/image409.png"/><Relationship Id="rId128" Type="http://schemas.openxmlformats.org/officeDocument/2006/relationships/image" Target="../media/image436.png"/><Relationship Id="rId335" Type="http://schemas.openxmlformats.org/officeDocument/2006/relationships/image" Target="../media/image537.png"/><Relationship Id="rId377" Type="http://schemas.openxmlformats.org/officeDocument/2006/relationships/customXml" Target="../ink/ink525.xml"/><Relationship Id="rId5" Type="http://schemas.openxmlformats.org/officeDocument/2006/relationships/customXml" Target="../ink/ink338.xml"/><Relationship Id="rId181" Type="http://schemas.openxmlformats.org/officeDocument/2006/relationships/customXml" Target="../ink/ink426.xml"/><Relationship Id="rId237" Type="http://schemas.openxmlformats.org/officeDocument/2006/relationships/customXml" Target="../ink/ink454.xml"/><Relationship Id="rId402" Type="http://schemas.openxmlformats.org/officeDocument/2006/relationships/image" Target="../media/image570.png"/><Relationship Id="rId279" Type="http://schemas.openxmlformats.org/officeDocument/2006/relationships/customXml" Target="../ink/ink475.xml"/><Relationship Id="rId43" Type="http://schemas.openxmlformats.org/officeDocument/2006/relationships/customXml" Target="../ink/ink357.xml"/><Relationship Id="rId139" Type="http://schemas.openxmlformats.org/officeDocument/2006/relationships/customXml" Target="../ink/ink405.xml"/><Relationship Id="rId290" Type="http://schemas.openxmlformats.org/officeDocument/2006/relationships/customXml" Target="../ink/ink481.xml"/><Relationship Id="rId304" Type="http://schemas.openxmlformats.org/officeDocument/2006/relationships/customXml" Target="../ink/ink488.xml"/><Relationship Id="rId346" Type="http://schemas.openxmlformats.org/officeDocument/2006/relationships/customXml" Target="../ink/ink509.xml"/><Relationship Id="rId388" Type="http://schemas.openxmlformats.org/officeDocument/2006/relationships/image" Target="../media/image563.png"/><Relationship Id="rId85" Type="http://schemas.openxmlformats.org/officeDocument/2006/relationships/customXml" Target="../ink/ink378.xml"/><Relationship Id="rId150" Type="http://schemas.openxmlformats.org/officeDocument/2006/relationships/image" Target="../media/image447.png"/><Relationship Id="rId192" Type="http://schemas.openxmlformats.org/officeDocument/2006/relationships/image" Target="../media/image468.png"/><Relationship Id="rId206" Type="http://schemas.openxmlformats.org/officeDocument/2006/relationships/image" Target="../media/image475.png"/><Relationship Id="rId413" Type="http://schemas.openxmlformats.org/officeDocument/2006/relationships/customXml" Target="../ink/ink543.xml"/><Relationship Id="rId248" Type="http://schemas.openxmlformats.org/officeDocument/2006/relationships/image" Target="../media/image496.png"/><Relationship Id="rId12" Type="http://schemas.openxmlformats.org/officeDocument/2006/relationships/image" Target="../media/image378.png"/><Relationship Id="rId108" Type="http://schemas.openxmlformats.org/officeDocument/2006/relationships/image" Target="../media/image426.png"/><Relationship Id="rId315" Type="http://schemas.openxmlformats.org/officeDocument/2006/relationships/image" Target="../media/image527.png"/><Relationship Id="rId357" Type="http://schemas.openxmlformats.org/officeDocument/2006/relationships/customXml" Target="../ink/ink515.xml"/><Relationship Id="rId54" Type="http://schemas.openxmlformats.org/officeDocument/2006/relationships/image" Target="../media/image399.png"/><Relationship Id="rId96" Type="http://schemas.openxmlformats.org/officeDocument/2006/relationships/image" Target="../media/image420.png"/><Relationship Id="rId161" Type="http://schemas.openxmlformats.org/officeDocument/2006/relationships/customXml" Target="../ink/ink416.xml"/><Relationship Id="rId217" Type="http://schemas.openxmlformats.org/officeDocument/2006/relationships/customXml" Target="../ink/ink444.xml"/><Relationship Id="rId399" Type="http://schemas.openxmlformats.org/officeDocument/2006/relationships/customXml" Target="../ink/ink536.xml"/><Relationship Id="rId259" Type="http://schemas.openxmlformats.org/officeDocument/2006/relationships/customXml" Target="../ink/ink465.xml"/><Relationship Id="rId424" Type="http://schemas.openxmlformats.org/officeDocument/2006/relationships/image" Target="../media/image581.png"/><Relationship Id="rId23" Type="http://schemas.openxmlformats.org/officeDocument/2006/relationships/customXml" Target="../ink/ink347.xml"/><Relationship Id="rId119" Type="http://schemas.openxmlformats.org/officeDocument/2006/relationships/customXml" Target="../ink/ink395.xml"/><Relationship Id="rId270" Type="http://schemas.openxmlformats.org/officeDocument/2006/relationships/image" Target="../media/image507.png"/><Relationship Id="rId326" Type="http://schemas.openxmlformats.org/officeDocument/2006/relationships/customXml" Target="../ink/ink499.xml"/><Relationship Id="rId65" Type="http://schemas.openxmlformats.org/officeDocument/2006/relationships/customXml" Target="../ink/ink368.xml"/><Relationship Id="rId130" Type="http://schemas.openxmlformats.org/officeDocument/2006/relationships/image" Target="../media/image437.png"/><Relationship Id="rId368" Type="http://schemas.openxmlformats.org/officeDocument/2006/relationships/image" Target="../media/image553.png"/><Relationship Id="rId172" Type="http://schemas.openxmlformats.org/officeDocument/2006/relationships/image" Target="../media/image458.png"/><Relationship Id="rId228" Type="http://schemas.openxmlformats.org/officeDocument/2006/relationships/image" Target="../media/image486.png"/><Relationship Id="rId281" Type="http://schemas.openxmlformats.org/officeDocument/2006/relationships/customXml" Target="../ink/ink476.xml"/><Relationship Id="rId337" Type="http://schemas.openxmlformats.org/officeDocument/2006/relationships/image" Target="../media/image538.png"/><Relationship Id="rId34" Type="http://schemas.openxmlformats.org/officeDocument/2006/relationships/image" Target="../media/image389.png"/><Relationship Id="rId76" Type="http://schemas.openxmlformats.org/officeDocument/2006/relationships/image" Target="../media/image410.png"/><Relationship Id="rId141" Type="http://schemas.openxmlformats.org/officeDocument/2006/relationships/customXml" Target="../ink/ink406.xml"/><Relationship Id="rId379" Type="http://schemas.openxmlformats.org/officeDocument/2006/relationships/customXml" Target="../ink/ink526.xml"/><Relationship Id="rId7" Type="http://schemas.openxmlformats.org/officeDocument/2006/relationships/customXml" Target="../ink/ink339.xml"/><Relationship Id="rId183" Type="http://schemas.openxmlformats.org/officeDocument/2006/relationships/customXml" Target="../ink/ink427.xml"/><Relationship Id="rId239" Type="http://schemas.openxmlformats.org/officeDocument/2006/relationships/customXml" Target="../ink/ink455.xml"/><Relationship Id="rId390" Type="http://schemas.openxmlformats.org/officeDocument/2006/relationships/image" Target="../media/image564.png"/><Relationship Id="rId404" Type="http://schemas.openxmlformats.org/officeDocument/2006/relationships/image" Target="../media/image571.png"/><Relationship Id="rId250" Type="http://schemas.openxmlformats.org/officeDocument/2006/relationships/image" Target="../media/image497.png"/><Relationship Id="rId292" Type="http://schemas.openxmlformats.org/officeDocument/2006/relationships/customXml" Target="../ink/ink482.xml"/><Relationship Id="rId306" Type="http://schemas.openxmlformats.org/officeDocument/2006/relationships/customXml" Target="../ink/ink489.xml"/><Relationship Id="rId45" Type="http://schemas.openxmlformats.org/officeDocument/2006/relationships/customXml" Target="../ink/ink358.xml"/><Relationship Id="rId87" Type="http://schemas.openxmlformats.org/officeDocument/2006/relationships/customXml" Target="../ink/ink379.xml"/><Relationship Id="rId110" Type="http://schemas.openxmlformats.org/officeDocument/2006/relationships/image" Target="../media/image427.png"/><Relationship Id="rId348" Type="http://schemas.openxmlformats.org/officeDocument/2006/relationships/customXml" Target="../ink/ink510.xml"/><Relationship Id="rId152" Type="http://schemas.openxmlformats.org/officeDocument/2006/relationships/image" Target="../media/image448.png"/><Relationship Id="rId194" Type="http://schemas.openxmlformats.org/officeDocument/2006/relationships/image" Target="../media/image469.png"/><Relationship Id="rId208" Type="http://schemas.openxmlformats.org/officeDocument/2006/relationships/image" Target="../media/image476.png"/><Relationship Id="rId415" Type="http://schemas.openxmlformats.org/officeDocument/2006/relationships/customXml" Target="../ink/ink544.xml"/><Relationship Id="rId261" Type="http://schemas.openxmlformats.org/officeDocument/2006/relationships/customXml" Target="../ink/ink466.xml"/><Relationship Id="rId14" Type="http://schemas.openxmlformats.org/officeDocument/2006/relationships/image" Target="../media/image379.png"/><Relationship Id="rId56" Type="http://schemas.openxmlformats.org/officeDocument/2006/relationships/image" Target="../media/image400.png"/><Relationship Id="rId317" Type="http://schemas.openxmlformats.org/officeDocument/2006/relationships/image" Target="../media/image528.png"/><Relationship Id="rId359" Type="http://schemas.openxmlformats.org/officeDocument/2006/relationships/customXml" Target="../ink/ink516.xml"/><Relationship Id="rId98" Type="http://schemas.openxmlformats.org/officeDocument/2006/relationships/image" Target="../media/image421.png"/><Relationship Id="rId121" Type="http://schemas.openxmlformats.org/officeDocument/2006/relationships/customXml" Target="../ink/ink396.xml"/><Relationship Id="rId163" Type="http://schemas.openxmlformats.org/officeDocument/2006/relationships/customXml" Target="../ink/ink417.xml"/><Relationship Id="rId219" Type="http://schemas.openxmlformats.org/officeDocument/2006/relationships/customXml" Target="../ink/ink445.xml"/><Relationship Id="rId370" Type="http://schemas.openxmlformats.org/officeDocument/2006/relationships/image" Target="../media/image554.png"/><Relationship Id="rId426" Type="http://schemas.openxmlformats.org/officeDocument/2006/relationships/image" Target="../media/image582.png"/><Relationship Id="rId230" Type="http://schemas.openxmlformats.org/officeDocument/2006/relationships/image" Target="../media/image487.png"/><Relationship Id="rId25" Type="http://schemas.openxmlformats.org/officeDocument/2006/relationships/customXml" Target="../ink/ink348.xml"/><Relationship Id="rId67" Type="http://schemas.openxmlformats.org/officeDocument/2006/relationships/customXml" Target="../ink/ink369.xml"/><Relationship Id="rId272" Type="http://schemas.openxmlformats.org/officeDocument/2006/relationships/image" Target="../media/image508.png"/><Relationship Id="rId328" Type="http://schemas.openxmlformats.org/officeDocument/2006/relationships/customXml" Target="../ink/ink500.xml"/><Relationship Id="rId132" Type="http://schemas.openxmlformats.org/officeDocument/2006/relationships/image" Target="../media/image438.png"/><Relationship Id="rId174" Type="http://schemas.openxmlformats.org/officeDocument/2006/relationships/image" Target="../media/image459.png"/><Relationship Id="rId381" Type="http://schemas.openxmlformats.org/officeDocument/2006/relationships/customXml" Target="../ink/ink527.xml"/><Relationship Id="rId241" Type="http://schemas.openxmlformats.org/officeDocument/2006/relationships/customXml" Target="../ink/ink456.xml"/><Relationship Id="rId36" Type="http://schemas.openxmlformats.org/officeDocument/2006/relationships/image" Target="../media/image390.png"/><Relationship Id="rId283" Type="http://schemas.openxmlformats.org/officeDocument/2006/relationships/customXml" Target="../ink/ink477.xml"/><Relationship Id="rId339" Type="http://schemas.openxmlformats.org/officeDocument/2006/relationships/image" Target="../media/image539.png"/><Relationship Id="rId78" Type="http://schemas.openxmlformats.org/officeDocument/2006/relationships/image" Target="../media/image411.png"/><Relationship Id="rId101" Type="http://schemas.openxmlformats.org/officeDocument/2006/relationships/customXml" Target="../ink/ink386.xml"/><Relationship Id="rId143" Type="http://schemas.openxmlformats.org/officeDocument/2006/relationships/customXml" Target="../ink/ink407.xml"/><Relationship Id="rId185" Type="http://schemas.openxmlformats.org/officeDocument/2006/relationships/customXml" Target="../ink/ink428.xml"/><Relationship Id="rId350" Type="http://schemas.openxmlformats.org/officeDocument/2006/relationships/customXml" Target="../ink/ink511.xml"/><Relationship Id="rId406" Type="http://schemas.openxmlformats.org/officeDocument/2006/relationships/image" Target="../media/image572.png"/><Relationship Id="rId9" Type="http://schemas.openxmlformats.org/officeDocument/2006/relationships/customXml" Target="../ink/ink340.xml"/><Relationship Id="rId210" Type="http://schemas.openxmlformats.org/officeDocument/2006/relationships/image" Target="../media/image477.png"/><Relationship Id="rId392" Type="http://schemas.openxmlformats.org/officeDocument/2006/relationships/image" Target="../media/image565.png"/><Relationship Id="rId252" Type="http://schemas.openxmlformats.org/officeDocument/2006/relationships/image" Target="../media/image498.png"/><Relationship Id="rId294" Type="http://schemas.openxmlformats.org/officeDocument/2006/relationships/customXml" Target="../ink/ink483.xml"/><Relationship Id="rId308" Type="http://schemas.openxmlformats.org/officeDocument/2006/relationships/customXml" Target="../ink/ink490.xml"/><Relationship Id="rId47" Type="http://schemas.openxmlformats.org/officeDocument/2006/relationships/customXml" Target="../ink/ink359.xml"/><Relationship Id="rId89" Type="http://schemas.openxmlformats.org/officeDocument/2006/relationships/customXml" Target="../ink/ink380.xml"/><Relationship Id="rId112" Type="http://schemas.openxmlformats.org/officeDocument/2006/relationships/image" Target="../media/image428.png"/><Relationship Id="rId154" Type="http://schemas.openxmlformats.org/officeDocument/2006/relationships/image" Target="../media/image449.png"/><Relationship Id="rId361" Type="http://schemas.openxmlformats.org/officeDocument/2006/relationships/customXml" Target="../ink/ink517.xml"/><Relationship Id="rId196" Type="http://schemas.openxmlformats.org/officeDocument/2006/relationships/image" Target="../media/image470.png"/><Relationship Id="rId417" Type="http://schemas.openxmlformats.org/officeDocument/2006/relationships/customXml" Target="../ink/ink545.xml"/><Relationship Id="rId16" Type="http://schemas.openxmlformats.org/officeDocument/2006/relationships/image" Target="../media/image380.png"/><Relationship Id="rId221" Type="http://schemas.openxmlformats.org/officeDocument/2006/relationships/customXml" Target="../ink/ink446.xml"/><Relationship Id="rId263" Type="http://schemas.openxmlformats.org/officeDocument/2006/relationships/customXml" Target="../ink/ink467.xml"/><Relationship Id="rId319" Type="http://schemas.openxmlformats.org/officeDocument/2006/relationships/image" Target="../media/image529.png"/><Relationship Id="rId58" Type="http://schemas.openxmlformats.org/officeDocument/2006/relationships/image" Target="../media/image401.png"/><Relationship Id="rId123" Type="http://schemas.openxmlformats.org/officeDocument/2006/relationships/customXml" Target="../ink/ink397.xml"/><Relationship Id="rId330" Type="http://schemas.openxmlformats.org/officeDocument/2006/relationships/customXml" Target="../ink/ink501.xml"/><Relationship Id="rId165" Type="http://schemas.openxmlformats.org/officeDocument/2006/relationships/customXml" Target="../ink/ink418.xml"/><Relationship Id="rId372" Type="http://schemas.openxmlformats.org/officeDocument/2006/relationships/image" Target="../media/image555.png"/><Relationship Id="rId232" Type="http://schemas.openxmlformats.org/officeDocument/2006/relationships/image" Target="../media/image488.png"/><Relationship Id="rId274" Type="http://schemas.openxmlformats.org/officeDocument/2006/relationships/image" Target="../media/image509.png"/><Relationship Id="rId27" Type="http://schemas.openxmlformats.org/officeDocument/2006/relationships/customXml" Target="../ink/ink349.xml"/><Relationship Id="rId69" Type="http://schemas.openxmlformats.org/officeDocument/2006/relationships/customXml" Target="../ink/ink370.xml"/><Relationship Id="rId134" Type="http://schemas.openxmlformats.org/officeDocument/2006/relationships/image" Target="../media/image439.png"/><Relationship Id="rId80" Type="http://schemas.openxmlformats.org/officeDocument/2006/relationships/image" Target="../media/image412.png"/><Relationship Id="rId176" Type="http://schemas.openxmlformats.org/officeDocument/2006/relationships/image" Target="../media/image460.png"/><Relationship Id="rId341" Type="http://schemas.openxmlformats.org/officeDocument/2006/relationships/image" Target="../media/image540.png"/><Relationship Id="rId383" Type="http://schemas.openxmlformats.org/officeDocument/2006/relationships/customXml" Target="../ink/ink528.xml"/><Relationship Id="rId201" Type="http://schemas.openxmlformats.org/officeDocument/2006/relationships/customXml" Target="../ink/ink436.xml"/><Relationship Id="rId243" Type="http://schemas.openxmlformats.org/officeDocument/2006/relationships/customXml" Target="../ink/ink457.xml"/><Relationship Id="rId285" Type="http://schemas.openxmlformats.org/officeDocument/2006/relationships/customXml" Target="../ink/ink478.xml"/><Relationship Id="rId38" Type="http://schemas.openxmlformats.org/officeDocument/2006/relationships/image" Target="../media/image391.png"/><Relationship Id="rId103" Type="http://schemas.openxmlformats.org/officeDocument/2006/relationships/customXml" Target="../ink/ink387.xml"/><Relationship Id="rId310" Type="http://schemas.openxmlformats.org/officeDocument/2006/relationships/customXml" Target="../ink/ink491.xml"/><Relationship Id="rId70" Type="http://schemas.openxmlformats.org/officeDocument/2006/relationships/image" Target="../media/image407.png"/><Relationship Id="rId91" Type="http://schemas.openxmlformats.org/officeDocument/2006/relationships/customXml" Target="../ink/ink381.xml"/><Relationship Id="rId145" Type="http://schemas.openxmlformats.org/officeDocument/2006/relationships/customXml" Target="../ink/ink408.xml"/><Relationship Id="rId166" Type="http://schemas.openxmlformats.org/officeDocument/2006/relationships/image" Target="../media/image455.png"/><Relationship Id="rId187" Type="http://schemas.openxmlformats.org/officeDocument/2006/relationships/customXml" Target="../ink/ink429.xml"/><Relationship Id="rId331" Type="http://schemas.openxmlformats.org/officeDocument/2006/relationships/image" Target="../media/image535.png"/><Relationship Id="rId352" Type="http://schemas.openxmlformats.org/officeDocument/2006/relationships/customXml" Target="../ink/ink512.xml"/><Relationship Id="rId373" Type="http://schemas.openxmlformats.org/officeDocument/2006/relationships/customXml" Target="../ink/ink523.xml"/><Relationship Id="rId394" Type="http://schemas.openxmlformats.org/officeDocument/2006/relationships/image" Target="../media/image566.png"/><Relationship Id="rId408" Type="http://schemas.openxmlformats.org/officeDocument/2006/relationships/image" Target="../media/image573.png"/><Relationship Id="rId1" Type="http://schemas.openxmlformats.org/officeDocument/2006/relationships/slideLayout" Target="../slideLayouts/slideLayout2.xml"/><Relationship Id="rId212" Type="http://schemas.openxmlformats.org/officeDocument/2006/relationships/image" Target="../media/image478.png"/><Relationship Id="rId233" Type="http://schemas.openxmlformats.org/officeDocument/2006/relationships/customXml" Target="../ink/ink452.xml"/><Relationship Id="rId254" Type="http://schemas.openxmlformats.org/officeDocument/2006/relationships/image" Target="../media/image499.png"/><Relationship Id="rId28" Type="http://schemas.openxmlformats.org/officeDocument/2006/relationships/image" Target="../media/image386.png"/><Relationship Id="rId49" Type="http://schemas.openxmlformats.org/officeDocument/2006/relationships/customXml" Target="../ink/ink360.xml"/><Relationship Id="rId114" Type="http://schemas.openxmlformats.org/officeDocument/2006/relationships/image" Target="../media/image429.png"/><Relationship Id="rId275" Type="http://schemas.openxmlformats.org/officeDocument/2006/relationships/customXml" Target="../ink/ink473.xml"/><Relationship Id="rId296" Type="http://schemas.openxmlformats.org/officeDocument/2006/relationships/customXml" Target="../ink/ink484.xml"/><Relationship Id="rId300" Type="http://schemas.openxmlformats.org/officeDocument/2006/relationships/customXml" Target="../ink/ink486.xml"/><Relationship Id="rId60" Type="http://schemas.openxmlformats.org/officeDocument/2006/relationships/image" Target="../media/image402.png"/><Relationship Id="rId81" Type="http://schemas.openxmlformats.org/officeDocument/2006/relationships/customXml" Target="../ink/ink376.xml"/><Relationship Id="rId135" Type="http://schemas.openxmlformats.org/officeDocument/2006/relationships/customXml" Target="../ink/ink403.xml"/><Relationship Id="rId156" Type="http://schemas.openxmlformats.org/officeDocument/2006/relationships/image" Target="../media/image450.png"/><Relationship Id="rId177" Type="http://schemas.openxmlformats.org/officeDocument/2006/relationships/customXml" Target="../ink/ink424.xml"/><Relationship Id="rId198" Type="http://schemas.openxmlformats.org/officeDocument/2006/relationships/image" Target="../media/image471.png"/><Relationship Id="rId321" Type="http://schemas.openxmlformats.org/officeDocument/2006/relationships/image" Target="../media/image530.png"/><Relationship Id="rId342" Type="http://schemas.openxmlformats.org/officeDocument/2006/relationships/customXml" Target="../ink/ink507.xml"/><Relationship Id="rId363" Type="http://schemas.openxmlformats.org/officeDocument/2006/relationships/customXml" Target="../ink/ink518.xml"/><Relationship Id="rId384" Type="http://schemas.openxmlformats.org/officeDocument/2006/relationships/image" Target="../media/image561.png"/><Relationship Id="rId419" Type="http://schemas.openxmlformats.org/officeDocument/2006/relationships/customXml" Target="../ink/ink546.xml"/><Relationship Id="rId202" Type="http://schemas.openxmlformats.org/officeDocument/2006/relationships/image" Target="../media/image473.png"/><Relationship Id="rId223" Type="http://schemas.openxmlformats.org/officeDocument/2006/relationships/customXml" Target="../ink/ink447.xml"/><Relationship Id="rId244" Type="http://schemas.openxmlformats.org/officeDocument/2006/relationships/image" Target="../media/image494.png"/><Relationship Id="rId18" Type="http://schemas.openxmlformats.org/officeDocument/2006/relationships/image" Target="../media/image381.png"/><Relationship Id="rId39" Type="http://schemas.openxmlformats.org/officeDocument/2006/relationships/customXml" Target="../ink/ink355.xml"/><Relationship Id="rId265" Type="http://schemas.openxmlformats.org/officeDocument/2006/relationships/customXml" Target="../ink/ink468.xml"/><Relationship Id="rId286" Type="http://schemas.openxmlformats.org/officeDocument/2006/relationships/image" Target="../media/image515.png"/><Relationship Id="rId50" Type="http://schemas.openxmlformats.org/officeDocument/2006/relationships/image" Target="../media/image397.png"/><Relationship Id="rId104" Type="http://schemas.openxmlformats.org/officeDocument/2006/relationships/image" Target="../media/image424.png"/><Relationship Id="rId125" Type="http://schemas.openxmlformats.org/officeDocument/2006/relationships/customXml" Target="../ink/ink398.xml"/><Relationship Id="rId146" Type="http://schemas.openxmlformats.org/officeDocument/2006/relationships/image" Target="../media/image445.png"/><Relationship Id="rId167" Type="http://schemas.openxmlformats.org/officeDocument/2006/relationships/customXml" Target="../ink/ink419.xml"/><Relationship Id="rId188" Type="http://schemas.openxmlformats.org/officeDocument/2006/relationships/image" Target="../media/image466.png"/><Relationship Id="rId311" Type="http://schemas.openxmlformats.org/officeDocument/2006/relationships/image" Target="../media/image237.png"/><Relationship Id="rId332" Type="http://schemas.openxmlformats.org/officeDocument/2006/relationships/customXml" Target="../ink/ink502.xml"/><Relationship Id="rId353" Type="http://schemas.openxmlformats.org/officeDocument/2006/relationships/customXml" Target="../ink/ink513.xml"/><Relationship Id="rId374" Type="http://schemas.openxmlformats.org/officeDocument/2006/relationships/image" Target="../media/image556.png"/><Relationship Id="rId395" Type="http://schemas.openxmlformats.org/officeDocument/2006/relationships/customXml" Target="../ink/ink534.xml"/><Relationship Id="rId409" Type="http://schemas.openxmlformats.org/officeDocument/2006/relationships/customXml" Target="../ink/ink541.xml"/><Relationship Id="rId71" Type="http://schemas.openxmlformats.org/officeDocument/2006/relationships/customXml" Target="../ink/ink371.xml"/><Relationship Id="rId92" Type="http://schemas.openxmlformats.org/officeDocument/2006/relationships/image" Target="../media/image418.png"/><Relationship Id="rId213" Type="http://schemas.openxmlformats.org/officeDocument/2006/relationships/customXml" Target="../ink/ink442.xml"/><Relationship Id="rId234" Type="http://schemas.openxmlformats.org/officeDocument/2006/relationships/image" Target="../media/image489.png"/><Relationship Id="rId420" Type="http://schemas.openxmlformats.org/officeDocument/2006/relationships/image" Target="../media/image579.png"/><Relationship Id="rId2" Type="http://schemas.openxmlformats.org/officeDocument/2006/relationships/image" Target="../media/image2.png"/><Relationship Id="rId29" Type="http://schemas.openxmlformats.org/officeDocument/2006/relationships/customXml" Target="../ink/ink350.xml"/><Relationship Id="rId255" Type="http://schemas.openxmlformats.org/officeDocument/2006/relationships/customXml" Target="../ink/ink463.xml"/><Relationship Id="rId276" Type="http://schemas.openxmlformats.org/officeDocument/2006/relationships/image" Target="../media/image510.png"/><Relationship Id="rId297" Type="http://schemas.openxmlformats.org/officeDocument/2006/relationships/image" Target="../media/image519.png"/><Relationship Id="rId40" Type="http://schemas.openxmlformats.org/officeDocument/2006/relationships/image" Target="../media/image392.png"/><Relationship Id="rId115" Type="http://schemas.openxmlformats.org/officeDocument/2006/relationships/customXml" Target="../ink/ink393.xml"/><Relationship Id="rId136" Type="http://schemas.openxmlformats.org/officeDocument/2006/relationships/image" Target="../media/image440.png"/><Relationship Id="rId157" Type="http://schemas.openxmlformats.org/officeDocument/2006/relationships/customXml" Target="../ink/ink414.xml"/><Relationship Id="rId178" Type="http://schemas.openxmlformats.org/officeDocument/2006/relationships/image" Target="../media/image461.png"/><Relationship Id="rId301" Type="http://schemas.openxmlformats.org/officeDocument/2006/relationships/image" Target="../media/image521.png"/><Relationship Id="rId322" Type="http://schemas.openxmlformats.org/officeDocument/2006/relationships/customXml" Target="../ink/ink497.xml"/><Relationship Id="rId343" Type="http://schemas.openxmlformats.org/officeDocument/2006/relationships/image" Target="../media/image541.png"/><Relationship Id="rId364" Type="http://schemas.openxmlformats.org/officeDocument/2006/relationships/image" Target="../media/image551.png"/><Relationship Id="rId61" Type="http://schemas.openxmlformats.org/officeDocument/2006/relationships/customXml" Target="../ink/ink366.xml"/><Relationship Id="rId82" Type="http://schemas.openxmlformats.org/officeDocument/2006/relationships/image" Target="../media/image413.png"/><Relationship Id="rId199" Type="http://schemas.openxmlformats.org/officeDocument/2006/relationships/customXml" Target="../ink/ink435.xml"/><Relationship Id="rId203" Type="http://schemas.openxmlformats.org/officeDocument/2006/relationships/customXml" Target="../ink/ink437.xml"/><Relationship Id="rId385" Type="http://schemas.openxmlformats.org/officeDocument/2006/relationships/customXml" Target="../ink/ink529.xml"/><Relationship Id="rId19" Type="http://schemas.openxmlformats.org/officeDocument/2006/relationships/customXml" Target="../ink/ink345.xml"/><Relationship Id="rId224" Type="http://schemas.openxmlformats.org/officeDocument/2006/relationships/image" Target="../media/image484.png"/><Relationship Id="rId245" Type="http://schemas.openxmlformats.org/officeDocument/2006/relationships/customXml" Target="../ink/ink458.xml"/><Relationship Id="rId266" Type="http://schemas.openxmlformats.org/officeDocument/2006/relationships/image" Target="../media/image505.png"/><Relationship Id="rId287" Type="http://schemas.openxmlformats.org/officeDocument/2006/relationships/customXml" Target="../ink/ink479.xml"/><Relationship Id="rId410" Type="http://schemas.openxmlformats.org/officeDocument/2006/relationships/image" Target="../media/image574.png"/><Relationship Id="rId30" Type="http://schemas.openxmlformats.org/officeDocument/2006/relationships/image" Target="../media/image387.png"/><Relationship Id="rId105" Type="http://schemas.openxmlformats.org/officeDocument/2006/relationships/customXml" Target="../ink/ink388.xml"/><Relationship Id="rId126" Type="http://schemas.openxmlformats.org/officeDocument/2006/relationships/image" Target="../media/image435.png"/><Relationship Id="rId147" Type="http://schemas.openxmlformats.org/officeDocument/2006/relationships/customXml" Target="../ink/ink409.xml"/><Relationship Id="rId168" Type="http://schemas.openxmlformats.org/officeDocument/2006/relationships/image" Target="../media/image456.png"/><Relationship Id="rId312" Type="http://schemas.openxmlformats.org/officeDocument/2006/relationships/customXml" Target="../ink/ink492.xml"/><Relationship Id="rId333" Type="http://schemas.openxmlformats.org/officeDocument/2006/relationships/image" Target="../media/image536.png"/><Relationship Id="rId354" Type="http://schemas.openxmlformats.org/officeDocument/2006/relationships/image" Target="../media/image546.png"/><Relationship Id="rId51" Type="http://schemas.openxmlformats.org/officeDocument/2006/relationships/customXml" Target="../ink/ink361.xml"/><Relationship Id="rId72" Type="http://schemas.openxmlformats.org/officeDocument/2006/relationships/image" Target="../media/image408.png"/><Relationship Id="rId93" Type="http://schemas.openxmlformats.org/officeDocument/2006/relationships/customXml" Target="../ink/ink382.xml"/><Relationship Id="rId189" Type="http://schemas.openxmlformats.org/officeDocument/2006/relationships/customXml" Target="../ink/ink430.xml"/><Relationship Id="rId375" Type="http://schemas.openxmlformats.org/officeDocument/2006/relationships/customXml" Target="../ink/ink524.xml"/><Relationship Id="rId396" Type="http://schemas.openxmlformats.org/officeDocument/2006/relationships/image" Target="../media/image567.png"/><Relationship Id="rId3" Type="http://schemas.openxmlformats.org/officeDocument/2006/relationships/customXml" Target="../ink/ink337.xml"/><Relationship Id="rId214" Type="http://schemas.openxmlformats.org/officeDocument/2006/relationships/image" Target="../media/image479.png"/><Relationship Id="rId235" Type="http://schemas.openxmlformats.org/officeDocument/2006/relationships/customXml" Target="../ink/ink453.xml"/><Relationship Id="rId256" Type="http://schemas.openxmlformats.org/officeDocument/2006/relationships/image" Target="../media/image500.png"/><Relationship Id="rId277" Type="http://schemas.openxmlformats.org/officeDocument/2006/relationships/customXml" Target="../ink/ink474.xml"/><Relationship Id="rId298" Type="http://schemas.openxmlformats.org/officeDocument/2006/relationships/customXml" Target="../ink/ink485.xml"/><Relationship Id="rId400" Type="http://schemas.openxmlformats.org/officeDocument/2006/relationships/image" Target="../media/image569.png"/><Relationship Id="rId421" Type="http://schemas.openxmlformats.org/officeDocument/2006/relationships/customXml" Target="../ink/ink547.xml"/><Relationship Id="rId116" Type="http://schemas.openxmlformats.org/officeDocument/2006/relationships/image" Target="../media/image430.png"/><Relationship Id="rId137" Type="http://schemas.openxmlformats.org/officeDocument/2006/relationships/customXml" Target="../ink/ink404.xml"/><Relationship Id="rId158" Type="http://schemas.openxmlformats.org/officeDocument/2006/relationships/image" Target="../media/image451.png"/><Relationship Id="rId302" Type="http://schemas.openxmlformats.org/officeDocument/2006/relationships/customXml" Target="../ink/ink487.xml"/><Relationship Id="rId323" Type="http://schemas.openxmlformats.org/officeDocument/2006/relationships/image" Target="../media/image531.png"/><Relationship Id="rId344" Type="http://schemas.openxmlformats.org/officeDocument/2006/relationships/customXml" Target="../ink/ink508.xml"/><Relationship Id="rId20" Type="http://schemas.openxmlformats.org/officeDocument/2006/relationships/image" Target="../media/image382.png"/><Relationship Id="rId41" Type="http://schemas.openxmlformats.org/officeDocument/2006/relationships/customXml" Target="../ink/ink356.xml"/><Relationship Id="rId62" Type="http://schemas.openxmlformats.org/officeDocument/2006/relationships/image" Target="../media/image403.png"/><Relationship Id="rId83" Type="http://schemas.openxmlformats.org/officeDocument/2006/relationships/customXml" Target="../ink/ink377.xml"/><Relationship Id="rId179" Type="http://schemas.openxmlformats.org/officeDocument/2006/relationships/customXml" Target="../ink/ink425.xml"/><Relationship Id="rId365" Type="http://schemas.openxmlformats.org/officeDocument/2006/relationships/customXml" Target="../ink/ink519.xml"/><Relationship Id="rId386" Type="http://schemas.openxmlformats.org/officeDocument/2006/relationships/image" Target="../media/image562.png"/><Relationship Id="rId190" Type="http://schemas.openxmlformats.org/officeDocument/2006/relationships/image" Target="../media/image467.png"/><Relationship Id="rId204" Type="http://schemas.openxmlformats.org/officeDocument/2006/relationships/image" Target="../media/image474.png"/><Relationship Id="rId225" Type="http://schemas.openxmlformats.org/officeDocument/2006/relationships/customXml" Target="../ink/ink448.xml"/><Relationship Id="rId246" Type="http://schemas.openxmlformats.org/officeDocument/2006/relationships/image" Target="../media/image495.png"/><Relationship Id="rId267" Type="http://schemas.openxmlformats.org/officeDocument/2006/relationships/customXml" Target="../ink/ink469.xml"/><Relationship Id="rId288" Type="http://schemas.openxmlformats.org/officeDocument/2006/relationships/image" Target="../media/image516.png"/><Relationship Id="rId411" Type="http://schemas.openxmlformats.org/officeDocument/2006/relationships/customXml" Target="../ink/ink542.xml"/><Relationship Id="rId106" Type="http://schemas.openxmlformats.org/officeDocument/2006/relationships/image" Target="../media/image425.png"/><Relationship Id="rId127" Type="http://schemas.openxmlformats.org/officeDocument/2006/relationships/customXml" Target="../ink/ink399.xml"/><Relationship Id="rId313" Type="http://schemas.openxmlformats.org/officeDocument/2006/relationships/image" Target="../media/image526.png"/><Relationship Id="rId10" Type="http://schemas.openxmlformats.org/officeDocument/2006/relationships/image" Target="../media/image377.png"/><Relationship Id="rId31" Type="http://schemas.openxmlformats.org/officeDocument/2006/relationships/customXml" Target="../ink/ink351.xml"/><Relationship Id="rId52" Type="http://schemas.openxmlformats.org/officeDocument/2006/relationships/image" Target="../media/image398.png"/><Relationship Id="rId73" Type="http://schemas.openxmlformats.org/officeDocument/2006/relationships/customXml" Target="../ink/ink372.xml"/><Relationship Id="rId94" Type="http://schemas.openxmlformats.org/officeDocument/2006/relationships/image" Target="../media/image419.png"/><Relationship Id="rId148" Type="http://schemas.openxmlformats.org/officeDocument/2006/relationships/image" Target="../media/image446.png"/><Relationship Id="rId169" Type="http://schemas.openxmlformats.org/officeDocument/2006/relationships/customXml" Target="../ink/ink420.xml"/><Relationship Id="rId334" Type="http://schemas.openxmlformats.org/officeDocument/2006/relationships/customXml" Target="../ink/ink503.xml"/><Relationship Id="rId355" Type="http://schemas.openxmlformats.org/officeDocument/2006/relationships/customXml" Target="../ink/ink514.xml"/><Relationship Id="rId376" Type="http://schemas.openxmlformats.org/officeDocument/2006/relationships/image" Target="../media/image557.png"/><Relationship Id="rId397" Type="http://schemas.openxmlformats.org/officeDocument/2006/relationships/customXml" Target="../ink/ink535.xml"/><Relationship Id="rId4" Type="http://schemas.openxmlformats.org/officeDocument/2006/relationships/image" Target="../media/image3740.png"/><Relationship Id="rId180" Type="http://schemas.openxmlformats.org/officeDocument/2006/relationships/image" Target="../media/image462.png"/><Relationship Id="rId215" Type="http://schemas.openxmlformats.org/officeDocument/2006/relationships/customXml" Target="../ink/ink443.xml"/><Relationship Id="rId236" Type="http://schemas.openxmlformats.org/officeDocument/2006/relationships/image" Target="../media/image490.png"/><Relationship Id="rId257" Type="http://schemas.openxmlformats.org/officeDocument/2006/relationships/customXml" Target="../ink/ink464.xml"/><Relationship Id="rId278" Type="http://schemas.openxmlformats.org/officeDocument/2006/relationships/image" Target="../media/image511.png"/><Relationship Id="rId401" Type="http://schemas.openxmlformats.org/officeDocument/2006/relationships/customXml" Target="../ink/ink537.xml"/><Relationship Id="rId422" Type="http://schemas.openxmlformats.org/officeDocument/2006/relationships/image" Target="../media/image580.png"/><Relationship Id="rId303" Type="http://schemas.openxmlformats.org/officeDocument/2006/relationships/image" Target="../media/image522.png"/><Relationship Id="rId42" Type="http://schemas.openxmlformats.org/officeDocument/2006/relationships/image" Target="../media/image393.png"/><Relationship Id="rId84" Type="http://schemas.openxmlformats.org/officeDocument/2006/relationships/image" Target="../media/image414.png"/><Relationship Id="rId138" Type="http://schemas.openxmlformats.org/officeDocument/2006/relationships/image" Target="../media/image441.png"/><Relationship Id="rId345" Type="http://schemas.openxmlformats.org/officeDocument/2006/relationships/image" Target="../media/image542.png"/><Relationship Id="rId387" Type="http://schemas.openxmlformats.org/officeDocument/2006/relationships/customXml" Target="../ink/ink530.xml"/><Relationship Id="rId191" Type="http://schemas.openxmlformats.org/officeDocument/2006/relationships/customXml" Target="../ink/ink431.xml"/><Relationship Id="rId205" Type="http://schemas.openxmlformats.org/officeDocument/2006/relationships/customXml" Target="../ink/ink438.xml"/><Relationship Id="rId247" Type="http://schemas.openxmlformats.org/officeDocument/2006/relationships/customXml" Target="../ink/ink459.xml"/><Relationship Id="rId412" Type="http://schemas.openxmlformats.org/officeDocument/2006/relationships/image" Target="../media/image575.png"/><Relationship Id="rId107" Type="http://schemas.openxmlformats.org/officeDocument/2006/relationships/customXml" Target="../ink/ink389.xml"/><Relationship Id="rId289" Type="http://schemas.openxmlformats.org/officeDocument/2006/relationships/customXml" Target="../ink/ink480.xml"/><Relationship Id="rId11" Type="http://schemas.openxmlformats.org/officeDocument/2006/relationships/customXml" Target="../ink/ink341.xml"/><Relationship Id="rId53" Type="http://schemas.openxmlformats.org/officeDocument/2006/relationships/customXml" Target="../ink/ink362.xml"/><Relationship Id="rId149" Type="http://schemas.openxmlformats.org/officeDocument/2006/relationships/customXml" Target="../ink/ink410.xml"/><Relationship Id="rId314" Type="http://schemas.openxmlformats.org/officeDocument/2006/relationships/customXml" Target="../ink/ink493.xml"/><Relationship Id="rId356" Type="http://schemas.openxmlformats.org/officeDocument/2006/relationships/image" Target="../media/image547.png"/><Relationship Id="rId398" Type="http://schemas.openxmlformats.org/officeDocument/2006/relationships/image" Target="../media/image568.png"/><Relationship Id="rId95" Type="http://schemas.openxmlformats.org/officeDocument/2006/relationships/customXml" Target="../ink/ink383.xml"/><Relationship Id="rId160" Type="http://schemas.openxmlformats.org/officeDocument/2006/relationships/image" Target="../media/image452.png"/><Relationship Id="rId216" Type="http://schemas.openxmlformats.org/officeDocument/2006/relationships/image" Target="../media/image480.png"/><Relationship Id="rId423" Type="http://schemas.openxmlformats.org/officeDocument/2006/relationships/customXml" Target="../ink/ink548.xml"/><Relationship Id="rId258" Type="http://schemas.openxmlformats.org/officeDocument/2006/relationships/image" Target="../media/image501.png"/><Relationship Id="rId22" Type="http://schemas.openxmlformats.org/officeDocument/2006/relationships/image" Target="../media/image383.png"/><Relationship Id="rId64" Type="http://schemas.openxmlformats.org/officeDocument/2006/relationships/image" Target="../media/image404.png"/><Relationship Id="rId118" Type="http://schemas.openxmlformats.org/officeDocument/2006/relationships/image" Target="../media/image431.png"/><Relationship Id="rId325" Type="http://schemas.openxmlformats.org/officeDocument/2006/relationships/image" Target="../media/image532.png"/><Relationship Id="rId367" Type="http://schemas.openxmlformats.org/officeDocument/2006/relationships/customXml" Target="../ink/ink520.xml"/><Relationship Id="rId171" Type="http://schemas.openxmlformats.org/officeDocument/2006/relationships/customXml" Target="../ink/ink421.xml"/><Relationship Id="rId227" Type="http://schemas.openxmlformats.org/officeDocument/2006/relationships/customXml" Target="../ink/ink449.xml"/><Relationship Id="rId269" Type="http://schemas.openxmlformats.org/officeDocument/2006/relationships/customXml" Target="../ink/ink470.xml"/><Relationship Id="rId33" Type="http://schemas.openxmlformats.org/officeDocument/2006/relationships/customXml" Target="../ink/ink352.xml"/><Relationship Id="rId129" Type="http://schemas.openxmlformats.org/officeDocument/2006/relationships/customXml" Target="../ink/ink400.xml"/><Relationship Id="rId280" Type="http://schemas.openxmlformats.org/officeDocument/2006/relationships/image" Target="../media/image512.png"/><Relationship Id="rId336" Type="http://schemas.openxmlformats.org/officeDocument/2006/relationships/customXml" Target="../ink/ink504.xml"/><Relationship Id="rId75" Type="http://schemas.openxmlformats.org/officeDocument/2006/relationships/customXml" Target="../ink/ink373.xml"/><Relationship Id="rId140" Type="http://schemas.openxmlformats.org/officeDocument/2006/relationships/image" Target="../media/image442.png"/><Relationship Id="rId182" Type="http://schemas.openxmlformats.org/officeDocument/2006/relationships/image" Target="../media/image463.png"/><Relationship Id="rId378" Type="http://schemas.openxmlformats.org/officeDocument/2006/relationships/image" Target="../media/image558.png"/><Relationship Id="rId403" Type="http://schemas.openxmlformats.org/officeDocument/2006/relationships/customXml" Target="../ink/ink538.xml"/><Relationship Id="rId6" Type="http://schemas.openxmlformats.org/officeDocument/2006/relationships/image" Target="../media/image375.png"/><Relationship Id="rId238" Type="http://schemas.openxmlformats.org/officeDocument/2006/relationships/image" Target="../media/image491.png"/><Relationship Id="rId291" Type="http://schemas.openxmlformats.org/officeDocument/2006/relationships/image" Target="../media/image250.png"/><Relationship Id="rId305" Type="http://schemas.openxmlformats.org/officeDocument/2006/relationships/image" Target="../media/image523.png"/><Relationship Id="rId347" Type="http://schemas.openxmlformats.org/officeDocument/2006/relationships/image" Target="../media/image543.png"/><Relationship Id="rId44" Type="http://schemas.openxmlformats.org/officeDocument/2006/relationships/image" Target="../media/image394.png"/><Relationship Id="rId86" Type="http://schemas.openxmlformats.org/officeDocument/2006/relationships/image" Target="../media/image415.png"/><Relationship Id="rId151" Type="http://schemas.openxmlformats.org/officeDocument/2006/relationships/customXml" Target="../ink/ink411.xml"/><Relationship Id="rId389" Type="http://schemas.openxmlformats.org/officeDocument/2006/relationships/customXml" Target="../ink/ink531.xml"/><Relationship Id="rId193" Type="http://schemas.openxmlformats.org/officeDocument/2006/relationships/customXml" Target="../ink/ink432.xml"/><Relationship Id="rId207" Type="http://schemas.openxmlformats.org/officeDocument/2006/relationships/customXml" Target="../ink/ink439.xml"/><Relationship Id="rId249" Type="http://schemas.openxmlformats.org/officeDocument/2006/relationships/customXml" Target="../ink/ink460.xml"/><Relationship Id="rId414" Type="http://schemas.openxmlformats.org/officeDocument/2006/relationships/image" Target="../media/image576.png"/><Relationship Id="rId13" Type="http://schemas.openxmlformats.org/officeDocument/2006/relationships/customXml" Target="../ink/ink342.xml"/><Relationship Id="rId109" Type="http://schemas.openxmlformats.org/officeDocument/2006/relationships/customXml" Target="../ink/ink390.xml"/><Relationship Id="rId260" Type="http://schemas.openxmlformats.org/officeDocument/2006/relationships/image" Target="../media/image502.png"/><Relationship Id="rId316" Type="http://schemas.openxmlformats.org/officeDocument/2006/relationships/customXml" Target="../ink/ink494.xml"/><Relationship Id="rId55" Type="http://schemas.openxmlformats.org/officeDocument/2006/relationships/customXml" Target="../ink/ink363.xml"/><Relationship Id="rId97" Type="http://schemas.openxmlformats.org/officeDocument/2006/relationships/customXml" Target="../ink/ink384.xml"/><Relationship Id="rId120" Type="http://schemas.openxmlformats.org/officeDocument/2006/relationships/image" Target="../media/image432.png"/><Relationship Id="rId358" Type="http://schemas.openxmlformats.org/officeDocument/2006/relationships/image" Target="../media/image548.png"/><Relationship Id="rId162" Type="http://schemas.openxmlformats.org/officeDocument/2006/relationships/image" Target="../media/image453.png"/><Relationship Id="rId218" Type="http://schemas.openxmlformats.org/officeDocument/2006/relationships/image" Target="../media/image481.png"/><Relationship Id="rId425" Type="http://schemas.openxmlformats.org/officeDocument/2006/relationships/customXml" Target="../ink/ink549.xml"/><Relationship Id="rId271" Type="http://schemas.openxmlformats.org/officeDocument/2006/relationships/customXml" Target="../ink/ink471.xml"/><Relationship Id="rId24" Type="http://schemas.openxmlformats.org/officeDocument/2006/relationships/image" Target="../media/image384.png"/><Relationship Id="rId66" Type="http://schemas.openxmlformats.org/officeDocument/2006/relationships/image" Target="../media/image405.png"/><Relationship Id="rId131" Type="http://schemas.openxmlformats.org/officeDocument/2006/relationships/customXml" Target="../ink/ink401.xml"/><Relationship Id="rId327" Type="http://schemas.openxmlformats.org/officeDocument/2006/relationships/image" Target="../media/image533.png"/><Relationship Id="rId369" Type="http://schemas.openxmlformats.org/officeDocument/2006/relationships/customXml" Target="../ink/ink521.xml"/><Relationship Id="rId173" Type="http://schemas.openxmlformats.org/officeDocument/2006/relationships/customXml" Target="../ink/ink422.xml"/><Relationship Id="rId229" Type="http://schemas.openxmlformats.org/officeDocument/2006/relationships/customXml" Target="../ink/ink450.xml"/><Relationship Id="rId380" Type="http://schemas.openxmlformats.org/officeDocument/2006/relationships/image" Target="../media/image559.png"/><Relationship Id="rId240" Type="http://schemas.openxmlformats.org/officeDocument/2006/relationships/image" Target="../media/image492.png"/><Relationship Id="rId35" Type="http://schemas.openxmlformats.org/officeDocument/2006/relationships/customXml" Target="../ink/ink353.xml"/><Relationship Id="rId77" Type="http://schemas.openxmlformats.org/officeDocument/2006/relationships/customXml" Target="../ink/ink374.xml"/><Relationship Id="rId100" Type="http://schemas.openxmlformats.org/officeDocument/2006/relationships/image" Target="../media/image422.png"/><Relationship Id="rId282" Type="http://schemas.openxmlformats.org/officeDocument/2006/relationships/image" Target="../media/image513.png"/><Relationship Id="rId338" Type="http://schemas.openxmlformats.org/officeDocument/2006/relationships/customXml" Target="../ink/ink505.xml"/><Relationship Id="rId8" Type="http://schemas.openxmlformats.org/officeDocument/2006/relationships/image" Target="../media/image376.png"/><Relationship Id="rId142" Type="http://schemas.openxmlformats.org/officeDocument/2006/relationships/image" Target="../media/image443.png"/><Relationship Id="rId184" Type="http://schemas.openxmlformats.org/officeDocument/2006/relationships/image" Target="../media/image464.png"/><Relationship Id="rId391" Type="http://schemas.openxmlformats.org/officeDocument/2006/relationships/customXml" Target="../ink/ink532.xml"/><Relationship Id="rId405" Type="http://schemas.openxmlformats.org/officeDocument/2006/relationships/customXml" Target="../ink/ink539.xml"/><Relationship Id="rId251" Type="http://schemas.openxmlformats.org/officeDocument/2006/relationships/customXml" Target="../ink/ink461.xml"/><Relationship Id="rId46" Type="http://schemas.openxmlformats.org/officeDocument/2006/relationships/image" Target="../media/image395.png"/><Relationship Id="rId293" Type="http://schemas.openxmlformats.org/officeDocument/2006/relationships/image" Target="../media/image517.png"/><Relationship Id="rId307" Type="http://schemas.openxmlformats.org/officeDocument/2006/relationships/image" Target="../media/image524.png"/><Relationship Id="rId349" Type="http://schemas.openxmlformats.org/officeDocument/2006/relationships/image" Target="../media/image544.png"/><Relationship Id="rId88" Type="http://schemas.openxmlformats.org/officeDocument/2006/relationships/image" Target="../media/image416.png"/><Relationship Id="rId111" Type="http://schemas.openxmlformats.org/officeDocument/2006/relationships/customXml" Target="../ink/ink391.xml"/><Relationship Id="rId153" Type="http://schemas.openxmlformats.org/officeDocument/2006/relationships/customXml" Target="../ink/ink412.xml"/><Relationship Id="rId195" Type="http://schemas.openxmlformats.org/officeDocument/2006/relationships/customXml" Target="../ink/ink433.xml"/><Relationship Id="rId209" Type="http://schemas.openxmlformats.org/officeDocument/2006/relationships/customXml" Target="../ink/ink440.xml"/><Relationship Id="rId360" Type="http://schemas.openxmlformats.org/officeDocument/2006/relationships/image" Target="../media/image549.png"/><Relationship Id="rId416" Type="http://schemas.openxmlformats.org/officeDocument/2006/relationships/image" Target="../media/image577.png"/><Relationship Id="rId220" Type="http://schemas.openxmlformats.org/officeDocument/2006/relationships/image" Target="../media/image482.png"/><Relationship Id="rId15" Type="http://schemas.openxmlformats.org/officeDocument/2006/relationships/customXml" Target="../ink/ink343.xml"/><Relationship Id="rId57" Type="http://schemas.openxmlformats.org/officeDocument/2006/relationships/customXml" Target="../ink/ink364.xml"/><Relationship Id="rId262" Type="http://schemas.openxmlformats.org/officeDocument/2006/relationships/image" Target="../media/image503.png"/><Relationship Id="rId318" Type="http://schemas.openxmlformats.org/officeDocument/2006/relationships/customXml" Target="../ink/ink495.xml"/><Relationship Id="rId99" Type="http://schemas.openxmlformats.org/officeDocument/2006/relationships/customXml" Target="../ink/ink385.xml"/><Relationship Id="rId122" Type="http://schemas.openxmlformats.org/officeDocument/2006/relationships/image" Target="../media/image433.png"/><Relationship Id="rId164" Type="http://schemas.openxmlformats.org/officeDocument/2006/relationships/image" Target="../media/image454.png"/><Relationship Id="rId371" Type="http://schemas.openxmlformats.org/officeDocument/2006/relationships/customXml" Target="../ink/ink522.xml"/><Relationship Id="rId26" Type="http://schemas.openxmlformats.org/officeDocument/2006/relationships/image" Target="../media/image385.png"/><Relationship Id="rId231" Type="http://schemas.openxmlformats.org/officeDocument/2006/relationships/customXml" Target="../ink/ink451.xml"/><Relationship Id="rId273" Type="http://schemas.openxmlformats.org/officeDocument/2006/relationships/customXml" Target="../ink/ink472.xml"/><Relationship Id="rId329" Type="http://schemas.openxmlformats.org/officeDocument/2006/relationships/image" Target="../media/image534.png"/><Relationship Id="rId68" Type="http://schemas.openxmlformats.org/officeDocument/2006/relationships/image" Target="../media/image406.png"/><Relationship Id="rId133" Type="http://schemas.openxmlformats.org/officeDocument/2006/relationships/customXml" Target="../ink/ink402.xml"/><Relationship Id="rId175" Type="http://schemas.openxmlformats.org/officeDocument/2006/relationships/customXml" Target="../ink/ink423.xml"/><Relationship Id="rId340" Type="http://schemas.openxmlformats.org/officeDocument/2006/relationships/customXml" Target="../ink/ink506.xml"/><Relationship Id="rId200" Type="http://schemas.openxmlformats.org/officeDocument/2006/relationships/image" Target="../media/image472.png"/><Relationship Id="rId382" Type="http://schemas.openxmlformats.org/officeDocument/2006/relationships/image" Target="../media/image560.png"/><Relationship Id="rId242" Type="http://schemas.openxmlformats.org/officeDocument/2006/relationships/image" Target="../media/image493.png"/><Relationship Id="rId284" Type="http://schemas.openxmlformats.org/officeDocument/2006/relationships/image" Target="../media/image514.png"/><Relationship Id="rId37" Type="http://schemas.openxmlformats.org/officeDocument/2006/relationships/customXml" Target="../ink/ink354.xml"/><Relationship Id="rId79" Type="http://schemas.openxmlformats.org/officeDocument/2006/relationships/customXml" Target="../ink/ink375.xml"/><Relationship Id="rId102" Type="http://schemas.openxmlformats.org/officeDocument/2006/relationships/image" Target="../media/image423.png"/><Relationship Id="rId144" Type="http://schemas.openxmlformats.org/officeDocument/2006/relationships/image" Target="../media/image444.png"/><Relationship Id="rId90" Type="http://schemas.openxmlformats.org/officeDocument/2006/relationships/image" Target="../media/image417.png"/><Relationship Id="rId186" Type="http://schemas.openxmlformats.org/officeDocument/2006/relationships/image" Target="../media/image465.png"/><Relationship Id="rId351" Type="http://schemas.openxmlformats.org/officeDocument/2006/relationships/image" Target="../media/image545.png"/><Relationship Id="rId393" Type="http://schemas.openxmlformats.org/officeDocument/2006/relationships/customXml" Target="../ink/ink533.xml"/><Relationship Id="rId407" Type="http://schemas.openxmlformats.org/officeDocument/2006/relationships/customXml" Target="../ink/ink540.xml"/><Relationship Id="rId211" Type="http://schemas.openxmlformats.org/officeDocument/2006/relationships/customXml" Target="../ink/ink441.xml"/><Relationship Id="rId253" Type="http://schemas.openxmlformats.org/officeDocument/2006/relationships/customXml" Target="../ink/ink462.xml"/><Relationship Id="rId295" Type="http://schemas.openxmlformats.org/officeDocument/2006/relationships/image" Target="../media/image518.png"/><Relationship Id="rId309" Type="http://schemas.openxmlformats.org/officeDocument/2006/relationships/image" Target="../media/image525.png"/><Relationship Id="rId48" Type="http://schemas.openxmlformats.org/officeDocument/2006/relationships/image" Target="../media/image396.png"/><Relationship Id="rId113" Type="http://schemas.openxmlformats.org/officeDocument/2006/relationships/customXml" Target="../ink/ink392.xml"/><Relationship Id="rId320" Type="http://schemas.openxmlformats.org/officeDocument/2006/relationships/customXml" Target="../ink/ink496.xml"/><Relationship Id="rId155" Type="http://schemas.openxmlformats.org/officeDocument/2006/relationships/customXml" Target="../ink/ink413.xml"/><Relationship Id="rId197" Type="http://schemas.openxmlformats.org/officeDocument/2006/relationships/customXml" Target="../ink/ink434.xml"/><Relationship Id="rId362" Type="http://schemas.openxmlformats.org/officeDocument/2006/relationships/image" Target="../media/image550.png"/><Relationship Id="rId418" Type="http://schemas.openxmlformats.org/officeDocument/2006/relationships/image" Target="../media/image578.png"/><Relationship Id="rId222" Type="http://schemas.openxmlformats.org/officeDocument/2006/relationships/image" Target="../media/image483.png"/><Relationship Id="rId264" Type="http://schemas.openxmlformats.org/officeDocument/2006/relationships/image" Target="../media/image504.png"/><Relationship Id="rId17" Type="http://schemas.openxmlformats.org/officeDocument/2006/relationships/customXml" Target="../ink/ink344.xml"/><Relationship Id="rId59" Type="http://schemas.openxmlformats.org/officeDocument/2006/relationships/customXml" Target="../ink/ink365.xml"/><Relationship Id="rId124" Type="http://schemas.openxmlformats.org/officeDocument/2006/relationships/image" Target="../media/image434.png"/></Relationships>
</file>

<file path=ppt/slides/_rels/slide43.xml.rels><?xml version="1.0" encoding="UTF-8" standalone="yes"?>
<Relationships xmlns="http://schemas.openxmlformats.org/package/2006/relationships"><Relationship Id="rId117" Type="http://schemas.openxmlformats.org/officeDocument/2006/relationships/customXml" Target="../ink/ink607.xml"/><Relationship Id="rId21" Type="http://schemas.openxmlformats.org/officeDocument/2006/relationships/customXml" Target="../ink/ink559.xml"/><Relationship Id="rId42" Type="http://schemas.openxmlformats.org/officeDocument/2006/relationships/image" Target="../media/image601.png"/><Relationship Id="rId63" Type="http://schemas.openxmlformats.org/officeDocument/2006/relationships/customXml" Target="../ink/ink580.xml"/><Relationship Id="rId84" Type="http://schemas.openxmlformats.org/officeDocument/2006/relationships/image" Target="../media/image622.png"/><Relationship Id="rId138" Type="http://schemas.openxmlformats.org/officeDocument/2006/relationships/image" Target="../media/image649.png"/><Relationship Id="rId159" Type="http://schemas.openxmlformats.org/officeDocument/2006/relationships/customXml" Target="../ink/ink628.xml"/><Relationship Id="rId170" Type="http://schemas.openxmlformats.org/officeDocument/2006/relationships/image" Target="../media/image665.png"/><Relationship Id="rId191" Type="http://schemas.openxmlformats.org/officeDocument/2006/relationships/customXml" Target="../ink/ink644.xml"/><Relationship Id="rId107" Type="http://schemas.openxmlformats.org/officeDocument/2006/relationships/customXml" Target="../ink/ink602.xml"/><Relationship Id="rId11" Type="http://schemas.openxmlformats.org/officeDocument/2006/relationships/customXml" Target="../ink/ink554.xml"/><Relationship Id="rId32" Type="http://schemas.openxmlformats.org/officeDocument/2006/relationships/image" Target="../media/image596.png"/><Relationship Id="rId53" Type="http://schemas.openxmlformats.org/officeDocument/2006/relationships/customXml" Target="../ink/ink575.xml"/><Relationship Id="rId74" Type="http://schemas.openxmlformats.org/officeDocument/2006/relationships/image" Target="../media/image617.png"/><Relationship Id="rId128" Type="http://schemas.openxmlformats.org/officeDocument/2006/relationships/image" Target="../media/image644.png"/><Relationship Id="rId149" Type="http://schemas.openxmlformats.org/officeDocument/2006/relationships/customXml" Target="../ink/ink623.xml"/><Relationship Id="rId5" Type="http://schemas.openxmlformats.org/officeDocument/2006/relationships/customXml" Target="../ink/ink551.xml"/><Relationship Id="rId95" Type="http://schemas.openxmlformats.org/officeDocument/2006/relationships/customXml" Target="../ink/ink596.xml"/><Relationship Id="rId160" Type="http://schemas.openxmlformats.org/officeDocument/2006/relationships/image" Target="../media/image660.png"/><Relationship Id="rId181" Type="http://schemas.openxmlformats.org/officeDocument/2006/relationships/customXml" Target="../ink/ink639.xml"/><Relationship Id="rId22" Type="http://schemas.openxmlformats.org/officeDocument/2006/relationships/image" Target="../media/image591.png"/><Relationship Id="rId43" Type="http://schemas.openxmlformats.org/officeDocument/2006/relationships/customXml" Target="../ink/ink570.xml"/><Relationship Id="rId64" Type="http://schemas.openxmlformats.org/officeDocument/2006/relationships/image" Target="../media/image612.png"/><Relationship Id="rId118" Type="http://schemas.openxmlformats.org/officeDocument/2006/relationships/image" Target="../media/image639.png"/><Relationship Id="rId139" Type="http://schemas.openxmlformats.org/officeDocument/2006/relationships/customXml" Target="../ink/ink618.xml"/><Relationship Id="rId85" Type="http://schemas.openxmlformats.org/officeDocument/2006/relationships/customXml" Target="../ink/ink591.xml"/><Relationship Id="rId150" Type="http://schemas.openxmlformats.org/officeDocument/2006/relationships/image" Target="../media/image655.png"/><Relationship Id="rId171" Type="http://schemas.openxmlformats.org/officeDocument/2006/relationships/customXml" Target="../ink/ink634.xml"/><Relationship Id="rId192" Type="http://schemas.openxmlformats.org/officeDocument/2006/relationships/image" Target="../media/image676.png"/><Relationship Id="rId12" Type="http://schemas.openxmlformats.org/officeDocument/2006/relationships/image" Target="../media/image586.png"/><Relationship Id="rId33" Type="http://schemas.openxmlformats.org/officeDocument/2006/relationships/customXml" Target="../ink/ink565.xml"/><Relationship Id="rId108" Type="http://schemas.openxmlformats.org/officeDocument/2006/relationships/image" Target="../media/image634.png"/><Relationship Id="rId129" Type="http://schemas.openxmlformats.org/officeDocument/2006/relationships/customXml" Target="../ink/ink613.xml"/><Relationship Id="rId54" Type="http://schemas.openxmlformats.org/officeDocument/2006/relationships/image" Target="../media/image607.png"/><Relationship Id="rId75" Type="http://schemas.openxmlformats.org/officeDocument/2006/relationships/customXml" Target="../ink/ink586.xml"/><Relationship Id="rId96" Type="http://schemas.openxmlformats.org/officeDocument/2006/relationships/image" Target="../media/image628.png"/><Relationship Id="rId140" Type="http://schemas.openxmlformats.org/officeDocument/2006/relationships/image" Target="../media/image650.png"/><Relationship Id="rId161" Type="http://schemas.openxmlformats.org/officeDocument/2006/relationships/customXml" Target="../ink/ink629.xml"/><Relationship Id="rId182" Type="http://schemas.openxmlformats.org/officeDocument/2006/relationships/image" Target="../media/image671.png"/><Relationship Id="rId6" Type="http://schemas.openxmlformats.org/officeDocument/2006/relationships/image" Target="../media/image583.png"/><Relationship Id="rId23" Type="http://schemas.openxmlformats.org/officeDocument/2006/relationships/customXml" Target="../ink/ink560.xml"/><Relationship Id="rId119" Type="http://schemas.openxmlformats.org/officeDocument/2006/relationships/customXml" Target="../ink/ink608.xml"/><Relationship Id="rId44" Type="http://schemas.openxmlformats.org/officeDocument/2006/relationships/image" Target="../media/image602.png"/><Relationship Id="rId65" Type="http://schemas.openxmlformats.org/officeDocument/2006/relationships/customXml" Target="../ink/ink581.xml"/><Relationship Id="rId86" Type="http://schemas.openxmlformats.org/officeDocument/2006/relationships/image" Target="../media/image623.png"/><Relationship Id="rId130" Type="http://schemas.openxmlformats.org/officeDocument/2006/relationships/image" Target="../media/image645.png"/><Relationship Id="rId151" Type="http://schemas.openxmlformats.org/officeDocument/2006/relationships/customXml" Target="../ink/ink624.xml"/><Relationship Id="rId172" Type="http://schemas.openxmlformats.org/officeDocument/2006/relationships/image" Target="../media/image666.png"/><Relationship Id="rId193" Type="http://schemas.openxmlformats.org/officeDocument/2006/relationships/customXml" Target="../ink/ink645.xml"/><Relationship Id="rId13" Type="http://schemas.openxmlformats.org/officeDocument/2006/relationships/customXml" Target="../ink/ink555.xml"/><Relationship Id="rId109" Type="http://schemas.openxmlformats.org/officeDocument/2006/relationships/customXml" Target="../ink/ink603.xml"/><Relationship Id="rId34" Type="http://schemas.openxmlformats.org/officeDocument/2006/relationships/image" Target="../media/image597.png"/><Relationship Id="rId50" Type="http://schemas.openxmlformats.org/officeDocument/2006/relationships/image" Target="../media/image605.png"/><Relationship Id="rId55" Type="http://schemas.openxmlformats.org/officeDocument/2006/relationships/customXml" Target="../ink/ink576.xml"/><Relationship Id="rId76" Type="http://schemas.openxmlformats.org/officeDocument/2006/relationships/image" Target="../media/image618.png"/><Relationship Id="rId97" Type="http://schemas.openxmlformats.org/officeDocument/2006/relationships/customXml" Target="../ink/ink597.xml"/><Relationship Id="rId104" Type="http://schemas.openxmlformats.org/officeDocument/2006/relationships/image" Target="../media/image632.png"/><Relationship Id="rId120" Type="http://schemas.openxmlformats.org/officeDocument/2006/relationships/image" Target="../media/image640.png"/><Relationship Id="rId125" Type="http://schemas.openxmlformats.org/officeDocument/2006/relationships/customXml" Target="../ink/ink611.xml"/><Relationship Id="rId141" Type="http://schemas.openxmlformats.org/officeDocument/2006/relationships/customXml" Target="../ink/ink619.xml"/><Relationship Id="rId146" Type="http://schemas.openxmlformats.org/officeDocument/2006/relationships/image" Target="../media/image653.png"/><Relationship Id="rId167" Type="http://schemas.openxmlformats.org/officeDocument/2006/relationships/customXml" Target="../ink/ink632.xml"/><Relationship Id="rId188" Type="http://schemas.openxmlformats.org/officeDocument/2006/relationships/image" Target="../media/image674.png"/><Relationship Id="rId7" Type="http://schemas.openxmlformats.org/officeDocument/2006/relationships/customXml" Target="../ink/ink552.xml"/><Relationship Id="rId71" Type="http://schemas.openxmlformats.org/officeDocument/2006/relationships/customXml" Target="../ink/ink584.xml"/><Relationship Id="rId92" Type="http://schemas.openxmlformats.org/officeDocument/2006/relationships/image" Target="../media/image626.png"/><Relationship Id="rId162" Type="http://schemas.openxmlformats.org/officeDocument/2006/relationships/image" Target="../media/image661.png"/><Relationship Id="rId183" Type="http://schemas.openxmlformats.org/officeDocument/2006/relationships/customXml" Target="../ink/ink640.xml"/><Relationship Id="rId2" Type="http://schemas.openxmlformats.org/officeDocument/2006/relationships/image" Target="../media/image2.png"/><Relationship Id="rId29" Type="http://schemas.openxmlformats.org/officeDocument/2006/relationships/customXml" Target="../ink/ink563.xml"/><Relationship Id="rId24" Type="http://schemas.openxmlformats.org/officeDocument/2006/relationships/image" Target="../media/image592.png"/><Relationship Id="rId40" Type="http://schemas.openxmlformats.org/officeDocument/2006/relationships/image" Target="../media/image600.png"/><Relationship Id="rId45" Type="http://schemas.openxmlformats.org/officeDocument/2006/relationships/customXml" Target="../ink/ink571.xml"/><Relationship Id="rId66" Type="http://schemas.openxmlformats.org/officeDocument/2006/relationships/image" Target="../media/image613.png"/><Relationship Id="rId87" Type="http://schemas.openxmlformats.org/officeDocument/2006/relationships/customXml" Target="../ink/ink592.xml"/><Relationship Id="rId110" Type="http://schemas.openxmlformats.org/officeDocument/2006/relationships/image" Target="../media/image635.png"/><Relationship Id="rId115" Type="http://schemas.openxmlformats.org/officeDocument/2006/relationships/customXml" Target="../ink/ink606.xml"/><Relationship Id="rId131" Type="http://schemas.openxmlformats.org/officeDocument/2006/relationships/customXml" Target="../ink/ink614.xml"/><Relationship Id="rId136" Type="http://schemas.openxmlformats.org/officeDocument/2006/relationships/image" Target="../media/image648.png"/><Relationship Id="rId157" Type="http://schemas.openxmlformats.org/officeDocument/2006/relationships/customXml" Target="../ink/ink627.xml"/><Relationship Id="rId178" Type="http://schemas.openxmlformats.org/officeDocument/2006/relationships/image" Target="../media/image669.png"/><Relationship Id="rId61" Type="http://schemas.openxmlformats.org/officeDocument/2006/relationships/customXml" Target="../ink/ink579.xml"/><Relationship Id="rId82" Type="http://schemas.openxmlformats.org/officeDocument/2006/relationships/image" Target="../media/image621.png"/><Relationship Id="rId152" Type="http://schemas.openxmlformats.org/officeDocument/2006/relationships/image" Target="../media/image656.png"/><Relationship Id="rId173" Type="http://schemas.openxmlformats.org/officeDocument/2006/relationships/customXml" Target="../ink/ink635.xml"/><Relationship Id="rId194" Type="http://schemas.openxmlformats.org/officeDocument/2006/relationships/image" Target="../media/image677.png"/><Relationship Id="rId19" Type="http://schemas.openxmlformats.org/officeDocument/2006/relationships/customXml" Target="../ink/ink558.xml"/><Relationship Id="rId14" Type="http://schemas.openxmlformats.org/officeDocument/2006/relationships/image" Target="../media/image587.png"/><Relationship Id="rId30" Type="http://schemas.openxmlformats.org/officeDocument/2006/relationships/image" Target="../media/image595.png"/><Relationship Id="rId35" Type="http://schemas.openxmlformats.org/officeDocument/2006/relationships/customXml" Target="../ink/ink566.xml"/><Relationship Id="rId56" Type="http://schemas.openxmlformats.org/officeDocument/2006/relationships/image" Target="../media/image608.png"/><Relationship Id="rId77" Type="http://schemas.openxmlformats.org/officeDocument/2006/relationships/customXml" Target="../ink/ink587.xml"/><Relationship Id="rId100" Type="http://schemas.openxmlformats.org/officeDocument/2006/relationships/image" Target="../media/image630.png"/><Relationship Id="rId105" Type="http://schemas.openxmlformats.org/officeDocument/2006/relationships/customXml" Target="../ink/ink601.xml"/><Relationship Id="rId126" Type="http://schemas.openxmlformats.org/officeDocument/2006/relationships/image" Target="../media/image643.png"/><Relationship Id="rId147" Type="http://schemas.openxmlformats.org/officeDocument/2006/relationships/customXml" Target="../ink/ink622.xml"/><Relationship Id="rId168" Type="http://schemas.openxmlformats.org/officeDocument/2006/relationships/image" Target="../media/image664.png"/><Relationship Id="rId8" Type="http://schemas.openxmlformats.org/officeDocument/2006/relationships/image" Target="../media/image584.png"/><Relationship Id="rId51" Type="http://schemas.openxmlformats.org/officeDocument/2006/relationships/customXml" Target="../ink/ink574.xml"/><Relationship Id="rId72" Type="http://schemas.openxmlformats.org/officeDocument/2006/relationships/image" Target="../media/image616.png"/><Relationship Id="rId93" Type="http://schemas.openxmlformats.org/officeDocument/2006/relationships/customXml" Target="../ink/ink595.xml"/><Relationship Id="rId98" Type="http://schemas.openxmlformats.org/officeDocument/2006/relationships/image" Target="../media/image629.png"/><Relationship Id="rId121" Type="http://schemas.openxmlformats.org/officeDocument/2006/relationships/customXml" Target="../ink/ink609.xml"/><Relationship Id="rId142" Type="http://schemas.openxmlformats.org/officeDocument/2006/relationships/image" Target="../media/image651.png"/><Relationship Id="rId163" Type="http://schemas.openxmlformats.org/officeDocument/2006/relationships/customXml" Target="../ink/ink630.xml"/><Relationship Id="rId184" Type="http://schemas.openxmlformats.org/officeDocument/2006/relationships/image" Target="../media/image672.png"/><Relationship Id="rId189" Type="http://schemas.openxmlformats.org/officeDocument/2006/relationships/customXml" Target="../ink/ink643.xml"/><Relationship Id="rId3" Type="http://schemas.openxmlformats.org/officeDocument/2006/relationships/customXml" Target="../ink/ink550.xml"/><Relationship Id="rId25" Type="http://schemas.openxmlformats.org/officeDocument/2006/relationships/customXml" Target="../ink/ink561.xml"/><Relationship Id="rId46" Type="http://schemas.openxmlformats.org/officeDocument/2006/relationships/image" Target="../media/image603.png"/><Relationship Id="rId67" Type="http://schemas.openxmlformats.org/officeDocument/2006/relationships/customXml" Target="../ink/ink582.xml"/><Relationship Id="rId116" Type="http://schemas.openxmlformats.org/officeDocument/2006/relationships/image" Target="../media/image638.png"/><Relationship Id="rId137" Type="http://schemas.openxmlformats.org/officeDocument/2006/relationships/customXml" Target="../ink/ink617.xml"/><Relationship Id="rId158" Type="http://schemas.openxmlformats.org/officeDocument/2006/relationships/image" Target="../media/image659.png"/><Relationship Id="rId20" Type="http://schemas.openxmlformats.org/officeDocument/2006/relationships/image" Target="../media/image590.png"/><Relationship Id="rId41" Type="http://schemas.openxmlformats.org/officeDocument/2006/relationships/customXml" Target="../ink/ink569.xml"/><Relationship Id="rId62" Type="http://schemas.openxmlformats.org/officeDocument/2006/relationships/image" Target="../media/image611.png"/><Relationship Id="rId83" Type="http://schemas.openxmlformats.org/officeDocument/2006/relationships/customXml" Target="../ink/ink590.xml"/><Relationship Id="rId88" Type="http://schemas.openxmlformats.org/officeDocument/2006/relationships/image" Target="../media/image624.png"/><Relationship Id="rId111" Type="http://schemas.openxmlformats.org/officeDocument/2006/relationships/customXml" Target="../ink/ink604.xml"/><Relationship Id="rId132" Type="http://schemas.openxmlformats.org/officeDocument/2006/relationships/image" Target="../media/image646.png"/><Relationship Id="rId153" Type="http://schemas.openxmlformats.org/officeDocument/2006/relationships/customXml" Target="../ink/ink625.xml"/><Relationship Id="rId174" Type="http://schemas.openxmlformats.org/officeDocument/2006/relationships/image" Target="../media/image667.png"/><Relationship Id="rId179" Type="http://schemas.openxmlformats.org/officeDocument/2006/relationships/customXml" Target="../ink/ink638.xml"/><Relationship Id="rId190" Type="http://schemas.openxmlformats.org/officeDocument/2006/relationships/image" Target="../media/image675.png"/><Relationship Id="rId15" Type="http://schemas.openxmlformats.org/officeDocument/2006/relationships/customXml" Target="../ink/ink556.xml"/><Relationship Id="rId36" Type="http://schemas.openxmlformats.org/officeDocument/2006/relationships/image" Target="../media/image598.png"/><Relationship Id="rId57" Type="http://schemas.openxmlformats.org/officeDocument/2006/relationships/customXml" Target="../ink/ink577.xml"/><Relationship Id="rId106" Type="http://schemas.openxmlformats.org/officeDocument/2006/relationships/image" Target="../media/image633.png"/><Relationship Id="rId127" Type="http://schemas.openxmlformats.org/officeDocument/2006/relationships/customXml" Target="../ink/ink612.xml"/><Relationship Id="rId10" Type="http://schemas.openxmlformats.org/officeDocument/2006/relationships/image" Target="../media/image585.png"/><Relationship Id="rId31" Type="http://schemas.openxmlformats.org/officeDocument/2006/relationships/customXml" Target="../ink/ink564.xml"/><Relationship Id="rId52" Type="http://schemas.openxmlformats.org/officeDocument/2006/relationships/image" Target="../media/image606.png"/><Relationship Id="rId73" Type="http://schemas.openxmlformats.org/officeDocument/2006/relationships/customXml" Target="../ink/ink585.xml"/><Relationship Id="rId78" Type="http://schemas.openxmlformats.org/officeDocument/2006/relationships/image" Target="../media/image619.png"/><Relationship Id="rId94" Type="http://schemas.openxmlformats.org/officeDocument/2006/relationships/image" Target="../media/image627.png"/><Relationship Id="rId99" Type="http://schemas.openxmlformats.org/officeDocument/2006/relationships/customXml" Target="../ink/ink598.xml"/><Relationship Id="rId101" Type="http://schemas.openxmlformats.org/officeDocument/2006/relationships/customXml" Target="../ink/ink599.xml"/><Relationship Id="rId122" Type="http://schemas.openxmlformats.org/officeDocument/2006/relationships/image" Target="../media/image641.png"/><Relationship Id="rId143" Type="http://schemas.openxmlformats.org/officeDocument/2006/relationships/customXml" Target="../ink/ink620.xml"/><Relationship Id="rId148" Type="http://schemas.openxmlformats.org/officeDocument/2006/relationships/image" Target="../media/image654.png"/><Relationship Id="rId164" Type="http://schemas.openxmlformats.org/officeDocument/2006/relationships/image" Target="../media/image662.png"/><Relationship Id="rId169" Type="http://schemas.openxmlformats.org/officeDocument/2006/relationships/customXml" Target="../ink/ink633.xml"/><Relationship Id="rId185" Type="http://schemas.openxmlformats.org/officeDocument/2006/relationships/customXml" Target="../ink/ink641.xml"/><Relationship Id="rId4" Type="http://schemas.openxmlformats.org/officeDocument/2006/relationships/image" Target="../media/image5820.png"/><Relationship Id="rId9" Type="http://schemas.openxmlformats.org/officeDocument/2006/relationships/customXml" Target="../ink/ink553.xml"/><Relationship Id="rId180" Type="http://schemas.openxmlformats.org/officeDocument/2006/relationships/image" Target="../media/image670.png"/><Relationship Id="rId26" Type="http://schemas.openxmlformats.org/officeDocument/2006/relationships/image" Target="../media/image593.png"/><Relationship Id="rId47" Type="http://schemas.openxmlformats.org/officeDocument/2006/relationships/customXml" Target="../ink/ink572.xml"/><Relationship Id="rId68" Type="http://schemas.openxmlformats.org/officeDocument/2006/relationships/image" Target="../media/image614.png"/><Relationship Id="rId89" Type="http://schemas.openxmlformats.org/officeDocument/2006/relationships/customXml" Target="../ink/ink593.xml"/><Relationship Id="rId112" Type="http://schemas.openxmlformats.org/officeDocument/2006/relationships/image" Target="../media/image636.png"/><Relationship Id="rId133" Type="http://schemas.openxmlformats.org/officeDocument/2006/relationships/customXml" Target="../ink/ink615.xml"/><Relationship Id="rId154" Type="http://schemas.openxmlformats.org/officeDocument/2006/relationships/image" Target="../media/image657.png"/><Relationship Id="rId175" Type="http://schemas.openxmlformats.org/officeDocument/2006/relationships/customXml" Target="../ink/ink636.xml"/><Relationship Id="rId16" Type="http://schemas.openxmlformats.org/officeDocument/2006/relationships/image" Target="../media/image588.png"/><Relationship Id="rId37" Type="http://schemas.openxmlformats.org/officeDocument/2006/relationships/customXml" Target="../ink/ink567.xml"/><Relationship Id="rId58" Type="http://schemas.openxmlformats.org/officeDocument/2006/relationships/image" Target="../media/image609.png"/><Relationship Id="rId79" Type="http://schemas.openxmlformats.org/officeDocument/2006/relationships/customXml" Target="../ink/ink588.xml"/><Relationship Id="rId102" Type="http://schemas.openxmlformats.org/officeDocument/2006/relationships/image" Target="../media/image631.png"/><Relationship Id="rId123" Type="http://schemas.openxmlformats.org/officeDocument/2006/relationships/customXml" Target="../ink/ink610.xml"/><Relationship Id="rId144" Type="http://schemas.openxmlformats.org/officeDocument/2006/relationships/image" Target="../media/image652.png"/><Relationship Id="rId90" Type="http://schemas.openxmlformats.org/officeDocument/2006/relationships/image" Target="../media/image625.png"/><Relationship Id="rId165" Type="http://schemas.openxmlformats.org/officeDocument/2006/relationships/customXml" Target="../ink/ink631.xml"/><Relationship Id="rId186" Type="http://schemas.openxmlformats.org/officeDocument/2006/relationships/image" Target="../media/image673.png"/><Relationship Id="rId27" Type="http://schemas.openxmlformats.org/officeDocument/2006/relationships/customXml" Target="../ink/ink562.xml"/><Relationship Id="rId48" Type="http://schemas.openxmlformats.org/officeDocument/2006/relationships/image" Target="../media/image604.png"/><Relationship Id="rId69" Type="http://schemas.openxmlformats.org/officeDocument/2006/relationships/customXml" Target="../ink/ink583.xml"/><Relationship Id="rId113" Type="http://schemas.openxmlformats.org/officeDocument/2006/relationships/customXml" Target="../ink/ink605.xml"/><Relationship Id="rId134" Type="http://schemas.openxmlformats.org/officeDocument/2006/relationships/image" Target="../media/image647.png"/><Relationship Id="rId80" Type="http://schemas.openxmlformats.org/officeDocument/2006/relationships/image" Target="../media/image620.png"/><Relationship Id="rId155" Type="http://schemas.openxmlformats.org/officeDocument/2006/relationships/customXml" Target="../ink/ink626.xml"/><Relationship Id="rId176" Type="http://schemas.openxmlformats.org/officeDocument/2006/relationships/image" Target="../media/image668.png"/><Relationship Id="rId17" Type="http://schemas.openxmlformats.org/officeDocument/2006/relationships/customXml" Target="../ink/ink557.xml"/><Relationship Id="rId38" Type="http://schemas.openxmlformats.org/officeDocument/2006/relationships/image" Target="../media/image599.png"/><Relationship Id="rId59" Type="http://schemas.openxmlformats.org/officeDocument/2006/relationships/customXml" Target="../ink/ink578.xml"/><Relationship Id="rId103" Type="http://schemas.openxmlformats.org/officeDocument/2006/relationships/customXml" Target="../ink/ink600.xml"/><Relationship Id="rId124" Type="http://schemas.openxmlformats.org/officeDocument/2006/relationships/image" Target="../media/image642.png"/><Relationship Id="rId70" Type="http://schemas.openxmlformats.org/officeDocument/2006/relationships/image" Target="../media/image615.png"/><Relationship Id="rId91" Type="http://schemas.openxmlformats.org/officeDocument/2006/relationships/customXml" Target="../ink/ink594.xml"/><Relationship Id="rId145" Type="http://schemas.openxmlformats.org/officeDocument/2006/relationships/customXml" Target="../ink/ink621.xml"/><Relationship Id="rId166" Type="http://schemas.openxmlformats.org/officeDocument/2006/relationships/image" Target="../media/image663.png"/><Relationship Id="rId187" Type="http://schemas.openxmlformats.org/officeDocument/2006/relationships/customXml" Target="../ink/ink642.xml"/><Relationship Id="rId1" Type="http://schemas.openxmlformats.org/officeDocument/2006/relationships/slideLayout" Target="../slideLayouts/slideLayout2.xml"/><Relationship Id="rId28" Type="http://schemas.openxmlformats.org/officeDocument/2006/relationships/image" Target="../media/image594.png"/><Relationship Id="rId49" Type="http://schemas.openxmlformats.org/officeDocument/2006/relationships/customXml" Target="../ink/ink573.xml"/><Relationship Id="rId114" Type="http://schemas.openxmlformats.org/officeDocument/2006/relationships/image" Target="../media/image637.png"/><Relationship Id="rId60" Type="http://schemas.openxmlformats.org/officeDocument/2006/relationships/image" Target="../media/image610.png"/><Relationship Id="rId81" Type="http://schemas.openxmlformats.org/officeDocument/2006/relationships/customXml" Target="../ink/ink589.xml"/><Relationship Id="rId135" Type="http://schemas.openxmlformats.org/officeDocument/2006/relationships/customXml" Target="../ink/ink616.xml"/><Relationship Id="rId156" Type="http://schemas.openxmlformats.org/officeDocument/2006/relationships/image" Target="../media/image658.png"/><Relationship Id="rId177" Type="http://schemas.openxmlformats.org/officeDocument/2006/relationships/customXml" Target="../ink/ink637.xml"/><Relationship Id="rId18" Type="http://schemas.openxmlformats.org/officeDocument/2006/relationships/image" Target="../media/image589.png"/><Relationship Id="rId39" Type="http://schemas.openxmlformats.org/officeDocument/2006/relationships/customXml" Target="../ink/ink568.xml"/></Relationships>
</file>

<file path=ppt/slides/_rels/slide44.xml.rels><?xml version="1.0" encoding="UTF-8" standalone="yes"?>
<Relationships xmlns="http://schemas.openxmlformats.org/package/2006/relationships"><Relationship Id="rId3" Type="http://schemas.openxmlformats.org/officeDocument/2006/relationships/customXml" Target="../ink/ink646.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8161" y="3519186"/>
            <a:ext cx="9144000" cy="1375844"/>
          </a:xfrm>
        </p:spPr>
        <p:txBody>
          <a:bodyPr>
            <a:noAutofit/>
          </a:bodyPr>
          <a:lstStyle/>
          <a:p>
            <a:r>
              <a:rPr lang="en-US" sz="2800" b="1">
                <a:latin typeface="Arial Black" panose="020B0A04020102020204" pitchFamily="34" charset="0"/>
              </a:rPr>
              <a:t>WEEK 3 </a:t>
            </a:r>
            <a:br>
              <a:rPr lang="en-US" sz="2800" b="1">
                <a:latin typeface="Arial Black" panose="020B0A04020102020204" pitchFamily="34" charset="0"/>
              </a:rPr>
            </a:br>
            <a:r>
              <a:rPr lang="en-US" sz="2800" b="1">
                <a:latin typeface="Arial Black" panose="020B0A04020102020204" pitchFamily="34" charset="0"/>
              </a:rPr>
              <a:t>Transistor Model - BJT</a:t>
            </a:r>
            <a:endParaRPr lang="en-AU" sz="2800" b="1">
              <a:latin typeface="Arial Black" panose="020B0A04020102020204" pitchFamily="34" charset="0"/>
            </a:endParaRPr>
          </a:p>
        </p:txBody>
      </p:sp>
      <p:sp>
        <p:nvSpPr>
          <p:cNvPr id="3" name="Subtitle 2"/>
          <p:cNvSpPr>
            <a:spLocks noGrp="1"/>
          </p:cNvSpPr>
          <p:nvPr>
            <p:ph type="subTitle" idx="1"/>
          </p:nvPr>
        </p:nvSpPr>
        <p:spPr>
          <a:xfrm>
            <a:off x="1" y="6389999"/>
            <a:ext cx="4089862" cy="468001"/>
          </a:xfrm>
        </p:spPr>
        <p:txBody>
          <a:bodyPr>
            <a:normAutofit/>
          </a:bodyPr>
          <a:lstStyle/>
          <a:p>
            <a:pPr algn="l"/>
            <a:r>
              <a:rPr lang="en-AU" b="1">
                <a:latin typeface="Arial Black" panose="020B0A04020102020204" pitchFamily="34" charset="0"/>
              </a:rPr>
              <a:t>Dr. </a:t>
            </a:r>
            <a:r>
              <a:rPr lang="en-AU" b="1">
                <a:latin typeface="Arial Black" panose="020B0A04020102020204" pitchFamily="34" charset="0"/>
                <a:cs typeface="Times New Roman" panose="02020603050405020304" pitchFamily="18" charset="0"/>
              </a:rPr>
              <a:t>Aron Michael 2023</a:t>
            </a:r>
          </a:p>
          <a:p>
            <a:endParaRPr lang="en-AU"/>
          </a:p>
          <a:p>
            <a:endParaRPr lang="en-AU" sz="1600"/>
          </a:p>
          <a:p>
            <a:endParaRPr lang="en-AU"/>
          </a:p>
        </p:txBody>
      </p:sp>
      <p:grpSp>
        <p:nvGrpSpPr>
          <p:cNvPr id="13" name="Group 12"/>
          <p:cNvGrpSpPr/>
          <p:nvPr/>
        </p:nvGrpSpPr>
        <p:grpSpPr>
          <a:xfrm>
            <a:off x="0" y="-57150"/>
            <a:ext cx="12192000" cy="2456913"/>
            <a:chOff x="0" y="0"/>
            <a:chExt cx="12192000" cy="2456913"/>
          </a:xfrm>
        </p:grpSpPr>
        <p:grpSp>
          <p:nvGrpSpPr>
            <p:cNvPr id="12" name="Group 11"/>
            <p:cNvGrpSpPr/>
            <p:nvPr/>
          </p:nvGrpSpPr>
          <p:grpSpPr>
            <a:xfrm>
              <a:off x="0" y="0"/>
              <a:ext cx="12192000" cy="2456913"/>
              <a:chOff x="0" y="0"/>
              <a:chExt cx="12192000" cy="2456913"/>
            </a:xfrm>
          </p:grpSpPr>
          <p:grpSp>
            <p:nvGrpSpPr>
              <p:cNvPr id="5" name="Group 4"/>
              <p:cNvGrpSpPr/>
              <p:nvPr/>
            </p:nvGrpSpPr>
            <p:grpSpPr>
              <a:xfrm>
                <a:off x="0" y="0"/>
                <a:ext cx="12192000" cy="2456912"/>
                <a:chOff x="0" y="6120087"/>
                <a:chExt cx="12192000" cy="2456912"/>
              </a:xfrm>
            </p:grpSpPr>
            <p:sp>
              <p:nvSpPr>
                <p:cNvPr id="6" name="Rectangle 5"/>
                <p:cNvSpPr/>
                <p:nvPr/>
              </p:nvSpPr>
              <p:spPr>
                <a:xfrm>
                  <a:off x="0" y="6120087"/>
                  <a:ext cx="12192000" cy="198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7" name="Rectangle 6"/>
                <p:cNvSpPr/>
                <p:nvPr/>
              </p:nvSpPr>
              <p:spPr>
                <a:xfrm>
                  <a:off x="0" y="8108999"/>
                  <a:ext cx="12192000" cy="468000"/>
                </a:xfrm>
                <a:prstGeom prst="rect">
                  <a:avLst/>
                </a:prstGeom>
                <a:solidFill>
                  <a:srgbClr val="960000"/>
                </a:solidFill>
                <a:ln>
                  <a:solidFill>
                    <a:srgbClr val="96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sp>
            <p:nvSpPr>
              <p:cNvPr id="9" name="Pentagon 8"/>
              <p:cNvSpPr/>
              <p:nvPr/>
            </p:nvSpPr>
            <p:spPr>
              <a:xfrm>
                <a:off x="0" y="1988913"/>
                <a:ext cx="5000368" cy="468000"/>
              </a:xfrm>
              <a:prstGeom prst="homePlat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p:cNvSpPr txBox="1"/>
              <p:nvPr/>
            </p:nvSpPr>
            <p:spPr>
              <a:xfrm>
                <a:off x="6021858" y="2022857"/>
                <a:ext cx="4901515" cy="400110"/>
              </a:xfrm>
              <a:prstGeom prst="rect">
                <a:avLst/>
              </a:prstGeom>
              <a:noFill/>
            </p:spPr>
            <p:txBody>
              <a:bodyPr wrap="square" rtlCol="0">
                <a:spAutoFit/>
              </a:bodyPr>
              <a:lstStyle/>
              <a:p>
                <a:r>
                  <a:rPr lang="en-AU" sz="2000">
                    <a:solidFill>
                      <a:schemeClr val="bg1"/>
                    </a:solidFill>
                  </a:rPr>
                  <a:t>Electrical Engineering &amp; Telecommunications</a:t>
                </a:r>
              </a:p>
            </p:txBody>
          </p:sp>
          <p:sp>
            <p:nvSpPr>
              <p:cNvPr id="11" name="TextBox 10"/>
              <p:cNvSpPr txBox="1"/>
              <p:nvPr/>
            </p:nvSpPr>
            <p:spPr>
              <a:xfrm>
                <a:off x="1668161" y="2019702"/>
                <a:ext cx="1511645" cy="400110"/>
              </a:xfrm>
              <a:prstGeom prst="rect">
                <a:avLst/>
              </a:prstGeom>
              <a:noFill/>
            </p:spPr>
            <p:txBody>
              <a:bodyPr wrap="square" rtlCol="0">
                <a:spAutoFit/>
              </a:bodyPr>
              <a:lstStyle/>
              <a:p>
                <a:r>
                  <a:rPr lang="en-AU" sz="2000">
                    <a:solidFill>
                      <a:schemeClr val="bg1"/>
                    </a:solidFill>
                  </a:rPr>
                  <a:t>Engineering</a:t>
                </a:r>
              </a:p>
            </p:txBody>
          </p:sp>
        </p:gr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090" y="156972"/>
              <a:ext cx="1714500" cy="1714500"/>
            </a:xfrm>
            <a:prstGeom prst="rect">
              <a:avLst/>
            </a:prstGeom>
          </p:spPr>
        </p:pic>
      </p:grpSp>
    </p:spTree>
    <p:extLst>
      <p:ext uri="{BB962C8B-B14F-4D97-AF65-F5344CB8AC3E}">
        <p14:creationId xmlns:p14="http://schemas.microsoft.com/office/powerpoint/2010/main" val="535187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BEE1F6BA-1F23-031A-C257-40F71568A262}"/>
              </a:ext>
            </a:extLst>
          </p:cNvPr>
          <p:cNvGrpSpPr/>
          <p:nvPr/>
        </p:nvGrpSpPr>
        <p:grpSpPr>
          <a:xfrm>
            <a:off x="0" y="6181363"/>
            <a:ext cx="12192000" cy="731495"/>
            <a:chOff x="0" y="6120089"/>
            <a:chExt cx="12192000" cy="731495"/>
          </a:xfrm>
        </p:grpSpPr>
        <p:sp>
          <p:nvSpPr>
            <p:cNvPr id="30" name="Rectangle 29">
              <a:extLst>
                <a:ext uri="{FF2B5EF4-FFF2-40B4-BE49-F238E27FC236}">
                  <a16:creationId xmlns:a16="http://schemas.microsoft.com/office/drawing/2014/main" id="{C10799BB-A9C3-80C4-388C-36253DE0F675}"/>
                </a:ext>
              </a:extLst>
            </p:cNvPr>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31" name="Rectangle 30">
              <a:extLst>
                <a:ext uri="{FF2B5EF4-FFF2-40B4-BE49-F238E27FC236}">
                  <a16:creationId xmlns:a16="http://schemas.microsoft.com/office/drawing/2014/main" id="{C65AA7C1-847D-5E58-A6D3-5570EF084189}"/>
                </a:ext>
              </a:extLst>
            </p:cNvPr>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grpSp>
        <p:nvGrpSpPr>
          <p:cNvPr id="5" name="Group 4"/>
          <p:cNvGrpSpPr/>
          <p:nvPr/>
        </p:nvGrpSpPr>
        <p:grpSpPr>
          <a:xfrm>
            <a:off x="0" y="6110662"/>
            <a:ext cx="12192000" cy="731495"/>
            <a:chOff x="0" y="6120089"/>
            <a:chExt cx="12192000" cy="731495"/>
          </a:xfrm>
        </p:grpSpPr>
        <p:sp>
          <p:nvSpPr>
            <p:cNvPr id="6" name="Rectangle 5"/>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7" name="Rectangle 6"/>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8"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44831"/>
            <a:ext cx="1194487" cy="506753"/>
          </a:xfrm>
          <a:prstGeom prst="rect">
            <a:avLst/>
          </a:prstGeom>
        </p:spPr>
      </p:pic>
      <p:pic>
        <p:nvPicPr>
          <p:cNvPr id="3" name="Picture 2">
            <a:extLst>
              <a:ext uri="{FF2B5EF4-FFF2-40B4-BE49-F238E27FC236}">
                <a16:creationId xmlns:a16="http://schemas.microsoft.com/office/drawing/2014/main" id="{2F14017E-A268-8D19-7DF6-C14CAC8347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0768" y="858392"/>
            <a:ext cx="3967092" cy="2766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6" name="Group 105">
            <a:extLst>
              <a:ext uri="{FF2B5EF4-FFF2-40B4-BE49-F238E27FC236}">
                <a16:creationId xmlns:a16="http://schemas.microsoft.com/office/drawing/2014/main" id="{74131D03-EBFF-CB9E-F5BB-316C4F4CBDE5}"/>
              </a:ext>
            </a:extLst>
          </p:cNvPr>
          <p:cNvGrpSpPr/>
          <p:nvPr/>
        </p:nvGrpSpPr>
        <p:grpSpPr>
          <a:xfrm>
            <a:off x="4603248" y="711792"/>
            <a:ext cx="2026440" cy="3243960"/>
            <a:chOff x="4603248" y="711792"/>
            <a:chExt cx="2026440" cy="3243960"/>
          </a:xfrm>
        </p:grpSpPr>
        <mc:AlternateContent xmlns:mc="http://schemas.openxmlformats.org/markup-compatibility/2006" xmlns:p14="http://schemas.microsoft.com/office/powerpoint/2010/main">
          <mc:Choice Requires="p14">
            <p:contentPart p14:bwMode="auto" r:id="rId4">
              <p14:nvContentPartPr>
                <p14:cNvPr id="62" name="Ink 61">
                  <a:extLst>
                    <a:ext uri="{FF2B5EF4-FFF2-40B4-BE49-F238E27FC236}">
                      <a16:creationId xmlns:a16="http://schemas.microsoft.com/office/drawing/2014/main" id="{9F8BEACB-653A-710D-A273-E629D433B5AF}"/>
                    </a:ext>
                  </a:extLst>
                </p14:cNvPr>
                <p14:cNvContentPartPr/>
                <p14:nvPr/>
              </p14:nvContentPartPr>
              <p14:xfrm>
                <a:off x="5092488" y="1108872"/>
                <a:ext cx="147600" cy="2646000"/>
              </p14:xfrm>
            </p:contentPart>
          </mc:Choice>
          <mc:Fallback xmlns="">
            <p:pic>
              <p:nvPicPr>
                <p:cNvPr id="62" name="Ink 61">
                  <a:extLst>
                    <a:ext uri="{FF2B5EF4-FFF2-40B4-BE49-F238E27FC236}">
                      <a16:creationId xmlns:a16="http://schemas.microsoft.com/office/drawing/2014/main" id="{9F8BEACB-653A-710D-A273-E629D433B5AF}"/>
                    </a:ext>
                  </a:extLst>
                </p:cNvPr>
                <p:cNvPicPr/>
                <p:nvPr/>
              </p:nvPicPr>
              <p:blipFill>
                <a:blip r:embed="rId5"/>
                <a:stretch>
                  <a:fillRect/>
                </a:stretch>
              </p:blipFill>
              <p:spPr>
                <a:xfrm>
                  <a:off x="5083488" y="1099872"/>
                  <a:ext cx="165240" cy="2663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3" name="Ink 62">
                  <a:extLst>
                    <a:ext uri="{FF2B5EF4-FFF2-40B4-BE49-F238E27FC236}">
                      <a16:creationId xmlns:a16="http://schemas.microsoft.com/office/drawing/2014/main" id="{379FE9DD-7254-E551-3EF8-CEF172E0A02D}"/>
                    </a:ext>
                  </a:extLst>
                </p14:cNvPr>
                <p14:cNvContentPartPr/>
                <p14:nvPr/>
              </p14:nvContentPartPr>
              <p14:xfrm>
                <a:off x="4994568" y="3807792"/>
                <a:ext cx="276480" cy="19800"/>
              </p14:xfrm>
            </p:contentPart>
          </mc:Choice>
          <mc:Fallback xmlns="">
            <p:pic>
              <p:nvPicPr>
                <p:cNvPr id="63" name="Ink 62">
                  <a:extLst>
                    <a:ext uri="{FF2B5EF4-FFF2-40B4-BE49-F238E27FC236}">
                      <a16:creationId xmlns:a16="http://schemas.microsoft.com/office/drawing/2014/main" id="{379FE9DD-7254-E551-3EF8-CEF172E0A02D}"/>
                    </a:ext>
                  </a:extLst>
                </p:cNvPr>
                <p:cNvPicPr/>
                <p:nvPr/>
              </p:nvPicPr>
              <p:blipFill>
                <a:blip r:embed="rId7"/>
                <a:stretch>
                  <a:fillRect/>
                </a:stretch>
              </p:blipFill>
              <p:spPr>
                <a:xfrm>
                  <a:off x="4985568" y="3798792"/>
                  <a:ext cx="2941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4" name="Ink 63">
                  <a:extLst>
                    <a:ext uri="{FF2B5EF4-FFF2-40B4-BE49-F238E27FC236}">
                      <a16:creationId xmlns:a16="http://schemas.microsoft.com/office/drawing/2014/main" id="{6DC084AD-1DB5-B8F1-7CF3-BF4A7732FDF3}"/>
                    </a:ext>
                  </a:extLst>
                </p14:cNvPr>
                <p14:cNvContentPartPr/>
                <p14:nvPr/>
              </p14:nvContentPartPr>
              <p14:xfrm>
                <a:off x="5101488" y="3939912"/>
                <a:ext cx="106200" cy="15840"/>
              </p14:xfrm>
            </p:contentPart>
          </mc:Choice>
          <mc:Fallback xmlns="">
            <p:pic>
              <p:nvPicPr>
                <p:cNvPr id="64" name="Ink 63">
                  <a:extLst>
                    <a:ext uri="{FF2B5EF4-FFF2-40B4-BE49-F238E27FC236}">
                      <a16:creationId xmlns:a16="http://schemas.microsoft.com/office/drawing/2014/main" id="{6DC084AD-1DB5-B8F1-7CF3-BF4A7732FDF3}"/>
                    </a:ext>
                  </a:extLst>
                </p:cNvPr>
                <p:cNvPicPr/>
                <p:nvPr/>
              </p:nvPicPr>
              <p:blipFill>
                <a:blip r:embed="rId9"/>
                <a:stretch>
                  <a:fillRect/>
                </a:stretch>
              </p:blipFill>
              <p:spPr>
                <a:xfrm>
                  <a:off x="5092488" y="3930912"/>
                  <a:ext cx="12384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6" name="Ink 65">
                  <a:extLst>
                    <a:ext uri="{FF2B5EF4-FFF2-40B4-BE49-F238E27FC236}">
                      <a16:creationId xmlns:a16="http://schemas.microsoft.com/office/drawing/2014/main" id="{B5A395F9-0BFC-67D4-D846-A8BD9DD42E62}"/>
                    </a:ext>
                  </a:extLst>
                </p14:cNvPr>
                <p14:cNvContentPartPr/>
                <p14:nvPr/>
              </p14:nvContentPartPr>
              <p14:xfrm>
                <a:off x="5153688" y="2359872"/>
                <a:ext cx="512280" cy="43560"/>
              </p14:xfrm>
            </p:contentPart>
          </mc:Choice>
          <mc:Fallback xmlns="">
            <p:pic>
              <p:nvPicPr>
                <p:cNvPr id="66" name="Ink 65">
                  <a:extLst>
                    <a:ext uri="{FF2B5EF4-FFF2-40B4-BE49-F238E27FC236}">
                      <a16:creationId xmlns:a16="http://schemas.microsoft.com/office/drawing/2014/main" id="{B5A395F9-0BFC-67D4-D846-A8BD9DD42E62}"/>
                    </a:ext>
                  </a:extLst>
                </p:cNvPr>
                <p:cNvPicPr/>
                <p:nvPr/>
              </p:nvPicPr>
              <p:blipFill>
                <a:blip r:embed="rId11"/>
                <a:stretch>
                  <a:fillRect/>
                </a:stretch>
              </p:blipFill>
              <p:spPr>
                <a:xfrm>
                  <a:off x="5144694" y="2350872"/>
                  <a:ext cx="529908"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7" name="Ink 66">
                  <a:extLst>
                    <a:ext uri="{FF2B5EF4-FFF2-40B4-BE49-F238E27FC236}">
                      <a16:creationId xmlns:a16="http://schemas.microsoft.com/office/drawing/2014/main" id="{78C3B1E7-78AC-AF10-1BC3-5E306D53F5BF}"/>
                    </a:ext>
                  </a:extLst>
                </p14:cNvPr>
                <p14:cNvContentPartPr/>
                <p14:nvPr/>
              </p14:nvContentPartPr>
              <p14:xfrm>
                <a:off x="5693328" y="2148552"/>
                <a:ext cx="38880" cy="513360"/>
              </p14:xfrm>
            </p:contentPart>
          </mc:Choice>
          <mc:Fallback xmlns="">
            <p:pic>
              <p:nvPicPr>
                <p:cNvPr id="67" name="Ink 66">
                  <a:extLst>
                    <a:ext uri="{FF2B5EF4-FFF2-40B4-BE49-F238E27FC236}">
                      <a16:creationId xmlns:a16="http://schemas.microsoft.com/office/drawing/2014/main" id="{78C3B1E7-78AC-AF10-1BC3-5E306D53F5BF}"/>
                    </a:ext>
                  </a:extLst>
                </p:cNvPr>
                <p:cNvPicPr/>
                <p:nvPr/>
              </p:nvPicPr>
              <p:blipFill>
                <a:blip r:embed="rId13"/>
                <a:stretch>
                  <a:fillRect/>
                </a:stretch>
              </p:blipFill>
              <p:spPr>
                <a:xfrm>
                  <a:off x="5684328" y="2139552"/>
                  <a:ext cx="56520" cy="531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Ink 67">
                  <a:extLst>
                    <a:ext uri="{FF2B5EF4-FFF2-40B4-BE49-F238E27FC236}">
                      <a16:creationId xmlns:a16="http://schemas.microsoft.com/office/drawing/2014/main" id="{D015C1FE-628D-EF3F-BAE2-034F93E1BF8F}"/>
                    </a:ext>
                  </a:extLst>
                </p14:cNvPr>
                <p14:cNvContentPartPr/>
                <p14:nvPr/>
              </p14:nvContentPartPr>
              <p14:xfrm>
                <a:off x="5692608" y="2528712"/>
                <a:ext cx="263160" cy="150480"/>
              </p14:xfrm>
            </p:contentPart>
          </mc:Choice>
          <mc:Fallback xmlns="">
            <p:pic>
              <p:nvPicPr>
                <p:cNvPr id="68" name="Ink 67">
                  <a:extLst>
                    <a:ext uri="{FF2B5EF4-FFF2-40B4-BE49-F238E27FC236}">
                      <a16:creationId xmlns:a16="http://schemas.microsoft.com/office/drawing/2014/main" id="{D015C1FE-628D-EF3F-BAE2-034F93E1BF8F}"/>
                    </a:ext>
                  </a:extLst>
                </p:cNvPr>
                <p:cNvPicPr/>
                <p:nvPr/>
              </p:nvPicPr>
              <p:blipFill>
                <a:blip r:embed="rId15"/>
                <a:stretch>
                  <a:fillRect/>
                </a:stretch>
              </p:blipFill>
              <p:spPr>
                <a:xfrm>
                  <a:off x="5683608" y="2519690"/>
                  <a:ext cx="280800" cy="168162"/>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9" name="Ink 68">
                  <a:extLst>
                    <a:ext uri="{FF2B5EF4-FFF2-40B4-BE49-F238E27FC236}">
                      <a16:creationId xmlns:a16="http://schemas.microsoft.com/office/drawing/2014/main" id="{9FC02177-4019-CA10-B223-829FAC368CF0}"/>
                    </a:ext>
                  </a:extLst>
                </p14:cNvPr>
                <p14:cNvContentPartPr/>
                <p14:nvPr/>
              </p14:nvContentPartPr>
              <p14:xfrm>
                <a:off x="5812848" y="2521512"/>
                <a:ext cx="120600" cy="173520"/>
              </p14:xfrm>
            </p:contentPart>
          </mc:Choice>
          <mc:Fallback xmlns="">
            <p:pic>
              <p:nvPicPr>
                <p:cNvPr id="69" name="Ink 68">
                  <a:extLst>
                    <a:ext uri="{FF2B5EF4-FFF2-40B4-BE49-F238E27FC236}">
                      <a16:creationId xmlns:a16="http://schemas.microsoft.com/office/drawing/2014/main" id="{9FC02177-4019-CA10-B223-829FAC368CF0}"/>
                    </a:ext>
                  </a:extLst>
                </p:cNvPr>
                <p:cNvPicPr/>
                <p:nvPr/>
              </p:nvPicPr>
              <p:blipFill>
                <a:blip r:embed="rId17"/>
                <a:stretch>
                  <a:fillRect/>
                </a:stretch>
              </p:blipFill>
              <p:spPr>
                <a:xfrm>
                  <a:off x="5803848" y="2512512"/>
                  <a:ext cx="13824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0" name="Ink 69">
                  <a:extLst>
                    <a:ext uri="{FF2B5EF4-FFF2-40B4-BE49-F238E27FC236}">
                      <a16:creationId xmlns:a16="http://schemas.microsoft.com/office/drawing/2014/main" id="{86CBF346-0A5F-C037-B0C8-6B2CDEF6CEC6}"/>
                    </a:ext>
                  </a:extLst>
                </p14:cNvPr>
                <p14:cNvContentPartPr/>
                <p14:nvPr/>
              </p14:nvContentPartPr>
              <p14:xfrm>
                <a:off x="5981328" y="2669832"/>
                <a:ext cx="27360" cy="311760"/>
              </p14:xfrm>
            </p:contentPart>
          </mc:Choice>
          <mc:Fallback xmlns="">
            <p:pic>
              <p:nvPicPr>
                <p:cNvPr id="70" name="Ink 69">
                  <a:extLst>
                    <a:ext uri="{FF2B5EF4-FFF2-40B4-BE49-F238E27FC236}">
                      <a16:creationId xmlns:a16="http://schemas.microsoft.com/office/drawing/2014/main" id="{86CBF346-0A5F-C037-B0C8-6B2CDEF6CEC6}"/>
                    </a:ext>
                  </a:extLst>
                </p:cNvPr>
                <p:cNvPicPr/>
                <p:nvPr/>
              </p:nvPicPr>
              <p:blipFill>
                <a:blip r:embed="rId19"/>
                <a:stretch>
                  <a:fillRect/>
                </a:stretch>
              </p:blipFill>
              <p:spPr>
                <a:xfrm>
                  <a:off x="5972208" y="2660832"/>
                  <a:ext cx="45235"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2" name="Ink 71">
                  <a:extLst>
                    <a:ext uri="{FF2B5EF4-FFF2-40B4-BE49-F238E27FC236}">
                      <a16:creationId xmlns:a16="http://schemas.microsoft.com/office/drawing/2014/main" id="{36B76712-4464-8E22-320D-DD9D1F0C144E}"/>
                    </a:ext>
                  </a:extLst>
                </p14:cNvPr>
                <p14:cNvContentPartPr/>
                <p14:nvPr/>
              </p14:nvContentPartPr>
              <p14:xfrm>
                <a:off x="5926248" y="3014712"/>
                <a:ext cx="182880" cy="693720"/>
              </p14:xfrm>
            </p:contentPart>
          </mc:Choice>
          <mc:Fallback xmlns="">
            <p:pic>
              <p:nvPicPr>
                <p:cNvPr id="72" name="Ink 71">
                  <a:extLst>
                    <a:ext uri="{FF2B5EF4-FFF2-40B4-BE49-F238E27FC236}">
                      <a16:creationId xmlns:a16="http://schemas.microsoft.com/office/drawing/2014/main" id="{36B76712-4464-8E22-320D-DD9D1F0C144E}"/>
                    </a:ext>
                  </a:extLst>
                </p:cNvPr>
                <p:cNvPicPr/>
                <p:nvPr/>
              </p:nvPicPr>
              <p:blipFill>
                <a:blip r:embed="rId21"/>
                <a:stretch>
                  <a:fillRect/>
                </a:stretch>
              </p:blipFill>
              <p:spPr>
                <a:xfrm>
                  <a:off x="5917248" y="3005717"/>
                  <a:ext cx="200520" cy="711351"/>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3" name="Ink 72">
                  <a:extLst>
                    <a:ext uri="{FF2B5EF4-FFF2-40B4-BE49-F238E27FC236}">
                      <a16:creationId xmlns:a16="http://schemas.microsoft.com/office/drawing/2014/main" id="{0CCF392A-2710-46C1-2D64-E4F0F3E70A74}"/>
                    </a:ext>
                  </a:extLst>
                </p14:cNvPr>
                <p14:cNvContentPartPr/>
                <p14:nvPr/>
              </p14:nvContentPartPr>
              <p14:xfrm>
                <a:off x="5915808" y="3744072"/>
                <a:ext cx="295200" cy="18000"/>
              </p14:xfrm>
            </p:contentPart>
          </mc:Choice>
          <mc:Fallback xmlns="">
            <p:pic>
              <p:nvPicPr>
                <p:cNvPr id="73" name="Ink 72">
                  <a:extLst>
                    <a:ext uri="{FF2B5EF4-FFF2-40B4-BE49-F238E27FC236}">
                      <a16:creationId xmlns:a16="http://schemas.microsoft.com/office/drawing/2014/main" id="{0CCF392A-2710-46C1-2D64-E4F0F3E70A74}"/>
                    </a:ext>
                  </a:extLst>
                </p:cNvPr>
                <p:cNvPicPr/>
                <p:nvPr/>
              </p:nvPicPr>
              <p:blipFill>
                <a:blip r:embed="rId23"/>
                <a:stretch>
                  <a:fillRect/>
                </a:stretch>
              </p:blipFill>
              <p:spPr>
                <a:xfrm>
                  <a:off x="5906808" y="3735072"/>
                  <a:ext cx="3128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4" name="Ink 73">
                  <a:extLst>
                    <a:ext uri="{FF2B5EF4-FFF2-40B4-BE49-F238E27FC236}">
                      <a16:creationId xmlns:a16="http://schemas.microsoft.com/office/drawing/2014/main" id="{9DF5D971-DE5A-36C3-1B98-0B1D80B93629}"/>
                    </a:ext>
                  </a:extLst>
                </p14:cNvPr>
                <p14:cNvContentPartPr/>
                <p14:nvPr/>
              </p14:nvContentPartPr>
              <p14:xfrm>
                <a:off x="6041088" y="3814992"/>
                <a:ext cx="114480" cy="24480"/>
              </p14:xfrm>
            </p:contentPart>
          </mc:Choice>
          <mc:Fallback xmlns="">
            <p:pic>
              <p:nvPicPr>
                <p:cNvPr id="74" name="Ink 73">
                  <a:extLst>
                    <a:ext uri="{FF2B5EF4-FFF2-40B4-BE49-F238E27FC236}">
                      <a16:creationId xmlns:a16="http://schemas.microsoft.com/office/drawing/2014/main" id="{9DF5D971-DE5A-36C3-1B98-0B1D80B93629}"/>
                    </a:ext>
                  </a:extLst>
                </p:cNvPr>
                <p:cNvPicPr/>
                <p:nvPr/>
              </p:nvPicPr>
              <p:blipFill>
                <a:blip r:embed="rId25"/>
                <a:stretch>
                  <a:fillRect/>
                </a:stretch>
              </p:blipFill>
              <p:spPr>
                <a:xfrm>
                  <a:off x="6032088" y="3806122"/>
                  <a:ext cx="132120" cy="41864"/>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75" name="Ink 74">
                  <a:extLst>
                    <a:ext uri="{FF2B5EF4-FFF2-40B4-BE49-F238E27FC236}">
                      <a16:creationId xmlns:a16="http://schemas.microsoft.com/office/drawing/2014/main" id="{8EB1B315-7357-AE3A-B070-F88C10023C18}"/>
                    </a:ext>
                  </a:extLst>
                </p14:cNvPr>
                <p14:cNvContentPartPr/>
                <p14:nvPr/>
              </p14:nvContentPartPr>
              <p14:xfrm>
                <a:off x="5874768" y="2262312"/>
                <a:ext cx="360" cy="360"/>
              </p14:xfrm>
            </p:contentPart>
          </mc:Choice>
          <mc:Fallback xmlns="">
            <p:pic>
              <p:nvPicPr>
                <p:cNvPr id="75" name="Ink 74">
                  <a:extLst>
                    <a:ext uri="{FF2B5EF4-FFF2-40B4-BE49-F238E27FC236}">
                      <a16:creationId xmlns:a16="http://schemas.microsoft.com/office/drawing/2014/main" id="{8EB1B315-7357-AE3A-B070-F88C10023C18}"/>
                    </a:ext>
                  </a:extLst>
                </p:cNvPr>
                <p:cNvPicPr/>
                <p:nvPr/>
              </p:nvPicPr>
              <p:blipFill>
                <a:blip r:embed="rId27"/>
                <a:stretch>
                  <a:fillRect/>
                </a:stretch>
              </p:blipFill>
              <p:spPr>
                <a:xfrm>
                  <a:off x="5865768" y="225331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6" name="Ink 75">
                  <a:extLst>
                    <a:ext uri="{FF2B5EF4-FFF2-40B4-BE49-F238E27FC236}">
                      <a16:creationId xmlns:a16="http://schemas.microsoft.com/office/drawing/2014/main" id="{D1E0F5C2-45D4-3925-F012-71F6A3D34775}"/>
                    </a:ext>
                  </a:extLst>
                </p14:cNvPr>
                <p14:cNvContentPartPr/>
                <p14:nvPr/>
              </p14:nvContentPartPr>
              <p14:xfrm>
                <a:off x="5733288" y="2183832"/>
                <a:ext cx="220680" cy="90360"/>
              </p14:xfrm>
            </p:contentPart>
          </mc:Choice>
          <mc:Fallback xmlns="">
            <p:pic>
              <p:nvPicPr>
                <p:cNvPr id="76" name="Ink 75">
                  <a:extLst>
                    <a:ext uri="{FF2B5EF4-FFF2-40B4-BE49-F238E27FC236}">
                      <a16:creationId xmlns:a16="http://schemas.microsoft.com/office/drawing/2014/main" id="{D1E0F5C2-45D4-3925-F012-71F6A3D34775}"/>
                    </a:ext>
                  </a:extLst>
                </p:cNvPr>
                <p:cNvPicPr/>
                <p:nvPr/>
              </p:nvPicPr>
              <p:blipFill>
                <a:blip r:embed="rId29"/>
                <a:stretch>
                  <a:fillRect/>
                </a:stretch>
              </p:blipFill>
              <p:spPr>
                <a:xfrm>
                  <a:off x="5724273" y="2174868"/>
                  <a:ext cx="238349" cy="10793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8" name="Ink 77">
                  <a:extLst>
                    <a:ext uri="{FF2B5EF4-FFF2-40B4-BE49-F238E27FC236}">
                      <a16:creationId xmlns:a16="http://schemas.microsoft.com/office/drawing/2014/main" id="{C01D384F-E13A-074A-28BF-36476750500E}"/>
                    </a:ext>
                  </a:extLst>
                </p14:cNvPr>
                <p14:cNvContentPartPr/>
                <p14:nvPr/>
              </p14:nvContentPartPr>
              <p14:xfrm>
                <a:off x="5897088" y="1100592"/>
                <a:ext cx="158760" cy="1108080"/>
              </p14:xfrm>
            </p:contentPart>
          </mc:Choice>
          <mc:Fallback xmlns="">
            <p:pic>
              <p:nvPicPr>
                <p:cNvPr id="78" name="Ink 77">
                  <a:extLst>
                    <a:ext uri="{FF2B5EF4-FFF2-40B4-BE49-F238E27FC236}">
                      <a16:creationId xmlns:a16="http://schemas.microsoft.com/office/drawing/2014/main" id="{C01D384F-E13A-074A-28BF-36476750500E}"/>
                    </a:ext>
                  </a:extLst>
                </p:cNvPr>
                <p:cNvPicPr/>
                <p:nvPr/>
              </p:nvPicPr>
              <p:blipFill>
                <a:blip r:embed="rId31"/>
                <a:stretch>
                  <a:fillRect/>
                </a:stretch>
              </p:blipFill>
              <p:spPr>
                <a:xfrm>
                  <a:off x="5888068" y="1091592"/>
                  <a:ext cx="176440" cy="1125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9" name="Ink 78">
                  <a:extLst>
                    <a:ext uri="{FF2B5EF4-FFF2-40B4-BE49-F238E27FC236}">
                      <a16:creationId xmlns:a16="http://schemas.microsoft.com/office/drawing/2014/main" id="{367280FB-55AF-9042-13F3-0FAEFE3C06D8}"/>
                    </a:ext>
                  </a:extLst>
                </p14:cNvPr>
                <p14:cNvContentPartPr/>
                <p14:nvPr/>
              </p14:nvContentPartPr>
              <p14:xfrm>
                <a:off x="5904288" y="1030752"/>
                <a:ext cx="172440" cy="159840"/>
              </p14:xfrm>
            </p:contentPart>
          </mc:Choice>
          <mc:Fallback xmlns="">
            <p:pic>
              <p:nvPicPr>
                <p:cNvPr id="79" name="Ink 78">
                  <a:extLst>
                    <a:ext uri="{FF2B5EF4-FFF2-40B4-BE49-F238E27FC236}">
                      <a16:creationId xmlns:a16="http://schemas.microsoft.com/office/drawing/2014/main" id="{367280FB-55AF-9042-13F3-0FAEFE3C06D8}"/>
                    </a:ext>
                  </a:extLst>
                </p:cNvPr>
                <p:cNvPicPr/>
                <p:nvPr/>
              </p:nvPicPr>
              <p:blipFill>
                <a:blip r:embed="rId33"/>
                <a:stretch>
                  <a:fillRect/>
                </a:stretch>
              </p:blipFill>
              <p:spPr>
                <a:xfrm>
                  <a:off x="5895288" y="1021752"/>
                  <a:ext cx="1900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1" name="Ink 80">
                  <a:extLst>
                    <a:ext uri="{FF2B5EF4-FFF2-40B4-BE49-F238E27FC236}">
                      <a16:creationId xmlns:a16="http://schemas.microsoft.com/office/drawing/2014/main" id="{AA4BE8C9-CCE5-4945-C781-E4BFC9800171}"/>
                    </a:ext>
                  </a:extLst>
                </p14:cNvPr>
                <p14:cNvContentPartPr/>
                <p14:nvPr/>
              </p14:nvContentPartPr>
              <p14:xfrm>
                <a:off x="5977728" y="1796832"/>
                <a:ext cx="606600" cy="84240"/>
              </p14:xfrm>
            </p:contentPart>
          </mc:Choice>
          <mc:Fallback xmlns="">
            <p:pic>
              <p:nvPicPr>
                <p:cNvPr id="81" name="Ink 80">
                  <a:extLst>
                    <a:ext uri="{FF2B5EF4-FFF2-40B4-BE49-F238E27FC236}">
                      <a16:creationId xmlns:a16="http://schemas.microsoft.com/office/drawing/2014/main" id="{AA4BE8C9-CCE5-4945-C781-E4BFC9800171}"/>
                    </a:ext>
                  </a:extLst>
                </p:cNvPr>
                <p:cNvPicPr/>
                <p:nvPr/>
              </p:nvPicPr>
              <p:blipFill>
                <a:blip r:embed="rId35"/>
                <a:stretch>
                  <a:fillRect/>
                </a:stretch>
              </p:blipFill>
              <p:spPr>
                <a:xfrm>
                  <a:off x="5968728" y="1787832"/>
                  <a:ext cx="62424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0" name="Ink 59">
                  <a:extLst>
                    <a:ext uri="{FF2B5EF4-FFF2-40B4-BE49-F238E27FC236}">
                      <a16:creationId xmlns:a16="http://schemas.microsoft.com/office/drawing/2014/main" id="{F0BCC401-EE77-E9B4-39B7-5886BFD14BE3}"/>
                    </a:ext>
                  </a:extLst>
                </p14:cNvPr>
                <p14:cNvContentPartPr/>
                <p14:nvPr/>
              </p14:nvContentPartPr>
              <p14:xfrm>
                <a:off x="5183568" y="1168992"/>
                <a:ext cx="360" cy="3240"/>
              </p14:xfrm>
            </p:contentPart>
          </mc:Choice>
          <mc:Fallback xmlns="">
            <p:pic>
              <p:nvPicPr>
                <p:cNvPr id="60" name="Ink 59">
                  <a:extLst>
                    <a:ext uri="{FF2B5EF4-FFF2-40B4-BE49-F238E27FC236}">
                      <a16:creationId xmlns:a16="http://schemas.microsoft.com/office/drawing/2014/main" id="{F0BCC401-EE77-E9B4-39B7-5886BFD14BE3}"/>
                    </a:ext>
                  </a:extLst>
                </p:cNvPr>
                <p:cNvPicPr/>
                <p:nvPr/>
              </p:nvPicPr>
              <p:blipFill>
                <a:blip r:embed="rId37"/>
                <a:stretch>
                  <a:fillRect/>
                </a:stretch>
              </p:blipFill>
              <p:spPr>
                <a:xfrm>
                  <a:off x="5174568" y="1160892"/>
                  <a:ext cx="18000" cy="19116"/>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1" name="Ink 60">
                  <a:extLst>
                    <a:ext uri="{FF2B5EF4-FFF2-40B4-BE49-F238E27FC236}">
                      <a16:creationId xmlns:a16="http://schemas.microsoft.com/office/drawing/2014/main" id="{DCC122A6-25D1-DB7E-5452-9039E7DABA59}"/>
                    </a:ext>
                  </a:extLst>
                </p14:cNvPr>
                <p14:cNvContentPartPr/>
                <p14:nvPr/>
              </p14:nvContentPartPr>
              <p14:xfrm>
                <a:off x="5148288" y="1088352"/>
                <a:ext cx="217080" cy="119160"/>
              </p14:xfrm>
            </p:contentPart>
          </mc:Choice>
          <mc:Fallback xmlns="">
            <p:pic>
              <p:nvPicPr>
                <p:cNvPr id="61" name="Ink 60">
                  <a:extLst>
                    <a:ext uri="{FF2B5EF4-FFF2-40B4-BE49-F238E27FC236}">
                      <a16:creationId xmlns:a16="http://schemas.microsoft.com/office/drawing/2014/main" id="{DCC122A6-25D1-DB7E-5452-9039E7DABA59}"/>
                    </a:ext>
                  </a:extLst>
                </p:cNvPr>
                <p:cNvPicPr/>
                <p:nvPr/>
              </p:nvPicPr>
              <p:blipFill>
                <a:blip r:embed="rId39"/>
                <a:stretch>
                  <a:fillRect/>
                </a:stretch>
              </p:blipFill>
              <p:spPr>
                <a:xfrm>
                  <a:off x="5139288" y="1079352"/>
                  <a:ext cx="2347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2" name="Ink 81">
                  <a:extLst>
                    <a:ext uri="{FF2B5EF4-FFF2-40B4-BE49-F238E27FC236}">
                      <a16:creationId xmlns:a16="http://schemas.microsoft.com/office/drawing/2014/main" id="{0713A4CD-C199-147F-F265-CCA13F693562}"/>
                    </a:ext>
                  </a:extLst>
                </p14:cNvPr>
                <p14:cNvContentPartPr/>
                <p14:nvPr/>
              </p14:nvContentPartPr>
              <p14:xfrm>
                <a:off x="5097528" y="1109952"/>
                <a:ext cx="244080" cy="111600"/>
              </p14:xfrm>
            </p:contentPart>
          </mc:Choice>
          <mc:Fallback xmlns="">
            <p:pic>
              <p:nvPicPr>
                <p:cNvPr id="82" name="Ink 81">
                  <a:extLst>
                    <a:ext uri="{FF2B5EF4-FFF2-40B4-BE49-F238E27FC236}">
                      <a16:creationId xmlns:a16="http://schemas.microsoft.com/office/drawing/2014/main" id="{0713A4CD-C199-147F-F265-CCA13F693562}"/>
                    </a:ext>
                  </a:extLst>
                </p:cNvPr>
                <p:cNvPicPr/>
                <p:nvPr/>
              </p:nvPicPr>
              <p:blipFill>
                <a:blip r:embed="rId41"/>
                <a:stretch>
                  <a:fillRect/>
                </a:stretch>
              </p:blipFill>
              <p:spPr>
                <a:xfrm>
                  <a:off x="5088528" y="1100981"/>
                  <a:ext cx="261720" cy="129183"/>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4" name="Ink 83">
                  <a:extLst>
                    <a:ext uri="{FF2B5EF4-FFF2-40B4-BE49-F238E27FC236}">
                      <a16:creationId xmlns:a16="http://schemas.microsoft.com/office/drawing/2014/main" id="{8479A61E-3335-7447-4B16-012BB0DCBB07}"/>
                    </a:ext>
                  </a:extLst>
                </p14:cNvPr>
                <p14:cNvContentPartPr/>
                <p14:nvPr/>
              </p14:nvContentPartPr>
              <p14:xfrm>
                <a:off x="4687488" y="1488672"/>
                <a:ext cx="54000" cy="308880"/>
              </p14:xfrm>
            </p:contentPart>
          </mc:Choice>
          <mc:Fallback xmlns="">
            <p:pic>
              <p:nvPicPr>
                <p:cNvPr id="84" name="Ink 83">
                  <a:extLst>
                    <a:ext uri="{FF2B5EF4-FFF2-40B4-BE49-F238E27FC236}">
                      <a16:creationId xmlns:a16="http://schemas.microsoft.com/office/drawing/2014/main" id="{8479A61E-3335-7447-4B16-012BB0DCBB07}"/>
                    </a:ext>
                  </a:extLst>
                </p:cNvPr>
                <p:cNvPicPr/>
                <p:nvPr/>
              </p:nvPicPr>
              <p:blipFill>
                <a:blip r:embed="rId43"/>
                <a:stretch>
                  <a:fillRect/>
                </a:stretch>
              </p:blipFill>
              <p:spPr>
                <a:xfrm>
                  <a:off x="4678488" y="1479672"/>
                  <a:ext cx="7164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5" name="Ink 84">
                  <a:extLst>
                    <a:ext uri="{FF2B5EF4-FFF2-40B4-BE49-F238E27FC236}">
                      <a16:creationId xmlns:a16="http://schemas.microsoft.com/office/drawing/2014/main" id="{5413F9A8-EE21-16DC-6754-F176384BE123}"/>
                    </a:ext>
                  </a:extLst>
                </p14:cNvPr>
                <p14:cNvContentPartPr/>
                <p14:nvPr/>
              </p14:nvContentPartPr>
              <p14:xfrm>
                <a:off x="4688568" y="1505232"/>
                <a:ext cx="133200" cy="261360"/>
              </p14:xfrm>
            </p:contentPart>
          </mc:Choice>
          <mc:Fallback xmlns="">
            <p:pic>
              <p:nvPicPr>
                <p:cNvPr id="85" name="Ink 84">
                  <a:extLst>
                    <a:ext uri="{FF2B5EF4-FFF2-40B4-BE49-F238E27FC236}">
                      <a16:creationId xmlns:a16="http://schemas.microsoft.com/office/drawing/2014/main" id="{5413F9A8-EE21-16DC-6754-F176384BE123}"/>
                    </a:ext>
                  </a:extLst>
                </p:cNvPr>
                <p:cNvPicPr/>
                <p:nvPr/>
              </p:nvPicPr>
              <p:blipFill>
                <a:blip r:embed="rId45"/>
                <a:stretch>
                  <a:fillRect/>
                </a:stretch>
              </p:blipFill>
              <p:spPr>
                <a:xfrm>
                  <a:off x="4679568" y="1496232"/>
                  <a:ext cx="15084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86" name="Ink 85">
                  <a:extLst>
                    <a:ext uri="{FF2B5EF4-FFF2-40B4-BE49-F238E27FC236}">
                      <a16:creationId xmlns:a16="http://schemas.microsoft.com/office/drawing/2014/main" id="{CE5AFA9B-6AE2-AA2B-D525-66A8C5C2312A}"/>
                    </a:ext>
                  </a:extLst>
                </p14:cNvPr>
                <p14:cNvContentPartPr/>
                <p14:nvPr/>
              </p14:nvContentPartPr>
              <p14:xfrm>
                <a:off x="4844448" y="1681992"/>
                <a:ext cx="15120" cy="165960"/>
              </p14:xfrm>
            </p:contentPart>
          </mc:Choice>
          <mc:Fallback xmlns="">
            <p:pic>
              <p:nvPicPr>
                <p:cNvPr id="86" name="Ink 85">
                  <a:extLst>
                    <a:ext uri="{FF2B5EF4-FFF2-40B4-BE49-F238E27FC236}">
                      <a16:creationId xmlns:a16="http://schemas.microsoft.com/office/drawing/2014/main" id="{CE5AFA9B-6AE2-AA2B-D525-66A8C5C2312A}"/>
                    </a:ext>
                  </a:extLst>
                </p:cNvPr>
                <p:cNvPicPr/>
                <p:nvPr/>
              </p:nvPicPr>
              <p:blipFill>
                <a:blip r:embed="rId47"/>
                <a:stretch>
                  <a:fillRect/>
                </a:stretch>
              </p:blipFill>
              <p:spPr>
                <a:xfrm>
                  <a:off x="4835448" y="1672992"/>
                  <a:ext cx="3276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87" name="Ink 86">
                  <a:extLst>
                    <a:ext uri="{FF2B5EF4-FFF2-40B4-BE49-F238E27FC236}">
                      <a16:creationId xmlns:a16="http://schemas.microsoft.com/office/drawing/2014/main" id="{126C9397-FF0A-20C0-079F-024711CF1BC9}"/>
                    </a:ext>
                  </a:extLst>
                </p14:cNvPr>
                <p14:cNvContentPartPr/>
                <p14:nvPr/>
              </p14:nvContentPartPr>
              <p14:xfrm>
                <a:off x="4842288" y="1674792"/>
                <a:ext cx="66960" cy="176400"/>
              </p14:xfrm>
            </p:contentPart>
          </mc:Choice>
          <mc:Fallback xmlns="">
            <p:pic>
              <p:nvPicPr>
                <p:cNvPr id="87" name="Ink 86">
                  <a:extLst>
                    <a:ext uri="{FF2B5EF4-FFF2-40B4-BE49-F238E27FC236}">
                      <a16:creationId xmlns:a16="http://schemas.microsoft.com/office/drawing/2014/main" id="{126C9397-FF0A-20C0-079F-024711CF1BC9}"/>
                    </a:ext>
                  </a:extLst>
                </p:cNvPr>
                <p:cNvPicPr/>
                <p:nvPr/>
              </p:nvPicPr>
              <p:blipFill>
                <a:blip r:embed="rId49"/>
                <a:stretch>
                  <a:fillRect/>
                </a:stretch>
              </p:blipFill>
              <p:spPr>
                <a:xfrm>
                  <a:off x="4833288" y="1665792"/>
                  <a:ext cx="846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8" name="Ink 87">
                  <a:extLst>
                    <a:ext uri="{FF2B5EF4-FFF2-40B4-BE49-F238E27FC236}">
                      <a16:creationId xmlns:a16="http://schemas.microsoft.com/office/drawing/2014/main" id="{2A542B0B-90EF-71E6-C4C7-2E83CE007945}"/>
                    </a:ext>
                  </a:extLst>
                </p14:cNvPr>
                <p14:cNvContentPartPr/>
                <p14:nvPr/>
              </p14:nvContentPartPr>
              <p14:xfrm>
                <a:off x="4960368" y="1689552"/>
                <a:ext cx="11520" cy="185040"/>
              </p14:xfrm>
            </p:contentPart>
          </mc:Choice>
          <mc:Fallback xmlns="">
            <p:pic>
              <p:nvPicPr>
                <p:cNvPr id="88" name="Ink 87">
                  <a:extLst>
                    <a:ext uri="{FF2B5EF4-FFF2-40B4-BE49-F238E27FC236}">
                      <a16:creationId xmlns:a16="http://schemas.microsoft.com/office/drawing/2014/main" id="{2A542B0B-90EF-71E6-C4C7-2E83CE007945}"/>
                    </a:ext>
                  </a:extLst>
                </p:cNvPr>
                <p:cNvPicPr/>
                <p:nvPr/>
              </p:nvPicPr>
              <p:blipFill>
                <a:blip r:embed="rId51"/>
                <a:stretch>
                  <a:fillRect/>
                </a:stretch>
              </p:blipFill>
              <p:spPr>
                <a:xfrm>
                  <a:off x="4951368" y="1680552"/>
                  <a:ext cx="2916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9" name="Ink 88">
                  <a:extLst>
                    <a:ext uri="{FF2B5EF4-FFF2-40B4-BE49-F238E27FC236}">
                      <a16:creationId xmlns:a16="http://schemas.microsoft.com/office/drawing/2014/main" id="{0EECF525-6ECE-4F1C-C47F-2EF7A52D127E}"/>
                    </a:ext>
                  </a:extLst>
                </p14:cNvPr>
                <p14:cNvContentPartPr/>
                <p14:nvPr/>
              </p14:nvContentPartPr>
              <p14:xfrm>
                <a:off x="4603248" y="2863512"/>
                <a:ext cx="149040" cy="225000"/>
              </p14:xfrm>
            </p:contentPart>
          </mc:Choice>
          <mc:Fallback xmlns="">
            <p:pic>
              <p:nvPicPr>
                <p:cNvPr id="89" name="Ink 88">
                  <a:extLst>
                    <a:ext uri="{FF2B5EF4-FFF2-40B4-BE49-F238E27FC236}">
                      <a16:creationId xmlns:a16="http://schemas.microsoft.com/office/drawing/2014/main" id="{0EECF525-6ECE-4F1C-C47F-2EF7A52D127E}"/>
                    </a:ext>
                  </a:extLst>
                </p:cNvPr>
                <p:cNvPicPr/>
                <p:nvPr/>
              </p:nvPicPr>
              <p:blipFill>
                <a:blip r:embed="rId53"/>
                <a:stretch>
                  <a:fillRect/>
                </a:stretch>
              </p:blipFill>
              <p:spPr>
                <a:xfrm>
                  <a:off x="4594270" y="2854526"/>
                  <a:ext cx="166637" cy="242612"/>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90" name="Ink 89">
                  <a:extLst>
                    <a:ext uri="{FF2B5EF4-FFF2-40B4-BE49-F238E27FC236}">
                      <a16:creationId xmlns:a16="http://schemas.microsoft.com/office/drawing/2014/main" id="{BA6402E2-5417-94ED-53FB-D8D84C62D91A}"/>
                    </a:ext>
                  </a:extLst>
                </p14:cNvPr>
                <p14:cNvContentPartPr/>
                <p14:nvPr/>
              </p14:nvContentPartPr>
              <p14:xfrm>
                <a:off x="4781808" y="2987352"/>
                <a:ext cx="83160" cy="198000"/>
              </p14:xfrm>
            </p:contentPart>
          </mc:Choice>
          <mc:Fallback xmlns="">
            <p:pic>
              <p:nvPicPr>
                <p:cNvPr id="90" name="Ink 89">
                  <a:extLst>
                    <a:ext uri="{FF2B5EF4-FFF2-40B4-BE49-F238E27FC236}">
                      <a16:creationId xmlns:a16="http://schemas.microsoft.com/office/drawing/2014/main" id="{BA6402E2-5417-94ED-53FB-D8D84C62D91A}"/>
                    </a:ext>
                  </a:extLst>
                </p:cNvPr>
                <p:cNvPicPr/>
                <p:nvPr/>
              </p:nvPicPr>
              <p:blipFill>
                <a:blip r:embed="rId55"/>
                <a:stretch>
                  <a:fillRect/>
                </a:stretch>
              </p:blipFill>
              <p:spPr>
                <a:xfrm>
                  <a:off x="4772769" y="2978352"/>
                  <a:ext cx="100877"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91" name="Ink 90">
                  <a:extLst>
                    <a:ext uri="{FF2B5EF4-FFF2-40B4-BE49-F238E27FC236}">
                      <a16:creationId xmlns:a16="http://schemas.microsoft.com/office/drawing/2014/main" id="{A6CF78BA-5061-6F9A-E998-F44BD3439F9D}"/>
                    </a:ext>
                  </a:extLst>
                </p14:cNvPr>
                <p14:cNvContentPartPr/>
                <p14:nvPr/>
              </p14:nvContentPartPr>
              <p14:xfrm>
                <a:off x="4881168" y="3061152"/>
                <a:ext cx="75240" cy="148680"/>
              </p14:xfrm>
            </p:contentPart>
          </mc:Choice>
          <mc:Fallback xmlns="">
            <p:pic>
              <p:nvPicPr>
                <p:cNvPr id="91" name="Ink 90">
                  <a:extLst>
                    <a:ext uri="{FF2B5EF4-FFF2-40B4-BE49-F238E27FC236}">
                      <a16:creationId xmlns:a16="http://schemas.microsoft.com/office/drawing/2014/main" id="{A6CF78BA-5061-6F9A-E998-F44BD3439F9D}"/>
                    </a:ext>
                  </a:extLst>
                </p:cNvPr>
                <p:cNvPicPr/>
                <p:nvPr/>
              </p:nvPicPr>
              <p:blipFill>
                <a:blip r:embed="rId57"/>
                <a:stretch>
                  <a:fillRect/>
                </a:stretch>
              </p:blipFill>
              <p:spPr>
                <a:xfrm>
                  <a:off x="4872168" y="3052152"/>
                  <a:ext cx="9288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4" name="Ink 93">
                  <a:extLst>
                    <a:ext uri="{FF2B5EF4-FFF2-40B4-BE49-F238E27FC236}">
                      <a16:creationId xmlns:a16="http://schemas.microsoft.com/office/drawing/2014/main" id="{ED57C113-1855-B59E-8D25-A001986C6D7F}"/>
                    </a:ext>
                  </a:extLst>
                </p14:cNvPr>
                <p14:cNvContentPartPr/>
                <p14:nvPr/>
              </p14:nvContentPartPr>
              <p14:xfrm>
                <a:off x="6206688" y="1323072"/>
                <a:ext cx="19800" cy="216000"/>
              </p14:xfrm>
            </p:contentPart>
          </mc:Choice>
          <mc:Fallback xmlns="">
            <p:pic>
              <p:nvPicPr>
                <p:cNvPr id="94" name="Ink 93">
                  <a:extLst>
                    <a:ext uri="{FF2B5EF4-FFF2-40B4-BE49-F238E27FC236}">
                      <a16:creationId xmlns:a16="http://schemas.microsoft.com/office/drawing/2014/main" id="{ED57C113-1855-B59E-8D25-A001986C6D7F}"/>
                    </a:ext>
                  </a:extLst>
                </p:cNvPr>
                <p:cNvPicPr/>
                <p:nvPr/>
              </p:nvPicPr>
              <p:blipFill>
                <a:blip r:embed="rId59"/>
                <a:stretch>
                  <a:fillRect/>
                </a:stretch>
              </p:blipFill>
              <p:spPr>
                <a:xfrm>
                  <a:off x="6197688" y="1314087"/>
                  <a:ext cx="37440" cy="233611"/>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5" name="Ink 94">
                  <a:extLst>
                    <a:ext uri="{FF2B5EF4-FFF2-40B4-BE49-F238E27FC236}">
                      <a16:creationId xmlns:a16="http://schemas.microsoft.com/office/drawing/2014/main" id="{3B1FB07A-DC2A-95CE-4C54-BB79E12F8942}"/>
                    </a:ext>
                  </a:extLst>
                </p14:cNvPr>
                <p14:cNvContentPartPr/>
                <p14:nvPr/>
              </p14:nvContentPartPr>
              <p14:xfrm>
                <a:off x="6181488" y="1278432"/>
                <a:ext cx="175320" cy="226800"/>
              </p14:xfrm>
            </p:contentPart>
          </mc:Choice>
          <mc:Fallback xmlns="">
            <p:pic>
              <p:nvPicPr>
                <p:cNvPr id="95" name="Ink 94">
                  <a:extLst>
                    <a:ext uri="{FF2B5EF4-FFF2-40B4-BE49-F238E27FC236}">
                      <a16:creationId xmlns:a16="http://schemas.microsoft.com/office/drawing/2014/main" id="{3B1FB07A-DC2A-95CE-4C54-BB79E12F8942}"/>
                    </a:ext>
                  </a:extLst>
                </p:cNvPr>
                <p:cNvPicPr/>
                <p:nvPr/>
              </p:nvPicPr>
              <p:blipFill>
                <a:blip r:embed="rId61"/>
                <a:stretch>
                  <a:fillRect/>
                </a:stretch>
              </p:blipFill>
              <p:spPr>
                <a:xfrm>
                  <a:off x="6172488" y="1269432"/>
                  <a:ext cx="1929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96" name="Ink 95">
                  <a:extLst>
                    <a:ext uri="{FF2B5EF4-FFF2-40B4-BE49-F238E27FC236}">
                      <a16:creationId xmlns:a16="http://schemas.microsoft.com/office/drawing/2014/main" id="{BC84A54B-222F-C08C-18CC-BA17E9A491C0}"/>
                    </a:ext>
                  </a:extLst>
                </p14:cNvPr>
                <p14:cNvContentPartPr/>
                <p14:nvPr/>
              </p14:nvContentPartPr>
              <p14:xfrm>
                <a:off x="6371568" y="1434312"/>
                <a:ext cx="92520" cy="139320"/>
              </p14:xfrm>
            </p:contentPart>
          </mc:Choice>
          <mc:Fallback xmlns="">
            <p:pic>
              <p:nvPicPr>
                <p:cNvPr id="96" name="Ink 95">
                  <a:extLst>
                    <a:ext uri="{FF2B5EF4-FFF2-40B4-BE49-F238E27FC236}">
                      <a16:creationId xmlns:a16="http://schemas.microsoft.com/office/drawing/2014/main" id="{BC84A54B-222F-C08C-18CC-BA17E9A491C0}"/>
                    </a:ext>
                  </a:extLst>
                </p:cNvPr>
                <p:cNvPicPr/>
                <p:nvPr/>
              </p:nvPicPr>
              <p:blipFill>
                <a:blip r:embed="rId63"/>
                <a:stretch>
                  <a:fillRect/>
                </a:stretch>
              </p:blipFill>
              <p:spPr>
                <a:xfrm>
                  <a:off x="6362533" y="1425335"/>
                  <a:ext cx="110229" cy="156915"/>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7" name="Ink 96">
                  <a:extLst>
                    <a:ext uri="{FF2B5EF4-FFF2-40B4-BE49-F238E27FC236}">
                      <a16:creationId xmlns:a16="http://schemas.microsoft.com/office/drawing/2014/main" id="{20F400CD-90C3-9F7B-12B8-89BBCF43E738}"/>
                    </a:ext>
                  </a:extLst>
                </p14:cNvPr>
                <p14:cNvContentPartPr/>
                <p14:nvPr/>
              </p14:nvContentPartPr>
              <p14:xfrm>
                <a:off x="6242328" y="2996352"/>
                <a:ext cx="168840" cy="205200"/>
              </p14:xfrm>
            </p:contentPart>
          </mc:Choice>
          <mc:Fallback xmlns="">
            <p:pic>
              <p:nvPicPr>
                <p:cNvPr id="97" name="Ink 96">
                  <a:extLst>
                    <a:ext uri="{FF2B5EF4-FFF2-40B4-BE49-F238E27FC236}">
                      <a16:creationId xmlns:a16="http://schemas.microsoft.com/office/drawing/2014/main" id="{20F400CD-90C3-9F7B-12B8-89BBCF43E738}"/>
                    </a:ext>
                  </a:extLst>
                </p:cNvPr>
                <p:cNvPicPr/>
                <p:nvPr/>
              </p:nvPicPr>
              <p:blipFill>
                <a:blip r:embed="rId65"/>
                <a:stretch>
                  <a:fillRect/>
                </a:stretch>
              </p:blipFill>
              <p:spPr>
                <a:xfrm>
                  <a:off x="6233328" y="2987352"/>
                  <a:ext cx="1864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8" name="Ink 97">
                  <a:extLst>
                    <a:ext uri="{FF2B5EF4-FFF2-40B4-BE49-F238E27FC236}">
                      <a16:creationId xmlns:a16="http://schemas.microsoft.com/office/drawing/2014/main" id="{D8746735-3296-B082-81B2-8BDFD0ED5B0C}"/>
                    </a:ext>
                  </a:extLst>
                </p14:cNvPr>
                <p14:cNvContentPartPr/>
                <p14:nvPr/>
              </p14:nvContentPartPr>
              <p14:xfrm>
                <a:off x="6430248" y="3150432"/>
                <a:ext cx="110160" cy="133560"/>
              </p14:xfrm>
            </p:contentPart>
          </mc:Choice>
          <mc:Fallback xmlns="">
            <p:pic>
              <p:nvPicPr>
                <p:cNvPr id="98" name="Ink 97">
                  <a:extLst>
                    <a:ext uri="{FF2B5EF4-FFF2-40B4-BE49-F238E27FC236}">
                      <a16:creationId xmlns:a16="http://schemas.microsoft.com/office/drawing/2014/main" id="{D8746735-3296-B082-81B2-8BDFD0ED5B0C}"/>
                    </a:ext>
                  </a:extLst>
                </p:cNvPr>
                <p:cNvPicPr/>
                <p:nvPr/>
              </p:nvPicPr>
              <p:blipFill>
                <a:blip r:embed="rId67"/>
                <a:stretch>
                  <a:fillRect/>
                </a:stretch>
              </p:blipFill>
              <p:spPr>
                <a:xfrm>
                  <a:off x="6421248" y="3141432"/>
                  <a:ext cx="1278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99" name="Ink 98">
                  <a:extLst>
                    <a:ext uri="{FF2B5EF4-FFF2-40B4-BE49-F238E27FC236}">
                      <a16:creationId xmlns:a16="http://schemas.microsoft.com/office/drawing/2014/main" id="{C2EC1FAE-F8A3-A189-93A9-CE328C318C44}"/>
                    </a:ext>
                  </a:extLst>
                </p14:cNvPr>
                <p14:cNvContentPartPr/>
                <p14:nvPr/>
              </p14:nvContentPartPr>
              <p14:xfrm>
                <a:off x="6462288" y="3184632"/>
                <a:ext cx="122760" cy="11160"/>
              </p14:xfrm>
            </p:contentPart>
          </mc:Choice>
          <mc:Fallback xmlns="">
            <p:pic>
              <p:nvPicPr>
                <p:cNvPr id="99" name="Ink 98">
                  <a:extLst>
                    <a:ext uri="{FF2B5EF4-FFF2-40B4-BE49-F238E27FC236}">
                      <a16:creationId xmlns:a16="http://schemas.microsoft.com/office/drawing/2014/main" id="{C2EC1FAE-F8A3-A189-93A9-CE328C318C44}"/>
                    </a:ext>
                  </a:extLst>
                </p:cNvPr>
                <p:cNvPicPr/>
                <p:nvPr/>
              </p:nvPicPr>
              <p:blipFill>
                <a:blip r:embed="rId69"/>
                <a:stretch>
                  <a:fillRect/>
                </a:stretch>
              </p:blipFill>
              <p:spPr>
                <a:xfrm>
                  <a:off x="6453288" y="3175632"/>
                  <a:ext cx="1404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0" name="Ink 99">
                  <a:extLst>
                    <a:ext uri="{FF2B5EF4-FFF2-40B4-BE49-F238E27FC236}">
                      <a16:creationId xmlns:a16="http://schemas.microsoft.com/office/drawing/2014/main" id="{BBB42D95-D7A3-78C3-C8C7-3B6CA394EFCF}"/>
                    </a:ext>
                  </a:extLst>
                </p14:cNvPr>
                <p14:cNvContentPartPr/>
                <p14:nvPr/>
              </p14:nvContentPartPr>
              <p14:xfrm>
                <a:off x="6447168" y="3106512"/>
                <a:ext cx="182520" cy="34560"/>
              </p14:xfrm>
            </p:contentPart>
          </mc:Choice>
          <mc:Fallback xmlns="">
            <p:pic>
              <p:nvPicPr>
                <p:cNvPr id="100" name="Ink 99">
                  <a:extLst>
                    <a:ext uri="{FF2B5EF4-FFF2-40B4-BE49-F238E27FC236}">
                      <a16:creationId xmlns:a16="http://schemas.microsoft.com/office/drawing/2014/main" id="{BBB42D95-D7A3-78C3-C8C7-3B6CA394EFCF}"/>
                    </a:ext>
                  </a:extLst>
                </p:cNvPr>
                <p:cNvPicPr/>
                <p:nvPr/>
              </p:nvPicPr>
              <p:blipFill>
                <a:blip r:embed="rId71"/>
                <a:stretch>
                  <a:fillRect/>
                </a:stretch>
              </p:blipFill>
              <p:spPr>
                <a:xfrm>
                  <a:off x="6438168" y="3097512"/>
                  <a:ext cx="20016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3" name="Ink 102">
                  <a:extLst>
                    <a:ext uri="{FF2B5EF4-FFF2-40B4-BE49-F238E27FC236}">
                      <a16:creationId xmlns:a16="http://schemas.microsoft.com/office/drawing/2014/main" id="{9D4A79C1-DC7C-0DB7-62C6-020B0093023F}"/>
                    </a:ext>
                  </a:extLst>
                </p14:cNvPr>
                <p14:cNvContentPartPr/>
                <p14:nvPr/>
              </p14:nvContentPartPr>
              <p14:xfrm>
                <a:off x="6149088" y="711792"/>
                <a:ext cx="200880" cy="309960"/>
              </p14:xfrm>
            </p:contentPart>
          </mc:Choice>
          <mc:Fallback xmlns="">
            <p:pic>
              <p:nvPicPr>
                <p:cNvPr id="103" name="Ink 102">
                  <a:extLst>
                    <a:ext uri="{FF2B5EF4-FFF2-40B4-BE49-F238E27FC236}">
                      <a16:creationId xmlns:a16="http://schemas.microsoft.com/office/drawing/2014/main" id="{9D4A79C1-DC7C-0DB7-62C6-020B0093023F}"/>
                    </a:ext>
                  </a:extLst>
                </p:cNvPr>
                <p:cNvPicPr/>
                <p:nvPr/>
              </p:nvPicPr>
              <p:blipFill>
                <a:blip r:embed="rId73"/>
                <a:stretch>
                  <a:fillRect/>
                </a:stretch>
              </p:blipFill>
              <p:spPr>
                <a:xfrm>
                  <a:off x="6140088" y="702792"/>
                  <a:ext cx="21852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4" name="Ink 103">
                  <a:extLst>
                    <a:ext uri="{FF2B5EF4-FFF2-40B4-BE49-F238E27FC236}">
                      <a16:creationId xmlns:a16="http://schemas.microsoft.com/office/drawing/2014/main" id="{CC4DEBD7-102F-8B46-B28C-FACB002BD915}"/>
                    </a:ext>
                  </a:extLst>
                </p14:cNvPr>
                <p14:cNvContentPartPr/>
                <p14:nvPr/>
              </p14:nvContentPartPr>
              <p14:xfrm>
                <a:off x="6316848" y="908352"/>
                <a:ext cx="96840" cy="150480"/>
              </p14:xfrm>
            </p:contentPart>
          </mc:Choice>
          <mc:Fallback xmlns="">
            <p:pic>
              <p:nvPicPr>
                <p:cNvPr id="104" name="Ink 103">
                  <a:extLst>
                    <a:ext uri="{FF2B5EF4-FFF2-40B4-BE49-F238E27FC236}">
                      <a16:creationId xmlns:a16="http://schemas.microsoft.com/office/drawing/2014/main" id="{CC4DEBD7-102F-8B46-B28C-FACB002BD915}"/>
                    </a:ext>
                  </a:extLst>
                </p:cNvPr>
                <p:cNvPicPr/>
                <p:nvPr/>
              </p:nvPicPr>
              <p:blipFill>
                <a:blip r:embed="rId75"/>
                <a:stretch>
                  <a:fillRect/>
                </a:stretch>
              </p:blipFill>
              <p:spPr>
                <a:xfrm>
                  <a:off x="6307848" y="899352"/>
                  <a:ext cx="1144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5" name="Ink 104">
                  <a:extLst>
                    <a:ext uri="{FF2B5EF4-FFF2-40B4-BE49-F238E27FC236}">
                      <a16:creationId xmlns:a16="http://schemas.microsoft.com/office/drawing/2014/main" id="{3790E6FE-A494-79D0-3F47-C89337D5485E}"/>
                    </a:ext>
                  </a:extLst>
                </p14:cNvPr>
                <p14:cNvContentPartPr/>
                <p14:nvPr/>
              </p14:nvContentPartPr>
              <p14:xfrm>
                <a:off x="6429888" y="914472"/>
                <a:ext cx="187560" cy="123480"/>
              </p14:xfrm>
            </p:contentPart>
          </mc:Choice>
          <mc:Fallback xmlns="">
            <p:pic>
              <p:nvPicPr>
                <p:cNvPr id="105" name="Ink 104">
                  <a:extLst>
                    <a:ext uri="{FF2B5EF4-FFF2-40B4-BE49-F238E27FC236}">
                      <a16:creationId xmlns:a16="http://schemas.microsoft.com/office/drawing/2014/main" id="{3790E6FE-A494-79D0-3F47-C89337D5485E}"/>
                    </a:ext>
                  </a:extLst>
                </p:cNvPr>
                <p:cNvPicPr/>
                <p:nvPr/>
              </p:nvPicPr>
              <p:blipFill>
                <a:blip r:embed="rId77"/>
                <a:stretch>
                  <a:fillRect/>
                </a:stretch>
              </p:blipFill>
              <p:spPr>
                <a:xfrm>
                  <a:off x="6420888" y="905472"/>
                  <a:ext cx="205200" cy="141120"/>
                </a:xfrm>
                <a:prstGeom prst="rect">
                  <a:avLst/>
                </a:prstGeom>
              </p:spPr>
            </p:pic>
          </mc:Fallback>
        </mc:AlternateContent>
      </p:grpSp>
      <p:pic>
        <p:nvPicPr>
          <p:cNvPr id="107" name="Picture 3">
            <a:extLst>
              <a:ext uri="{FF2B5EF4-FFF2-40B4-BE49-F238E27FC236}">
                <a16:creationId xmlns:a16="http://schemas.microsoft.com/office/drawing/2014/main" id="{DADACD22-2EDE-1160-42E9-FBD474BB79F8}"/>
              </a:ext>
            </a:extLst>
          </p:cNvPr>
          <p:cNvPicPr>
            <a:picLocks noChangeAspect="1" noChangeArrowheads="1"/>
          </p:cNvPicPr>
          <p:nvPr/>
        </p:nvPicPr>
        <p:blipFill>
          <a:blip r:embed="rId78" cstate="print">
            <a:extLst>
              <a:ext uri="{28A0092B-C50C-407E-A947-70E740481C1C}">
                <a14:useLocalDpi xmlns:a14="http://schemas.microsoft.com/office/drawing/2010/main" val="0"/>
              </a:ext>
            </a:extLst>
          </a:blip>
          <a:srcRect/>
          <a:stretch>
            <a:fillRect/>
          </a:stretch>
        </p:blipFill>
        <p:spPr bwMode="auto">
          <a:xfrm>
            <a:off x="105592" y="2895165"/>
            <a:ext cx="4435736" cy="2628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7" name="Group 116">
            <a:extLst>
              <a:ext uri="{FF2B5EF4-FFF2-40B4-BE49-F238E27FC236}">
                <a16:creationId xmlns:a16="http://schemas.microsoft.com/office/drawing/2014/main" id="{2C735A86-39C9-3265-9ADD-74CBB1895280}"/>
              </a:ext>
            </a:extLst>
          </p:cNvPr>
          <p:cNvGrpSpPr/>
          <p:nvPr/>
        </p:nvGrpSpPr>
        <p:grpSpPr>
          <a:xfrm>
            <a:off x="776808" y="271656"/>
            <a:ext cx="1689120" cy="1974240"/>
            <a:chOff x="776808" y="271656"/>
            <a:chExt cx="1689120" cy="1974240"/>
          </a:xfrm>
        </p:grpSpPr>
        <mc:AlternateContent xmlns:mc="http://schemas.openxmlformats.org/markup-compatibility/2006" xmlns:p14="http://schemas.microsoft.com/office/powerpoint/2010/main">
          <mc:Choice Requires="p14">
            <p:contentPart p14:bwMode="auto" r:id="rId79">
              <p14:nvContentPartPr>
                <p14:cNvPr id="108" name="Ink 107">
                  <a:extLst>
                    <a:ext uri="{FF2B5EF4-FFF2-40B4-BE49-F238E27FC236}">
                      <a16:creationId xmlns:a16="http://schemas.microsoft.com/office/drawing/2014/main" id="{44A0996C-F86B-BDF9-8107-2E1283B8939C}"/>
                    </a:ext>
                  </a:extLst>
                </p14:cNvPr>
                <p14:cNvContentPartPr/>
                <p14:nvPr/>
              </p14:nvContentPartPr>
              <p14:xfrm>
                <a:off x="1893528" y="1053936"/>
                <a:ext cx="56520" cy="614520"/>
              </p14:xfrm>
            </p:contentPart>
          </mc:Choice>
          <mc:Fallback xmlns="">
            <p:pic>
              <p:nvPicPr>
                <p:cNvPr id="108" name="Ink 107">
                  <a:extLst>
                    <a:ext uri="{FF2B5EF4-FFF2-40B4-BE49-F238E27FC236}">
                      <a16:creationId xmlns:a16="http://schemas.microsoft.com/office/drawing/2014/main" id="{44A0996C-F86B-BDF9-8107-2E1283B8939C}"/>
                    </a:ext>
                  </a:extLst>
                </p:cNvPr>
                <p:cNvPicPr/>
                <p:nvPr/>
              </p:nvPicPr>
              <p:blipFill>
                <a:blip r:embed="rId80"/>
                <a:stretch>
                  <a:fillRect/>
                </a:stretch>
              </p:blipFill>
              <p:spPr>
                <a:xfrm>
                  <a:off x="1884528" y="1044941"/>
                  <a:ext cx="74160" cy="63215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09" name="Ink 108">
                  <a:extLst>
                    <a:ext uri="{FF2B5EF4-FFF2-40B4-BE49-F238E27FC236}">
                      <a16:creationId xmlns:a16="http://schemas.microsoft.com/office/drawing/2014/main" id="{73A4B307-6686-2761-0101-BCCB2640297C}"/>
                    </a:ext>
                  </a:extLst>
                </p14:cNvPr>
                <p14:cNvContentPartPr/>
                <p14:nvPr/>
              </p14:nvContentPartPr>
              <p14:xfrm>
                <a:off x="1965528" y="943416"/>
                <a:ext cx="446040" cy="337320"/>
              </p14:xfrm>
            </p:contentPart>
          </mc:Choice>
          <mc:Fallback xmlns="">
            <p:pic>
              <p:nvPicPr>
                <p:cNvPr id="109" name="Ink 108">
                  <a:extLst>
                    <a:ext uri="{FF2B5EF4-FFF2-40B4-BE49-F238E27FC236}">
                      <a16:creationId xmlns:a16="http://schemas.microsoft.com/office/drawing/2014/main" id="{73A4B307-6686-2761-0101-BCCB2640297C}"/>
                    </a:ext>
                  </a:extLst>
                </p:cNvPr>
                <p:cNvPicPr/>
                <p:nvPr/>
              </p:nvPicPr>
              <p:blipFill>
                <a:blip r:embed="rId82"/>
                <a:stretch>
                  <a:fillRect/>
                </a:stretch>
              </p:blipFill>
              <p:spPr>
                <a:xfrm>
                  <a:off x="1956521" y="934426"/>
                  <a:ext cx="463694" cy="354941"/>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0" name="Ink 109">
                  <a:extLst>
                    <a:ext uri="{FF2B5EF4-FFF2-40B4-BE49-F238E27FC236}">
                      <a16:creationId xmlns:a16="http://schemas.microsoft.com/office/drawing/2014/main" id="{652E7C78-41BF-B77B-038B-91AD726969CC}"/>
                    </a:ext>
                  </a:extLst>
                </p14:cNvPr>
                <p14:cNvContentPartPr/>
                <p14:nvPr/>
              </p14:nvContentPartPr>
              <p14:xfrm>
                <a:off x="1937088" y="1429056"/>
                <a:ext cx="481320" cy="223920"/>
              </p14:xfrm>
            </p:contentPart>
          </mc:Choice>
          <mc:Fallback xmlns="">
            <p:pic>
              <p:nvPicPr>
                <p:cNvPr id="110" name="Ink 109">
                  <a:extLst>
                    <a:ext uri="{FF2B5EF4-FFF2-40B4-BE49-F238E27FC236}">
                      <a16:creationId xmlns:a16="http://schemas.microsoft.com/office/drawing/2014/main" id="{652E7C78-41BF-B77B-038B-91AD726969CC}"/>
                    </a:ext>
                  </a:extLst>
                </p:cNvPr>
                <p:cNvPicPr/>
                <p:nvPr/>
              </p:nvPicPr>
              <p:blipFill>
                <a:blip r:embed="rId84"/>
                <a:stretch>
                  <a:fillRect/>
                </a:stretch>
              </p:blipFill>
              <p:spPr>
                <a:xfrm>
                  <a:off x="1928088" y="1420056"/>
                  <a:ext cx="4989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11" name="Ink 110">
                  <a:extLst>
                    <a:ext uri="{FF2B5EF4-FFF2-40B4-BE49-F238E27FC236}">
                      <a16:creationId xmlns:a16="http://schemas.microsoft.com/office/drawing/2014/main" id="{F8D64DC8-5A67-57D0-D773-85435F551F85}"/>
                    </a:ext>
                  </a:extLst>
                </p14:cNvPr>
                <p14:cNvContentPartPr/>
                <p14:nvPr/>
              </p14:nvContentPartPr>
              <p14:xfrm>
                <a:off x="2073528" y="1413216"/>
                <a:ext cx="205560" cy="191880"/>
              </p14:xfrm>
            </p:contentPart>
          </mc:Choice>
          <mc:Fallback xmlns="">
            <p:pic>
              <p:nvPicPr>
                <p:cNvPr id="111" name="Ink 110">
                  <a:extLst>
                    <a:ext uri="{FF2B5EF4-FFF2-40B4-BE49-F238E27FC236}">
                      <a16:creationId xmlns:a16="http://schemas.microsoft.com/office/drawing/2014/main" id="{F8D64DC8-5A67-57D0-D773-85435F551F85}"/>
                    </a:ext>
                  </a:extLst>
                </p:cNvPr>
                <p:cNvPicPr/>
                <p:nvPr/>
              </p:nvPicPr>
              <p:blipFill>
                <a:blip r:embed="rId86"/>
                <a:stretch>
                  <a:fillRect/>
                </a:stretch>
              </p:blipFill>
              <p:spPr>
                <a:xfrm>
                  <a:off x="2064528" y="1404199"/>
                  <a:ext cx="223200" cy="209553"/>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12" name="Ink 111">
                  <a:extLst>
                    <a:ext uri="{FF2B5EF4-FFF2-40B4-BE49-F238E27FC236}">
                      <a16:creationId xmlns:a16="http://schemas.microsoft.com/office/drawing/2014/main" id="{6C52B432-9438-1F5B-BDD7-1C8C9C69419C}"/>
                    </a:ext>
                  </a:extLst>
                </p14:cNvPr>
                <p14:cNvContentPartPr/>
                <p14:nvPr/>
              </p14:nvContentPartPr>
              <p14:xfrm>
                <a:off x="2425248" y="1619136"/>
                <a:ext cx="40680" cy="626760"/>
              </p14:xfrm>
            </p:contentPart>
          </mc:Choice>
          <mc:Fallback xmlns="">
            <p:pic>
              <p:nvPicPr>
                <p:cNvPr id="112" name="Ink 111">
                  <a:extLst>
                    <a:ext uri="{FF2B5EF4-FFF2-40B4-BE49-F238E27FC236}">
                      <a16:creationId xmlns:a16="http://schemas.microsoft.com/office/drawing/2014/main" id="{6C52B432-9438-1F5B-BDD7-1C8C9C69419C}"/>
                    </a:ext>
                  </a:extLst>
                </p:cNvPr>
                <p:cNvPicPr/>
                <p:nvPr/>
              </p:nvPicPr>
              <p:blipFill>
                <a:blip r:embed="rId88"/>
                <a:stretch>
                  <a:fillRect/>
                </a:stretch>
              </p:blipFill>
              <p:spPr>
                <a:xfrm>
                  <a:off x="2416248" y="1610136"/>
                  <a:ext cx="58320" cy="6444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13" name="Ink 112">
                  <a:extLst>
                    <a:ext uri="{FF2B5EF4-FFF2-40B4-BE49-F238E27FC236}">
                      <a16:creationId xmlns:a16="http://schemas.microsoft.com/office/drawing/2014/main" id="{E94EDDA7-B35D-929A-B2C5-5B8A00D5D5E4}"/>
                    </a:ext>
                  </a:extLst>
                </p14:cNvPr>
                <p14:cNvContentPartPr/>
                <p14:nvPr/>
              </p14:nvContentPartPr>
              <p14:xfrm>
                <a:off x="2346768" y="271656"/>
                <a:ext cx="101520" cy="695880"/>
              </p14:xfrm>
            </p:contentPart>
          </mc:Choice>
          <mc:Fallback xmlns="">
            <p:pic>
              <p:nvPicPr>
                <p:cNvPr id="113" name="Ink 112">
                  <a:extLst>
                    <a:ext uri="{FF2B5EF4-FFF2-40B4-BE49-F238E27FC236}">
                      <a16:creationId xmlns:a16="http://schemas.microsoft.com/office/drawing/2014/main" id="{E94EDDA7-B35D-929A-B2C5-5B8A00D5D5E4}"/>
                    </a:ext>
                  </a:extLst>
                </p:cNvPr>
                <p:cNvPicPr/>
                <p:nvPr/>
              </p:nvPicPr>
              <p:blipFill>
                <a:blip r:embed="rId90"/>
                <a:stretch>
                  <a:fillRect/>
                </a:stretch>
              </p:blipFill>
              <p:spPr>
                <a:xfrm>
                  <a:off x="2337768" y="262656"/>
                  <a:ext cx="119160" cy="7135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14" name="Ink 113">
                  <a:extLst>
                    <a:ext uri="{FF2B5EF4-FFF2-40B4-BE49-F238E27FC236}">
                      <a16:creationId xmlns:a16="http://schemas.microsoft.com/office/drawing/2014/main" id="{DA08206C-9922-1AEB-451C-6720C81E5E2E}"/>
                    </a:ext>
                  </a:extLst>
                </p14:cNvPr>
                <p14:cNvContentPartPr/>
                <p14:nvPr/>
              </p14:nvContentPartPr>
              <p14:xfrm>
                <a:off x="1169928" y="1347336"/>
                <a:ext cx="752760" cy="18000"/>
              </p14:xfrm>
            </p:contentPart>
          </mc:Choice>
          <mc:Fallback xmlns="">
            <p:pic>
              <p:nvPicPr>
                <p:cNvPr id="114" name="Ink 113">
                  <a:extLst>
                    <a:ext uri="{FF2B5EF4-FFF2-40B4-BE49-F238E27FC236}">
                      <a16:creationId xmlns:a16="http://schemas.microsoft.com/office/drawing/2014/main" id="{DA08206C-9922-1AEB-451C-6720C81E5E2E}"/>
                    </a:ext>
                  </a:extLst>
                </p:cNvPr>
                <p:cNvPicPr/>
                <p:nvPr/>
              </p:nvPicPr>
              <p:blipFill>
                <a:blip r:embed="rId92"/>
                <a:stretch>
                  <a:fillRect/>
                </a:stretch>
              </p:blipFill>
              <p:spPr>
                <a:xfrm>
                  <a:off x="1160924" y="1338336"/>
                  <a:ext cx="770408"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15" name="Ink 114">
                  <a:extLst>
                    <a:ext uri="{FF2B5EF4-FFF2-40B4-BE49-F238E27FC236}">
                      <a16:creationId xmlns:a16="http://schemas.microsoft.com/office/drawing/2014/main" id="{D8B211DA-DF5F-F6B7-2F1B-F50333F876C3}"/>
                    </a:ext>
                  </a:extLst>
                </p14:cNvPr>
                <p14:cNvContentPartPr/>
                <p14:nvPr/>
              </p14:nvContentPartPr>
              <p14:xfrm>
                <a:off x="1138968" y="1290816"/>
                <a:ext cx="93960" cy="110160"/>
              </p14:xfrm>
            </p:contentPart>
          </mc:Choice>
          <mc:Fallback xmlns="">
            <p:pic>
              <p:nvPicPr>
                <p:cNvPr id="115" name="Ink 114">
                  <a:extLst>
                    <a:ext uri="{FF2B5EF4-FFF2-40B4-BE49-F238E27FC236}">
                      <a16:creationId xmlns:a16="http://schemas.microsoft.com/office/drawing/2014/main" id="{D8B211DA-DF5F-F6B7-2F1B-F50333F876C3}"/>
                    </a:ext>
                  </a:extLst>
                </p:cNvPr>
                <p:cNvPicPr/>
                <p:nvPr/>
              </p:nvPicPr>
              <p:blipFill>
                <a:blip r:embed="rId94"/>
                <a:stretch>
                  <a:fillRect/>
                </a:stretch>
              </p:blipFill>
              <p:spPr>
                <a:xfrm>
                  <a:off x="1130002" y="1281816"/>
                  <a:ext cx="111533"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16" name="Ink 115">
                  <a:extLst>
                    <a:ext uri="{FF2B5EF4-FFF2-40B4-BE49-F238E27FC236}">
                      <a16:creationId xmlns:a16="http://schemas.microsoft.com/office/drawing/2014/main" id="{28ADB30D-E2F3-8D49-2802-75F845A19D4E}"/>
                    </a:ext>
                  </a:extLst>
                </p14:cNvPr>
                <p14:cNvContentPartPr/>
                <p14:nvPr/>
              </p14:nvContentPartPr>
              <p14:xfrm>
                <a:off x="776808" y="1218096"/>
                <a:ext cx="171000" cy="344880"/>
              </p14:xfrm>
            </p:contentPart>
          </mc:Choice>
          <mc:Fallback xmlns="">
            <p:pic>
              <p:nvPicPr>
                <p:cNvPr id="116" name="Ink 115">
                  <a:extLst>
                    <a:ext uri="{FF2B5EF4-FFF2-40B4-BE49-F238E27FC236}">
                      <a16:creationId xmlns:a16="http://schemas.microsoft.com/office/drawing/2014/main" id="{28ADB30D-E2F3-8D49-2802-75F845A19D4E}"/>
                    </a:ext>
                  </a:extLst>
                </p:cNvPr>
                <p:cNvPicPr/>
                <p:nvPr/>
              </p:nvPicPr>
              <p:blipFill>
                <a:blip r:embed="rId96"/>
                <a:stretch>
                  <a:fillRect/>
                </a:stretch>
              </p:blipFill>
              <p:spPr>
                <a:xfrm>
                  <a:off x="767808" y="1209087"/>
                  <a:ext cx="188640" cy="362538"/>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7">
            <p14:nvContentPartPr>
              <p14:cNvPr id="118" name="Ink 117">
                <a:extLst>
                  <a:ext uri="{FF2B5EF4-FFF2-40B4-BE49-F238E27FC236}">
                    <a16:creationId xmlns:a16="http://schemas.microsoft.com/office/drawing/2014/main" id="{D08E7812-FC4A-0F24-6304-944D75D6E0F4}"/>
                  </a:ext>
                </a:extLst>
              </p14:cNvPr>
              <p14:cNvContentPartPr/>
              <p14:nvPr/>
            </p14:nvContentPartPr>
            <p14:xfrm>
              <a:off x="2644488" y="189576"/>
              <a:ext cx="172080" cy="182160"/>
            </p14:xfrm>
          </p:contentPart>
        </mc:Choice>
        <mc:Fallback xmlns="">
          <p:pic>
            <p:nvPicPr>
              <p:cNvPr id="118" name="Ink 117">
                <a:extLst>
                  <a:ext uri="{FF2B5EF4-FFF2-40B4-BE49-F238E27FC236}">
                    <a16:creationId xmlns:a16="http://schemas.microsoft.com/office/drawing/2014/main" id="{D08E7812-FC4A-0F24-6304-944D75D6E0F4}"/>
                  </a:ext>
                </a:extLst>
              </p:cNvPr>
              <p:cNvPicPr/>
              <p:nvPr/>
            </p:nvPicPr>
            <p:blipFill>
              <a:blip r:embed="rId98"/>
              <a:stretch>
                <a:fillRect/>
              </a:stretch>
            </p:blipFill>
            <p:spPr>
              <a:xfrm>
                <a:off x="2635488" y="180576"/>
                <a:ext cx="189720" cy="199800"/>
              </a:xfrm>
              <a:prstGeom prst="rect">
                <a:avLst/>
              </a:prstGeom>
            </p:spPr>
          </p:pic>
        </mc:Fallback>
      </mc:AlternateContent>
      <p:grpSp>
        <p:nvGrpSpPr>
          <p:cNvPr id="121" name="Group 120">
            <a:extLst>
              <a:ext uri="{FF2B5EF4-FFF2-40B4-BE49-F238E27FC236}">
                <a16:creationId xmlns:a16="http://schemas.microsoft.com/office/drawing/2014/main" id="{593EF21E-83A3-54CD-E6A6-35ABD73ACF3C}"/>
              </a:ext>
            </a:extLst>
          </p:cNvPr>
          <p:cNvGrpSpPr/>
          <p:nvPr/>
        </p:nvGrpSpPr>
        <p:grpSpPr>
          <a:xfrm>
            <a:off x="2407248" y="2194416"/>
            <a:ext cx="295560" cy="264240"/>
            <a:chOff x="2407248" y="2194416"/>
            <a:chExt cx="295560" cy="264240"/>
          </a:xfrm>
        </p:grpSpPr>
        <mc:AlternateContent xmlns:mc="http://schemas.openxmlformats.org/markup-compatibility/2006" xmlns:p14="http://schemas.microsoft.com/office/powerpoint/2010/main">
          <mc:Choice Requires="p14">
            <p:contentPart p14:bwMode="auto" r:id="rId99">
              <p14:nvContentPartPr>
                <p14:cNvPr id="119" name="Ink 118">
                  <a:extLst>
                    <a:ext uri="{FF2B5EF4-FFF2-40B4-BE49-F238E27FC236}">
                      <a16:creationId xmlns:a16="http://schemas.microsoft.com/office/drawing/2014/main" id="{5B906A56-51D7-8560-411C-D13D5FA1745B}"/>
                    </a:ext>
                  </a:extLst>
                </p14:cNvPr>
                <p14:cNvContentPartPr/>
                <p14:nvPr/>
              </p14:nvContentPartPr>
              <p14:xfrm>
                <a:off x="2533608" y="2258496"/>
                <a:ext cx="169200" cy="200160"/>
              </p14:xfrm>
            </p:contentPart>
          </mc:Choice>
          <mc:Fallback xmlns="">
            <p:pic>
              <p:nvPicPr>
                <p:cNvPr id="119" name="Ink 118">
                  <a:extLst>
                    <a:ext uri="{FF2B5EF4-FFF2-40B4-BE49-F238E27FC236}">
                      <a16:creationId xmlns:a16="http://schemas.microsoft.com/office/drawing/2014/main" id="{5B906A56-51D7-8560-411C-D13D5FA1745B}"/>
                    </a:ext>
                  </a:extLst>
                </p:cNvPr>
                <p:cNvPicPr/>
                <p:nvPr/>
              </p:nvPicPr>
              <p:blipFill>
                <a:blip r:embed="rId100"/>
                <a:stretch>
                  <a:fillRect/>
                </a:stretch>
              </p:blipFill>
              <p:spPr>
                <a:xfrm>
                  <a:off x="2524608" y="2249496"/>
                  <a:ext cx="18684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20" name="Ink 119">
                  <a:extLst>
                    <a:ext uri="{FF2B5EF4-FFF2-40B4-BE49-F238E27FC236}">
                      <a16:creationId xmlns:a16="http://schemas.microsoft.com/office/drawing/2014/main" id="{12976954-511A-5A1C-7E50-C75123169801}"/>
                    </a:ext>
                  </a:extLst>
                </p14:cNvPr>
                <p14:cNvContentPartPr/>
                <p14:nvPr/>
              </p14:nvContentPartPr>
              <p14:xfrm>
                <a:off x="2407248" y="2194416"/>
                <a:ext cx="62640" cy="87840"/>
              </p14:xfrm>
            </p:contentPart>
          </mc:Choice>
          <mc:Fallback xmlns="">
            <p:pic>
              <p:nvPicPr>
                <p:cNvPr id="120" name="Ink 119">
                  <a:extLst>
                    <a:ext uri="{FF2B5EF4-FFF2-40B4-BE49-F238E27FC236}">
                      <a16:creationId xmlns:a16="http://schemas.microsoft.com/office/drawing/2014/main" id="{12976954-511A-5A1C-7E50-C75123169801}"/>
                    </a:ext>
                  </a:extLst>
                </p:cNvPr>
                <p:cNvPicPr/>
                <p:nvPr/>
              </p:nvPicPr>
              <p:blipFill>
                <a:blip r:embed="rId102"/>
                <a:stretch>
                  <a:fillRect/>
                </a:stretch>
              </p:blipFill>
              <p:spPr>
                <a:xfrm>
                  <a:off x="2398248" y="2185379"/>
                  <a:ext cx="80280" cy="105553"/>
                </a:xfrm>
                <a:prstGeom prst="rect">
                  <a:avLst/>
                </a:prstGeom>
              </p:spPr>
            </p:pic>
          </mc:Fallback>
        </mc:AlternateContent>
      </p:grpSp>
    </p:spTree>
    <p:extLst>
      <p:ext uri="{BB962C8B-B14F-4D97-AF65-F5344CB8AC3E}">
        <p14:creationId xmlns:p14="http://schemas.microsoft.com/office/powerpoint/2010/main" val="2689419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3C9CB79-87C8-099A-196B-0C6CFD95DE1E}"/>
              </a:ext>
            </a:extLst>
          </p:cNvPr>
          <p:cNvGrpSpPr/>
          <p:nvPr/>
        </p:nvGrpSpPr>
        <p:grpSpPr>
          <a:xfrm>
            <a:off x="0" y="6230200"/>
            <a:ext cx="12192000" cy="731495"/>
            <a:chOff x="0" y="6120089"/>
            <a:chExt cx="12192000" cy="731495"/>
          </a:xfrm>
        </p:grpSpPr>
        <p:sp>
          <p:nvSpPr>
            <p:cNvPr id="10" name="Rectangle 9">
              <a:extLst>
                <a:ext uri="{FF2B5EF4-FFF2-40B4-BE49-F238E27FC236}">
                  <a16:creationId xmlns:a16="http://schemas.microsoft.com/office/drawing/2014/main" id="{ACB12B80-4B01-D492-2FC4-3B6D45E91336}"/>
                </a:ext>
              </a:extLst>
            </p:cNvPr>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0A1821EE-0966-C311-38EA-A80EFB62D97E}"/>
                </a:ext>
              </a:extLst>
            </p:cNvPr>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L</a:t>
            </a:r>
            <a:r>
              <a:rPr lang="en-AU" sz="3600" b="1">
                <a:latin typeface="Arial Black" panose="020B0A04020102020204" pitchFamily="34" charset="0"/>
              </a:rPr>
              <a:t>earning Outcomes</a:t>
            </a:r>
          </a:p>
        </p:txBody>
      </p:sp>
      <p:grpSp>
        <p:nvGrpSpPr>
          <p:cNvPr id="4" name="Group 3"/>
          <p:cNvGrpSpPr/>
          <p:nvPr/>
        </p:nvGrpSpPr>
        <p:grpSpPr>
          <a:xfrm>
            <a:off x="0" y="6198112"/>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231531" y="666304"/>
            <a:ext cx="11960469" cy="5460201"/>
          </a:xfrm>
        </p:spPr>
        <p:txBody>
          <a:bodyPr>
            <a:normAutofit/>
          </a:bodyPr>
          <a:lstStyle/>
          <a:p>
            <a:pPr>
              <a:buFont typeface="Wingdings" panose="05000000000000000000" pitchFamily="2" charset="2"/>
              <a:buChar char="q"/>
            </a:pPr>
            <a:r>
              <a:rPr lang="en-US"/>
              <a:t> </a:t>
            </a:r>
            <a:r>
              <a:rPr lang="en-US" sz="3000" b="1">
                <a:latin typeface="Arial" panose="020B0604020202020204" pitchFamily="34" charset="0"/>
                <a:cs typeface="Arial" panose="020B0604020202020204" pitchFamily="34" charset="0"/>
              </a:rPr>
              <a:t>At the end of this week, you will be able to</a:t>
            </a:r>
          </a:p>
          <a:p>
            <a:pPr marL="0" indent="0">
              <a:buNone/>
            </a:pPr>
            <a:endParaRPr lang="en-US" sz="3000" b="1">
              <a:latin typeface="Arial" panose="020B0604020202020204" pitchFamily="34" charset="0"/>
              <a:cs typeface="Arial" panose="020B0604020202020204" pitchFamily="34" charset="0"/>
            </a:endParaRP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Draw the small signal circuit model of BJT.</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Calculate the small signal circuit model parameters of BJT.</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Draw the small signal equivalent circuit of BJT based amplifiers.</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Analyze the performance of the amplifiers such as gain, bandwidth, input impedance and output impedance.</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Draw the DC equivalent circuit of BJT based amplifiers and calculate the quiescent values (I</a:t>
            </a:r>
            <a:r>
              <a:rPr lang="en-US" sz="2600" baseline="-25000">
                <a:latin typeface="Arial" panose="020B0604020202020204" pitchFamily="34" charset="0"/>
                <a:cs typeface="Arial" panose="020B0604020202020204" pitchFamily="34" charset="0"/>
              </a:rPr>
              <a:t>CQ</a:t>
            </a:r>
            <a:r>
              <a:rPr lang="en-US" sz="2600">
                <a:latin typeface="Arial" panose="020B0604020202020204" pitchFamily="34" charset="0"/>
                <a:cs typeface="Arial" panose="020B0604020202020204" pitchFamily="34" charset="0"/>
              </a:rPr>
              <a:t>, I</a:t>
            </a:r>
            <a:r>
              <a:rPr lang="en-US" sz="2600" baseline="-25000">
                <a:latin typeface="Arial" panose="020B0604020202020204" pitchFamily="34" charset="0"/>
                <a:cs typeface="Arial" panose="020B0604020202020204" pitchFamily="34" charset="0"/>
              </a:rPr>
              <a:t>EQ</a:t>
            </a:r>
            <a:r>
              <a:rPr lang="en-US" sz="2600">
                <a:latin typeface="Arial" panose="020B0604020202020204" pitchFamily="34" charset="0"/>
                <a:cs typeface="Arial" panose="020B0604020202020204" pitchFamily="34" charset="0"/>
              </a:rPr>
              <a:t>, I</a:t>
            </a:r>
            <a:r>
              <a:rPr lang="en-US" sz="2600" baseline="-25000">
                <a:latin typeface="Arial" panose="020B0604020202020204" pitchFamily="34" charset="0"/>
                <a:cs typeface="Arial" panose="020B0604020202020204" pitchFamily="34" charset="0"/>
              </a:rPr>
              <a:t>BQ</a:t>
            </a:r>
            <a:r>
              <a:rPr lang="en-US" sz="2600">
                <a:latin typeface="Arial" panose="020B0604020202020204" pitchFamily="34" charset="0"/>
                <a:cs typeface="Arial" panose="020B0604020202020204" pitchFamily="34" charset="0"/>
              </a:rPr>
              <a:t>, V</a:t>
            </a:r>
            <a:r>
              <a:rPr lang="en-US" sz="2600" baseline="-25000">
                <a:latin typeface="Arial" panose="020B0604020202020204" pitchFamily="34" charset="0"/>
                <a:cs typeface="Arial" panose="020B0604020202020204" pitchFamily="34" charset="0"/>
              </a:rPr>
              <a:t>CEQ</a:t>
            </a:r>
            <a:r>
              <a:rPr lang="en-US" sz="2600">
                <a:latin typeface="Arial" panose="020B0604020202020204" pitchFamily="34" charset="0"/>
                <a:cs typeface="Arial" panose="020B0604020202020204" pitchFamily="34" charset="0"/>
              </a:rPr>
              <a:t> ).</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Explain DC biasing configurations such as current mirrors.</a:t>
            </a: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sz="3000">
              <a:latin typeface="Arial"/>
              <a:cs typeface="Arial"/>
            </a:endParaRPr>
          </a:p>
          <a:p>
            <a:pPr marL="12700" marR="673100" indent="0">
              <a:buNone/>
            </a:pPr>
            <a:endParaRPr lang="en-AU" sz="3000">
              <a:latin typeface="Arial"/>
              <a:cs typeface="Arial"/>
            </a:endParaRPr>
          </a:p>
        </p:txBody>
      </p:sp>
    </p:spTree>
    <p:extLst>
      <p:ext uri="{BB962C8B-B14F-4D97-AF65-F5344CB8AC3E}">
        <p14:creationId xmlns:p14="http://schemas.microsoft.com/office/powerpoint/2010/main" val="2617623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225397" y="551495"/>
            <a:ext cx="11867091" cy="5513168"/>
          </a:xfrm>
        </p:spPr>
        <p:txBody>
          <a:bodyPr>
            <a:normAutofit/>
          </a:bodyPr>
          <a:lstStyle/>
          <a:p>
            <a:pPr marL="469900" marR="673100" indent="-457200">
              <a:buFont typeface="Wingdings" panose="05000000000000000000" pitchFamily="2" charset="2"/>
              <a:buChar char="q"/>
            </a:pPr>
            <a:r>
              <a:rPr lang="en-AU">
                <a:latin typeface="Arial"/>
                <a:cs typeface="Arial"/>
              </a:rPr>
              <a:t>The circuit model will consist of </a:t>
            </a:r>
            <a:r>
              <a:rPr lang="en-AU" b="1">
                <a:latin typeface="Arial"/>
                <a:cs typeface="Arial"/>
              </a:rPr>
              <a:t>resistors</a:t>
            </a:r>
            <a:r>
              <a:rPr lang="en-AU">
                <a:latin typeface="Arial"/>
                <a:cs typeface="Arial"/>
              </a:rPr>
              <a:t>, </a:t>
            </a:r>
            <a:r>
              <a:rPr lang="en-AU" b="1">
                <a:latin typeface="Arial"/>
                <a:cs typeface="Arial"/>
              </a:rPr>
              <a:t>current controlled current or voltage sources </a:t>
            </a:r>
            <a:r>
              <a:rPr lang="en-AU">
                <a:latin typeface="Arial"/>
                <a:cs typeface="Arial"/>
              </a:rPr>
              <a:t>and capacitors</a:t>
            </a:r>
          </a:p>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The small signal variations are about a given operating quiescent-point or Q-point (I</a:t>
            </a:r>
            <a:r>
              <a:rPr lang="en-AU" baseline="-25000">
                <a:latin typeface="Arial" panose="020B0604020202020204" pitchFamily="34" charset="0"/>
                <a:cs typeface="Arial" panose="020B0604020202020204" pitchFamily="34" charset="0"/>
              </a:rPr>
              <a:t>BQ, </a:t>
            </a:r>
            <a:r>
              <a:rPr lang="en-AU">
                <a:latin typeface="Arial" panose="020B0604020202020204" pitchFamily="34" charset="0"/>
                <a:cs typeface="Arial" panose="020B0604020202020204" pitchFamily="34" charset="0"/>
              </a:rPr>
              <a:t>I</a:t>
            </a:r>
            <a:r>
              <a:rPr lang="en-AU" baseline="-25000">
                <a:latin typeface="Arial" panose="020B0604020202020204" pitchFamily="34" charset="0"/>
                <a:cs typeface="Arial" panose="020B0604020202020204" pitchFamily="34" charset="0"/>
              </a:rPr>
              <a:t>CQ, </a:t>
            </a:r>
            <a:r>
              <a:rPr lang="en-AU">
                <a:latin typeface="Arial" panose="020B0604020202020204" pitchFamily="34" charset="0"/>
                <a:cs typeface="Arial" panose="020B0604020202020204" pitchFamily="34" charset="0"/>
              </a:rPr>
              <a:t>V</a:t>
            </a:r>
            <a:r>
              <a:rPr lang="en-AU" baseline="-25000">
                <a:latin typeface="Arial" panose="020B0604020202020204" pitchFamily="34" charset="0"/>
                <a:cs typeface="Arial" panose="020B0604020202020204" pitchFamily="34" charset="0"/>
              </a:rPr>
              <a:t>BEQ, </a:t>
            </a:r>
            <a:r>
              <a:rPr lang="en-AU">
                <a:latin typeface="Arial" panose="020B0604020202020204" pitchFamily="34" charset="0"/>
                <a:cs typeface="Arial" panose="020B0604020202020204" pitchFamily="34" charset="0"/>
              </a:rPr>
              <a:t>V</a:t>
            </a:r>
            <a:r>
              <a:rPr lang="en-AU" baseline="-25000">
                <a:latin typeface="Arial" panose="020B0604020202020204" pitchFamily="34" charset="0"/>
                <a:cs typeface="Arial" panose="020B0604020202020204" pitchFamily="34" charset="0"/>
              </a:rPr>
              <a:t>CEQ</a:t>
            </a:r>
            <a:r>
              <a:rPr lang="en-AU">
                <a:latin typeface="Arial" panose="020B0604020202020204" pitchFamily="34" charset="0"/>
                <a:cs typeface="Arial" panose="020B0604020202020204" pitchFamily="34" charset="0"/>
              </a:rPr>
              <a:t>)</a:t>
            </a: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p:pic>
        <p:nvPicPr>
          <p:cNvPr id="8" name="Picture 2">
            <a:extLst>
              <a:ext uri="{FF2B5EF4-FFF2-40B4-BE49-F238E27FC236}">
                <a16:creationId xmlns:a16="http://schemas.microsoft.com/office/drawing/2014/main" id="{70D24192-71E6-28A6-8A2F-7C5A713D5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424" y="2668608"/>
            <a:ext cx="3606689" cy="2520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extLst>
              <a:ext uri="{FF2B5EF4-FFF2-40B4-BE49-F238E27FC236}">
                <a16:creationId xmlns:a16="http://schemas.microsoft.com/office/drawing/2014/main" id="{CCABA41B-9381-1829-C783-D0810306B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7397" y="2098070"/>
            <a:ext cx="3547235" cy="2961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3B7B4B7-04F6-85D2-9BC3-EBC32A5F0A72}"/>
                  </a:ext>
                </a:extLst>
              </p:cNvPr>
              <p:cNvSpPr/>
              <p:nvPr/>
            </p:nvSpPr>
            <p:spPr>
              <a:xfrm>
                <a:off x="7316378" y="5011866"/>
                <a:ext cx="2290700" cy="555793"/>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i</m:t>
                        </m:r>
                      </m:e>
                      <m:sub>
                        <m:r>
                          <m:rPr>
                            <m:sty m:val="p"/>
                          </m:rPr>
                          <a:rPr lang="en-AU" sz="2800" b="0" i="0" smtClean="0">
                            <a:latin typeface="Cambria Math"/>
                            <a:ea typeface="Cambria Math"/>
                          </a:rPr>
                          <m:t>B</m:t>
                        </m:r>
                      </m:sub>
                    </m:sSub>
                    <m:r>
                      <a:rPr lang="en-AU" sz="2800" b="0" i="0" smtClean="0">
                        <a:latin typeface="Cambria Math"/>
                        <a:ea typeface="Cambria Math"/>
                      </a:rPr>
                      <m:t>=</m:t>
                    </m:r>
                  </m:oMath>
                </a14:m>
                <a:r>
                  <a:rPr lang="en-AU" sz="2800" dirty="0">
                    <a:ea typeface="Cambria Math"/>
                  </a:rPr>
                  <a:t> </a:t>
                </a:r>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b</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BQ</m:t>
                        </m:r>
                      </m:sub>
                    </m:sSub>
                  </m:oMath>
                </a14:m>
                <a:endParaRPr lang="en-AU" sz="2800" dirty="0"/>
              </a:p>
            </p:txBody>
          </p:sp>
        </mc:Choice>
        <mc:Fallback xmlns="">
          <p:sp>
            <p:nvSpPr>
              <p:cNvPr id="10" name="Rectangle 9">
                <a:extLst>
                  <a:ext uri="{FF2B5EF4-FFF2-40B4-BE49-F238E27FC236}">
                    <a16:creationId xmlns:a16="http://schemas.microsoft.com/office/drawing/2014/main" id="{E3B7B4B7-04F6-85D2-9BC3-EBC32A5F0A72}"/>
                  </a:ext>
                </a:extLst>
              </p:cNvPr>
              <p:cNvSpPr>
                <a:spLocks noRot="1" noChangeAspect="1" noMove="1" noResize="1" noEditPoints="1" noAdjustHandles="1" noChangeArrowheads="1" noChangeShapeType="1" noTextEdit="1"/>
              </p:cNvSpPr>
              <p:nvPr/>
            </p:nvSpPr>
            <p:spPr>
              <a:xfrm>
                <a:off x="7316378" y="5011866"/>
                <a:ext cx="2290700" cy="55579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AA15913-D642-A310-83BC-DA97722673B5}"/>
                  </a:ext>
                </a:extLst>
              </p:cNvPr>
              <p:cNvSpPr/>
              <p:nvPr/>
            </p:nvSpPr>
            <p:spPr>
              <a:xfrm>
                <a:off x="1364589" y="5111516"/>
                <a:ext cx="3606689" cy="555793"/>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i</m:t>
                        </m:r>
                      </m:e>
                      <m:sub>
                        <m:r>
                          <m:rPr>
                            <m:sty m:val="p"/>
                          </m:rPr>
                          <a:rPr lang="en-AU" sz="2800" b="0" i="0" smtClean="0">
                            <a:latin typeface="Cambria Math"/>
                            <a:ea typeface="Cambria Math"/>
                          </a:rPr>
                          <m:t>C</m:t>
                        </m:r>
                      </m:sub>
                    </m:sSub>
                    <m:r>
                      <a:rPr lang="en-AU" sz="2800" b="0" i="0" smtClean="0">
                        <a:latin typeface="Cambria Math"/>
                        <a:ea typeface="Cambria Math"/>
                      </a:rPr>
                      <m:t>=</m:t>
                    </m:r>
                  </m:oMath>
                </a14:m>
                <a:r>
                  <a:rPr lang="en-AU" sz="2800" dirty="0">
                    <a:ea typeface="Cambria Math"/>
                  </a:rPr>
                  <a:t> </a:t>
                </a:r>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oMath>
                </a14:m>
                <a:endParaRPr lang="en-AU" sz="2800" dirty="0"/>
              </a:p>
            </p:txBody>
          </p:sp>
        </mc:Choice>
        <mc:Fallback xmlns="">
          <p:sp>
            <p:nvSpPr>
              <p:cNvPr id="11" name="Rectangle 10">
                <a:extLst>
                  <a:ext uri="{FF2B5EF4-FFF2-40B4-BE49-F238E27FC236}">
                    <a16:creationId xmlns:a16="http://schemas.microsoft.com/office/drawing/2014/main" id="{2AA15913-D642-A310-83BC-DA97722673B5}"/>
                  </a:ext>
                </a:extLst>
              </p:cNvPr>
              <p:cNvSpPr>
                <a:spLocks noRot="1" noChangeAspect="1" noMove="1" noResize="1" noEditPoints="1" noAdjustHandles="1" noChangeArrowheads="1" noChangeShapeType="1" noTextEdit="1"/>
              </p:cNvSpPr>
              <p:nvPr/>
            </p:nvSpPr>
            <p:spPr>
              <a:xfrm>
                <a:off x="1364589" y="5111516"/>
                <a:ext cx="3606689" cy="55579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A912226-B81D-10F4-1818-D95BAA7597D5}"/>
                  </a:ext>
                </a:extLst>
              </p:cNvPr>
              <p:cNvSpPr/>
              <p:nvPr/>
            </p:nvSpPr>
            <p:spPr>
              <a:xfrm>
                <a:off x="7309728" y="5505218"/>
                <a:ext cx="3174243" cy="555793"/>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v</m:t>
                        </m:r>
                      </m:e>
                      <m:sub>
                        <m:r>
                          <m:rPr>
                            <m:sty m:val="p"/>
                          </m:rPr>
                          <a:rPr lang="en-AU" sz="2800" b="0" i="0" smtClean="0">
                            <a:latin typeface="Cambria Math"/>
                            <a:ea typeface="Cambria Math"/>
                          </a:rPr>
                          <m:t>BE</m:t>
                        </m:r>
                      </m:sub>
                    </m:sSub>
                    <m:r>
                      <a:rPr lang="en-AU" sz="2800" b="0" i="0" smtClean="0">
                        <a:latin typeface="Cambria Math"/>
                        <a:ea typeface="Cambria Math"/>
                      </a:rPr>
                      <m:t>=</m:t>
                    </m:r>
                  </m:oMath>
                </a14:m>
                <a:r>
                  <a:rPr lang="en-AU" sz="2800" dirty="0">
                    <a:ea typeface="Cambria Math"/>
                  </a:rPr>
                  <a:t> </a:t>
                </a:r>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BEQ</m:t>
                        </m:r>
                      </m:sub>
                    </m:sSub>
                  </m:oMath>
                </a14:m>
                <a:endParaRPr lang="en-AU" sz="2800" dirty="0"/>
              </a:p>
            </p:txBody>
          </p:sp>
        </mc:Choice>
        <mc:Fallback xmlns="">
          <p:sp>
            <p:nvSpPr>
              <p:cNvPr id="12" name="Rectangle 11">
                <a:extLst>
                  <a:ext uri="{FF2B5EF4-FFF2-40B4-BE49-F238E27FC236}">
                    <a16:creationId xmlns:a16="http://schemas.microsoft.com/office/drawing/2014/main" id="{BA912226-B81D-10F4-1818-D95BAA7597D5}"/>
                  </a:ext>
                </a:extLst>
              </p:cNvPr>
              <p:cNvSpPr>
                <a:spLocks noRot="1" noChangeAspect="1" noMove="1" noResize="1" noEditPoints="1" noAdjustHandles="1" noChangeArrowheads="1" noChangeShapeType="1" noTextEdit="1"/>
              </p:cNvSpPr>
              <p:nvPr/>
            </p:nvSpPr>
            <p:spPr>
              <a:xfrm>
                <a:off x="7309728" y="5505218"/>
                <a:ext cx="3174243" cy="55579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621871C-33D0-8B45-8280-941A7042ECA0}"/>
                  </a:ext>
                </a:extLst>
              </p:cNvPr>
              <p:cNvSpPr/>
              <p:nvPr/>
            </p:nvSpPr>
            <p:spPr>
              <a:xfrm>
                <a:off x="1364589" y="5537346"/>
                <a:ext cx="3606689" cy="555793"/>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v</m:t>
                        </m:r>
                      </m:e>
                      <m:sub>
                        <m:r>
                          <m:rPr>
                            <m:sty m:val="p"/>
                          </m:rPr>
                          <a:rPr lang="en-AU" sz="2800" b="0" i="0" smtClean="0">
                            <a:latin typeface="Cambria Math"/>
                            <a:ea typeface="Cambria Math"/>
                          </a:rPr>
                          <m:t>CE</m:t>
                        </m:r>
                      </m:sub>
                    </m:sSub>
                    <m:r>
                      <a:rPr lang="en-AU" sz="2800" b="0" i="0" smtClean="0">
                        <a:latin typeface="Cambria Math"/>
                        <a:ea typeface="Cambria Math"/>
                      </a:rPr>
                      <m:t>=</m:t>
                    </m:r>
                  </m:oMath>
                </a14:m>
                <a:r>
                  <a:rPr lang="en-AU" sz="2800" dirty="0">
                    <a:ea typeface="Cambria Math"/>
                  </a:rPr>
                  <a:t> </a:t>
                </a:r>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CEQ</m:t>
                        </m:r>
                      </m:sub>
                    </m:sSub>
                  </m:oMath>
                </a14:m>
                <a:endParaRPr lang="en-AU" sz="2800" dirty="0"/>
              </a:p>
            </p:txBody>
          </p:sp>
        </mc:Choice>
        <mc:Fallback xmlns="">
          <p:sp>
            <p:nvSpPr>
              <p:cNvPr id="13" name="Rectangle 12">
                <a:extLst>
                  <a:ext uri="{FF2B5EF4-FFF2-40B4-BE49-F238E27FC236}">
                    <a16:creationId xmlns:a16="http://schemas.microsoft.com/office/drawing/2014/main" id="{7621871C-33D0-8B45-8280-941A7042ECA0}"/>
                  </a:ext>
                </a:extLst>
              </p:cNvPr>
              <p:cNvSpPr>
                <a:spLocks noRot="1" noChangeAspect="1" noMove="1" noResize="1" noEditPoints="1" noAdjustHandles="1" noChangeArrowheads="1" noChangeShapeType="1" noTextEdit="1"/>
              </p:cNvSpPr>
              <p:nvPr/>
            </p:nvSpPr>
            <p:spPr>
              <a:xfrm>
                <a:off x="1364589" y="5537346"/>
                <a:ext cx="3606689" cy="55579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10"/>
              <a:stretch>
                <a:fillRect/>
              </a:stretch>
            </p:blipFill>
            <p:spPr>
              <a:xfrm>
                <a:off x="-81072" y="1266552"/>
                <a:ext cx="208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B2B8BDF2-71D7-9119-69B5-1260EFBFFFA2}"/>
                  </a:ext>
                </a:extLst>
              </p14:cNvPr>
              <p14:cNvContentPartPr/>
              <p14:nvPr/>
            </p14:nvContentPartPr>
            <p14:xfrm>
              <a:off x="3762648" y="4658688"/>
              <a:ext cx="33120" cy="1080"/>
            </p14:xfrm>
          </p:contentPart>
        </mc:Choice>
        <mc:Fallback xmlns="">
          <p:pic>
            <p:nvPicPr>
              <p:cNvPr id="15" name="Ink 14">
                <a:extLst>
                  <a:ext uri="{FF2B5EF4-FFF2-40B4-BE49-F238E27FC236}">
                    <a16:creationId xmlns:a16="http://schemas.microsoft.com/office/drawing/2014/main" id="{B2B8BDF2-71D7-9119-69B5-1260EFBFFFA2}"/>
                  </a:ext>
                </a:extLst>
              </p:cNvPr>
              <p:cNvPicPr/>
              <p:nvPr/>
            </p:nvPicPr>
            <p:blipFill>
              <a:blip r:embed="rId12"/>
              <a:stretch>
                <a:fillRect/>
              </a:stretch>
            </p:blipFill>
            <p:spPr>
              <a:xfrm>
                <a:off x="3753745" y="4649688"/>
                <a:ext cx="5057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16E2E5AC-2399-58CE-CBAB-471DEA9A660F}"/>
                  </a:ext>
                </a:extLst>
              </p14:cNvPr>
              <p14:cNvContentPartPr/>
              <p14:nvPr/>
            </p14:nvContentPartPr>
            <p14:xfrm>
              <a:off x="2345616" y="3457944"/>
              <a:ext cx="74880" cy="105120"/>
            </p14:xfrm>
          </p:contentPart>
        </mc:Choice>
        <mc:Fallback xmlns="">
          <p:pic>
            <p:nvPicPr>
              <p:cNvPr id="16" name="Ink 15">
                <a:extLst>
                  <a:ext uri="{FF2B5EF4-FFF2-40B4-BE49-F238E27FC236}">
                    <a16:creationId xmlns:a16="http://schemas.microsoft.com/office/drawing/2014/main" id="{16E2E5AC-2399-58CE-CBAB-471DEA9A660F}"/>
                  </a:ext>
                </a:extLst>
              </p:cNvPr>
              <p:cNvPicPr/>
              <p:nvPr/>
            </p:nvPicPr>
            <p:blipFill>
              <a:blip r:embed="rId14"/>
              <a:stretch>
                <a:fillRect/>
              </a:stretch>
            </p:blipFill>
            <p:spPr>
              <a:xfrm>
                <a:off x="2336616" y="3448913"/>
                <a:ext cx="92520" cy="122821"/>
              </a:xfrm>
              <a:prstGeom prst="rect">
                <a:avLst/>
              </a:prstGeom>
            </p:spPr>
          </p:pic>
        </mc:Fallback>
      </mc:AlternateContent>
      <p:grpSp>
        <p:nvGrpSpPr>
          <p:cNvPr id="21" name="Group 20">
            <a:extLst>
              <a:ext uri="{FF2B5EF4-FFF2-40B4-BE49-F238E27FC236}">
                <a16:creationId xmlns:a16="http://schemas.microsoft.com/office/drawing/2014/main" id="{43A2BACB-3FDC-7FA9-F8E6-6C419D6B4202}"/>
              </a:ext>
            </a:extLst>
          </p:cNvPr>
          <p:cNvGrpSpPr/>
          <p:nvPr/>
        </p:nvGrpSpPr>
        <p:grpSpPr>
          <a:xfrm>
            <a:off x="2695176" y="4123008"/>
            <a:ext cx="126000" cy="131040"/>
            <a:chOff x="2905488" y="3346848"/>
            <a:chExt cx="126000" cy="131040"/>
          </a:xfrm>
        </p:grpSpPr>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D2B4A44E-B2AB-7DCC-A596-232C30517BDD}"/>
                    </a:ext>
                  </a:extLst>
                </p14:cNvPr>
                <p14:cNvContentPartPr/>
                <p14:nvPr/>
              </p14:nvContentPartPr>
              <p14:xfrm>
                <a:off x="2905488" y="3346848"/>
                <a:ext cx="109080" cy="123120"/>
              </p14:xfrm>
            </p:contentPart>
          </mc:Choice>
          <mc:Fallback xmlns="">
            <p:pic>
              <p:nvPicPr>
                <p:cNvPr id="17" name="Ink 16">
                  <a:extLst>
                    <a:ext uri="{FF2B5EF4-FFF2-40B4-BE49-F238E27FC236}">
                      <a16:creationId xmlns:a16="http://schemas.microsoft.com/office/drawing/2014/main" id="{D2B4A44E-B2AB-7DCC-A596-232C30517BDD}"/>
                    </a:ext>
                  </a:extLst>
                </p:cNvPr>
                <p:cNvPicPr/>
                <p:nvPr/>
              </p:nvPicPr>
              <p:blipFill>
                <a:blip r:embed="rId16"/>
                <a:stretch>
                  <a:fillRect/>
                </a:stretch>
              </p:blipFill>
              <p:spPr>
                <a:xfrm>
                  <a:off x="2896518" y="3337848"/>
                  <a:ext cx="126662"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6E7DD0E9-1AF1-496A-57EC-E436122D07CB}"/>
                    </a:ext>
                  </a:extLst>
                </p14:cNvPr>
                <p14:cNvContentPartPr/>
                <p14:nvPr/>
              </p14:nvContentPartPr>
              <p14:xfrm>
                <a:off x="2940768" y="3423528"/>
                <a:ext cx="90720" cy="54360"/>
              </p14:xfrm>
            </p:contentPart>
          </mc:Choice>
          <mc:Fallback xmlns="">
            <p:pic>
              <p:nvPicPr>
                <p:cNvPr id="18" name="Ink 17">
                  <a:extLst>
                    <a:ext uri="{FF2B5EF4-FFF2-40B4-BE49-F238E27FC236}">
                      <a16:creationId xmlns:a16="http://schemas.microsoft.com/office/drawing/2014/main" id="{6E7DD0E9-1AF1-496A-57EC-E436122D07CB}"/>
                    </a:ext>
                  </a:extLst>
                </p:cNvPr>
                <p:cNvPicPr/>
                <p:nvPr/>
              </p:nvPicPr>
              <p:blipFill>
                <a:blip r:embed="rId18"/>
                <a:stretch>
                  <a:fillRect/>
                </a:stretch>
              </p:blipFill>
              <p:spPr>
                <a:xfrm>
                  <a:off x="2931732" y="3414587"/>
                  <a:ext cx="108430" cy="71884"/>
                </a:xfrm>
                <a:prstGeom prst="rect">
                  <a:avLst/>
                </a:prstGeom>
              </p:spPr>
            </p:pic>
          </mc:Fallback>
        </mc:AlternateContent>
      </p:grpSp>
      <p:grpSp>
        <p:nvGrpSpPr>
          <p:cNvPr id="27" name="Group 26">
            <a:extLst>
              <a:ext uri="{FF2B5EF4-FFF2-40B4-BE49-F238E27FC236}">
                <a16:creationId xmlns:a16="http://schemas.microsoft.com/office/drawing/2014/main" id="{788EC532-C102-5470-0B39-CA04B833F2DC}"/>
              </a:ext>
            </a:extLst>
          </p:cNvPr>
          <p:cNvGrpSpPr/>
          <p:nvPr/>
        </p:nvGrpSpPr>
        <p:grpSpPr>
          <a:xfrm>
            <a:off x="1193184" y="3568248"/>
            <a:ext cx="73080" cy="52200"/>
            <a:chOff x="1156608" y="2653848"/>
            <a:chExt cx="73080" cy="52200"/>
          </a:xfrm>
        </p:grpSpPr>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C06E0DE4-1B35-6F6F-CE3F-12A57BFA02ED}"/>
                    </a:ext>
                  </a:extLst>
                </p14:cNvPr>
                <p14:cNvContentPartPr/>
                <p14:nvPr/>
              </p14:nvContentPartPr>
              <p14:xfrm>
                <a:off x="1156608" y="2653848"/>
                <a:ext cx="66240" cy="6480"/>
              </p14:xfrm>
            </p:contentPart>
          </mc:Choice>
          <mc:Fallback xmlns="">
            <p:pic>
              <p:nvPicPr>
                <p:cNvPr id="23" name="Ink 22">
                  <a:extLst>
                    <a:ext uri="{FF2B5EF4-FFF2-40B4-BE49-F238E27FC236}">
                      <a16:creationId xmlns:a16="http://schemas.microsoft.com/office/drawing/2014/main" id="{C06E0DE4-1B35-6F6F-CE3F-12A57BFA02ED}"/>
                    </a:ext>
                  </a:extLst>
                </p:cNvPr>
                <p:cNvPicPr/>
                <p:nvPr/>
              </p:nvPicPr>
              <p:blipFill>
                <a:blip r:embed="rId20"/>
                <a:stretch>
                  <a:fillRect/>
                </a:stretch>
              </p:blipFill>
              <p:spPr>
                <a:xfrm>
                  <a:off x="1147608" y="2644848"/>
                  <a:ext cx="838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Ink 23">
                  <a:extLst>
                    <a:ext uri="{FF2B5EF4-FFF2-40B4-BE49-F238E27FC236}">
                      <a16:creationId xmlns:a16="http://schemas.microsoft.com/office/drawing/2014/main" id="{19D4E0CF-F460-DDDC-4F90-4B85251A0788}"/>
                    </a:ext>
                  </a:extLst>
                </p14:cNvPr>
                <p14:cNvContentPartPr/>
                <p14:nvPr/>
              </p14:nvContentPartPr>
              <p14:xfrm>
                <a:off x="1174968" y="2698848"/>
                <a:ext cx="54720" cy="7200"/>
              </p14:xfrm>
            </p:contentPart>
          </mc:Choice>
          <mc:Fallback xmlns="">
            <p:pic>
              <p:nvPicPr>
                <p:cNvPr id="24" name="Ink 23">
                  <a:extLst>
                    <a:ext uri="{FF2B5EF4-FFF2-40B4-BE49-F238E27FC236}">
                      <a16:creationId xmlns:a16="http://schemas.microsoft.com/office/drawing/2014/main" id="{19D4E0CF-F460-DDDC-4F90-4B85251A0788}"/>
                    </a:ext>
                  </a:extLst>
                </p:cNvPr>
                <p:cNvPicPr/>
                <p:nvPr/>
              </p:nvPicPr>
              <p:blipFill>
                <a:blip r:embed="rId22"/>
                <a:stretch>
                  <a:fillRect/>
                </a:stretch>
              </p:blipFill>
              <p:spPr>
                <a:xfrm>
                  <a:off x="1165968" y="2689848"/>
                  <a:ext cx="72360" cy="2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26" name="Ink 25">
                <a:extLst>
                  <a:ext uri="{FF2B5EF4-FFF2-40B4-BE49-F238E27FC236}">
                    <a16:creationId xmlns:a16="http://schemas.microsoft.com/office/drawing/2014/main" id="{56F0AC08-63ED-33EE-8661-F750E7634785}"/>
                  </a:ext>
                </a:extLst>
              </p14:cNvPr>
              <p14:cNvContentPartPr/>
              <p14:nvPr/>
            </p14:nvContentPartPr>
            <p14:xfrm>
              <a:off x="1513944" y="3520728"/>
              <a:ext cx="70200" cy="44280"/>
            </p14:xfrm>
          </p:contentPart>
        </mc:Choice>
        <mc:Fallback xmlns="">
          <p:pic>
            <p:nvPicPr>
              <p:cNvPr id="26" name="Ink 25">
                <a:extLst>
                  <a:ext uri="{FF2B5EF4-FFF2-40B4-BE49-F238E27FC236}">
                    <a16:creationId xmlns:a16="http://schemas.microsoft.com/office/drawing/2014/main" id="{56F0AC08-63ED-33EE-8661-F750E7634785}"/>
                  </a:ext>
                </a:extLst>
              </p:cNvPr>
              <p:cNvPicPr/>
              <p:nvPr/>
            </p:nvPicPr>
            <p:blipFill>
              <a:blip r:embed="rId24"/>
              <a:stretch>
                <a:fillRect/>
              </a:stretch>
            </p:blipFill>
            <p:spPr>
              <a:xfrm>
                <a:off x="1504944" y="3511728"/>
                <a:ext cx="87840" cy="61920"/>
              </a:xfrm>
              <a:prstGeom prst="rect">
                <a:avLst/>
              </a:prstGeom>
            </p:spPr>
          </p:pic>
        </mc:Fallback>
      </mc:AlternateContent>
      <p:grpSp>
        <p:nvGrpSpPr>
          <p:cNvPr id="35" name="Group 34">
            <a:extLst>
              <a:ext uri="{FF2B5EF4-FFF2-40B4-BE49-F238E27FC236}">
                <a16:creationId xmlns:a16="http://schemas.microsoft.com/office/drawing/2014/main" id="{A117A709-A15A-F5D7-CD18-1F8E631F1C54}"/>
              </a:ext>
            </a:extLst>
          </p:cNvPr>
          <p:cNvGrpSpPr/>
          <p:nvPr/>
        </p:nvGrpSpPr>
        <p:grpSpPr>
          <a:xfrm>
            <a:off x="467784" y="3530448"/>
            <a:ext cx="590400" cy="354600"/>
            <a:chOff x="431208" y="2616048"/>
            <a:chExt cx="590400" cy="354600"/>
          </a:xfrm>
        </p:grpSpPr>
        <mc:AlternateContent xmlns:mc="http://schemas.openxmlformats.org/markup-compatibility/2006" xmlns:p14="http://schemas.microsoft.com/office/powerpoint/2010/main">
          <mc:Choice Requires="p14">
            <p:contentPart p14:bwMode="auto" r:id="rId25">
              <p14:nvContentPartPr>
                <p14:cNvPr id="29" name="Ink 28">
                  <a:extLst>
                    <a:ext uri="{FF2B5EF4-FFF2-40B4-BE49-F238E27FC236}">
                      <a16:creationId xmlns:a16="http://schemas.microsoft.com/office/drawing/2014/main" id="{5BF047CD-F348-89F5-5A40-F8A523DA68A7}"/>
                    </a:ext>
                  </a:extLst>
                </p14:cNvPr>
                <p14:cNvContentPartPr/>
                <p14:nvPr/>
              </p14:nvContentPartPr>
              <p14:xfrm>
                <a:off x="510408" y="2626848"/>
                <a:ext cx="126360" cy="234000"/>
              </p14:xfrm>
            </p:contentPart>
          </mc:Choice>
          <mc:Fallback xmlns="">
            <p:pic>
              <p:nvPicPr>
                <p:cNvPr id="29" name="Ink 28">
                  <a:extLst>
                    <a:ext uri="{FF2B5EF4-FFF2-40B4-BE49-F238E27FC236}">
                      <a16:creationId xmlns:a16="http://schemas.microsoft.com/office/drawing/2014/main" id="{5BF047CD-F348-89F5-5A40-F8A523DA68A7}"/>
                    </a:ext>
                  </a:extLst>
                </p:cNvPr>
                <p:cNvPicPr/>
                <p:nvPr/>
              </p:nvPicPr>
              <p:blipFill>
                <a:blip r:embed="rId26"/>
                <a:stretch>
                  <a:fillRect/>
                </a:stretch>
              </p:blipFill>
              <p:spPr>
                <a:xfrm>
                  <a:off x="501408" y="2617848"/>
                  <a:ext cx="1440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0" name="Ink 29">
                  <a:extLst>
                    <a:ext uri="{FF2B5EF4-FFF2-40B4-BE49-F238E27FC236}">
                      <a16:creationId xmlns:a16="http://schemas.microsoft.com/office/drawing/2014/main" id="{BE66EE32-B6F6-BD94-B2B7-354F63D454E3}"/>
                    </a:ext>
                  </a:extLst>
                </p14:cNvPr>
                <p14:cNvContentPartPr/>
                <p14:nvPr/>
              </p14:nvContentPartPr>
              <p14:xfrm>
                <a:off x="431208" y="2616048"/>
                <a:ext cx="174600" cy="34200"/>
              </p14:xfrm>
            </p:contentPart>
          </mc:Choice>
          <mc:Fallback xmlns="">
            <p:pic>
              <p:nvPicPr>
                <p:cNvPr id="30" name="Ink 29">
                  <a:extLst>
                    <a:ext uri="{FF2B5EF4-FFF2-40B4-BE49-F238E27FC236}">
                      <a16:creationId xmlns:a16="http://schemas.microsoft.com/office/drawing/2014/main" id="{BE66EE32-B6F6-BD94-B2B7-354F63D454E3}"/>
                    </a:ext>
                  </a:extLst>
                </p:cNvPr>
                <p:cNvPicPr/>
                <p:nvPr/>
              </p:nvPicPr>
              <p:blipFill>
                <a:blip r:embed="rId28"/>
                <a:stretch>
                  <a:fillRect/>
                </a:stretch>
              </p:blipFill>
              <p:spPr>
                <a:xfrm>
                  <a:off x="422208" y="2607048"/>
                  <a:ext cx="1922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1" name="Ink 30">
                  <a:extLst>
                    <a:ext uri="{FF2B5EF4-FFF2-40B4-BE49-F238E27FC236}">
                      <a16:creationId xmlns:a16="http://schemas.microsoft.com/office/drawing/2014/main" id="{C847ED37-72B1-5336-4052-7CF8870F18BF}"/>
                    </a:ext>
                  </a:extLst>
                </p14:cNvPr>
                <p14:cNvContentPartPr/>
                <p14:nvPr/>
              </p14:nvContentPartPr>
              <p14:xfrm>
                <a:off x="660168" y="2776248"/>
                <a:ext cx="169560" cy="194400"/>
              </p14:xfrm>
            </p:contentPart>
          </mc:Choice>
          <mc:Fallback xmlns="">
            <p:pic>
              <p:nvPicPr>
                <p:cNvPr id="31" name="Ink 30">
                  <a:extLst>
                    <a:ext uri="{FF2B5EF4-FFF2-40B4-BE49-F238E27FC236}">
                      <a16:creationId xmlns:a16="http://schemas.microsoft.com/office/drawing/2014/main" id="{C847ED37-72B1-5336-4052-7CF8870F18BF}"/>
                    </a:ext>
                  </a:extLst>
                </p:cNvPr>
                <p:cNvPicPr/>
                <p:nvPr/>
              </p:nvPicPr>
              <p:blipFill>
                <a:blip r:embed="rId30"/>
                <a:stretch>
                  <a:fillRect/>
                </a:stretch>
              </p:blipFill>
              <p:spPr>
                <a:xfrm>
                  <a:off x="651168" y="2767248"/>
                  <a:ext cx="1872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075C284-B451-3F2D-C276-E756A48F2E34}"/>
                    </a:ext>
                  </a:extLst>
                </p14:cNvPr>
                <p14:cNvContentPartPr/>
                <p14:nvPr/>
              </p14:nvContentPartPr>
              <p14:xfrm>
                <a:off x="845568" y="2739528"/>
                <a:ext cx="106920" cy="199440"/>
              </p14:xfrm>
            </p:contentPart>
          </mc:Choice>
          <mc:Fallback xmlns="">
            <p:pic>
              <p:nvPicPr>
                <p:cNvPr id="33" name="Ink 32">
                  <a:extLst>
                    <a:ext uri="{FF2B5EF4-FFF2-40B4-BE49-F238E27FC236}">
                      <a16:creationId xmlns:a16="http://schemas.microsoft.com/office/drawing/2014/main" id="{D075C284-B451-3F2D-C276-E756A48F2E34}"/>
                    </a:ext>
                  </a:extLst>
                </p:cNvPr>
                <p:cNvPicPr/>
                <p:nvPr/>
              </p:nvPicPr>
              <p:blipFill>
                <a:blip r:embed="rId32"/>
                <a:stretch>
                  <a:fillRect/>
                </a:stretch>
              </p:blipFill>
              <p:spPr>
                <a:xfrm>
                  <a:off x="836568" y="2730528"/>
                  <a:ext cx="12456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4" name="Ink 33">
                  <a:extLst>
                    <a:ext uri="{FF2B5EF4-FFF2-40B4-BE49-F238E27FC236}">
                      <a16:creationId xmlns:a16="http://schemas.microsoft.com/office/drawing/2014/main" id="{ECB54BE0-18D8-9BDB-8F8F-8CFEEDE5DFEA}"/>
                    </a:ext>
                  </a:extLst>
                </p14:cNvPr>
                <p14:cNvContentPartPr/>
                <p14:nvPr/>
              </p14:nvContentPartPr>
              <p14:xfrm>
                <a:off x="873288" y="2851128"/>
                <a:ext cx="148320" cy="56880"/>
              </p14:xfrm>
            </p:contentPart>
          </mc:Choice>
          <mc:Fallback xmlns="">
            <p:pic>
              <p:nvPicPr>
                <p:cNvPr id="34" name="Ink 33">
                  <a:extLst>
                    <a:ext uri="{FF2B5EF4-FFF2-40B4-BE49-F238E27FC236}">
                      <a16:creationId xmlns:a16="http://schemas.microsoft.com/office/drawing/2014/main" id="{ECB54BE0-18D8-9BDB-8F8F-8CFEEDE5DFEA}"/>
                    </a:ext>
                  </a:extLst>
                </p:cNvPr>
                <p:cNvPicPr/>
                <p:nvPr/>
              </p:nvPicPr>
              <p:blipFill>
                <a:blip r:embed="rId34"/>
                <a:stretch>
                  <a:fillRect/>
                </a:stretch>
              </p:blipFill>
              <p:spPr>
                <a:xfrm>
                  <a:off x="864310" y="2842128"/>
                  <a:ext cx="165917" cy="74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
            <p14:nvContentPartPr>
              <p14:cNvPr id="44" name="Ink 43">
                <a:extLst>
                  <a:ext uri="{FF2B5EF4-FFF2-40B4-BE49-F238E27FC236}">
                    <a16:creationId xmlns:a16="http://schemas.microsoft.com/office/drawing/2014/main" id="{F676FBB3-A74E-8FDA-9D7E-937C0AD84D19}"/>
                  </a:ext>
                </a:extLst>
              </p14:cNvPr>
              <p14:cNvContentPartPr/>
              <p14:nvPr/>
            </p14:nvContentPartPr>
            <p14:xfrm>
              <a:off x="8494128" y="2842128"/>
              <a:ext cx="11880" cy="26640"/>
            </p14:xfrm>
          </p:contentPart>
        </mc:Choice>
        <mc:Fallback xmlns="">
          <p:pic>
            <p:nvPicPr>
              <p:cNvPr id="44" name="Ink 43">
                <a:extLst>
                  <a:ext uri="{FF2B5EF4-FFF2-40B4-BE49-F238E27FC236}">
                    <a16:creationId xmlns:a16="http://schemas.microsoft.com/office/drawing/2014/main" id="{F676FBB3-A74E-8FDA-9D7E-937C0AD84D19}"/>
                  </a:ext>
                </a:extLst>
              </p:cNvPr>
              <p:cNvPicPr/>
              <p:nvPr/>
            </p:nvPicPr>
            <p:blipFill>
              <a:blip r:embed="rId36"/>
              <a:stretch>
                <a:fillRect/>
              </a:stretch>
            </p:blipFill>
            <p:spPr>
              <a:xfrm>
                <a:off x="8485128" y="2833128"/>
                <a:ext cx="295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5" name="Ink 44">
                <a:extLst>
                  <a:ext uri="{FF2B5EF4-FFF2-40B4-BE49-F238E27FC236}">
                    <a16:creationId xmlns:a16="http://schemas.microsoft.com/office/drawing/2014/main" id="{0EBF1460-3E70-323B-2774-9095D067041A}"/>
                  </a:ext>
                </a:extLst>
              </p14:cNvPr>
              <p14:cNvContentPartPr/>
              <p14:nvPr/>
            </p14:nvContentPartPr>
            <p14:xfrm>
              <a:off x="8472888" y="3061368"/>
              <a:ext cx="8280" cy="198360"/>
            </p14:xfrm>
          </p:contentPart>
        </mc:Choice>
        <mc:Fallback xmlns="">
          <p:pic>
            <p:nvPicPr>
              <p:cNvPr id="45" name="Ink 44">
                <a:extLst>
                  <a:ext uri="{FF2B5EF4-FFF2-40B4-BE49-F238E27FC236}">
                    <a16:creationId xmlns:a16="http://schemas.microsoft.com/office/drawing/2014/main" id="{0EBF1460-3E70-323B-2774-9095D067041A}"/>
                  </a:ext>
                </a:extLst>
              </p:cNvPr>
              <p:cNvPicPr/>
              <p:nvPr/>
            </p:nvPicPr>
            <p:blipFill>
              <a:blip r:embed="rId38"/>
              <a:stretch>
                <a:fillRect/>
              </a:stretch>
            </p:blipFill>
            <p:spPr>
              <a:xfrm>
                <a:off x="8463888" y="3052368"/>
                <a:ext cx="25920" cy="216000"/>
              </a:xfrm>
              <a:prstGeom prst="rect">
                <a:avLst/>
              </a:prstGeom>
            </p:spPr>
          </p:pic>
        </mc:Fallback>
      </mc:AlternateContent>
      <p:grpSp>
        <p:nvGrpSpPr>
          <p:cNvPr id="49" name="Group 48">
            <a:extLst>
              <a:ext uri="{FF2B5EF4-FFF2-40B4-BE49-F238E27FC236}">
                <a16:creationId xmlns:a16="http://schemas.microsoft.com/office/drawing/2014/main" id="{255757ED-C077-9ECE-9158-E2B7FB4EA096}"/>
              </a:ext>
            </a:extLst>
          </p:cNvPr>
          <p:cNvGrpSpPr/>
          <p:nvPr/>
        </p:nvGrpSpPr>
        <p:grpSpPr>
          <a:xfrm>
            <a:off x="8999928" y="3849768"/>
            <a:ext cx="185040" cy="120240"/>
            <a:chOff x="8954208" y="3529728"/>
            <a:chExt cx="185040" cy="120240"/>
          </a:xfrm>
        </p:grpSpPr>
        <mc:AlternateContent xmlns:mc="http://schemas.openxmlformats.org/markup-compatibility/2006" xmlns:p14="http://schemas.microsoft.com/office/powerpoint/2010/main">
          <mc:Choice Requires="p14">
            <p:contentPart p14:bwMode="auto" r:id="rId39">
              <p14:nvContentPartPr>
                <p14:cNvPr id="47" name="Ink 46">
                  <a:extLst>
                    <a:ext uri="{FF2B5EF4-FFF2-40B4-BE49-F238E27FC236}">
                      <a16:creationId xmlns:a16="http://schemas.microsoft.com/office/drawing/2014/main" id="{5E50F421-BCE5-D7B1-D26C-7D661B820381}"/>
                    </a:ext>
                  </a:extLst>
                </p14:cNvPr>
                <p14:cNvContentPartPr/>
                <p14:nvPr/>
              </p14:nvContentPartPr>
              <p14:xfrm>
                <a:off x="8954208" y="3529728"/>
                <a:ext cx="90000" cy="104760"/>
              </p14:xfrm>
            </p:contentPart>
          </mc:Choice>
          <mc:Fallback xmlns="">
            <p:pic>
              <p:nvPicPr>
                <p:cNvPr id="47" name="Ink 46">
                  <a:extLst>
                    <a:ext uri="{FF2B5EF4-FFF2-40B4-BE49-F238E27FC236}">
                      <a16:creationId xmlns:a16="http://schemas.microsoft.com/office/drawing/2014/main" id="{5E50F421-BCE5-D7B1-D26C-7D661B820381}"/>
                    </a:ext>
                  </a:extLst>
                </p:cNvPr>
                <p:cNvPicPr/>
                <p:nvPr/>
              </p:nvPicPr>
              <p:blipFill>
                <a:blip r:embed="rId40"/>
                <a:stretch>
                  <a:fillRect/>
                </a:stretch>
              </p:blipFill>
              <p:spPr>
                <a:xfrm>
                  <a:off x="8945208" y="3520759"/>
                  <a:ext cx="107640" cy="1223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8" name="Ink 47">
                  <a:extLst>
                    <a:ext uri="{FF2B5EF4-FFF2-40B4-BE49-F238E27FC236}">
                      <a16:creationId xmlns:a16="http://schemas.microsoft.com/office/drawing/2014/main" id="{94F7D7DA-CF27-3C26-3693-A2CB54AF17F8}"/>
                    </a:ext>
                  </a:extLst>
                </p14:cNvPr>
                <p14:cNvContentPartPr/>
                <p14:nvPr/>
              </p14:nvContentPartPr>
              <p14:xfrm>
                <a:off x="9010368" y="3600288"/>
                <a:ext cx="128880" cy="49680"/>
              </p14:xfrm>
            </p:contentPart>
          </mc:Choice>
          <mc:Fallback xmlns="">
            <p:pic>
              <p:nvPicPr>
                <p:cNvPr id="48" name="Ink 47">
                  <a:extLst>
                    <a:ext uri="{FF2B5EF4-FFF2-40B4-BE49-F238E27FC236}">
                      <a16:creationId xmlns:a16="http://schemas.microsoft.com/office/drawing/2014/main" id="{94F7D7DA-CF27-3C26-3693-A2CB54AF17F8}"/>
                    </a:ext>
                  </a:extLst>
                </p:cNvPr>
                <p:cNvPicPr/>
                <p:nvPr/>
              </p:nvPicPr>
              <p:blipFill>
                <a:blip r:embed="rId42"/>
                <a:stretch>
                  <a:fillRect/>
                </a:stretch>
              </p:blipFill>
              <p:spPr>
                <a:xfrm>
                  <a:off x="9001368" y="3591353"/>
                  <a:ext cx="146520" cy="67193"/>
                </a:xfrm>
                <a:prstGeom prst="rect">
                  <a:avLst/>
                </a:prstGeom>
              </p:spPr>
            </p:pic>
          </mc:Fallback>
        </mc:AlternateContent>
      </p:grpSp>
      <p:grpSp>
        <p:nvGrpSpPr>
          <p:cNvPr id="53" name="Group 52">
            <a:extLst>
              <a:ext uri="{FF2B5EF4-FFF2-40B4-BE49-F238E27FC236}">
                <a16:creationId xmlns:a16="http://schemas.microsoft.com/office/drawing/2014/main" id="{8C468B4B-FAF1-8C5B-E040-E9A690A4294D}"/>
              </a:ext>
            </a:extLst>
          </p:cNvPr>
          <p:cNvGrpSpPr/>
          <p:nvPr/>
        </p:nvGrpSpPr>
        <p:grpSpPr>
          <a:xfrm>
            <a:off x="7434648" y="2970288"/>
            <a:ext cx="779760" cy="130320"/>
            <a:chOff x="7297488" y="2604528"/>
            <a:chExt cx="779760" cy="130320"/>
          </a:xfrm>
        </p:grpSpPr>
        <mc:AlternateContent xmlns:mc="http://schemas.openxmlformats.org/markup-compatibility/2006" xmlns:p14="http://schemas.microsoft.com/office/powerpoint/2010/main">
          <mc:Choice Requires="p14">
            <p:contentPart p14:bwMode="auto" r:id="rId43">
              <p14:nvContentPartPr>
                <p14:cNvPr id="36" name="Ink 35">
                  <a:extLst>
                    <a:ext uri="{FF2B5EF4-FFF2-40B4-BE49-F238E27FC236}">
                      <a16:creationId xmlns:a16="http://schemas.microsoft.com/office/drawing/2014/main" id="{019D8EAB-5333-F937-C1B0-9CAF1C2F2F28}"/>
                    </a:ext>
                  </a:extLst>
                </p14:cNvPr>
                <p14:cNvContentPartPr/>
                <p14:nvPr/>
              </p14:nvContentPartPr>
              <p14:xfrm>
                <a:off x="7324488" y="2604528"/>
                <a:ext cx="77760" cy="9360"/>
              </p14:xfrm>
            </p:contentPart>
          </mc:Choice>
          <mc:Fallback xmlns="">
            <p:pic>
              <p:nvPicPr>
                <p:cNvPr id="36" name="Ink 35">
                  <a:extLst>
                    <a:ext uri="{FF2B5EF4-FFF2-40B4-BE49-F238E27FC236}">
                      <a16:creationId xmlns:a16="http://schemas.microsoft.com/office/drawing/2014/main" id="{019D8EAB-5333-F937-C1B0-9CAF1C2F2F28}"/>
                    </a:ext>
                  </a:extLst>
                </p:cNvPr>
                <p:cNvPicPr/>
                <p:nvPr/>
              </p:nvPicPr>
              <p:blipFill>
                <a:blip r:embed="rId44"/>
                <a:stretch>
                  <a:fillRect/>
                </a:stretch>
              </p:blipFill>
              <p:spPr>
                <a:xfrm>
                  <a:off x="7315488" y="2595168"/>
                  <a:ext cx="95400" cy="27706"/>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7" name="Ink 36">
                  <a:extLst>
                    <a:ext uri="{FF2B5EF4-FFF2-40B4-BE49-F238E27FC236}">
                      <a16:creationId xmlns:a16="http://schemas.microsoft.com/office/drawing/2014/main" id="{12397999-25C9-C8EA-6A8F-16CB5B940BAA}"/>
                    </a:ext>
                  </a:extLst>
                </p14:cNvPr>
                <p14:cNvContentPartPr/>
                <p14:nvPr/>
              </p14:nvContentPartPr>
              <p14:xfrm>
                <a:off x="7538328" y="2609208"/>
                <a:ext cx="114840" cy="6480"/>
              </p14:xfrm>
            </p:contentPart>
          </mc:Choice>
          <mc:Fallback xmlns="">
            <p:pic>
              <p:nvPicPr>
                <p:cNvPr id="37" name="Ink 36">
                  <a:extLst>
                    <a:ext uri="{FF2B5EF4-FFF2-40B4-BE49-F238E27FC236}">
                      <a16:creationId xmlns:a16="http://schemas.microsoft.com/office/drawing/2014/main" id="{12397999-25C9-C8EA-6A8F-16CB5B940BAA}"/>
                    </a:ext>
                  </a:extLst>
                </p:cNvPr>
                <p:cNvPicPr/>
                <p:nvPr/>
              </p:nvPicPr>
              <p:blipFill>
                <a:blip r:embed="rId46"/>
                <a:stretch>
                  <a:fillRect/>
                </a:stretch>
              </p:blipFill>
              <p:spPr>
                <a:xfrm>
                  <a:off x="7529328" y="2599679"/>
                  <a:ext cx="132480" cy="25158"/>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8" name="Ink 37">
                  <a:extLst>
                    <a:ext uri="{FF2B5EF4-FFF2-40B4-BE49-F238E27FC236}">
                      <a16:creationId xmlns:a16="http://schemas.microsoft.com/office/drawing/2014/main" id="{78EC2A42-8B36-8740-9D14-8E457F6E9534}"/>
                    </a:ext>
                  </a:extLst>
                </p14:cNvPr>
                <p14:cNvContentPartPr/>
                <p14:nvPr/>
              </p14:nvContentPartPr>
              <p14:xfrm>
                <a:off x="7751088" y="2614248"/>
                <a:ext cx="100800" cy="3960"/>
              </p14:xfrm>
            </p:contentPart>
          </mc:Choice>
          <mc:Fallback xmlns="">
            <p:pic>
              <p:nvPicPr>
                <p:cNvPr id="38" name="Ink 37">
                  <a:extLst>
                    <a:ext uri="{FF2B5EF4-FFF2-40B4-BE49-F238E27FC236}">
                      <a16:creationId xmlns:a16="http://schemas.microsoft.com/office/drawing/2014/main" id="{78EC2A42-8B36-8740-9D14-8E457F6E9534}"/>
                    </a:ext>
                  </a:extLst>
                </p:cNvPr>
                <p:cNvPicPr/>
                <p:nvPr/>
              </p:nvPicPr>
              <p:blipFill>
                <a:blip r:embed="rId48"/>
                <a:stretch>
                  <a:fillRect/>
                </a:stretch>
              </p:blipFill>
              <p:spPr>
                <a:xfrm>
                  <a:off x="7742120" y="2605248"/>
                  <a:ext cx="118377"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9" name="Ink 38">
                  <a:extLst>
                    <a:ext uri="{FF2B5EF4-FFF2-40B4-BE49-F238E27FC236}">
                      <a16:creationId xmlns:a16="http://schemas.microsoft.com/office/drawing/2014/main" id="{185AF013-EBD2-5AA9-9DED-3ECCED176001}"/>
                    </a:ext>
                  </a:extLst>
                </p14:cNvPr>
                <p14:cNvContentPartPr/>
                <p14:nvPr/>
              </p14:nvContentPartPr>
              <p14:xfrm>
                <a:off x="7950528" y="2631168"/>
                <a:ext cx="126720" cy="5400"/>
              </p14:xfrm>
            </p:contentPart>
          </mc:Choice>
          <mc:Fallback xmlns="">
            <p:pic>
              <p:nvPicPr>
                <p:cNvPr id="39" name="Ink 38">
                  <a:extLst>
                    <a:ext uri="{FF2B5EF4-FFF2-40B4-BE49-F238E27FC236}">
                      <a16:creationId xmlns:a16="http://schemas.microsoft.com/office/drawing/2014/main" id="{185AF013-EBD2-5AA9-9DED-3ECCED176001}"/>
                    </a:ext>
                  </a:extLst>
                </p:cNvPr>
                <p:cNvPicPr/>
                <p:nvPr/>
              </p:nvPicPr>
              <p:blipFill>
                <a:blip r:embed="rId50"/>
                <a:stretch>
                  <a:fillRect/>
                </a:stretch>
              </p:blipFill>
              <p:spPr>
                <a:xfrm>
                  <a:off x="7941528" y="2622168"/>
                  <a:ext cx="1443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0" name="Ink 49">
                  <a:extLst>
                    <a:ext uri="{FF2B5EF4-FFF2-40B4-BE49-F238E27FC236}">
                      <a16:creationId xmlns:a16="http://schemas.microsoft.com/office/drawing/2014/main" id="{F2F7F0E1-8BDD-FAD3-9708-97511B64C32E}"/>
                    </a:ext>
                  </a:extLst>
                </p14:cNvPr>
                <p14:cNvContentPartPr/>
                <p14:nvPr/>
              </p14:nvContentPartPr>
              <p14:xfrm>
                <a:off x="7329888" y="2642688"/>
                <a:ext cx="360" cy="360"/>
              </p14:xfrm>
            </p:contentPart>
          </mc:Choice>
          <mc:Fallback xmlns="">
            <p:pic>
              <p:nvPicPr>
                <p:cNvPr id="50" name="Ink 49">
                  <a:extLst>
                    <a:ext uri="{FF2B5EF4-FFF2-40B4-BE49-F238E27FC236}">
                      <a16:creationId xmlns:a16="http://schemas.microsoft.com/office/drawing/2014/main" id="{F2F7F0E1-8BDD-FAD3-9708-97511B64C32E}"/>
                    </a:ext>
                  </a:extLst>
                </p:cNvPr>
                <p:cNvPicPr/>
                <p:nvPr/>
              </p:nvPicPr>
              <p:blipFill>
                <a:blip r:embed="rId52"/>
                <a:stretch>
                  <a:fillRect/>
                </a:stretch>
              </p:blipFill>
              <p:spPr>
                <a:xfrm>
                  <a:off x="7320888" y="263368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1" name="Ink 50">
                  <a:extLst>
                    <a:ext uri="{FF2B5EF4-FFF2-40B4-BE49-F238E27FC236}">
                      <a16:creationId xmlns:a16="http://schemas.microsoft.com/office/drawing/2014/main" id="{DBAED179-E8CE-D70C-B421-9EE10B4BD321}"/>
                    </a:ext>
                  </a:extLst>
                </p14:cNvPr>
                <p14:cNvContentPartPr/>
                <p14:nvPr/>
              </p14:nvContentPartPr>
              <p14:xfrm>
                <a:off x="7297488" y="2611008"/>
                <a:ext cx="96120" cy="120240"/>
              </p14:xfrm>
            </p:contentPart>
          </mc:Choice>
          <mc:Fallback xmlns="">
            <p:pic>
              <p:nvPicPr>
                <p:cNvPr id="51" name="Ink 50">
                  <a:extLst>
                    <a:ext uri="{FF2B5EF4-FFF2-40B4-BE49-F238E27FC236}">
                      <a16:creationId xmlns:a16="http://schemas.microsoft.com/office/drawing/2014/main" id="{DBAED179-E8CE-D70C-B421-9EE10B4BD321}"/>
                    </a:ext>
                  </a:extLst>
                </p:cNvPr>
                <p:cNvPicPr/>
                <p:nvPr/>
              </p:nvPicPr>
              <p:blipFill>
                <a:blip r:embed="rId54"/>
                <a:stretch>
                  <a:fillRect/>
                </a:stretch>
              </p:blipFill>
              <p:spPr>
                <a:xfrm>
                  <a:off x="7288488" y="2601981"/>
                  <a:ext cx="113760" cy="137933"/>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2" name="Ink 51">
                  <a:extLst>
                    <a:ext uri="{FF2B5EF4-FFF2-40B4-BE49-F238E27FC236}">
                      <a16:creationId xmlns:a16="http://schemas.microsoft.com/office/drawing/2014/main" id="{3710290E-0015-E304-6D98-98A185045182}"/>
                    </a:ext>
                  </a:extLst>
                </p14:cNvPr>
                <p14:cNvContentPartPr/>
                <p14:nvPr/>
              </p14:nvContentPartPr>
              <p14:xfrm>
                <a:off x="7356168" y="2668608"/>
                <a:ext cx="103320" cy="66240"/>
              </p14:xfrm>
            </p:contentPart>
          </mc:Choice>
          <mc:Fallback xmlns="">
            <p:pic>
              <p:nvPicPr>
                <p:cNvPr id="52" name="Ink 51">
                  <a:extLst>
                    <a:ext uri="{FF2B5EF4-FFF2-40B4-BE49-F238E27FC236}">
                      <a16:creationId xmlns:a16="http://schemas.microsoft.com/office/drawing/2014/main" id="{3710290E-0015-E304-6D98-98A185045182}"/>
                    </a:ext>
                  </a:extLst>
                </p:cNvPr>
                <p:cNvPicPr/>
                <p:nvPr/>
              </p:nvPicPr>
              <p:blipFill>
                <a:blip r:embed="rId56"/>
                <a:stretch>
                  <a:fillRect/>
                </a:stretch>
              </p:blipFill>
              <p:spPr>
                <a:xfrm>
                  <a:off x="7347168" y="2659608"/>
                  <a:ext cx="120960" cy="83880"/>
                </a:xfrm>
                <a:prstGeom prst="rect">
                  <a:avLst/>
                </a:prstGeom>
              </p:spPr>
            </p:pic>
          </mc:Fallback>
        </mc:AlternateContent>
      </p:grpSp>
      <p:grpSp>
        <p:nvGrpSpPr>
          <p:cNvPr id="56" name="Group 55">
            <a:extLst>
              <a:ext uri="{FF2B5EF4-FFF2-40B4-BE49-F238E27FC236}">
                <a16:creationId xmlns:a16="http://schemas.microsoft.com/office/drawing/2014/main" id="{0D01F8AD-8F82-C3C9-5A22-BEE0758EF528}"/>
              </a:ext>
            </a:extLst>
          </p:cNvPr>
          <p:cNvGrpSpPr/>
          <p:nvPr/>
        </p:nvGrpSpPr>
        <p:grpSpPr>
          <a:xfrm>
            <a:off x="3002544" y="4519080"/>
            <a:ext cx="238680" cy="103320"/>
            <a:chOff x="3240288" y="3851568"/>
            <a:chExt cx="238680" cy="103320"/>
          </a:xfrm>
        </p:grpSpPr>
        <mc:AlternateContent xmlns:mc="http://schemas.openxmlformats.org/markup-compatibility/2006" xmlns:p14="http://schemas.microsoft.com/office/powerpoint/2010/main">
          <mc:Choice Requires="p14">
            <p:contentPart p14:bwMode="auto" r:id="rId57">
              <p14:nvContentPartPr>
                <p14:cNvPr id="54" name="Ink 53">
                  <a:extLst>
                    <a:ext uri="{FF2B5EF4-FFF2-40B4-BE49-F238E27FC236}">
                      <a16:creationId xmlns:a16="http://schemas.microsoft.com/office/drawing/2014/main" id="{D0436530-0250-E0FE-4E74-1DB43BDC1613}"/>
                    </a:ext>
                  </a:extLst>
                </p14:cNvPr>
                <p14:cNvContentPartPr/>
                <p14:nvPr/>
              </p14:nvContentPartPr>
              <p14:xfrm>
                <a:off x="3240288" y="3851568"/>
                <a:ext cx="108360" cy="103320"/>
              </p14:xfrm>
            </p:contentPart>
          </mc:Choice>
          <mc:Fallback xmlns="">
            <p:pic>
              <p:nvPicPr>
                <p:cNvPr id="54" name="Ink 53">
                  <a:extLst>
                    <a:ext uri="{FF2B5EF4-FFF2-40B4-BE49-F238E27FC236}">
                      <a16:creationId xmlns:a16="http://schemas.microsoft.com/office/drawing/2014/main" id="{D0436530-0250-E0FE-4E74-1DB43BDC1613}"/>
                    </a:ext>
                  </a:extLst>
                </p:cNvPr>
                <p:cNvPicPr/>
                <p:nvPr/>
              </p:nvPicPr>
              <p:blipFill>
                <a:blip r:embed="rId58"/>
                <a:stretch>
                  <a:fillRect/>
                </a:stretch>
              </p:blipFill>
              <p:spPr>
                <a:xfrm>
                  <a:off x="3231288" y="3842568"/>
                  <a:ext cx="1260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5" name="Ink 54">
                  <a:extLst>
                    <a:ext uri="{FF2B5EF4-FFF2-40B4-BE49-F238E27FC236}">
                      <a16:creationId xmlns:a16="http://schemas.microsoft.com/office/drawing/2014/main" id="{7F5BD687-43A7-4691-1A53-B2E7C048AB72}"/>
                    </a:ext>
                  </a:extLst>
                </p14:cNvPr>
                <p14:cNvContentPartPr/>
                <p14:nvPr/>
              </p14:nvContentPartPr>
              <p14:xfrm>
                <a:off x="3349008" y="3865968"/>
                <a:ext cx="129960" cy="61560"/>
              </p14:xfrm>
            </p:contentPart>
          </mc:Choice>
          <mc:Fallback xmlns="">
            <p:pic>
              <p:nvPicPr>
                <p:cNvPr id="55" name="Ink 54">
                  <a:extLst>
                    <a:ext uri="{FF2B5EF4-FFF2-40B4-BE49-F238E27FC236}">
                      <a16:creationId xmlns:a16="http://schemas.microsoft.com/office/drawing/2014/main" id="{7F5BD687-43A7-4691-1A53-B2E7C048AB72}"/>
                    </a:ext>
                  </a:extLst>
                </p:cNvPr>
                <p:cNvPicPr/>
                <p:nvPr/>
              </p:nvPicPr>
              <p:blipFill>
                <a:blip r:embed="rId60"/>
                <a:stretch>
                  <a:fillRect/>
                </a:stretch>
              </p:blipFill>
              <p:spPr>
                <a:xfrm>
                  <a:off x="3340008" y="3856915"/>
                  <a:ext cx="147600" cy="79304"/>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1">
            <p14:nvContentPartPr>
              <p14:cNvPr id="58" name="Ink 57">
                <a:extLst>
                  <a:ext uri="{FF2B5EF4-FFF2-40B4-BE49-F238E27FC236}">
                    <a16:creationId xmlns:a16="http://schemas.microsoft.com/office/drawing/2014/main" id="{432CF5DA-75E7-19C2-739F-A85427E1D7D8}"/>
                  </a:ext>
                </a:extLst>
              </p14:cNvPr>
              <p14:cNvContentPartPr/>
              <p14:nvPr/>
            </p14:nvContentPartPr>
            <p14:xfrm>
              <a:off x="4637808" y="2045448"/>
              <a:ext cx="5400" cy="19080"/>
            </p14:xfrm>
          </p:contentPart>
        </mc:Choice>
        <mc:Fallback xmlns="">
          <p:pic>
            <p:nvPicPr>
              <p:cNvPr id="58" name="Ink 57">
                <a:extLst>
                  <a:ext uri="{FF2B5EF4-FFF2-40B4-BE49-F238E27FC236}">
                    <a16:creationId xmlns:a16="http://schemas.microsoft.com/office/drawing/2014/main" id="{432CF5DA-75E7-19C2-739F-A85427E1D7D8}"/>
                  </a:ext>
                </a:extLst>
              </p:cNvPr>
              <p:cNvPicPr/>
              <p:nvPr/>
            </p:nvPicPr>
            <p:blipFill>
              <a:blip r:embed="rId62"/>
              <a:stretch>
                <a:fillRect/>
              </a:stretch>
            </p:blipFill>
            <p:spPr>
              <a:xfrm>
                <a:off x="4628165" y="2036615"/>
                <a:ext cx="24300" cy="36393"/>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 name="Ink 2">
                <a:extLst>
                  <a:ext uri="{FF2B5EF4-FFF2-40B4-BE49-F238E27FC236}">
                    <a16:creationId xmlns:a16="http://schemas.microsoft.com/office/drawing/2014/main" id="{39B3A01E-E947-4C17-7A27-558F29661DCA}"/>
                  </a:ext>
                </a:extLst>
              </p14:cNvPr>
              <p14:cNvContentPartPr/>
              <p14:nvPr/>
            </p14:nvContentPartPr>
            <p14:xfrm>
              <a:off x="453240" y="1971720"/>
              <a:ext cx="9548640" cy="3845520"/>
            </p14:xfrm>
          </p:contentPart>
        </mc:Choice>
        <mc:Fallback xmlns="">
          <p:pic>
            <p:nvPicPr>
              <p:cNvPr id="3" name="Ink 2">
                <a:extLst>
                  <a:ext uri="{FF2B5EF4-FFF2-40B4-BE49-F238E27FC236}">
                    <a16:creationId xmlns:a16="http://schemas.microsoft.com/office/drawing/2014/main" id="{39B3A01E-E947-4C17-7A27-558F29661DCA}"/>
                  </a:ext>
                </a:extLst>
              </p:cNvPr>
              <p:cNvPicPr/>
              <p:nvPr/>
            </p:nvPicPr>
            <p:blipFill>
              <a:blip r:embed="rId64"/>
              <a:stretch>
                <a:fillRect/>
              </a:stretch>
            </p:blipFill>
            <p:spPr>
              <a:xfrm>
                <a:off x="443880" y="1962360"/>
                <a:ext cx="9567360" cy="3864240"/>
              </a:xfrm>
              <a:prstGeom prst="rect">
                <a:avLst/>
              </a:prstGeom>
            </p:spPr>
          </p:pic>
        </mc:Fallback>
      </mc:AlternateContent>
    </p:spTree>
    <p:extLst>
      <p:ext uri="{BB962C8B-B14F-4D97-AF65-F5344CB8AC3E}">
        <p14:creationId xmlns:p14="http://schemas.microsoft.com/office/powerpoint/2010/main" val="261333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8" name="Ink 57">
                <a:extLst>
                  <a:ext uri="{FF2B5EF4-FFF2-40B4-BE49-F238E27FC236}">
                    <a16:creationId xmlns:a16="http://schemas.microsoft.com/office/drawing/2014/main" id="{432CF5DA-75E7-19C2-739F-A85427E1D7D8}"/>
                  </a:ext>
                </a:extLst>
              </p14:cNvPr>
              <p14:cNvContentPartPr/>
              <p14:nvPr/>
            </p14:nvContentPartPr>
            <p14:xfrm>
              <a:off x="4637808" y="2045448"/>
              <a:ext cx="5400" cy="19080"/>
            </p14:xfrm>
          </p:contentPart>
        </mc:Choice>
        <mc:Fallback xmlns="">
          <p:pic>
            <p:nvPicPr>
              <p:cNvPr id="58" name="Ink 57">
                <a:extLst>
                  <a:ext uri="{FF2B5EF4-FFF2-40B4-BE49-F238E27FC236}">
                    <a16:creationId xmlns:a16="http://schemas.microsoft.com/office/drawing/2014/main" id="{432CF5DA-75E7-19C2-739F-A85427E1D7D8}"/>
                  </a:ext>
                </a:extLst>
              </p:cNvPr>
              <p:cNvPicPr/>
              <p:nvPr/>
            </p:nvPicPr>
            <p:blipFill>
              <a:blip r:embed="rId6"/>
              <a:stretch>
                <a:fillRect/>
              </a:stretch>
            </p:blipFill>
            <p:spPr>
              <a:xfrm>
                <a:off x="4628165" y="2036615"/>
                <a:ext cx="24300" cy="3639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0D0E82F5-09B2-10E8-B3AB-655F31A388F0}"/>
                  </a:ext>
                </a:extLst>
              </p14:cNvPr>
              <p14:cNvContentPartPr/>
              <p14:nvPr/>
            </p14:nvContentPartPr>
            <p14:xfrm>
              <a:off x="1975320" y="955440"/>
              <a:ext cx="518400" cy="2749320"/>
            </p14:xfrm>
          </p:contentPart>
        </mc:Choice>
        <mc:Fallback xmlns="">
          <p:pic>
            <p:nvPicPr>
              <p:cNvPr id="21" name="Ink 20">
                <a:extLst>
                  <a:ext uri="{FF2B5EF4-FFF2-40B4-BE49-F238E27FC236}">
                    <a16:creationId xmlns:a16="http://schemas.microsoft.com/office/drawing/2014/main" id="{0D0E82F5-09B2-10E8-B3AB-655F31A388F0}"/>
                  </a:ext>
                </a:extLst>
              </p:cNvPr>
              <p:cNvPicPr/>
              <p:nvPr/>
            </p:nvPicPr>
            <p:blipFill>
              <a:blip r:embed="rId8"/>
              <a:stretch>
                <a:fillRect/>
              </a:stretch>
            </p:blipFill>
            <p:spPr>
              <a:xfrm>
                <a:off x="1959480" y="892080"/>
                <a:ext cx="549720" cy="2876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F271F10A-C17F-E157-7072-AAB5C8CD7ED5}"/>
                  </a:ext>
                </a:extLst>
              </p14:cNvPr>
              <p14:cNvContentPartPr/>
              <p14:nvPr/>
            </p14:nvContentPartPr>
            <p14:xfrm>
              <a:off x="2095560" y="955440"/>
              <a:ext cx="862560" cy="2630880"/>
            </p14:xfrm>
          </p:contentPart>
        </mc:Choice>
        <mc:Fallback xmlns="">
          <p:pic>
            <p:nvPicPr>
              <p:cNvPr id="22" name="Ink 21">
                <a:extLst>
                  <a:ext uri="{FF2B5EF4-FFF2-40B4-BE49-F238E27FC236}">
                    <a16:creationId xmlns:a16="http://schemas.microsoft.com/office/drawing/2014/main" id="{F271F10A-C17F-E157-7072-AAB5C8CD7ED5}"/>
                  </a:ext>
                </a:extLst>
              </p:cNvPr>
              <p:cNvPicPr/>
              <p:nvPr/>
            </p:nvPicPr>
            <p:blipFill>
              <a:blip r:embed="rId10"/>
              <a:stretch>
                <a:fillRect/>
              </a:stretch>
            </p:blipFill>
            <p:spPr>
              <a:xfrm>
                <a:off x="2079720" y="892080"/>
                <a:ext cx="893880" cy="2757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3" name="Ink 22">
                <a:extLst>
                  <a:ext uri="{FF2B5EF4-FFF2-40B4-BE49-F238E27FC236}">
                    <a16:creationId xmlns:a16="http://schemas.microsoft.com/office/drawing/2014/main" id="{F1CCD046-01CA-B5F3-40DB-A53D9EE1E4C1}"/>
                  </a:ext>
                </a:extLst>
              </p14:cNvPr>
              <p14:cNvContentPartPr/>
              <p14:nvPr/>
            </p14:nvContentPartPr>
            <p14:xfrm>
              <a:off x="955800" y="3085920"/>
              <a:ext cx="191520" cy="692640"/>
            </p14:xfrm>
          </p:contentPart>
        </mc:Choice>
        <mc:Fallback xmlns="">
          <p:pic>
            <p:nvPicPr>
              <p:cNvPr id="23" name="Ink 22">
                <a:extLst>
                  <a:ext uri="{FF2B5EF4-FFF2-40B4-BE49-F238E27FC236}">
                    <a16:creationId xmlns:a16="http://schemas.microsoft.com/office/drawing/2014/main" id="{F1CCD046-01CA-B5F3-40DB-A53D9EE1E4C1}"/>
                  </a:ext>
                </a:extLst>
              </p:cNvPr>
              <p:cNvPicPr/>
              <p:nvPr/>
            </p:nvPicPr>
            <p:blipFill>
              <a:blip r:embed="rId12"/>
              <a:stretch>
                <a:fillRect/>
              </a:stretch>
            </p:blipFill>
            <p:spPr>
              <a:xfrm>
                <a:off x="939960" y="3022560"/>
                <a:ext cx="222840" cy="819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EEEB8FDD-E347-7459-7C6B-80B57A1A8482}"/>
                  </a:ext>
                </a:extLst>
              </p14:cNvPr>
              <p14:cNvContentPartPr/>
              <p14:nvPr/>
            </p14:nvContentPartPr>
            <p14:xfrm>
              <a:off x="826920" y="3787560"/>
              <a:ext cx="86040" cy="57960"/>
            </p14:xfrm>
          </p:contentPart>
        </mc:Choice>
        <mc:Fallback xmlns="">
          <p:pic>
            <p:nvPicPr>
              <p:cNvPr id="24" name="Ink 23">
                <a:extLst>
                  <a:ext uri="{FF2B5EF4-FFF2-40B4-BE49-F238E27FC236}">
                    <a16:creationId xmlns:a16="http://schemas.microsoft.com/office/drawing/2014/main" id="{EEEB8FDD-E347-7459-7C6B-80B57A1A8482}"/>
                  </a:ext>
                </a:extLst>
              </p:cNvPr>
              <p:cNvPicPr/>
              <p:nvPr/>
            </p:nvPicPr>
            <p:blipFill>
              <a:blip r:embed="rId14"/>
              <a:stretch>
                <a:fillRect/>
              </a:stretch>
            </p:blipFill>
            <p:spPr>
              <a:xfrm>
                <a:off x="811080" y="3724200"/>
                <a:ext cx="11736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5" name="Ink 24">
                <a:extLst>
                  <a:ext uri="{FF2B5EF4-FFF2-40B4-BE49-F238E27FC236}">
                    <a16:creationId xmlns:a16="http://schemas.microsoft.com/office/drawing/2014/main" id="{E8B50F26-ED8A-FE61-433A-5FF928F35CD2}"/>
                  </a:ext>
                </a:extLst>
              </p14:cNvPr>
              <p14:cNvContentPartPr/>
              <p14:nvPr/>
            </p14:nvContentPartPr>
            <p14:xfrm>
              <a:off x="927360" y="2365920"/>
              <a:ext cx="1092960" cy="1452240"/>
            </p14:xfrm>
          </p:contentPart>
        </mc:Choice>
        <mc:Fallback xmlns="">
          <p:pic>
            <p:nvPicPr>
              <p:cNvPr id="25" name="Ink 24">
                <a:extLst>
                  <a:ext uri="{FF2B5EF4-FFF2-40B4-BE49-F238E27FC236}">
                    <a16:creationId xmlns:a16="http://schemas.microsoft.com/office/drawing/2014/main" id="{E8B50F26-ED8A-FE61-433A-5FF928F35CD2}"/>
                  </a:ext>
                </a:extLst>
              </p:cNvPr>
              <p:cNvPicPr/>
              <p:nvPr/>
            </p:nvPicPr>
            <p:blipFill>
              <a:blip r:embed="rId16"/>
              <a:stretch>
                <a:fillRect/>
              </a:stretch>
            </p:blipFill>
            <p:spPr>
              <a:xfrm>
                <a:off x="911520" y="2302560"/>
                <a:ext cx="1124280" cy="1578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6" name="Ink 25">
                <a:extLst>
                  <a:ext uri="{FF2B5EF4-FFF2-40B4-BE49-F238E27FC236}">
                    <a16:creationId xmlns:a16="http://schemas.microsoft.com/office/drawing/2014/main" id="{F823E450-7A71-9F6E-191C-21869B1AC1AC}"/>
                  </a:ext>
                </a:extLst>
              </p14:cNvPr>
              <p14:cNvContentPartPr/>
              <p14:nvPr/>
            </p14:nvContentPartPr>
            <p14:xfrm>
              <a:off x="228600" y="552600"/>
              <a:ext cx="11607840" cy="5096880"/>
            </p14:xfrm>
          </p:contentPart>
        </mc:Choice>
        <mc:Fallback xmlns="">
          <p:pic>
            <p:nvPicPr>
              <p:cNvPr id="26" name="Ink 25">
                <a:extLst>
                  <a:ext uri="{FF2B5EF4-FFF2-40B4-BE49-F238E27FC236}">
                    <a16:creationId xmlns:a16="http://schemas.microsoft.com/office/drawing/2014/main" id="{F823E450-7A71-9F6E-191C-21869B1AC1AC}"/>
                  </a:ext>
                </a:extLst>
              </p:cNvPr>
              <p:cNvPicPr/>
              <p:nvPr/>
            </p:nvPicPr>
            <p:blipFill>
              <a:blip r:embed="rId18"/>
              <a:stretch>
                <a:fillRect/>
              </a:stretch>
            </p:blipFill>
            <p:spPr>
              <a:xfrm>
                <a:off x="219240" y="543240"/>
                <a:ext cx="11626560" cy="5115600"/>
              </a:xfrm>
              <a:prstGeom prst="rect">
                <a:avLst/>
              </a:prstGeom>
            </p:spPr>
          </p:pic>
        </mc:Fallback>
      </mc:AlternateContent>
    </p:spTree>
    <p:extLst>
      <p:ext uri="{BB962C8B-B14F-4D97-AF65-F5344CB8AC3E}">
        <p14:creationId xmlns:p14="http://schemas.microsoft.com/office/powerpoint/2010/main" val="3682957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4" y="590264"/>
                <a:ext cx="11867091" cy="5513168"/>
              </a:xfrm>
            </p:spPr>
            <p:txBody>
              <a:bodyPr>
                <a:normAutofit/>
              </a:bodyPr>
              <a:lstStyle/>
              <a:p>
                <a:pPr marL="469900" marR="673100" indent="-457200">
                  <a:buFont typeface="Wingdings" panose="05000000000000000000" pitchFamily="2" charset="2"/>
                  <a:buChar char="q"/>
                </a:pPr>
                <a:r>
                  <a:rPr lang="en-AU" dirty="0">
                    <a:latin typeface="Arial" panose="020B0604020202020204" pitchFamily="34" charset="0"/>
                    <a:cs typeface="Arial" panose="020B0604020202020204" pitchFamily="34" charset="0"/>
                  </a:rPr>
                  <a:t>The variations in the base and collector currents can be written in the following form:</a:t>
                </a:r>
              </a:p>
              <a:p>
                <a:pPr marL="469900" marR="673100" indent="-457200">
                  <a:buFont typeface="Wingdings" panose="05000000000000000000" pitchFamily="2" charset="2"/>
                  <a:buChar char="q"/>
                </a:pPr>
                <a:endParaRPr lang="en-AU" dirty="0">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dirty="0">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r>
                  <a:rPr lang="en-AU" dirty="0">
                    <a:latin typeface="Arial" panose="020B0604020202020204" pitchFamily="34" charset="0"/>
                    <a:cs typeface="Arial" panose="020B0604020202020204" pitchFamily="34" charset="0"/>
                  </a:rPr>
                  <a:t>Now </a:t>
                </a:r>
                <a:r>
                  <a:rPr lang="en-AU" b="1" dirty="0">
                    <a:ea typeface="Cambria Math"/>
                  </a:rPr>
                  <a:t> </a:t>
                </a:r>
                <a14:m>
                  <m:oMath xmlns:m="http://schemas.openxmlformats.org/officeDocument/2006/math">
                    <m:sSub>
                      <m:sSubPr>
                        <m:ctrlPr>
                          <a:rPr lang="en-AU" i="1">
                            <a:latin typeface="Cambria Math" panose="02040503050406030204" pitchFamily="18" charset="0"/>
                            <a:ea typeface="Cambria Math"/>
                          </a:rPr>
                        </m:ctrlPr>
                      </m:sSubPr>
                      <m:e>
                        <m:r>
                          <m:rPr>
                            <m:sty m:val="p"/>
                          </m:rPr>
                          <a:rPr lang="en-AU" b="0" i="0">
                            <a:latin typeface="Cambria Math"/>
                            <a:ea typeface="Cambria Math"/>
                          </a:rPr>
                          <m:t>i</m:t>
                        </m:r>
                      </m:e>
                      <m:sub>
                        <m:r>
                          <m:rPr>
                            <m:sty m:val="p"/>
                          </m:rPr>
                          <a:rPr lang="en-AU" b="0" i="0">
                            <a:latin typeface="Cambria Math"/>
                            <a:ea typeface="Cambria Math"/>
                          </a:rPr>
                          <m:t>b</m:t>
                        </m:r>
                      </m:sub>
                    </m:sSub>
                  </m:oMath>
                </a14:m>
                <a:r>
                  <a:rPr lang="en-AU" dirty="0">
                    <a:latin typeface="Arial" panose="020B0604020202020204" pitchFamily="34" charset="0"/>
                    <a:cs typeface="Arial" panose="020B0604020202020204" pitchFamily="34" charset="0"/>
                  </a:rPr>
                  <a:t> and  </a:t>
                </a:r>
                <a14:m>
                  <m:oMath xmlns:m="http://schemas.openxmlformats.org/officeDocument/2006/math">
                    <m:sSub>
                      <m:sSubPr>
                        <m:ctrlPr>
                          <a:rPr lang="en-AU" i="1">
                            <a:latin typeface="Cambria Math" panose="02040503050406030204" pitchFamily="18" charset="0"/>
                            <a:ea typeface="Cambria Math"/>
                          </a:rPr>
                        </m:ctrlPr>
                      </m:sSubPr>
                      <m:e>
                        <m:r>
                          <m:rPr>
                            <m:sty m:val="p"/>
                          </m:rPr>
                          <a:rPr lang="en-AU" b="0" i="0">
                            <a:latin typeface="Cambria Math"/>
                            <a:ea typeface="Cambria Math"/>
                          </a:rPr>
                          <m:t>i</m:t>
                        </m:r>
                      </m:e>
                      <m:sub>
                        <m:r>
                          <m:rPr>
                            <m:sty m:val="p"/>
                          </m:rPr>
                          <a:rPr lang="en-AU" b="0" i="0">
                            <a:latin typeface="Cambria Math"/>
                            <a:ea typeface="Cambria Math"/>
                          </a:rPr>
                          <m:t>c</m:t>
                        </m:r>
                      </m:sub>
                    </m:sSub>
                    <m:r>
                      <a:rPr lang="en-AU" b="1" i="1">
                        <a:latin typeface="Cambria Math" panose="02040503050406030204" pitchFamily="18" charset="0"/>
                        <a:ea typeface="Cambria Math"/>
                      </a:rPr>
                      <m:t> </m:t>
                    </m:r>
                  </m:oMath>
                </a14:m>
                <a:r>
                  <a:rPr lang="en-AU" dirty="0">
                    <a:latin typeface="Arial" panose="020B0604020202020204" pitchFamily="34" charset="0"/>
                    <a:cs typeface="Arial" panose="020B0604020202020204" pitchFamily="34" charset="0"/>
                  </a:rPr>
                  <a:t>  are  functions  of  two  variables (</a:t>
                </a:r>
                <a14:m>
                  <m:oMath xmlns:m="http://schemas.openxmlformats.org/officeDocument/2006/math">
                    <m:sSub>
                      <m:sSubPr>
                        <m:ctrlPr>
                          <a:rPr lang="en-AU" i="1" dirty="0">
                            <a:latin typeface="Cambria Math" panose="02040503050406030204" pitchFamily="18" charset="0"/>
                            <a:ea typeface="Cambria Math"/>
                          </a:rPr>
                        </m:ctrlPr>
                      </m:sSubPr>
                      <m:e>
                        <m:r>
                          <m:rPr>
                            <m:sty m:val="p"/>
                          </m:rPr>
                          <a:rPr lang="en-AU" b="0" i="0" dirty="0">
                            <a:latin typeface="Cambria Math"/>
                            <a:ea typeface="Cambria Math"/>
                          </a:rPr>
                          <m:t>v</m:t>
                        </m:r>
                      </m:e>
                      <m:sub>
                        <m:r>
                          <m:rPr>
                            <m:sty m:val="p"/>
                          </m:rPr>
                          <a:rPr lang="en-AU" b="0" i="0" dirty="0">
                            <a:latin typeface="Cambria Math"/>
                            <a:ea typeface="Cambria Math"/>
                          </a:rPr>
                          <m:t>be</m:t>
                        </m:r>
                      </m:sub>
                    </m:sSub>
                  </m:oMath>
                </a14:m>
                <a:r>
                  <a:rPr lang="en-AU" dirty="0">
                    <a:latin typeface="Arial" panose="020B0604020202020204" pitchFamily="34" charset="0"/>
                    <a:cs typeface="Arial" panose="020B0604020202020204" pitchFamily="34" charset="0"/>
                  </a:rPr>
                  <a:t> and </a:t>
                </a:r>
                <a14:m>
                  <m:oMath xmlns:m="http://schemas.openxmlformats.org/officeDocument/2006/math">
                    <m:sSub>
                      <m:sSubPr>
                        <m:ctrlPr>
                          <a:rPr lang="en-AU" i="1" dirty="0">
                            <a:latin typeface="Cambria Math" panose="02040503050406030204" pitchFamily="18" charset="0"/>
                            <a:ea typeface="Cambria Math"/>
                          </a:rPr>
                        </m:ctrlPr>
                      </m:sSubPr>
                      <m:e>
                        <m:r>
                          <m:rPr>
                            <m:sty m:val="p"/>
                          </m:rPr>
                          <a:rPr lang="en-AU" b="0" i="0" dirty="0">
                            <a:latin typeface="Cambria Math"/>
                            <a:ea typeface="Cambria Math"/>
                          </a:rPr>
                          <m:t>v</m:t>
                        </m:r>
                      </m:e>
                      <m:sub>
                        <m:r>
                          <m:rPr>
                            <m:sty m:val="p"/>
                          </m:rPr>
                          <a:rPr lang="en-AU" b="0" i="0" dirty="0">
                            <a:latin typeface="Cambria Math"/>
                            <a:ea typeface="Cambria Math"/>
                          </a:rPr>
                          <m:t>ce</m:t>
                        </m:r>
                      </m:sub>
                    </m:sSub>
                  </m:oMath>
                </a14:m>
                <a:r>
                  <a:rPr lang="en-AU" dirty="0">
                    <a:latin typeface="Arial" panose="020B0604020202020204" pitchFamily="34" charset="0"/>
                    <a:cs typeface="Arial" panose="020B0604020202020204" pitchFamily="34" charset="0"/>
                  </a:rPr>
                  <a:t>), we  take  a  Taylor expansion of the function about the Q‐point and consider only the first‐order terms by assuming that the small signal inputs are small</a:t>
                </a:r>
              </a:p>
              <a:p>
                <a:pPr marL="469900" marR="673100" indent="-457200">
                  <a:buFont typeface="Wingdings" panose="05000000000000000000" pitchFamily="2" charset="2"/>
                  <a:buChar char="q"/>
                </a:pPr>
                <a:endParaRPr lang="en-AU" dirty="0">
                  <a:latin typeface="Arial"/>
                  <a:cs typeface="Arial"/>
                </a:endParaRPr>
              </a:p>
              <a:p>
                <a:pPr marL="927100" marR="673100" lvl="1" indent="-457200">
                  <a:buFont typeface="Wingdings" panose="05000000000000000000" pitchFamily="2" charset="2"/>
                  <a:buChar char="§"/>
                </a:pPr>
                <a:endParaRPr lang="en-AU" dirty="0">
                  <a:latin typeface="Arial"/>
                  <a:cs typeface="Arial"/>
                </a:endParaRPr>
              </a:p>
              <a:p>
                <a:pPr marL="927100" marR="673100" lvl="1" indent="-457200">
                  <a:buFont typeface="Wingdings" panose="05000000000000000000" pitchFamily="2" charset="2"/>
                  <a:buChar char="§"/>
                </a:pPr>
                <a:endParaRPr lang="en-AU" dirty="0">
                  <a:latin typeface="Arial"/>
                  <a:cs typeface="Arial"/>
                </a:endParaRPr>
              </a:p>
              <a:p>
                <a:pPr marL="927100" marR="673100" lvl="1" indent="-457200">
                  <a:buFont typeface="Wingdings" panose="05000000000000000000" pitchFamily="2" charset="2"/>
                  <a:buChar char="§"/>
                </a:pPr>
                <a:endParaRPr lang="en-AU" dirty="0">
                  <a:latin typeface="Arial"/>
                  <a:cs typeface="Arial"/>
                </a:endParaRPr>
              </a:p>
              <a:p>
                <a:pPr marL="927100" marR="673100" lvl="1" indent="-457200">
                  <a:buFont typeface="Wingdings" panose="05000000000000000000" pitchFamily="2" charset="2"/>
                  <a:buChar char="§"/>
                </a:pPr>
                <a:endParaRPr lang="en-AU" dirty="0">
                  <a:latin typeface="Arial"/>
                  <a:cs typeface="Arial"/>
                </a:endParaRPr>
              </a:p>
              <a:p>
                <a:pPr marL="927100" marR="673100" lvl="1" indent="-457200">
                  <a:buFont typeface="Wingdings" panose="05000000000000000000" pitchFamily="2" charset="2"/>
                  <a:buChar char="§"/>
                </a:pPr>
                <a:endParaRPr lang="en-AU" dirty="0">
                  <a:latin typeface="Arial"/>
                  <a:cs typeface="Arial"/>
                </a:endParaRPr>
              </a:p>
              <a:p>
                <a:pPr marL="927100" marR="673100" lvl="1" indent="-457200">
                  <a:buFont typeface="Wingdings" panose="05000000000000000000" pitchFamily="2" charset="2"/>
                  <a:buChar char="§"/>
                </a:pPr>
                <a:endParaRPr lang="en-AU" dirty="0">
                  <a:latin typeface="Arial"/>
                  <a:cs typeface="Arial"/>
                </a:endParaRPr>
              </a:p>
              <a:p>
                <a:pPr marL="927100" marR="673100" lvl="1" indent="-457200">
                  <a:buFont typeface="Wingdings" panose="05000000000000000000" pitchFamily="2" charset="2"/>
                  <a:buChar char="§"/>
                </a:pPr>
                <a:endParaRPr lang="en-AU" dirty="0">
                  <a:latin typeface="Arial"/>
                  <a:cs typeface="Arial"/>
                </a:endParaRPr>
              </a:p>
              <a:p>
                <a:pPr marL="927100" marR="673100" lvl="1" indent="-457200">
                  <a:buFont typeface="Wingdings" panose="05000000000000000000" pitchFamily="2" charset="2"/>
                  <a:buChar char="§"/>
                </a:pPr>
                <a:endParaRPr lang="en-AU" dirty="0">
                  <a:latin typeface="Arial"/>
                  <a:cs typeface="Arial"/>
                </a:endParaRPr>
              </a:p>
              <a:p>
                <a:pPr marL="469900" marR="673100" indent="-457200">
                  <a:buFont typeface="Wingdings" panose="05000000000000000000" pitchFamily="2" charset="2"/>
                  <a:buChar char="q"/>
                </a:pPr>
                <a:endParaRPr lang="en-AU" dirty="0">
                  <a:latin typeface="Arial"/>
                  <a:cs typeface="Arial"/>
                </a:endParaRPr>
              </a:p>
              <a:p>
                <a:pPr marL="927100" marR="673100" lvl="2" indent="0">
                  <a:buNone/>
                </a:pPr>
                <a:endParaRPr lang="en-AU" dirty="0">
                  <a:latin typeface="Arial"/>
                  <a:cs typeface="Arial"/>
                </a:endParaRPr>
              </a:p>
              <a:p>
                <a:pPr marL="469900" marR="673100" indent="-457200">
                  <a:buFont typeface="Wingdings" panose="05000000000000000000" pitchFamily="2" charset="2"/>
                  <a:buChar char="q"/>
                </a:pPr>
                <a:endParaRPr lang="en-AU" dirty="0">
                  <a:latin typeface="Arial"/>
                  <a:cs typeface="Arial"/>
                </a:endParaRPr>
              </a:p>
              <a:p>
                <a:pPr marL="12700" marR="673100" indent="0">
                  <a:buNone/>
                </a:pPr>
                <a:endParaRPr lang="en-AU" dirty="0">
                  <a:latin typeface="Arial"/>
                  <a:cs typeface="Arial"/>
                </a:endParaRPr>
              </a:p>
              <a:p>
                <a:pPr marL="469900" marR="673100" indent="-457200">
                  <a:buFont typeface="Wingdings" panose="05000000000000000000" pitchFamily="2" charset="2"/>
                  <a:buChar char="q"/>
                </a:pPr>
                <a:endParaRPr lang="en-AU" dirty="0">
                  <a:latin typeface="Arial"/>
                  <a:cs typeface="Arial"/>
                </a:endParaRPr>
              </a:p>
            </p:txBody>
          </p:sp>
        </mc:Choice>
        <mc:Fallback xmlns="">
          <p:sp>
            <p:nvSpPr>
              <p:cNvPr id="19" name="Content Placeholder 2">
                <a:extLst>
                  <a:ext uri="{FF2B5EF4-FFF2-40B4-BE49-F238E27FC236}">
                    <a16:creationId xmlns:a16="http://schemas.microsoft.com/office/drawing/2014/main" id="{BEC021D9-EDA7-3A58-CB97-32F406713A00}"/>
                  </a:ext>
                </a:extLst>
              </p:cNvPr>
              <p:cNvSpPr>
                <a:spLocks noGrp="1" noRot="1" noChangeAspect="1" noMove="1" noResize="1" noEditPoints="1" noAdjustHandles="1" noChangeArrowheads="1" noChangeShapeType="1" noTextEdit="1"/>
              </p:cNvSpPr>
              <p:nvPr>
                <p:ph idx="1"/>
              </p:nvPr>
            </p:nvSpPr>
            <p:spPr>
              <a:xfrm>
                <a:off x="162454" y="590264"/>
                <a:ext cx="11867091" cy="5513168"/>
              </a:xfrm>
              <a:blipFill>
                <a:blip r:embed="rId3"/>
                <a:stretch>
                  <a:fillRect l="-822" t="-199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5"/>
              <a:stretch>
                <a:fillRect/>
              </a:stretch>
            </p:blipFill>
            <p:spPr>
              <a:xfrm>
                <a:off x="-81072" y="1266552"/>
                <a:ext cx="20880" cy="26640"/>
              </a:xfrm>
              <a:prstGeom prst="rect">
                <a:avLst/>
              </a:prstGeom>
            </p:spPr>
          </p:pic>
        </mc:Fallback>
      </mc:AlternateContent>
      <p:grpSp>
        <p:nvGrpSpPr>
          <p:cNvPr id="27" name="Group 26">
            <a:extLst>
              <a:ext uri="{FF2B5EF4-FFF2-40B4-BE49-F238E27FC236}">
                <a16:creationId xmlns:a16="http://schemas.microsoft.com/office/drawing/2014/main" id="{788EC532-C102-5470-0B39-CA04B833F2DC}"/>
              </a:ext>
            </a:extLst>
          </p:cNvPr>
          <p:cNvGrpSpPr/>
          <p:nvPr/>
        </p:nvGrpSpPr>
        <p:grpSpPr>
          <a:xfrm>
            <a:off x="1156608" y="2653848"/>
            <a:ext cx="73080" cy="52200"/>
            <a:chOff x="1156608" y="2653848"/>
            <a:chExt cx="73080" cy="52200"/>
          </a:xfrm>
        </p:grpSpPr>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C06E0DE4-1B35-6F6F-CE3F-12A57BFA02ED}"/>
                    </a:ext>
                  </a:extLst>
                </p14:cNvPr>
                <p14:cNvContentPartPr/>
                <p14:nvPr/>
              </p14:nvContentPartPr>
              <p14:xfrm>
                <a:off x="1156608" y="2653848"/>
                <a:ext cx="66240" cy="6480"/>
              </p14:xfrm>
            </p:contentPart>
          </mc:Choice>
          <mc:Fallback xmlns="">
            <p:pic>
              <p:nvPicPr>
                <p:cNvPr id="23" name="Ink 22">
                  <a:extLst>
                    <a:ext uri="{FF2B5EF4-FFF2-40B4-BE49-F238E27FC236}">
                      <a16:creationId xmlns:a16="http://schemas.microsoft.com/office/drawing/2014/main" id="{C06E0DE4-1B35-6F6F-CE3F-12A57BFA02ED}"/>
                    </a:ext>
                  </a:extLst>
                </p:cNvPr>
                <p:cNvPicPr/>
                <p:nvPr/>
              </p:nvPicPr>
              <p:blipFill>
                <a:blip r:embed="rId7"/>
                <a:stretch>
                  <a:fillRect/>
                </a:stretch>
              </p:blipFill>
              <p:spPr>
                <a:xfrm>
                  <a:off x="1147608" y="2644848"/>
                  <a:ext cx="838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19D4E0CF-F460-DDDC-4F90-4B85251A0788}"/>
                    </a:ext>
                  </a:extLst>
                </p14:cNvPr>
                <p14:cNvContentPartPr/>
                <p14:nvPr/>
              </p14:nvContentPartPr>
              <p14:xfrm>
                <a:off x="1174968" y="2698848"/>
                <a:ext cx="54720" cy="7200"/>
              </p14:xfrm>
            </p:contentPart>
          </mc:Choice>
          <mc:Fallback xmlns="">
            <p:pic>
              <p:nvPicPr>
                <p:cNvPr id="24" name="Ink 23">
                  <a:extLst>
                    <a:ext uri="{FF2B5EF4-FFF2-40B4-BE49-F238E27FC236}">
                      <a16:creationId xmlns:a16="http://schemas.microsoft.com/office/drawing/2014/main" id="{19D4E0CF-F460-DDDC-4F90-4B85251A0788}"/>
                    </a:ext>
                  </a:extLst>
                </p:cNvPr>
                <p:cNvPicPr/>
                <p:nvPr/>
              </p:nvPicPr>
              <p:blipFill>
                <a:blip r:embed="rId9"/>
                <a:stretch>
                  <a:fillRect/>
                </a:stretch>
              </p:blipFill>
              <p:spPr>
                <a:xfrm>
                  <a:off x="1165968" y="2689848"/>
                  <a:ext cx="72360" cy="24840"/>
                </a:xfrm>
                <a:prstGeom prst="rect">
                  <a:avLst/>
                </a:prstGeom>
              </p:spPr>
            </p:pic>
          </mc:Fallback>
        </mc:AlternateContent>
      </p:grpSp>
      <p:grpSp>
        <p:nvGrpSpPr>
          <p:cNvPr id="46" name="Group 45">
            <a:extLst>
              <a:ext uri="{FF2B5EF4-FFF2-40B4-BE49-F238E27FC236}">
                <a16:creationId xmlns:a16="http://schemas.microsoft.com/office/drawing/2014/main" id="{7CF44ABD-D083-3992-F734-A1AD5023CDB9}"/>
              </a:ext>
            </a:extLst>
          </p:cNvPr>
          <p:cNvGrpSpPr/>
          <p:nvPr/>
        </p:nvGrpSpPr>
        <p:grpSpPr>
          <a:xfrm>
            <a:off x="8245368" y="2580048"/>
            <a:ext cx="230040" cy="70200"/>
            <a:chOff x="8245368" y="2580048"/>
            <a:chExt cx="230040" cy="70200"/>
          </a:xfrm>
        </p:grpSpPr>
        <mc:AlternateContent xmlns:mc="http://schemas.openxmlformats.org/markup-compatibility/2006" xmlns:p14="http://schemas.microsoft.com/office/powerpoint/2010/main">
          <mc:Choice Requires="p14">
            <p:contentPart p14:bwMode="auto" r:id="rId10">
              <p14:nvContentPartPr>
                <p14:cNvPr id="40" name="Ink 39">
                  <a:extLst>
                    <a:ext uri="{FF2B5EF4-FFF2-40B4-BE49-F238E27FC236}">
                      <a16:creationId xmlns:a16="http://schemas.microsoft.com/office/drawing/2014/main" id="{03CC4649-6E7A-C0A8-6F6B-094848D002E9}"/>
                    </a:ext>
                  </a:extLst>
                </p14:cNvPr>
                <p14:cNvContentPartPr/>
                <p14:nvPr/>
              </p14:nvContentPartPr>
              <p14:xfrm>
                <a:off x="8245368" y="2644128"/>
                <a:ext cx="124560" cy="6120"/>
              </p14:xfrm>
            </p:contentPart>
          </mc:Choice>
          <mc:Fallback xmlns="">
            <p:pic>
              <p:nvPicPr>
                <p:cNvPr id="40" name="Ink 39">
                  <a:extLst>
                    <a:ext uri="{FF2B5EF4-FFF2-40B4-BE49-F238E27FC236}">
                      <a16:creationId xmlns:a16="http://schemas.microsoft.com/office/drawing/2014/main" id="{03CC4649-6E7A-C0A8-6F6B-094848D002E9}"/>
                    </a:ext>
                  </a:extLst>
                </p:cNvPr>
                <p:cNvPicPr/>
                <p:nvPr/>
              </p:nvPicPr>
              <p:blipFill>
                <a:blip r:embed="rId11"/>
                <a:stretch>
                  <a:fillRect/>
                </a:stretch>
              </p:blipFill>
              <p:spPr>
                <a:xfrm>
                  <a:off x="8236368" y="2635128"/>
                  <a:ext cx="142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2" name="Ink 41">
                  <a:extLst>
                    <a:ext uri="{FF2B5EF4-FFF2-40B4-BE49-F238E27FC236}">
                      <a16:creationId xmlns:a16="http://schemas.microsoft.com/office/drawing/2014/main" id="{20658119-E540-630A-84B0-5CA22366AC23}"/>
                    </a:ext>
                  </a:extLst>
                </p14:cNvPr>
                <p14:cNvContentPartPr/>
                <p14:nvPr/>
              </p14:nvContentPartPr>
              <p14:xfrm>
                <a:off x="8374608" y="2611728"/>
                <a:ext cx="100800" cy="7200"/>
              </p14:xfrm>
            </p:contentPart>
          </mc:Choice>
          <mc:Fallback xmlns="">
            <p:pic>
              <p:nvPicPr>
                <p:cNvPr id="42" name="Ink 41">
                  <a:extLst>
                    <a:ext uri="{FF2B5EF4-FFF2-40B4-BE49-F238E27FC236}">
                      <a16:creationId xmlns:a16="http://schemas.microsoft.com/office/drawing/2014/main" id="{20658119-E540-630A-84B0-5CA22366AC23}"/>
                    </a:ext>
                  </a:extLst>
                </p:cNvPr>
                <p:cNvPicPr/>
                <p:nvPr/>
              </p:nvPicPr>
              <p:blipFill>
                <a:blip r:embed="rId13"/>
                <a:stretch>
                  <a:fillRect/>
                </a:stretch>
              </p:blipFill>
              <p:spPr>
                <a:xfrm>
                  <a:off x="8365608" y="2602728"/>
                  <a:ext cx="11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3" name="Ink 42">
                  <a:extLst>
                    <a:ext uri="{FF2B5EF4-FFF2-40B4-BE49-F238E27FC236}">
                      <a16:creationId xmlns:a16="http://schemas.microsoft.com/office/drawing/2014/main" id="{ED9CEE95-41D6-2360-E6C8-4318CCEE4AB8}"/>
                    </a:ext>
                  </a:extLst>
                </p14:cNvPr>
                <p14:cNvContentPartPr/>
                <p14:nvPr/>
              </p14:nvContentPartPr>
              <p14:xfrm>
                <a:off x="8461728" y="2580048"/>
                <a:ext cx="13320" cy="33120"/>
              </p14:xfrm>
            </p:contentPart>
          </mc:Choice>
          <mc:Fallback xmlns="">
            <p:pic>
              <p:nvPicPr>
                <p:cNvPr id="43" name="Ink 42">
                  <a:extLst>
                    <a:ext uri="{FF2B5EF4-FFF2-40B4-BE49-F238E27FC236}">
                      <a16:creationId xmlns:a16="http://schemas.microsoft.com/office/drawing/2014/main" id="{ED9CEE95-41D6-2360-E6C8-4318CCEE4AB8}"/>
                    </a:ext>
                  </a:extLst>
                </p:cNvPr>
                <p:cNvPicPr/>
                <p:nvPr/>
              </p:nvPicPr>
              <p:blipFill>
                <a:blip r:embed="rId15"/>
                <a:stretch>
                  <a:fillRect/>
                </a:stretch>
              </p:blipFill>
              <p:spPr>
                <a:xfrm>
                  <a:off x="8452478" y="2571145"/>
                  <a:ext cx="31450" cy="5057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44" name="Ink 43">
                <a:extLst>
                  <a:ext uri="{FF2B5EF4-FFF2-40B4-BE49-F238E27FC236}">
                    <a16:creationId xmlns:a16="http://schemas.microsoft.com/office/drawing/2014/main" id="{F676FBB3-A74E-8FDA-9D7E-937C0AD84D19}"/>
                  </a:ext>
                </a:extLst>
              </p14:cNvPr>
              <p14:cNvContentPartPr/>
              <p14:nvPr/>
            </p14:nvContentPartPr>
            <p14:xfrm>
              <a:off x="8494128" y="2842128"/>
              <a:ext cx="11880" cy="26640"/>
            </p14:xfrm>
          </p:contentPart>
        </mc:Choice>
        <mc:Fallback xmlns="">
          <p:pic>
            <p:nvPicPr>
              <p:cNvPr id="44" name="Ink 43">
                <a:extLst>
                  <a:ext uri="{FF2B5EF4-FFF2-40B4-BE49-F238E27FC236}">
                    <a16:creationId xmlns:a16="http://schemas.microsoft.com/office/drawing/2014/main" id="{F676FBB3-A74E-8FDA-9D7E-937C0AD84D19}"/>
                  </a:ext>
                </a:extLst>
              </p:cNvPr>
              <p:cNvPicPr/>
              <p:nvPr/>
            </p:nvPicPr>
            <p:blipFill>
              <a:blip r:embed="rId17"/>
              <a:stretch>
                <a:fillRect/>
              </a:stretch>
            </p:blipFill>
            <p:spPr>
              <a:xfrm>
                <a:off x="8485128" y="2833128"/>
                <a:ext cx="295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5" name="Ink 44">
                <a:extLst>
                  <a:ext uri="{FF2B5EF4-FFF2-40B4-BE49-F238E27FC236}">
                    <a16:creationId xmlns:a16="http://schemas.microsoft.com/office/drawing/2014/main" id="{0EBF1460-3E70-323B-2774-9095D067041A}"/>
                  </a:ext>
                </a:extLst>
              </p14:cNvPr>
              <p14:cNvContentPartPr/>
              <p14:nvPr/>
            </p14:nvContentPartPr>
            <p14:xfrm>
              <a:off x="8472888" y="3061368"/>
              <a:ext cx="8280" cy="198360"/>
            </p14:xfrm>
          </p:contentPart>
        </mc:Choice>
        <mc:Fallback xmlns="">
          <p:pic>
            <p:nvPicPr>
              <p:cNvPr id="45" name="Ink 44">
                <a:extLst>
                  <a:ext uri="{FF2B5EF4-FFF2-40B4-BE49-F238E27FC236}">
                    <a16:creationId xmlns:a16="http://schemas.microsoft.com/office/drawing/2014/main" id="{0EBF1460-3E70-323B-2774-9095D067041A}"/>
                  </a:ext>
                </a:extLst>
              </p:cNvPr>
              <p:cNvPicPr/>
              <p:nvPr/>
            </p:nvPicPr>
            <p:blipFill>
              <a:blip r:embed="rId19"/>
              <a:stretch>
                <a:fillRect/>
              </a:stretch>
            </p:blipFill>
            <p:spPr>
              <a:xfrm>
                <a:off x="8463888" y="3052368"/>
                <a:ext cx="25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8" name="Ink 57">
                <a:extLst>
                  <a:ext uri="{FF2B5EF4-FFF2-40B4-BE49-F238E27FC236}">
                    <a16:creationId xmlns:a16="http://schemas.microsoft.com/office/drawing/2014/main" id="{432CF5DA-75E7-19C2-739F-A85427E1D7D8}"/>
                  </a:ext>
                </a:extLst>
              </p14:cNvPr>
              <p14:cNvContentPartPr/>
              <p14:nvPr/>
            </p14:nvContentPartPr>
            <p14:xfrm>
              <a:off x="4637808" y="2045448"/>
              <a:ext cx="5400" cy="19080"/>
            </p14:xfrm>
          </p:contentPart>
        </mc:Choice>
        <mc:Fallback xmlns="">
          <p:pic>
            <p:nvPicPr>
              <p:cNvPr id="58" name="Ink 57">
                <a:extLst>
                  <a:ext uri="{FF2B5EF4-FFF2-40B4-BE49-F238E27FC236}">
                    <a16:creationId xmlns:a16="http://schemas.microsoft.com/office/drawing/2014/main" id="{432CF5DA-75E7-19C2-739F-A85427E1D7D8}"/>
                  </a:ext>
                </a:extLst>
              </p:cNvPr>
              <p:cNvPicPr/>
              <p:nvPr/>
            </p:nvPicPr>
            <p:blipFill>
              <a:blip r:embed="rId21"/>
              <a:stretch>
                <a:fillRect/>
              </a:stretch>
            </p:blipFill>
            <p:spPr>
              <a:xfrm>
                <a:off x="4628165" y="2036615"/>
                <a:ext cx="24300" cy="36393"/>
              </a:xfrm>
              <a:prstGeom prst="rect">
                <a:avLst/>
              </a:prstGeom>
            </p:spPr>
          </p:pic>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4858396-649B-EED9-B4E5-4D2BE41A4BFA}"/>
                  </a:ext>
                </a:extLst>
              </p:cNvPr>
              <p:cNvSpPr/>
              <p:nvPr/>
            </p:nvSpPr>
            <p:spPr>
              <a:xfrm>
                <a:off x="2900968" y="1445992"/>
                <a:ext cx="5468960" cy="558166"/>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i</m:t>
                        </m:r>
                      </m:e>
                      <m:sub>
                        <m:r>
                          <m:rPr>
                            <m:sty m:val="p"/>
                          </m:rPr>
                          <a:rPr lang="en-AU" sz="2800" b="0" i="0" smtClean="0">
                            <a:latin typeface="Cambria Math"/>
                            <a:ea typeface="Cambria Math"/>
                          </a:rPr>
                          <m:t>b</m:t>
                        </m:r>
                      </m:sub>
                    </m:sSub>
                    <m:r>
                      <a:rPr lang="en-AU" sz="2800" b="0" i="0" smtClean="0">
                        <a:latin typeface="Cambria Math"/>
                        <a:ea typeface="Cambria Math"/>
                      </a:rPr>
                      <m:t>(</m:t>
                    </m:r>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v</m:t>
                        </m:r>
                      </m:e>
                      <m:sub>
                        <m:r>
                          <m:rPr>
                            <m:sty m:val="p"/>
                          </m:rPr>
                          <a:rPr lang="en-AU" sz="2800" b="0" i="0" smtClean="0">
                            <a:latin typeface="Cambria Math"/>
                            <a:ea typeface="Cambria Math"/>
                          </a:rPr>
                          <m:t>be</m:t>
                        </m:r>
                      </m:sub>
                    </m:sSub>
                    <m:r>
                      <a:rPr lang="en-AU" sz="2800" b="0" i="0" smtClean="0">
                        <a:latin typeface="Cambria Math"/>
                        <a:ea typeface="Cambria Math"/>
                      </a:rPr>
                      <m:t>,</m:t>
                    </m:r>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v</m:t>
                        </m:r>
                      </m:e>
                      <m:sub>
                        <m:r>
                          <m:rPr>
                            <m:sty m:val="p"/>
                          </m:rPr>
                          <a:rPr lang="en-AU" sz="2800" b="0" i="0" smtClean="0">
                            <a:latin typeface="Cambria Math"/>
                            <a:ea typeface="Cambria Math"/>
                          </a:rPr>
                          <m:t>ce</m:t>
                        </m:r>
                      </m:sub>
                    </m:sSub>
                    <m:r>
                      <a:rPr lang="en-AU" sz="2800" b="0" i="0" smtClean="0">
                        <a:latin typeface="Cambria Math"/>
                        <a:ea typeface="Cambria Math"/>
                      </a:rPr>
                      <m:t>)=</m:t>
                    </m:r>
                  </m:oMath>
                </a14:m>
                <a:r>
                  <a:rPr lang="en-AU" sz="2800" dirty="0">
                    <a:ea typeface="Cambria Math"/>
                  </a:rPr>
                  <a:t> </a:t>
                </a:r>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smtClean="0">
                            <a:latin typeface="Cambria Math"/>
                            <a:ea typeface="Cambria Math"/>
                          </a:rPr>
                          <m:t>c</m:t>
                        </m:r>
                        <m:r>
                          <m:rPr>
                            <m:sty m:val="p"/>
                          </m:rPr>
                          <a:rPr lang="en-AU" sz="2800" b="0" i="0" dirty="0">
                            <a:latin typeface="Cambria Math"/>
                            <a:ea typeface="Cambria Math"/>
                          </a:rPr>
                          <m:t>e</m:t>
                        </m:r>
                      </m:sub>
                    </m:sSub>
                  </m:oMath>
                </a14:m>
                <a:endParaRPr lang="en-AU" sz="2800" dirty="0"/>
              </a:p>
            </p:txBody>
          </p:sp>
        </mc:Choice>
        <mc:Fallback xmlns="">
          <p:sp>
            <p:nvSpPr>
              <p:cNvPr id="3" name="Rectangle 2">
                <a:extLst>
                  <a:ext uri="{FF2B5EF4-FFF2-40B4-BE49-F238E27FC236}">
                    <a16:creationId xmlns:a16="http://schemas.microsoft.com/office/drawing/2014/main" id="{64858396-649B-EED9-B4E5-4D2BE41A4BFA}"/>
                  </a:ext>
                </a:extLst>
              </p:cNvPr>
              <p:cNvSpPr>
                <a:spLocks noRot="1" noChangeAspect="1" noMove="1" noResize="1" noEditPoints="1" noAdjustHandles="1" noChangeArrowheads="1" noChangeShapeType="1" noTextEdit="1"/>
              </p:cNvSpPr>
              <p:nvPr/>
            </p:nvSpPr>
            <p:spPr>
              <a:xfrm>
                <a:off x="2900968" y="1445992"/>
                <a:ext cx="5468960" cy="55816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117A2C1E-D1F8-68F8-334C-CE683EB5E0DB}"/>
                  </a:ext>
                </a:extLst>
              </p:cNvPr>
              <p:cNvSpPr/>
              <p:nvPr/>
            </p:nvSpPr>
            <p:spPr>
              <a:xfrm>
                <a:off x="2900968" y="2033953"/>
                <a:ext cx="4970360" cy="523220"/>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i</m:t>
                        </m:r>
                      </m:e>
                      <m:sub>
                        <m:r>
                          <m:rPr>
                            <m:sty m:val="p"/>
                          </m:rPr>
                          <a:rPr lang="en-AU" sz="2800" b="0" i="0" smtClean="0">
                            <a:latin typeface="Cambria Math"/>
                            <a:ea typeface="Cambria Math"/>
                          </a:rPr>
                          <m:t>c</m:t>
                        </m:r>
                      </m:sub>
                    </m:sSub>
                    <m:r>
                      <a:rPr lang="en-AU" sz="2800" b="0" i="0" smtClean="0">
                        <a:latin typeface="Cambria Math"/>
                        <a:ea typeface="Cambria Math"/>
                      </a:rPr>
                      <m:t>(</m:t>
                    </m:r>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v</m:t>
                        </m:r>
                      </m:e>
                      <m:sub>
                        <m:r>
                          <m:rPr>
                            <m:sty m:val="p"/>
                          </m:rPr>
                          <a:rPr lang="en-AU" sz="2800" b="0" i="0" smtClean="0">
                            <a:latin typeface="Cambria Math"/>
                            <a:ea typeface="Cambria Math"/>
                          </a:rPr>
                          <m:t>be</m:t>
                        </m:r>
                      </m:sub>
                    </m:sSub>
                    <m:r>
                      <a:rPr lang="en-AU" sz="2800" b="0" i="0" smtClean="0">
                        <a:latin typeface="Cambria Math"/>
                        <a:ea typeface="Cambria Math"/>
                      </a:rPr>
                      <m:t>,</m:t>
                    </m:r>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v</m:t>
                        </m:r>
                      </m:e>
                      <m:sub>
                        <m:r>
                          <m:rPr>
                            <m:sty m:val="p"/>
                          </m:rPr>
                          <a:rPr lang="en-AU" sz="2800" b="0" i="0" smtClean="0">
                            <a:latin typeface="Cambria Math"/>
                            <a:ea typeface="Cambria Math"/>
                          </a:rPr>
                          <m:t>ce</m:t>
                        </m:r>
                      </m:sub>
                    </m:sSub>
                    <m:r>
                      <a:rPr lang="en-AU" sz="2800" b="0" i="0" smtClean="0">
                        <a:latin typeface="Cambria Math"/>
                        <a:ea typeface="Cambria Math"/>
                      </a:rPr>
                      <m:t>)=</m:t>
                    </m:r>
                  </m:oMath>
                </a14:m>
                <a:r>
                  <a:rPr lang="en-AU" sz="2800" dirty="0">
                    <a:ea typeface="Cambria Math"/>
                  </a:rPr>
                  <a:t> </a:t>
                </a:r>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smtClean="0">
                            <a:latin typeface="Cambria Math"/>
                            <a:ea typeface="Cambria Math"/>
                          </a:rPr>
                          <m:t>c</m:t>
                        </m:r>
                        <m:r>
                          <m:rPr>
                            <m:sty m:val="p"/>
                          </m:rPr>
                          <a:rPr lang="en-AU" sz="2800" b="0" i="0" dirty="0">
                            <a:latin typeface="Cambria Math"/>
                            <a:ea typeface="Cambria Math"/>
                          </a:rPr>
                          <m:t>e</m:t>
                        </m:r>
                      </m:sub>
                    </m:sSub>
                  </m:oMath>
                </a14:m>
                <a:endParaRPr lang="en-AU" sz="2800" dirty="0"/>
              </a:p>
            </p:txBody>
          </p:sp>
        </mc:Choice>
        <mc:Fallback xmlns="">
          <p:sp>
            <p:nvSpPr>
              <p:cNvPr id="20" name="Rectangle 19">
                <a:extLst>
                  <a:ext uri="{FF2B5EF4-FFF2-40B4-BE49-F238E27FC236}">
                    <a16:creationId xmlns:a16="http://schemas.microsoft.com/office/drawing/2014/main" id="{117A2C1E-D1F8-68F8-334C-CE683EB5E0DB}"/>
                  </a:ext>
                </a:extLst>
              </p:cNvPr>
              <p:cNvSpPr>
                <a:spLocks noRot="1" noChangeAspect="1" noMove="1" noResize="1" noEditPoints="1" noAdjustHandles="1" noChangeArrowheads="1" noChangeShapeType="1" noTextEdit="1"/>
              </p:cNvSpPr>
              <p:nvPr/>
            </p:nvSpPr>
            <p:spPr>
              <a:xfrm>
                <a:off x="2900968" y="2033953"/>
                <a:ext cx="4970360" cy="52322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9F5BE94-C39F-1449-7AED-817801BD1E9F}"/>
                  </a:ext>
                </a:extLst>
              </p:cNvPr>
              <p:cNvSpPr/>
              <p:nvPr/>
            </p:nvSpPr>
            <p:spPr>
              <a:xfrm>
                <a:off x="642400" y="4416324"/>
                <a:ext cx="5904704" cy="964303"/>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di</m:t>
                        </m:r>
                      </m:e>
                      <m:sub>
                        <m:r>
                          <m:rPr>
                            <m:sty m:val="p"/>
                          </m:rPr>
                          <a:rPr lang="en-AU" sz="2800" b="0" i="0" smtClean="0">
                            <a:latin typeface="Cambria Math"/>
                            <a:ea typeface="Cambria Math"/>
                          </a:rPr>
                          <m:t>B</m:t>
                        </m:r>
                      </m:sub>
                    </m:sSub>
                    <m:r>
                      <a:rPr lang="en-AU" sz="2800" b="0" i="0" smtClean="0">
                        <a:latin typeface="Cambria Math"/>
                        <a:ea typeface="Cambria Math"/>
                      </a:rPr>
                      <m:t>=</m:t>
                    </m:r>
                    <m:sSub>
                      <m:sSubPr>
                        <m:ctrlPr>
                          <a:rPr lang="en-AU" sz="2800" i="1" dirty="0">
                            <a:latin typeface="Cambria Math" panose="02040503050406030204" pitchFamily="18" charset="0"/>
                            <a:ea typeface="Cambria Math"/>
                          </a:rPr>
                        </m:ctrlPr>
                      </m:sSubPr>
                      <m:e>
                        <m:d>
                          <m:dPr>
                            <m:begChr m:val=""/>
                            <m:endChr m:val="|"/>
                            <m:ctrlPr>
                              <a:rPr lang="en-AU" sz="2800" i="1" dirty="0">
                                <a:latin typeface="Cambria Math" panose="02040503050406030204" pitchFamily="18" charset="0"/>
                                <a:ea typeface="Cambria Math"/>
                              </a:rPr>
                            </m:ctrlPr>
                          </m:dPr>
                          <m:e>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i</m:t>
                                    </m:r>
                                  </m:e>
                                  <m:sub>
                                    <m:r>
                                      <m:rPr>
                                        <m:sty m:val="p"/>
                                      </m:rPr>
                                      <a:rPr lang="en-AU" sz="2800" b="0" i="0" dirty="0">
                                        <a:latin typeface="Cambria Math"/>
                                        <a:ea typeface="Cambria Math"/>
                                      </a:rPr>
                                      <m:t>B</m:t>
                                    </m:r>
                                  </m:sub>
                                </m:sSub>
                              </m:num>
                              <m:den>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v</m:t>
                                    </m:r>
                                  </m:e>
                                  <m:sub>
                                    <m:r>
                                      <m:rPr>
                                        <m:sty m:val="p"/>
                                      </m:rPr>
                                      <a:rPr lang="en-AU" sz="2800" b="0" i="0" dirty="0">
                                        <a:latin typeface="Cambria Math"/>
                                        <a:ea typeface="Cambria Math"/>
                                      </a:rPr>
                                      <m:t>BE</m:t>
                                    </m:r>
                                  </m:sub>
                                </m:sSub>
                              </m:den>
                            </m:f>
                          </m:e>
                        </m:d>
                      </m:e>
                      <m:sub>
                        <m:r>
                          <m:rPr>
                            <m:sty m:val="p"/>
                          </m:rPr>
                          <a:rPr lang="en-AU" sz="2800" b="0" i="0" dirty="0">
                            <a:latin typeface="Cambria Math"/>
                            <a:ea typeface="Cambria Math"/>
                          </a:rPr>
                          <m:t>Q</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dv</m:t>
                        </m:r>
                      </m:e>
                      <m:sub>
                        <m:r>
                          <m:rPr>
                            <m:sty m:val="p"/>
                          </m:rPr>
                          <a:rPr lang="en-AU" sz="2800" b="0" i="0" dirty="0" smtClean="0">
                            <a:latin typeface="Cambria Math"/>
                            <a:ea typeface="Cambria Math"/>
                          </a:rPr>
                          <m:t>BE</m:t>
                        </m:r>
                      </m:sub>
                    </m:sSub>
                  </m:oMath>
                </a14:m>
                <a:r>
                  <a:rPr lang="en-AU" sz="2800" dirty="0">
                    <a:ea typeface="Cambria Math"/>
                  </a:rPr>
                  <a:t> </a:t>
                </a:r>
                <a14:m>
                  <m:oMath xmlns:m="http://schemas.openxmlformats.org/officeDocument/2006/math">
                    <m:r>
                      <a:rPr lang="en-AU" sz="2800" b="0" i="0" dirty="0" smtClean="0">
                        <a:latin typeface="Cambria Math"/>
                        <a:ea typeface="Cambria Math"/>
                      </a:rPr>
                      <m:t>+</m:t>
                    </m:r>
                    <m:sSub>
                      <m:sSubPr>
                        <m:ctrlPr>
                          <a:rPr lang="en-AU" sz="2800" i="1" dirty="0">
                            <a:latin typeface="Cambria Math" panose="02040503050406030204" pitchFamily="18" charset="0"/>
                            <a:ea typeface="Cambria Math"/>
                          </a:rPr>
                        </m:ctrlPr>
                      </m:sSubPr>
                      <m:e>
                        <m:d>
                          <m:dPr>
                            <m:begChr m:val=""/>
                            <m:endChr m:val="|"/>
                            <m:ctrlPr>
                              <a:rPr lang="en-AU" sz="2800" i="1" dirty="0">
                                <a:latin typeface="Cambria Math" panose="02040503050406030204" pitchFamily="18" charset="0"/>
                                <a:ea typeface="Cambria Math"/>
                              </a:rPr>
                            </m:ctrlPr>
                          </m:dPr>
                          <m:e>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i</m:t>
                                    </m:r>
                                  </m:e>
                                  <m:sub>
                                    <m:r>
                                      <m:rPr>
                                        <m:sty m:val="p"/>
                                      </m:rPr>
                                      <a:rPr lang="en-AU" sz="2800" b="0" i="0" dirty="0" smtClean="0">
                                        <a:latin typeface="Cambria Math"/>
                                        <a:ea typeface="Cambria Math"/>
                                      </a:rPr>
                                      <m:t>B</m:t>
                                    </m:r>
                                  </m:sub>
                                </m:sSub>
                              </m:num>
                              <m:den>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v</m:t>
                                    </m:r>
                                  </m:e>
                                  <m:sub>
                                    <m:r>
                                      <m:rPr>
                                        <m:sty m:val="p"/>
                                      </m:rPr>
                                      <a:rPr lang="en-AU" sz="2800" b="0" i="0" dirty="0">
                                        <a:latin typeface="Cambria Math"/>
                                        <a:ea typeface="Cambria Math"/>
                                      </a:rPr>
                                      <m:t>CE</m:t>
                                    </m:r>
                                  </m:sub>
                                </m:sSub>
                              </m:den>
                            </m:f>
                          </m:e>
                        </m:d>
                      </m:e>
                      <m:sub>
                        <m:r>
                          <m:rPr>
                            <m:sty m:val="p"/>
                          </m:rPr>
                          <a:rPr lang="en-AU" sz="2800" b="0" i="0" dirty="0">
                            <a:latin typeface="Cambria Math"/>
                            <a:ea typeface="Cambria Math"/>
                          </a:rPr>
                          <m:t>Q</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dv</m:t>
                        </m:r>
                      </m:e>
                      <m:sub>
                        <m:r>
                          <m:rPr>
                            <m:sty m:val="p"/>
                          </m:rPr>
                          <a:rPr lang="en-AU" sz="2800" b="0" i="0" dirty="0" smtClean="0">
                            <a:latin typeface="Cambria Math"/>
                            <a:ea typeface="Cambria Math"/>
                          </a:rPr>
                          <m:t>CE</m:t>
                        </m:r>
                      </m:sub>
                    </m:sSub>
                  </m:oMath>
                </a14:m>
                <a:endParaRPr lang="en-AU" sz="2800" dirty="0"/>
              </a:p>
            </p:txBody>
          </p:sp>
        </mc:Choice>
        <mc:Fallback xmlns="">
          <p:sp>
            <p:nvSpPr>
              <p:cNvPr id="22" name="Rectangle 21">
                <a:extLst>
                  <a:ext uri="{FF2B5EF4-FFF2-40B4-BE49-F238E27FC236}">
                    <a16:creationId xmlns:a16="http://schemas.microsoft.com/office/drawing/2014/main" id="{A9F5BE94-C39F-1449-7AED-817801BD1E9F}"/>
                  </a:ext>
                </a:extLst>
              </p:cNvPr>
              <p:cNvSpPr>
                <a:spLocks noRot="1" noChangeAspect="1" noMove="1" noResize="1" noEditPoints="1" noAdjustHandles="1" noChangeArrowheads="1" noChangeShapeType="1" noTextEdit="1"/>
              </p:cNvSpPr>
              <p:nvPr/>
            </p:nvSpPr>
            <p:spPr>
              <a:xfrm>
                <a:off x="642400" y="4416324"/>
                <a:ext cx="5904704" cy="964303"/>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5E3CDA5-649A-0519-0A2D-A3BBBF5D6968}"/>
                  </a:ext>
                </a:extLst>
              </p:cNvPr>
              <p:cNvSpPr/>
              <p:nvPr/>
            </p:nvSpPr>
            <p:spPr>
              <a:xfrm>
                <a:off x="1083478" y="5364581"/>
                <a:ext cx="3554330" cy="558166"/>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i</m:t>
                        </m:r>
                      </m:e>
                      <m:sub>
                        <m:r>
                          <m:rPr>
                            <m:sty m:val="p"/>
                          </m:rPr>
                          <a:rPr lang="en-AU" sz="2800" b="0" i="0" smtClean="0">
                            <a:latin typeface="Cambria Math"/>
                            <a:ea typeface="Cambria Math"/>
                          </a:rPr>
                          <m:t>b</m:t>
                        </m:r>
                      </m:sub>
                    </m:sSub>
                    <m:r>
                      <a:rPr lang="en-AU" sz="2800" b="0" i="0" smtClean="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smtClean="0">
                            <a:latin typeface="Cambria Math"/>
                            <a:ea typeface="Cambria Math"/>
                          </a:rPr>
                          <m:t>be</m:t>
                        </m:r>
                      </m:sub>
                    </m:sSub>
                  </m:oMath>
                </a14:m>
                <a:r>
                  <a:rPr lang="en-AU" sz="2800" dirty="0">
                    <a:ea typeface="Cambria Math"/>
                  </a:rPr>
                  <a:t> </a:t>
                </a:r>
                <a14:m>
                  <m:oMath xmlns:m="http://schemas.openxmlformats.org/officeDocument/2006/math">
                    <m:r>
                      <a:rPr lang="en-AU" sz="2800" b="0" i="0" dirty="0" smtClean="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smtClean="0">
                            <a:latin typeface="Cambria Math"/>
                            <a:ea typeface="Cambria Math"/>
                          </a:rPr>
                          <m:t>ce</m:t>
                        </m:r>
                      </m:sub>
                    </m:sSub>
                  </m:oMath>
                </a14:m>
                <a:endParaRPr lang="en-AU" sz="2800" dirty="0"/>
              </a:p>
            </p:txBody>
          </p:sp>
        </mc:Choice>
        <mc:Fallback xmlns="">
          <p:sp>
            <p:nvSpPr>
              <p:cNvPr id="25" name="Rectangle 24">
                <a:extLst>
                  <a:ext uri="{FF2B5EF4-FFF2-40B4-BE49-F238E27FC236}">
                    <a16:creationId xmlns:a16="http://schemas.microsoft.com/office/drawing/2014/main" id="{E5E3CDA5-649A-0519-0A2D-A3BBBF5D6968}"/>
                  </a:ext>
                </a:extLst>
              </p:cNvPr>
              <p:cNvSpPr>
                <a:spLocks noRot="1" noChangeAspect="1" noMove="1" noResize="1" noEditPoints="1" noAdjustHandles="1" noChangeArrowheads="1" noChangeShapeType="1" noTextEdit="1"/>
              </p:cNvSpPr>
              <p:nvPr/>
            </p:nvSpPr>
            <p:spPr>
              <a:xfrm>
                <a:off x="1083478" y="5364581"/>
                <a:ext cx="3554330" cy="558166"/>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D138EEF4-BC93-E04F-40B7-D57D505D2ACD}"/>
                  </a:ext>
                </a:extLst>
              </p:cNvPr>
              <p:cNvSpPr/>
              <p:nvPr/>
            </p:nvSpPr>
            <p:spPr>
              <a:xfrm>
                <a:off x="6095999" y="4404829"/>
                <a:ext cx="5570756" cy="964303"/>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di</m:t>
                        </m:r>
                      </m:e>
                      <m:sub>
                        <m:r>
                          <m:rPr>
                            <m:sty m:val="p"/>
                          </m:rPr>
                          <a:rPr lang="en-AU" sz="2800" b="0" i="0" smtClean="0">
                            <a:latin typeface="Cambria Math"/>
                            <a:ea typeface="Cambria Math"/>
                          </a:rPr>
                          <m:t>C</m:t>
                        </m:r>
                      </m:sub>
                    </m:sSub>
                    <m:r>
                      <a:rPr lang="en-AU" sz="2800" b="0" i="0" smtClean="0">
                        <a:latin typeface="Cambria Math"/>
                        <a:ea typeface="Cambria Math"/>
                      </a:rPr>
                      <m:t>=</m:t>
                    </m:r>
                    <m:sSub>
                      <m:sSubPr>
                        <m:ctrlPr>
                          <a:rPr lang="en-AU" sz="2800" i="1" dirty="0">
                            <a:latin typeface="Cambria Math" panose="02040503050406030204" pitchFamily="18" charset="0"/>
                            <a:ea typeface="Cambria Math"/>
                          </a:rPr>
                        </m:ctrlPr>
                      </m:sSubPr>
                      <m:e>
                        <m:d>
                          <m:dPr>
                            <m:begChr m:val=""/>
                            <m:endChr m:val="|"/>
                            <m:ctrlPr>
                              <a:rPr lang="en-AU" sz="2800" i="1" dirty="0">
                                <a:latin typeface="Cambria Math" panose="02040503050406030204" pitchFamily="18" charset="0"/>
                                <a:ea typeface="Cambria Math"/>
                              </a:rPr>
                            </m:ctrlPr>
                          </m:dPr>
                          <m:e>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i</m:t>
                                    </m:r>
                                  </m:e>
                                  <m:sub>
                                    <m:r>
                                      <m:rPr>
                                        <m:sty m:val="p"/>
                                      </m:rPr>
                                      <a:rPr lang="en-AU" sz="2800" b="0" i="0" dirty="0" smtClean="0">
                                        <a:latin typeface="Cambria Math"/>
                                        <a:ea typeface="Cambria Math"/>
                                      </a:rPr>
                                      <m:t>C</m:t>
                                    </m:r>
                                  </m:sub>
                                </m:sSub>
                              </m:num>
                              <m:den>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v</m:t>
                                    </m:r>
                                  </m:e>
                                  <m:sub>
                                    <m:r>
                                      <m:rPr>
                                        <m:sty m:val="p"/>
                                      </m:rPr>
                                      <a:rPr lang="en-AU" sz="2800" b="0" i="0" dirty="0">
                                        <a:latin typeface="Cambria Math"/>
                                        <a:ea typeface="Cambria Math"/>
                                      </a:rPr>
                                      <m:t>BE</m:t>
                                    </m:r>
                                  </m:sub>
                                </m:sSub>
                              </m:den>
                            </m:f>
                          </m:e>
                        </m:d>
                      </m:e>
                      <m:sub>
                        <m:r>
                          <m:rPr>
                            <m:sty m:val="p"/>
                          </m:rPr>
                          <a:rPr lang="en-AU" sz="2800" b="0" i="0" dirty="0">
                            <a:latin typeface="Cambria Math"/>
                            <a:ea typeface="Cambria Math"/>
                          </a:rPr>
                          <m:t>Q</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dv</m:t>
                        </m:r>
                      </m:e>
                      <m:sub>
                        <m:r>
                          <m:rPr>
                            <m:sty m:val="p"/>
                          </m:rPr>
                          <a:rPr lang="en-AU" sz="2800" b="0" i="0" dirty="0" smtClean="0">
                            <a:latin typeface="Cambria Math"/>
                            <a:ea typeface="Cambria Math"/>
                          </a:rPr>
                          <m:t>BE</m:t>
                        </m:r>
                      </m:sub>
                    </m:sSub>
                  </m:oMath>
                </a14:m>
                <a:r>
                  <a:rPr lang="en-AU" sz="2800" dirty="0">
                    <a:ea typeface="Cambria Math"/>
                  </a:rPr>
                  <a:t> </a:t>
                </a:r>
                <a14:m>
                  <m:oMath xmlns:m="http://schemas.openxmlformats.org/officeDocument/2006/math">
                    <m:r>
                      <a:rPr lang="en-AU" sz="2800" b="0" i="0" dirty="0" smtClean="0">
                        <a:latin typeface="Cambria Math"/>
                        <a:ea typeface="Cambria Math"/>
                      </a:rPr>
                      <m:t>+</m:t>
                    </m:r>
                    <m:sSub>
                      <m:sSubPr>
                        <m:ctrlPr>
                          <a:rPr lang="en-AU" sz="2800" i="1" dirty="0">
                            <a:latin typeface="Cambria Math" panose="02040503050406030204" pitchFamily="18" charset="0"/>
                            <a:ea typeface="Cambria Math"/>
                          </a:rPr>
                        </m:ctrlPr>
                      </m:sSubPr>
                      <m:e>
                        <m:d>
                          <m:dPr>
                            <m:begChr m:val=""/>
                            <m:endChr m:val="|"/>
                            <m:ctrlPr>
                              <a:rPr lang="en-AU" sz="2800" i="1" dirty="0">
                                <a:latin typeface="Cambria Math" panose="02040503050406030204" pitchFamily="18" charset="0"/>
                                <a:ea typeface="Cambria Math"/>
                              </a:rPr>
                            </m:ctrlPr>
                          </m:dPr>
                          <m:e>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i</m:t>
                                    </m:r>
                                  </m:e>
                                  <m:sub>
                                    <m:r>
                                      <m:rPr>
                                        <m:sty m:val="p"/>
                                      </m:rPr>
                                      <a:rPr lang="en-AU" sz="2800" b="0" i="0" dirty="0" smtClean="0">
                                        <a:latin typeface="Cambria Math"/>
                                        <a:ea typeface="Cambria Math"/>
                                      </a:rPr>
                                      <m:t>C</m:t>
                                    </m:r>
                                  </m:sub>
                                </m:sSub>
                              </m:num>
                              <m:den>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v</m:t>
                                    </m:r>
                                  </m:e>
                                  <m:sub>
                                    <m:r>
                                      <m:rPr>
                                        <m:sty m:val="p"/>
                                      </m:rPr>
                                      <a:rPr lang="en-AU" sz="2800" b="0" i="0" dirty="0">
                                        <a:latin typeface="Cambria Math"/>
                                        <a:ea typeface="Cambria Math"/>
                                      </a:rPr>
                                      <m:t>CE</m:t>
                                    </m:r>
                                  </m:sub>
                                </m:sSub>
                              </m:den>
                            </m:f>
                          </m:e>
                        </m:d>
                      </m:e>
                      <m:sub>
                        <m:r>
                          <m:rPr>
                            <m:sty m:val="p"/>
                          </m:rPr>
                          <a:rPr lang="en-AU" sz="2800" b="0" i="0" dirty="0">
                            <a:latin typeface="Cambria Math"/>
                            <a:ea typeface="Cambria Math"/>
                          </a:rPr>
                          <m:t>Q</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dv</m:t>
                        </m:r>
                      </m:e>
                      <m:sub>
                        <m:r>
                          <m:rPr>
                            <m:sty m:val="p"/>
                          </m:rPr>
                          <a:rPr lang="en-AU" sz="2800" b="0" i="0" dirty="0" smtClean="0">
                            <a:latin typeface="Cambria Math"/>
                            <a:ea typeface="Cambria Math"/>
                          </a:rPr>
                          <m:t>CE</m:t>
                        </m:r>
                      </m:sub>
                    </m:sSub>
                  </m:oMath>
                </a14:m>
                <a:endParaRPr lang="en-AU" sz="2800" dirty="0"/>
              </a:p>
            </p:txBody>
          </p:sp>
        </mc:Choice>
        <mc:Fallback xmlns="">
          <p:sp>
            <p:nvSpPr>
              <p:cNvPr id="28" name="Rectangle 27">
                <a:extLst>
                  <a:ext uri="{FF2B5EF4-FFF2-40B4-BE49-F238E27FC236}">
                    <a16:creationId xmlns:a16="http://schemas.microsoft.com/office/drawing/2014/main" id="{D138EEF4-BC93-E04F-40B7-D57D505D2ACD}"/>
                  </a:ext>
                </a:extLst>
              </p:cNvPr>
              <p:cNvSpPr>
                <a:spLocks noRot="1" noChangeAspect="1" noMove="1" noResize="1" noEditPoints="1" noAdjustHandles="1" noChangeArrowheads="1" noChangeShapeType="1" noTextEdit="1"/>
              </p:cNvSpPr>
              <p:nvPr/>
            </p:nvSpPr>
            <p:spPr>
              <a:xfrm>
                <a:off x="6095999" y="4404829"/>
                <a:ext cx="5570756" cy="964303"/>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635DA962-CD3C-6017-6BD3-4B599BE9E413}"/>
                  </a:ext>
                </a:extLst>
              </p:cNvPr>
              <p:cNvSpPr/>
              <p:nvPr/>
            </p:nvSpPr>
            <p:spPr>
              <a:xfrm>
                <a:off x="7160265" y="5370869"/>
                <a:ext cx="3763108" cy="523220"/>
              </a:xfrm>
              <a:prstGeom prst="rect">
                <a:avLst/>
              </a:prstGeom>
            </p:spPr>
            <p:txBody>
              <a:bodyPr wrap="square">
                <a:spAutoFit/>
              </a:bodyPr>
              <a:lstStyle/>
              <a:p>
                <a14:m>
                  <m:oMath xmlns:m="http://schemas.openxmlformats.org/officeDocument/2006/math">
                    <m:sSub>
                      <m:sSubPr>
                        <m:ctrlPr>
                          <a:rPr lang="en-AU" sz="2800" i="1" smtClean="0">
                            <a:latin typeface="Cambria Math" panose="02040503050406030204" pitchFamily="18" charset="0"/>
                            <a:ea typeface="Cambria Math"/>
                          </a:rPr>
                        </m:ctrlPr>
                      </m:sSubPr>
                      <m:e>
                        <m:r>
                          <m:rPr>
                            <m:sty m:val="p"/>
                          </m:rPr>
                          <a:rPr lang="en-AU" sz="2800" b="0" i="0" smtClean="0">
                            <a:latin typeface="Cambria Math"/>
                            <a:ea typeface="Cambria Math"/>
                          </a:rPr>
                          <m:t>i</m:t>
                        </m:r>
                      </m:e>
                      <m:sub>
                        <m:r>
                          <m:rPr>
                            <m:sty m:val="p"/>
                          </m:rPr>
                          <a:rPr lang="en-AU" sz="2800" b="0" i="0" smtClean="0">
                            <a:latin typeface="Cambria Math"/>
                            <a:ea typeface="Cambria Math"/>
                          </a:rPr>
                          <m:t>c</m:t>
                        </m:r>
                      </m:sub>
                    </m:sSub>
                    <m:r>
                      <a:rPr lang="en-AU" sz="2800" b="0" i="0" smtClean="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smtClean="0">
                            <a:latin typeface="Cambria Math"/>
                            <a:ea typeface="Cambria Math"/>
                          </a:rPr>
                          <m:t>be</m:t>
                        </m:r>
                      </m:sub>
                    </m:sSub>
                  </m:oMath>
                </a14:m>
                <a:r>
                  <a:rPr lang="en-AU" sz="2800" dirty="0">
                    <a:ea typeface="Cambria Math"/>
                  </a:rPr>
                  <a:t> </a:t>
                </a:r>
                <a14:m>
                  <m:oMath xmlns:m="http://schemas.openxmlformats.org/officeDocument/2006/math">
                    <m:r>
                      <a:rPr lang="en-AU" sz="2800" b="0" i="0" dirty="0" smtClean="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smtClean="0">
                            <a:latin typeface="Cambria Math"/>
                            <a:ea typeface="Cambria Math"/>
                          </a:rPr>
                          <m:t>ce</m:t>
                        </m:r>
                      </m:sub>
                    </m:sSub>
                  </m:oMath>
                </a14:m>
                <a:endParaRPr lang="en-AU" sz="2800" dirty="0"/>
              </a:p>
            </p:txBody>
          </p:sp>
        </mc:Choice>
        <mc:Fallback xmlns="">
          <p:sp>
            <p:nvSpPr>
              <p:cNvPr id="32" name="Rectangle 31">
                <a:extLst>
                  <a:ext uri="{FF2B5EF4-FFF2-40B4-BE49-F238E27FC236}">
                    <a16:creationId xmlns:a16="http://schemas.microsoft.com/office/drawing/2014/main" id="{635DA962-CD3C-6017-6BD3-4B599BE9E413}"/>
                  </a:ext>
                </a:extLst>
              </p:cNvPr>
              <p:cNvSpPr>
                <a:spLocks noRot="1" noChangeAspect="1" noMove="1" noResize="1" noEditPoints="1" noAdjustHandles="1" noChangeArrowheads="1" noChangeShapeType="1" noTextEdit="1"/>
              </p:cNvSpPr>
              <p:nvPr/>
            </p:nvSpPr>
            <p:spPr>
              <a:xfrm>
                <a:off x="7160265" y="5370869"/>
                <a:ext cx="3763108" cy="523220"/>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28">
            <p14:nvContentPartPr>
              <p14:cNvPr id="8" name="Ink 7">
                <a:extLst>
                  <a:ext uri="{FF2B5EF4-FFF2-40B4-BE49-F238E27FC236}">
                    <a16:creationId xmlns:a16="http://schemas.microsoft.com/office/drawing/2014/main" id="{8B0CD609-2B6F-5439-6819-CEFBB9435762}"/>
                  </a:ext>
                </a:extLst>
              </p14:cNvPr>
              <p14:cNvContentPartPr/>
              <p14:nvPr/>
            </p14:nvContentPartPr>
            <p14:xfrm>
              <a:off x="572760" y="1210320"/>
              <a:ext cx="9107280" cy="4345200"/>
            </p14:xfrm>
          </p:contentPart>
        </mc:Choice>
        <mc:Fallback xmlns="">
          <p:pic>
            <p:nvPicPr>
              <p:cNvPr id="8" name="Ink 7">
                <a:extLst>
                  <a:ext uri="{FF2B5EF4-FFF2-40B4-BE49-F238E27FC236}">
                    <a16:creationId xmlns:a16="http://schemas.microsoft.com/office/drawing/2014/main" id="{8B0CD609-2B6F-5439-6819-CEFBB9435762}"/>
                  </a:ext>
                </a:extLst>
              </p:cNvPr>
              <p:cNvPicPr/>
              <p:nvPr/>
            </p:nvPicPr>
            <p:blipFill>
              <a:blip r:embed="rId29"/>
              <a:stretch>
                <a:fillRect/>
              </a:stretch>
            </p:blipFill>
            <p:spPr>
              <a:xfrm>
                <a:off x="563400" y="1200960"/>
                <a:ext cx="9126000" cy="4363920"/>
              </a:xfrm>
              <a:prstGeom prst="rect">
                <a:avLst/>
              </a:prstGeom>
            </p:spPr>
          </p:pic>
        </mc:Fallback>
      </mc:AlternateContent>
    </p:spTree>
    <p:extLst>
      <p:ext uri="{BB962C8B-B14F-4D97-AF65-F5344CB8AC3E}">
        <p14:creationId xmlns:p14="http://schemas.microsoft.com/office/powerpoint/2010/main" val="271356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a:bodyPr>
          <a:lstStyle/>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The g</a:t>
            </a:r>
            <a:r>
              <a:rPr lang="en-AU" baseline="-25000">
                <a:latin typeface="Arial" panose="020B0604020202020204" pitchFamily="34" charset="0"/>
                <a:cs typeface="Arial" panose="020B0604020202020204" pitchFamily="34" charset="0"/>
              </a:rPr>
              <a:t>m</a:t>
            </a:r>
            <a:r>
              <a:rPr lang="en-AU">
                <a:latin typeface="Arial" panose="020B0604020202020204" pitchFamily="34" charset="0"/>
                <a:cs typeface="Arial" panose="020B0604020202020204" pitchFamily="34" charset="0"/>
              </a:rPr>
              <a:t>, g</a:t>
            </a:r>
            <a:r>
              <a:rPr lang="en-AU" baseline="-25000">
                <a:latin typeface="Arial" panose="020B0604020202020204" pitchFamily="34" charset="0"/>
                <a:cs typeface="Arial" panose="020B0604020202020204" pitchFamily="34" charset="0"/>
              </a:rPr>
              <a:t>π</a:t>
            </a:r>
            <a:r>
              <a:rPr lang="en-AU">
                <a:latin typeface="Arial" panose="020B0604020202020204" pitchFamily="34" charset="0"/>
                <a:cs typeface="Arial" panose="020B0604020202020204" pitchFamily="34" charset="0"/>
              </a:rPr>
              <a:t>, g</a:t>
            </a:r>
            <a:r>
              <a:rPr lang="en-AU" baseline="-25000">
                <a:latin typeface="Arial" panose="020B0604020202020204" pitchFamily="34" charset="0"/>
                <a:cs typeface="Arial" panose="020B0604020202020204" pitchFamily="34" charset="0"/>
              </a:rPr>
              <a:t>o</a:t>
            </a:r>
            <a:r>
              <a:rPr lang="en-AU">
                <a:latin typeface="Arial" panose="020B0604020202020204" pitchFamily="34" charset="0"/>
                <a:cs typeface="Arial" panose="020B0604020202020204" pitchFamily="34" charset="0"/>
              </a:rPr>
              <a:t> and </a:t>
            </a:r>
            <a:r>
              <a:rPr lang="en-AU" err="1">
                <a:latin typeface="Arial" panose="020B0604020202020204" pitchFamily="34" charset="0"/>
                <a:cs typeface="Arial" panose="020B0604020202020204" pitchFamily="34" charset="0"/>
              </a:rPr>
              <a:t>g</a:t>
            </a:r>
            <a:r>
              <a:rPr lang="en-AU" baseline="-25000" err="1">
                <a:latin typeface="Arial" panose="020B0604020202020204" pitchFamily="34" charset="0"/>
                <a:cs typeface="Arial" panose="020B0604020202020204" pitchFamily="34" charset="0"/>
              </a:rPr>
              <a:t>μ</a:t>
            </a:r>
            <a:r>
              <a:rPr lang="en-AU">
                <a:latin typeface="Arial" panose="020B0604020202020204" pitchFamily="34" charset="0"/>
                <a:cs typeface="Arial" panose="020B0604020202020204" pitchFamily="34" charset="0"/>
              </a:rPr>
              <a:t> are parameters that we choose to define the differential conductance:</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a:buFont typeface="Wingdings" panose="05000000000000000000" pitchFamily="2" charset="2"/>
              <a:buChar char="q"/>
            </a:pPr>
            <a:r>
              <a:rPr lang="en-AU"/>
              <a:t> </a:t>
            </a:r>
            <a:r>
              <a:rPr lang="en-AU">
                <a:latin typeface="Arial" panose="020B0604020202020204" pitchFamily="34" charset="0"/>
                <a:cs typeface="Arial" panose="020B0604020202020204" pitchFamily="34" charset="0"/>
              </a:rPr>
              <a:t>Determination of g</a:t>
            </a:r>
            <a:r>
              <a:rPr lang="en-AU" baseline="-25000">
                <a:latin typeface="Arial" panose="020B0604020202020204" pitchFamily="34" charset="0"/>
                <a:cs typeface="Arial" panose="020B0604020202020204" pitchFamily="34" charset="0"/>
              </a:rPr>
              <a:t>m </a:t>
            </a:r>
            <a:r>
              <a:rPr lang="en-AU">
                <a:latin typeface="Arial" panose="020B0604020202020204" pitchFamily="34" charset="0"/>
                <a:cs typeface="Arial" panose="020B0604020202020204" pitchFamily="34" charset="0"/>
              </a:rPr>
              <a:t>and g</a:t>
            </a:r>
            <a:r>
              <a:rPr lang="el-GR" baseline="-25000">
                <a:latin typeface="Arial" panose="020B0604020202020204" pitchFamily="34" charset="0"/>
                <a:cs typeface="Arial" panose="020B0604020202020204" pitchFamily="34" charset="0"/>
              </a:rPr>
              <a:t>π</a:t>
            </a:r>
            <a:endParaRPr lang="en-AU" baseline="-25000">
              <a:latin typeface="Arial" panose="020B0604020202020204" pitchFamily="34" charset="0"/>
              <a:cs typeface="Arial" panose="020B0604020202020204" pitchFamily="34" charset="0"/>
            </a:endParaRP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From BJT transistor in active mode, V</a:t>
            </a:r>
            <a:r>
              <a:rPr lang="en-AU" sz="2800" baseline="-25000">
                <a:latin typeface="Arial" panose="020B0604020202020204" pitchFamily="34" charset="0"/>
                <a:cs typeface="Arial" panose="020B0604020202020204" pitchFamily="34" charset="0"/>
              </a:rPr>
              <a:t>BE </a:t>
            </a:r>
            <a:r>
              <a:rPr lang="en-AU" sz="2800">
                <a:latin typeface="Arial" panose="020B0604020202020204" pitchFamily="34" charset="0"/>
                <a:cs typeface="Arial" panose="020B0604020202020204" pitchFamily="34" charset="0"/>
              </a:rPr>
              <a:t>and I</a:t>
            </a:r>
            <a:r>
              <a:rPr lang="en-AU" sz="2800" baseline="-25000">
                <a:latin typeface="Arial" panose="020B0604020202020204" pitchFamily="34" charset="0"/>
                <a:cs typeface="Arial" panose="020B0604020202020204" pitchFamily="34" charset="0"/>
              </a:rPr>
              <a:t>C </a:t>
            </a:r>
            <a:r>
              <a:rPr lang="en-AU" sz="2800">
                <a:latin typeface="Arial" panose="020B0604020202020204" pitchFamily="34" charset="0"/>
                <a:cs typeface="Arial" panose="020B0604020202020204" pitchFamily="34" charset="0"/>
              </a:rPr>
              <a:t>are related as follows</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12700" marR="673100" indent="0">
              <a:buNone/>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p:grpSp>
        <p:nvGrpSpPr>
          <p:cNvPr id="46" name="Group 45">
            <a:extLst>
              <a:ext uri="{FF2B5EF4-FFF2-40B4-BE49-F238E27FC236}">
                <a16:creationId xmlns:a16="http://schemas.microsoft.com/office/drawing/2014/main" id="{7CF44ABD-D083-3992-F734-A1AD5023CDB9}"/>
              </a:ext>
            </a:extLst>
          </p:cNvPr>
          <p:cNvGrpSpPr/>
          <p:nvPr/>
        </p:nvGrpSpPr>
        <p:grpSpPr>
          <a:xfrm>
            <a:off x="8245368" y="1290744"/>
            <a:ext cx="230040" cy="70200"/>
            <a:chOff x="8245368" y="2580048"/>
            <a:chExt cx="230040" cy="70200"/>
          </a:xfrm>
        </p:grpSpPr>
        <mc:AlternateContent xmlns:mc="http://schemas.openxmlformats.org/markup-compatibility/2006" xmlns:p14="http://schemas.microsoft.com/office/powerpoint/2010/main">
          <mc:Choice Requires="p14">
            <p:contentPart p14:bwMode="auto" r:id="rId5">
              <p14:nvContentPartPr>
                <p14:cNvPr id="40" name="Ink 39">
                  <a:extLst>
                    <a:ext uri="{FF2B5EF4-FFF2-40B4-BE49-F238E27FC236}">
                      <a16:creationId xmlns:a16="http://schemas.microsoft.com/office/drawing/2014/main" id="{03CC4649-6E7A-C0A8-6F6B-094848D002E9}"/>
                    </a:ext>
                  </a:extLst>
                </p14:cNvPr>
                <p14:cNvContentPartPr/>
                <p14:nvPr/>
              </p14:nvContentPartPr>
              <p14:xfrm>
                <a:off x="8245368" y="2644128"/>
                <a:ext cx="124560" cy="6120"/>
              </p14:xfrm>
            </p:contentPart>
          </mc:Choice>
          <mc:Fallback xmlns="">
            <p:pic>
              <p:nvPicPr>
                <p:cNvPr id="40" name="Ink 39">
                  <a:extLst>
                    <a:ext uri="{FF2B5EF4-FFF2-40B4-BE49-F238E27FC236}">
                      <a16:creationId xmlns:a16="http://schemas.microsoft.com/office/drawing/2014/main" id="{03CC4649-6E7A-C0A8-6F6B-094848D002E9}"/>
                    </a:ext>
                  </a:extLst>
                </p:cNvPr>
                <p:cNvPicPr/>
                <p:nvPr/>
              </p:nvPicPr>
              <p:blipFill>
                <a:blip r:embed="rId6"/>
                <a:stretch>
                  <a:fillRect/>
                </a:stretch>
              </p:blipFill>
              <p:spPr>
                <a:xfrm>
                  <a:off x="8236368" y="2635128"/>
                  <a:ext cx="142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2" name="Ink 41">
                  <a:extLst>
                    <a:ext uri="{FF2B5EF4-FFF2-40B4-BE49-F238E27FC236}">
                      <a16:creationId xmlns:a16="http://schemas.microsoft.com/office/drawing/2014/main" id="{20658119-E540-630A-84B0-5CA22366AC23}"/>
                    </a:ext>
                  </a:extLst>
                </p14:cNvPr>
                <p14:cNvContentPartPr/>
                <p14:nvPr/>
              </p14:nvContentPartPr>
              <p14:xfrm>
                <a:off x="8374608" y="2611728"/>
                <a:ext cx="100800" cy="7200"/>
              </p14:xfrm>
            </p:contentPart>
          </mc:Choice>
          <mc:Fallback xmlns="">
            <p:pic>
              <p:nvPicPr>
                <p:cNvPr id="42" name="Ink 41">
                  <a:extLst>
                    <a:ext uri="{FF2B5EF4-FFF2-40B4-BE49-F238E27FC236}">
                      <a16:creationId xmlns:a16="http://schemas.microsoft.com/office/drawing/2014/main" id="{20658119-E540-630A-84B0-5CA22366AC23}"/>
                    </a:ext>
                  </a:extLst>
                </p:cNvPr>
                <p:cNvPicPr/>
                <p:nvPr/>
              </p:nvPicPr>
              <p:blipFill>
                <a:blip r:embed="rId8"/>
                <a:stretch>
                  <a:fillRect/>
                </a:stretch>
              </p:blipFill>
              <p:spPr>
                <a:xfrm>
                  <a:off x="8365608" y="2602728"/>
                  <a:ext cx="11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3" name="Ink 42">
                  <a:extLst>
                    <a:ext uri="{FF2B5EF4-FFF2-40B4-BE49-F238E27FC236}">
                      <a16:creationId xmlns:a16="http://schemas.microsoft.com/office/drawing/2014/main" id="{ED9CEE95-41D6-2360-E6C8-4318CCEE4AB8}"/>
                    </a:ext>
                  </a:extLst>
                </p14:cNvPr>
                <p14:cNvContentPartPr/>
                <p14:nvPr/>
              </p14:nvContentPartPr>
              <p14:xfrm>
                <a:off x="8461728" y="2580048"/>
                <a:ext cx="13320" cy="33120"/>
              </p14:xfrm>
            </p:contentPart>
          </mc:Choice>
          <mc:Fallback xmlns="">
            <p:pic>
              <p:nvPicPr>
                <p:cNvPr id="43" name="Ink 42">
                  <a:extLst>
                    <a:ext uri="{FF2B5EF4-FFF2-40B4-BE49-F238E27FC236}">
                      <a16:creationId xmlns:a16="http://schemas.microsoft.com/office/drawing/2014/main" id="{ED9CEE95-41D6-2360-E6C8-4318CCEE4AB8}"/>
                    </a:ext>
                  </a:extLst>
                </p:cNvPr>
                <p:cNvPicPr/>
                <p:nvPr/>
              </p:nvPicPr>
              <p:blipFill>
                <a:blip r:embed="rId10"/>
                <a:stretch>
                  <a:fillRect/>
                </a:stretch>
              </p:blipFill>
              <p:spPr>
                <a:xfrm>
                  <a:off x="8452478" y="2571145"/>
                  <a:ext cx="31450" cy="5057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44" name="Ink 43">
                <a:extLst>
                  <a:ext uri="{FF2B5EF4-FFF2-40B4-BE49-F238E27FC236}">
                    <a16:creationId xmlns:a16="http://schemas.microsoft.com/office/drawing/2014/main" id="{F676FBB3-A74E-8FDA-9D7E-937C0AD84D19}"/>
                  </a:ext>
                </a:extLst>
              </p14:cNvPr>
              <p14:cNvContentPartPr/>
              <p14:nvPr/>
            </p14:nvContentPartPr>
            <p14:xfrm>
              <a:off x="8494128" y="1552824"/>
              <a:ext cx="11880" cy="26640"/>
            </p14:xfrm>
          </p:contentPart>
        </mc:Choice>
        <mc:Fallback xmlns="">
          <p:pic>
            <p:nvPicPr>
              <p:cNvPr id="44" name="Ink 43">
                <a:extLst>
                  <a:ext uri="{FF2B5EF4-FFF2-40B4-BE49-F238E27FC236}">
                    <a16:creationId xmlns:a16="http://schemas.microsoft.com/office/drawing/2014/main" id="{F676FBB3-A74E-8FDA-9D7E-937C0AD84D19}"/>
                  </a:ext>
                </a:extLst>
              </p:cNvPr>
              <p:cNvPicPr/>
              <p:nvPr/>
            </p:nvPicPr>
            <p:blipFill>
              <a:blip r:embed="rId12"/>
              <a:stretch>
                <a:fillRect/>
              </a:stretch>
            </p:blipFill>
            <p:spPr>
              <a:xfrm>
                <a:off x="8485128" y="1543824"/>
                <a:ext cx="295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5" name="Ink 44">
                <a:extLst>
                  <a:ext uri="{FF2B5EF4-FFF2-40B4-BE49-F238E27FC236}">
                    <a16:creationId xmlns:a16="http://schemas.microsoft.com/office/drawing/2014/main" id="{0EBF1460-3E70-323B-2774-9095D067041A}"/>
                  </a:ext>
                </a:extLst>
              </p14:cNvPr>
              <p14:cNvContentPartPr/>
              <p14:nvPr/>
            </p14:nvContentPartPr>
            <p14:xfrm>
              <a:off x="8472888" y="1772064"/>
              <a:ext cx="8280" cy="198360"/>
            </p14:xfrm>
          </p:contentPart>
        </mc:Choice>
        <mc:Fallback xmlns="">
          <p:pic>
            <p:nvPicPr>
              <p:cNvPr id="45" name="Ink 44">
                <a:extLst>
                  <a:ext uri="{FF2B5EF4-FFF2-40B4-BE49-F238E27FC236}">
                    <a16:creationId xmlns:a16="http://schemas.microsoft.com/office/drawing/2014/main" id="{0EBF1460-3E70-323B-2774-9095D067041A}"/>
                  </a:ext>
                </a:extLst>
              </p:cNvPr>
              <p:cNvPicPr/>
              <p:nvPr/>
            </p:nvPicPr>
            <p:blipFill>
              <a:blip r:embed="rId14"/>
              <a:stretch>
                <a:fillRect/>
              </a:stretch>
            </p:blipFill>
            <p:spPr>
              <a:xfrm>
                <a:off x="8463888" y="1763064"/>
                <a:ext cx="25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8" name="Ink 57">
                <a:extLst>
                  <a:ext uri="{FF2B5EF4-FFF2-40B4-BE49-F238E27FC236}">
                    <a16:creationId xmlns:a16="http://schemas.microsoft.com/office/drawing/2014/main" id="{432CF5DA-75E7-19C2-739F-A85427E1D7D8}"/>
                  </a:ext>
                </a:extLst>
              </p14:cNvPr>
              <p14:cNvContentPartPr/>
              <p14:nvPr/>
            </p14:nvContentPartPr>
            <p14:xfrm>
              <a:off x="4637808" y="1633968"/>
              <a:ext cx="5400" cy="19080"/>
            </p14:xfrm>
          </p:contentPart>
        </mc:Choice>
        <mc:Fallback xmlns="">
          <p:pic>
            <p:nvPicPr>
              <p:cNvPr id="58" name="Ink 57">
                <a:extLst>
                  <a:ext uri="{FF2B5EF4-FFF2-40B4-BE49-F238E27FC236}">
                    <a16:creationId xmlns:a16="http://schemas.microsoft.com/office/drawing/2014/main" id="{432CF5DA-75E7-19C2-739F-A85427E1D7D8}"/>
                  </a:ext>
                </a:extLst>
              </p:cNvPr>
              <p:cNvPicPr/>
              <p:nvPr/>
            </p:nvPicPr>
            <p:blipFill>
              <a:blip r:embed="rId16"/>
              <a:stretch>
                <a:fillRect/>
              </a:stretch>
            </p:blipFill>
            <p:spPr>
              <a:xfrm>
                <a:off x="4628165" y="1625135"/>
                <a:ext cx="24300" cy="36393"/>
              </a:xfrm>
              <a:prstGeom prst="rect">
                <a:avLst/>
              </a:prstGeom>
            </p:spPr>
          </p:pic>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9F5BE94-C39F-1449-7AED-817801BD1E9F}"/>
                  </a:ext>
                </a:extLst>
              </p:cNvPr>
              <p:cNvSpPr/>
              <p:nvPr/>
            </p:nvSpPr>
            <p:spPr>
              <a:xfrm>
                <a:off x="2680001" y="1416744"/>
                <a:ext cx="1195832" cy="11560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a:latin typeface="Cambria Math" panose="02040503050406030204" pitchFamily="18" charset="0"/>
                              <a:ea typeface="Cambria Math"/>
                            </a:rPr>
                          </m:ctrlPr>
                        </m:sSubPr>
                        <m:e>
                          <m:d>
                            <m:dPr>
                              <m:begChr m:val=""/>
                              <m:endChr m:val="|"/>
                              <m:ctrlPr>
                                <a:rPr lang="en-AU" sz="2800" i="1" dirty="0">
                                  <a:latin typeface="Cambria Math" panose="02040503050406030204" pitchFamily="18" charset="0"/>
                                  <a:ea typeface="Cambria Math"/>
                                </a:rPr>
                              </m:ctrlPr>
                            </m:dPr>
                            <m:e>
                              <m:r>
                                <a:rPr lang="en-AU" sz="2800" b="0" i="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i</m:t>
                                      </m:r>
                                    </m:e>
                                    <m:sub>
                                      <m:r>
                                        <m:rPr>
                                          <m:sty m:val="p"/>
                                        </m:rPr>
                                        <a:rPr lang="en-AU" sz="2800" b="0" i="0" dirty="0">
                                          <a:latin typeface="Cambria Math"/>
                                          <a:ea typeface="Cambria Math"/>
                                        </a:rPr>
                                        <m:t>B</m:t>
                                      </m:r>
                                    </m:sub>
                                  </m:sSub>
                                </m:num>
                                <m:den>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v</m:t>
                                      </m:r>
                                    </m:e>
                                    <m:sub>
                                      <m:r>
                                        <m:rPr>
                                          <m:sty m:val="p"/>
                                        </m:rPr>
                                        <a:rPr lang="en-AU" sz="2800" b="0" i="0" dirty="0">
                                          <a:latin typeface="Cambria Math"/>
                                          <a:ea typeface="Cambria Math"/>
                                        </a:rPr>
                                        <m:t>BE</m:t>
                                      </m:r>
                                    </m:sub>
                                  </m:sSub>
                                </m:den>
                              </m:f>
                            </m:e>
                          </m:d>
                        </m:e>
                        <m:sub>
                          <m:r>
                            <m:rPr>
                              <m:sty m:val="p"/>
                            </m:rPr>
                            <a:rPr lang="en-AU" sz="2800" b="0" i="0" dirty="0">
                              <a:latin typeface="Cambria Math"/>
                              <a:ea typeface="Cambria Math"/>
                            </a:rPr>
                            <m:t>Q</m:t>
                          </m:r>
                        </m:sub>
                      </m:sSub>
                    </m:oMath>
                  </m:oMathPara>
                </a14:m>
                <a:endParaRPr lang="en-AU" sz="2800" dirty="0"/>
              </a:p>
            </p:txBody>
          </p:sp>
        </mc:Choice>
        <mc:Fallback xmlns="">
          <p:sp>
            <p:nvSpPr>
              <p:cNvPr id="22" name="Rectangle 21">
                <a:extLst>
                  <a:ext uri="{FF2B5EF4-FFF2-40B4-BE49-F238E27FC236}">
                    <a16:creationId xmlns:a16="http://schemas.microsoft.com/office/drawing/2014/main" id="{A9F5BE94-C39F-1449-7AED-817801BD1E9F}"/>
                  </a:ext>
                </a:extLst>
              </p:cNvPr>
              <p:cNvSpPr>
                <a:spLocks noRot="1" noChangeAspect="1" noMove="1" noResize="1" noEditPoints="1" noAdjustHandles="1" noChangeArrowheads="1" noChangeShapeType="1" noTextEdit="1"/>
              </p:cNvSpPr>
              <p:nvPr/>
            </p:nvSpPr>
            <p:spPr>
              <a:xfrm>
                <a:off x="2680001" y="1416744"/>
                <a:ext cx="1195832" cy="1156086"/>
              </a:xfrm>
              <a:prstGeom prst="rect">
                <a:avLst/>
              </a:prstGeom>
              <a:blipFill>
                <a:blip r:embed="rId17"/>
                <a:stretch>
                  <a:fillRect r="-255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5E3CDA5-649A-0519-0A2D-A3BBBF5D6968}"/>
                  </a:ext>
                </a:extLst>
              </p:cNvPr>
              <p:cNvSpPr/>
              <p:nvPr/>
            </p:nvSpPr>
            <p:spPr>
              <a:xfrm>
                <a:off x="2081118" y="1638476"/>
                <a:ext cx="81608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oMath>
                  </m:oMathPara>
                </a14:m>
                <a:endParaRPr lang="en-AU" sz="2800" dirty="0"/>
              </a:p>
            </p:txBody>
          </p:sp>
        </mc:Choice>
        <mc:Fallback xmlns="">
          <p:sp>
            <p:nvSpPr>
              <p:cNvPr id="25" name="Rectangle 24">
                <a:extLst>
                  <a:ext uri="{FF2B5EF4-FFF2-40B4-BE49-F238E27FC236}">
                    <a16:creationId xmlns:a16="http://schemas.microsoft.com/office/drawing/2014/main" id="{E5E3CDA5-649A-0519-0A2D-A3BBBF5D6968}"/>
                  </a:ext>
                </a:extLst>
              </p:cNvPr>
              <p:cNvSpPr>
                <a:spLocks noRot="1" noChangeAspect="1" noMove="1" noResize="1" noEditPoints="1" noAdjustHandles="1" noChangeArrowheads="1" noChangeShapeType="1" noTextEdit="1"/>
              </p:cNvSpPr>
              <p:nvPr/>
            </p:nvSpPr>
            <p:spPr>
              <a:xfrm>
                <a:off x="2081118" y="1638476"/>
                <a:ext cx="816081" cy="52322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D138EEF4-BC93-E04F-40B7-D57D505D2ACD}"/>
                  </a:ext>
                </a:extLst>
              </p:cNvPr>
              <p:cNvSpPr/>
              <p:nvPr/>
            </p:nvSpPr>
            <p:spPr>
              <a:xfrm>
                <a:off x="6269344" y="2505562"/>
                <a:ext cx="1775329" cy="11560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AU" sz="2800" b="0" i="0" smtClean="0">
                          <a:latin typeface="Cambria Math"/>
                          <a:ea typeface="Cambria Math"/>
                        </a:rPr>
                        <m:t>=</m:t>
                      </m:r>
                      <m:sSub>
                        <m:sSubPr>
                          <m:ctrlPr>
                            <a:rPr lang="en-AU" sz="2800" i="1" dirty="0">
                              <a:latin typeface="Cambria Math" panose="02040503050406030204" pitchFamily="18" charset="0"/>
                              <a:ea typeface="Cambria Math"/>
                            </a:rPr>
                          </m:ctrlPr>
                        </m:sSubPr>
                        <m:e>
                          <m:d>
                            <m:dPr>
                              <m:begChr m:val=""/>
                              <m:endChr m:val="|"/>
                              <m:ctrlPr>
                                <a:rPr lang="en-AU" sz="2800" i="1" dirty="0">
                                  <a:latin typeface="Cambria Math" panose="02040503050406030204" pitchFamily="18" charset="0"/>
                                  <a:ea typeface="Cambria Math"/>
                                </a:rPr>
                              </m:ctrlPr>
                            </m:dPr>
                            <m:e>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i</m:t>
                                      </m:r>
                                    </m:e>
                                    <m:sub>
                                      <m:r>
                                        <m:rPr>
                                          <m:sty m:val="p"/>
                                        </m:rPr>
                                        <a:rPr lang="en-AU" sz="2800" b="0" i="0" dirty="0" smtClean="0">
                                          <a:latin typeface="Cambria Math"/>
                                          <a:ea typeface="Cambria Math"/>
                                        </a:rPr>
                                        <m:t>C</m:t>
                                      </m:r>
                                    </m:sub>
                                  </m:sSub>
                                </m:num>
                                <m:den>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v</m:t>
                                      </m:r>
                                    </m:e>
                                    <m:sub>
                                      <m:r>
                                        <m:rPr>
                                          <m:sty m:val="p"/>
                                        </m:rPr>
                                        <a:rPr lang="en-AU" sz="2800" b="0" i="0" dirty="0">
                                          <a:latin typeface="Cambria Math"/>
                                          <a:ea typeface="Cambria Math"/>
                                        </a:rPr>
                                        <m:t>CE</m:t>
                                      </m:r>
                                    </m:sub>
                                  </m:sSub>
                                </m:den>
                              </m:f>
                            </m:e>
                          </m:d>
                        </m:e>
                        <m:sub>
                          <m:r>
                            <m:rPr>
                              <m:sty m:val="p"/>
                            </m:rPr>
                            <a:rPr lang="en-AU" sz="2800" b="0" i="0" dirty="0">
                              <a:latin typeface="Cambria Math"/>
                              <a:ea typeface="Cambria Math"/>
                            </a:rPr>
                            <m:t>Q</m:t>
                          </m:r>
                        </m:sub>
                      </m:sSub>
                    </m:oMath>
                  </m:oMathPara>
                </a14:m>
                <a:endParaRPr lang="en-AU" sz="2800"/>
              </a:p>
            </p:txBody>
          </p:sp>
        </mc:Choice>
        <mc:Fallback xmlns="">
          <p:sp>
            <p:nvSpPr>
              <p:cNvPr id="28" name="Rectangle 27">
                <a:extLst>
                  <a:ext uri="{FF2B5EF4-FFF2-40B4-BE49-F238E27FC236}">
                    <a16:creationId xmlns:a16="http://schemas.microsoft.com/office/drawing/2014/main" id="{D138EEF4-BC93-E04F-40B7-D57D505D2ACD}"/>
                  </a:ext>
                </a:extLst>
              </p:cNvPr>
              <p:cNvSpPr>
                <a:spLocks noRot="1" noChangeAspect="1" noMove="1" noResize="1" noEditPoints="1" noAdjustHandles="1" noChangeArrowheads="1" noChangeShapeType="1" noTextEdit="1"/>
              </p:cNvSpPr>
              <p:nvPr/>
            </p:nvSpPr>
            <p:spPr>
              <a:xfrm>
                <a:off x="6269344" y="2505562"/>
                <a:ext cx="1775329" cy="115608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635DA962-CD3C-6017-6BD3-4B599BE9E413}"/>
                  </a:ext>
                </a:extLst>
              </p:cNvPr>
              <p:cNvSpPr/>
              <p:nvPr/>
            </p:nvSpPr>
            <p:spPr>
              <a:xfrm>
                <a:off x="2216951" y="2716310"/>
                <a:ext cx="544413"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oMath>
                  </m:oMathPara>
                </a14:m>
                <a:endParaRPr lang="en-AU" sz="2800"/>
              </a:p>
            </p:txBody>
          </p:sp>
        </mc:Choice>
        <mc:Fallback xmlns="">
          <p:sp>
            <p:nvSpPr>
              <p:cNvPr id="32" name="Rectangle 31">
                <a:extLst>
                  <a:ext uri="{FF2B5EF4-FFF2-40B4-BE49-F238E27FC236}">
                    <a16:creationId xmlns:a16="http://schemas.microsoft.com/office/drawing/2014/main" id="{635DA962-CD3C-6017-6BD3-4B599BE9E413}"/>
                  </a:ext>
                </a:extLst>
              </p:cNvPr>
              <p:cNvSpPr>
                <a:spLocks noRot="1" noChangeAspect="1" noMove="1" noResize="1" noEditPoints="1" noAdjustHandles="1" noChangeArrowheads="1" noChangeShapeType="1" noTextEdit="1"/>
              </p:cNvSpPr>
              <p:nvPr/>
            </p:nvSpPr>
            <p:spPr>
              <a:xfrm>
                <a:off x="2216951" y="2716310"/>
                <a:ext cx="544413" cy="52322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4C857E7-8DB5-372B-55A2-34D7B234DF03}"/>
                  </a:ext>
                </a:extLst>
              </p:cNvPr>
              <p:cNvSpPr/>
              <p:nvPr/>
            </p:nvSpPr>
            <p:spPr>
              <a:xfrm>
                <a:off x="5686207" y="1638476"/>
                <a:ext cx="1039087" cy="558166"/>
              </a:xfrm>
              <a:prstGeom prst="rect">
                <a:avLst/>
              </a:prstGeom>
            </p:spPr>
            <p:txBody>
              <a:bodyPr wrap="square">
                <a:spAutoFit/>
              </a:bodyPr>
              <a:lstStyle/>
              <a:p>
                <a14:m>
                  <m:oMath xmlns:m="http://schemas.openxmlformats.org/officeDocument/2006/math">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oMath>
                </a14:m>
                <a:r>
                  <a:rPr lang="en-AU" sz="2800">
                    <a:ea typeface="Cambria Math"/>
                  </a:rPr>
                  <a:t> </a:t>
                </a:r>
                <a14:m>
                  <m:oMath xmlns:m="http://schemas.openxmlformats.org/officeDocument/2006/math">
                    <m:r>
                      <a:rPr lang="en-AU" sz="2800" b="0" i="0">
                        <a:latin typeface="Cambria Math"/>
                        <a:ea typeface="Cambria Math"/>
                      </a:rPr>
                      <m:t>=</m:t>
                    </m:r>
                  </m:oMath>
                </a14:m>
                <a:endParaRPr lang="en-AU" sz="2800"/>
              </a:p>
            </p:txBody>
          </p:sp>
        </mc:Choice>
        <mc:Fallback xmlns="">
          <p:sp>
            <p:nvSpPr>
              <p:cNvPr id="8" name="Rectangle 7">
                <a:extLst>
                  <a:ext uri="{FF2B5EF4-FFF2-40B4-BE49-F238E27FC236}">
                    <a16:creationId xmlns:a16="http://schemas.microsoft.com/office/drawing/2014/main" id="{34C857E7-8DB5-372B-55A2-34D7B234DF03}"/>
                  </a:ext>
                </a:extLst>
              </p:cNvPr>
              <p:cNvSpPr>
                <a:spLocks noRot="1" noChangeAspect="1" noMove="1" noResize="1" noEditPoints="1" noAdjustHandles="1" noChangeArrowheads="1" noChangeShapeType="1" noTextEdit="1"/>
              </p:cNvSpPr>
              <p:nvPr/>
            </p:nvSpPr>
            <p:spPr>
              <a:xfrm>
                <a:off x="5686207" y="1638476"/>
                <a:ext cx="1039087" cy="55816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2F646DE-B05C-831A-8DEA-84FEB9C62D8B}"/>
                  </a:ext>
                </a:extLst>
              </p:cNvPr>
              <p:cNvSpPr/>
              <p:nvPr/>
            </p:nvSpPr>
            <p:spPr>
              <a:xfrm>
                <a:off x="6633219" y="1460041"/>
                <a:ext cx="1319469" cy="11560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a:latin typeface="Cambria Math" panose="02040503050406030204" pitchFamily="18" charset="0"/>
                              <a:ea typeface="Cambria Math"/>
                            </a:rPr>
                          </m:ctrlPr>
                        </m:sSubPr>
                        <m:e>
                          <m:d>
                            <m:dPr>
                              <m:begChr m:val=""/>
                              <m:endChr m:val="|"/>
                              <m:ctrlPr>
                                <a:rPr lang="en-AU" sz="2800" i="1" dirty="0">
                                  <a:latin typeface="Cambria Math" panose="02040503050406030204" pitchFamily="18" charset="0"/>
                                  <a:ea typeface="Cambria Math"/>
                                </a:rPr>
                              </m:ctrlPr>
                            </m:dPr>
                            <m:e>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i</m:t>
                                      </m:r>
                                    </m:e>
                                    <m:sub>
                                      <m:r>
                                        <m:rPr>
                                          <m:sty m:val="p"/>
                                        </m:rPr>
                                        <a:rPr lang="en-AU" sz="2800" b="0" i="0" dirty="0" smtClean="0">
                                          <a:latin typeface="Cambria Math"/>
                                          <a:ea typeface="Cambria Math"/>
                                        </a:rPr>
                                        <m:t>B</m:t>
                                      </m:r>
                                    </m:sub>
                                  </m:sSub>
                                </m:num>
                                <m:den>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v</m:t>
                                      </m:r>
                                    </m:e>
                                    <m:sub>
                                      <m:r>
                                        <m:rPr>
                                          <m:sty m:val="p"/>
                                        </m:rPr>
                                        <a:rPr lang="en-AU" sz="2800" b="0" i="0" dirty="0">
                                          <a:latin typeface="Cambria Math"/>
                                          <a:ea typeface="Cambria Math"/>
                                        </a:rPr>
                                        <m:t>CE</m:t>
                                      </m:r>
                                    </m:sub>
                                  </m:sSub>
                                </m:den>
                              </m:f>
                            </m:e>
                          </m:d>
                        </m:e>
                        <m:sub>
                          <m:r>
                            <m:rPr>
                              <m:sty m:val="p"/>
                            </m:rPr>
                            <a:rPr lang="en-AU" sz="2800" b="0" i="0" dirty="0">
                              <a:latin typeface="Cambria Math"/>
                              <a:ea typeface="Cambria Math"/>
                            </a:rPr>
                            <m:t>Q</m:t>
                          </m:r>
                        </m:sub>
                      </m:sSub>
                    </m:oMath>
                  </m:oMathPara>
                </a14:m>
                <a:endParaRPr lang="en-AU" sz="2800"/>
              </a:p>
            </p:txBody>
          </p:sp>
        </mc:Choice>
        <mc:Fallback xmlns="">
          <p:sp>
            <p:nvSpPr>
              <p:cNvPr id="9" name="Rectangle 8">
                <a:extLst>
                  <a:ext uri="{FF2B5EF4-FFF2-40B4-BE49-F238E27FC236}">
                    <a16:creationId xmlns:a16="http://schemas.microsoft.com/office/drawing/2014/main" id="{42F646DE-B05C-831A-8DEA-84FEB9C62D8B}"/>
                  </a:ext>
                </a:extLst>
              </p:cNvPr>
              <p:cNvSpPr>
                <a:spLocks noRot="1" noChangeAspect="1" noMove="1" noResize="1" noEditPoints="1" noAdjustHandles="1" noChangeArrowheads="1" noChangeShapeType="1" noTextEdit="1"/>
              </p:cNvSpPr>
              <p:nvPr/>
            </p:nvSpPr>
            <p:spPr>
              <a:xfrm>
                <a:off x="6633219" y="1460041"/>
                <a:ext cx="1319469" cy="115608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BC83DEC-3181-5250-E33F-24136A24D5FE}"/>
                  </a:ext>
                </a:extLst>
              </p:cNvPr>
              <p:cNvSpPr/>
              <p:nvPr/>
            </p:nvSpPr>
            <p:spPr>
              <a:xfrm>
                <a:off x="5823792" y="2715536"/>
                <a:ext cx="544413"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oMath>
                  </m:oMathPara>
                </a14:m>
                <a:endParaRPr lang="en-AU" sz="2800"/>
              </a:p>
            </p:txBody>
          </p:sp>
        </mc:Choice>
        <mc:Fallback xmlns="">
          <p:sp>
            <p:nvSpPr>
              <p:cNvPr id="10" name="Rectangle 9">
                <a:extLst>
                  <a:ext uri="{FF2B5EF4-FFF2-40B4-BE49-F238E27FC236}">
                    <a16:creationId xmlns:a16="http://schemas.microsoft.com/office/drawing/2014/main" id="{6BC83DEC-3181-5250-E33F-24136A24D5FE}"/>
                  </a:ext>
                </a:extLst>
              </p:cNvPr>
              <p:cNvSpPr>
                <a:spLocks noRot="1" noChangeAspect="1" noMove="1" noResize="1" noEditPoints="1" noAdjustHandles="1" noChangeArrowheads="1" noChangeShapeType="1" noTextEdit="1"/>
              </p:cNvSpPr>
              <p:nvPr/>
            </p:nvSpPr>
            <p:spPr>
              <a:xfrm>
                <a:off x="5823792" y="2715536"/>
                <a:ext cx="544413" cy="52322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5FB2DBA-25DD-6468-7E2F-35AD7A771764}"/>
                  </a:ext>
                </a:extLst>
              </p:cNvPr>
              <p:cNvSpPr/>
              <p:nvPr/>
            </p:nvSpPr>
            <p:spPr>
              <a:xfrm>
                <a:off x="2758887" y="2523797"/>
                <a:ext cx="1624585" cy="11560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AU" sz="2800" b="0" i="0" smtClean="0">
                          <a:latin typeface="Cambria Math"/>
                          <a:ea typeface="Cambria Math"/>
                        </a:rPr>
                        <m:t>=</m:t>
                      </m:r>
                      <m:sSub>
                        <m:sSubPr>
                          <m:ctrlPr>
                            <a:rPr lang="en-AU" sz="2800" i="1" dirty="0">
                              <a:latin typeface="Cambria Math" panose="02040503050406030204" pitchFamily="18" charset="0"/>
                              <a:ea typeface="Cambria Math"/>
                            </a:rPr>
                          </m:ctrlPr>
                        </m:sSubPr>
                        <m:e>
                          <m:d>
                            <m:dPr>
                              <m:begChr m:val=""/>
                              <m:endChr m:val="|"/>
                              <m:ctrlPr>
                                <a:rPr lang="en-AU" sz="2800" i="1" dirty="0">
                                  <a:latin typeface="Cambria Math" panose="02040503050406030204" pitchFamily="18" charset="0"/>
                                  <a:ea typeface="Cambria Math"/>
                                </a:rPr>
                              </m:ctrlPr>
                            </m:dPr>
                            <m:e>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i</m:t>
                                      </m:r>
                                    </m:e>
                                    <m:sub>
                                      <m:r>
                                        <m:rPr>
                                          <m:sty m:val="p"/>
                                        </m:rPr>
                                        <a:rPr lang="en-AU" sz="2800" b="0" i="0" dirty="0" smtClean="0">
                                          <a:latin typeface="Cambria Math"/>
                                          <a:ea typeface="Cambria Math"/>
                                        </a:rPr>
                                        <m:t>C</m:t>
                                      </m:r>
                                    </m:sub>
                                  </m:sSub>
                                </m:num>
                                <m:den>
                                  <m:sSub>
                                    <m:sSubPr>
                                      <m:ctrlPr>
                                        <a:rPr lang="en-AU" sz="2800" i="1" dirty="0">
                                          <a:latin typeface="Cambria Math" panose="02040503050406030204" pitchFamily="18" charset="0"/>
                                          <a:ea typeface="Cambria Math"/>
                                        </a:rPr>
                                      </m:ctrlPr>
                                    </m:sSubPr>
                                    <m:e>
                                      <m:r>
                                        <a:rPr lang="en-AU" sz="2800" b="0" i="0" dirty="0">
                                          <a:latin typeface="Cambria Math"/>
                                          <a:ea typeface="Cambria Math"/>
                                        </a:rPr>
                                        <m:t>𝜕</m:t>
                                      </m:r>
                                      <m:r>
                                        <m:rPr>
                                          <m:sty m:val="p"/>
                                        </m:rPr>
                                        <a:rPr lang="en-AU" sz="2800" b="0" i="0" dirty="0">
                                          <a:latin typeface="Cambria Math"/>
                                          <a:ea typeface="Cambria Math"/>
                                        </a:rPr>
                                        <m:t>v</m:t>
                                      </m:r>
                                    </m:e>
                                    <m:sub>
                                      <m:r>
                                        <m:rPr>
                                          <m:sty m:val="p"/>
                                        </m:rPr>
                                        <a:rPr lang="en-AU" sz="2800" b="0" i="0" dirty="0">
                                          <a:latin typeface="Cambria Math"/>
                                          <a:ea typeface="Cambria Math"/>
                                        </a:rPr>
                                        <m:t>BE</m:t>
                                      </m:r>
                                    </m:sub>
                                  </m:sSub>
                                </m:den>
                              </m:f>
                            </m:e>
                          </m:d>
                        </m:e>
                        <m:sub>
                          <m:r>
                            <m:rPr>
                              <m:sty m:val="p"/>
                            </m:rPr>
                            <a:rPr lang="en-AU" sz="2800" b="0" i="0" dirty="0">
                              <a:latin typeface="Cambria Math"/>
                              <a:ea typeface="Cambria Math"/>
                            </a:rPr>
                            <m:t>Q</m:t>
                          </m:r>
                        </m:sub>
                      </m:sSub>
                    </m:oMath>
                  </m:oMathPara>
                </a14:m>
                <a:endParaRPr lang="en-AU" sz="2800"/>
              </a:p>
            </p:txBody>
          </p:sp>
        </mc:Choice>
        <mc:Fallback xmlns="">
          <p:sp>
            <p:nvSpPr>
              <p:cNvPr id="11" name="Rectangle 10">
                <a:extLst>
                  <a:ext uri="{FF2B5EF4-FFF2-40B4-BE49-F238E27FC236}">
                    <a16:creationId xmlns:a16="http://schemas.microsoft.com/office/drawing/2014/main" id="{75FB2DBA-25DD-6468-7E2F-35AD7A771764}"/>
                  </a:ext>
                </a:extLst>
              </p:cNvPr>
              <p:cNvSpPr>
                <a:spLocks noRot="1" noChangeAspect="1" noMove="1" noResize="1" noEditPoints="1" noAdjustHandles="1" noChangeArrowheads="1" noChangeShapeType="1" noTextEdit="1"/>
              </p:cNvSpPr>
              <p:nvPr/>
            </p:nvSpPr>
            <p:spPr>
              <a:xfrm>
                <a:off x="2758887" y="2523797"/>
                <a:ext cx="1624585" cy="1156086"/>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2B2EA13-A505-448E-91D6-5E553DD3F42C}"/>
                  </a:ext>
                </a:extLst>
              </p:cNvPr>
              <p:cNvSpPr/>
              <p:nvPr/>
            </p:nvSpPr>
            <p:spPr>
              <a:xfrm>
                <a:off x="3162213" y="4957311"/>
                <a:ext cx="3471006"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C</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m:oMathPara>
                </a14:m>
                <a:endParaRPr lang="en-AU" sz="2800" dirty="0"/>
              </a:p>
            </p:txBody>
          </p:sp>
        </mc:Choice>
        <mc:Fallback xmlns="">
          <p:sp>
            <p:nvSpPr>
              <p:cNvPr id="12" name="Rectangle 11">
                <a:extLst>
                  <a:ext uri="{FF2B5EF4-FFF2-40B4-BE49-F238E27FC236}">
                    <a16:creationId xmlns:a16="http://schemas.microsoft.com/office/drawing/2014/main" id="{02B2EA13-A505-448E-91D6-5E553DD3F42C}"/>
                  </a:ext>
                </a:extLst>
              </p:cNvPr>
              <p:cNvSpPr>
                <a:spLocks noRot="1" noChangeAspect="1" noMove="1" noResize="1" noEditPoints="1" noAdjustHandles="1" noChangeArrowheads="1" noChangeShapeType="1" noTextEdit="1"/>
              </p:cNvSpPr>
              <p:nvPr/>
            </p:nvSpPr>
            <p:spPr>
              <a:xfrm>
                <a:off x="3162213" y="4957311"/>
                <a:ext cx="3471006" cy="969433"/>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26">
            <p14:nvContentPartPr>
              <p14:cNvPr id="3" name="Ink 2">
                <a:extLst>
                  <a:ext uri="{FF2B5EF4-FFF2-40B4-BE49-F238E27FC236}">
                    <a16:creationId xmlns:a16="http://schemas.microsoft.com/office/drawing/2014/main" id="{89E858EB-97D6-980E-AA2A-1074E8721FCC}"/>
                  </a:ext>
                </a:extLst>
              </p14:cNvPr>
              <p14:cNvContentPartPr/>
              <p14:nvPr/>
            </p14:nvContentPartPr>
            <p14:xfrm>
              <a:off x="1841040" y="1356480"/>
              <a:ext cx="8461080" cy="4558320"/>
            </p14:xfrm>
          </p:contentPart>
        </mc:Choice>
        <mc:Fallback xmlns="">
          <p:pic>
            <p:nvPicPr>
              <p:cNvPr id="3" name="Ink 2">
                <a:extLst>
                  <a:ext uri="{FF2B5EF4-FFF2-40B4-BE49-F238E27FC236}">
                    <a16:creationId xmlns:a16="http://schemas.microsoft.com/office/drawing/2014/main" id="{89E858EB-97D6-980E-AA2A-1074E8721FCC}"/>
                  </a:ext>
                </a:extLst>
              </p:cNvPr>
              <p:cNvPicPr/>
              <p:nvPr/>
            </p:nvPicPr>
            <p:blipFill>
              <a:blip r:embed="rId27"/>
              <a:stretch>
                <a:fillRect/>
              </a:stretch>
            </p:blipFill>
            <p:spPr>
              <a:xfrm>
                <a:off x="1831680" y="1347120"/>
                <a:ext cx="8479800" cy="4577040"/>
              </a:xfrm>
              <a:prstGeom prst="rect">
                <a:avLst/>
              </a:prstGeom>
            </p:spPr>
          </p:pic>
        </mc:Fallback>
      </mc:AlternateContent>
    </p:spTree>
    <p:extLst>
      <p:ext uri="{BB962C8B-B14F-4D97-AF65-F5344CB8AC3E}">
        <p14:creationId xmlns:p14="http://schemas.microsoft.com/office/powerpoint/2010/main" val="72669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a:bodyPr>
          <a:lstStyle/>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The base current, I</a:t>
            </a:r>
            <a:r>
              <a:rPr lang="en-AU" baseline="-25000">
                <a:latin typeface="Arial" panose="020B0604020202020204" pitchFamily="34" charset="0"/>
                <a:cs typeface="Arial" panose="020B0604020202020204" pitchFamily="34" charset="0"/>
              </a:rPr>
              <a:t>B</a:t>
            </a:r>
            <a:r>
              <a:rPr lang="en-AU">
                <a:latin typeface="Arial" panose="020B0604020202020204" pitchFamily="34" charset="0"/>
                <a:cs typeface="Arial" panose="020B0604020202020204" pitchFamily="34" charset="0"/>
              </a:rPr>
              <a:t>,</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a:buFont typeface="Wingdings" panose="05000000000000000000" pitchFamily="2" charset="2"/>
              <a:buChar char="q"/>
            </a:pPr>
            <a:r>
              <a:rPr lang="en-AU"/>
              <a:t> </a:t>
            </a:r>
            <a:r>
              <a:rPr lang="en-AU">
                <a:latin typeface="Arial" panose="020B0604020202020204" pitchFamily="34" charset="0"/>
                <a:cs typeface="Arial" panose="020B0604020202020204" pitchFamily="34" charset="0"/>
              </a:rPr>
              <a:t>Assuming I</a:t>
            </a:r>
            <a:r>
              <a:rPr lang="en-AU" baseline="-25000">
                <a:latin typeface="Arial" panose="020B0604020202020204" pitchFamily="34" charset="0"/>
                <a:cs typeface="Arial" panose="020B0604020202020204" pitchFamily="34" charset="0"/>
              </a:rPr>
              <a:t>S</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and β are constant, g</a:t>
            </a:r>
            <a:r>
              <a:rPr lang="en-AU" baseline="-25000">
                <a:latin typeface="Arial" panose="020B0604020202020204" pitchFamily="34" charset="0"/>
                <a:cs typeface="Arial" panose="020B0604020202020204" pitchFamily="34" charset="0"/>
              </a:rPr>
              <a:t>m</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and g</a:t>
            </a:r>
            <a:r>
              <a:rPr lang="en-AU" baseline="-25000">
                <a:latin typeface="Arial" panose="020B0604020202020204" pitchFamily="34" charset="0"/>
                <a:cs typeface="Arial" panose="020B0604020202020204" pitchFamily="34" charset="0"/>
              </a:rPr>
              <a:t>π</a:t>
            </a:r>
            <a:r>
              <a:rPr lang="en-AU">
                <a:latin typeface="Arial" panose="020B0604020202020204" pitchFamily="34" charset="0"/>
                <a:cs typeface="Arial" panose="020B0604020202020204" pitchFamily="34" charset="0"/>
              </a:rPr>
              <a:t> can be obtained by      differentiating the above expressions </a:t>
            </a:r>
            <a:r>
              <a:rPr lang="en-AU" err="1">
                <a:latin typeface="Arial" panose="020B0604020202020204" pitchFamily="34" charset="0"/>
                <a:cs typeface="Arial" panose="020B0604020202020204" pitchFamily="34" charset="0"/>
              </a:rPr>
              <a:t>w.r.t.</a:t>
            </a:r>
            <a:r>
              <a:rPr lang="en-AU">
                <a:latin typeface="Arial" panose="020B0604020202020204" pitchFamily="34" charset="0"/>
                <a:cs typeface="Arial" panose="020B0604020202020204" pitchFamily="34" charset="0"/>
              </a:rPr>
              <a:t> </a:t>
            </a:r>
            <a:r>
              <a:rPr lang="en-AU" err="1">
                <a:latin typeface="Arial" panose="020B0604020202020204" pitchFamily="34" charset="0"/>
                <a:cs typeface="Arial" panose="020B0604020202020204" pitchFamily="34" charset="0"/>
              </a:rPr>
              <a:t>v</a:t>
            </a:r>
            <a:r>
              <a:rPr lang="en-AU" baseline="-25000" err="1">
                <a:latin typeface="Arial" panose="020B0604020202020204" pitchFamily="34" charset="0"/>
                <a:cs typeface="Arial" panose="020B0604020202020204" pitchFamily="34" charset="0"/>
              </a:rPr>
              <a:t>BE</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and evaluating at the Q‐point values.</a:t>
            </a:r>
          </a:p>
          <a:p>
            <a:pPr>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12700" marR="673100" indent="0">
              <a:buNone/>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p:grpSp>
        <p:nvGrpSpPr>
          <p:cNvPr id="46" name="Group 45">
            <a:extLst>
              <a:ext uri="{FF2B5EF4-FFF2-40B4-BE49-F238E27FC236}">
                <a16:creationId xmlns:a16="http://schemas.microsoft.com/office/drawing/2014/main" id="{7CF44ABD-D083-3992-F734-A1AD5023CDB9}"/>
              </a:ext>
            </a:extLst>
          </p:cNvPr>
          <p:cNvGrpSpPr/>
          <p:nvPr/>
        </p:nvGrpSpPr>
        <p:grpSpPr>
          <a:xfrm>
            <a:off x="8245368" y="1290744"/>
            <a:ext cx="230040" cy="70200"/>
            <a:chOff x="8245368" y="2580048"/>
            <a:chExt cx="230040" cy="70200"/>
          </a:xfrm>
        </p:grpSpPr>
        <mc:AlternateContent xmlns:mc="http://schemas.openxmlformats.org/markup-compatibility/2006" xmlns:p14="http://schemas.microsoft.com/office/powerpoint/2010/main">
          <mc:Choice Requires="p14">
            <p:contentPart p14:bwMode="auto" r:id="rId5">
              <p14:nvContentPartPr>
                <p14:cNvPr id="40" name="Ink 39">
                  <a:extLst>
                    <a:ext uri="{FF2B5EF4-FFF2-40B4-BE49-F238E27FC236}">
                      <a16:creationId xmlns:a16="http://schemas.microsoft.com/office/drawing/2014/main" id="{03CC4649-6E7A-C0A8-6F6B-094848D002E9}"/>
                    </a:ext>
                  </a:extLst>
                </p14:cNvPr>
                <p14:cNvContentPartPr/>
                <p14:nvPr/>
              </p14:nvContentPartPr>
              <p14:xfrm>
                <a:off x="8245368" y="2644128"/>
                <a:ext cx="124560" cy="6120"/>
              </p14:xfrm>
            </p:contentPart>
          </mc:Choice>
          <mc:Fallback xmlns="">
            <p:pic>
              <p:nvPicPr>
                <p:cNvPr id="40" name="Ink 39">
                  <a:extLst>
                    <a:ext uri="{FF2B5EF4-FFF2-40B4-BE49-F238E27FC236}">
                      <a16:creationId xmlns:a16="http://schemas.microsoft.com/office/drawing/2014/main" id="{03CC4649-6E7A-C0A8-6F6B-094848D002E9}"/>
                    </a:ext>
                  </a:extLst>
                </p:cNvPr>
                <p:cNvPicPr/>
                <p:nvPr/>
              </p:nvPicPr>
              <p:blipFill>
                <a:blip r:embed="rId6"/>
                <a:stretch>
                  <a:fillRect/>
                </a:stretch>
              </p:blipFill>
              <p:spPr>
                <a:xfrm>
                  <a:off x="8236368" y="2635128"/>
                  <a:ext cx="142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2" name="Ink 41">
                  <a:extLst>
                    <a:ext uri="{FF2B5EF4-FFF2-40B4-BE49-F238E27FC236}">
                      <a16:creationId xmlns:a16="http://schemas.microsoft.com/office/drawing/2014/main" id="{20658119-E540-630A-84B0-5CA22366AC23}"/>
                    </a:ext>
                  </a:extLst>
                </p14:cNvPr>
                <p14:cNvContentPartPr/>
                <p14:nvPr/>
              </p14:nvContentPartPr>
              <p14:xfrm>
                <a:off x="8374608" y="2611728"/>
                <a:ext cx="100800" cy="7200"/>
              </p14:xfrm>
            </p:contentPart>
          </mc:Choice>
          <mc:Fallback xmlns="">
            <p:pic>
              <p:nvPicPr>
                <p:cNvPr id="42" name="Ink 41">
                  <a:extLst>
                    <a:ext uri="{FF2B5EF4-FFF2-40B4-BE49-F238E27FC236}">
                      <a16:creationId xmlns:a16="http://schemas.microsoft.com/office/drawing/2014/main" id="{20658119-E540-630A-84B0-5CA22366AC23}"/>
                    </a:ext>
                  </a:extLst>
                </p:cNvPr>
                <p:cNvPicPr/>
                <p:nvPr/>
              </p:nvPicPr>
              <p:blipFill>
                <a:blip r:embed="rId8"/>
                <a:stretch>
                  <a:fillRect/>
                </a:stretch>
              </p:blipFill>
              <p:spPr>
                <a:xfrm>
                  <a:off x="8365608" y="2602728"/>
                  <a:ext cx="11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3" name="Ink 42">
                  <a:extLst>
                    <a:ext uri="{FF2B5EF4-FFF2-40B4-BE49-F238E27FC236}">
                      <a16:creationId xmlns:a16="http://schemas.microsoft.com/office/drawing/2014/main" id="{ED9CEE95-41D6-2360-E6C8-4318CCEE4AB8}"/>
                    </a:ext>
                  </a:extLst>
                </p14:cNvPr>
                <p14:cNvContentPartPr/>
                <p14:nvPr/>
              </p14:nvContentPartPr>
              <p14:xfrm>
                <a:off x="8461728" y="2580048"/>
                <a:ext cx="13320" cy="33120"/>
              </p14:xfrm>
            </p:contentPart>
          </mc:Choice>
          <mc:Fallback xmlns="">
            <p:pic>
              <p:nvPicPr>
                <p:cNvPr id="43" name="Ink 42">
                  <a:extLst>
                    <a:ext uri="{FF2B5EF4-FFF2-40B4-BE49-F238E27FC236}">
                      <a16:creationId xmlns:a16="http://schemas.microsoft.com/office/drawing/2014/main" id="{ED9CEE95-41D6-2360-E6C8-4318CCEE4AB8}"/>
                    </a:ext>
                  </a:extLst>
                </p:cNvPr>
                <p:cNvPicPr/>
                <p:nvPr/>
              </p:nvPicPr>
              <p:blipFill>
                <a:blip r:embed="rId10"/>
                <a:stretch>
                  <a:fillRect/>
                </a:stretch>
              </p:blipFill>
              <p:spPr>
                <a:xfrm>
                  <a:off x="8452478" y="2571145"/>
                  <a:ext cx="31450" cy="5057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44" name="Ink 43">
                <a:extLst>
                  <a:ext uri="{FF2B5EF4-FFF2-40B4-BE49-F238E27FC236}">
                    <a16:creationId xmlns:a16="http://schemas.microsoft.com/office/drawing/2014/main" id="{F676FBB3-A74E-8FDA-9D7E-937C0AD84D19}"/>
                  </a:ext>
                </a:extLst>
              </p14:cNvPr>
              <p14:cNvContentPartPr/>
              <p14:nvPr/>
            </p14:nvContentPartPr>
            <p14:xfrm>
              <a:off x="8494128" y="1552824"/>
              <a:ext cx="11880" cy="26640"/>
            </p14:xfrm>
          </p:contentPart>
        </mc:Choice>
        <mc:Fallback xmlns="">
          <p:pic>
            <p:nvPicPr>
              <p:cNvPr id="44" name="Ink 43">
                <a:extLst>
                  <a:ext uri="{FF2B5EF4-FFF2-40B4-BE49-F238E27FC236}">
                    <a16:creationId xmlns:a16="http://schemas.microsoft.com/office/drawing/2014/main" id="{F676FBB3-A74E-8FDA-9D7E-937C0AD84D19}"/>
                  </a:ext>
                </a:extLst>
              </p:cNvPr>
              <p:cNvPicPr/>
              <p:nvPr/>
            </p:nvPicPr>
            <p:blipFill>
              <a:blip r:embed="rId12"/>
              <a:stretch>
                <a:fillRect/>
              </a:stretch>
            </p:blipFill>
            <p:spPr>
              <a:xfrm>
                <a:off x="8485128" y="1543824"/>
                <a:ext cx="295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5" name="Ink 44">
                <a:extLst>
                  <a:ext uri="{FF2B5EF4-FFF2-40B4-BE49-F238E27FC236}">
                    <a16:creationId xmlns:a16="http://schemas.microsoft.com/office/drawing/2014/main" id="{0EBF1460-3E70-323B-2774-9095D067041A}"/>
                  </a:ext>
                </a:extLst>
              </p14:cNvPr>
              <p14:cNvContentPartPr/>
              <p14:nvPr/>
            </p14:nvContentPartPr>
            <p14:xfrm>
              <a:off x="8472888" y="1772064"/>
              <a:ext cx="8280" cy="198360"/>
            </p14:xfrm>
          </p:contentPart>
        </mc:Choice>
        <mc:Fallback xmlns="">
          <p:pic>
            <p:nvPicPr>
              <p:cNvPr id="45" name="Ink 44">
                <a:extLst>
                  <a:ext uri="{FF2B5EF4-FFF2-40B4-BE49-F238E27FC236}">
                    <a16:creationId xmlns:a16="http://schemas.microsoft.com/office/drawing/2014/main" id="{0EBF1460-3E70-323B-2774-9095D067041A}"/>
                  </a:ext>
                </a:extLst>
              </p:cNvPr>
              <p:cNvPicPr/>
              <p:nvPr/>
            </p:nvPicPr>
            <p:blipFill>
              <a:blip r:embed="rId14"/>
              <a:stretch>
                <a:fillRect/>
              </a:stretch>
            </p:blipFill>
            <p:spPr>
              <a:xfrm>
                <a:off x="8463888" y="1763064"/>
                <a:ext cx="25920" cy="216000"/>
              </a:xfrm>
              <a:prstGeom prst="rect">
                <a:avLst/>
              </a:prstGeom>
            </p:spPr>
          </p:pic>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2B2EA13-A505-448E-91D6-5E553DD3F42C}"/>
                  </a:ext>
                </a:extLst>
              </p:cNvPr>
              <p:cNvSpPr/>
              <p:nvPr/>
            </p:nvSpPr>
            <p:spPr>
              <a:xfrm>
                <a:off x="3052457" y="1183853"/>
                <a:ext cx="3471006"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panose="02040503050406030204" pitchFamily="18" charset="0"/>
                              <a:ea typeface="Cambria Math" panose="02040503050406030204" pitchFamily="18" charset="0"/>
                            </a:rPr>
                            <m:t>β</m:t>
                          </m:r>
                        </m:sub>
                      </m:sSub>
                      <m:r>
                        <a:rPr lang="en-AU" sz="2800" b="0" i="0" dirty="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S</m:t>
                              </m:r>
                            </m:sub>
                          </m:sSub>
                        </m:num>
                        <m:den>
                          <m:r>
                            <m:rPr>
                              <m:sty m:val="p"/>
                            </m:rPr>
                            <a:rPr lang="en-AU" sz="2800" b="0" i="0" dirty="0" smtClean="0">
                              <a:latin typeface="Cambria Math" panose="02040503050406030204" pitchFamily="18" charset="0"/>
                              <a:ea typeface="Cambria Math" panose="02040503050406030204" pitchFamily="18" charset="0"/>
                            </a:rPr>
                            <m:t>β</m:t>
                          </m:r>
                        </m:den>
                      </m:f>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m:oMathPara>
                </a14:m>
                <a:endParaRPr lang="en-AU" sz="2800"/>
              </a:p>
            </p:txBody>
          </p:sp>
        </mc:Choice>
        <mc:Fallback xmlns="">
          <p:sp>
            <p:nvSpPr>
              <p:cNvPr id="12" name="Rectangle 11">
                <a:extLst>
                  <a:ext uri="{FF2B5EF4-FFF2-40B4-BE49-F238E27FC236}">
                    <a16:creationId xmlns:a16="http://schemas.microsoft.com/office/drawing/2014/main" id="{02B2EA13-A505-448E-91D6-5E553DD3F42C}"/>
                  </a:ext>
                </a:extLst>
              </p:cNvPr>
              <p:cNvSpPr>
                <a:spLocks noRot="1" noChangeAspect="1" noMove="1" noResize="1" noEditPoints="1" noAdjustHandles="1" noChangeArrowheads="1" noChangeShapeType="1" noTextEdit="1"/>
              </p:cNvSpPr>
              <p:nvPr/>
            </p:nvSpPr>
            <p:spPr>
              <a:xfrm>
                <a:off x="3052457" y="1183853"/>
                <a:ext cx="3471006" cy="969433"/>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8CA0C82-5DA7-C6AE-C7F3-C891DEF28F21}"/>
                  </a:ext>
                </a:extLst>
              </p:cNvPr>
              <p:cNvSpPr/>
              <p:nvPr/>
            </p:nvSpPr>
            <p:spPr>
              <a:xfrm>
                <a:off x="3824318" y="2164781"/>
                <a:ext cx="1566464" cy="89614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smtClean="0">
                              <a:latin typeface="Cambria Math"/>
                              <a:ea typeface="Cambria Math"/>
                            </a:rPr>
                            <m:t>Kq</m:t>
                          </m:r>
                        </m:num>
                        <m:den>
                          <m:r>
                            <m:rPr>
                              <m:sty m:val="p"/>
                            </m:rPr>
                            <a:rPr lang="en-AU" sz="2800" b="0" i="0" dirty="0" smtClean="0">
                              <a:latin typeface="Cambria Math"/>
                              <a:ea typeface="Cambria Math"/>
                            </a:rPr>
                            <m:t>T</m:t>
                          </m:r>
                        </m:den>
                      </m:f>
                    </m:oMath>
                  </m:oMathPara>
                </a14:m>
                <a:endParaRPr lang="en-AU" sz="2800"/>
              </a:p>
            </p:txBody>
          </p:sp>
        </mc:Choice>
        <mc:Fallback xmlns="">
          <p:sp>
            <p:nvSpPr>
              <p:cNvPr id="3" name="Rectangle 2">
                <a:extLst>
                  <a:ext uri="{FF2B5EF4-FFF2-40B4-BE49-F238E27FC236}">
                    <a16:creationId xmlns:a16="http://schemas.microsoft.com/office/drawing/2014/main" id="{38CA0C82-5DA7-C6AE-C7F3-C891DEF28F21}"/>
                  </a:ext>
                </a:extLst>
              </p:cNvPr>
              <p:cNvSpPr>
                <a:spLocks noRot="1" noChangeAspect="1" noMove="1" noResize="1" noEditPoints="1" noAdjustHandles="1" noChangeArrowheads="1" noChangeShapeType="1" noTextEdit="1"/>
              </p:cNvSpPr>
              <p:nvPr/>
            </p:nvSpPr>
            <p:spPr>
              <a:xfrm>
                <a:off x="3824318" y="2164781"/>
                <a:ext cx="1566464" cy="896143"/>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98ECFA0-80FE-DE14-6BE9-805CDB2CA736}"/>
                  </a:ext>
                </a:extLst>
              </p:cNvPr>
              <p:cNvSpPr/>
              <p:nvPr/>
            </p:nvSpPr>
            <p:spPr>
              <a:xfrm>
                <a:off x="5944802" y="2428186"/>
                <a:ext cx="3322833" cy="523220"/>
              </a:xfrm>
              <a:prstGeom prst="rect">
                <a:avLst/>
              </a:prstGeom>
            </p:spPr>
            <p:txBody>
              <a:bodyPr wrap="none">
                <a:spAutoFit/>
              </a:bodyPr>
              <a:lstStyle/>
              <a:p>
                <a14:m>
                  <m:oMath xmlns:m="http://schemas.openxmlformats.org/officeDocument/2006/math">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T</m:t>
                        </m:r>
                      </m:sub>
                    </m:sSub>
                    <m:r>
                      <a:rPr lang="en-AU" sz="2800" b="0" i="0" dirty="0">
                        <a:latin typeface="Cambria Math"/>
                        <a:ea typeface="Cambria Math"/>
                      </a:rPr>
                      <m:t>=26</m:t>
                    </m:r>
                    <m:r>
                      <m:rPr>
                        <m:sty m:val="p"/>
                      </m:rPr>
                      <a:rPr lang="en-AU" sz="2800" b="0" i="0" dirty="0">
                        <a:latin typeface="Cambria Math"/>
                        <a:ea typeface="Cambria Math"/>
                      </a:rPr>
                      <m:t>mV</m:t>
                    </m:r>
                    <m:r>
                      <a:rPr lang="en-AU" sz="2800" b="0" i="0" dirty="0">
                        <a:latin typeface="Cambria Math"/>
                        <a:ea typeface="Cambria Math"/>
                      </a:rPr>
                      <m:t> </m:t>
                    </m:r>
                  </m:oMath>
                </a14:m>
                <a:r>
                  <a:rPr lang="en-AU" sz="2800">
                    <a:latin typeface="Arial" panose="020B0604020202020204" pitchFamily="34" charset="0"/>
                    <a:cs typeface="Arial" panose="020B0604020202020204" pitchFamily="34" charset="0"/>
                  </a:rPr>
                  <a:t> at 300K</a:t>
                </a:r>
              </a:p>
            </p:txBody>
          </p:sp>
        </mc:Choice>
        <mc:Fallback xmlns="">
          <p:sp>
            <p:nvSpPr>
              <p:cNvPr id="13" name="Rectangle 12">
                <a:extLst>
                  <a:ext uri="{FF2B5EF4-FFF2-40B4-BE49-F238E27FC236}">
                    <a16:creationId xmlns:a16="http://schemas.microsoft.com/office/drawing/2014/main" id="{D98ECFA0-80FE-DE14-6BE9-805CDB2CA736}"/>
                  </a:ext>
                </a:extLst>
              </p:cNvPr>
              <p:cNvSpPr>
                <a:spLocks noRot="1" noChangeAspect="1" noMove="1" noResize="1" noEditPoints="1" noAdjustHandles="1" noChangeArrowheads="1" noChangeShapeType="1" noTextEdit="1"/>
              </p:cNvSpPr>
              <p:nvPr/>
            </p:nvSpPr>
            <p:spPr>
              <a:xfrm>
                <a:off x="5944802" y="2428186"/>
                <a:ext cx="3322833" cy="523220"/>
              </a:xfrm>
              <a:prstGeom prst="rect">
                <a:avLst/>
              </a:prstGeom>
              <a:blipFill>
                <a:blip r:embed="rId17"/>
                <a:stretch>
                  <a:fillRect t="-11628" r="-3486"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8C5B23B5-B969-B37D-5FFB-70D7C7DBEDC1}"/>
                  </a:ext>
                </a:extLst>
              </p:cNvPr>
              <p:cNvSpPr/>
              <p:nvPr/>
            </p:nvSpPr>
            <p:spPr>
              <a:xfrm>
                <a:off x="3824318" y="4138342"/>
                <a:ext cx="3613974" cy="98206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sub>
                          </m:sSub>
                        </m:num>
                        <m:den>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den>
                      </m:f>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oMath>
                  </m:oMathPara>
                </a14:m>
                <a:endParaRPr lang="en-AU" sz="2800"/>
              </a:p>
            </p:txBody>
          </p:sp>
        </mc:Choice>
        <mc:Fallback xmlns="">
          <p:sp>
            <p:nvSpPr>
              <p:cNvPr id="15" name="Rectangle 14">
                <a:extLst>
                  <a:ext uri="{FF2B5EF4-FFF2-40B4-BE49-F238E27FC236}">
                    <a16:creationId xmlns:a16="http://schemas.microsoft.com/office/drawing/2014/main" id="{8C5B23B5-B969-B37D-5FFB-70D7C7DBEDC1}"/>
                  </a:ext>
                </a:extLst>
              </p:cNvPr>
              <p:cNvSpPr>
                <a:spLocks noRot="1" noChangeAspect="1" noMove="1" noResize="1" noEditPoints="1" noAdjustHandles="1" noChangeArrowheads="1" noChangeShapeType="1" noTextEdit="1"/>
              </p:cNvSpPr>
              <p:nvPr/>
            </p:nvSpPr>
            <p:spPr>
              <a:xfrm>
                <a:off x="3824318" y="4138342"/>
                <a:ext cx="3613974" cy="982064"/>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0A663674-D59B-EC84-A1DA-228DACCC0C52}"/>
                  </a:ext>
                </a:extLst>
              </p:cNvPr>
              <p:cNvSpPr/>
              <p:nvPr/>
            </p:nvSpPr>
            <p:spPr>
              <a:xfrm>
                <a:off x="2719080" y="5120406"/>
                <a:ext cx="6926082" cy="98450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i</m:t>
                              </m:r>
                            </m:e>
                            <m:sub>
                              <m:r>
                                <m:rPr>
                                  <m:sty m:val="p"/>
                                </m:rPr>
                                <a:rPr lang="en-AU" sz="2800" b="0" i="0" dirty="0" smtClean="0">
                                  <a:latin typeface="Cambria Math"/>
                                  <a:ea typeface="Cambria Math"/>
                                </a:rPr>
                                <m:t>B</m:t>
                              </m:r>
                            </m:sub>
                          </m:sSub>
                        </m:num>
                        <m:den>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den>
                      </m:f>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BQ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C</m:t>
                              </m:r>
                              <m:r>
                                <m:rPr>
                                  <m:sty m:val="p"/>
                                </m:rPr>
                                <a:rPr lang="en-AU" sz="2800" b="0" i="0" dirty="0">
                                  <a:latin typeface="Cambria Math"/>
                                  <a:ea typeface="Cambria Math"/>
                                </a:rPr>
                                <m:t>Q</m:t>
                              </m:r>
                            </m:sub>
                          </m:sSub>
                        </m:num>
                        <m:den>
                          <m:r>
                            <m:rPr>
                              <m:sty m:val="p"/>
                            </m:rPr>
                            <a:rPr lang="en-AU" sz="2800" b="0" i="0" dirty="0" smtClean="0">
                              <a:latin typeface="Cambria Math"/>
                              <a:ea typeface="Cambria Math"/>
                            </a:rPr>
                            <m:t>β</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T</m:t>
                              </m:r>
                            </m:sub>
                          </m:sSub>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num>
                        <m:den>
                          <m:r>
                            <m:rPr>
                              <m:sty m:val="p"/>
                            </m:rPr>
                            <a:rPr lang="en-AU" sz="2800" b="0" i="0" dirty="0" smtClean="0">
                              <a:latin typeface="Cambria Math"/>
                              <a:ea typeface="Cambria Math"/>
                            </a:rPr>
                            <m:t>β</m:t>
                          </m:r>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r>
                            <a:rPr lang="en-AU" sz="2800" b="0" i="0" dirty="0" smtClean="0">
                              <a:latin typeface="Cambria Math"/>
                              <a:ea typeface="Cambria Math"/>
                            </a:rPr>
                            <m:t>1</m:t>
                          </m:r>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π</m:t>
                              </m:r>
                            </m:sub>
                          </m:sSub>
                        </m:den>
                      </m:f>
                    </m:oMath>
                  </m:oMathPara>
                </a14:m>
                <a:endParaRPr lang="en-AU" sz="2800"/>
              </a:p>
            </p:txBody>
          </p:sp>
        </mc:Choice>
        <mc:Fallback xmlns="">
          <p:sp>
            <p:nvSpPr>
              <p:cNvPr id="16" name="Rectangle 15">
                <a:extLst>
                  <a:ext uri="{FF2B5EF4-FFF2-40B4-BE49-F238E27FC236}">
                    <a16:creationId xmlns:a16="http://schemas.microsoft.com/office/drawing/2014/main" id="{0A663674-D59B-EC84-A1DA-228DACCC0C52}"/>
                  </a:ext>
                </a:extLst>
              </p:cNvPr>
              <p:cNvSpPr>
                <a:spLocks noRot="1" noChangeAspect="1" noMove="1" noResize="1" noEditPoints="1" noAdjustHandles="1" noChangeArrowheads="1" noChangeShapeType="1" noTextEdit="1"/>
              </p:cNvSpPr>
              <p:nvPr/>
            </p:nvSpPr>
            <p:spPr>
              <a:xfrm>
                <a:off x="2719080" y="5120406"/>
                <a:ext cx="6926082" cy="984500"/>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20">
            <p14:nvContentPartPr>
              <p14:cNvPr id="8" name="Ink 7">
                <a:extLst>
                  <a:ext uri="{FF2B5EF4-FFF2-40B4-BE49-F238E27FC236}">
                    <a16:creationId xmlns:a16="http://schemas.microsoft.com/office/drawing/2014/main" id="{DBC63B33-F0D1-A4A1-7916-85E0DAAF06A3}"/>
                  </a:ext>
                </a:extLst>
              </p14:cNvPr>
              <p14:cNvContentPartPr/>
              <p14:nvPr/>
            </p14:nvContentPartPr>
            <p14:xfrm>
              <a:off x="329760" y="558720"/>
              <a:ext cx="11636640" cy="5685840"/>
            </p14:xfrm>
          </p:contentPart>
        </mc:Choice>
        <mc:Fallback xmlns="">
          <p:pic>
            <p:nvPicPr>
              <p:cNvPr id="8" name="Ink 7">
                <a:extLst>
                  <a:ext uri="{FF2B5EF4-FFF2-40B4-BE49-F238E27FC236}">
                    <a16:creationId xmlns:a16="http://schemas.microsoft.com/office/drawing/2014/main" id="{DBC63B33-F0D1-A4A1-7916-85E0DAAF06A3}"/>
                  </a:ext>
                </a:extLst>
              </p:cNvPr>
              <p:cNvPicPr/>
              <p:nvPr/>
            </p:nvPicPr>
            <p:blipFill>
              <a:blip r:embed="rId21"/>
              <a:stretch>
                <a:fillRect/>
              </a:stretch>
            </p:blipFill>
            <p:spPr>
              <a:xfrm>
                <a:off x="320400" y="549360"/>
                <a:ext cx="11655360" cy="5704560"/>
              </a:xfrm>
              <a:prstGeom prst="rect">
                <a:avLst/>
              </a:prstGeom>
            </p:spPr>
          </p:pic>
        </mc:Fallback>
      </mc:AlternateContent>
    </p:spTree>
    <p:extLst>
      <p:ext uri="{BB962C8B-B14F-4D97-AF65-F5344CB8AC3E}">
        <p14:creationId xmlns:p14="http://schemas.microsoft.com/office/powerpoint/2010/main" val="253949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a:bodyPr>
          <a:lstStyle/>
          <a:p>
            <a:pPr>
              <a:buFont typeface="Wingdings" panose="05000000000000000000" pitchFamily="2" charset="2"/>
              <a:buChar char="q"/>
            </a:pPr>
            <a:r>
              <a:rPr lang="en-AU">
                <a:latin typeface="Arial" panose="020B0604020202020204" pitchFamily="34" charset="0"/>
                <a:cs typeface="Arial" panose="020B0604020202020204" pitchFamily="34" charset="0"/>
              </a:rPr>
              <a:t>In the active region,  </a:t>
            </a:r>
            <a:r>
              <a:rPr lang="en-AU" dirty="0" err="1">
                <a:latin typeface="Arial" panose="020B0604020202020204" pitchFamily="34" charset="0"/>
                <a:cs typeface="Arial" panose="020B0604020202020204" pitchFamily="34" charset="0"/>
              </a:rPr>
              <a:t>i</a:t>
            </a:r>
            <a:r>
              <a:rPr lang="en-AU" baseline="-25000" dirty="0" err="1">
                <a:latin typeface="Arial" panose="020B0604020202020204" pitchFamily="34" charset="0"/>
                <a:cs typeface="Arial" panose="020B0604020202020204" pitchFamily="34" charset="0"/>
              </a:rPr>
              <a:t>C</a:t>
            </a:r>
            <a:r>
              <a:rPr lang="en-AU" err="1">
                <a:latin typeface="Arial" panose="020B0604020202020204" pitchFamily="34" charset="0"/>
                <a:cs typeface="Arial" panose="020B0604020202020204" pitchFamily="34" charset="0"/>
              </a:rPr>
              <a:t>‐</a:t>
            </a:r>
            <a:r>
              <a:rPr lang="en-AU" dirty="0" err="1">
                <a:latin typeface="Arial" panose="020B0604020202020204" pitchFamily="34" charset="0"/>
                <a:cs typeface="Arial" panose="020B0604020202020204" pitchFamily="34" charset="0"/>
              </a:rPr>
              <a:t>v</a:t>
            </a:r>
            <a:r>
              <a:rPr lang="en-AU" baseline="-25000" dirty="0" err="1">
                <a:latin typeface="Arial" panose="020B0604020202020204" pitchFamily="34" charset="0"/>
                <a:cs typeface="Arial" panose="020B0604020202020204" pitchFamily="34" charset="0"/>
              </a:rPr>
              <a:t>CE</a:t>
            </a:r>
            <a:r>
              <a:rPr lang="en-AU" dirty="0">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curves are not perfectly horizontal lines, but have finite slopes (as shown in the graph above). </a:t>
            </a:r>
          </a:p>
          <a:p>
            <a:pPr>
              <a:buFont typeface="Wingdings" panose="05000000000000000000" pitchFamily="2" charset="2"/>
              <a:buChar char="q"/>
            </a:pPr>
            <a:endParaRPr lang="en-AU">
              <a:latin typeface="Arial" panose="020B0604020202020204" pitchFamily="34" charset="0"/>
              <a:cs typeface="Arial" panose="020B0604020202020204" pitchFamily="34" charset="0"/>
            </a:endParaRPr>
          </a:p>
          <a:p>
            <a:pPr>
              <a:buFont typeface="Wingdings" panose="05000000000000000000" pitchFamily="2" charset="2"/>
              <a:buChar char="q"/>
            </a:pPr>
            <a:r>
              <a:rPr lang="en-AU">
                <a:latin typeface="Arial" panose="020B0604020202020204" pitchFamily="34" charset="0"/>
                <a:cs typeface="Arial" panose="020B0604020202020204" pitchFamily="34" charset="0"/>
              </a:rPr>
              <a:t>This is caused by an effect known as Base‐Width Modulation (also referred as the Early effect).</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p:pic>
        <p:nvPicPr>
          <p:cNvPr id="8" name="Picture 2">
            <a:extLst>
              <a:ext uri="{FF2B5EF4-FFF2-40B4-BE49-F238E27FC236}">
                <a16:creationId xmlns:a16="http://schemas.microsoft.com/office/drawing/2014/main" id="{FC07930D-C2C4-EDBC-63BC-2BF9D743B1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5417" y="3005577"/>
            <a:ext cx="4991255" cy="29726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F1C516F1-6EED-400C-CB9D-D557C746824B}"/>
                  </a:ext>
                </a:extLst>
              </p14:cNvPr>
              <p14:cNvContentPartPr/>
              <p14:nvPr/>
            </p14:nvContentPartPr>
            <p14:xfrm>
              <a:off x="400320" y="1139400"/>
              <a:ext cx="11322360" cy="5045040"/>
            </p14:xfrm>
          </p:contentPart>
        </mc:Choice>
        <mc:Fallback xmlns="">
          <p:pic>
            <p:nvPicPr>
              <p:cNvPr id="3" name="Ink 2">
                <a:extLst>
                  <a:ext uri="{FF2B5EF4-FFF2-40B4-BE49-F238E27FC236}">
                    <a16:creationId xmlns:a16="http://schemas.microsoft.com/office/drawing/2014/main" id="{F1C516F1-6EED-400C-CB9D-D557C746824B}"/>
                  </a:ext>
                </a:extLst>
              </p:cNvPr>
              <p:cNvPicPr/>
              <p:nvPr/>
            </p:nvPicPr>
            <p:blipFill>
              <a:blip r:embed="rId7"/>
              <a:stretch>
                <a:fillRect/>
              </a:stretch>
            </p:blipFill>
            <p:spPr>
              <a:xfrm>
                <a:off x="390960" y="1130040"/>
                <a:ext cx="11341080" cy="5063760"/>
              </a:xfrm>
              <a:prstGeom prst="rect">
                <a:avLst/>
              </a:prstGeom>
            </p:spPr>
          </p:pic>
        </mc:Fallback>
      </mc:AlternateContent>
    </p:spTree>
    <p:extLst>
      <p:ext uri="{BB962C8B-B14F-4D97-AF65-F5344CB8AC3E}">
        <p14:creationId xmlns:p14="http://schemas.microsoft.com/office/powerpoint/2010/main" val="1732151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lnSpcReduction="10000"/>
          </a:bodyPr>
          <a:lstStyle/>
          <a:p>
            <a:pPr>
              <a:buFont typeface="Wingdings" panose="05000000000000000000" pitchFamily="2" charset="2"/>
              <a:buChar char="§"/>
            </a:pPr>
            <a:r>
              <a:rPr lang="en-AU" sz="2800">
                <a:latin typeface="Arial" panose="020B0604020202020204" pitchFamily="34" charset="0"/>
                <a:cs typeface="Arial" panose="020B0604020202020204" pitchFamily="34" charset="0"/>
              </a:rPr>
              <a:t>How does Base-width Modulation work?</a:t>
            </a: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By increasing </a:t>
            </a:r>
            <a:r>
              <a:rPr lang="en-AU" sz="2800" err="1">
                <a:latin typeface="Arial" panose="020B0604020202020204" pitchFamily="34" charset="0"/>
                <a:cs typeface="Arial" panose="020B0604020202020204" pitchFamily="34" charset="0"/>
              </a:rPr>
              <a:t>v</a:t>
            </a:r>
            <a:r>
              <a:rPr lang="en-AU" sz="2800" baseline="-25000" err="1">
                <a:latin typeface="Arial" panose="020B0604020202020204" pitchFamily="34" charset="0"/>
                <a:cs typeface="Arial" panose="020B0604020202020204" pitchFamily="34" charset="0"/>
              </a:rPr>
              <a:t>CE</a:t>
            </a:r>
            <a:r>
              <a:rPr lang="en-AU" sz="2800">
                <a:latin typeface="Arial" panose="020B0604020202020204" pitchFamily="34" charset="0"/>
                <a:cs typeface="Arial" panose="020B0604020202020204" pitchFamily="34" charset="0"/>
              </a:rPr>
              <a:t>, we are increasing the reverse‐bias voltage across the C‐B junction. The depletion region of this junction is thus increased, resulting in a decrease in the effective base width, </a:t>
            </a:r>
            <a:r>
              <a:rPr lang="en-AU" sz="2800" i="1">
                <a:latin typeface="Arial" panose="020B0604020202020204" pitchFamily="34" charset="0"/>
                <a:cs typeface="Arial" panose="020B0604020202020204" pitchFamily="34" charset="0"/>
              </a:rPr>
              <a:t>W</a:t>
            </a:r>
            <a:r>
              <a:rPr lang="en-AU" sz="2800">
                <a:latin typeface="Arial" panose="020B0604020202020204" pitchFamily="34" charset="0"/>
                <a:cs typeface="Arial" panose="020B0604020202020204" pitchFamily="34" charset="0"/>
              </a:rPr>
              <a:t>.</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Since I</a:t>
            </a:r>
            <a:r>
              <a:rPr lang="en-AU" sz="2800" baseline="-25000">
                <a:latin typeface="Arial" panose="020B0604020202020204" pitchFamily="34" charset="0"/>
                <a:cs typeface="Arial" panose="020B0604020202020204" pitchFamily="34" charset="0"/>
              </a:rPr>
              <a:t>S</a:t>
            </a:r>
            <a:r>
              <a:rPr lang="en-AU" sz="2800" i="1">
                <a:latin typeface="Arial" panose="020B0604020202020204" pitchFamily="34" charset="0"/>
                <a:cs typeface="Arial" panose="020B0604020202020204" pitchFamily="34" charset="0"/>
              </a:rPr>
              <a:t> </a:t>
            </a:r>
            <a:r>
              <a:rPr lang="en-AU" sz="2800" err="1">
                <a:latin typeface="Arial" panose="020B0604020202020204" pitchFamily="34" charset="0"/>
                <a:cs typeface="Arial" panose="020B0604020202020204" pitchFamily="34" charset="0"/>
              </a:rPr>
              <a:t>is</a:t>
            </a:r>
            <a:r>
              <a:rPr lang="en-AU" sz="2800">
                <a:latin typeface="Arial" panose="020B0604020202020204" pitchFamily="34" charset="0"/>
                <a:cs typeface="Arial" panose="020B0604020202020204" pitchFamily="34" charset="0"/>
              </a:rPr>
              <a:t> inversely proportional to W, I</a:t>
            </a:r>
            <a:r>
              <a:rPr lang="en-AU" sz="2800" baseline="-25000">
                <a:latin typeface="Arial" panose="020B0604020202020204" pitchFamily="34" charset="0"/>
                <a:cs typeface="Arial" panose="020B0604020202020204" pitchFamily="34" charset="0"/>
              </a:rPr>
              <a:t>S</a:t>
            </a:r>
            <a:r>
              <a:rPr lang="en-AU" sz="2800">
                <a:latin typeface="Arial" panose="020B0604020202020204" pitchFamily="34" charset="0"/>
                <a:cs typeface="Arial" panose="020B0604020202020204" pitchFamily="34" charset="0"/>
              </a:rPr>
              <a:t>, and hence </a:t>
            </a:r>
            <a:r>
              <a:rPr lang="en-AU" sz="2800" err="1">
                <a:latin typeface="Arial" panose="020B0604020202020204" pitchFamily="34" charset="0"/>
                <a:cs typeface="Arial" panose="020B0604020202020204" pitchFamily="34" charset="0"/>
              </a:rPr>
              <a:t>i</a:t>
            </a:r>
            <a:r>
              <a:rPr lang="en-AU" sz="2800" baseline="-25000" err="1">
                <a:latin typeface="Arial" panose="020B0604020202020204" pitchFamily="34" charset="0"/>
                <a:cs typeface="Arial" panose="020B0604020202020204" pitchFamily="34" charset="0"/>
              </a:rPr>
              <a:t>C</a:t>
            </a:r>
            <a:r>
              <a:rPr lang="en-AU" sz="2800">
                <a:latin typeface="Arial" panose="020B0604020202020204" pitchFamily="34" charset="0"/>
                <a:cs typeface="Arial" panose="020B0604020202020204" pitchFamily="34" charset="0"/>
              </a:rPr>
              <a:t>, will increase. This is base‐width modulation.</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p:pic>
        <p:nvPicPr>
          <p:cNvPr id="3" name="Picture 2">
            <a:extLst>
              <a:ext uri="{FF2B5EF4-FFF2-40B4-BE49-F238E27FC236}">
                <a16:creationId xmlns:a16="http://schemas.microsoft.com/office/drawing/2014/main" id="{E25C59E3-C7E7-B2F6-1F64-7726951857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5313" y="1183853"/>
            <a:ext cx="5472608" cy="2678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5574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a:bodyPr>
          <a:lstStyle/>
          <a:p>
            <a:pPr>
              <a:buFont typeface="Wingdings" panose="05000000000000000000" pitchFamily="2" charset="2"/>
              <a:buChar char="q"/>
            </a:pPr>
            <a:r>
              <a:rPr lang="en-AU" sz="3000">
                <a:latin typeface="Arial" panose="020B0604020202020204" pitchFamily="34" charset="0"/>
                <a:cs typeface="Arial" panose="020B0604020202020204" pitchFamily="34" charset="0"/>
              </a:rPr>
              <a:t>Determinations of g</a:t>
            </a:r>
            <a:r>
              <a:rPr lang="en-AU" sz="3000" baseline="-25000">
                <a:latin typeface="Arial" panose="020B0604020202020204" pitchFamily="34" charset="0"/>
                <a:cs typeface="Arial" panose="020B0604020202020204" pitchFamily="34" charset="0"/>
              </a:rPr>
              <a:t>o </a:t>
            </a:r>
            <a:r>
              <a:rPr lang="en-AU" sz="3000">
                <a:latin typeface="Arial" panose="020B0604020202020204" pitchFamily="34" charset="0"/>
                <a:cs typeface="Arial" panose="020B0604020202020204" pitchFamily="34" charset="0"/>
              </a:rPr>
              <a:t>and </a:t>
            </a:r>
            <a:r>
              <a:rPr lang="en-AU" sz="3000" err="1">
                <a:latin typeface="Arial" panose="020B0604020202020204" pitchFamily="34" charset="0"/>
                <a:cs typeface="Arial" panose="020B0604020202020204" pitchFamily="34" charset="0"/>
              </a:rPr>
              <a:t>g</a:t>
            </a:r>
            <a:r>
              <a:rPr lang="en-AU" sz="3000" baseline="-25000" err="1">
                <a:latin typeface="Arial" panose="020B0604020202020204" pitchFamily="34" charset="0"/>
                <a:cs typeface="Arial" panose="020B0604020202020204" pitchFamily="34" charset="0"/>
              </a:rPr>
              <a:t>u</a:t>
            </a:r>
            <a:r>
              <a:rPr lang="en-AU" sz="3000" baseline="-25000">
                <a:latin typeface="Arial" panose="020B0604020202020204" pitchFamily="34" charset="0"/>
                <a:cs typeface="Arial" panose="020B0604020202020204" pitchFamily="34" charset="0"/>
              </a:rPr>
              <a:t> </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By definition , </a:t>
            </a:r>
          </a:p>
          <a:p>
            <a:endParaRPr lang="en-AU">
              <a:latin typeface="Arial" panose="020B0604020202020204" pitchFamily="34" charset="0"/>
              <a:cs typeface="Arial" panose="020B0604020202020204" pitchFamily="34" charset="0"/>
            </a:endParaRP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this is the slope of the </a:t>
            </a:r>
            <a:r>
              <a:rPr lang="en-AU" sz="2800" err="1">
                <a:latin typeface="Arial" panose="020B0604020202020204" pitchFamily="34" charset="0"/>
                <a:cs typeface="Arial" panose="020B0604020202020204" pitchFamily="34" charset="0"/>
              </a:rPr>
              <a:t>i</a:t>
            </a:r>
            <a:r>
              <a:rPr lang="en-AU" sz="2800" baseline="-25000" err="1">
                <a:latin typeface="Arial" panose="020B0604020202020204" pitchFamily="34" charset="0"/>
                <a:cs typeface="Arial" panose="020B0604020202020204" pitchFamily="34" charset="0"/>
              </a:rPr>
              <a:t>C</a:t>
            </a:r>
            <a:r>
              <a:rPr lang="en-AU" sz="2800">
                <a:latin typeface="Arial" panose="020B0604020202020204" pitchFamily="34" charset="0"/>
                <a:cs typeface="Arial" panose="020B0604020202020204" pitchFamily="34" charset="0"/>
              </a:rPr>
              <a:t>(</a:t>
            </a:r>
            <a:r>
              <a:rPr lang="en-AU" sz="2800" err="1">
                <a:latin typeface="Arial" panose="020B0604020202020204" pitchFamily="34" charset="0"/>
                <a:cs typeface="Arial" panose="020B0604020202020204" pitchFamily="34" charset="0"/>
              </a:rPr>
              <a:t>v</a:t>
            </a:r>
            <a:r>
              <a:rPr lang="en-AU" sz="2800" baseline="-25000" err="1">
                <a:latin typeface="Arial" panose="020B0604020202020204" pitchFamily="34" charset="0"/>
                <a:cs typeface="Arial" panose="020B0604020202020204" pitchFamily="34" charset="0"/>
              </a:rPr>
              <a:t>CE</a:t>
            </a:r>
            <a:r>
              <a:rPr lang="en-AU" sz="2800">
                <a:latin typeface="Arial" panose="020B0604020202020204" pitchFamily="34" charset="0"/>
                <a:cs typeface="Arial" panose="020B0604020202020204" pitchFamily="34" charset="0"/>
              </a:rPr>
              <a:t>) characteristic, given by the Early effect as:</a:t>
            </a:r>
          </a:p>
          <a:p>
            <a:pPr marL="457200" lvl="1" indent="0">
              <a:buNone/>
            </a:pPr>
            <a:r>
              <a:rPr lang="en-AU" sz="2800">
                <a:latin typeface="Arial" panose="020B0604020202020204" pitchFamily="34" charset="0"/>
                <a:cs typeface="Arial" panose="020B0604020202020204" pitchFamily="34" charset="0"/>
              </a:rPr>
              <a:t>                                                where 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is early voltage</a:t>
            </a:r>
          </a:p>
          <a:p>
            <a:pPr marL="0" indent="0">
              <a:lnSpc>
                <a:spcPct val="90000"/>
              </a:lnSpc>
              <a:buNone/>
            </a:pPr>
            <a:endParaRPr lang="en-AU">
              <a:latin typeface="Arial" panose="020B0604020202020204" pitchFamily="34" charset="0"/>
              <a:cs typeface="Arial" panose="020B0604020202020204" pitchFamily="34" charset="0"/>
            </a:endParaRPr>
          </a:p>
          <a:p>
            <a:pPr>
              <a:lnSpc>
                <a:spcPct val="90000"/>
              </a:lnSpc>
            </a:pPr>
            <a:endParaRPr lang="en-AU">
              <a:latin typeface="Arial" panose="020B0604020202020204" pitchFamily="34" charset="0"/>
              <a:cs typeface="Arial" panose="020B0604020202020204" pitchFamily="34" charset="0"/>
            </a:endParaRPr>
          </a:p>
          <a:p>
            <a:pPr>
              <a:lnSpc>
                <a:spcPct val="90000"/>
              </a:lnSpc>
              <a:buFont typeface="Wingdings" panose="05000000000000000000" pitchFamily="2" charset="2"/>
              <a:buChar char="q"/>
            </a:pPr>
            <a:r>
              <a:rPr lang="en-AU">
                <a:latin typeface="Arial" panose="020B0604020202020204" pitchFamily="34" charset="0"/>
                <a:cs typeface="Arial" panose="020B0604020202020204" pitchFamily="34" charset="0"/>
              </a:rPr>
              <a:t>A note on magnitudes: the g parameters are related as</a:t>
            </a:r>
            <a:r>
              <a:rPr lang="en-AU" baseline="-25000">
                <a:latin typeface="Arial" panose="020B0604020202020204" pitchFamily="34" charset="0"/>
                <a:cs typeface="Arial" panose="020B0604020202020204" pitchFamily="34" charset="0"/>
              </a:rPr>
              <a:t> </a:t>
            </a:r>
          </a:p>
          <a:p>
            <a:pPr marL="12700" marR="673100" indent="0">
              <a:buNone/>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23681A6-8D46-A028-5BA8-2F6855F2B748}"/>
                  </a:ext>
                </a:extLst>
              </p:cNvPr>
              <p:cNvSpPr/>
              <p:nvPr/>
            </p:nvSpPr>
            <p:spPr>
              <a:xfrm>
                <a:off x="3708029" y="1113967"/>
                <a:ext cx="4189082" cy="98411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sub>
                          </m:sSub>
                        </m:num>
                        <m:den>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sub>
                          </m:sSub>
                        </m:den>
                      </m:f>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oMath>
                  </m:oMathPara>
                </a14:m>
                <a:endParaRPr lang="en-AU" sz="2800"/>
              </a:p>
            </p:txBody>
          </p:sp>
        </mc:Choice>
        <mc:Fallback xmlns="">
          <p:sp>
            <p:nvSpPr>
              <p:cNvPr id="9" name="Rectangle 8">
                <a:extLst>
                  <a:ext uri="{FF2B5EF4-FFF2-40B4-BE49-F238E27FC236}">
                    <a16:creationId xmlns:a16="http://schemas.microsoft.com/office/drawing/2014/main" id="{123681A6-8D46-A028-5BA8-2F6855F2B748}"/>
                  </a:ext>
                </a:extLst>
              </p:cNvPr>
              <p:cNvSpPr>
                <a:spLocks noRot="1" noChangeAspect="1" noMove="1" noResize="1" noEditPoints="1" noAdjustHandles="1" noChangeArrowheads="1" noChangeShapeType="1" noTextEdit="1"/>
              </p:cNvSpPr>
              <p:nvPr/>
            </p:nvSpPr>
            <p:spPr>
              <a:xfrm>
                <a:off x="3708029" y="1113967"/>
                <a:ext cx="4189082" cy="98411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0F410B8D-A2B1-07D4-EBFE-1521F9C7A33B}"/>
                  </a:ext>
                </a:extLst>
              </p:cNvPr>
              <p:cNvSpPr/>
              <p:nvPr/>
            </p:nvSpPr>
            <p:spPr>
              <a:xfrm>
                <a:off x="3018149" y="2469746"/>
                <a:ext cx="1895573" cy="9798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oMath>
                  </m:oMathPara>
                </a14:m>
                <a:endParaRPr lang="en-AU" sz="2800"/>
              </a:p>
            </p:txBody>
          </p:sp>
        </mc:Choice>
        <mc:Fallback xmlns="">
          <p:sp>
            <p:nvSpPr>
              <p:cNvPr id="10" name="Rectangle 9">
                <a:extLst>
                  <a:ext uri="{FF2B5EF4-FFF2-40B4-BE49-F238E27FC236}">
                    <a16:creationId xmlns:a16="http://schemas.microsoft.com/office/drawing/2014/main" id="{0F410B8D-A2B1-07D4-EBFE-1521F9C7A33B}"/>
                  </a:ext>
                </a:extLst>
              </p:cNvPr>
              <p:cNvSpPr>
                <a:spLocks noRot="1" noChangeAspect="1" noMove="1" noResize="1" noEditPoints="1" noAdjustHandles="1" noChangeArrowheads="1" noChangeShapeType="1" noTextEdit="1"/>
              </p:cNvSpPr>
              <p:nvPr/>
            </p:nvSpPr>
            <p:spPr>
              <a:xfrm>
                <a:off x="3018149" y="2469746"/>
                <a:ext cx="1895573" cy="9798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6A5DA35-D60A-C052-DD96-609F40A95CC3}"/>
                  </a:ext>
                </a:extLst>
              </p:cNvPr>
              <p:cNvSpPr/>
              <p:nvPr/>
            </p:nvSpPr>
            <p:spPr>
              <a:xfrm>
                <a:off x="2454941" y="3373778"/>
                <a:ext cx="4007250" cy="98450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i</m:t>
                              </m:r>
                            </m:e>
                            <m:sub>
                              <m:r>
                                <m:rPr>
                                  <m:sty m:val="p"/>
                                </m:rPr>
                                <a:rPr lang="en-AU" sz="2800" b="0" i="0" dirty="0" smtClean="0">
                                  <a:latin typeface="Cambria Math"/>
                                  <a:ea typeface="Cambria Math"/>
                                </a:rPr>
                                <m:t>b</m:t>
                              </m:r>
                            </m:sub>
                          </m:sSub>
                        </m:num>
                        <m:den>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sub>
                          </m:sSub>
                        </m:den>
                      </m:f>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βV</m:t>
                              </m:r>
                            </m:e>
                            <m:sub>
                              <m:r>
                                <m:rPr>
                                  <m:sty m:val="p"/>
                                </m:rPr>
                                <a:rPr lang="en-AU" sz="2800" b="0" i="0" dirty="0" smtClean="0">
                                  <a:latin typeface="Cambria Math"/>
                                  <a:ea typeface="Cambria Math"/>
                                </a:rPr>
                                <m:t>A</m:t>
                              </m:r>
                            </m:sub>
                          </m:sSub>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num>
                        <m:den>
                          <m:r>
                            <m:rPr>
                              <m:sty m:val="p"/>
                            </m:rPr>
                            <a:rPr lang="en-AU" sz="2800" b="0" i="0" dirty="0" smtClean="0">
                              <a:latin typeface="Cambria Math"/>
                              <a:ea typeface="Cambria Math"/>
                            </a:rPr>
                            <m:t>β</m:t>
                          </m:r>
                        </m:den>
                      </m:f>
                    </m:oMath>
                  </m:oMathPara>
                </a14:m>
                <a:endParaRPr lang="en-AU" sz="2800"/>
              </a:p>
            </p:txBody>
          </p:sp>
        </mc:Choice>
        <mc:Fallback xmlns="">
          <p:sp>
            <p:nvSpPr>
              <p:cNvPr id="11" name="Rectangle 10">
                <a:extLst>
                  <a:ext uri="{FF2B5EF4-FFF2-40B4-BE49-F238E27FC236}">
                    <a16:creationId xmlns:a16="http://schemas.microsoft.com/office/drawing/2014/main" id="{16A5DA35-D60A-C052-DD96-609F40A95CC3}"/>
                  </a:ext>
                </a:extLst>
              </p:cNvPr>
              <p:cNvSpPr>
                <a:spLocks noRot="1" noChangeAspect="1" noMove="1" noResize="1" noEditPoints="1" noAdjustHandles="1" noChangeArrowheads="1" noChangeShapeType="1" noTextEdit="1"/>
              </p:cNvSpPr>
              <p:nvPr/>
            </p:nvSpPr>
            <p:spPr>
              <a:xfrm>
                <a:off x="2454941" y="3373778"/>
                <a:ext cx="4007250" cy="98450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7B0C34F-3109-CF7E-B472-FD733F0909CB}"/>
                  </a:ext>
                </a:extLst>
              </p:cNvPr>
              <p:cNvSpPr/>
              <p:nvPr/>
            </p:nvSpPr>
            <p:spPr>
              <a:xfrm>
                <a:off x="619614" y="4692362"/>
                <a:ext cx="1702993" cy="90928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num>
                        <m:den>
                          <m:r>
                            <m:rPr>
                              <m:sty m:val="p"/>
                            </m:rPr>
                            <a:rPr lang="en-AU" sz="2800" b="0" i="0" dirty="0" smtClean="0">
                              <a:latin typeface="Cambria Math"/>
                              <a:ea typeface="Cambria Math"/>
                            </a:rPr>
                            <m:t>β</m:t>
                          </m:r>
                        </m:den>
                      </m:f>
                    </m:oMath>
                  </m:oMathPara>
                </a14:m>
                <a:endParaRPr lang="en-AU" sz="2800"/>
              </a:p>
            </p:txBody>
          </p:sp>
        </mc:Choice>
        <mc:Fallback xmlns="">
          <p:sp>
            <p:nvSpPr>
              <p:cNvPr id="12" name="Rectangle 11">
                <a:extLst>
                  <a:ext uri="{FF2B5EF4-FFF2-40B4-BE49-F238E27FC236}">
                    <a16:creationId xmlns:a16="http://schemas.microsoft.com/office/drawing/2014/main" id="{B7B0C34F-3109-CF7E-B472-FD733F0909CB}"/>
                  </a:ext>
                </a:extLst>
              </p:cNvPr>
              <p:cNvSpPr>
                <a:spLocks noRot="1" noChangeAspect="1" noMove="1" noResize="1" noEditPoints="1" noAdjustHandles="1" noChangeArrowheads="1" noChangeShapeType="1" noTextEdit="1"/>
              </p:cNvSpPr>
              <p:nvPr/>
            </p:nvSpPr>
            <p:spPr>
              <a:xfrm>
                <a:off x="619614" y="4692362"/>
                <a:ext cx="1702993" cy="90928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93033F97-5CC4-9E55-31E3-3D12ED6E678E}"/>
                  </a:ext>
                </a:extLst>
              </p:cNvPr>
              <p:cNvSpPr/>
              <p:nvPr/>
            </p:nvSpPr>
            <p:spPr>
              <a:xfrm>
                <a:off x="9525653" y="4760052"/>
                <a:ext cx="1557068"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oMath>
                  </m:oMathPara>
                </a14:m>
                <a:endParaRPr lang="en-AU" sz="2800"/>
              </a:p>
            </p:txBody>
          </p:sp>
        </mc:Choice>
        <mc:Fallback xmlns="">
          <p:sp>
            <p:nvSpPr>
              <p:cNvPr id="13" name="Rectangle 12">
                <a:extLst>
                  <a:ext uri="{FF2B5EF4-FFF2-40B4-BE49-F238E27FC236}">
                    <a16:creationId xmlns:a16="http://schemas.microsoft.com/office/drawing/2014/main" id="{93033F97-5CC4-9E55-31E3-3D12ED6E678E}"/>
                  </a:ext>
                </a:extLst>
              </p:cNvPr>
              <p:cNvSpPr>
                <a:spLocks noRot="1" noChangeAspect="1" noMove="1" noResize="1" noEditPoints="1" noAdjustHandles="1" noChangeArrowheads="1" noChangeShapeType="1" noTextEdit="1"/>
              </p:cNvSpPr>
              <p:nvPr/>
            </p:nvSpPr>
            <p:spPr>
              <a:xfrm>
                <a:off x="9525653" y="4760052"/>
                <a:ext cx="1557068"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5278300F-54AC-71D4-F26F-2E5B91DCD626}"/>
                  </a:ext>
                </a:extLst>
              </p:cNvPr>
              <p:cNvSpPr/>
              <p:nvPr/>
            </p:nvSpPr>
            <p:spPr>
              <a:xfrm>
                <a:off x="4000995" y="4754051"/>
                <a:ext cx="1440160" cy="90896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num>
                        <m:den>
                          <m:r>
                            <m:rPr>
                              <m:sty m:val="p"/>
                            </m:rPr>
                            <a:rPr lang="en-AU" sz="2800" b="0" i="0" dirty="0" smtClean="0">
                              <a:latin typeface="Cambria Math"/>
                              <a:ea typeface="Cambria Math"/>
                            </a:rPr>
                            <m:t>β</m:t>
                          </m:r>
                        </m:den>
                      </m:f>
                    </m:oMath>
                  </m:oMathPara>
                </a14:m>
                <a:endParaRPr lang="en-AU" sz="2800"/>
              </a:p>
            </p:txBody>
          </p:sp>
        </mc:Choice>
        <mc:Fallback xmlns="">
          <p:sp>
            <p:nvSpPr>
              <p:cNvPr id="15" name="Rectangle 14">
                <a:extLst>
                  <a:ext uri="{FF2B5EF4-FFF2-40B4-BE49-F238E27FC236}">
                    <a16:creationId xmlns:a16="http://schemas.microsoft.com/office/drawing/2014/main" id="{5278300F-54AC-71D4-F26F-2E5B91DCD626}"/>
                  </a:ext>
                </a:extLst>
              </p:cNvPr>
              <p:cNvSpPr>
                <a:spLocks noRot="1" noChangeAspect="1" noMove="1" noResize="1" noEditPoints="1" noAdjustHandles="1" noChangeArrowheads="1" noChangeShapeType="1" noTextEdit="1"/>
              </p:cNvSpPr>
              <p:nvPr/>
            </p:nvSpPr>
            <p:spPr>
              <a:xfrm>
                <a:off x="4000995" y="4754051"/>
                <a:ext cx="1440160" cy="90896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722D6A3-722A-D8C3-17CE-8850462485D9}"/>
                  </a:ext>
                </a:extLst>
              </p:cNvPr>
              <p:cNvSpPr/>
              <p:nvPr/>
            </p:nvSpPr>
            <p:spPr>
              <a:xfrm>
                <a:off x="3965598" y="5508673"/>
                <a:ext cx="2496593" cy="5581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oMath>
                  </m:oMathPara>
                </a14:m>
                <a:endParaRPr lang="en-AU" sz="2800"/>
              </a:p>
            </p:txBody>
          </p:sp>
        </mc:Choice>
        <mc:Fallback xmlns="">
          <p:sp>
            <p:nvSpPr>
              <p:cNvPr id="16" name="Rectangle 15">
                <a:extLst>
                  <a:ext uri="{FF2B5EF4-FFF2-40B4-BE49-F238E27FC236}">
                    <a16:creationId xmlns:a16="http://schemas.microsoft.com/office/drawing/2014/main" id="{7722D6A3-722A-D8C3-17CE-8850462485D9}"/>
                  </a:ext>
                </a:extLst>
              </p:cNvPr>
              <p:cNvSpPr>
                <a:spLocks noRot="1" noChangeAspect="1" noMove="1" noResize="1" noEditPoints="1" noAdjustHandles="1" noChangeArrowheads="1" noChangeShapeType="1" noTextEdit="1"/>
              </p:cNvSpPr>
              <p:nvPr/>
            </p:nvSpPr>
            <p:spPr>
              <a:xfrm>
                <a:off x="3965598" y="5508673"/>
                <a:ext cx="2496593" cy="558166"/>
              </a:xfrm>
              <a:prstGeom prst="rect">
                <a:avLst/>
              </a:prstGeom>
              <a:blipFill>
                <a:blip r:embed="rId11"/>
                <a:stretch>
                  <a:fillRect r="-266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4A83935C-3C3C-2D43-E3A1-187525A68C20}"/>
                  </a:ext>
                </a:extLst>
              </p:cNvPr>
              <p:cNvSpPr/>
              <p:nvPr/>
            </p:nvSpPr>
            <p:spPr>
              <a:xfrm>
                <a:off x="5789529" y="4812384"/>
                <a:ext cx="1440160" cy="5581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oMath>
                  </m:oMathPara>
                </a14:m>
                <a:endParaRPr lang="en-AU" sz="2800"/>
              </a:p>
            </p:txBody>
          </p:sp>
        </mc:Choice>
        <mc:Fallback xmlns="">
          <p:sp>
            <p:nvSpPr>
              <p:cNvPr id="17" name="Rectangle 16">
                <a:extLst>
                  <a:ext uri="{FF2B5EF4-FFF2-40B4-BE49-F238E27FC236}">
                    <a16:creationId xmlns:a16="http://schemas.microsoft.com/office/drawing/2014/main" id="{4A83935C-3C3C-2D43-E3A1-187525A68C20}"/>
                  </a:ext>
                </a:extLst>
              </p:cNvPr>
              <p:cNvSpPr>
                <a:spLocks noRot="1" noChangeAspect="1" noMove="1" noResize="1" noEditPoints="1" noAdjustHandles="1" noChangeArrowheads="1" noChangeShapeType="1" noTextEdit="1"/>
              </p:cNvSpPr>
              <p:nvPr/>
            </p:nvSpPr>
            <p:spPr>
              <a:xfrm>
                <a:off x="5789529" y="4812384"/>
                <a:ext cx="1440160" cy="55816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4C8D4F10-2B44-1F6E-93DE-6B481E37DC11}"/>
                  </a:ext>
                </a:extLst>
              </p:cNvPr>
              <p:cNvSpPr/>
              <p:nvPr/>
            </p:nvSpPr>
            <p:spPr>
              <a:xfrm>
                <a:off x="2591164" y="4823776"/>
                <a:ext cx="144016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oMath>
                  </m:oMathPara>
                </a14:m>
                <a:endParaRPr lang="en-AU" sz="2800"/>
              </a:p>
            </p:txBody>
          </p:sp>
        </mc:Choice>
        <mc:Fallback xmlns="">
          <p:sp>
            <p:nvSpPr>
              <p:cNvPr id="18" name="Rectangle 17">
                <a:extLst>
                  <a:ext uri="{FF2B5EF4-FFF2-40B4-BE49-F238E27FC236}">
                    <a16:creationId xmlns:a16="http://schemas.microsoft.com/office/drawing/2014/main" id="{4C8D4F10-2B44-1F6E-93DE-6B481E37DC11}"/>
                  </a:ext>
                </a:extLst>
              </p:cNvPr>
              <p:cNvSpPr>
                <a:spLocks noRot="1" noChangeAspect="1" noMove="1" noResize="1" noEditPoints="1" noAdjustHandles="1" noChangeArrowheads="1" noChangeShapeType="1" noTextEdit="1"/>
              </p:cNvSpPr>
              <p:nvPr/>
            </p:nvSpPr>
            <p:spPr>
              <a:xfrm>
                <a:off x="2591164" y="4823776"/>
                <a:ext cx="1440160" cy="523220"/>
              </a:xfrm>
              <a:prstGeom prst="rect">
                <a:avLst/>
              </a:prstGeom>
              <a:blipFill>
                <a:blip r:embed="rId13"/>
                <a:stretch>
                  <a:fillRect/>
                </a:stretch>
              </a:blipFill>
            </p:spPr>
            <p:txBody>
              <a:bodyPr/>
              <a:lstStyle/>
              <a:p>
                <a:r>
                  <a:rPr lang="en-US">
                    <a:noFill/>
                  </a:rPr>
                  <a:t> </a:t>
                </a:r>
              </a:p>
            </p:txBody>
          </p:sp>
        </mc:Fallback>
      </mc:AlternateContent>
      <p:sp>
        <p:nvSpPr>
          <p:cNvPr id="20" name="Arrow: Right 19">
            <a:extLst>
              <a:ext uri="{FF2B5EF4-FFF2-40B4-BE49-F238E27FC236}">
                <a16:creationId xmlns:a16="http://schemas.microsoft.com/office/drawing/2014/main" id="{5D6471D7-68A0-4C7B-B6B4-EF2857A64AC9}"/>
              </a:ext>
            </a:extLst>
          </p:cNvPr>
          <p:cNvSpPr/>
          <p:nvPr/>
        </p:nvSpPr>
        <p:spPr>
          <a:xfrm>
            <a:off x="2227863" y="5058183"/>
            <a:ext cx="345620" cy="1236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Arrow: Right 20">
            <a:extLst>
              <a:ext uri="{FF2B5EF4-FFF2-40B4-BE49-F238E27FC236}">
                <a16:creationId xmlns:a16="http://schemas.microsoft.com/office/drawing/2014/main" id="{3C358AD3-C6AD-DD44-73D7-C2F8AA61B157}"/>
              </a:ext>
            </a:extLst>
          </p:cNvPr>
          <p:cNvSpPr/>
          <p:nvPr/>
        </p:nvSpPr>
        <p:spPr>
          <a:xfrm>
            <a:off x="5423677" y="5099038"/>
            <a:ext cx="345620" cy="1236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BB0697B5-5348-6294-DA9E-40E7ED3203DE}"/>
                  </a:ext>
                </a:extLst>
              </p:cNvPr>
              <p:cNvSpPr/>
              <p:nvPr/>
            </p:nvSpPr>
            <p:spPr>
              <a:xfrm>
                <a:off x="7217041" y="4760052"/>
                <a:ext cx="2077328" cy="719941"/>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panose="02040503050406030204" pitchFamily="18" charset="0"/>
                            <a:ea typeface="Cambria Math"/>
                          </a:rPr>
                          <m:t>o</m:t>
                        </m:r>
                      </m:sub>
                    </m:sSub>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dirty="0" smtClean="0">
                                <a:latin typeface="Cambria Math"/>
                                <a:ea typeface="Cambria Math"/>
                              </a:rPr>
                              <m:t>π</m:t>
                            </m:r>
                          </m:sub>
                        </m:sSub>
                      </m:num>
                      <m:den>
                        <m:sSub>
                          <m:sSubPr>
                            <m:ctrlPr>
                              <a:rPr lang="en-AU" sz="2800" i="1" dirty="0">
                                <a:latin typeface="Cambria Math" panose="02040503050406030204" pitchFamily="18" charset="0"/>
                                <a:ea typeface="Cambria Math"/>
                              </a:rPr>
                            </m:ctrlPr>
                          </m:sSubPr>
                          <m:e>
                            <m:r>
                              <m:rPr>
                                <m:sty m:val="p"/>
                              </m:rPr>
                              <a:rPr lang="en-AU" sz="2800" dirty="0">
                                <a:latin typeface="Cambria Math"/>
                                <a:ea typeface="Cambria Math"/>
                              </a:rPr>
                              <m:t>V</m:t>
                            </m:r>
                          </m:e>
                          <m:sub>
                            <m:r>
                              <m:rPr>
                                <m:sty m:val="p"/>
                              </m:rPr>
                              <a:rPr lang="en-AU" sz="2800" dirty="0">
                                <a:latin typeface="Cambria Math"/>
                                <a:ea typeface="Cambria Math"/>
                              </a:rPr>
                              <m:t>A</m:t>
                            </m:r>
                          </m:sub>
                        </m:sSub>
                      </m:den>
                    </m:f>
                  </m:oMath>
                </a14:m>
                <a:r>
                  <a:rPr lang="en-AU" sz="2800">
                    <a:ea typeface="Cambria Math"/>
                  </a:rPr>
                  <a:t> </a:t>
                </a:r>
                <a14:m>
                  <m:oMath xmlns:m="http://schemas.openxmlformats.org/officeDocument/2006/math">
                    <m:r>
                      <m:rPr>
                        <m:sty m:val="p"/>
                      </m:rPr>
                      <a:rPr lang="en-AU" sz="2800" dirty="0">
                        <a:latin typeface="Cambria Math"/>
                        <a:ea typeface="Cambria Math"/>
                      </a:rPr>
                      <m:t>β</m:t>
                    </m:r>
                    <m:sSub>
                      <m:sSubPr>
                        <m:ctrlPr>
                          <a:rPr lang="en-AU" sz="2800" i="1" dirty="0">
                            <a:latin typeface="Cambria Math" panose="02040503050406030204" pitchFamily="18" charset="0"/>
                            <a:ea typeface="Cambria Math"/>
                          </a:rPr>
                        </m:ctrlPr>
                      </m:sSubPr>
                      <m:e>
                        <m:r>
                          <m:rPr>
                            <m:sty m:val="p"/>
                          </m:rPr>
                          <a:rPr lang="en-AU" sz="2800" dirty="0">
                            <a:latin typeface="Cambria Math"/>
                            <a:ea typeface="Cambria Math"/>
                          </a:rPr>
                          <m:t>V</m:t>
                        </m:r>
                      </m:e>
                      <m:sub>
                        <m:r>
                          <m:rPr>
                            <m:sty m:val="p"/>
                          </m:rPr>
                          <a:rPr lang="en-AU" sz="2800" b="0" i="0" dirty="0" smtClean="0">
                            <a:latin typeface="Cambria Math" panose="02040503050406030204" pitchFamily="18" charset="0"/>
                            <a:ea typeface="Cambria Math"/>
                          </a:rPr>
                          <m:t>T</m:t>
                        </m:r>
                      </m:sub>
                    </m:sSub>
                  </m:oMath>
                </a14:m>
                <a:endParaRPr lang="en-AU" sz="2800"/>
              </a:p>
            </p:txBody>
          </p:sp>
        </mc:Choice>
        <mc:Fallback xmlns="">
          <p:sp>
            <p:nvSpPr>
              <p:cNvPr id="22" name="Rectangle 21">
                <a:extLst>
                  <a:ext uri="{FF2B5EF4-FFF2-40B4-BE49-F238E27FC236}">
                    <a16:creationId xmlns:a16="http://schemas.microsoft.com/office/drawing/2014/main" id="{BB0697B5-5348-6294-DA9E-40E7ED3203DE}"/>
                  </a:ext>
                </a:extLst>
              </p:cNvPr>
              <p:cNvSpPr>
                <a:spLocks noRot="1" noChangeAspect="1" noMove="1" noResize="1" noEditPoints="1" noAdjustHandles="1" noChangeArrowheads="1" noChangeShapeType="1" noTextEdit="1"/>
              </p:cNvSpPr>
              <p:nvPr/>
            </p:nvSpPr>
            <p:spPr>
              <a:xfrm>
                <a:off x="7217041" y="4760052"/>
                <a:ext cx="2077328" cy="719941"/>
              </a:xfrm>
              <a:prstGeom prst="rect">
                <a:avLst/>
              </a:prstGeom>
              <a:blipFill>
                <a:blip r:embed="rId14"/>
                <a:stretch>
                  <a:fillRect/>
                </a:stretch>
              </a:blipFill>
            </p:spPr>
            <p:txBody>
              <a:bodyPr/>
              <a:lstStyle/>
              <a:p>
                <a:r>
                  <a:rPr lang="en-US">
                    <a:noFill/>
                  </a:rPr>
                  <a:t> </a:t>
                </a:r>
              </a:p>
            </p:txBody>
          </p:sp>
        </mc:Fallback>
      </mc:AlternateContent>
      <p:sp>
        <p:nvSpPr>
          <p:cNvPr id="23" name="Arrow: Right 22">
            <a:extLst>
              <a:ext uri="{FF2B5EF4-FFF2-40B4-BE49-F238E27FC236}">
                <a16:creationId xmlns:a16="http://schemas.microsoft.com/office/drawing/2014/main" id="{9C71393D-C18B-6681-AE5F-CE91046FBB19}"/>
              </a:ext>
            </a:extLst>
          </p:cNvPr>
          <p:cNvSpPr/>
          <p:nvPr/>
        </p:nvSpPr>
        <p:spPr>
          <a:xfrm>
            <a:off x="9265196" y="5009650"/>
            <a:ext cx="345620" cy="1236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p14="http://schemas.microsoft.com/office/powerpoint/2010/main">
        <mc:Choice Requires="p14">
          <p:contentPart p14:bwMode="auto" r:id="rId15">
            <p14:nvContentPartPr>
              <p14:cNvPr id="3" name="Ink 2">
                <a:extLst>
                  <a:ext uri="{FF2B5EF4-FFF2-40B4-BE49-F238E27FC236}">
                    <a16:creationId xmlns:a16="http://schemas.microsoft.com/office/drawing/2014/main" id="{61677A3E-AFC2-ADCB-C293-843D1EC21EA5}"/>
                  </a:ext>
                </a:extLst>
              </p14:cNvPr>
              <p14:cNvContentPartPr/>
              <p14:nvPr/>
            </p14:nvContentPartPr>
            <p14:xfrm>
              <a:off x="3920400" y="569880"/>
              <a:ext cx="7984800" cy="5629320"/>
            </p14:xfrm>
          </p:contentPart>
        </mc:Choice>
        <mc:Fallback xmlns="">
          <p:pic>
            <p:nvPicPr>
              <p:cNvPr id="3" name="Ink 2">
                <a:extLst>
                  <a:ext uri="{FF2B5EF4-FFF2-40B4-BE49-F238E27FC236}">
                    <a16:creationId xmlns:a16="http://schemas.microsoft.com/office/drawing/2014/main" id="{61677A3E-AFC2-ADCB-C293-843D1EC21EA5}"/>
                  </a:ext>
                </a:extLst>
              </p:cNvPr>
              <p:cNvPicPr/>
              <p:nvPr/>
            </p:nvPicPr>
            <p:blipFill>
              <a:blip r:embed="rId16"/>
              <a:stretch>
                <a:fillRect/>
              </a:stretch>
            </p:blipFill>
            <p:spPr>
              <a:xfrm>
                <a:off x="3911040" y="560520"/>
                <a:ext cx="8003520" cy="5648040"/>
              </a:xfrm>
              <a:prstGeom prst="rect">
                <a:avLst/>
              </a:prstGeom>
            </p:spPr>
          </p:pic>
        </mc:Fallback>
      </mc:AlternateContent>
    </p:spTree>
    <p:extLst>
      <p:ext uri="{BB962C8B-B14F-4D97-AF65-F5344CB8AC3E}">
        <p14:creationId xmlns:p14="http://schemas.microsoft.com/office/powerpoint/2010/main" val="3724465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lnSpcReduction="10000"/>
          </a:bodyPr>
          <a:lstStyle/>
          <a:p>
            <a:pPr>
              <a:buFont typeface="Wingdings" panose="05000000000000000000" pitchFamily="2" charset="2"/>
              <a:buChar char="§"/>
            </a:pPr>
            <a:r>
              <a:rPr lang="en-AU" sz="2800">
                <a:latin typeface="Arial" panose="020B0604020202020204" pitchFamily="34" charset="0"/>
                <a:cs typeface="Arial" panose="020B0604020202020204" pitchFamily="34" charset="0"/>
              </a:rPr>
              <a:t>Each of the conductance increments (g</a:t>
            </a:r>
            <a:r>
              <a:rPr lang="en-AU" sz="2800" baseline="-25000">
                <a:latin typeface="Arial" panose="020B0604020202020204" pitchFamily="34" charset="0"/>
                <a:cs typeface="Arial" panose="020B0604020202020204" pitchFamily="34" charset="0"/>
              </a:rPr>
              <a:t>o</a:t>
            </a:r>
            <a:r>
              <a:rPr lang="en-AU" sz="2800">
                <a:latin typeface="Arial" panose="020B0604020202020204" pitchFamily="34" charset="0"/>
                <a:cs typeface="Arial" panose="020B0604020202020204" pitchFamily="34" charset="0"/>
              </a:rPr>
              <a:t>, g</a:t>
            </a:r>
            <a:r>
              <a:rPr lang="en-AU" sz="2800" baseline="-25000">
                <a:latin typeface="Arial" panose="020B0604020202020204" pitchFamily="34" charset="0"/>
                <a:cs typeface="Arial" panose="020B0604020202020204" pitchFamily="34" charset="0"/>
              </a:rPr>
              <a:t>m</a:t>
            </a:r>
            <a:r>
              <a:rPr lang="en-AU" sz="2800">
                <a:latin typeface="Arial" panose="020B0604020202020204" pitchFamily="34" charset="0"/>
                <a:cs typeface="Arial" panose="020B0604020202020204" pitchFamily="34" charset="0"/>
              </a:rPr>
              <a:t>, </a:t>
            </a:r>
            <a:r>
              <a:rPr lang="en-AU" sz="2800" err="1">
                <a:latin typeface="Arial" panose="020B0604020202020204" pitchFamily="34" charset="0"/>
                <a:cs typeface="Arial" panose="020B0604020202020204" pitchFamily="34" charset="0"/>
              </a:rPr>
              <a:t>g</a:t>
            </a:r>
            <a:r>
              <a:rPr lang="en-AU" sz="2800" baseline="-25000" err="1">
                <a:latin typeface="Arial" panose="020B0604020202020204" pitchFamily="34" charset="0"/>
                <a:cs typeface="Arial" panose="020B0604020202020204" pitchFamily="34" charset="0"/>
              </a:rPr>
              <a:t>u</a:t>
            </a:r>
            <a:r>
              <a:rPr lang="en-AU" sz="2800">
                <a:latin typeface="Arial" panose="020B0604020202020204" pitchFamily="34" charset="0"/>
                <a:cs typeface="Arial" panose="020B0604020202020204" pitchFamily="34" charset="0"/>
              </a:rPr>
              <a:t>, g</a:t>
            </a:r>
            <a:r>
              <a:rPr lang="el-GR" sz="2800" baseline="-25000">
                <a:latin typeface="Arial" panose="020B0604020202020204" pitchFamily="34" charset="0"/>
                <a:cs typeface="Arial" panose="020B0604020202020204" pitchFamily="34" charset="0"/>
              </a:rPr>
              <a:t>π</a:t>
            </a:r>
            <a:r>
              <a:rPr lang="en-AU" sz="2800">
                <a:latin typeface="Arial" panose="020B0604020202020204" pitchFamily="34" charset="0"/>
                <a:cs typeface="Arial" panose="020B0604020202020204" pitchFamily="34" charset="0"/>
              </a:rPr>
              <a:t>) is directly proportional to the quiescent collector current I</a:t>
            </a:r>
            <a:r>
              <a:rPr lang="en-AU" sz="2800" baseline="-25000">
                <a:latin typeface="Arial" panose="020B0604020202020204" pitchFamily="34" charset="0"/>
                <a:cs typeface="Arial" panose="020B0604020202020204" pitchFamily="34" charset="0"/>
              </a:rPr>
              <a:t>C</a:t>
            </a:r>
            <a:r>
              <a:rPr lang="en-AU" sz="2800" i="1">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and are functions of temperature and collector voltage.</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For β large and V</a:t>
            </a:r>
            <a:r>
              <a:rPr lang="en-AU" sz="2800" baseline="-25000">
                <a:latin typeface="Arial" panose="020B0604020202020204" pitchFamily="34" charset="0"/>
                <a:cs typeface="Arial" panose="020B0604020202020204" pitchFamily="34" charset="0"/>
              </a:rPr>
              <a:t>T</a:t>
            </a:r>
            <a:r>
              <a:rPr lang="en-AU" sz="2800">
                <a:latin typeface="Arial" panose="020B0604020202020204" pitchFamily="34" charset="0"/>
                <a:cs typeface="Arial" panose="020B0604020202020204" pitchFamily="34" charset="0"/>
              </a:rPr>
              <a:t>/V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&lt; 1/β, typically:</a:t>
            </a:r>
          </a:p>
          <a:p>
            <a:pPr>
              <a:buFont typeface="Wingdings" panose="05000000000000000000" pitchFamily="2" charset="2"/>
              <a:buChar char="§"/>
            </a:pPr>
            <a:endParaRPr lang="en-AU" sz="2800" b="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b="0">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If we neglect the effects of base‐width modulation [i.e., </a:t>
            </a:r>
            <a:r>
              <a:rPr lang="en-AU" sz="2800" i="1">
                <a:latin typeface="Arial" panose="020B0604020202020204" pitchFamily="34" charset="0"/>
                <a:cs typeface="Arial" panose="020B0604020202020204" pitchFamily="34" charset="0"/>
              </a:rPr>
              <a:t>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 –∞],</a:t>
            </a:r>
          </a:p>
          <a:p>
            <a:pPr>
              <a:buFont typeface="Wingdings" panose="05000000000000000000" pitchFamily="2" charset="2"/>
              <a:buChar char="§"/>
            </a:pPr>
            <a:endParaRPr lang="pt-BR" sz="2800" i="1">
              <a:latin typeface="Arial" panose="020B0604020202020204" pitchFamily="34" charset="0"/>
              <a:cs typeface="Arial" panose="020B0604020202020204" pitchFamily="34" charset="0"/>
            </a:endParaRPr>
          </a:p>
          <a:p>
            <a:pPr>
              <a:buFont typeface="Wingdings" panose="05000000000000000000" pitchFamily="2" charset="2"/>
              <a:buChar char="§"/>
            </a:pPr>
            <a:endParaRPr lang="pt-BR" sz="2800" i="1">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Example: Given an </a:t>
            </a:r>
            <a:r>
              <a:rPr lang="en-AU" sz="2800" err="1">
                <a:latin typeface="Arial" panose="020B0604020202020204" pitchFamily="34" charset="0"/>
                <a:cs typeface="Arial" panose="020B0604020202020204" pitchFamily="34" charset="0"/>
              </a:rPr>
              <a:t>npn</a:t>
            </a:r>
            <a:r>
              <a:rPr lang="en-AU" sz="2800" i="1">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transistor </a:t>
            </a:r>
            <a:r>
              <a:rPr lang="el-GR" sz="2800">
                <a:latin typeface="Arial" panose="020B0604020202020204" pitchFamily="34" charset="0"/>
                <a:cs typeface="Arial" panose="020B0604020202020204" pitchFamily="34" charset="0"/>
              </a:rPr>
              <a:t>β = 40, </a:t>
            </a:r>
            <a:r>
              <a:rPr lang="en-AU" sz="2800">
                <a:latin typeface="Arial" panose="020B0604020202020204" pitchFamily="34" charset="0"/>
                <a:cs typeface="Arial" panose="020B0604020202020204" pitchFamily="34" charset="0"/>
              </a:rPr>
              <a:t>I</a:t>
            </a:r>
            <a:r>
              <a:rPr lang="en-AU" sz="2800" baseline="-25000">
                <a:latin typeface="Arial" panose="020B0604020202020204" pitchFamily="34" charset="0"/>
                <a:cs typeface="Arial" panose="020B0604020202020204" pitchFamily="34" charset="0"/>
              </a:rPr>
              <a:t>C</a:t>
            </a:r>
            <a:r>
              <a:rPr lang="en-AU" sz="2800">
                <a:latin typeface="Arial" panose="020B0604020202020204" pitchFamily="34" charset="0"/>
                <a:cs typeface="Arial" panose="020B0604020202020204" pitchFamily="34" charset="0"/>
              </a:rPr>
              <a:t> = 2mA, 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 ‐ 65 volts</a:t>
            </a:r>
            <a:endParaRPr lang="en-AU">
              <a:latin typeface="Arial" panose="020B0604020202020204" pitchFamily="34" charset="0"/>
              <a:cs typeface="Arial" panose="020B0604020202020204" pitchFamily="34" charset="0"/>
            </a:endParaRPr>
          </a:p>
          <a:p>
            <a:pPr marL="457200" lvl="1" indent="0">
              <a:buNone/>
            </a:pPr>
            <a:r>
              <a:rPr lang="en-AU" sz="2000" i="1">
                <a:latin typeface="+mn-lt"/>
              </a:rPr>
              <a:t>                               </a:t>
            </a:r>
            <a:r>
              <a:rPr lang="en-AU" sz="2800">
                <a:latin typeface="Arial" panose="020B0604020202020204" pitchFamily="34" charset="0"/>
                <a:cs typeface="Arial" panose="020B0604020202020204" pitchFamily="34" charset="0"/>
              </a:rPr>
              <a:t>g</a:t>
            </a:r>
            <a:r>
              <a:rPr lang="en-AU" sz="2800" baseline="-25000">
                <a:latin typeface="Arial" panose="020B0604020202020204" pitchFamily="34" charset="0"/>
                <a:cs typeface="Arial" panose="020B0604020202020204" pitchFamily="34" charset="0"/>
              </a:rPr>
              <a:t>m</a:t>
            </a:r>
            <a:r>
              <a:rPr lang="en-AU" sz="2800">
                <a:latin typeface="Arial" panose="020B0604020202020204" pitchFamily="34" charset="0"/>
                <a:cs typeface="Arial" panose="020B0604020202020204" pitchFamily="34" charset="0"/>
              </a:rPr>
              <a:t> = 80 m</a:t>
            </a:r>
            <a:r>
              <a:rPr lang="el-GR" sz="2800">
                <a:latin typeface="Arial" panose="020B0604020202020204" pitchFamily="34" charset="0"/>
                <a:cs typeface="Arial" panose="020B0604020202020204" pitchFamily="34" charset="0"/>
              </a:rPr>
              <a:t>Ω</a:t>
            </a:r>
            <a:r>
              <a:rPr lang="el-GR" sz="2800" baseline="30000">
                <a:latin typeface="Arial" panose="020B0604020202020204" pitchFamily="34" charset="0"/>
                <a:cs typeface="Arial" panose="020B0604020202020204" pitchFamily="34" charset="0"/>
              </a:rPr>
              <a:t>‐1</a:t>
            </a:r>
            <a:r>
              <a:rPr lang="el-GR" sz="2800">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                    g</a:t>
            </a:r>
            <a:r>
              <a:rPr lang="el-GR" sz="2800" baseline="-25000">
                <a:latin typeface="Arial" panose="020B0604020202020204" pitchFamily="34" charset="0"/>
                <a:cs typeface="Arial" panose="020B0604020202020204" pitchFamily="34" charset="0"/>
              </a:rPr>
              <a:t>π</a:t>
            </a:r>
            <a:r>
              <a:rPr lang="el-GR" sz="2800">
                <a:latin typeface="Arial" panose="020B0604020202020204" pitchFamily="34" charset="0"/>
                <a:cs typeface="Arial" panose="020B0604020202020204" pitchFamily="34" charset="0"/>
              </a:rPr>
              <a:t> = 2 </a:t>
            </a:r>
            <a:r>
              <a:rPr lang="en-AU" sz="2800">
                <a:latin typeface="Arial" panose="020B0604020202020204" pitchFamily="34" charset="0"/>
                <a:cs typeface="Arial" panose="020B0604020202020204" pitchFamily="34" charset="0"/>
              </a:rPr>
              <a:t>m</a:t>
            </a:r>
            <a:r>
              <a:rPr lang="el-GR" sz="2800">
                <a:latin typeface="Arial" panose="020B0604020202020204" pitchFamily="34" charset="0"/>
                <a:cs typeface="Arial" panose="020B0604020202020204" pitchFamily="34" charset="0"/>
              </a:rPr>
              <a:t>Ω</a:t>
            </a:r>
            <a:r>
              <a:rPr lang="el-GR" sz="2800" baseline="30000">
                <a:latin typeface="Arial" panose="020B0604020202020204" pitchFamily="34" charset="0"/>
                <a:cs typeface="Arial" panose="020B0604020202020204" pitchFamily="34" charset="0"/>
              </a:rPr>
              <a:t>‐1</a:t>
            </a:r>
          </a:p>
          <a:p>
            <a:pPr marL="457200" lvl="1" indent="0">
              <a:buNone/>
            </a:pPr>
            <a:r>
              <a:rPr lang="en-AU" sz="2800">
                <a:latin typeface="Arial" panose="020B0604020202020204" pitchFamily="34" charset="0"/>
                <a:cs typeface="Arial" panose="020B0604020202020204" pitchFamily="34" charset="0"/>
              </a:rPr>
              <a:t>                  </a:t>
            </a:r>
            <a:r>
              <a:rPr lang="pl-PL" sz="2800">
                <a:latin typeface="Arial" panose="020B0604020202020204" pitchFamily="34" charset="0"/>
                <a:cs typeface="Arial" panose="020B0604020202020204" pitchFamily="34" charset="0"/>
              </a:rPr>
              <a:t>g</a:t>
            </a:r>
            <a:r>
              <a:rPr lang="pl-PL" sz="2800" baseline="-25000">
                <a:latin typeface="Arial" panose="020B0604020202020204" pitchFamily="34" charset="0"/>
                <a:cs typeface="Arial" panose="020B0604020202020204" pitchFamily="34" charset="0"/>
              </a:rPr>
              <a:t>o</a:t>
            </a:r>
            <a:r>
              <a:rPr lang="pl-PL" sz="2800">
                <a:latin typeface="Arial" panose="020B0604020202020204" pitchFamily="34" charset="0"/>
                <a:cs typeface="Arial" panose="020B0604020202020204" pitchFamily="34" charset="0"/>
              </a:rPr>
              <a:t> = 0.031 mΩ</a:t>
            </a:r>
            <a:r>
              <a:rPr lang="pl-PL" sz="2800" baseline="30000">
                <a:latin typeface="Arial" panose="020B0604020202020204" pitchFamily="34" charset="0"/>
                <a:cs typeface="Arial" panose="020B0604020202020204" pitchFamily="34" charset="0"/>
              </a:rPr>
              <a:t>‐1</a:t>
            </a:r>
            <a:r>
              <a:rPr lang="pl-PL" sz="2800">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                </a:t>
            </a:r>
            <a:r>
              <a:rPr lang="pl-PL" sz="2800">
                <a:latin typeface="Arial" panose="020B0604020202020204" pitchFamily="34" charset="0"/>
                <a:cs typeface="Arial" panose="020B0604020202020204" pitchFamily="34" charset="0"/>
              </a:rPr>
              <a:t>g</a:t>
            </a:r>
            <a:r>
              <a:rPr lang="pl-PL" sz="2800" baseline="-25000">
                <a:latin typeface="Arial" panose="020B0604020202020204" pitchFamily="34" charset="0"/>
                <a:cs typeface="Arial" panose="020B0604020202020204" pitchFamily="34" charset="0"/>
              </a:rPr>
              <a:t>μ</a:t>
            </a:r>
            <a:r>
              <a:rPr lang="pl-PL" sz="2800">
                <a:latin typeface="Arial" panose="020B0604020202020204" pitchFamily="34" charset="0"/>
                <a:cs typeface="Arial" panose="020B0604020202020204" pitchFamily="34" charset="0"/>
              </a:rPr>
              <a:t> = 0.00077 mΩ</a:t>
            </a:r>
            <a:r>
              <a:rPr lang="pl-PL" sz="2800" baseline="30000">
                <a:latin typeface="Arial" panose="020B0604020202020204" pitchFamily="34" charset="0"/>
                <a:cs typeface="Arial" panose="020B0604020202020204" pitchFamily="34" charset="0"/>
              </a:rPr>
              <a:t>‐1</a:t>
            </a:r>
            <a:endParaRPr lang="en-AU" sz="2800" baseline="30000">
              <a:latin typeface="Arial" panose="020B0604020202020204" pitchFamily="34" charset="0"/>
              <a:cs typeface="Arial" panose="020B0604020202020204" pitchFamily="34" charset="0"/>
            </a:endParaRPr>
          </a:p>
          <a:p>
            <a:pPr marL="0" indent="0">
              <a:buNone/>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722D6A3-722A-D8C3-17CE-8850462485D9}"/>
                  </a:ext>
                </a:extLst>
              </p:cNvPr>
              <p:cNvSpPr/>
              <p:nvPr/>
            </p:nvSpPr>
            <p:spPr>
              <a:xfrm>
                <a:off x="1959906" y="2359639"/>
                <a:ext cx="2496593" cy="5581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oMath>
                  </m:oMathPara>
                </a14:m>
                <a:endParaRPr lang="en-AU" sz="2800"/>
              </a:p>
            </p:txBody>
          </p:sp>
        </mc:Choice>
        <mc:Fallback xmlns="">
          <p:sp>
            <p:nvSpPr>
              <p:cNvPr id="16" name="Rectangle 15">
                <a:extLst>
                  <a:ext uri="{FF2B5EF4-FFF2-40B4-BE49-F238E27FC236}">
                    <a16:creationId xmlns:a16="http://schemas.microsoft.com/office/drawing/2014/main" id="{7722D6A3-722A-D8C3-17CE-8850462485D9}"/>
                  </a:ext>
                </a:extLst>
              </p:cNvPr>
              <p:cNvSpPr>
                <a:spLocks noRot="1" noChangeAspect="1" noMove="1" noResize="1" noEditPoints="1" noAdjustHandles="1" noChangeArrowheads="1" noChangeShapeType="1" noTextEdit="1"/>
              </p:cNvSpPr>
              <p:nvPr/>
            </p:nvSpPr>
            <p:spPr>
              <a:xfrm>
                <a:off x="1959906" y="2359639"/>
                <a:ext cx="2496593" cy="558166"/>
              </a:xfrm>
              <a:prstGeom prst="rect">
                <a:avLst/>
              </a:prstGeom>
              <a:blipFill>
                <a:blip r:embed="rId5"/>
                <a:stretch>
                  <a:fillRect r="-266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1BC19BF-8528-A5C9-4838-3DD6FB62E310}"/>
                  </a:ext>
                </a:extLst>
              </p:cNvPr>
              <p:cNvSpPr/>
              <p:nvPr/>
            </p:nvSpPr>
            <p:spPr>
              <a:xfrm>
                <a:off x="5616347" y="2076158"/>
                <a:ext cx="4165884" cy="97731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a:latin typeface="Cambria Math" panose="02040503050406030204" pitchFamily="18" charset="0"/>
                              <a:ea typeface="Cambria Math"/>
                            </a:rPr>
                          </m:ctrlPr>
                        </m:sSubPr>
                        <m:e>
                          <m:sSub>
                            <m:sSubPr>
                              <m:ctrlPr>
                                <a:rPr lang="en-AU" sz="2800" i="1" dirty="0">
                                  <a:latin typeface="Cambria Math" panose="02040503050406030204" pitchFamily="18" charset="0"/>
                                  <a:ea typeface="Cambria Math"/>
                                </a:rPr>
                              </m:ctrlPr>
                            </m:sSubPr>
                            <m:e>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r</m:t>
                                  </m:r>
                                </m:e>
                                <m:sub>
                                  <m:r>
                                    <m:rPr>
                                      <m:sty m:val="p"/>
                                    </m:rPr>
                                    <a:rPr lang="en-AU" sz="2800" b="0" i="0" dirty="0">
                                      <a:latin typeface="Cambria Math"/>
                                      <a:ea typeface="Cambria Math"/>
                                    </a:rPr>
                                    <m:t>μ</m:t>
                                  </m:r>
                                </m:sub>
                              </m:sSub>
                              <m:r>
                                <a:rPr lang="en-AU" sz="2800" b="0" i="0" dirty="0">
                                  <a:latin typeface="Cambria Math"/>
                                  <a:ea typeface="Cambria Math"/>
                                </a:rPr>
                                <m:t>≫</m:t>
                              </m:r>
                              <m:r>
                                <m:rPr>
                                  <m:sty m:val="p"/>
                                </m:rPr>
                                <a:rPr lang="en-AU" sz="2800" b="0" i="0" dirty="0">
                                  <a:latin typeface="Cambria Math"/>
                                  <a:ea typeface="Cambria Math"/>
                                </a:rPr>
                                <m:t>r</m:t>
                              </m:r>
                            </m:e>
                            <m:sub>
                              <m:r>
                                <m:rPr>
                                  <m:sty m:val="p"/>
                                </m:rPr>
                                <a:rPr lang="en-AU" sz="2800" b="0" i="0" dirty="0">
                                  <a:latin typeface="Cambria Math"/>
                                  <a:ea typeface="Cambria Math"/>
                                </a:rPr>
                                <m:t>o</m:t>
                              </m:r>
                            </m:sub>
                          </m:sSub>
                          <m:r>
                            <a:rPr lang="en-AU" sz="2800" b="0" i="0" dirty="0">
                              <a:latin typeface="Cambria Math"/>
                              <a:ea typeface="Cambria Math"/>
                            </a:rPr>
                            <m:t>≫</m:t>
                          </m:r>
                          <m:r>
                            <m:rPr>
                              <m:sty m:val="p"/>
                            </m:rPr>
                            <a:rPr lang="en-AU" sz="2800" b="0" i="0" dirty="0">
                              <a:latin typeface="Cambria Math"/>
                              <a:ea typeface="Cambria Math"/>
                            </a:rPr>
                            <m:t>r</m:t>
                          </m:r>
                        </m:e>
                        <m:sub>
                          <m:r>
                            <m:rPr>
                              <m:sty m:val="p"/>
                            </m:rPr>
                            <a:rPr lang="en-AU" sz="2800" b="0" i="0" dirty="0">
                              <a:latin typeface="Cambria Math"/>
                              <a:ea typeface="Cambria Math"/>
                            </a:rPr>
                            <m:t>π</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a:rPr lang="en-AU" sz="2800" b="0" i="0" dirty="0">
                              <a:latin typeface="Cambria Math"/>
                              <a:ea typeface="Cambria Math"/>
                            </a:rPr>
                            <m:t>1</m:t>
                          </m:r>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g</m:t>
                              </m:r>
                            </m:e>
                            <m:sub>
                              <m:r>
                                <m:rPr>
                                  <m:sty m:val="p"/>
                                </m:rPr>
                                <a:rPr lang="en-AU" sz="2800" b="0" i="0" dirty="0">
                                  <a:latin typeface="Cambria Math"/>
                                  <a:ea typeface="Cambria Math"/>
                                </a:rPr>
                                <m:t>m</m:t>
                              </m:r>
                            </m:sub>
                          </m:sSub>
                        </m:den>
                      </m:f>
                    </m:oMath>
                  </m:oMathPara>
                </a14:m>
                <a:endParaRPr lang="en-AU" sz="2800"/>
              </a:p>
            </p:txBody>
          </p:sp>
        </mc:Choice>
        <mc:Fallback xmlns="">
          <p:sp>
            <p:nvSpPr>
              <p:cNvPr id="3" name="Rectangle 2">
                <a:extLst>
                  <a:ext uri="{FF2B5EF4-FFF2-40B4-BE49-F238E27FC236}">
                    <a16:creationId xmlns:a16="http://schemas.microsoft.com/office/drawing/2014/main" id="{41BC19BF-8528-A5C9-4838-3DD6FB62E310}"/>
                  </a:ext>
                </a:extLst>
              </p:cNvPr>
              <p:cNvSpPr>
                <a:spLocks noRot="1" noChangeAspect="1" noMove="1" noResize="1" noEditPoints="1" noAdjustHandles="1" noChangeArrowheads="1" noChangeShapeType="1" noTextEdit="1"/>
              </p:cNvSpPr>
              <p:nvPr/>
            </p:nvSpPr>
            <p:spPr>
              <a:xfrm>
                <a:off x="5616347" y="2076158"/>
                <a:ext cx="4165884" cy="9773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EDCEF54-0667-C38F-0D38-40FE2D308848}"/>
                  </a:ext>
                </a:extLst>
              </p:cNvPr>
              <p:cNvSpPr/>
              <p:nvPr/>
            </p:nvSpPr>
            <p:spPr>
              <a:xfrm>
                <a:off x="2500389" y="3673420"/>
                <a:ext cx="2496593" cy="56028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g</m:t>
                              </m:r>
                            </m:e>
                            <m:sub>
                              <m:r>
                                <m:rPr>
                                  <m:sty m:val="p"/>
                                </m:rPr>
                                <a:rPr lang="en-AU" sz="2800" b="0" i="0" dirty="0">
                                  <a:latin typeface="Cambria Math"/>
                                  <a:ea typeface="Cambria Math"/>
                                </a:rPr>
                                <m:t>μ</m:t>
                              </m:r>
                            </m:sub>
                          </m:sSub>
                          <m:r>
                            <a:rPr lang="en-AU" sz="2800" b="0" i="0" dirty="0">
                              <a:latin typeface="Cambria Math"/>
                              <a:ea typeface="Cambria Math"/>
                            </a:rPr>
                            <m:t>=</m:t>
                          </m:r>
                          <m:r>
                            <m:rPr>
                              <m:sty m:val="p"/>
                            </m:rPr>
                            <a:rPr lang="en-AU" sz="2800" b="0" i="0" dirty="0">
                              <a:latin typeface="Cambria Math"/>
                              <a:ea typeface="Cambria Math"/>
                            </a:rPr>
                            <m:t>g</m:t>
                          </m:r>
                        </m:e>
                        <m:sub>
                          <m:r>
                            <m:rPr>
                              <m:sty m:val="p"/>
                            </m:rPr>
                            <a:rPr lang="en-AU" sz="2800" b="0" i="0" dirty="0">
                              <a:latin typeface="Cambria Math"/>
                              <a:ea typeface="Cambria Math"/>
                            </a:rPr>
                            <m:t>o</m:t>
                          </m:r>
                        </m:sub>
                      </m:sSub>
                      <m:r>
                        <a:rPr lang="en-AU" sz="2800" b="0" i="0" dirty="0">
                          <a:latin typeface="Cambria Math"/>
                          <a:ea typeface="Cambria Math"/>
                        </a:rPr>
                        <m:t>=</m:t>
                      </m:r>
                      <m:r>
                        <a:rPr lang="en-AU" sz="2800" b="0" i="0" dirty="0" smtClean="0">
                          <a:latin typeface="Cambria Math"/>
                          <a:ea typeface="Cambria Math"/>
                        </a:rPr>
                        <m:t>0</m:t>
                      </m:r>
                    </m:oMath>
                  </m:oMathPara>
                </a14:m>
                <a:endParaRPr lang="en-AU" sz="2800"/>
              </a:p>
            </p:txBody>
          </p:sp>
        </mc:Choice>
        <mc:Fallback xmlns="">
          <p:sp>
            <p:nvSpPr>
              <p:cNvPr id="8" name="Rectangle 7">
                <a:extLst>
                  <a:ext uri="{FF2B5EF4-FFF2-40B4-BE49-F238E27FC236}">
                    <a16:creationId xmlns:a16="http://schemas.microsoft.com/office/drawing/2014/main" id="{5EDCEF54-0667-C38F-0D38-40FE2D308848}"/>
                  </a:ext>
                </a:extLst>
              </p:cNvPr>
              <p:cNvSpPr>
                <a:spLocks noRot="1" noChangeAspect="1" noMove="1" noResize="1" noEditPoints="1" noAdjustHandles="1" noChangeArrowheads="1" noChangeShapeType="1" noTextEdit="1"/>
              </p:cNvSpPr>
              <p:nvPr/>
            </p:nvSpPr>
            <p:spPr>
              <a:xfrm>
                <a:off x="2500389" y="3673420"/>
                <a:ext cx="2496593" cy="56028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247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US" sz="3800">
                <a:latin typeface="Arial" panose="020B0604020202020204" pitchFamily="34" charset="0"/>
                <a:cs typeface="Arial" panose="020B0604020202020204" pitchFamily="34" charset="0"/>
              </a:rPr>
              <a:t> </a:t>
            </a:r>
            <a:r>
              <a:rPr lang="en-US" sz="3000" b="1">
                <a:latin typeface="Arial" panose="020B0604020202020204" pitchFamily="34" charset="0"/>
                <a:cs typeface="Arial" panose="020B0604020202020204" pitchFamily="34" charset="0"/>
              </a:rPr>
              <a:t>Example: </a:t>
            </a:r>
            <a:r>
              <a:rPr lang="en-AU" sz="2800">
                <a:latin typeface="Arial" panose="020B0604020202020204" pitchFamily="34" charset="0"/>
                <a:cs typeface="Arial" panose="020B0604020202020204" pitchFamily="34" charset="0"/>
              </a:rPr>
              <a:t>Given an </a:t>
            </a:r>
            <a:r>
              <a:rPr lang="en-AU" sz="2800" err="1">
                <a:latin typeface="Arial" panose="020B0604020202020204" pitchFamily="34" charset="0"/>
                <a:cs typeface="Arial" panose="020B0604020202020204" pitchFamily="34" charset="0"/>
              </a:rPr>
              <a:t>npn</a:t>
            </a:r>
            <a:r>
              <a:rPr lang="en-AU" sz="2800" i="1">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transistor </a:t>
            </a:r>
            <a:r>
              <a:rPr lang="el-GR" sz="2800">
                <a:latin typeface="Arial" panose="020B0604020202020204" pitchFamily="34" charset="0"/>
                <a:cs typeface="Arial" panose="020B0604020202020204" pitchFamily="34" charset="0"/>
              </a:rPr>
              <a:t>β = 40, </a:t>
            </a:r>
            <a:r>
              <a:rPr lang="en-AU" sz="2800">
                <a:latin typeface="Arial" panose="020B0604020202020204" pitchFamily="34" charset="0"/>
                <a:cs typeface="Arial" panose="020B0604020202020204" pitchFamily="34" charset="0"/>
              </a:rPr>
              <a:t>I</a:t>
            </a:r>
            <a:r>
              <a:rPr lang="en-AU" sz="2800" baseline="-25000">
                <a:latin typeface="Arial" panose="020B0604020202020204" pitchFamily="34" charset="0"/>
                <a:cs typeface="Arial" panose="020B0604020202020204" pitchFamily="34" charset="0"/>
              </a:rPr>
              <a:t>C</a:t>
            </a:r>
            <a:r>
              <a:rPr lang="en-AU" sz="2800">
                <a:latin typeface="Arial" panose="020B0604020202020204" pitchFamily="34" charset="0"/>
                <a:cs typeface="Arial" panose="020B0604020202020204" pitchFamily="34" charset="0"/>
              </a:rPr>
              <a:t> = 2mA, 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 ‐ 65 volts</a:t>
            </a:r>
            <a:endParaRPr lang="en-AU">
              <a:latin typeface="Arial" panose="020B0604020202020204" pitchFamily="34" charset="0"/>
              <a:cs typeface="Arial" panose="020B0604020202020204" pitchFamily="34" charset="0"/>
            </a:endParaRPr>
          </a:p>
          <a:p>
            <a:pPr marL="457200" lvl="1" indent="0">
              <a:buNone/>
            </a:pPr>
            <a:r>
              <a:rPr lang="en-AU" sz="2000" i="1">
                <a:latin typeface="+mn-lt"/>
              </a:rPr>
              <a:t>                               </a:t>
            </a:r>
            <a:r>
              <a:rPr lang="en-AU" sz="2800">
                <a:latin typeface="Arial" panose="020B0604020202020204" pitchFamily="34" charset="0"/>
                <a:cs typeface="Arial" panose="020B0604020202020204" pitchFamily="34" charset="0"/>
              </a:rPr>
              <a:t>g</a:t>
            </a:r>
            <a:r>
              <a:rPr lang="en-AU" sz="2800" baseline="-25000">
                <a:latin typeface="Arial" panose="020B0604020202020204" pitchFamily="34" charset="0"/>
                <a:cs typeface="Arial" panose="020B0604020202020204" pitchFamily="34" charset="0"/>
              </a:rPr>
              <a:t>m</a:t>
            </a:r>
            <a:r>
              <a:rPr lang="en-AU" sz="2800">
                <a:latin typeface="Arial" panose="020B0604020202020204" pitchFamily="34" charset="0"/>
                <a:cs typeface="Arial" panose="020B0604020202020204" pitchFamily="34" charset="0"/>
              </a:rPr>
              <a:t> = 80 m</a:t>
            </a:r>
            <a:r>
              <a:rPr lang="el-GR" sz="2800">
                <a:latin typeface="Arial" panose="020B0604020202020204" pitchFamily="34" charset="0"/>
                <a:cs typeface="Arial" panose="020B0604020202020204" pitchFamily="34" charset="0"/>
              </a:rPr>
              <a:t>Ω</a:t>
            </a:r>
            <a:r>
              <a:rPr lang="el-GR" sz="2800" baseline="30000">
                <a:latin typeface="Arial" panose="020B0604020202020204" pitchFamily="34" charset="0"/>
                <a:cs typeface="Arial" panose="020B0604020202020204" pitchFamily="34" charset="0"/>
              </a:rPr>
              <a:t>‐1</a:t>
            </a:r>
            <a:r>
              <a:rPr lang="el-GR" sz="2800">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                    g</a:t>
            </a:r>
            <a:r>
              <a:rPr lang="el-GR" sz="2800" baseline="-25000">
                <a:latin typeface="Arial" panose="020B0604020202020204" pitchFamily="34" charset="0"/>
                <a:cs typeface="Arial" panose="020B0604020202020204" pitchFamily="34" charset="0"/>
              </a:rPr>
              <a:t>π</a:t>
            </a:r>
            <a:r>
              <a:rPr lang="el-GR" sz="2800">
                <a:latin typeface="Arial" panose="020B0604020202020204" pitchFamily="34" charset="0"/>
                <a:cs typeface="Arial" panose="020B0604020202020204" pitchFamily="34" charset="0"/>
              </a:rPr>
              <a:t> = 2 </a:t>
            </a:r>
            <a:r>
              <a:rPr lang="en-AU" sz="2800">
                <a:latin typeface="Arial" panose="020B0604020202020204" pitchFamily="34" charset="0"/>
                <a:cs typeface="Arial" panose="020B0604020202020204" pitchFamily="34" charset="0"/>
              </a:rPr>
              <a:t>m</a:t>
            </a:r>
            <a:r>
              <a:rPr lang="el-GR" sz="2800">
                <a:latin typeface="Arial" panose="020B0604020202020204" pitchFamily="34" charset="0"/>
                <a:cs typeface="Arial" panose="020B0604020202020204" pitchFamily="34" charset="0"/>
              </a:rPr>
              <a:t>Ω</a:t>
            </a:r>
            <a:r>
              <a:rPr lang="el-GR" sz="2800" baseline="30000">
                <a:latin typeface="Arial" panose="020B0604020202020204" pitchFamily="34" charset="0"/>
                <a:cs typeface="Arial" panose="020B0604020202020204" pitchFamily="34" charset="0"/>
              </a:rPr>
              <a:t>‐1</a:t>
            </a:r>
          </a:p>
          <a:p>
            <a:pPr marL="457200" lvl="1" indent="0">
              <a:buNone/>
            </a:pPr>
            <a:r>
              <a:rPr lang="en-AU" sz="2800">
                <a:latin typeface="Arial" panose="020B0604020202020204" pitchFamily="34" charset="0"/>
                <a:cs typeface="Arial" panose="020B0604020202020204" pitchFamily="34" charset="0"/>
              </a:rPr>
              <a:t>                  </a:t>
            </a:r>
            <a:r>
              <a:rPr lang="pl-PL" sz="2800">
                <a:latin typeface="Arial" panose="020B0604020202020204" pitchFamily="34" charset="0"/>
                <a:cs typeface="Arial" panose="020B0604020202020204" pitchFamily="34" charset="0"/>
              </a:rPr>
              <a:t>g</a:t>
            </a:r>
            <a:r>
              <a:rPr lang="pl-PL" sz="2800" baseline="-25000">
                <a:latin typeface="Arial" panose="020B0604020202020204" pitchFamily="34" charset="0"/>
                <a:cs typeface="Arial" panose="020B0604020202020204" pitchFamily="34" charset="0"/>
              </a:rPr>
              <a:t>o</a:t>
            </a:r>
            <a:r>
              <a:rPr lang="pl-PL" sz="2800">
                <a:latin typeface="Arial" panose="020B0604020202020204" pitchFamily="34" charset="0"/>
                <a:cs typeface="Arial" panose="020B0604020202020204" pitchFamily="34" charset="0"/>
              </a:rPr>
              <a:t> = 0.031 mΩ</a:t>
            </a:r>
            <a:r>
              <a:rPr lang="pl-PL" sz="2800" baseline="30000">
                <a:latin typeface="Arial" panose="020B0604020202020204" pitchFamily="34" charset="0"/>
                <a:cs typeface="Arial" panose="020B0604020202020204" pitchFamily="34" charset="0"/>
              </a:rPr>
              <a:t>‐1</a:t>
            </a:r>
            <a:r>
              <a:rPr lang="pl-PL" sz="2800">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                </a:t>
            </a:r>
            <a:r>
              <a:rPr lang="pl-PL" sz="2800">
                <a:latin typeface="Arial" panose="020B0604020202020204" pitchFamily="34" charset="0"/>
                <a:cs typeface="Arial" panose="020B0604020202020204" pitchFamily="34" charset="0"/>
              </a:rPr>
              <a:t>g</a:t>
            </a:r>
            <a:r>
              <a:rPr lang="pl-PL" sz="2800" baseline="-25000">
                <a:latin typeface="Arial" panose="020B0604020202020204" pitchFamily="34" charset="0"/>
                <a:cs typeface="Arial" panose="020B0604020202020204" pitchFamily="34" charset="0"/>
              </a:rPr>
              <a:t>μ</a:t>
            </a:r>
            <a:r>
              <a:rPr lang="pl-PL" sz="2800">
                <a:latin typeface="Arial" panose="020B0604020202020204" pitchFamily="34" charset="0"/>
                <a:cs typeface="Arial" panose="020B0604020202020204" pitchFamily="34" charset="0"/>
              </a:rPr>
              <a:t> = 0.00077 mΩ</a:t>
            </a:r>
            <a:r>
              <a:rPr lang="pl-PL" sz="2800" baseline="30000">
                <a:latin typeface="Arial" panose="020B0604020202020204" pitchFamily="34" charset="0"/>
                <a:cs typeface="Arial" panose="020B0604020202020204" pitchFamily="34" charset="0"/>
              </a:rPr>
              <a:t>‐1</a:t>
            </a:r>
            <a:endParaRPr lang="en-AU" sz="2800" baseline="30000">
              <a:latin typeface="Arial" panose="020B0604020202020204" pitchFamily="34" charset="0"/>
              <a:cs typeface="Arial" panose="020B0604020202020204" pitchFamily="34" charset="0"/>
            </a:endParaRPr>
          </a:p>
          <a:p>
            <a:pPr algn="just">
              <a:buFont typeface="Wingdings" panose="05000000000000000000" pitchFamily="2" charset="2"/>
              <a:buChar char="q"/>
            </a:pPr>
            <a:endParaRPr lang="en-US" sz="3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5145A1D-9A0F-7E82-6489-0A69B925D0B5}"/>
                  </a:ext>
                </a:extLst>
              </p14:cNvPr>
              <p14:cNvContentPartPr/>
              <p14:nvPr/>
            </p14:nvContentPartPr>
            <p14:xfrm>
              <a:off x="358920" y="549360"/>
              <a:ext cx="11687040" cy="5396400"/>
            </p14:xfrm>
          </p:contentPart>
        </mc:Choice>
        <mc:Fallback xmlns="">
          <p:pic>
            <p:nvPicPr>
              <p:cNvPr id="3" name="Ink 2">
                <a:extLst>
                  <a:ext uri="{FF2B5EF4-FFF2-40B4-BE49-F238E27FC236}">
                    <a16:creationId xmlns:a16="http://schemas.microsoft.com/office/drawing/2014/main" id="{75145A1D-9A0F-7E82-6489-0A69B925D0B5}"/>
                  </a:ext>
                </a:extLst>
              </p:cNvPr>
              <p:cNvPicPr/>
              <p:nvPr/>
            </p:nvPicPr>
            <p:blipFill>
              <a:blip r:embed="rId4"/>
              <a:stretch>
                <a:fillRect/>
              </a:stretch>
            </p:blipFill>
            <p:spPr>
              <a:xfrm>
                <a:off x="349560" y="540000"/>
                <a:ext cx="11705760" cy="5415120"/>
              </a:xfrm>
              <a:prstGeom prst="rect">
                <a:avLst/>
              </a:prstGeom>
            </p:spPr>
          </p:pic>
        </mc:Fallback>
      </mc:AlternateContent>
    </p:spTree>
    <p:extLst>
      <p:ext uri="{BB962C8B-B14F-4D97-AF65-F5344CB8AC3E}">
        <p14:creationId xmlns:p14="http://schemas.microsoft.com/office/powerpoint/2010/main" val="3079102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2800">
                <a:latin typeface="Arial" panose="020B0604020202020204" pitchFamily="34" charset="0"/>
                <a:cs typeface="Arial" panose="020B0604020202020204" pitchFamily="34" charset="0"/>
              </a:rPr>
              <a:t>Low frequency hybrid-</a:t>
            </a:r>
            <a:r>
              <a:rPr lang="el-GR" sz="2800">
                <a:latin typeface="Arial" panose="020B0604020202020204" pitchFamily="34" charset="0"/>
                <a:cs typeface="Arial" panose="020B0604020202020204" pitchFamily="34" charset="0"/>
              </a:rPr>
              <a:t>π</a:t>
            </a:r>
            <a:r>
              <a:rPr lang="en-AU" sz="2800">
                <a:latin typeface="Arial" panose="020B0604020202020204" pitchFamily="34" charset="0"/>
                <a:cs typeface="Arial" panose="020B0604020202020204" pitchFamily="34" charset="0"/>
              </a:rPr>
              <a:t> model</a:t>
            </a: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Because of the relative sizes of the g‐parameters, we can simplify the above model to</a:t>
            </a:r>
          </a:p>
          <a:p>
            <a:pPr>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A58CD728-E85D-5158-9951-08B5D82A66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1514" y="1144552"/>
            <a:ext cx="4176464" cy="2090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B20369CA-D7B2-204E-C56B-2A465A31B9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3680" y="3846091"/>
            <a:ext cx="4176464" cy="22243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4BEA78F-32B4-7CA1-C91A-DBA3EFF14ABE}"/>
                  </a:ext>
                </a:extLst>
              </p:cNvPr>
              <p:cNvSpPr/>
              <p:nvPr/>
            </p:nvSpPr>
            <p:spPr>
              <a:xfrm>
                <a:off x="1753570" y="4958273"/>
                <a:ext cx="2496593" cy="5581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oMath>
                  </m:oMathPara>
                </a14:m>
                <a:endParaRPr lang="en-AU" sz="2800"/>
              </a:p>
            </p:txBody>
          </p:sp>
        </mc:Choice>
        <mc:Fallback xmlns="">
          <p:sp>
            <p:nvSpPr>
              <p:cNvPr id="9" name="Rectangle 8">
                <a:extLst>
                  <a:ext uri="{FF2B5EF4-FFF2-40B4-BE49-F238E27FC236}">
                    <a16:creationId xmlns:a16="http://schemas.microsoft.com/office/drawing/2014/main" id="{64BEA78F-32B4-7CA1-C91A-DBA3EFF14ABE}"/>
                  </a:ext>
                </a:extLst>
              </p:cNvPr>
              <p:cNvSpPr>
                <a:spLocks noRot="1" noChangeAspect="1" noMove="1" noResize="1" noEditPoints="1" noAdjustHandles="1" noChangeArrowheads="1" noChangeShapeType="1" noTextEdit="1"/>
              </p:cNvSpPr>
              <p:nvPr/>
            </p:nvSpPr>
            <p:spPr>
              <a:xfrm>
                <a:off x="1753570" y="4958273"/>
                <a:ext cx="2496593" cy="558166"/>
              </a:xfrm>
              <a:prstGeom prst="rect">
                <a:avLst/>
              </a:prstGeom>
              <a:blipFill>
                <a:blip r:embed="rId5"/>
                <a:stretch>
                  <a:fillRect r="-2665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623A2FC4-C11E-3A41-EF2D-0451B93DD636}"/>
                  </a:ext>
                </a:extLst>
              </p14:cNvPr>
              <p14:cNvContentPartPr/>
              <p14:nvPr/>
            </p14:nvContentPartPr>
            <p14:xfrm>
              <a:off x="271440" y="288000"/>
              <a:ext cx="11874240" cy="6439680"/>
            </p14:xfrm>
          </p:contentPart>
        </mc:Choice>
        <mc:Fallback xmlns="">
          <p:pic>
            <p:nvPicPr>
              <p:cNvPr id="10" name="Ink 9">
                <a:extLst>
                  <a:ext uri="{FF2B5EF4-FFF2-40B4-BE49-F238E27FC236}">
                    <a16:creationId xmlns:a16="http://schemas.microsoft.com/office/drawing/2014/main" id="{623A2FC4-C11E-3A41-EF2D-0451B93DD636}"/>
                  </a:ext>
                </a:extLst>
              </p:cNvPr>
              <p:cNvPicPr/>
              <p:nvPr/>
            </p:nvPicPr>
            <p:blipFill>
              <a:blip r:embed="rId7"/>
              <a:stretch>
                <a:fillRect/>
              </a:stretch>
            </p:blipFill>
            <p:spPr>
              <a:xfrm>
                <a:off x="262080" y="278640"/>
                <a:ext cx="11892960" cy="6458400"/>
              </a:xfrm>
              <a:prstGeom prst="rect">
                <a:avLst/>
              </a:prstGeom>
            </p:spPr>
          </p:pic>
        </mc:Fallback>
      </mc:AlternateContent>
    </p:spTree>
    <p:extLst>
      <p:ext uri="{BB962C8B-B14F-4D97-AF65-F5344CB8AC3E}">
        <p14:creationId xmlns:p14="http://schemas.microsoft.com/office/powerpoint/2010/main" val="1842113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a:latin typeface="Arial" panose="020B0604020202020204" pitchFamily="34" charset="0"/>
                <a:cs typeface="Arial" panose="020B0604020202020204" pitchFamily="34" charset="0"/>
              </a:rPr>
              <a:t>The small‐signal model for the BJT, we have so far, is only partially complete. We need to augment the model to incorporate other parameters that relate to the physical structure and physics of operation of the device:</a:t>
            </a:r>
          </a:p>
          <a:p>
            <a:pPr lvl="2">
              <a:buFont typeface="Courier New" panose="02070309020205020404" pitchFamily="49" charset="0"/>
              <a:buChar char="o"/>
            </a:pPr>
            <a:r>
              <a:rPr lang="en-AU" sz="2800">
                <a:latin typeface="Arial" panose="020B0604020202020204" pitchFamily="34" charset="0"/>
                <a:cs typeface="Arial" panose="020B0604020202020204" pitchFamily="34" charset="0"/>
              </a:rPr>
              <a:t>extrinsic resistances</a:t>
            </a:r>
          </a:p>
          <a:p>
            <a:pPr lvl="2">
              <a:buFont typeface="Courier New" panose="02070309020205020404" pitchFamily="49" charset="0"/>
              <a:buChar char="o"/>
            </a:pPr>
            <a:r>
              <a:rPr lang="en-AU" sz="2800">
                <a:latin typeface="Arial" panose="020B0604020202020204" pitchFamily="34" charset="0"/>
                <a:cs typeface="Arial" panose="020B0604020202020204" pitchFamily="34" charset="0"/>
              </a:rPr>
              <a:t>parasitic capacitances</a:t>
            </a:r>
          </a:p>
          <a:p>
            <a:pPr lvl="2">
              <a:buFont typeface="Courier New" panose="02070309020205020404" pitchFamily="49" charset="0"/>
              <a:buChar char="o"/>
            </a:pPr>
            <a:r>
              <a:rPr lang="en-AU" sz="2800">
                <a:latin typeface="Arial" panose="020B0604020202020204" pitchFamily="34" charset="0"/>
                <a:cs typeface="Arial" panose="020B0604020202020204" pitchFamily="34" charset="0"/>
              </a:rPr>
              <a:t>charge‐storage capacitances</a:t>
            </a:r>
          </a:p>
          <a:p>
            <a:pPr>
              <a:buFont typeface="Wingdings" panose="05000000000000000000" pitchFamily="2" charset="2"/>
              <a:buChar char="§"/>
            </a:pPr>
            <a:r>
              <a:rPr lang="en-AU">
                <a:latin typeface="Arial" panose="020B0604020202020204" pitchFamily="34" charset="0"/>
                <a:cs typeface="Arial" panose="020B0604020202020204" pitchFamily="34" charset="0"/>
              </a:rPr>
              <a:t>The complete </a:t>
            </a:r>
            <a:r>
              <a:rPr lang="en-AU" b="1">
                <a:solidFill>
                  <a:srgbClr val="FF0000"/>
                </a:solidFill>
                <a:latin typeface="Arial" panose="020B0604020202020204" pitchFamily="34" charset="0"/>
                <a:cs typeface="Arial" panose="020B0604020202020204" pitchFamily="34" charset="0"/>
              </a:rPr>
              <a:t>hybrid-</a:t>
            </a:r>
            <a:r>
              <a:rPr lang="el-GR" b="1">
                <a:solidFill>
                  <a:srgbClr val="FF0000"/>
                </a:solidFill>
                <a:latin typeface="Arial" panose="020B0604020202020204" pitchFamily="34" charset="0"/>
                <a:cs typeface="Arial" panose="020B0604020202020204" pitchFamily="34" charset="0"/>
              </a:rPr>
              <a:t>π</a:t>
            </a:r>
            <a:r>
              <a:rPr lang="en-AU">
                <a:latin typeface="Arial" panose="020B0604020202020204" pitchFamily="34" charset="0"/>
                <a:cs typeface="Arial" panose="020B0604020202020204" pitchFamily="34" charset="0"/>
              </a:rPr>
              <a:t> is </a:t>
            </a:r>
          </a:p>
          <a:p>
            <a:pPr marL="0" indent="0">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10" name="Picture 3">
            <a:extLst>
              <a:ext uri="{FF2B5EF4-FFF2-40B4-BE49-F238E27FC236}">
                <a16:creationId xmlns:a16="http://schemas.microsoft.com/office/drawing/2014/main" id="{5FE1D40C-08D9-5CD3-A7F5-42B6884C3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2747" y="2779530"/>
            <a:ext cx="4720176" cy="27973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11">
            <a:extLst>
              <a:ext uri="{FF2B5EF4-FFF2-40B4-BE49-F238E27FC236}">
                <a16:creationId xmlns:a16="http://schemas.microsoft.com/office/drawing/2014/main" id="{95F9F2CD-26E3-463E-1AEA-B42FF35B3D94}"/>
              </a:ext>
            </a:extLst>
          </p:cNvPr>
          <p:cNvSpPr/>
          <p:nvPr/>
        </p:nvSpPr>
        <p:spPr>
          <a:xfrm>
            <a:off x="1002657" y="4456887"/>
            <a:ext cx="6134100" cy="1231106"/>
          </a:xfrm>
          <a:prstGeom prst="rect">
            <a:avLst/>
          </a:prstGeom>
        </p:spPr>
        <p:txBody>
          <a:bodyPr wrap="square">
            <a:spAutoFit/>
          </a:bodyPr>
          <a:lstStyle/>
          <a:p>
            <a:r>
              <a:rPr lang="en-AU" sz="2800" dirty="0">
                <a:latin typeface="Arial" panose="020B0604020202020204" pitchFamily="34" charset="0"/>
                <a:cs typeface="Arial" panose="020B0604020202020204" pitchFamily="34" charset="0"/>
              </a:rPr>
              <a:t>Typically, C</a:t>
            </a:r>
            <a:r>
              <a:rPr lang="en-AU" sz="2800" baseline="-25000" dirty="0">
                <a:latin typeface="Arial" panose="020B0604020202020204" pitchFamily="34" charset="0"/>
                <a:cs typeface="Arial" panose="020B0604020202020204" pitchFamily="34" charset="0"/>
              </a:rPr>
              <a:t>π</a:t>
            </a:r>
            <a:r>
              <a:rPr lang="en-AU" sz="2800" dirty="0">
                <a:latin typeface="Arial" panose="020B0604020202020204" pitchFamily="34" charset="0"/>
                <a:cs typeface="Arial" panose="020B0604020202020204" pitchFamily="34" charset="0"/>
              </a:rPr>
              <a:t> ≈10‐20pF</a:t>
            </a:r>
          </a:p>
          <a:p>
            <a:r>
              <a:rPr lang="en-AU" sz="2800" dirty="0">
                <a:latin typeface="Arial" panose="020B0604020202020204" pitchFamily="34" charset="0"/>
                <a:cs typeface="Arial" panose="020B0604020202020204" pitchFamily="34" charset="0"/>
              </a:rPr>
              <a:t> </a:t>
            </a:r>
            <a:r>
              <a:rPr lang="en-AU" sz="2800" dirty="0" err="1">
                <a:latin typeface="Arial" panose="020B0604020202020204" pitchFamily="34" charset="0"/>
                <a:cs typeface="Arial" panose="020B0604020202020204" pitchFamily="34" charset="0"/>
              </a:rPr>
              <a:t>C</a:t>
            </a:r>
            <a:r>
              <a:rPr lang="en-AU" sz="2800" baseline="-25000" dirty="0" err="1">
                <a:latin typeface="Arial" panose="020B0604020202020204" pitchFamily="34" charset="0"/>
                <a:cs typeface="Arial" panose="020B0604020202020204" pitchFamily="34" charset="0"/>
              </a:rPr>
              <a:t>μ</a:t>
            </a:r>
            <a:r>
              <a:rPr lang="en-AU" sz="2800" baseline="-25000" dirty="0">
                <a:latin typeface="Arial" panose="020B0604020202020204" pitchFamily="34" charset="0"/>
                <a:cs typeface="Arial" panose="020B0604020202020204" pitchFamily="34" charset="0"/>
              </a:rPr>
              <a:t> </a:t>
            </a:r>
            <a:r>
              <a:rPr lang="en-AU" sz="2800" dirty="0">
                <a:latin typeface="Arial" panose="020B0604020202020204" pitchFamily="34" charset="0"/>
                <a:cs typeface="Arial" panose="020B0604020202020204" pitchFamily="34" charset="0"/>
              </a:rPr>
              <a:t>is an order of magnitude smaller</a:t>
            </a:r>
          </a:p>
          <a:p>
            <a:endParaRPr lang="en-AU" dirty="0"/>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114E0D6-BBF7-9D30-F412-04FA95BAB70B}"/>
                  </a:ext>
                </a:extLst>
              </p14:cNvPr>
              <p14:cNvContentPartPr/>
              <p14:nvPr/>
            </p14:nvContentPartPr>
            <p14:xfrm>
              <a:off x="3074040" y="1216800"/>
              <a:ext cx="8584920" cy="4613400"/>
            </p14:xfrm>
          </p:contentPart>
        </mc:Choice>
        <mc:Fallback xmlns="">
          <p:pic>
            <p:nvPicPr>
              <p:cNvPr id="3" name="Ink 2">
                <a:extLst>
                  <a:ext uri="{FF2B5EF4-FFF2-40B4-BE49-F238E27FC236}">
                    <a16:creationId xmlns:a16="http://schemas.microsoft.com/office/drawing/2014/main" id="{3114E0D6-BBF7-9D30-F412-04FA95BAB70B}"/>
                  </a:ext>
                </a:extLst>
              </p:cNvPr>
              <p:cNvPicPr/>
              <p:nvPr/>
            </p:nvPicPr>
            <p:blipFill>
              <a:blip r:embed="rId5"/>
              <a:stretch>
                <a:fillRect/>
              </a:stretch>
            </p:blipFill>
            <p:spPr>
              <a:xfrm>
                <a:off x="3064680" y="1207440"/>
                <a:ext cx="8603640" cy="4632120"/>
              </a:xfrm>
              <a:prstGeom prst="rect">
                <a:avLst/>
              </a:prstGeom>
            </p:spPr>
          </p:pic>
        </mc:Fallback>
      </mc:AlternateContent>
    </p:spTree>
    <p:extLst>
      <p:ext uri="{BB962C8B-B14F-4D97-AF65-F5344CB8AC3E}">
        <p14:creationId xmlns:p14="http://schemas.microsoft.com/office/powerpoint/2010/main" val="4163145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906845" cy="5743173"/>
          </a:xfrm>
        </p:spPr>
        <p:txBody>
          <a:bodyPr>
            <a:normAutofit/>
          </a:bodyPr>
          <a:lstStyle/>
          <a:p>
            <a:pPr>
              <a:buFont typeface="Wingdings" panose="05000000000000000000" pitchFamily="2" charset="2"/>
              <a:buChar char="§"/>
            </a:pPr>
            <a:r>
              <a:rPr lang="en-AU" sz="2800">
                <a:latin typeface="Arial" panose="020B0604020202020204" pitchFamily="34" charset="0"/>
                <a:cs typeface="Arial" panose="020B0604020202020204" pitchFamily="34" charset="0"/>
              </a:rPr>
              <a:t>BJT can be expressed as a two-port network with emitter as a common terminal for both input and output ports.</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The h-parameter is often provided in data sheet by manufacturers</a:t>
            </a: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The h-parameters and g-parameters are related as follows </a:t>
            </a:r>
          </a:p>
          <a:p>
            <a:pPr marL="0" indent="0">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6849D05-C052-9B69-01D2-1DA2C95B01FB}"/>
                  </a:ext>
                </a:extLst>
              </p:cNvPr>
              <p:cNvSpPr/>
              <p:nvPr/>
            </p:nvSpPr>
            <p:spPr>
              <a:xfrm>
                <a:off x="349763" y="4781483"/>
                <a:ext cx="245745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ie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b</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π</m:t>
                          </m:r>
                        </m:sub>
                      </m:sSub>
                    </m:oMath>
                  </m:oMathPara>
                </a14:m>
                <a:endParaRPr lang="en-AU" sz="2800"/>
              </a:p>
            </p:txBody>
          </p:sp>
        </mc:Choice>
        <mc:Fallback xmlns="">
          <p:sp>
            <p:nvSpPr>
              <p:cNvPr id="10" name="Rectangle 9">
                <a:extLst>
                  <a:ext uri="{FF2B5EF4-FFF2-40B4-BE49-F238E27FC236}">
                    <a16:creationId xmlns:a16="http://schemas.microsoft.com/office/drawing/2014/main" id="{16849D05-C052-9B69-01D2-1DA2C95B01FB}"/>
                  </a:ext>
                </a:extLst>
              </p:cNvPr>
              <p:cNvSpPr>
                <a:spLocks noRot="1" noChangeAspect="1" noMove="1" noResize="1" noEditPoints="1" noAdjustHandles="1" noChangeArrowheads="1" noChangeShapeType="1" noTextEdit="1"/>
              </p:cNvSpPr>
              <p:nvPr/>
            </p:nvSpPr>
            <p:spPr>
              <a:xfrm>
                <a:off x="349763" y="4781483"/>
                <a:ext cx="2457452"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C4C52F0-5E72-9CEB-23D8-7F6929506B6D}"/>
                  </a:ext>
                </a:extLst>
              </p:cNvPr>
              <p:cNvSpPr/>
              <p:nvPr/>
            </p:nvSpPr>
            <p:spPr>
              <a:xfrm>
                <a:off x="2607023" y="4882108"/>
                <a:ext cx="216024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fe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π</m:t>
                          </m:r>
                        </m:sub>
                      </m:sSub>
                    </m:oMath>
                  </m:oMathPara>
                </a14:m>
                <a:endParaRPr lang="en-AU" sz="2800"/>
              </a:p>
            </p:txBody>
          </p:sp>
        </mc:Choice>
        <mc:Fallback xmlns="">
          <p:sp>
            <p:nvSpPr>
              <p:cNvPr id="12" name="Rectangle 11">
                <a:extLst>
                  <a:ext uri="{FF2B5EF4-FFF2-40B4-BE49-F238E27FC236}">
                    <a16:creationId xmlns:a16="http://schemas.microsoft.com/office/drawing/2014/main" id="{8C4C52F0-5E72-9CEB-23D8-7F6929506B6D}"/>
                  </a:ext>
                </a:extLst>
              </p:cNvPr>
              <p:cNvSpPr>
                <a:spLocks noRot="1" noChangeAspect="1" noMove="1" noResize="1" noEditPoints="1" noAdjustHandles="1" noChangeArrowheads="1" noChangeShapeType="1" noTextEdit="1"/>
              </p:cNvSpPr>
              <p:nvPr/>
            </p:nvSpPr>
            <p:spPr>
              <a:xfrm>
                <a:off x="2607023" y="4882108"/>
                <a:ext cx="2160241"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23AAE57-18FE-B140-0153-12382EBF86C0}"/>
                  </a:ext>
                </a:extLst>
              </p:cNvPr>
              <p:cNvSpPr/>
              <p:nvPr/>
            </p:nvSpPr>
            <p:spPr>
              <a:xfrm>
                <a:off x="179182" y="5236499"/>
                <a:ext cx="2160241" cy="95821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re</m:t>
                          </m:r>
                        </m:sub>
                      </m:sSub>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r</m:t>
                              </m:r>
                            </m:e>
                            <m:sub>
                              <m:r>
                                <m:rPr>
                                  <m:sty m:val="p"/>
                                </m:rPr>
                                <a:rPr lang="en-AU" sz="2800" b="0" i="0" dirty="0">
                                  <a:latin typeface="Cambria Math"/>
                                  <a:ea typeface="Cambria Math"/>
                                </a:rPr>
                                <m:t>π</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r</m:t>
                              </m:r>
                            </m:e>
                            <m:sub>
                              <m:r>
                                <m:rPr>
                                  <m:sty m:val="p"/>
                                </m:rPr>
                                <a:rPr lang="en-AU" sz="2800" b="0" i="0" dirty="0">
                                  <a:latin typeface="Cambria Math"/>
                                  <a:ea typeface="Cambria Math"/>
                                </a:rPr>
                                <m:t>μ</m:t>
                              </m:r>
                            </m:sub>
                          </m:sSub>
                        </m:den>
                      </m:f>
                    </m:oMath>
                  </m:oMathPara>
                </a14:m>
                <a:endParaRPr lang="en-AU" sz="2800"/>
              </a:p>
            </p:txBody>
          </p:sp>
        </mc:Choice>
        <mc:Fallback xmlns="">
          <p:sp>
            <p:nvSpPr>
              <p:cNvPr id="13" name="Rectangle 12">
                <a:extLst>
                  <a:ext uri="{FF2B5EF4-FFF2-40B4-BE49-F238E27FC236}">
                    <a16:creationId xmlns:a16="http://schemas.microsoft.com/office/drawing/2014/main" id="{D23AAE57-18FE-B140-0153-12382EBF86C0}"/>
                  </a:ext>
                </a:extLst>
              </p:cNvPr>
              <p:cNvSpPr>
                <a:spLocks noRot="1" noChangeAspect="1" noMove="1" noResize="1" noEditPoints="1" noAdjustHandles="1" noChangeArrowheads="1" noChangeShapeType="1" noTextEdit="1"/>
              </p:cNvSpPr>
              <p:nvPr/>
            </p:nvSpPr>
            <p:spPr>
              <a:xfrm>
                <a:off x="179182" y="5236499"/>
                <a:ext cx="2160241" cy="95821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046D576-258A-D41A-65E8-DD3CD1F16EFB}"/>
                  </a:ext>
                </a:extLst>
              </p:cNvPr>
              <p:cNvSpPr/>
              <p:nvPr/>
            </p:nvSpPr>
            <p:spPr>
              <a:xfrm>
                <a:off x="2518605" y="5440123"/>
                <a:ext cx="2884536"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oe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 </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r>
                            <m:rPr>
                              <m:sty m:val="p"/>
                            </m:rPr>
                            <a:rPr lang="en-AU" sz="2800" b="0" i="0" dirty="0" smtClean="0">
                              <a:latin typeface="Cambria Math"/>
                              <a:ea typeface="Cambria Math"/>
                            </a:rPr>
                            <m:t>h</m:t>
                          </m:r>
                        </m:e>
                        <m:sub>
                          <m:r>
                            <m:rPr>
                              <m:sty m:val="p"/>
                            </m:rPr>
                            <a:rPr lang="en-AU" sz="2800" b="0" i="0" dirty="0" smtClean="0">
                              <a:latin typeface="Cambria Math"/>
                              <a:ea typeface="Cambria Math"/>
                            </a:rPr>
                            <m:t>re</m:t>
                          </m:r>
                        </m:sub>
                      </m:sSub>
                    </m:oMath>
                  </m:oMathPara>
                </a14:m>
                <a:endParaRPr lang="en-AU" sz="2800"/>
              </a:p>
            </p:txBody>
          </p:sp>
        </mc:Choice>
        <mc:Fallback xmlns="">
          <p:sp>
            <p:nvSpPr>
              <p:cNvPr id="14" name="Rectangle 13">
                <a:extLst>
                  <a:ext uri="{FF2B5EF4-FFF2-40B4-BE49-F238E27FC236}">
                    <a16:creationId xmlns:a16="http://schemas.microsoft.com/office/drawing/2014/main" id="{1046D576-258A-D41A-65E8-DD3CD1F16EFB}"/>
                  </a:ext>
                </a:extLst>
              </p:cNvPr>
              <p:cNvSpPr>
                <a:spLocks noRot="1" noChangeAspect="1" noMove="1" noResize="1" noEditPoints="1" noAdjustHandles="1" noChangeArrowheads="1" noChangeShapeType="1" noTextEdit="1"/>
              </p:cNvSpPr>
              <p:nvPr/>
            </p:nvSpPr>
            <p:spPr>
              <a:xfrm>
                <a:off x="2518605" y="5440123"/>
                <a:ext cx="2884536"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BE6829BD-CFAB-E03E-EB82-E2273055566C}"/>
                  </a:ext>
                </a:extLst>
              </p:cNvPr>
              <p:cNvSpPr/>
              <p:nvPr/>
            </p:nvSpPr>
            <p:spPr>
              <a:xfrm>
                <a:off x="5148216" y="4950213"/>
                <a:ext cx="1926294" cy="9798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r>
                        <a:rPr lang="en-AU" sz="2800" b="0" i="0" dirty="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oMath>
                  </m:oMathPara>
                </a14:m>
                <a:endParaRPr lang="en-AU" sz="2800"/>
              </a:p>
            </p:txBody>
          </p:sp>
        </mc:Choice>
        <mc:Fallback xmlns="">
          <p:sp>
            <p:nvSpPr>
              <p:cNvPr id="15" name="Rectangle 14">
                <a:extLst>
                  <a:ext uri="{FF2B5EF4-FFF2-40B4-BE49-F238E27FC236}">
                    <a16:creationId xmlns:a16="http://schemas.microsoft.com/office/drawing/2014/main" id="{BE6829BD-CFAB-E03E-EB82-E2273055566C}"/>
                  </a:ext>
                </a:extLst>
              </p:cNvPr>
              <p:cNvSpPr>
                <a:spLocks noRot="1" noChangeAspect="1" noMove="1" noResize="1" noEditPoints="1" noAdjustHandles="1" noChangeArrowheads="1" noChangeShapeType="1" noTextEdit="1"/>
              </p:cNvSpPr>
              <p:nvPr/>
            </p:nvSpPr>
            <p:spPr>
              <a:xfrm>
                <a:off x="5148216" y="4950213"/>
                <a:ext cx="1926294" cy="9798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0C8C1251-39BC-21C0-42B4-A04996C5DE26}"/>
                  </a:ext>
                </a:extLst>
              </p:cNvPr>
              <p:cNvSpPr/>
              <p:nvPr/>
            </p:nvSpPr>
            <p:spPr>
              <a:xfrm>
                <a:off x="6774054" y="4930883"/>
                <a:ext cx="2698759" cy="98700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π</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fe</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smtClean="0">
                              <a:latin typeface="Cambria Math"/>
                              <a:ea typeface="Cambria Math"/>
                            </a:rPr>
                            <m:t>β</m:t>
                          </m:r>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g</m:t>
                              </m:r>
                            </m:e>
                            <m:sub>
                              <m:r>
                                <m:rPr>
                                  <m:sty m:val="p"/>
                                </m:rPr>
                                <a:rPr lang="en-AU" sz="2800" b="0" i="0" dirty="0">
                                  <a:latin typeface="Cambria Math"/>
                                  <a:ea typeface="Cambria Math"/>
                                </a:rPr>
                                <m:t>m</m:t>
                              </m:r>
                            </m:sub>
                          </m:sSub>
                        </m:den>
                      </m:f>
                    </m:oMath>
                  </m:oMathPara>
                </a14:m>
                <a:endParaRPr lang="en-AU" sz="2800"/>
              </a:p>
            </p:txBody>
          </p:sp>
        </mc:Choice>
        <mc:Fallback xmlns="">
          <p:sp>
            <p:nvSpPr>
              <p:cNvPr id="16" name="Rectangle 15">
                <a:extLst>
                  <a:ext uri="{FF2B5EF4-FFF2-40B4-BE49-F238E27FC236}">
                    <a16:creationId xmlns:a16="http://schemas.microsoft.com/office/drawing/2014/main" id="{0C8C1251-39BC-21C0-42B4-A04996C5DE26}"/>
                  </a:ext>
                </a:extLst>
              </p:cNvPr>
              <p:cNvSpPr>
                <a:spLocks noRot="1" noChangeAspect="1" noMove="1" noResize="1" noEditPoints="1" noAdjustHandles="1" noChangeArrowheads="1" noChangeShapeType="1" noTextEdit="1"/>
              </p:cNvSpPr>
              <p:nvPr/>
            </p:nvSpPr>
            <p:spPr>
              <a:xfrm>
                <a:off x="6774054" y="4930883"/>
                <a:ext cx="2698759" cy="98700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5D414A96-DFBD-00B6-AFB6-C8A217EB503F}"/>
                  </a:ext>
                </a:extLst>
              </p:cNvPr>
              <p:cNvSpPr/>
              <p:nvPr/>
            </p:nvSpPr>
            <p:spPr>
              <a:xfrm>
                <a:off x="10567114" y="4930883"/>
                <a:ext cx="1687180" cy="90928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num>
                        <m:den>
                          <m:r>
                            <m:rPr>
                              <m:sty m:val="p"/>
                            </m:rPr>
                            <a:rPr lang="en-AU" sz="2800" b="0" i="0" dirty="0" smtClean="0">
                              <a:latin typeface="Cambria Math"/>
                              <a:ea typeface="Cambria Math"/>
                            </a:rPr>
                            <m:t>β</m:t>
                          </m:r>
                        </m:den>
                      </m:f>
                    </m:oMath>
                  </m:oMathPara>
                </a14:m>
                <a:endParaRPr lang="en-AU" sz="2800"/>
              </a:p>
            </p:txBody>
          </p:sp>
        </mc:Choice>
        <mc:Fallback xmlns="">
          <p:sp>
            <p:nvSpPr>
              <p:cNvPr id="17" name="Rectangle 16">
                <a:extLst>
                  <a:ext uri="{FF2B5EF4-FFF2-40B4-BE49-F238E27FC236}">
                    <a16:creationId xmlns:a16="http://schemas.microsoft.com/office/drawing/2014/main" id="{5D414A96-DFBD-00B6-AFB6-C8A217EB503F}"/>
                  </a:ext>
                </a:extLst>
              </p:cNvPr>
              <p:cNvSpPr>
                <a:spLocks noRot="1" noChangeAspect="1" noMove="1" noResize="1" noEditPoints="1" noAdjustHandles="1" noChangeArrowheads="1" noChangeShapeType="1" noTextEdit="1"/>
              </p:cNvSpPr>
              <p:nvPr/>
            </p:nvSpPr>
            <p:spPr>
              <a:xfrm>
                <a:off x="10567114" y="4930883"/>
                <a:ext cx="1687180" cy="90928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F9D7E0B6-3792-3B96-13E2-732B73F136CB}"/>
                  </a:ext>
                </a:extLst>
              </p:cNvPr>
              <p:cNvSpPr/>
              <p:nvPr/>
            </p:nvSpPr>
            <p:spPr>
              <a:xfrm>
                <a:off x="9081368" y="4866846"/>
                <a:ext cx="1762358" cy="9798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oMath>
                  </m:oMathPara>
                </a14:m>
                <a:endParaRPr lang="en-AU" sz="2800"/>
              </a:p>
            </p:txBody>
          </p:sp>
        </mc:Choice>
        <mc:Fallback xmlns="">
          <p:sp>
            <p:nvSpPr>
              <p:cNvPr id="18" name="Rectangle 17">
                <a:extLst>
                  <a:ext uri="{FF2B5EF4-FFF2-40B4-BE49-F238E27FC236}">
                    <a16:creationId xmlns:a16="http://schemas.microsoft.com/office/drawing/2014/main" id="{F9D7E0B6-3792-3B96-13E2-732B73F136CB}"/>
                  </a:ext>
                </a:extLst>
              </p:cNvPr>
              <p:cNvSpPr>
                <a:spLocks noRot="1" noChangeAspect="1" noMove="1" noResize="1" noEditPoints="1" noAdjustHandles="1" noChangeArrowheads="1" noChangeShapeType="1" noTextEdit="1"/>
              </p:cNvSpPr>
              <p:nvPr/>
            </p:nvSpPr>
            <p:spPr>
              <a:xfrm>
                <a:off x="9081368" y="4866846"/>
                <a:ext cx="1762358" cy="979820"/>
              </a:xfrm>
              <a:prstGeom prst="rect">
                <a:avLst/>
              </a:prstGeom>
              <a:blipFill>
                <a:blip r:embed="rId10"/>
                <a:stretch>
                  <a:fillRect/>
                </a:stretch>
              </a:blipFill>
            </p:spPr>
            <p:txBody>
              <a:bodyPr/>
              <a:lstStyle/>
              <a:p>
                <a:r>
                  <a:rPr lang="en-US">
                    <a:noFill/>
                  </a:rPr>
                  <a:t> </a:t>
                </a:r>
              </a:p>
            </p:txBody>
          </p:sp>
        </mc:Fallback>
      </mc:AlternateContent>
      <p:pic>
        <p:nvPicPr>
          <p:cNvPr id="19" name="Picture 2">
            <a:extLst>
              <a:ext uri="{FF2B5EF4-FFF2-40B4-BE49-F238E27FC236}">
                <a16:creationId xmlns:a16="http://schemas.microsoft.com/office/drawing/2014/main" id="{D0128216-874D-4C5E-4BD9-C538020A734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81296" y="2094658"/>
            <a:ext cx="8643689" cy="22615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12">
            <p14:nvContentPartPr>
              <p14:cNvPr id="3" name="Ink 2">
                <a:extLst>
                  <a:ext uri="{FF2B5EF4-FFF2-40B4-BE49-F238E27FC236}">
                    <a16:creationId xmlns:a16="http://schemas.microsoft.com/office/drawing/2014/main" id="{46B6DC91-B905-9B3B-FF71-72BB4B0D6B8A}"/>
                  </a:ext>
                </a:extLst>
              </p14:cNvPr>
              <p14:cNvContentPartPr/>
              <p14:nvPr/>
            </p14:nvContentPartPr>
            <p14:xfrm>
              <a:off x="280080" y="1779840"/>
              <a:ext cx="11836080" cy="4293720"/>
            </p14:xfrm>
          </p:contentPart>
        </mc:Choice>
        <mc:Fallback xmlns="">
          <p:pic>
            <p:nvPicPr>
              <p:cNvPr id="3" name="Ink 2">
                <a:extLst>
                  <a:ext uri="{FF2B5EF4-FFF2-40B4-BE49-F238E27FC236}">
                    <a16:creationId xmlns:a16="http://schemas.microsoft.com/office/drawing/2014/main" id="{46B6DC91-B905-9B3B-FF71-72BB4B0D6B8A}"/>
                  </a:ext>
                </a:extLst>
              </p:cNvPr>
              <p:cNvPicPr/>
              <p:nvPr/>
            </p:nvPicPr>
            <p:blipFill>
              <a:blip r:embed="rId13"/>
              <a:stretch>
                <a:fillRect/>
              </a:stretch>
            </p:blipFill>
            <p:spPr>
              <a:xfrm>
                <a:off x="270720" y="1770480"/>
                <a:ext cx="11854800" cy="4312440"/>
              </a:xfrm>
              <a:prstGeom prst="rect">
                <a:avLst/>
              </a:prstGeom>
            </p:spPr>
          </p:pic>
        </mc:Fallback>
      </mc:AlternateContent>
    </p:spTree>
    <p:extLst>
      <p:ext uri="{BB962C8B-B14F-4D97-AF65-F5344CB8AC3E}">
        <p14:creationId xmlns:p14="http://schemas.microsoft.com/office/powerpoint/2010/main" val="4148070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marL="0" indent="0">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1114388-6FD2-25C9-0F74-817A4CF78E48}"/>
                  </a:ext>
                </a:extLst>
              </p14:cNvPr>
              <p14:cNvContentPartPr/>
              <p14:nvPr/>
            </p14:nvContentPartPr>
            <p14:xfrm>
              <a:off x="201960" y="52560"/>
              <a:ext cx="11994480" cy="6365880"/>
            </p14:xfrm>
          </p:contentPart>
        </mc:Choice>
        <mc:Fallback xmlns="">
          <p:pic>
            <p:nvPicPr>
              <p:cNvPr id="3" name="Ink 2">
                <a:extLst>
                  <a:ext uri="{FF2B5EF4-FFF2-40B4-BE49-F238E27FC236}">
                    <a16:creationId xmlns:a16="http://schemas.microsoft.com/office/drawing/2014/main" id="{81114388-6FD2-25C9-0F74-817A4CF78E48}"/>
                  </a:ext>
                </a:extLst>
              </p:cNvPr>
              <p:cNvPicPr/>
              <p:nvPr/>
            </p:nvPicPr>
            <p:blipFill>
              <a:blip r:embed="rId4"/>
              <a:stretch>
                <a:fillRect/>
              </a:stretch>
            </p:blipFill>
            <p:spPr>
              <a:xfrm>
                <a:off x="192600" y="43200"/>
                <a:ext cx="12013200" cy="6384600"/>
              </a:xfrm>
              <a:prstGeom prst="rect">
                <a:avLst/>
              </a:prstGeom>
            </p:spPr>
          </p:pic>
        </mc:Fallback>
      </mc:AlternateContent>
    </p:spTree>
    <p:extLst>
      <p:ext uri="{BB962C8B-B14F-4D97-AF65-F5344CB8AC3E}">
        <p14:creationId xmlns:p14="http://schemas.microsoft.com/office/powerpoint/2010/main" val="1541139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746523" cy="5743173"/>
          </a:xfrm>
        </p:spPr>
        <p:txBody>
          <a:bodyPr>
            <a:normAutofit/>
          </a:bodyPr>
          <a:lstStyle/>
          <a:p>
            <a:pPr>
              <a:buFont typeface="Wingdings" panose="05000000000000000000" pitchFamily="2" charset="2"/>
              <a:buChar char="§"/>
            </a:pPr>
            <a:r>
              <a:rPr lang="en-AU" sz="3000">
                <a:latin typeface="Arial" panose="020B0604020202020204" pitchFamily="34" charset="0"/>
                <a:cs typeface="Arial" panose="020B0604020202020204" pitchFamily="34" charset="0"/>
              </a:rPr>
              <a:t>The above model is the complete model with intrinsic and extrinsic capacitance and resistance. It can be further simplified depending the frequency range in which the amplifier is working.</a:t>
            </a: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lvl="3">
              <a:lnSpc>
                <a:spcPct val="90000"/>
              </a:lnSpc>
            </a:pPr>
            <a:endParaRPr lang="en-US"/>
          </a:p>
          <a:p>
            <a:pPr lvl="3">
              <a:lnSpc>
                <a:spcPct val="90000"/>
              </a:lnSpc>
            </a:pPr>
            <a:endParaRPr lang="en-US" sz="1800">
              <a:latin typeface="+mn-lt"/>
            </a:endParaRPr>
          </a:p>
          <a:p>
            <a:pPr>
              <a:buFont typeface="Wingdings" panose="05000000000000000000" pitchFamily="2" charset="2"/>
              <a:buChar char="§"/>
            </a:pPr>
            <a:r>
              <a:rPr lang="en-AU">
                <a:latin typeface="Arial" panose="020B0604020202020204" pitchFamily="34" charset="0"/>
                <a:cs typeface="Arial" panose="020B0604020202020204" pitchFamily="34" charset="0"/>
              </a:rPr>
              <a:t>In mid-band frequency range, the intrinsic capacitances are  and have very high impedances ( </a:t>
            </a:r>
            <a:r>
              <a:rPr lang="en-AU" err="1">
                <a:latin typeface="Arial" panose="020B0604020202020204" pitchFamily="34" charset="0"/>
                <a:cs typeface="Arial" panose="020B0604020202020204" pitchFamily="34" charset="0"/>
              </a:rPr>
              <a:t>Z</a:t>
            </a:r>
            <a:r>
              <a:rPr lang="en-AU" baseline="-25000" err="1">
                <a:latin typeface="Arial" panose="020B0604020202020204" pitchFamily="34" charset="0"/>
                <a:cs typeface="Arial" panose="020B0604020202020204" pitchFamily="34" charset="0"/>
              </a:rPr>
              <a:t>c</a:t>
            </a:r>
            <a:r>
              <a:rPr lang="en-AU">
                <a:latin typeface="Arial" panose="020B0604020202020204" pitchFamily="34" charset="0"/>
                <a:cs typeface="Arial" panose="020B0604020202020204" pitchFamily="34" charset="0"/>
              </a:rPr>
              <a:t>=1/</a:t>
            </a:r>
            <a:r>
              <a:rPr lang="en-AU" err="1">
                <a:latin typeface="Arial" panose="020B0604020202020204" pitchFamily="34" charset="0"/>
                <a:cs typeface="Arial" panose="020B0604020202020204" pitchFamily="34" charset="0"/>
              </a:rPr>
              <a:t>jwC</a:t>
            </a:r>
            <a:r>
              <a:rPr lang="en-AU">
                <a:latin typeface="Arial" panose="020B0604020202020204" pitchFamily="34" charset="0"/>
                <a:cs typeface="Arial" panose="020B0604020202020204" pitchFamily="34" charset="0"/>
              </a:rPr>
              <a:t>) because the capacitance values are in the order of pf. Therefore, they can be considered as </a:t>
            </a:r>
            <a:r>
              <a:rPr lang="en-AU">
                <a:solidFill>
                  <a:srgbClr val="FF0000"/>
                </a:solidFill>
                <a:latin typeface="Arial" panose="020B0604020202020204" pitchFamily="34" charset="0"/>
                <a:cs typeface="Arial" panose="020B0604020202020204" pitchFamily="34" charset="0"/>
              </a:rPr>
              <a:t>open</a:t>
            </a:r>
            <a:r>
              <a:rPr lang="en-AU">
                <a:latin typeface="Arial" panose="020B0604020202020204" pitchFamily="34" charset="0"/>
                <a:cs typeface="Arial" panose="020B0604020202020204" pitchFamily="34" charset="0"/>
              </a:rPr>
              <a:t>.  ( note that </a:t>
            </a:r>
            <a:r>
              <a:rPr lang="en-AU" err="1">
                <a:latin typeface="Arial" panose="020B0604020202020204" pitchFamily="34" charset="0"/>
                <a:cs typeface="Arial" panose="020B0604020202020204" pitchFamily="34" charset="0"/>
              </a:rPr>
              <a:t>r</a:t>
            </a:r>
            <a:r>
              <a:rPr lang="en-AU" baseline="-25000" err="1">
                <a:latin typeface="Arial" panose="020B0604020202020204" pitchFamily="34" charset="0"/>
                <a:cs typeface="Arial" panose="020B0604020202020204" pitchFamily="34" charset="0"/>
              </a:rPr>
              <a:t>u</a:t>
            </a:r>
            <a:r>
              <a:rPr lang="en-AU" baseline="-25000">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is very large)</a:t>
            </a:r>
            <a:endParaRPr lang="en-AU" baseline="-25000">
              <a:latin typeface="Arial" panose="020B0604020202020204" pitchFamily="34" charset="0"/>
              <a:cs typeface="Arial" panose="020B0604020202020204" pitchFamily="34" charset="0"/>
            </a:endParaRPr>
          </a:p>
          <a:p>
            <a:pPr marL="914400" lvl="2" indent="0">
              <a:lnSpc>
                <a:spcPct val="90000"/>
              </a:lnSpc>
              <a:buNone/>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13" name="Picture 2">
            <a:extLst>
              <a:ext uri="{FF2B5EF4-FFF2-40B4-BE49-F238E27FC236}">
                <a16:creationId xmlns:a16="http://schemas.microsoft.com/office/drawing/2014/main" id="{C7223FBC-F290-3808-2A90-AA3716327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7770" y="1891128"/>
            <a:ext cx="4889315" cy="2155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8BAF7BEF-A328-5825-F6B2-C2A951B661B3}"/>
                  </a:ext>
                </a:extLst>
              </p14:cNvPr>
              <p14:cNvContentPartPr/>
              <p14:nvPr/>
            </p14:nvContentPartPr>
            <p14:xfrm>
              <a:off x="2985840" y="1941480"/>
              <a:ext cx="7553880" cy="3538080"/>
            </p14:xfrm>
          </p:contentPart>
        </mc:Choice>
        <mc:Fallback>
          <p:pic>
            <p:nvPicPr>
              <p:cNvPr id="3" name="Ink 2">
                <a:extLst>
                  <a:ext uri="{FF2B5EF4-FFF2-40B4-BE49-F238E27FC236}">
                    <a16:creationId xmlns:a16="http://schemas.microsoft.com/office/drawing/2014/main" id="{8BAF7BEF-A328-5825-F6B2-C2A951B661B3}"/>
                  </a:ext>
                </a:extLst>
              </p:cNvPr>
              <p:cNvPicPr/>
              <p:nvPr/>
            </p:nvPicPr>
            <p:blipFill>
              <a:blip r:embed="rId5"/>
              <a:stretch>
                <a:fillRect/>
              </a:stretch>
            </p:blipFill>
            <p:spPr>
              <a:xfrm>
                <a:off x="2976480" y="1932120"/>
                <a:ext cx="7572600" cy="3556800"/>
              </a:xfrm>
              <a:prstGeom prst="rect">
                <a:avLst/>
              </a:prstGeom>
            </p:spPr>
          </p:pic>
        </mc:Fallback>
      </mc:AlternateContent>
    </p:spTree>
    <p:extLst>
      <p:ext uri="{BB962C8B-B14F-4D97-AF65-F5344CB8AC3E}">
        <p14:creationId xmlns:p14="http://schemas.microsoft.com/office/powerpoint/2010/main" val="2127452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746523" cy="5743173"/>
          </a:xfrm>
        </p:spPr>
        <p:txBody>
          <a:bodyPr>
            <a:normAutofit/>
          </a:bodyPr>
          <a:lstStyle/>
          <a:p>
            <a:pPr marL="914400" lvl="2" indent="0">
              <a:lnSpc>
                <a:spcPct val="90000"/>
              </a:lnSpc>
              <a:buNone/>
            </a:pPr>
            <a:endParaRPr lang="en-US" sz="2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1">
              <a:lnSpc>
                <a:spcPct val="90000"/>
              </a:lnSpc>
            </a:pPr>
            <a:endParaRPr lang="en-US" sz="2000" dirty="0">
              <a:latin typeface="+mn-lt"/>
            </a:endParaRPr>
          </a:p>
          <a:p>
            <a:pPr marL="457200" lvl="1" indent="0">
              <a:lnSpc>
                <a:spcPct val="90000"/>
              </a:lnSpc>
              <a:buNone/>
            </a:pPr>
            <a:endParaRPr lang="en-US" sz="2000" dirty="0">
              <a:latin typeface="+mn-lt"/>
            </a:endParaRPr>
          </a:p>
          <a:p>
            <a:pPr marL="0" indent="0">
              <a:lnSpc>
                <a:spcPct val="90000"/>
              </a:lnSpc>
              <a:buNone/>
            </a:pPr>
            <a:endParaRPr lang="en-US" sz="2400" dirty="0">
              <a:latin typeface="+mn-lt"/>
            </a:endParaRPr>
          </a:p>
          <a:p>
            <a:pPr>
              <a:lnSpc>
                <a:spcPct val="90000"/>
              </a:lnSpc>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a:lnSpc>
                <a:spcPct val="90000"/>
              </a:lnSpc>
            </a:pPr>
            <a:endParaRPr lang="en-US"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4EB2BCFE-84AB-9608-9787-D8A13F111368}"/>
                  </a:ext>
                </a:extLst>
              </p14:cNvPr>
              <p14:cNvContentPartPr/>
              <p14:nvPr/>
            </p14:nvContentPartPr>
            <p14:xfrm>
              <a:off x="581760" y="469800"/>
              <a:ext cx="10940760" cy="5651280"/>
            </p14:xfrm>
          </p:contentPart>
        </mc:Choice>
        <mc:Fallback>
          <p:pic>
            <p:nvPicPr>
              <p:cNvPr id="3" name="Ink 2">
                <a:extLst>
                  <a:ext uri="{FF2B5EF4-FFF2-40B4-BE49-F238E27FC236}">
                    <a16:creationId xmlns:a16="http://schemas.microsoft.com/office/drawing/2014/main" id="{4EB2BCFE-84AB-9608-9787-D8A13F111368}"/>
                  </a:ext>
                </a:extLst>
              </p:cNvPr>
              <p:cNvPicPr/>
              <p:nvPr/>
            </p:nvPicPr>
            <p:blipFill>
              <a:blip r:embed="rId4"/>
              <a:stretch>
                <a:fillRect/>
              </a:stretch>
            </p:blipFill>
            <p:spPr>
              <a:xfrm>
                <a:off x="572400" y="460440"/>
                <a:ext cx="10959480" cy="5670000"/>
              </a:xfrm>
              <a:prstGeom prst="rect">
                <a:avLst/>
              </a:prstGeom>
            </p:spPr>
          </p:pic>
        </mc:Fallback>
      </mc:AlternateContent>
    </p:spTree>
    <p:extLst>
      <p:ext uri="{BB962C8B-B14F-4D97-AF65-F5344CB8AC3E}">
        <p14:creationId xmlns:p14="http://schemas.microsoft.com/office/powerpoint/2010/main" val="3158745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 – AC Analysis</a:t>
            </a:r>
            <a:endParaRPr lang="en-AU" sz="3600" b="1">
              <a:latin typeface="Arial Black" panose="020B0A04020102020204" pitchFamily="34" charset="0"/>
            </a:endParaRP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AC Equivalent Circuit</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Steps in finding AC equivalent circuit ( in mid-frequency range)</a:t>
            </a:r>
          </a:p>
          <a:p>
            <a:pPr marL="1428750" lvl="2" indent="-514350">
              <a:buFont typeface="+mj-lt"/>
              <a:buAutoNum type="arabicPeriod"/>
            </a:pPr>
            <a:r>
              <a:rPr lang="en-AU" sz="2800">
                <a:latin typeface="Arial" panose="020B0604020202020204" pitchFamily="34" charset="0"/>
                <a:cs typeface="Arial" panose="020B0604020202020204" pitchFamily="34" charset="0"/>
              </a:rPr>
              <a:t>Disable independent DC sources</a:t>
            </a:r>
          </a:p>
          <a:p>
            <a:pPr lvl="3">
              <a:buFont typeface="Courier New" panose="02070309020205020404" pitchFamily="49" charset="0"/>
              <a:buChar char="o"/>
            </a:pPr>
            <a:r>
              <a:rPr lang="en-AU" sz="2800">
                <a:latin typeface="Arial" panose="020B0604020202020204" pitchFamily="34" charset="0"/>
                <a:cs typeface="Arial" panose="020B0604020202020204" pitchFamily="34" charset="0"/>
              </a:rPr>
              <a:t>DC Voltage sources to ground (or short circuited)</a:t>
            </a:r>
          </a:p>
          <a:p>
            <a:pPr lvl="3">
              <a:buFont typeface="Courier New" panose="02070309020205020404" pitchFamily="49" charset="0"/>
              <a:buChar char="o"/>
            </a:pPr>
            <a:r>
              <a:rPr lang="en-AU" sz="2800">
                <a:latin typeface="Arial" panose="020B0604020202020204" pitchFamily="34" charset="0"/>
                <a:cs typeface="Arial" panose="020B0604020202020204" pitchFamily="34" charset="0"/>
              </a:rPr>
              <a:t>Open circuit - DC current sources</a:t>
            </a:r>
          </a:p>
          <a:p>
            <a:pPr marL="1428750" lvl="2" indent="-514350">
              <a:buFont typeface="+mj-lt"/>
              <a:buAutoNum type="arabicPeriod"/>
            </a:pPr>
            <a:r>
              <a:rPr lang="en-AU" sz="2800">
                <a:latin typeface="Arial" panose="020B0604020202020204" pitchFamily="34" charset="0"/>
                <a:cs typeface="Arial" panose="020B0604020202020204" pitchFamily="34" charset="0"/>
              </a:rPr>
              <a:t>Replace non-linear transistors with linear small signal model</a:t>
            </a:r>
          </a:p>
          <a:p>
            <a:pPr marL="1428750" lvl="2" indent="-514350">
              <a:buFont typeface="+mj-lt"/>
              <a:buAutoNum type="arabicPeriod"/>
            </a:pPr>
            <a:r>
              <a:rPr lang="en-AU" sz="2800">
                <a:latin typeface="Arial" panose="020B0604020202020204" pitchFamily="34" charset="0"/>
                <a:cs typeface="Arial" panose="020B0604020202020204" pitchFamily="34" charset="0"/>
              </a:rPr>
              <a:t>Short large capacitors (in µf range) and open small capacitors (in pf range)</a:t>
            </a: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CB7F67B-10EA-E9EE-4D76-77C853A4ED6E}"/>
                  </a:ext>
                </a:extLst>
              </p14:cNvPr>
              <p14:cNvContentPartPr/>
              <p14:nvPr/>
            </p14:nvContentPartPr>
            <p14:xfrm>
              <a:off x="8961480" y="3791160"/>
              <a:ext cx="1386720" cy="471600"/>
            </p14:xfrm>
          </p:contentPart>
        </mc:Choice>
        <mc:Fallback xmlns="">
          <p:pic>
            <p:nvPicPr>
              <p:cNvPr id="3" name="Ink 2">
                <a:extLst>
                  <a:ext uri="{FF2B5EF4-FFF2-40B4-BE49-F238E27FC236}">
                    <a16:creationId xmlns:a16="http://schemas.microsoft.com/office/drawing/2014/main" id="{FCB7F67B-10EA-E9EE-4D76-77C853A4ED6E}"/>
                  </a:ext>
                </a:extLst>
              </p:cNvPr>
              <p:cNvPicPr/>
              <p:nvPr/>
            </p:nvPicPr>
            <p:blipFill>
              <a:blip r:embed="rId4"/>
              <a:stretch>
                <a:fillRect/>
              </a:stretch>
            </p:blipFill>
            <p:spPr>
              <a:xfrm>
                <a:off x="8952120" y="3781800"/>
                <a:ext cx="1405440" cy="4903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886F4D85-064B-A086-7AD2-A3164D114BB0}"/>
                  </a:ext>
                </a:extLst>
              </p14:cNvPr>
              <p14:cNvContentPartPr/>
              <p14:nvPr/>
            </p14:nvContentPartPr>
            <p14:xfrm>
              <a:off x="1753200" y="1754280"/>
              <a:ext cx="10316880" cy="4081680"/>
            </p14:xfrm>
          </p:contentPart>
        </mc:Choice>
        <mc:Fallback>
          <p:pic>
            <p:nvPicPr>
              <p:cNvPr id="8" name="Ink 7">
                <a:extLst>
                  <a:ext uri="{FF2B5EF4-FFF2-40B4-BE49-F238E27FC236}">
                    <a16:creationId xmlns:a16="http://schemas.microsoft.com/office/drawing/2014/main" id="{886F4D85-064B-A086-7AD2-A3164D114BB0}"/>
                  </a:ext>
                </a:extLst>
              </p:cNvPr>
              <p:cNvPicPr/>
              <p:nvPr/>
            </p:nvPicPr>
            <p:blipFill>
              <a:blip r:embed="rId6"/>
              <a:stretch>
                <a:fillRect/>
              </a:stretch>
            </p:blipFill>
            <p:spPr>
              <a:xfrm>
                <a:off x="1743840" y="1744920"/>
                <a:ext cx="10335600" cy="4100400"/>
              </a:xfrm>
              <a:prstGeom prst="rect">
                <a:avLst/>
              </a:prstGeom>
            </p:spPr>
          </p:pic>
        </mc:Fallback>
      </mc:AlternateContent>
    </p:spTree>
    <p:extLst>
      <p:ext uri="{BB962C8B-B14F-4D97-AF65-F5344CB8AC3E}">
        <p14:creationId xmlns:p14="http://schemas.microsoft.com/office/powerpoint/2010/main" val="3822113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Example:</a:t>
            </a: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5F4994A9-9926-17B3-2FAB-466084F06B1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015" y="1399166"/>
            <a:ext cx="4317023" cy="2390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a:extLst>
              <a:ext uri="{FF2B5EF4-FFF2-40B4-BE49-F238E27FC236}">
                <a16:creationId xmlns:a16="http://schemas.microsoft.com/office/drawing/2014/main" id="{DDA1282B-1A3B-C2FD-11BB-CDE15D47DC7C}"/>
              </a:ext>
            </a:extLst>
          </p:cNvPr>
          <p:cNvSpPr txBox="1"/>
          <p:nvPr/>
        </p:nvSpPr>
        <p:spPr>
          <a:xfrm>
            <a:off x="5503985" y="735938"/>
            <a:ext cx="2620108" cy="523220"/>
          </a:xfrm>
          <a:prstGeom prst="rect">
            <a:avLst/>
          </a:prstGeom>
          <a:noFill/>
        </p:spPr>
        <p:txBody>
          <a:bodyPr wrap="square" rtlCol="0">
            <a:spAutoFit/>
          </a:bodyPr>
          <a:lstStyle/>
          <a:p>
            <a:r>
              <a:rPr lang="en-AU" sz="2800" b="1">
                <a:latin typeface="Arial" panose="020B0604020202020204" pitchFamily="34" charset="0"/>
                <a:cs typeface="Arial" panose="020B0604020202020204" pitchFamily="34" charset="0"/>
              </a:rPr>
              <a:t>Step 1 and 3:</a:t>
            </a:r>
          </a:p>
        </p:txBody>
      </p:sp>
      <p:pic>
        <p:nvPicPr>
          <p:cNvPr id="9" name="Picture 2">
            <a:extLst>
              <a:ext uri="{FF2B5EF4-FFF2-40B4-BE49-F238E27FC236}">
                <a16:creationId xmlns:a16="http://schemas.microsoft.com/office/drawing/2014/main" id="{ADC2F8C9-71B7-650E-5E58-3A1B575549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3985" y="1195505"/>
            <a:ext cx="4862145" cy="2797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a:extLst>
              <a:ext uri="{FF2B5EF4-FFF2-40B4-BE49-F238E27FC236}">
                <a16:creationId xmlns:a16="http://schemas.microsoft.com/office/drawing/2014/main" id="{4C4661A2-A81A-2E8A-274B-1E87A1AA96EB}"/>
              </a:ext>
            </a:extLst>
          </p:cNvPr>
          <p:cNvSpPr txBox="1"/>
          <p:nvPr/>
        </p:nvSpPr>
        <p:spPr>
          <a:xfrm>
            <a:off x="5385288" y="3678662"/>
            <a:ext cx="2620108" cy="523220"/>
          </a:xfrm>
          <a:prstGeom prst="rect">
            <a:avLst/>
          </a:prstGeom>
          <a:noFill/>
        </p:spPr>
        <p:txBody>
          <a:bodyPr wrap="square" rtlCol="0">
            <a:spAutoFit/>
          </a:bodyPr>
          <a:lstStyle/>
          <a:p>
            <a:r>
              <a:rPr lang="en-AU" sz="2800">
                <a:latin typeface="Arial" panose="020B0604020202020204" pitchFamily="34" charset="0"/>
                <a:cs typeface="Arial" panose="020B0604020202020204" pitchFamily="34" charset="0"/>
              </a:rPr>
              <a:t>Step 2:</a:t>
            </a:r>
          </a:p>
        </p:txBody>
      </p:sp>
      <p:pic>
        <p:nvPicPr>
          <p:cNvPr id="12" name="Picture 3">
            <a:extLst>
              <a:ext uri="{FF2B5EF4-FFF2-40B4-BE49-F238E27FC236}">
                <a16:creationId xmlns:a16="http://schemas.microsoft.com/office/drawing/2014/main" id="{75172078-F7E5-84CF-C12F-281A0291D3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4224" y="4149348"/>
            <a:ext cx="6149150" cy="1955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6">
            <p14:nvContentPartPr>
              <p14:cNvPr id="13" name="Ink 12">
                <a:extLst>
                  <a:ext uri="{FF2B5EF4-FFF2-40B4-BE49-F238E27FC236}">
                    <a16:creationId xmlns:a16="http://schemas.microsoft.com/office/drawing/2014/main" id="{53C500C9-FBF3-7DD5-CDD3-6DD5E8EE7D15}"/>
                  </a:ext>
                </a:extLst>
              </p14:cNvPr>
              <p14:cNvContentPartPr/>
              <p14:nvPr/>
            </p14:nvContentPartPr>
            <p14:xfrm>
              <a:off x="326880" y="731160"/>
              <a:ext cx="9456480" cy="5348160"/>
            </p14:xfrm>
          </p:contentPart>
        </mc:Choice>
        <mc:Fallback>
          <p:pic>
            <p:nvPicPr>
              <p:cNvPr id="13" name="Ink 12">
                <a:extLst>
                  <a:ext uri="{FF2B5EF4-FFF2-40B4-BE49-F238E27FC236}">
                    <a16:creationId xmlns:a16="http://schemas.microsoft.com/office/drawing/2014/main" id="{53C500C9-FBF3-7DD5-CDD3-6DD5E8EE7D15}"/>
                  </a:ext>
                </a:extLst>
              </p:cNvPr>
              <p:cNvPicPr/>
              <p:nvPr/>
            </p:nvPicPr>
            <p:blipFill>
              <a:blip r:embed="rId7"/>
              <a:stretch>
                <a:fillRect/>
              </a:stretch>
            </p:blipFill>
            <p:spPr>
              <a:xfrm>
                <a:off x="317520" y="721800"/>
                <a:ext cx="9475200" cy="5366880"/>
              </a:xfrm>
              <a:prstGeom prst="rect">
                <a:avLst/>
              </a:prstGeom>
            </p:spPr>
          </p:pic>
        </mc:Fallback>
      </mc:AlternateContent>
    </p:spTree>
    <p:extLst>
      <p:ext uri="{BB962C8B-B14F-4D97-AF65-F5344CB8AC3E}">
        <p14:creationId xmlns:p14="http://schemas.microsoft.com/office/powerpoint/2010/main" val="2016827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marL="0" indent="0">
              <a:buNone/>
            </a:pPr>
            <a:endParaRPr lang="en-AU" sz="3000" b="1">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13" name="Picture 3">
            <a:extLst>
              <a:ext uri="{FF2B5EF4-FFF2-40B4-BE49-F238E27FC236}">
                <a16:creationId xmlns:a16="http://schemas.microsoft.com/office/drawing/2014/main" id="{6F121620-F535-119B-3EFA-37CDDF355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459" y="726196"/>
            <a:ext cx="6788487" cy="2050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a:extLst>
              <a:ext uri="{FF2B5EF4-FFF2-40B4-BE49-F238E27FC236}">
                <a16:creationId xmlns:a16="http://schemas.microsoft.com/office/drawing/2014/main" id="{7D7AD7FC-117D-B249-0625-1CFE9235E1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436" y="3428999"/>
            <a:ext cx="6788487" cy="1956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DBC92D91-0664-0A07-C3EB-8B4C45F24BFB}"/>
                  </a:ext>
                </a:extLst>
              </p14:cNvPr>
              <p14:cNvContentPartPr/>
              <p14:nvPr/>
            </p14:nvContentPartPr>
            <p14:xfrm>
              <a:off x="4706280" y="627480"/>
              <a:ext cx="4184280" cy="3803040"/>
            </p14:xfrm>
          </p:contentPart>
        </mc:Choice>
        <mc:Fallback>
          <p:pic>
            <p:nvPicPr>
              <p:cNvPr id="3" name="Ink 2">
                <a:extLst>
                  <a:ext uri="{FF2B5EF4-FFF2-40B4-BE49-F238E27FC236}">
                    <a16:creationId xmlns:a16="http://schemas.microsoft.com/office/drawing/2014/main" id="{DBC92D91-0664-0A07-C3EB-8B4C45F24BFB}"/>
                  </a:ext>
                </a:extLst>
              </p:cNvPr>
              <p:cNvPicPr/>
              <p:nvPr/>
            </p:nvPicPr>
            <p:blipFill>
              <a:blip r:embed="rId6"/>
              <a:stretch>
                <a:fillRect/>
              </a:stretch>
            </p:blipFill>
            <p:spPr>
              <a:xfrm>
                <a:off x="4696920" y="618120"/>
                <a:ext cx="4203000" cy="3821760"/>
              </a:xfrm>
              <a:prstGeom prst="rect">
                <a:avLst/>
              </a:prstGeom>
            </p:spPr>
          </p:pic>
        </mc:Fallback>
      </mc:AlternateContent>
    </p:spTree>
    <p:extLst>
      <p:ext uri="{BB962C8B-B14F-4D97-AF65-F5344CB8AC3E}">
        <p14:creationId xmlns:p14="http://schemas.microsoft.com/office/powerpoint/2010/main" val="9506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3000">
                <a:latin typeface="Arial" panose="020B0604020202020204" pitchFamily="34" charset="0"/>
                <a:cs typeface="Arial" panose="020B0604020202020204" pitchFamily="34" charset="0"/>
              </a:rPr>
              <a:t>Calculate voltage gain ( A</a:t>
            </a:r>
            <a:r>
              <a:rPr lang="en-AU" sz="3000" baseline="-25000">
                <a:latin typeface="Arial" panose="020B0604020202020204" pitchFamily="34" charset="0"/>
                <a:cs typeface="Arial" panose="020B0604020202020204" pitchFamily="34" charset="0"/>
              </a:rPr>
              <a:t>v</a:t>
            </a:r>
            <a:r>
              <a:rPr lang="en-AU" sz="3000">
                <a:latin typeface="Arial" panose="020B0604020202020204" pitchFamily="34" charset="0"/>
                <a:cs typeface="Arial" panose="020B0604020202020204" pitchFamily="34" charset="0"/>
              </a:rPr>
              <a:t>= V</a:t>
            </a:r>
            <a:r>
              <a:rPr lang="en-AU" sz="3000" baseline="-25000">
                <a:latin typeface="Arial" panose="020B0604020202020204" pitchFamily="34" charset="0"/>
                <a:cs typeface="Arial" panose="020B0604020202020204" pitchFamily="34" charset="0"/>
              </a:rPr>
              <a:t>o</a:t>
            </a:r>
            <a:r>
              <a:rPr lang="en-AU" sz="3000">
                <a:latin typeface="Arial" panose="020B0604020202020204" pitchFamily="34" charset="0"/>
                <a:cs typeface="Arial" panose="020B0604020202020204" pitchFamily="34" charset="0"/>
              </a:rPr>
              <a:t>/V</a:t>
            </a:r>
            <a:r>
              <a:rPr lang="en-AU" sz="3000" baseline="-25000">
                <a:latin typeface="Arial" panose="020B0604020202020204" pitchFamily="34" charset="0"/>
                <a:cs typeface="Arial" panose="020B0604020202020204" pitchFamily="34" charset="0"/>
              </a:rPr>
              <a:t>s</a:t>
            </a:r>
            <a:r>
              <a:rPr lang="en-AU" sz="3000">
                <a:latin typeface="Arial" panose="020B0604020202020204" pitchFamily="34" charset="0"/>
                <a:cs typeface="Arial" panose="020B0604020202020204" pitchFamily="34" charset="0"/>
              </a:rPr>
              <a:t>)</a:t>
            </a:r>
            <a:endParaRPr lang="en-AU" sz="3000" baseline="-250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AU" sz="3200" b="1">
              <a:effectLst>
                <a:outerShdw blurRad="38100" dist="38100" dir="2700000" algn="tl">
                  <a:srgbClr val="000000">
                    <a:alpha val="43137"/>
                  </a:srgbClr>
                </a:outerShdw>
              </a:effectLst>
              <a:latin typeface="+mn-lt"/>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3B5E807D-2AF2-21B3-C7A0-7D39A0E35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35" y="1268760"/>
            <a:ext cx="8221514" cy="1956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AFC02840-2A9C-5E6C-798A-F2EB60751914}"/>
                  </a:ext>
                </a:extLst>
              </p14:cNvPr>
              <p14:cNvContentPartPr/>
              <p14:nvPr/>
            </p14:nvContentPartPr>
            <p14:xfrm>
              <a:off x="6728400" y="1755720"/>
              <a:ext cx="539280" cy="1027080"/>
            </p14:xfrm>
          </p:contentPart>
        </mc:Choice>
        <mc:Fallback>
          <p:pic>
            <p:nvPicPr>
              <p:cNvPr id="8" name="Ink 7">
                <a:extLst>
                  <a:ext uri="{FF2B5EF4-FFF2-40B4-BE49-F238E27FC236}">
                    <a16:creationId xmlns:a16="http://schemas.microsoft.com/office/drawing/2014/main" id="{AFC02840-2A9C-5E6C-798A-F2EB60751914}"/>
                  </a:ext>
                </a:extLst>
              </p:cNvPr>
              <p:cNvPicPr/>
              <p:nvPr/>
            </p:nvPicPr>
            <p:blipFill>
              <a:blip r:embed="rId5"/>
              <a:stretch>
                <a:fillRect/>
              </a:stretch>
            </p:blipFill>
            <p:spPr>
              <a:xfrm>
                <a:off x="6712560" y="1692360"/>
                <a:ext cx="570600" cy="1153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5A5F7B60-F83A-6C37-E78C-DE4197886C13}"/>
                  </a:ext>
                </a:extLst>
              </p14:cNvPr>
              <p14:cNvContentPartPr/>
              <p14:nvPr/>
            </p14:nvContentPartPr>
            <p14:xfrm>
              <a:off x="6967800" y="1592640"/>
              <a:ext cx="1065600" cy="1247760"/>
            </p14:xfrm>
          </p:contentPart>
        </mc:Choice>
        <mc:Fallback>
          <p:pic>
            <p:nvPicPr>
              <p:cNvPr id="9" name="Ink 8">
                <a:extLst>
                  <a:ext uri="{FF2B5EF4-FFF2-40B4-BE49-F238E27FC236}">
                    <a16:creationId xmlns:a16="http://schemas.microsoft.com/office/drawing/2014/main" id="{5A5F7B60-F83A-6C37-E78C-DE4197886C13}"/>
                  </a:ext>
                </a:extLst>
              </p:cNvPr>
              <p:cNvPicPr/>
              <p:nvPr/>
            </p:nvPicPr>
            <p:blipFill>
              <a:blip r:embed="rId7"/>
              <a:stretch>
                <a:fillRect/>
              </a:stretch>
            </p:blipFill>
            <p:spPr>
              <a:xfrm>
                <a:off x="6951960" y="1529280"/>
                <a:ext cx="1096920" cy="1374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54E01542-91E0-ED5E-BAFA-BAA1197AAC85}"/>
                  </a:ext>
                </a:extLst>
              </p14:cNvPr>
              <p14:cNvContentPartPr/>
              <p14:nvPr/>
            </p14:nvContentPartPr>
            <p14:xfrm>
              <a:off x="7656840" y="1996200"/>
              <a:ext cx="531720" cy="265680"/>
            </p14:xfrm>
          </p:contentPart>
        </mc:Choice>
        <mc:Fallback>
          <p:pic>
            <p:nvPicPr>
              <p:cNvPr id="10" name="Ink 9">
                <a:extLst>
                  <a:ext uri="{FF2B5EF4-FFF2-40B4-BE49-F238E27FC236}">
                    <a16:creationId xmlns:a16="http://schemas.microsoft.com/office/drawing/2014/main" id="{54E01542-91E0-ED5E-BAFA-BAA1197AAC85}"/>
                  </a:ext>
                </a:extLst>
              </p:cNvPr>
              <p:cNvPicPr/>
              <p:nvPr/>
            </p:nvPicPr>
            <p:blipFill>
              <a:blip r:embed="rId9"/>
              <a:stretch>
                <a:fillRect/>
              </a:stretch>
            </p:blipFill>
            <p:spPr>
              <a:xfrm>
                <a:off x="7641000" y="1932840"/>
                <a:ext cx="563040" cy="392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FF504603-4325-686D-4D81-B035E31F1CE1}"/>
                  </a:ext>
                </a:extLst>
              </p14:cNvPr>
              <p14:cNvContentPartPr/>
              <p14:nvPr/>
            </p14:nvContentPartPr>
            <p14:xfrm>
              <a:off x="6826680" y="2054520"/>
              <a:ext cx="537840" cy="262440"/>
            </p14:xfrm>
          </p:contentPart>
        </mc:Choice>
        <mc:Fallback>
          <p:pic>
            <p:nvPicPr>
              <p:cNvPr id="12" name="Ink 11">
                <a:extLst>
                  <a:ext uri="{FF2B5EF4-FFF2-40B4-BE49-F238E27FC236}">
                    <a16:creationId xmlns:a16="http://schemas.microsoft.com/office/drawing/2014/main" id="{FF504603-4325-686D-4D81-B035E31F1CE1}"/>
                  </a:ext>
                </a:extLst>
              </p:cNvPr>
              <p:cNvPicPr/>
              <p:nvPr/>
            </p:nvPicPr>
            <p:blipFill>
              <a:blip r:embed="rId11"/>
              <a:stretch>
                <a:fillRect/>
              </a:stretch>
            </p:blipFill>
            <p:spPr>
              <a:xfrm>
                <a:off x="6810840" y="1991160"/>
                <a:ext cx="569160" cy="389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3" name="Ink 12">
                <a:extLst>
                  <a:ext uri="{FF2B5EF4-FFF2-40B4-BE49-F238E27FC236}">
                    <a16:creationId xmlns:a16="http://schemas.microsoft.com/office/drawing/2014/main" id="{80563745-B7F4-67BC-7267-68395F67B1CF}"/>
                  </a:ext>
                </a:extLst>
              </p14:cNvPr>
              <p14:cNvContentPartPr/>
              <p14:nvPr/>
            </p14:nvContentPartPr>
            <p14:xfrm>
              <a:off x="6377400" y="1625400"/>
              <a:ext cx="828000" cy="1215360"/>
            </p14:xfrm>
          </p:contentPart>
        </mc:Choice>
        <mc:Fallback>
          <p:pic>
            <p:nvPicPr>
              <p:cNvPr id="13" name="Ink 12">
                <a:extLst>
                  <a:ext uri="{FF2B5EF4-FFF2-40B4-BE49-F238E27FC236}">
                    <a16:creationId xmlns:a16="http://schemas.microsoft.com/office/drawing/2014/main" id="{80563745-B7F4-67BC-7267-68395F67B1CF}"/>
                  </a:ext>
                </a:extLst>
              </p:cNvPr>
              <p:cNvPicPr/>
              <p:nvPr/>
            </p:nvPicPr>
            <p:blipFill>
              <a:blip r:embed="rId13"/>
              <a:stretch>
                <a:fillRect/>
              </a:stretch>
            </p:blipFill>
            <p:spPr>
              <a:xfrm>
                <a:off x="6361560" y="1562040"/>
                <a:ext cx="859320" cy="1342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CB71CE50-F6C3-D759-D502-5A4EE058FA1C}"/>
                  </a:ext>
                </a:extLst>
              </p14:cNvPr>
              <p14:cNvContentPartPr/>
              <p14:nvPr/>
            </p14:nvContentPartPr>
            <p14:xfrm>
              <a:off x="7144200" y="1624680"/>
              <a:ext cx="833040" cy="148680"/>
            </p14:xfrm>
          </p:contentPart>
        </mc:Choice>
        <mc:Fallback>
          <p:pic>
            <p:nvPicPr>
              <p:cNvPr id="14" name="Ink 13">
                <a:extLst>
                  <a:ext uri="{FF2B5EF4-FFF2-40B4-BE49-F238E27FC236}">
                    <a16:creationId xmlns:a16="http://schemas.microsoft.com/office/drawing/2014/main" id="{CB71CE50-F6C3-D759-D502-5A4EE058FA1C}"/>
                  </a:ext>
                </a:extLst>
              </p:cNvPr>
              <p:cNvPicPr/>
              <p:nvPr/>
            </p:nvPicPr>
            <p:blipFill>
              <a:blip r:embed="rId15"/>
              <a:stretch>
                <a:fillRect/>
              </a:stretch>
            </p:blipFill>
            <p:spPr>
              <a:xfrm>
                <a:off x="7128360" y="1561320"/>
                <a:ext cx="86436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5D2421B7-007F-881B-C798-07B44D9CC3D3}"/>
                  </a:ext>
                </a:extLst>
              </p14:cNvPr>
              <p14:cNvContentPartPr/>
              <p14:nvPr/>
            </p14:nvContentPartPr>
            <p14:xfrm>
              <a:off x="1117800" y="503640"/>
              <a:ext cx="10743840" cy="5284440"/>
            </p14:xfrm>
          </p:contentPart>
        </mc:Choice>
        <mc:Fallback>
          <p:pic>
            <p:nvPicPr>
              <p:cNvPr id="15" name="Ink 14">
                <a:extLst>
                  <a:ext uri="{FF2B5EF4-FFF2-40B4-BE49-F238E27FC236}">
                    <a16:creationId xmlns:a16="http://schemas.microsoft.com/office/drawing/2014/main" id="{5D2421B7-007F-881B-C798-07B44D9CC3D3}"/>
                  </a:ext>
                </a:extLst>
              </p:cNvPr>
              <p:cNvPicPr/>
              <p:nvPr/>
            </p:nvPicPr>
            <p:blipFill>
              <a:blip r:embed="rId17"/>
              <a:stretch>
                <a:fillRect/>
              </a:stretch>
            </p:blipFill>
            <p:spPr>
              <a:xfrm>
                <a:off x="1108440" y="494280"/>
                <a:ext cx="10762560" cy="5303160"/>
              </a:xfrm>
              <a:prstGeom prst="rect">
                <a:avLst/>
              </a:prstGeom>
            </p:spPr>
          </p:pic>
        </mc:Fallback>
      </mc:AlternateContent>
    </p:spTree>
    <p:extLst>
      <p:ext uri="{BB962C8B-B14F-4D97-AF65-F5344CB8AC3E}">
        <p14:creationId xmlns:p14="http://schemas.microsoft.com/office/powerpoint/2010/main" val="892604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3000">
                <a:latin typeface="Arial" panose="020B0604020202020204" pitchFamily="34" charset="0"/>
                <a:cs typeface="Arial" panose="020B0604020202020204" pitchFamily="34" charset="0"/>
              </a:rPr>
              <a:t>Calculate input impedance</a:t>
            </a:r>
            <a:endParaRPr lang="en-AU" sz="3000" baseline="-250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AU" sz="3200" b="1">
              <a:effectLst>
                <a:outerShdw blurRad="38100" dist="38100" dir="2700000" algn="tl">
                  <a:srgbClr val="000000">
                    <a:alpha val="43137"/>
                  </a:srgbClr>
                </a:outerShdw>
              </a:effectLst>
              <a:latin typeface="+mn-lt"/>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3B5E807D-2AF2-21B3-C7A0-7D39A0E35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35" y="1268760"/>
            <a:ext cx="8221514" cy="1956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C8AA86F5-B173-EE2B-EE73-244631F69779}"/>
                  </a:ext>
                </a:extLst>
              </p14:cNvPr>
              <p14:cNvContentPartPr/>
              <p14:nvPr/>
            </p14:nvContentPartPr>
            <p14:xfrm>
              <a:off x="1924560" y="911520"/>
              <a:ext cx="7197120" cy="2736720"/>
            </p14:xfrm>
          </p:contentPart>
        </mc:Choice>
        <mc:Fallback>
          <p:pic>
            <p:nvPicPr>
              <p:cNvPr id="8" name="Ink 7">
                <a:extLst>
                  <a:ext uri="{FF2B5EF4-FFF2-40B4-BE49-F238E27FC236}">
                    <a16:creationId xmlns:a16="http://schemas.microsoft.com/office/drawing/2014/main" id="{C8AA86F5-B173-EE2B-EE73-244631F69779}"/>
                  </a:ext>
                </a:extLst>
              </p:cNvPr>
              <p:cNvPicPr/>
              <p:nvPr/>
            </p:nvPicPr>
            <p:blipFill>
              <a:blip r:embed="rId5"/>
              <a:stretch>
                <a:fillRect/>
              </a:stretch>
            </p:blipFill>
            <p:spPr>
              <a:xfrm>
                <a:off x="1915200" y="902160"/>
                <a:ext cx="7215840" cy="2755440"/>
              </a:xfrm>
              <a:prstGeom prst="rect">
                <a:avLst/>
              </a:prstGeom>
            </p:spPr>
          </p:pic>
        </mc:Fallback>
      </mc:AlternateContent>
    </p:spTree>
    <p:extLst>
      <p:ext uri="{BB962C8B-B14F-4D97-AF65-F5344CB8AC3E}">
        <p14:creationId xmlns:p14="http://schemas.microsoft.com/office/powerpoint/2010/main" val="3442837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3000">
                <a:latin typeface="Arial" panose="020B0604020202020204" pitchFamily="34" charset="0"/>
                <a:cs typeface="Arial" panose="020B0604020202020204" pitchFamily="34" charset="0"/>
              </a:rPr>
              <a:t>Calculate output impedance</a:t>
            </a:r>
            <a:endParaRPr lang="en-AU" sz="3000" baseline="-250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AU" sz="3200" b="1">
              <a:effectLst>
                <a:outerShdw blurRad="38100" dist="38100" dir="2700000" algn="tl">
                  <a:srgbClr val="000000">
                    <a:alpha val="43137"/>
                  </a:srgbClr>
                </a:outerShdw>
              </a:effectLst>
              <a:latin typeface="+mn-lt"/>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3B5E807D-2AF2-21B3-C7A0-7D39A0E35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35" y="1268760"/>
            <a:ext cx="8221514" cy="1956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605FF3C3-89BB-44BC-EF2C-59492805C34F}"/>
                  </a:ext>
                </a:extLst>
              </p14:cNvPr>
              <p14:cNvContentPartPr/>
              <p14:nvPr/>
            </p14:nvContentPartPr>
            <p14:xfrm>
              <a:off x="942480" y="949680"/>
              <a:ext cx="10674360" cy="4443840"/>
            </p14:xfrm>
          </p:contentPart>
        </mc:Choice>
        <mc:Fallback>
          <p:pic>
            <p:nvPicPr>
              <p:cNvPr id="8" name="Ink 7">
                <a:extLst>
                  <a:ext uri="{FF2B5EF4-FFF2-40B4-BE49-F238E27FC236}">
                    <a16:creationId xmlns:a16="http://schemas.microsoft.com/office/drawing/2014/main" id="{605FF3C3-89BB-44BC-EF2C-59492805C34F}"/>
                  </a:ext>
                </a:extLst>
              </p:cNvPr>
              <p:cNvPicPr/>
              <p:nvPr/>
            </p:nvPicPr>
            <p:blipFill>
              <a:blip r:embed="rId5"/>
              <a:stretch>
                <a:fillRect/>
              </a:stretch>
            </p:blipFill>
            <p:spPr>
              <a:xfrm>
                <a:off x="933120" y="940320"/>
                <a:ext cx="10693080" cy="4462560"/>
              </a:xfrm>
              <a:prstGeom prst="rect">
                <a:avLst/>
              </a:prstGeom>
            </p:spPr>
          </p:pic>
        </mc:Fallback>
      </mc:AlternateContent>
    </p:spTree>
    <p:extLst>
      <p:ext uri="{BB962C8B-B14F-4D97-AF65-F5344CB8AC3E}">
        <p14:creationId xmlns:p14="http://schemas.microsoft.com/office/powerpoint/2010/main" val="648083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DC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DC biasing analysis of BJT amplifiers (steps)</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Open circuited any capacitor  and short circuited any inductor</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Calculate the base voltage(s) of the first transistor ( transistors in the first stage) and determine whether the base-emitter junctions are forward biased. If so, assume V</a:t>
            </a:r>
            <a:r>
              <a:rPr lang="en-AU" sz="2800" baseline="-25000">
                <a:latin typeface="Arial" panose="020B0604020202020204" pitchFamily="34" charset="0"/>
                <a:cs typeface="Arial" panose="020B0604020202020204" pitchFamily="34" charset="0"/>
              </a:rPr>
              <a:t>BE</a:t>
            </a:r>
            <a:r>
              <a:rPr lang="en-AU" sz="2800">
                <a:latin typeface="Arial" panose="020B0604020202020204" pitchFamily="34" charset="0"/>
                <a:cs typeface="Arial" panose="020B0604020202020204" pitchFamily="34" charset="0"/>
              </a:rPr>
              <a:t> is around 0.7V. </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Further assume that the transistors are in forward active region and apply the normal collector, emitter, and base currents relationships (</a:t>
            </a:r>
            <a:r>
              <a:rPr lang="en-AU" sz="2800" err="1">
                <a:latin typeface="Arial" panose="020B0604020202020204" pitchFamily="34" charset="0"/>
                <a:cs typeface="Arial" panose="020B0604020202020204" pitchFamily="34" charset="0"/>
              </a:rPr>
              <a:t>I</a:t>
            </a:r>
            <a:r>
              <a:rPr lang="en-AU" sz="2800" baseline="-25000" err="1">
                <a:latin typeface="Arial" panose="020B0604020202020204" pitchFamily="34" charset="0"/>
                <a:cs typeface="Arial" panose="020B0604020202020204" pitchFamily="34" charset="0"/>
              </a:rPr>
              <a:t>C</a:t>
            </a:r>
            <a:r>
              <a:rPr lang="en-AU" sz="2800" err="1">
                <a:latin typeface="Arial" panose="020B0604020202020204" pitchFamily="34" charset="0"/>
                <a:cs typeface="Arial" panose="020B0604020202020204" pitchFamily="34" charset="0"/>
              </a:rPr>
              <a:t>,I</a:t>
            </a:r>
            <a:r>
              <a:rPr lang="en-AU" sz="2800" baseline="-25000" err="1">
                <a:latin typeface="Arial" panose="020B0604020202020204" pitchFamily="34" charset="0"/>
                <a:cs typeface="Arial" panose="020B0604020202020204" pitchFamily="34" charset="0"/>
              </a:rPr>
              <a:t>E</a:t>
            </a:r>
            <a:r>
              <a:rPr lang="en-AU" sz="2800" err="1">
                <a:latin typeface="Arial" panose="020B0604020202020204" pitchFamily="34" charset="0"/>
                <a:cs typeface="Arial" panose="020B0604020202020204" pitchFamily="34" charset="0"/>
              </a:rPr>
              <a:t>,and</a:t>
            </a:r>
            <a:r>
              <a:rPr lang="en-AU" sz="2800">
                <a:latin typeface="Arial" panose="020B0604020202020204" pitchFamily="34" charset="0"/>
                <a:cs typeface="Arial" panose="020B0604020202020204" pitchFamily="34" charset="0"/>
              </a:rPr>
              <a:t> I</a:t>
            </a:r>
            <a:r>
              <a:rPr lang="en-AU" sz="2800" baseline="-25000">
                <a:latin typeface="Arial" panose="020B0604020202020204" pitchFamily="34" charset="0"/>
                <a:cs typeface="Arial" panose="020B0604020202020204" pitchFamily="34" charset="0"/>
              </a:rPr>
              <a:t>B</a:t>
            </a:r>
            <a:r>
              <a:rPr lang="en-AU" sz="2800">
                <a:latin typeface="Arial" panose="020B0604020202020204" pitchFamily="34" charset="0"/>
                <a:cs typeface="Arial" panose="020B0604020202020204" pitchFamily="34" charset="0"/>
              </a:rPr>
              <a:t>). That is, I</a:t>
            </a:r>
            <a:r>
              <a:rPr lang="en-AU" sz="2800" baseline="-25000">
                <a:latin typeface="Arial" panose="020B0604020202020204" pitchFamily="34" charset="0"/>
                <a:cs typeface="Arial" panose="020B0604020202020204" pitchFamily="34" charset="0"/>
              </a:rPr>
              <a:t>C</a:t>
            </a:r>
            <a:r>
              <a:rPr lang="en-AU" sz="2800">
                <a:latin typeface="Arial" panose="020B0604020202020204" pitchFamily="34" charset="0"/>
                <a:cs typeface="Arial" panose="020B0604020202020204" pitchFamily="34" charset="0"/>
              </a:rPr>
              <a:t> = </a:t>
            </a:r>
            <a:r>
              <a:rPr lang="el-GR" sz="2800">
                <a:latin typeface="Arial" panose="020B0604020202020204" pitchFamily="34" charset="0"/>
                <a:cs typeface="Arial" panose="020B0604020202020204" pitchFamily="34" charset="0"/>
              </a:rPr>
              <a:t>β</a:t>
            </a:r>
            <a:r>
              <a:rPr lang="en-AU" sz="2800">
                <a:latin typeface="Arial" panose="020B0604020202020204" pitchFamily="34" charset="0"/>
                <a:cs typeface="Arial" panose="020B0604020202020204" pitchFamily="34" charset="0"/>
              </a:rPr>
              <a:t>I</a:t>
            </a:r>
            <a:r>
              <a:rPr lang="en-AU" sz="2800" baseline="-25000">
                <a:latin typeface="Arial" panose="020B0604020202020204" pitchFamily="34" charset="0"/>
                <a:cs typeface="Arial" panose="020B0604020202020204" pitchFamily="34" charset="0"/>
              </a:rPr>
              <a:t>B.</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Calculate collector and emitter voltages, and check if the assumption of forward active is acceptable.  If so, the calculated voltages and currents are DC biasing points. Otherwise, the transistors are in saturation region, in which case V</a:t>
            </a:r>
            <a:r>
              <a:rPr lang="en-AU" sz="2800" baseline="-25000">
                <a:latin typeface="Arial" panose="020B0604020202020204" pitchFamily="34" charset="0"/>
                <a:cs typeface="Arial" panose="020B0604020202020204" pitchFamily="34" charset="0"/>
              </a:rPr>
              <a:t>CE </a:t>
            </a:r>
            <a:r>
              <a:rPr lang="en-AU" sz="2800">
                <a:latin typeface="Arial" panose="020B0604020202020204" pitchFamily="34" charset="0"/>
                <a:cs typeface="Arial" panose="020B0604020202020204" pitchFamily="34" charset="0"/>
              </a:rPr>
              <a:t>= 0.2V.</a:t>
            </a: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0C4E2C9-AAA5-C449-EA8F-471768DA4D94}"/>
                  </a:ext>
                </a:extLst>
              </p14:cNvPr>
              <p14:cNvContentPartPr/>
              <p14:nvPr/>
            </p14:nvContentPartPr>
            <p14:xfrm>
              <a:off x="209160" y="252360"/>
              <a:ext cx="11795400" cy="5387040"/>
            </p14:xfrm>
          </p:contentPart>
        </mc:Choice>
        <mc:Fallback>
          <p:pic>
            <p:nvPicPr>
              <p:cNvPr id="3" name="Ink 2">
                <a:extLst>
                  <a:ext uri="{FF2B5EF4-FFF2-40B4-BE49-F238E27FC236}">
                    <a16:creationId xmlns:a16="http://schemas.microsoft.com/office/drawing/2014/main" id="{00C4E2C9-AAA5-C449-EA8F-471768DA4D94}"/>
                  </a:ext>
                </a:extLst>
              </p:cNvPr>
              <p:cNvPicPr/>
              <p:nvPr/>
            </p:nvPicPr>
            <p:blipFill>
              <a:blip r:embed="rId4"/>
              <a:stretch>
                <a:fillRect/>
              </a:stretch>
            </p:blipFill>
            <p:spPr>
              <a:xfrm>
                <a:off x="199800" y="243000"/>
                <a:ext cx="11814120" cy="5405760"/>
              </a:xfrm>
              <a:prstGeom prst="rect">
                <a:avLst/>
              </a:prstGeom>
            </p:spPr>
          </p:pic>
        </mc:Fallback>
      </mc:AlternateContent>
    </p:spTree>
    <p:extLst>
      <p:ext uri="{BB962C8B-B14F-4D97-AF65-F5344CB8AC3E}">
        <p14:creationId xmlns:p14="http://schemas.microsoft.com/office/powerpoint/2010/main" val="3752896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Example 1:</a:t>
            </a: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4B8E07D3-D657-9C98-000B-787F508BDD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9199" y="620386"/>
            <a:ext cx="3985245" cy="3763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1CF2CAA5-C263-7E65-6440-3107705C0898}"/>
                  </a:ext>
                </a:extLst>
              </p14:cNvPr>
              <p14:cNvContentPartPr/>
              <p14:nvPr/>
            </p14:nvContentPartPr>
            <p14:xfrm>
              <a:off x="1755360" y="245880"/>
              <a:ext cx="10255320" cy="5731560"/>
            </p14:xfrm>
          </p:contentPart>
        </mc:Choice>
        <mc:Fallback>
          <p:pic>
            <p:nvPicPr>
              <p:cNvPr id="8" name="Ink 7">
                <a:extLst>
                  <a:ext uri="{FF2B5EF4-FFF2-40B4-BE49-F238E27FC236}">
                    <a16:creationId xmlns:a16="http://schemas.microsoft.com/office/drawing/2014/main" id="{1CF2CAA5-C263-7E65-6440-3107705C0898}"/>
                  </a:ext>
                </a:extLst>
              </p:cNvPr>
              <p:cNvPicPr/>
              <p:nvPr/>
            </p:nvPicPr>
            <p:blipFill>
              <a:blip r:embed="rId5"/>
              <a:stretch>
                <a:fillRect/>
              </a:stretch>
            </p:blipFill>
            <p:spPr>
              <a:xfrm>
                <a:off x="1746000" y="236520"/>
                <a:ext cx="10274040" cy="5750280"/>
              </a:xfrm>
              <a:prstGeom prst="rect">
                <a:avLst/>
              </a:prstGeom>
            </p:spPr>
          </p:pic>
        </mc:Fallback>
      </mc:AlternateContent>
    </p:spTree>
    <p:extLst>
      <p:ext uri="{BB962C8B-B14F-4D97-AF65-F5344CB8AC3E}">
        <p14:creationId xmlns:p14="http://schemas.microsoft.com/office/powerpoint/2010/main" val="1916474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Example 1:</a:t>
            </a: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spTree>
    <p:extLst>
      <p:ext uri="{BB962C8B-B14F-4D97-AF65-F5344CB8AC3E}">
        <p14:creationId xmlns:p14="http://schemas.microsoft.com/office/powerpoint/2010/main" val="1404347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dirty="0">
                <a:latin typeface="Arial" panose="020B0604020202020204" pitchFamily="34" charset="0"/>
                <a:cs typeface="Arial" panose="020B0604020202020204" pitchFamily="34" charset="0"/>
              </a:rPr>
              <a:t>Example 2:</a:t>
            </a:r>
          </a:p>
          <a:p>
            <a:pPr marL="342900" indent="-342900">
              <a:buFont typeface="Arial" panose="020B0604020202020204" pitchFamily="34" charset="0"/>
              <a:buChar char="•"/>
            </a:pPr>
            <a:endParaRPr lang="en-AU"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3">
              <a:lnSpc>
                <a:spcPct val="90000"/>
              </a:lnSpc>
            </a:pPr>
            <a:endParaRPr lang="en-US" sz="1800" dirty="0">
              <a:latin typeface="+mn-lt"/>
            </a:endParaRPr>
          </a:p>
          <a:p>
            <a:pPr marL="1371600" lvl="3" indent="0">
              <a:lnSpc>
                <a:spcPct val="90000"/>
              </a:lnSpc>
              <a:buNone/>
            </a:pPr>
            <a:endParaRPr lang="en-US" sz="1600" baseline="-25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1">
              <a:lnSpc>
                <a:spcPct val="90000"/>
              </a:lnSpc>
            </a:pPr>
            <a:endParaRPr lang="en-US" sz="2000" dirty="0">
              <a:latin typeface="+mn-lt"/>
            </a:endParaRPr>
          </a:p>
          <a:p>
            <a:pPr marL="457200" lvl="1" indent="0">
              <a:lnSpc>
                <a:spcPct val="90000"/>
              </a:lnSpc>
              <a:buNone/>
            </a:pPr>
            <a:endParaRPr lang="en-US" sz="2000" dirty="0">
              <a:latin typeface="+mn-lt"/>
            </a:endParaRPr>
          </a:p>
          <a:p>
            <a:pPr marL="0" indent="0">
              <a:lnSpc>
                <a:spcPct val="90000"/>
              </a:lnSpc>
              <a:buNone/>
            </a:pPr>
            <a:endParaRPr lang="en-US" sz="2400" dirty="0">
              <a:latin typeface="+mn-lt"/>
            </a:endParaRPr>
          </a:p>
          <a:p>
            <a:pPr>
              <a:lnSpc>
                <a:spcPct val="90000"/>
              </a:lnSpc>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a:lnSpc>
                <a:spcPct val="90000"/>
              </a:lnSpc>
            </a:pPr>
            <a:endParaRPr lang="en-US" dirty="0">
              <a:latin typeface="+mn-lt"/>
            </a:endParaRPr>
          </a:p>
        </p:txBody>
      </p:sp>
      <p:pic>
        <p:nvPicPr>
          <p:cNvPr id="3" name="Picture 2">
            <a:extLst>
              <a:ext uri="{FF2B5EF4-FFF2-40B4-BE49-F238E27FC236}">
                <a16:creationId xmlns:a16="http://schemas.microsoft.com/office/drawing/2014/main" id="{4B8E07D3-D657-9C98-000B-787F508BDD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9199" y="620386"/>
            <a:ext cx="3985245" cy="3763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2" name="Group 11">
            <a:extLst>
              <a:ext uri="{FF2B5EF4-FFF2-40B4-BE49-F238E27FC236}">
                <a16:creationId xmlns:a16="http://schemas.microsoft.com/office/drawing/2014/main" id="{7AA5D779-D2ED-7E3F-743D-E10A419C5355}"/>
              </a:ext>
            </a:extLst>
          </p:cNvPr>
          <p:cNvGrpSpPr/>
          <p:nvPr/>
        </p:nvGrpSpPr>
        <p:grpSpPr>
          <a:xfrm>
            <a:off x="8009208" y="2593728"/>
            <a:ext cx="437040" cy="689040"/>
            <a:chOff x="8009208" y="2593728"/>
            <a:chExt cx="437040" cy="689040"/>
          </a:xfrm>
        </p:grpSpPr>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73EDA6D3-042B-B5C0-ADFA-2FADB8AB2ED8}"/>
                    </a:ext>
                  </a:extLst>
                </p14:cNvPr>
                <p14:cNvContentPartPr/>
                <p14:nvPr/>
              </p14:nvContentPartPr>
              <p14:xfrm>
                <a:off x="8031888" y="2593728"/>
                <a:ext cx="414360" cy="295560"/>
              </p14:xfrm>
            </p:contentPart>
          </mc:Choice>
          <mc:Fallback>
            <p:pic>
              <p:nvPicPr>
                <p:cNvPr id="8" name="Ink 7">
                  <a:extLst>
                    <a:ext uri="{FF2B5EF4-FFF2-40B4-BE49-F238E27FC236}">
                      <a16:creationId xmlns:a16="http://schemas.microsoft.com/office/drawing/2014/main" id="{73EDA6D3-042B-B5C0-ADFA-2FADB8AB2ED8}"/>
                    </a:ext>
                  </a:extLst>
                </p:cNvPr>
                <p:cNvPicPr/>
                <p:nvPr/>
              </p:nvPicPr>
              <p:blipFill>
                <a:blip r:embed="rId5"/>
                <a:stretch>
                  <a:fillRect/>
                </a:stretch>
              </p:blipFill>
              <p:spPr>
                <a:xfrm>
                  <a:off x="8022888" y="2584728"/>
                  <a:ext cx="43200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A465F97E-ABA6-94A2-E417-3A3A983B2DBE}"/>
                    </a:ext>
                  </a:extLst>
                </p14:cNvPr>
                <p14:cNvContentPartPr/>
                <p14:nvPr/>
              </p14:nvContentPartPr>
              <p14:xfrm>
                <a:off x="8009208" y="2956248"/>
                <a:ext cx="214560" cy="326520"/>
              </p14:xfrm>
            </p:contentPart>
          </mc:Choice>
          <mc:Fallback>
            <p:pic>
              <p:nvPicPr>
                <p:cNvPr id="9" name="Ink 8">
                  <a:extLst>
                    <a:ext uri="{FF2B5EF4-FFF2-40B4-BE49-F238E27FC236}">
                      <a16:creationId xmlns:a16="http://schemas.microsoft.com/office/drawing/2014/main" id="{A465F97E-ABA6-94A2-E417-3A3A983B2DBE}"/>
                    </a:ext>
                  </a:extLst>
                </p:cNvPr>
                <p:cNvPicPr/>
                <p:nvPr/>
              </p:nvPicPr>
              <p:blipFill>
                <a:blip r:embed="rId7"/>
                <a:stretch>
                  <a:fillRect/>
                </a:stretch>
              </p:blipFill>
              <p:spPr>
                <a:xfrm>
                  <a:off x="8000568" y="2947248"/>
                  <a:ext cx="23220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AB20C435-3A7B-5FFC-B1A5-C3B652B6EF6A}"/>
                    </a:ext>
                  </a:extLst>
                </p14:cNvPr>
                <p14:cNvContentPartPr/>
                <p14:nvPr/>
              </p14:nvContentPartPr>
              <p14:xfrm>
                <a:off x="8241768" y="2918808"/>
                <a:ext cx="201600" cy="335520"/>
              </p14:xfrm>
            </p:contentPart>
          </mc:Choice>
          <mc:Fallback>
            <p:pic>
              <p:nvPicPr>
                <p:cNvPr id="10" name="Ink 9">
                  <a:extLst>
                    <a:ext uri="{FF2B5EF4-FFF2-40B4-BE49-F238E27FC236}">
                      <a16:creationId xmlns:a16="http://schemas.microsoft.com/office/drawing/2014/main" id="{AB20C435-3A7B-5FFC-B1A5-C3B652B6EF6A}"/>
                    </a:ext>
                  </a:extLst>
                </p:cNvPr>
                <p:cNvPicPr/>
                <p:nvPr/>
              </p:nvPicPr>
              <p:blipFill>
                <a:blip r:embed="rId9"/>
                <a:stretch>
                  <a:fillRect/>
                </a:stretch>
              </p:blipFill>
              <p:spPr>
                <a:xfrm>
                  <a:off x="8233128" y="2910168"/>
                  <a:ext cx="219240" cy="353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48BEDF4A-08CD-A3C7-A779-5E59C2686399}"/>
                  </a:ext>
                </a:extLst>
              </p14:cNvPr>
              <p14:cNvContentPartPr/>
              <p14:nvPr/>
            </p14:nvContentPartPr>
            <p14:xfrm>
              <a:off x="336960" y="310680"/>
              <a:ext cx="11771280" cy="5721120"/>
            </p14:xfrm>
          </p:contentPart>
        </mc:Choice>
        <mc:Fallback>
          <p:pic>
            <p:nvPicPr>
              <p:cNvPr id="13" name="Ink 12">
                <a:extLst>
                  <a:ext uri="{FF2B5EF4-FFF2-40B4-BE49-F238E27FC236}">
                    <a16:creationId xmlns:a16="http://schemas.microsoft.com/office/drawing/2014/main" id="{48BEDF4A-08CD-A3C7-A779-5E59C2686399}"/>
                  </a:ext>
                </a:extLst>
              </p:cNvPr>
              <p:cNvPicPr/>
              <p:nvPr/>
            </p:nvPicPr>
            <p:blipFill>
              <a:blip r:embed="rId11"/>
              <a:stretch>
                <a:fillRect/>
              </a:stretch>
            </p:blipFill>
            <p:spPr>
              <a:xfrm>
                <a:off x="327600" y="301320"/>
                <a:ext cx="11790000" cy="5739840"/>
              </a:xfrm>
              <a:prstGeom prst="rect">
                <a:avLst/>
              </a:prstGeom>
            </p:spPr>
          </p:pic>
        </mc:Fallback>
      </mc:AlternateContent>
    </p:spTree>
    <p:extLst>
      <p:ext uri="{BB962C8B-B14F-4D97-AF65-F5344CB8AC3E}">
        <p14:creationId xmlns:p14="http://schemas.microsoft.com/office/powerpoint/2010/main" val="1311706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dirty="0">
                <a:latin typeface="Arial" panose="020B0604020202020204" pitchFamily="34" charset="0"/>
                <a:cs typeface="Arial" panose="020B0604020202020204" pitchFamily="34" charset="0"/>
              </a:rPr>
              <a:t>Example 2:</a:t>
            </a:r>
          </a:p>
          <a:p>
            <a:pPr marL="342900" indent="-342900">
              <a:buFont typeface="Arial" panose="020B0604020202020204" pitchFamily="34" charset="0"/>
              <a:buChar char="•"/>
            </a:pPr>
            <a:endParaRPr lang="en-AU"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3">
              <a:lnSpc>
                <a:spcPct val="90000"/>
              </a:lnSpc>
            </a:pPr>
            <a:endParaRPr lang="en-US" sz="1800" dirty="0">
              <a:latin typeface="+mn-lt"/>
            </a:endParaRPr>
          </a:p>
          <a:p>
            <a:pPr marL="1371600" lvl="3" indent="0">
              <a:lnSpc>
                <a:spcPct val="90000"/>
              </a:lnSpc>
              <a:buNone/>
            </a:pPr>
            <a:endParaRPr lang="en-US" sz="1600" baseline="-25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1">
              <a:lnSpc>
                <a:spcPct val="90000"/>
              </a:lnSpc>
            </a:pPr>
            <a:endParaRPr lang="en-US" sz="2000" dirty="0">
              <a:latin typeface="+mn-lt"/>
            </a:endParaRPr>
          </a:p>
          <a:p>
            <a:pPr marL="457200" lvl="1" indent="0">
              <a:lnSpc>
                <a:spcPct val="90000"/>
              </a:lnSpc>
              <a:buNone/>
            </a:pPr>
            <a:endParaRPr lang="en-US" sz="2000" dirty="0">
              <a:latin typeface="+mn-lt"/>
            </a:endParaRPr>
          </a:p>
          <a:p>
            <a:pPr marL="0" indent="0">
              <a:lnSpc>
                <a:spcPct val="90000"/>
              </a:lnSpc>
              <a:buNone/>
            </a:pPr>
            <a:endParaRPr lang="en-US" sz="2400" dirty="0">
              <a:latin typeface="+mn-lt"/>
            </a:endParaRPr>
          </a:p>
          <a:p>
            <a:pPr>
              <a:lnSpc>
                <a:spcPct val="90000"/>
              </a:lnSpc>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a:lnSpc>
                <a:spcPct val="90000"/>
              </a:lnSpc>
            </a:pPr>
            <a:endParaRPr lang="en-US" dirty="0">
              <a:latin typeface="+mn-lt"/>
            </a:endParaRPr>
          </a:p>
        </p:txBody>
      </p:sp>
    </p:spTree>
    <p:extLst>
      <p:ext uri="{BB962C8B-B14F-4D97-AF65-F5344CB8AC3E}">
        <p14:creationId xmlns:p14="http://schemas.microsoft.com/office/powerpoint/2010/main" val="4178452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906845" cy="5743173"/>
          </a:xfrm>
        </p:spPr>
        <p:txBody>
          <a:bodyPr>
            <a:normAutofit/>
          </a:bodyPr>
          <a:lstStyle/>
          <a:p>
            <a:pPr>
              <a:buFont typeface="Wingdings" panose="05000000000000000000" pitchFamily="2" charset="2"/>
              <a:buChar char="q"/>
            </a:pPr>
            <a:r>
              <a:rPr lang="en-AU" sz="3000" b="1" dirty="0">
                <a:latin typeface="Arial" panose="020B0604020202020204" pitchFamily="34" charset="0"/>
                <a:cs typeface="Arial" panose="020B0604020202020204" pitchFamily="34" charset="0"/>
              </a:rPr>
              <a:t>Example 3: </a:t>
            </a:r>
            <a:r>
              <a:rPr lang="en-AU" sz="3000" dirty="0">
                <a:latin typeface="Arial" panose="020B0604020202020204" pitchFamily="34" charset="0"/>
                <a:cs typeface="Arial" panose="020B0604020202020204" pitchFamily="34" charset="0"/>
              </a:rPr>
              <a:t>Determine the voltages at all nodes assume </a:t>
            </a:r>
            <a:r>
              <a:rPr lang="el-GR" sz="3000" dirty="0">
                <a:latin typeface="Arial" panose="020B0604020202020204" pitchFamily="34" charset="0"/>
                <a:cs typeface="Arial" panose="020B0604020202020204" pitchFamily="34" charset="0"/>
              </a:rPr>
              <a:t>β</a:t>
            </a:r>
            <a:r>
              <a:rPr lang="en-AU" sz="3000" dirty="0">
                <a:latin typeface="Arial" panose="020B0604020202020204" pitchFamily="34" charset="0"/>
                <a:cs typeface="Arial" panose="020B0604020202020204" pitchFamily="34" charset="0"/>
              </a:rPr>
              <a:t>=100.</a:t>
            </a:r>
          </a:p>
          <a:p>
            <a:pPr marL="342900" indent="-342900">
              <a:buFont typeface="Arial" panose="020B0604020202020204" pitchFamily="34" charset="0"/>
              <a:buChar char="•"/>
            </a:pPr>
            <a:endParaRPr lang="en-AU"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3">
              <a:lnSpc>
                <a:spcPct val="90000"/>
              </a:lnSpc>
            </a:pPr>
            <a:endParaRPr lang="en-US" sz="1800" dirty="0">
              <a:latin typeface="+mn-lt"/>
            </a:endParaRPr>
          </a:p>
          <a:p>
            <a:pPr marL="1371600" lvl="3" indent="0">
              <a:lnSpc>
                <a:spcPct val="90000"/>
              </a:lnSpc>
              <a:buNone/>
            </a:pPr>
            <a:endParaRPr lang="en-US" sz="1600" baseline="-25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1">
              <a:lnSpc>
                <a:spcPct val="90000"/>
              </a:lnSpc>
            </a:pPr>
            <a:endParaRPr lang="en-US" sz="2000" dirty="0">
              <a:latin typeface="+mn-lt"/>
            </a:endParaRPr>
          </a:p>
          <a:p>
            <a:pPr marL="457200" lvl="1" indent="0">
              <a:lnSpc>
                <a:spcPct val="90000"/>
              </a:lnSpc>
              <a:buNone/>
            </a:pPr>
            <a:endParaRPr lang="en-US" sz="2000" dirty="0">
              <a:latin typeface="+mn-lt"/>
            </a:endParaRPr>
          </a:p>
          <a:p>
            <a:pPr marL="0" indent="0">
              <a:lnSpc>
                <a:spcPct val="90000"/>
              </a:lnSpc>
              <a:buNone/>
            </a:pPr>
            <a:endParaRPr lang="en-US" sz="2400" dirty="0">
              <a:latin typeface="+mn-lt"/>
            </a:endParaRPr>
          </a:p>
          <a:p>
            <a:pPr>
              <a:lnSpc>
                <a:spcPct val="90000"/>
              </a:lnSpc>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a:lnSpc>
                <a:spcPct val="90000"/>
              </a:lnSpc>
            </a:pPr>
            <a:endParaRPr lang="en-US" dirty="0">
              <a:latin typeface="+mn-lt"/>
            </a:endParaRPr>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D835BA7D-8DD1-65C9-A073-B7AFC829C4F4}"/>
                  </a:ext>
                </a:extLst>
              </p14:cNvPr>
              <p14:cNvContentPartPr/>
              <p14:nvPr/>
            </p14:nvContentPartPr>
            <p14:xfrm>
              <a:off x="8960128" y="1487275"/>
              <a:ext cx="176400" cy="1102320"/>
            </p14:xfrm>
          </p:contentPart>
        </mc:Choice>
        <mc:Fallback xmlns="">
          <p:pic>
            <p:nvPicPr>
              <p:cNvPr id="10" name="Ink 9">
                <a:extLst>
                  <a:ext uri="{FF2B5EF4-FFF2-40B4-BE49-F238E27FC236}">
                    <a16:creationId xmlns:a16="http://schemas.microsoft.com/office/drawing/2014/main" id="{D835BA7D-8DD1-65C9-A073-B7AFC829C4F4}"/>
                  </a:ext>
                </a:extLst>
              </p:cNvPr>
              <p:cNvPicPr/>
              <p:nvPr/>
            </p:nvPicPr>
            <p:blipFill>
              <a:blip r:embed="rId4"/>
              <a:stretch>
                <a:fillRect/>
              </a:stretch>
            </p:blipFill>
            <p:spPr>
              <a:xfrm>
                <a:off x="8951128" y="1478275"/>
                <a:ext cx="194040" cy="1119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356BF5FF-BE2D-BD29-5CFC-A9FB35102D56}"/>
                  </a:ext>
                </a:extLst>
              </p14:cNvPr>
              <p14:cNvContentPartPr/>
              <p14:nvPr/>
            </p14:nvContentPartPr>
            <p14:xfrm>
              <a:off x="8994688" y="2588155"/>
              <a:ext cx="203400" cy="993600"/>
            </p14:xfrm>
          </p:contentPart>
        </mc:Choice>
        <mc:Fallback xmlns="">
          <p:pic>
            <p:nvPicPr>
              <p:cNvPr id="12" name="Ink 11">
                <a:extLst>
                  <a:ext uri="{FF2B5EF4-FFF2-40B4-BE49-F238E27FC236}">
                    <a16:creationId xmlns:a16="http://schemas.microsoft.com/office/drawing/2014/main" id="{356BF5FF-BE2D-BD29-5CFC-A9FB35102D56}"/>
                  </a:ext>
                </a:extLst>
              </p:cNvPr>
              <p:cNvPicPr/>
              <p:nvPr/>
            </p:nvPicPr>
            <p:blipFill>
              <a:blip r:embed="rId6"/>
              <a:stretch>
                <a:fillRect/>
              </a:stretch>
            </p:blipFill>
            <p:spPr>
              <a:xfrm>
                <a:off x="8985688" y="2579155"/>
                <a:ext cx="221040" cy="101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CF013EE8-05C2-DAA3-4CE6-DC8B5BECA3A5}"/>
                  </a:ext>
                </a:extLst>
              </p14:cNvPr>
              <p14:cNvContentPartPr/>
              <p14:nvPr/>
            </p14:nvContentPartPr>
            <p14:xfrm>
              <a:off x="8498608" y="3028435"/>
              <a:ext cx="70560" cy="159480"/>
            </p14:xfrm>
          </p:contentPart>
        </mc:Choice>
        <mc:Fallback xmlns="">
          <p:pic>
            <p:nvPicPr>
              <p:cNvPr id="13" name="Ink 12">
                <a:extLst>
                  <a:ext uri="{FF2B5EF4-FFF2-40B4-BE49-F238E27FC236}">
                    <a16:creationId xmlns:a16="http://schemas.microsoft.com/office/drawing/2014/main" id="{CF013EE8-05C2-DAA3-4CE6-DC8B5BECA3A5}"/>
                  </a:ext>
                </a:extLst>
              </p:cNvPr>
              <p:cNvPicPr/>
              <p:nvPr/>
            </p:nvPicPr>
            <p:blipFill>
              <a:blip r:embed="rId8"/>
              <a:stretch>
                <a:fillRect/>
              </a:stretch>
            </p:blipFill>
            <p:spPr>
              <a:xfrm>
                <a:off x="8489608" y="3019455"/>
                <a:ext cx="88200" cy="177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8E8B8CDE-740A-E14F-0F45-A3F969ED620C}"/>
                  </a:ext>
                </a:extLst>
              </p14:cNvPr>
              <p14:cNvContentPartPr/>
              <p14:nvPr/>
            </p14:nvContentPartPr>
            <p14:xfrm>
              <a:off x="8515888" y="3001795"/>
              <a:ext cx="191520" cy="169560"/>
            </p14:xfrm>
          </p:contentPart>
        </mc:Choice>
        <mc:Fallback xmlns="">
          <p:pic>
            <p:nvPicPr>
              <p:cNvPr id="14" name="Ink 13">
                <a:extLst>
                  <a:ext uri="{FF2B5EF4-FFF2-40B4-BE49-F238E27FC236}">
                    <a16:creationId xmlns:a16="http://schemas.microsoft.com/office/drawing/2014/main" id="{8E8B8CDE-740A-E14F-0F45-A3F969ED620C}"/>
                  </a:ext>
                </a:extLst>
              </p:cNvPr>
              <p:cNvPicPr/>
              <p:nvPr/>
            </p:nvPicPr>
            <p:blipFill>
              <a:blip r:embed="rId10"/>
              <a:stretch>
                <a:fillRect/>
              </a:stretch>
            </p:blipFill>
            <p:spPr>
              <a:xfrm>
                <a:off x="8506888" y="2992795"/>
                <a:ext cx="20916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B6B7B7A4-526D-B78B-21F2-AB4313101818}"/>
                  </a:ext>
                </a:extLst>
              </p14:cNvPr>
              <p14:cNvContentPartPr/>
              <p14:nvPr/>
            </p14:nvContentPartPr>
            <p14:xfrm>
              <a:off x="8731888" y="2974075"/>
              <a:ext cx="33480" cy="184320"/>
            </p14:xfrm>
          </p:contentPart>
        </mc:Choice>
        <mc:Fallback xmlns="">
          <p:pic>
            <p:nvPicPr>
              <p:cNvPr id="15" name="Ink 14">
                <a:extLst>
                  <a:ext uri="{FF2B5EF4-FFF2-40B4-BE49-F238E27FC236}">
                    <a16:creationId xmlns:a16="http://schemas.microsoft.com/office/drawing/2014/main" id="{B6B7B7A4-526D-B78B-21F2-AB4313101818}"/>
                  </a:ext>
                </a:extLst>
              </p:cNvPr>
              <p:cNvPicPr/>
              <p:nvPr/>
            </p:nvPicPr>
            <p:blipFill>
              <a:blip r:embed="rId12"/>
              <a:stretch>
                <a:fillRect/>
              </a:stretch>
            </p:blipFill>
            <p:spPr>
              <a:xfrm>
                <a:off x="8722888" y="2965075"/>
                <a:ext cx="5112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DAC1358A-99D3-4472-6F12-3BA03F21915C}"/>
                  </a:ext>
                </a:extLst>
              </p14:cNvPr>
              <p14:cNvContentPartPr/>
              <p14:nvPr/>
            </p14:nvContentPartPr>
            <p14:xfrm>
              <a:off x="8752408" y="3030955"/>
              <a:ext cx="71280" cy="140400"/>
            </p14:xfrm>
          </p:contentPart>
        </mc:Choice>
        <mc:Fallback xmlns="">
          <p:pic>
            <p:nvPicPr>
              <p:cNvPr id="16" name="Ink 15">
                <a:extLst>
                  <a:ext uri="{FF2B5EF4-FFF2-40B4-BE49-F238E27FC236}">
                    <a16:creationId xmlns:a16="http://schemas.microsoft.com/office/drawing/2014/main" id="{DAC1358A-99D3-4472-6F12-3BA03F21915C}"/>
                  </a:ext>
                </a:extLst>
              </p:cNvPr>
              <p:cNvPicPr/>
              <p:nvPr/>
            </p:nvPicPr>
            <p:blipFill>
              <a:blip r:embed="rId14"/>
              <a:stretch>
                <a:fillRect/>
              </a:stretch>
            </p:blipFill>
            <p:spPr>
              <a:xfrm>
                <a:off x="8743408" y="3021955"/>
                <a:ext cx="889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54F47E36-7F3B-60A2-9E81-BF02C39A24CB}"/>
                  </a:ext>
                </a:extLst>
              </p14:cNvPr>
              <p14:cNvContentPartPr/>
              <p14:nvPr/>
            </p14:nvContentPartPr>
            <p14:xfrm>
              <a:off x="8819008" y="3026995"/>
              <a:ext cx="151560" cy="142560"/>
            </p14:xfrm>
          </p:contentPart>
        </mc:Choice>
        <mc:Fallback xmlns="">
          <p:pic>
            <p:nvPicPr>
              <p:cNvPr id="17" name="Ink 16">
                <a:extLst>
                  <a:ext uri="{FF2B5EF4-FFF2-40B4-BE49-F238E27FC236}">
                    <a16:creationId xmlns:a16="http://schemas.microsoft.com/office/drawing/2014/main" id="{54F47E36-7F3B-60A2-9E81-BF02C39A24CB}"/>
                  </a:ext>
                </a:extLst>
              </p:cNvPr>
              <p:cNvPicPr/>
              <p:nvPr/>
            </p:nvPicPr>
            <p:blipFill>
              <a:blip r:embed="rId16"/>
              <a:stretch>
                <a:fillRect/>
              </a:stretch>
            </p:blipFill>
            <p:spPr>
              <a:xfrm>
                <a:off x="8810008" y="3017995"/>
                <a:ext cx="1692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12011CE5-4BCD-A99D-BD90-70D87A8EE1E3}"/>
                  </a:ext>
                </a:extLst>
              </p14:cNvPr>
              <p14:cNvContentPartPr/>
              <p14:nvPr/>
            </p14:nvContentPartPr>
            <p14:xfrm>
              <a:off x="8932408" y="3584995"/>
              <a:ext cx="403920" cy="72720"/>
            </p14:xfrm>
          </p:contentPart>
        </mc:Choice>
        <mc:Fallback xmlns="">
          <p:pic>
            <p:nvPicPr>
              <p:cNvPr id="18" name="Ink 17">
                <a:extLst>
                  <a:ext uri="{FF2B5EF4-FFF2-40B4-BE49-F238E27FC236}">
                    <a16:creationId xmlns:a16="http://schemas.microsoft.com/office/drawing/2014/main" id="{12011CE5-4BCD-A99D-BD90-70D87A8EE1E3}"/>
                  </a:ext>
                </a:extLst>
              </p:cNvPr>
              <p:cNvPicPr/>
              <p:nvPr/>
            </p:nvPicPr>
            <p:blipFill>
              <a:blip r:embed="rId18"/>
              <a:stretch>
                <a:fillRect/>
              </a:stretch>
            </p:blipFill>
            <p:spPr>
              <a:xfrm>
                <a:off x="8923408" y="3575995"/>
                <a:ext cx="42156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4C3B9989-5813-44ED-1090-14ACC1151375}"/>
                  </a:ext>
                </a:extLst>
              </p14:cNvPr>
              <p14:cNvContentPartPr/>
              <p14:nvPr/>
            </p14:nvContentPartPr>
            <p14:xfrm>
              <a:off x="9107008" y="2499595"/>
              <a:ext cx="588600" cy="37440"/>
            </p14:xfrm>
          </p:contentPart>
        </mc:Choice>
        <mc:Fallback xmlns="">
          <p:pic>
            <p:nvPicPr>
              <p:cNvPr id="19" name="Ink 18">
                <a:extLst>
                  <a:ext uri="{FF2B5EF4-FFF2-40B4-BE49-F238E27FC236}">
                    <a16:creationId xmlns:a16="http://schemas.microsoft.com/office/drawing/2014/main" id="{4C3B9989-5813-44ED-1090-14ACC1151375}"/>
                  </a:ext>
                </a:extLst>
              </p:cNvPr>
              <p:cNvPicPr/>
              <p:nvPr/>
            </p:nvPicPr>
            <p:blipFill>
              <a:blip r:embed="rId20"/>
              <a:stretch>
                <a:fillRect/>
              </a:stretch>
            </p:blipFill>
            <p:spPr>
              <a:xfrm>
                <a:off x="9098008" y="2490595"/>
                <a:ext cx="6062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Ink 19">
                <a:extLst>
                  <a:ext uri="{FF2B5EF4-FFF2-40B4-BE49-F238E27FC236}">
                    <a16:creationId xmlns:a16="http://schemas.microsoft.com/office/drawing/2014/main" id="{F5F3BCE6-E80E-BC66-DF8E-7495FAFFDB8C}"/>
                  </a:ext>
                </a:extLst>
              </p14:cNvPr>
              <p14:cNvContentPartPr/>
              <p14:nvPr/>
            </p14:nvContentPartPr>
            <p14:xfrm>
              <a:off x="9665008" y="2297635"/>
              <a:ext cx="52920" cy="397800"/>
            </p14:xfrm>
          </p:contentPart>
        </mc:Choice>
        <mc:Fallback xmlns="">
          <p:pic>
            <p:nvPicPr>
              <p:cNvPr id="20" name="Ink 19">
                <a:extLst>
                  <a:ext uri="{FF2B5EF4-FFF2-40B4-BE49-F238E27FC236}">
                    <a16:creationId xmlns:a16="http://schemas.microsoft.com/office/drawing/2014/main" id="{F5F3BCE6-E80E-BC66-DF8E-7495FAFFDB8C}"/>
                  </a:ext>
                </a:extLst>
              </p:cNvPr>
              <p:cNvPicPr/>
              <p:nvPr/>
            </p:nvPicPr>
            <p:blipFill>
              <a:blip r:embed="rId22"/>
              <a:stretch>
                <a:fillRect/>
              </a:stretch>
            </p:blipFill>
            <p:spPr>
              <a:xfrm>
                <a:off x="9656008" y="2288635"/>
                <a:ext cx="7056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1" name="Ink 20">
                <a:extLst>
                  <a:ext uri="{FF2B5EF4-FFF2-40B4-BE49-F238E27FC236}">
                    <a16:creationId xmlns:a16="http://schemas.microsoft.com/office/drawing/2014/main" id="{35BCEB04-205D-3F22-727E-ECB87C82020F}"/>
                  </a:ext>
                </a:extLst>
              </p14:cNvPr>
              <p14:cNvContentPartPr/>
              <p14:nvPr/>
            </p14:nvContentPartPr>
            <p14:xfrm>
              <a:off x="9710008" y="2611195"/>
              <a:ext cx="211320" cy="70200"/>
            </p14:xfrm>
          </p:contentPart>
        </mc:Choice>
        <mc:Fallback xmlns="">
          <p:pic>
            <p:nvPicPr>
              <p:cNvPr id="21" name="Ink 20">
                <a:extLst>
                  <a:ext uri="{FF2B5EF4-FFF2-40B4-BE49-F238E27FC236}">
                    <a16:creationId xmlns:a16="http://schemas.microsoft.com/office/drawing/2014/main" id="{35BCEB04-205D-3F22-727E-ECB87C82020F}"/>
                  </a:ext>
                </a:extLst>
              </p:cNvPr>
              <p:cNvPicPr/>
              <p:nvPr/>
            </p:nvPicPr>
            <p:blipFill>
              <a:blip r:embed="rId24"/>
              <a:stretch>
                <a:fillRect/>
              </a:stretch>
            </p:blipFill>
            <p:spPr>
              <a:xfrm>
                <a:off x="9701008" y="2602195"/>
                <a:ext cx="22896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7FF5BE5A-1BF4-27A0-FAC0-17D849D89A81}"/>
                  </a:ext>
                </a:extLst>
              </p14:cNvPr>
              <p14:cNvContentPartPr/>
              <p14:nvPr/>
            </p14:nvContentPartPr>
            <p14:xfrm>
              <a:off x="9802888" y="2576635"/>
              <a:ext cx="66240" cy="123120"/>
            </p14:xfrm>
          </p:contentPart>
        </mc:Choice>
        <mc:Fallback xmlns="">
          <p:pic>
            <p:nvPicPr>
              <p:cNvPr id="22" name="Ink 21">
                <a:extLst>
                  <a:ext uri="{FF2B5EF4-FFF2-40B4-BE49-F238E27FC236}">
                    <a16:creationId xmlns:a16="http://schemas.microsoft.com/office/drawing/2014/main" id="{7FF5BE5A-1BF4-27A0-FAC0-17D849D89A81}"/>
                  </a:ext>
                </a:extLst>
              </p:cNvPr>
              <p:cNvPicPr/>
              <p:nvPr/>
            </p:nvPicPr>
            <p:blipFill>
              <a:blip r:embed="rId26"/>
              <a:stretch>
                <a:fillRect/>
              </a:stretch>
            </p:blipFill>
            <p:spPr>
              <a:xfrm>
                <a:off x="9793888" y="2567661"/>
                <a:ext cx="83880" cy="140709"/>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8A8ACDDB-C530-2276-F3F9-4CD67CEAE11B}"/>
                  </a:ext>
                </a:extLst>
              </p14:cNvPr>
              <p14:cNvContentPartPr/>
              <p14:nvPr/>
            </p14:nvContentPartPr>
            <p14:xfrm>
              <a:off x="9920608" y="2703715"/>
              <a:ext cx="28800" cy="255240"/>
            </p14:xfrm>
          </p:contentPart>
        </mc:Choice>
        <mc:Fallback xmlns="">
          <p:pic>
            <p:nvPicPr>
              <p:cNvPr id="23" name="Ink 22">
                <a:extLst>
                  <a:ext uri="{FF2B5EF4-FFF2-40B4-BE49-F238E27FC236}">
                    <a16:creationId xmlns:a16="http://schemas.microsoft.com/office/drawing/2014/main" id="{8A8ACDDB-C530-2276-F3F9-4CD67CEAE11B}"/>
                  </a:ext>
                </a:extLst>
              </p:cNvPr>
              <p:cNvPicPr/>
              <p:nvPr/>
            </p:nvPicPr>
            <p:blipFill>
              <a:blip r:embed="rId28"/>
              <a:stretch>
                <a:fillRect/>
              </a:stretch>
            </p:blipFill>
            <p:spPr>
              <a:xfrm>
                <a:off x="9911608" y="2694702"/>
                <a:ext cx="46440" cy="272905"/>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0F9B3527-DD3E-B428-3AFB-3A69F84B6A58}"/>
                  </a:ext>
                </a:extLst>
              </p14:cNvPr>
              <p14:cNvContentPartPr/>
              <p14:nvPr/>
            </p14:nvContentPartPr>
            <p14:xfrm>
              <a:off x="9876328" y="2958955"/>
              <a:ext cx="156960" cy="491760"/>
            </p14:xfrm>
          </p:contentPart>
        </mc:Choice>
        <mc:Fallback xmlns="">
          <p:pic>
            <p:nvPicPr>
              <p:cNvPr id="24" name="Ink 23">
                <a:extLst>
                  <a:ext uri="{FF2B5EF4-FFF2-40B4-BE49-F238E27FC236}">
                    <a16:creationId xmlns:a16="http://schemas.microsoft.com/office/drawing/2014/main" id="{0F9B3527-DD3E-B428-3AFB-3A69F84B6A58}"/>
                  </a:ext>
                </a:extLst>
              </p:cNvPr>
              <p:cNvPicPr/>
              <p:nvPr/>
            </p:nvPicPr>
            <p:blipFill>
              <a:blip r:embed="rId30"/>
              <a:stretch>
                <a:fillRect/>
              </a:stretch>
            </p:blipFill>
            <p:spPr>
              <a:xfrm>
                <a:off x="9867328" y="2949955"/>
                <a:ext cx="174600" cy="509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B9F1B2E9-72C8-7561-401A-4C9C9B290EAA}"/>
                  </a:ext>
                </a:extLst>
              </p14:cNvPr>
              <p14:cNvContentPartPr/>
              <p14:nvPr/>
            </p14:nvContentPartPr>
            <p14:xfrm>
              <a:off x="9787768" y="3469795"/>
              <a:ext cx="316080" cy="44280"/>
            </p14:xfrm>
          </p:contentPart>
        </mc:Choice>
        <mc:Fallback xmlns="">
          <p:pic>
            <p:nvPicPr>
              <p:cNvPr id="25" name="Ink 24">
                <a:extLst>
                  <a:ext uri="{FF2B5EF4-FFF2-40B4-BE49-F238E27FC236}">
                    <a16:creationId xmlns:a16="http://schemas.microsoft.com/office/drawing/2014/main" id="{B9F1B2E9-72C8-7561-401A-4C9C9B290EAA}"/>
                  </a:ext>
                </a:extLst>
              </p:cNvPr>
              <p:cNvPicPr/>
              <p:nvPr/>
            </p:nvPicPr>
            <p:blipFill>
              <a:blip r:embed="rId32"/>
              <a:stretch>
                <a:fillRect/>
              </a:stretch>
            </p:blipFill>
            <p:spPr>
              <a:xfrm>
                <a:off x="9778758" y="3460795"/>
                <a:ext cx="3337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432C3746-1052-CF60-B305-07547F71ACEB}"/>
                  </a:ext>
                </a:extLst>
              </p14:cNvPr>
              <p14:cNvContentPartPr/>
              <p14:nvPr/>
            </p14:nvContentPartPr>
            <p14:xfrm>
              <a:off x="9964528" y="3585715"/>
              <a:ext cx="34560" cy="22680"/>
            </p14:xfrm>
          </p:contentPart>
        </mc:Choice>
        <mc:Fallback xmlns="">
          <p:pic>
            <p:nvPicPr>
              <p:cNvPr id="26" name="Ink 25">
                <a:extLst>
                  <a:ext uri="{FF2B5EF4-FFF2-40B4-BE49-F238E27FC236}">
                    <a16:creationId xmlns:a16="http://schemas.microsoft.com/office/drawing/2014/main" id="{432C3746-1052-CF60-B305-07547F71ACEB}"/>
                  </a:ext>
                </a:extLst>
              </p:cNvPr>
              <p:cNvPicPr/>
              <p:nvPr/>
            </p:nvPicPr>
            <p:blipFill>
              <a:blip r:embed="rId34"/>
              <a:stretch>
                <a:fillRect/>
              </a:stretch>
            </p:blipFill>
            <p:spPr>
              <a:xfrm>
                <a:off x="9955621" y="3576570"/>
                <a:ext cx="52018" cy="40605"/>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75C4CDAE-7D7C-2433-0530-CC563264B769}"/>
                  </a:ext>
                </a:extLst>
              </p14:cNvPr>
              <p14:cNvContentPartPr/>
              <p14:nvPr/>
            </p14:nvContentPartPr>
            <p14:xfrm>
              <a:off x="10115008" y="2979835"/>
              <a:ext cx="97920" cy="171720"/>
            </p14:xfrm>
          </p:contentPart>
        </mc:Choice>
        <mc:Fallback xmlns="">
          <p:pic>
            <p:nvPicPr>
              <p:cNvPr id="27" name="Ink 26">
                <a:extLst>
                  <a:ext uri="{FF2B5EF4-FFF2-40B4-BE49-F238E27FC236}">
                    <a16:creationId xmlns:a16="http://schemas.microsoft.com/office/drawing/2014/main" id="{75C4CDAE-7D7C-2433-0530-CC563264B769}"/>
                  </a:ext>
                </a:extLst>
              </p:cNvPr>
              <p:cNvPicPr/>
              <p:nvPr/>
            </p:nvPicPr>
            <p:blipFill>
              <a:blip r:embed="rId36"/>
              <a:stretch>
                <a:fillRect/>
              </a:stretch>
            </p:blipFill>
            <p:spPr>
              <a:xfrm>
                <a:off x="10106008" y="2970835"/>
                <a:ext cx="1155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2CB565B6-FAD2-CEB4-FCC9-F17A01189987}"/>
                  </a:ext>
                </a:extLst>
              </p14:cNvPr>
              <p14:cNvContentPartPr/>
              <p14:nvPr/>
            </p14:nvContentPartPr>
            <p14:xfrm>
              <a:off x="10280608" y="2947075"/>
              <a:ext cx="19080" cy="182520"/>
            </p14:xfrm>
          </p:contentPart>
        </mc:Choice>
        <mc:Fallback xmlns="">
          <p:pic>
            <p:nvPicPr>
              <p:cNvPr id="28" name="Ink 27">
                <a:extLst>
                  <a:ext uri="{FF2B5EF4-FFF2-40B4-BE49-F238E27FC236}">
                    <a16:creationId xmlns:a16="http://schemas.microsoft.com/office/drawing/2014/main" id="{2CB565B6-FAD2-CEB4-FCC9-F17A01189987}"/>
                  </a:ext>
                </a:extLst>
              </p:cNvPr>
              <p:cNvPicPr/>
              <p:nvPr/>
            </p:nvPicPr>
            <p:blipFill>
              <a:blip r:embed="rId38"/>
              <a:stretch>
                <a:fillRect/>
              </a:stretch>
            </p:blipFill>
            <p:spPr>
              <a:xfrm>
                <a:off x="10271608" y="2938057"/>
                <a:ext cx="36720" cy="200195"/>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08AC6EF2-2CD4-F776-4A42-6686E38969EF}"/>
                  </a:ext>
                </a:extLst>
              </p14:cNvPr>
              <p14:cNvContentPartPr/>
              <p14:nvPr/>
            </p14:nvContentPartPr>
            <p14:xfrm>
              <a:off x="10313008" y="2992075"/>
              <a:ext cx="91440" cy="131040"/>
            </p14:xfrm>
          </p:contentPart>
        </mc:Choice>
        <mc:Fallback xmlns="">
          <p:pic>
            <p:nvPicPr>
              <p:cNvPr id="29" name="Ink 28">
                <a:extLst>
                  <a:ext uri="{FF2B5EF4-FFF2-40B4-BE49-F238E27FC236}">
                    <a16:creationId xmlns:a16="http://schemas.microsoft.com/office/drawing/2014/main" id="{08AC6EF2-2CD4-F776-4A42-6686E38969EF}"/>
                  </a:ext>
                </a:extLst>
              </p:cNvPr>
              <p:cNvPicPr/>
              <p:nvPr/>
            </p:nvPicPr>
            <p:blipFill>
              <a:blip r:embed="rId40"/>
              <a:stretch>
                <a:fillRect/>
              </a:stretch>
            </p:blipFill>
            <p:spPr>
              <a:xfrm>
                <a:off x="10304008" y="2983075"/>
                <a:ext cx="1090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5AAA5A63-EC20-D64F-4196-217D52B57EA8}"/>
                  </a:ext>
                </a:extLst>
              </p14:cNvPr>
              <p14:cNvContentPartPr/>
              <p14:nvPr/>
            </p14:nvContentPartPr>
            <p14:xfrm>
              <a:off x="10402288" y="2961835"/>
              <a:ext cx="95760" cy="156960"/>
            </p14:xfrm>
          </p:contentPart>
        </mc:Choice>
        <mc:Fallback xmlns="">
          <p:pic>
            <p:nvPicPr>
              <p:cNvPr id="30" name="Ink 29">
                <a:extLst>
                  <a:ext uri="{FF2B5EF4-FFF2-40B4-BE49-F238E27FC236}">
                    <a16:creationId xmlns:a16="http://schemas.microsoft.com/office/drawing/2014/main" id="{5AAA5A63-EC20-D64F-4196-217D52B57EA8}"/>
                  </a:ext>
                </a:extLst>
              </p:cNvPr>
              <p:cNvPicPr/>
              <p:nvPr/>
            </p:nvPicPr>
            <p:blipFill>
              <a:blip r:embed="rId42"/>
              <a:stretch>
                <a:fillRect/>
              </a:stretch>
            </p:blipFill>
            <p:spPr>
              <a:xfrm>
                <a:off x="10393288" y="2952835"/>
                <a:ext cx="1134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2E3AB799-236E-82EB-1FB2-34F4AF1D4CAA}"/>
                  </a:ext>
                </a:extLst>
              </p14:cNvPr>
              <p14:cNvContentPartPr/>
              <p14:nvPr/>
            </p14:nvContentPartPr>
            <p14:xfrm>
              <a:off x="10515328" y="2959315"/>
              <a:ext cx="113400" cy="143640"/>
            </p14:xfrm>
          </p:contentPart>
        </mc:Choice>
        <mc:Fallback xmlns="">
          <p:pic>
            <p:nvPicPr>
              <p:cNvPr id="31" name="Ink 30">
                <a:extLst>
                  <a:ext uri="{FF2B5EF4-FFF2-40B4-BE49-F238E27FC236}">
                    <a16:creationId xmlns:a16="http://schemas.microsoft.com/office/drawing/2014/main" id="{2E3AB799-236E-82EB-1FB2-34F4AF1D4CAA}"/>
                  </a:ext>
                </a:extLst>
              </p:cNvPr>
              <p:cNvPicPr/>
              <p:nvPr/>
            </p:nvPicPr>
            <p:blipFill>
              <a:blip r:embed="rId44"/>
              <a:stretch>
                <a:fillRect/>
              </a:stretch>
            </p:blipFill>
            <p:spPr>
              <a:xfrm>
                <a:off x="10506328" y="2950315"/>
                <a:ext cx="1310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2" name="Ink 31">
                <a:extLst>
                  <a:ext uri="{FF2B5EF4-FFF2-40B4-BE49-F238E27FC236}">
                    <a16:creationId xmlns:a16="http://schemas.microsoft.com/office/drawing/2014/main" id="{9A1A2C3D-8952-6FB0-1178-0EED0A603CFD}"/>
                  </a:ext>
                </a:extLst>
              </p14:cNvPr>
              <p14:cNvContentPartPr/>
              <p14:nvPr/>
            </p14:nvContentPartPr>
            <p14:xfrm>
              <a:off x="9657808" y="2256235"/>
              <a:ext cx="201600" cy="116280"/>
            </p14:xfrm>
          </p:contentPart>
        </mc:Choice>
        <mc:Fallback xmlns="">
          <p:pic>
            <p:nvPicPr>
              <p:cNvPr id="32" name="Ink 31">
                <a:extLst>
                  <a:ext uri="{FF2B5EF4-FFF2-40B4-BE49-F238E27FC236}">
                    <a16:creationId xmlns:a16="http://schemas.microsoft.com/office/drawing/2014/main" id="{9A1A2C3D-8952-6FB0-1178-0EED0A603CFD}"/>
                  </a:ext>
                </a:extLst>
              </p:cNvPr>
              <p:cNvPicPr/>
              <p:nvPr/>
            </p:nvPicPr>
            <p:blipFill>
              <a:blip r:embed="rId46"/>
              <a:stretch>
                <a:fillRect/>
              </a:stretch>
            </p:blipFill>
            <p:spPr>
              <a:xfrm>
                <a:off x="9648808" y="2247235"/>
                <a:ext cx="2192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3" name="Ink 32">
                <a:extLst>
                  <a:ext uri="{FF2B5EF4-FFF2-40B4-BE49-F238E27FC236}">
                    <a16:creationId xmlns:a16="http://schemas.microsoft.com/office/drawing/2014/main" id="{4D0D747C-FED0-7ABF-85AE-D38B57DA9AFB}"/>
                  </a:ext>
                </a:extLst>
              </p14:cNvPr>
              <p14:cNvContentPartPr/>
              <p14:nvPr/>
            </p14:nvContentPartPr>
            <p14:xfrm>
              <a:off x="8927008" y="1433995"/>
              <a:ext cx="164880" cy="98280"/>
            </p14:xfrm>
          </p:contentPart>
        </mc:Choice>
        <mc:Fallback xmlns="">
          <p:pic>
            <p:nvPicPr>
              <p:cNvPr id="33" name="Ink 32">
                <a:extLst>
                  <a:ext uri="{FF2B5EF4-FFF2-40B4-BE49-F238E27FC236}">
                    <a16:creationId xmlns:a16="http://schemas.microsoft.com/office/drawing/2014/main" id="{4D0D747C-FED0-7ABF-85AE-D38B57DA9AFB}"/>
                  </a:ext>
                </a:extLst>
              </p:cNvPr>
              <p:cNvPicPr/>
              <p:nvPr/>
            </p:nvPicPr>
            <p:blipFill>
              <a:blip r:embed="rId48"/>
              <a:stretch>
                <a:fillRect/>
              </a:stretch>
            </p:blipFill>
            <p:spPr>
              <a:xfrm>
                <a:off x="8918028" y="1424995"/>
                <a:ext cx="182482"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97A59D26-57FD-18D1-8C16-F0ACD3E09B1F}"/>
                  </a:ext>
                </a:extLst>
              </p14:cNvPr>
              <p14:cNvContentPartPr/>
              <p14:nvPr/>
            </p14:nvContentPartPr>
            <p14:xfrm>
              <a:off x="9719008" y="1452715"/>
              <a:ext cx="169560" cy="813240"/>
            </p14:xfrm>
          </p:contentPart>
        </mc:Choice>
        <mc:Fallback xmlns="">
          <p:pic>
            <p:nvPicPr>
              <p:cNvPr id="34" name="Ink 33">
                <a:extLst>
                  <a:ext uri="{FF2B5EF4-FFF2-40B4-BE49-F238E27FC236}">
                    <a16:creationId xmlns:a16="http://schemas.microsoft.com/office/drawing/2014/main" id="{97A59D26-57FD-18D1-8C16-F0ACD3E09B1F}"/>
                  </a:ext>
                </a:extLst>
              </p:cNvPr>
              <p:cNvPicPr/>
              <p:nvPr/>
            </p:nvPicPr>
            <p:blipFill>
              <a:blip r:embed="rId50"/>
              <a:stretch>
                <a:fillRect/>
              </a:stretch>
            </p:blipFill>
            <p:spPr>
              <a:xfrm>
                <a:off x="9710008" y="1443715"/>
                <a:ext cx="187200" cy="830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5" name="Ink 34">
                <a:extLst>
                  <a:ext uri="{FF2B5EF4-FFF2-40B4-BE49-F238E27FC236}">
                    <a16:creationId xmlns:a16="http://schemas.microsoft.com/office/drawing/2014/main" id="{A0E41A0B-56BF-13D4-DE44-BBAD010DF375}"/>
                  </a:ext>
                </a:extLst>
              </p14:cNvPr>
              <p14:cNvContentPartPr/>
              <p14:nvPr/>
            </p14:nvContentPartPr>
            <p14:xfrm>
              <a:off x="9974968" y="1754395"/>
              <a:ext cx="99720" cy="165240"/>
            </p14:xfrm>
          </p:contentPart>
        </mc:Choice>
        <mc:Fallback xmlns="">
          <p:pic>
            <p:nvPicPr>
              <p:cNvPr id="35" name="Ink 34">
                <a:extLst>
                  <a:ext uri="{FF2B5EF4-FFF2-40B4-BE49-F238E27FC236}">
                    <a16:creationId xmlns:a16="http://schemas.microsoft.com/office/drawing/2014/main" id="{A0E41A0B-56BF-13D4-DE44-BBAD010DF375}"/>
                  </a:ext>
                </a:extLst>
              </p:cNvPr>
              <p:cNvPicPr/>
              <p:nvPr/>
            </p:nvPicPr>
            <p:blipFill>
              <a:blip r:embed="rId52"/>
              <a:stretch>
                <a:fillRect/>
              </a:stretch>
            </p:blipFill>
            <p:spPr>
              <a:xfrm>
                <a:off x="9965968" y="1745395"/>
                <a:ext cx="11736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6" name="Ink 35">
                <a:extLst>
                  <a:ext uri="{FF2B5EF4-FFF2-40B4-BE49-F238E27FC236}">
                    <a16:creationId xmlns:a16="http://schemas.microsoft.com/office/drawing/2014/main" id="{7DF49E0B-ADAF-2D12-BB5C-D41C467F16D2}"/>
                  </a:ext>
                </a:extLst>
              </p14:cNvPr>
              <p14:cNvContentPartPr/>
              <p14:nvPr/>
            </p14:nvContentPartPr>
            <p14:xfrm>
              <a:off x="10022488" y="1698595"/>
              <a:ext cx="104400" cy="172440"/>
            </p14:xfrm>
          </p:contentPart>
        </mc:Choice>
        <mc:Fallback xmlns="">
          <p:pic>
            <p:nvPicPr>
              <p:cNvPr id="36" name="Ink 35">
                <a:extLst>
                  <a:ext uri="{FF2B5EF4-FFF2-40B4-BE49-F238E27FC236}">
                    <a16:creationId xmlns:a16="http://schemas.microsoft.com/office/drawing/2014/main" id="{7DF49E0B-ADAF-2D12-BB5C-D41C467F16D2}"/>
                  </a:ext>
                </a:extLst>
              </p:cNvPr>
              <p:cNvPicPr/>
              <p:nvPr/>
            </p:nvPicPr>
            <p:blipFill>
              <a:blip r:embed="rId54"/>
              <a:stretch>
                <a:fillRect/>
              </a:stretch>
            </p:blipFill>
            <p:spPr>
              <a:xfrm>
                <a:off x="10013488" y="1689614"/>
                <a:ext cx="122040" cy="190043"/>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CB5275EE-BAAC-F87A-318B-4A7BC3ACB6DF}"/>
                  </a:ext>
                </a:extLst>
              </p14:cNvPr>
              <p14:cNvContentPartPr/>
              <p14:nvPr/>
            </p14:nvContentPartPr>
            <p14:xfrm>
              <a:off x="10147048" y="1746475"/>
              <a:ext cx="112320" cy="139680"/>
            </p14:xfrm>
          </p:contentPart>
        </mc:Choice>
        <mc:Fallback xmlns="">
          <p:pic>
            <p:nvPicPr>
              <p:cNvPr id="37" name="Ink 36">
                <a:extLst>
                  <a:ext uri="{FF2B5EF4-FFF2-40B4-BE49-F238E27FC236}">
                    <a16:creationId xmlns:a16="http://schemas.microsoft.com/office/drawing/2014/main" id="{CB5275EE-BAAC-F87A-318B-4A7BC3ACB6DF}"/>
                  </a:ext>
                </a:extLst>
              </p:cNvPr>
              <p:cNvPicPr/>
              <p:nvPr/>
            </p:nvPicPr>
            <p:blipFill>
              <a:blip r:embed="rId56"/>
              <a:stretch>
                <a:fillRect/>
              </a:stretch>
            </p:blipFill>
            <p:spPr>
              <a:xfrm>
                <a:off x="10138048" y="1737475"/>
                <a:ext cx="1299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8" name="Ink 37">
                <a:extLst>
                  <a:ext uri="{FF2B5EF4-FFF2-40B4-BE49-F238E27FC236}">
                    <a16:creationId xmlns:a16="http://schemas.microsoft.com/office/drawing/2014/main" id="{81EB1A43-56D2-7781-2380-481CE6C0EFD9}"/>
                  </a:ext>
                </a:extLst>
              </p14:cNvPr>
              <p14:cNvContentPartPr/>
              <p14:nvPr/>
            </p14:nvContentPartPr>
            <p14:xfrm>
              <a:off x="10263688" y="1721995"/>
              <a:ext cx="97920" cy="169920"/>
            </p14:xfrm>
          </p:contentPart>
        </mc:Choice>
        <mc:Fallback xmlns="">
          <p:pic>
            <p:nvPicPr>
              <p:cNvPr id="38" name="Ink 37">
                <a:extLst>
                  <a:ext uri="{FF2B5EF4-FFF2-40B4-BE49-F238E27FC236}">
                    <a16:creationId xmlns:a16="http://schemas.microsoft.com/office/drawing/2014/main" id="{81EB1A43-56D2-7781-2380-481CE6C0EFD9}"/>
                  </a:ext>
                </a:extLst>
              </p:cNvPr>
              <p:cNvPicPr/>
              <p:nvPr/>
            </p:nvPicPr>
            <p:blipFill>
              <a:blip r:embed="rId58"/>
              <a:stretch>
                <a:fillRect/>
              </a:stretch>
            </p:blipFill>
            <p:spPr>
              <a:xfrm>
                <a:off x="10254655" y="1713014"/>
                <a:ext cx="115625" cy="187523"/>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C6042433-DD8A-FA6C-48AD-7C07A4827098}"/>
                  </a:ext>
                </a:extLst>
              </p14:cNvPr>
              <p14:cNvContentPartPr/>
              <p14:nvPr/>
            </p14:nvContentPartPr>
            <p14:xfrm>
              <a:off x="10350448" y="1703995"/>
              <a:ext cx="158400" cy="164880"/>
            </p14:xfrm>
          </p:contentPart>
        </mc:Choice>
        <mc:Fallback xmlns="">
          <p:pic>
            <p:nvPicPr>
              <p:cNvPr id="39" name="Ink 38">
                <a:extLst>
                  <a:ext uri="{FF2B5EF4-FFF2-40B4-BE49-F238E27FC236}">
                    <a16:creationId xmlns:a16="http://schemas.microsoft.com/office/drawing/2014/main" id="{C6042433-DD8A-FA6C-48AD-7C07A4827098}"/>
                  </a:ext>
                </a:extLst>
              </p:cNvPr>
              <p:cNvPicPr/>
              <p:nvPr/>
            </p:nvPicPr>
            <p:blipFill>
              <a:blip r:embed="rId60"/>
              <a:stretch>
                <a:fillRect/>
              </a:stretch>
            </p:blipFill>
            <p:spPr>
              <a:xfrm>
                <a:off x="10341448" y="1694995"/>
                <a:ext cx="17604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2570D398-6CE7-56BE-EC53-C84855F43109}"/>
                  </a:ext>
                </a:extLst>
              </p14:cNvPr>
              <p14:cNvContentPartPr/>
              <p14:nvPr/>
            </p14:nvContentPartPr>
            <p14:xfrm>
              <a:off x="9721888" y="1393675"/>
              <a:ext cx="156240" cy="90000"/>
            </p14:xfrm>
          </p:contentPart>
        </mc:Choice>
        <mc:Fallback xmlns="">
          <p:pic>
            <p:nvPicPr>
              <p:cNvPr id="40" name="Ink 39">
                <a:extLst>
                  <a:ext uri="{FF2B5EF4-FFF2-40B4-BE49-F238E27FC236}">
                    <a16:creationId xmlns:a16="http://schemas.microsoft.com/office/drawing/2014/main" id="{2570D398-6CE7-56BE-EC53-C84855F43109}"/>
                  </a:ext>
                </a:extLst>
              </p:cNvPr>
              <p:cNvPicPr/>
              <p:nvPr/>
            </p:nvPicPr>
            <p:blipFill>
              <a:blip r:embed="rId62"/>
              <a:stretch>
                <a:fillRect/>
              </a:stretch>
            </p:blipFill>
            <p:spPr>
              <a:xfrm>
                <a:off x="9712888" y="1384675"/>
                <a:ext cx="1738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BABCBD6B-8CBB-C28F-B317-0184F2B576DC}"/>
                  </a:ext>
                </a:extLst>
              </p14:cNvPr>
              <p14:cNvContentPartPr/>
              <p14:nvPr/>
            </p14:nvContentPartPr>
            <p14:xfrm>
              <a:off x="10072528" y="1309435"/>
              <a:ext cx="6480" cy="129600"/>
            </p14:xfrm>
          </p:contentPart>
        </mc:Choice>
        <mc:Fallback xmlns="">
          <p:pic>
            <p:nvPicPr>
              <p:cNvPr id="41" name="Ink 40">
                <a:extLst>
                  <a:ext uri="{FF2B5EF4-FFF2-40B4-BE49-F238E27FC236}">
                    <a16:creationId xmlns:a16="http://schemas.microsoft.com/office/drawing/2014/main" id="{BABCBD6B-8CBB-C28F-B317-0184F2B576DC}"/>
                  </a:ext>
                </a:extLst>
              </p:cNvPr>
              <p:cNvPicPr/>
              <p:nvPr/>
            </p:nvPicPr>
            <p:blipFill>
              <a:blip r:embed="rId64"/>
              <a:stretch>
                <a:fillRect/>
              </a:stretch>
            </p:blipFill>
            <p:spPr>
              <a:xfrm>
                <a:off x="10063528" y="1300435"/>
                <a:ext cx="241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B1763D3D-99AB-4E75-4E98-57E9A48F6FC6}"/>
                  </a:ext>
                </a:extLst>
              </p14:cNvPr>
              <p14:cNvContentPartPr/>
              <p14:nvPr/>
            </p14:nvContentPartPr>
            <p14:xfrm>
              <a:off x="10147048" y="1305115"/>
              <a:ext cx="55800" cy="135360"/>
            </p14:xfrm>
          </p:contentPart>
        </mc:Choice>
        <mc:Fallback xmlns="">
          <p:pic>
            <p:nvPicPr>
              <p:cNvPr id="42" name="Ink 41">
                <a:extLst>
                  <a:ext uri="{FF2B5EF4-FFF2-40B4-BE49-F238E27FC236}">
                    <a16:creationId xmlns:a16="http://schemas.microsoft.com/office/drawing/2014/main" id="{B1763D3D-99AB-4E75-4E98-57E9A48F6FC6}"/>
                  </a:ext>
                </a:extLst>
              </p:cNvPr>
              <p:cNvPicPr/>
              <p:nvPr/>
            </p:nvPicPr>
            <p:blipFill>
              <a:blip r:embed="rId66"/>
              <a:stretch>
                <a:fillRect/>
              </a:stretch>
            </p:blipFill>
            <p:spPr>
              <a:xfrm>
                <a:off x="10138048" y="1296115"/>
                <a:ext cx="734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803C0D8B-8218-029D-8995-2637B050D9E4}"/>
                  </a:ext>
                </a:extLst>
              </p14:cNvPr>
              <p14:cNvContentPartPr/>
              <p14:nvPr/>
            </p14:nvContentPartPr>
            <p14:xfrm>
              <a:off x="10136968" y="1305475"/>
              <a:ext cx="67320" cy="23760"/>
            </p14:xfrm>
          </p:contentPart>
        </mc:Choice>
        <mc:Fallback xmlns="">
          <p:pic>
            <p:nvPicPr>
              <p:cNvPr id="43" name="Ink 42">
                <a:extLst>
                  <a:ext uri="{FF2B5EF4-FFF2-40B4-BE49-F238E27FC236}">
                    <a16:creationId xmlns:a16="http://schemas.microsoft.com/office/drawing/2014/main" id="{803C0D8B-8218-029D-8995-2637B050D9E4}"/>
                  </a:ext>
                </a:extLst>
              </p:cNvPr>
              <p:cNvPicPr/>
              <p:nvPr/>
            </p:nvPicPr>
            <p:blipFill>
              <a:blip r:embed="rId68"/>
              <a:stretch>
                <a:fillRect/>
              </a:stretch>
            </p:blipFill>
            <p:spPr>
              <a:xfrm>
                <a:off x="10127968" y="1296475"/>
                <a:ext cx="849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9E26A0D3-74A2-B96F-8375-44C19B26F825}"/>
                  </a:ext>
                </a:extLst>
              </p14:cNvPr>
              <p14:cNvContentPartPr/>
              <p14:nvPr/>
            </p14:nvContentPartPr>
            <p14:xfrm>
              <a:off x="10279168" y="1253275"/>
              <a:ext cx="112680" cy="166320"/>
            </p14:xfrm>
          </p:contentPart>
        </mc:Choice>
        <mc:Fallback xmlns="">
          <p:pic>
            <p:nvPicPr>
              <p:cNvPr id="44" name="Ink 43">
                <a:extLst>
                  <a:ext uri="{FF2B5EF4-FFF2-40B4-BE49-F238E27FC236}">
                    <a16:creationId xmlns:a16="http://schemas.microsoft.com/office/drawing/2014/main" id="{9E26A0D3-74A2-B96F-8375-44C19B26F825}"/>
                  </a:ext>
                </a:extLst>
              </p:cNvPr>
              <p:cNvPicPr/>
              <p:nvPr/>
            </p:nvPicPr>
            <p:blipFill>
              <a:blip r:embed="rId70"/>
              <a:stretch>
                <a:fillRect/>
              </a:stretch>
            </p:blipFill>
            <p:spPr>
              <a:xfrm>
                <a:off x="10270197" y="1244275"/>
                <a:ext cx="130264"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5" name="Ink 44">
                <a:extLst>
                  <a:ext uri="{FF2B5EF4-FFF2-40B4-BE49-F238E27FC236}">
                    <a16:creationId xmlns:a16="http://schemas.microsoft.com/office/drawing/2014/main" id="{696DA3D2-650D-59CF-2724-2DBEF19F067A}"/>
                  </a:ext>
                </a:extLst>
              </p14:cNvPr>
              <p14:cNvContentPartPr/>
              <p14:nvPr/>
            </p14:nvContentPartPr>
            <p14:xfrm>
              <a:off x="9866248" y="1336075"/>
              <a:ext cx="109080" cy="39960"/>
            </p14:xfrm>
          </p:contentPart>
        </mc:Choice>
        <mc:Fallback xmlns="">
          <p:pic>
            <p:nvPicPr>
              <p:cNvPr id="45" name="Ink 44">
                <a:extLst>
                  <a:ext uri="{FF2B5EF4-FFF2-40B4-BE49-F238E27FC236}">
                    <a16:creationId xmlns:a16="http://schemas.microsoft.com/office/drawing/2014/main" id="{696DA3D2-650D-59CF-2724-2DBEF19F067A}"/>
                  </a:ext>
                </a:extLst>
              </p:cNvPr>
              <p:cNvPicPr/>
              <p:nvPr/>
            </p:nvPicPr>
            <p:blipFill>
              <a:blip r:embed="rId72"/>
              <a:stretch>
                <a:fillRect/>
              </a:stretch>
            </p:blipFill>
            <p:spPr>
              <a:xfrm>
                <a:off x="9857218" y="1327075"/>
                <a:ext cx="126778"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6" name="Ink 45">
                <a:extLst>
                  <a:ext uri="{FF2B5EF4-FFF2-40B4-BE49-F238E27FC236}">
                    <a16:creationId xmlns:a16="http://schemas.microsoft.com/office/drawing/2014/main" id="{DA0C0889-89F1-296B-053A-5B1A9C8FCD57}"/>
                  </a:ext>
                </a:extLst>
              </p14:cNvPr>
              <p14:cNvContentPartPr/>
              <p14:nvPr/>
            </p14:nvContentPartPr>
            <p14:xfrm>
              <a:off x="9915208" y="1289995"/>
              <a:ext cx="6480" cy="132840"/>
            </p14:xfrm>
          </p:contentPart>
        </mc:Choice>
        <mc:Fallback xmlns="">
          <p:pic>
            <p:nvPicPr>
              <p:cNvPr id="46" name="Ink 45">
                <a:extLst>
                  <a:ext uri="{FF2B5EF4-FFF2-40B4-BE49-F238E27FC236}">
                    <a16:creationId xmlns:a16="http://schemas.microsoft.com/office/drawing/2014/main" id="{DA0C0889-89F1-296B-053A-5B1A9C8FCD57}"/>
                  </a:ext>
                </a:extLst>
              </p:cNvPr>
              <p:cNvPicPr/>
              <p:nvPr/>
            </p:nvPicPr>
            <p:blipFill>
              <a:blip r:embed="rId74"/>
              <a:stretch>
                <a:fillRect/>
              </a:stretch>
            </p:blipFill>
            <p:spPr>
              <a:xfrm>
                <a:off x="9906208" y="1280995"/>
                <a:ext cx="241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7" name="Ink 46">
                <a:extLst>
                  <a:ext uri="{FF2B5EF4-FFF2-40B4-BE49-F238E27FC236}">
                    <a16:creationId xmlns:a16="http://schemas.microsoft.com/office/drawing/2014/main" id="{F5104C16-9958-3E0C-4205-383FF8DD062A}"/>
                  </a:ext>
                </a:extLst>
              </p14:cNvPr>
              <p14:cNvContentPartPr/>
              <p14:nvPr/>
            </p14:nvContentPartPr>
            <p14:xfrm>
              <a:off x="8282608" y="1903795"/>
              <a:ext cx="12600" cy="141120"/>
            </p14:xfrm>
          </p:contentPart>
        </mc:Choice>
        <mc:Fallback xmlns="">
          <p:pic>
            <p:nvPicPr>
              <p:cNvPr id="47" name="Ink 46">
                <a:extLst>
                  <a:ext uri="{FF2B5EF4-FFF2-40B4-BE49-F238E27FC236}">
                    <a16:creationId xmlns:a16="http://schemas.microsoft.com/office/drawing/2014/main" id="{F5104C16-9958-3E0C-4205-383FF8DD062A}"/>
                  </a:ext>
                </a:extLst>
              </p:cNvPr>
              <p:cNvPicPr/>
              <p:nvPr/>
            </p:nvPicPr>
            <p:blipFill>
              <a:blip r:embed="rId76"/>
              <a:stretch>
                <a:fillRect/>
              </a:stretch>
            </p:blipFill>
            <p:spPr>
              <a:xfrm>
                <a:off x="8273608" y="1894818"/>
                <a:ext cx="30240" cy="158715"/>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8" name="Ink 47">
                <a:extLst>
                  <a:ext uri="{FF2B5EF4-FFF2-40B4-BE49-F238E27FC236}">
                    <a16:creationId xmlns:a16="http://schemas.microsoft.com/office/drawing/2014/main" id="{7DCD88EC-AFD1-D454-2772-9A0CB7544B01}"/>
                  </a:ext>
                </a:extLst>
              </p14:cNvPr>
              <p14:cNvContentPartPr/>
              <p14:nvPr/>
            </p14:nvContentPartPr>
            <p14:xfrm>
              <a:off x="8337328" y="1918915"/>
              <a:ext cx="109440" cy="129960"/>
            </p14:xfrm>
          </p:contentPart>
        </mc:Choice>
        <mc:Fallback xmlns="">
          <p:pic>
            <p:nvPicPr>
              <p:cNvPr id="48" name="Ink 47">
                <a:extLst>
                  <a:ext uri="{FF2B5EF4-FFF2-40B4-BE49-F238E27FC236}">
                    <a16:creationId xmlns:a16="http://schemas.microsoft.com/office/drawing/2014/main" id="{7DCD88EC-AFD1-D454-2772-9A0CB7544B01}"/>
                  </a:ext>
                </a:extLst>
              </p:cNvPr>
              <p:cNvPicPr/>
              <p:nvPr/>
            </p:nvPicPr>
            <p:blipFill>
              <a:blip r:embed="rId78"/>
              <a:stretch>
                <a:fillRect/>
              </a:stretch>
            </p:blipFill>
            <p:spPr>
              <a:xfrm>
                <a:off x="8328328" y="1909940"/>
                <a:ext cx="127080" cy="147551"/>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9" name="Ink 48">
                <a:extLst>
                  <a:ext uri="{FF2B5EF4-FFF2-40B4-BE49-F238E27FC236}">
                    <a16:creationId xmlns:a16="http://schemas.microsoft.com/office/drawing/2014/main" id="{A24456C1-E45D-C012-6068-0D8923782D77}"/>
                  </a:ext>
                </a:extLst>
              </p14:cNvPr>
              <p14:cNvContentPartPr/>
              <p14:nvPr/>
            </p14:nvContentPartPr>
            <p14:xfrm>
              <a:off x="8471968" y="1944475"/>
              <a:ext cx="58680" cy="95760"/>
            </p14:xfrm>
          </p:contentPart>
        </mc:Choice>
        <mc:Fallback xmlns="">
          <p:pic>
            <p:nvPicPr>
              <p:cNvPr id="49" name="Ink 48">
                <a:extLst>
                  <a:ext uri="{FF2B5EF4-FFF2-40B4-BE49-F238E27FC236}">
                    <a16:creationId xmlns:a16="http://schemas.microsoft.com/office/drawing/2014/main" id="{A24456C1-E45D-C012-6068-0D8923782D77}"/>
                  </a:ext>
                </a:extLst>
              </p:cNvPr>
              <p:cNvPicPr/>
              <p:nvPr/>
            </p:nvPicPr>
            <p:blipFill>
              <a:blip r:embed="rId80"/>
              <a:stretch>
                <a:fillRect/>
              </a:stretch>
            </p:blipFill>
            <p:spPr>
              <a:xfrm>
                <a:off x="8462968" y="1935475"/>
                <a:ext cx="763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0" name="Ink 49">
                <a:extLst>
                  <a:ext uri="{FF2B5EF4-FFF2-40B4-BE49-F238E27FC236}">
                    <a16:creationId xmlns:a16="http://schemas.microsoft.com/office/drawing/2014/main" id="{20B78D70-7F18-F85E-18A3-AB50856150F4}"/>
                  </a:ext>
                </a:extLst>
              </p14:cNvPr>
              <p14:cNvContentPartPr/>
              <p14:nvPr/>
            </p14:nvContentPartPr>
            <p14:xfrm>
              <a:off x="8616688" y="1868875"/>
              <a:ext cx="21600" cy="161640"/>
            </p14:xfrm>
          </p:contentPart>
        </mc:Choice>
        <mc:Fallback xmlns="">
          <p:pic>
            <p:nvPicPr>
              <p:cNvPr id="50" name="Ink 49">
                <a:extLst>
                  <a:ext uri="{FF2B5EF4-FFF2-40B4-BE49-F238E27FC236}">
                    <a16:creationId xmlns:a16="http://schemas.microsoft.com/office/drawing/2014/main" id="{20B78D70-7F18-F85E-18A3-AB50856150F4}"/>
                  </a:ext>
                </a:extLst>
              </p:cNvPr>
              <p:cNvPicPr/>
              <p:nvPr/>
            </p:nvPicPr>
            <p:blipFill>
              <a:blip r:embed="rId82"/>
              <a:stretch>
                <a:fillRect/>
              </a:stretch>
            </p:blipFill>
            <p:spPr>
              <a:xfrm>
                <a:off x="8607688" y="1859875"/>
                <a:ext cx="392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1" name="Ink 50">
                <a:extLst>
                  <a:ext uri="{FF2B5EF4-FFF2-40B4-BE49-F238E27FC236}">
                    <a16:creationId xmlns:a16="http://schemas.microsoft.com/office/drawing/2014/main" id="{07CFF009-F3E9-1510-2475-7235D03832EB}"/>
                  </a:ext>
                </a:extLst>
              </p14:cNvPr>
              <p14:cNvContentPartPr/>
              <p14:nvPr/>
            </p14:nvContentPartPr>
            <p14:xfrm>
              <a:off x="8631808" y="1933315"/>
              <a:ext cx="100440" cy="112320"/>
            </p14:xfrm>
          </p:contentPart>
        </mc:Choice>
        <mc:Fallback xmlns="">
          <p:pic>
            <p:nvPicPr>
              <p:cNvPr id="51" name="Ink 50">
                <a:extLst>
                  <a:ext uri="{FF2B5EF4-FFF2-40B4-BE49-F238E27FC236}">
                    <a16:creationId xmlns:a16="http://schemas.microsoft.com/office/drawing/2014/main" id="{07CFF009-F3E9-1510-2475-7235D03832EB}"/>
                  </a:ext>
                </a:extLst>
              </p:cNvPr>
              <p:cNvPicPr/>
              <p:nvPr/>
            </p:nvPicPr>
            <p:blipFill>
              <a:blip r:embed="rId84"/>
              <a:stretch>
                <a:fillRect/>
              </a:stretch>
            </p:blipFill>
            <p:spPr>
              <a:xfrm>
                <a:off x="8622840" y="1924315"/>
                <a:ext cx="118017"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9F582B89-E1B8-51A1-0F36-02B66766C0E6}"/>
                  </a:ext>
                </a:extLst>
              </p14:cNvPr>
              <p14:cNvContentPartPr/>
              <p14:nvPr/>
            </p14:nvContentPartPr>
            <p14:xfrm>
              <a:off x="8712448" y="1906675"/>
              <a:ext cx="65520" cy="142200"/>
            </p14:xfrm>
          </p:contentPart>
        </mc:Choice>
        <mc:Fallback xmlns="">
          <p:pic>
            <p:nvPicPr>
              <p:cNvPr id="52" name="Ink 51">
                <a:extLst>
                  <a:ext uri="{FF2B5EF4-FFF2-40B4-BE49-F238E27FC236}">
                    <a16:creationId xmlns:a16="http://schemas.microsoft.com/office/drawing/2014/main" id="{9F582B89-E1B8-51A1-0F36-02B66766C0E6}"/>
                  </a:ext>
                </a:extLst>
              </p:cNvPr>
              <p:cNvPicPr/>
              <p:nvPr/>
            </p:nvPicPr>
            <p:blipFill>
              <a:blip r:embed="rId86"/>
              <a:stretch>
                <a:fillRect/>
              </a:stretch>
            </p:blipFill>
            <p:spPr>
              <a:xfrm>
                <a:off x="8703448" y="1897675"/>
                <a:ext cx="831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62AA5A29-90EF-717E-5AB0-D62D9DFB09D2}"/>
                  </a:ext>
                </a:extLst>
              </p14:cNvPr>
              <p14:cNvContentPartPr/>
              <p14:nvPr/>
            </p14:nvContentPartPr>
            <p14:xfrm>
              <a:off x="8751328" y="1917835"/>
              <a:ext cx="148320" cy="146880"/>
            </p14:xfrm>
          </p:contentPart>
        </mc:Choice>
        <mc:Fallback xmlns="">
          <p:pic>
            <p:nvPicPr>
              <p:cNvPr id="53" name="Ink 52">
                <a:extLst>
                  <a:ext uri="{FF2B5EF4-FFF2-40B4-BE49-F238E27FC236}">
                    <a16:creationId xmlns:a16="http://schemas.microsoft.com/office/drawing/2014/main" id="{62AA5A29-90EF-717E-5AB0-D62D9DFB09D2}"/>
                  </a:ext>
                </a:extLst>
              </p:cNvPr>
              <p:cNvPicPr/>
              <p:nvPr/>
            </p:nvPicPr>
            <p:blipFill>
              <a:blip r:embed="rId88"/>
              <a:stretch>
                <a:fillRect/>
              </a:stretch>
            </p:blipFill>
            <p:spPr>
              <a:xfrm>
                <a:off x="8742328" y="1908857"/>
                <a:ext cx="165960" cy="164477"/>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3" name="Ink 2">
                <a:extLst>
                  <a:ext uri="{FF2B5EF4-FFF2-40B4-BE49-F238E27FC236}">
                    <a16:creationId xmlns:a16="http://schemas.microsoft.com/office/drawing/2014/main" id="{8EABE28D-5151-06E1-BC76-C725C79DC2EE}"/>
                  </a:ext>
                </a:extLst>
              </p14:cNvPr>
              <p14:cNvContentPartPr/>
              <p14:nvPr/>
            </p14:nvContentPartPr>
            <p14:xfrm>
              <a:off x="10963168" y="1277395"/>
              <a:ext cx="117720" cy="172800"/>
            </p14:xfrm>
          </p:contentPart>
        </mc:Choice>
        <mc:Fallback xmlns="">
          <p:pic>
            <p:nvPicPr>
              <p:cNvPr id="3" name="Ink 2">
                <a:extLst>
                  <a:ext uri="{FF2B5EF4-FFF2-40B4-BE49-F238E27FC236}">
                    <a16:creationId xmlns:a16="http://schemas.microsoft.com/office/drawing/2014/main" id="{8EABE28D-5151-06E1-BC76-C725C79DC2EE}"/>
                  </a:ext>
                </a:extLst>
              </p:cNvPr>
              <p:cNvPicPr/>
              <p:nvPr/>
            </p:nvPicPr>
            <p:blipFill>
              <a:blip r:embed="rId90"/>
              <a:stretch>
                <a:fillRect/>
              </a:stretch>
            </p:blipFill>
            <p:spPr>
              <a:xfrm>
                <a:off x="10954140" y="1268395"/>
                <a:ext cx="135414"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 name="Ink 7">
                <a:extLst>
                  <a:ext uri="{FF2B5EF4-FFF2-40B4-BE49-F238E27FC236}">
                    <a16:creationId xmlns:a16="http://schemas.microsoft.com/office/drawing/2014/main" id="{110666FA-E393-2207-6C58-C61174B883F6}"/>
                  </a:ext>
                </a:extLst>
              </p14:cNvPr>
              <p14:cNvContentPartPr/>
              <p14:nvPr/>
            </p14:nvContentPartPr>
            <p14:xfrm>
              <a:off x="10989088" y="1235635"/>
              <a:ext cx="104400" cy="35280"/>
            </p14:xfrm>
          </p:contentPart>
        </mc:Choice>
        <mc:Fallback xmlns="">
          <p:pic>
            <p:nvPicPr>
              <p:cNvPr id="8" name="Ink 7">
                <a:extLst>
                  <a:ext uri="{FF2B5EF4-FFF2-40B4-BE49-F238E27FC236}">
                    <a16:creationId xmlns:a16="http://schemas.microsoft.com/office/drawing/2014/main" id="{110666FA-E393-2207-6C58-C61174B883F6}"/>
                  </a:ext>
                </a:extLst>
              </p:cNvPr>
              <p:cNvPicPr/>
              <p:nvPr/>
            </p:nvPicPr>
            <p:blipFill>
              <a:blip r:embed="rId92"/>
              <a:stretch>
                <a:fillRect/>
              </a:stretch>
            </p:blipFill>
            <p:spPr>
              <a:xfrm>
                <a:off x="10980119" y="1226635"/>
                <a:ext cx="121979"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9" name="Ink 8">
                <a:extLst>
                  <a:ext uri="{FF2B5EF4-FFF2-40B4-BE49-F238E27FC236}">
                    <a16:creationId xmlns:a16="http://schemas.microsoft.com/office/drawing/2014/main" id="{4B0C6FC7-BFFD-FA3E-F9BD-62633171EFC1}"/>
                  </a:ext>
                </a:extLst>
              </p14:cNvPr>
              <p14:cNvContentPartPr/>
              <p14:nvPr/>
            </p14:nvContentPartPr>
            <p14:xfrm>
              <a:off x="11130208" y="1341475"/>
              <a:ext cx="79200" cy="144000"/>
            </p14:xfrm>
          </p:contentPart>
        </mc:Choice>
        <mc:Fallback xmlns="">
          <p:pic>
            <p:nvPicPr>
              <p:cNvPr id="9" name="Ink 8">
                <a:extLst>
                  <a:ext uri="{FF2B5EF4-FFF2-40B4-BE49-F238E27FC236}">
                    <a16:creationId xmlns:a16="http://schemas.microsoft.com/office/drawing/2014/main" id="{4B0C6FC7-BFFD-FA3E-F9BD-62633171EFC1}"/>
                  </a:ext>
                </a:extLst>
              </p:cNvPr>
              <p:cNvPicPr/>
              <p:nvPr/>
            </p:nvPicPr>
            <p:blipFill>
              <a:blip r:embed="rId94"/>
              <a:stretch>
                <a:fillRect/>
              </a:stretch>
            </p:blipFill>
            <p:spPr>
              <a:xfrm>
                <a:off x="11121167" y="1332475"/>
                <a:ext cx="96921"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4" name="Ink 53">
                <a:extLst>
                  <a:ext uri="{FF2B5EF4-FFF2-40B4-BE49-F238E27FC236}">
                    <a16:creationId xmlns:a16="http://schemas.microsoft.com/office/drawing/2014/main" id="{8305845D-00AC-8800-8EB3-8C529EA47DCC}"/>
                  </a:ext>
                </a:extLst>
              </p14:cNvPr>
              <p14:cNvContentPartPr/>
              <p14:nvPr/>
            </p14:nvContentPartPr>
            <p14:xfrm>
              <a:off x="11134168" y="1304755"/>
              <a:ext cx="121320" cy="117720"/>
            </p14:xfrm>
          </p:contentPart>
        </mc:Choice>
        <mc:Fallback xmlns="">
          <p:pic>
            <p:nvPicPr>
              <p:cNvPr id="54" name="Ink 53">
                <a:extLst>
                  <a:ext uri="{FF2B5EF4-FFF2-40B4-BE49-F238E27FC236}">
                    <a16:creationId xmlns:a16="http://schemas.microsoft.com/office/drawing/2014/main" id="{8305845D-00AC-8800-8EB3-8C529EA47DCC}"/>
                  </a:ext>
                </a:extLst>
              </p:cNvPr>
              <p:cNvPicPr/>
              <p:nvPr/>
            </p:nvPicPr>
            <p:blipFill>
              <a:blip r:embed="rId96"/>
              <a:stretch>
                <a:fillRect/>
              </a:stretch>
            </p:blipFill>
            <p:spPr>
              <a:xfrm>
                <a:off x="11125141" y="1295755"/>
                <a:ext cx="139013"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5" name="Ink 54">
                <a:extLst>
                  <a:ext uri="{FF2B5EF4-FFF2-40B4-BE49-F238E27FC236}">
                    <a16:creationId xmlns:a16="http://schemas.microsoft.com/office/drawing/2014/main" id="{864EA6C4-CE62-93CA-5613-D379B37E901F}"/>
                  </a:ext>
                </a:extLst>
              </p14:cNvPr>
              <p14:cNvContentPartPr/>
              <p14:nvPr/>
            </p14:nvContentPartPr>
            <p14:xfrm>
              <a:off x="11340448" y="1278115"/>
              <a:ext cx="72000" cy="59040"/>
            </p14:xfrm>
          </p:contentPart>
        </mc:Choice>
        <mc:Fallback xmlns="">
          <p:pic>
            <p:nvPicPr>
              <p:cNvPr id="55" name="Ink 54">
                <a:extLst>
                  <a:ext uri="{FF2B5EF4-FFF2-40B4-BE49-F238E27FC236}">
                    <a16:creationId xmlns:a16="http://schemas.microsoft.com/office/drawing/2014/main" id="{864EA6C4-CE62-93CA-5613-D379B37E901F}"/>
                  </a:ext>
                </a:extLst>
              </p:cNvPr>
              <p:cNvPicPr/>
              <p:nvPr/>
            </p:nvPicPr>
            <p:blipFill>
              <a:blip r:embed="rId98"/>
              <a:stretch>
                <a:fillRect/>
              </a:stretch>
            </p:blipFill>
            <p:spPr>
              <a:xfrm>
                <a:off x="11331448" y="1269115"/>
                <a:ext cx="8964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6" name="Ink 55">
                <a:extLst>
                  <a:ext uri="{FF2B5EF4-FFF2-40B4-BE49-F238E27FC236}">
                    <a16:creationId xmlns:a16="http://schemas.microsoft.com/office/drawing/2014/main" id="{E505E430-67EE-ADA9-9CE6-ECB02C8F424B}"/>
                  </a:ext>
                </a:extLst>
              </p14:cNvPr>
              <p14:cNvContentPartPr/>
              <p14:nvPr/>
            </p14:nvContentPartPr>
            <p14:xfrm>
              <a:off x="11530528" y="1179475"/>
              <a:ext cx="57960" cy="168840"/>
            </p14:xfrm>
          </p:contentPart>
        </mc:Choice>
        <mc:Fallback xmlns="">
          <p:pic>
            <p:nvPicPr>
              <p:cNvPr id="56" name="Ink 55">
                <a:extLst>
                  <a:ext uri="{FF2B5EF4-FFF2-40B4-BE49-F238E27FC236}">
                    <a16:creationId xmlns:a16="http://schemas.microsoft.com/office/drawing/2014/main" id="{E505E430-67EE-ADA9-9CE6-ECB02C8F424B}"/>
                  </a:ext>
                </a:extLst>
              </p:cNvPr>
              <p:cNvPicPr/>
              <p:nvPr/>
            </p:nvPicPr>
            <p:blipFill>
              <a:blip r:embed="rId100"/>
              <a:stretch>
                <a:fillRect/>
              </a:stretch>
            </p:blipFill>
            <p:spPr>
              <a:xfrm>
                <a:off x="11521528" y="1170475"/>
                <a:ext cx="7560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7" name="Ink 56">
                <a:extLst>
                  <a:ext uri="{FF2B5EF4-FFF2-40B4-BE49-F238E27FC236}">
                    <a16:creationId xmlns:a16="http://schemas.microsoft.com/office/drawing/2014/main" id="{5E672347-9850-9734-D7FC-940012492A0E}"/>
                  </a:ext>
                </a:extLst>
              </p14:cNvPr>
              <p14:cNvContentPartPr/>
              <p14:nvPr/>
            </p14:nvContentPartPr>
            <p14:xfrm>
              <a:off x="11619448" y="1279915"/>
              <a:ext cx="8280" cy="1440"/>
            </p14:xfrm>
          </p:contentPart>
        </mc:Choice>
        <mc:Fallback xmlns="">
          <p:pic>
            <p:nvPicPr>
              <p:cNvPr id="57" name="Ink 56">
                <a:extLst>
                  <a:ext uri="{FF2B5EF4-FFF2-40B4-BE49-F238E27FC236}">
                    <a16:creationId xmlns:a16="http://schemas.microsoft.com/office/drawing/2014/main" id="{5E672347-9850-9734-D7FC-940012492A0E}"/>
                  </a:ext>
                </a:extLst>
              </p:cNvPr>
              <p:cNvPicPr/>
              <p:nvPr/>
            </p:nvPicPr>
            <p:blipFill>
              <a:blip r:embed="rId102"/>
              <a:stretch>
                <a:fillRect/>
              </a:stretch>
            </p:blipFill>
            <p:spPr>
              <a:xfrm>
                <a:off x="11610448" y="1270915"/>
                <a:ext cx="2592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8" name="Ink 57">
                <a:extLst>
                  <a:ext uri="{FF2B5EF4-FFF2-40B4-BE49-F238E27FC236}">
                    <a16:creationId xmlns:a16="http://schemas.microsoft.com/office/drawing/2014/main" id="{B147155D-E837-9F9A-1D7E-599F271C9DC0}"/>
                  </a:ext>
                </a:extLst>
              </p14:cNvPr>
              <p14:cNvContentPartPr/>
              <p14:nvPr/>
            </p14:nvContentPartPr>
            <p14:xfrm>
              <a:off x="11665528" y="1178755"/>
              <a:ext cx="71640" cy="128160"/>
            </p14:xfrm>
          </p:contentPart>
        </mc:Choice>
        <mc:Fallback xmlns="">
          <p:pic>
            <p:nvPicPr>
              <p:cNvPr id="58" name="Ink 57">
                <a:extLst>
                  <a:ext uri="{FF2B5EF4-FFF2-40B4-BE49-F238E27FC236}">
                    <a16:creationId xmlns:a16="http://schemas.microsoft.com/office/drawing/2014/main" id="{B147155D-E837-9F9A-1D7E-599F271C9DC0}"/>
                  </a:ext>
                </a:extLst>
              </p:cNvPr>
              <p:cNvPicPr/>
              <p:nvPr/>
            </p:nvPicPr>
            <p:blipFill>
              <a:blip r:embed="rId104"/>
              <a:stretch>
                <a:fillRect/>
              </a:stretch>
            </p:blipFill>
            <p:spPr>
              <a:xfrm>
                <a:off x="11656528" y="1169755"/>
                <a:ext cx="8928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9" name="Ink 58">
                <a:extLst>
                  <a:ext uri="{FF2B5EF4-FFF2-40B4-BE49-F238E27FC236}">
                    <a16:creationId xmlns:a16="http://schemas.microsoft.com/office/drawing/2014/main" id="{1DCFE03A-5B0F-19C6-056F-C7820D207F3B}"/>
                  </a:ext>
                </a:extLst>
              </p14:cNvPr>
              <p14:cNvContentPartPr/>
              <p14:nvPr/>
            </p14:nvContentPartPr>
            <p14:xfrm>
              <a:off x="11785048" y="1146355"/>
              <a:ext cx="69480" cy="180000"/>
            </p14:xfrm>
          </p:contentPart>
        </mc:Choice>
        <mc:Fallback xmlns="">
          <p:pic>
            <p:nvPicPr>
              <p:cNvPr id="59" name="Ink 58">
                <a:extLst>
                  <a:ext uri="{FF2B5EF4-FFF2-40B4-BE49-F238E27FC236}">
                    <a16:creationId xmlns:a16="http://schemas.microsoft.com/office/drawing/2014/main" id="{1DCFE03A-5B0F-19C6-056F-C7820D207F3B}"/>
                  </a:ext>
                </a:extLst>
              </p:cNvPr>
              <p:cNvPicPr/>
              <p:nvPr/>
            </p:nvPicPr>
            <p:blipFill>
              <a:blip r:embed="rId106"/>
              <a:stretch>
                <a:fillRect/>
              </a:stretch>
            </p:blipFill>
            <p:spPr>
              <a:xfrm>
                <a:off x="11776048" y="1137355"/>
                <a:ext cx="871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0" name="Ink 59">
                <a:extLst>
                  <a:ext uri="{FF2B5EF4-FFF2-40B4-BE49-F238E27FC236}">
                    <a16:creationId xmlns:a16="http://schemas.microsoft.com/office/drawing/2014/main" id="{BE58BC3C-A292-9E1B-84AC-C41E46A87200}"/>
                  </a:ext>
                </a:extLst>
              </p14:cNvPr>
              <p14:cNvContentPartPr/>
              <p14:nvPr/>
            </p14:nvContentPartPr>
            <p14:xfrm>
              <a:off x="11874328" y="1248595"/>
              <a:ext cx="46080" cy="33120"/>
            </p14:xfrm>
          </p:contentPart>
        </mc:Choice>
        <mc:Fallback xmlns="">
          <p:pic>
            <p:nvPicPr>
              <p:cNvPr id="60" name="Ink 59">
                <a:extLst>
                  <a:ext uri="{FF2B5EF4-FFF2-40B4-BE49-F238E27FC236}">
                    <a16:creationId xmlns:a16="http://schemas.microsoft.com/office/drawing/2014/main" id="{BE58BC3C-A292-9E1B-84AC-C41E46A87200}"/>
                  </a:ext>
                </a:extLst>
              </p:cNvPr>
              <p:cNvPicPr/>
              <p:nvPr/>
            </p:nvPicPr>
            <p:blipFill>
              <a:blip r:embed="rId108"/>
              <a:stretch>
                <a:fillRect/>
              </a:stretch>
            </p:blipFill>
            <p:spPr>
              <a:xfrm>
                <a:off x="11865257" y="1239595"/>
                <a:ext cx="63859"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1" name="Ink 60">
                <a:extLst>
                  <a:ext uri="{FF2B5EF4-FFF2-40B4-BE49-F238E27FC236}">
                    <a16:creationId xmlns:a16="http://schemas.microsoft.com/office/drawing/2014/main" id="{68C921F7-A12C-4111-B1B8-FB015512FBA8}"/>
                  </a:ext>
                </a:extLst>
              </p14:cNvPr>
              <p14:cNvContentPartPr/>
              <p14:nvPr/>
            </p14:nvContentPartPr>
            <p14:xfrm>
              <a:off x="11945608" y="1177675"/>
              <a:ext cx="75240" cy="103320"/>
            </p14:xfrm>
          </p:contentPart>
        </mc:Choice>
        <mc:Fallback xmlns="">
          <p:pic>
            <p:nvPicPr>
              <p:cNvPr id="61" name="Ink 60">
                <a:extLst>
                  <a:ext uri="{FF2B5EF4-FFF2-40B4-BE49-F238E27FC236}">
                    <a16:creationId xmlns:a16="http://schemas.microsoft.com/office/drawing/2014/main" id="{68C921F7-A12C-4111-B1B8-FB015512FBA8}"/>
                  </a:ext>
                </a:extLst>
              </p:cNvPr>
              <p:cNvPicPr/>
              <p:nvPr/>
            </p:nvPicPr>
            <p:blipFill>
              <a:blip r:embed="rId110"/>
              <a:stretch>
                <a:fillRect/>
              </a:stretch>
            </p:blipFill>
            <p:spPr>
              <a:xfrm>
                <a:off x="11936608" y="1168675"/>
                <a:ext cx="928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2" name="Ink 61">
                <a:extLst>
                  <a:ext uri="{FF2B5EF4-FFF2-40B4-BE49-F238E27FC236}">
                    <a16:creationId xmlns:a16="http://schemas.microsoft.com/office/drawing/2014/main" id="{05760CE2-CFBE-168A-3DC6-EB43BE3A1236}"/>
                  </a:ext>
                </a:extLst>
              </p14:cNvPr>
              <p14:cNvContentPartPr/>
              <p14:nvPr/>
            </p14:nvContentPartPr>
            <p14:xfrm>
              <a:off x="11952808" y="1244995"/>
              <a:ext cx="67320" cy="12960"/>
            </p14:xfrm>
          </p:contentPart>
        </mc:Choice>
        <mc:Fallback xmlns="">
          <p:pic>
            <p:nvPicPr>
              <p:cNvPr id="62" name="Ink 61">
                <a:extLst>
                  <a:ext uri="{FF2B5EF4-FFF2-40B4-BE49-F238E27FC236}">
                    <a16:creationId xmlns:a16="http://schemas.microsoft.com/office/drawing/2014/main" id="{05760CE2-CFBE-168A-3DC6-EB43BE3A1236}"/>
                  </a:ext>
                </a:extLst>
              </p:cNvPr>
              <p:cNvPicPr/>
              <p:nvPr/>
            </p:nvPicPr>
            <p:blipFill>
              <a:blip r:embed="rId112"/>
              <a:stretch>
                <a:fillRect/>
              </a:stretch>
            </p:blipFill>
            <p:spPr>
              <a:xfrm>
                <a:off x="11943808" y="1236238"/>
                <a:ext cx="84960" cy="30123"/>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3" name="Ink 62">
                <a:extLst>
                  <a:ext uri="{FF2B5EF4-FFF2-40B4-BE49-F238E27FC236}">
                    <a16:creationId xmlns:a16="http://schemas.microsoft.com/office/drawing/2014/main" id="{EBAF18D5-66AA-6F2F-4B39-583A1CB8EBD6}"/>
                  </a:ext>
                </a:extLst>
              </p14:cNvPr>
              <p14:cNvContentPartPr/>
              <p14:nvPr/>
            </p14:nvContentPartPr>
            <p14:xfrm>
              <a:off x="10944088" y="1638475"/>
              <a:ext cx="114120" cy="160560"/>
            </p14:xfrm>
          </p:contentPart>
        </mc:Choice>
        <mc:Fallback xmlns="">
          <p:pic>
            <p:nvPicPr>
              <p:cNvPr id="63" name="Ink 62">
                <a:extLst>
                  <a:ext uri="{FF2B5EF4-FFF2-40B4-BE49-F238E27FC236}">
                    <a16:creationId xmlns:a16="http://schemas.microsoft.com/office/drawing/2014/main" id="{EBAF18D5-66AA-6F2F-4B39-583A1CB8EBD6}"/>
                  </a:ext>
                </a:extLst>
              </p:cNvPr>
              <p:cNvPicPr/>
              <p:nvPr/>
            </p:nvPicPr>
            <p:blipFill>
              <a:blip r:embed="rId114"/>
              <a:stretch>
                <a:fillRect/>
              </a:stretch>
            </p:blipFill>
            <p:spPr>
              <a:xfrm>
                <a:off x="10935088" y="1629475"/>
                <a:ext cx="1317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4" name="Ink 63">
                <a:extLst>
                  <a:ext uri="{FF2B5EF4-FFF2-40B4-BE49-F238E27FC236}">
                    <a16:creationId xmlns:a16="http://schemas.microsoft.com/office/drawing/2014/main" id="{B5CD1B01-41B1-D606-CA73-7ED05D300C6E}"/>
                  </a:ext>
                </a:extLst>
              </p14:cNvPr>
              <p14:cNvContentPartPr/>
              <p14:nvPr/>
            </p14:nvContentPartPr>
            <p14:xfrm>
              <a:off x="10945888" y="1616875"/>
              <a:ext cx="141840" cy="44640"/>
            </p14:xfrm>
          </p:contentPart>
        </mc:Choice>
        <mc:Fallback xmlns="">
          <p:pic>
            <p:nvPicPr>
              <p:cNvPr id="64" name="Ink 63">
                <a:extLst>
                  <a:ext uri="{FF2B5EF4-FFF2-40B4-BE49-F238E27FC236}">
                    <a16:creationId xmlns:a16="http://schemas.microsoft.com/office/drawing/2014/main" id="{B5CD1B01-41B1-D606-CA73-7ED05D300C6E}"/>
                  </a:ext>
                </a:extLst>
              </p:cNvPr>
              <p:cNvPicPr/>
              <p:nvPr/>
            </p:nvPicPr>
            <p:blipFill>
              <a:blip r:embed="rId116"/>
              <a:stretch>
                <a:fillRect/>
              </a:stretch>
            </p:blipFill>
            <p:spPr>
              <a:xfrm>
                <a:off x="10936888" y="1607875"/>
                <a:ext cx="1594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5" name="Ink 64">
                <a:extLst>
                  <a:ext uri="{FF2B5EF4-FFF2-40B4-BE49-F238E27FC236}">
                    <a16:creationId xmlns:a16="http://schemas.microsoft.com/office/drawing/2014/main" id="{887FF13B-C9C0-A2F1-16A3-8115FFA94DCB}"/>
                  </a:ext>
                </a:extLst>
              </p14:cNvPr>
              <p14:cNvContentPartPr/>
              <p14:nvPr/>
            </p14:nvContentPartPr>
            <p14:xfrm>
              <a:off x="11099248" y="1712635"/>
              <a:ext cx="64080" cy="129600"/>
            </p14:xfrm>
          </p:contentPart>
        </mc:Choice>
        <mc:Fallback xmlns="">
          <p:pic>
            <p:nvPicPr>
              <p:cNvPr id="65" name="Ink 64">
                <a:extLst>
                  <a:ext uri="{FF2B5EF4-FFF2-40B4-BE49-F238E27FC236}">
                    <a16:creationId xmlns:a16="http://schemas.microsoft.com/office/drawing/2014/main" id="{887FF13B-C9C0-A2F1-16A3-8115FFA94DCB}"/>
                  </a:ext>
                </a:extLst>
              </p:cNvPr>
              <p:cNvPicPr/>
              <p:nvPr/>
            </p:nvPicPr>
            <p:blipFill>
              <a:blip r:embed="rId118"/>
              <a:stretch>
                <a:fillRect/>
              </a:stretch>
            </p:blipFill>
            <p:spPr>
              <a:xfrm>
                <a:off x="11090248" y="1703635"/>
                <a:ext cx="817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6" name="Ink 65">
                <a:extLst>
                  <a:ext uri="{FF2B5EF4-FFF2-40B4-BE49-F238E27FC236}">
                    <a16:creationId xmlns:a16="http://schemas.microsoft.com/office/drawing/2014/main" id="{E7DFACA1-E83D-A174-48BD-ED5D80259214}"/>
                  </a:ext>
                </a:extLst>
              </p14:cNvPr>
              <p14:cNvContentPartPr/>
              <p14:nvPr/>
            </p14:nvContentPartPr>
            <p14:xfrm>
              <a:off x="11108248" y="1690315"/>
              <a:ext cx="83520" cy="160560"/>
            </p14:xfrm>
          </p:contentPart>
        </mc:Choice>
        <mc:Fallback xmlns="">
          <p:pic>
            <p:nvPicPr>
              <p:cNvPr id="66" name="Ink 65">
                <a:extLst>
                  <a:ext uri="{FF2B5EF4-FFF2-40B4-BE49-F238E27FC236}">
                    <a16:creationId xmlns:a16="http://schemas.microsoft.com/office/drawing/2014/main" id="{E7DFACA1-E83D-A174-48BD-ED5D80259214}"/>
                  </a:ext>
                </a:extLst>
              </p:cNvPr>
              <p:cNvPicPr/>
              <p:nvPr/>
            </p:nvPicPr>
            <p:blipFill>
              <a:blip r:embed="rId120"/>
              <a:stretch>
                <a:fillRect/>
              </a:stretch>
            </p:blipFill>
            <p:spPr>
              <a:xfrm>
                <a:off x="11099248" y="1681315"/>
                <a:ext cx="1011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7" name="Ink 66">
                <a:extLst>
                  <a:ext uri="{FF2B5EF4-FFF2-40B4-BE49-F238E27FC236}">
                    <a16:creationId xmlns:a16="http://schemas.microsoft.com/office/drawing/2014/main" id="{930C8701-9020-7334-3CAE-8AF8642DFC0B}"/>
                  </a:ext>
                </a:extLst>
              </p14:cNvPr>
              <p14:cNvContentPartPr/>
              <p14:nvPr/>
            </p14:nvContentPartPr>
            <p14:xfrm>
              <a:off x="11273128" y="1657555"/>
              <a:ext cx="75240" cy="23760"/>
            </p14:xfrm>
          </p:contentPart>
        </mc:Choice>
        <mc:Fallback xmlns="">
          <p:pic>
            <p:nvPicPr>
              <p:cNvPr id="67" name="Ink 66">
                <a:extLst>
                  <a:ext uri="{FF2B5EF4-FFF2-40B4-BE49-F238E27FC236}">
                    <a16:creationId xmlns:a16="http://schemas.microsoft.com/office/drawing/2014/main" id="{930C8701-9020-7334-3CAE-8AF8642DFC0B}"/>
                  </a:ext>
                </a:extLst>
              </p:cNvPr>
              <p:cNvPicPr/>
              <p:nvPr/>
            </p:nvPicPr>
            <p:blipFill>
              <a:blip r:embed="rId122"/>
              <a:stretch>
                <a:fillRect/>
              </a:stretch>
            </p:blipFill>
            <p:spPr>
              <a:xfrm>
                <a:off x="11264128" y="1648555"/>
                <a:ext cx="928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68" name="Ink 67">
                <a:extLst>
                  <a:ext uri="{FF2B5EF4-FFF2-40B4-BE49-F238E27FC236}">
                    <a16:creationId xmlns:a16="http://schemas.microsoft.com/office/drawing/2014/main" id="{5109907F-1316-1B00-715F-7D32526BAA56}"/>
                  </a:ext>
                </a:extLst>
              </p14:cNvPr>
              <p14:cNvContentPartPr/>
              <p14:nvPr/>
            </p14:nvContentPartPr>
            <p14:xfrm>
              <a:off x="11297248" y="1718755"/>
              <a:ext cx="61200" cy="7560"/>
            </p14:xfrm>
          </p:contentPart>
        </mc:Choice>
        <mc:Fallback xmlns="">
          <p:pic>
            <p:nvPicPr>
              <p:cNvPr id="68" name="Ink 67">
                <a:extLst>
                  <a:ext uri="{FF2B5EF4-FFF2-40B4-BE49-F238E27FC236}">
                    <a16:creationId xmlns:a16="http://schemas.microsoft.com/office/drawing/2014/main" id="{5109907F-1316-1B00-715F-7D32526BAA56}"/>
                  </a:ext>
                </a:extLst>
              </p:cNvPr>
              <p:cNvPicPr/>
              <p:nvPr/>
            </p:nvPicPr>
            <p:blipFill>
              <a:blip r:embed="rId124"/>
              <a:stretch>
                <a:fillRect/>
              </a:stretch>
            </p:blipFill>
            <p:spPr>
              <a:xfrm>
                <a:off x="11288248" y="1709755"/>
                <a:ext cx="788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69" name="Ink 68">
                <a:extLst>
                  <a:ext uri="{FF2B5EF4-FFF2-40B4-BE49-F238E27FC236}">
                    <a16:creationId xmlns:a16="http://schemas.microsoft.com/office/drawing/2014/main" id="{F492A106-7EF1-4FA8-EE8E-2385F47663CA}"/>
                  </a:ext>
                </a:extLst>
              </p14:cNvPr>
              <p14:cNvContentPartPr/>
              <p14:nvPr/>
            </p14:nvContentPartPr>
            <p14:xfrm>
              <a:off x="11471848" y="1551355"/>
              <a:ext cx="45720" cy="160560"/>
            </p14:xfrm>
          </p:contentPart>
        </mc:Choice>
        <mc:Fallback xmlns="">
          <p:pic>
            <p:nvPicPr>
              <p:cNvPr id="69" name="Ink 68">
                <a:extLst>
                  <a:ext uri="{FF2B5EF4-FFF2-40B4-BE49-F238E27FC236}">
                    <a16:creationId xmlns:a16="http://schemas.microsoft.com/office/drawing/2014/main" id="{F492A106-7EF1-4FA8-EE8E-2385F47663CA}"/>
                  </a:ext>
                </a:extLst>
              </p:cNvPr>
              <p:cNvPicPr/>
              <p:nvPr/>
            </p:nvPicPr>
            <p:blipFill>
              <a:blip r:embed="rId126"/>
              <a:stretch>
                <a:fillRect/>
              </a:stretch>
            </p:blipFill>
            <p:spPr>
              <a:xfrm>
                <a:off x="11462777" y="1542335"/>
                <a:ext cx="63500" cy="1782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0" name="Ink 69">
                <a:extLst>
                  <a:ext uri="{FF2B5EF4-FFF2-40B4-BE49-F238E27FC236}">
                    <a16:creationId xmlns:a16="http://schemas.microsoft.com/office/drawing/2014/main" id="{7AEFE14F-FB6F-10EE-8CFB-19D59188BCAF}"/>
                  </a:ext>
                </a:extLst>
              </p14:cNvPr>
              <p14:cNvContentPartPr/>
              <p14:nvPr/>
            </p14:nvContentPartPr>
            <p14:xfrm>
              <a:off x="11532688" y="1549195"/>
              <a:ext cx="67320" cy="143640"/>
            </p14:xfrm>
          </p:contentPart>
        </mc:Choice>
        <mc:Fallback xmlns="">
          <p:pic>
            <p:nvPicPr>
              <p:cNvPr id="70" name="Ink 69">
                <a:extLst>
                  <a:ext uri="{FF2B5EF4-FFF2-40B4-BE49-F238E27FC236}">
                    <a16:creationId xmlns:a16="http://schemas.microsoft.com/office/drawing/2014/main" id="{7AEFE14F-FB6F-10EE-8CFB-19D59188BCAF}"/>
                  </a:ext>
                </a:extLst>
              </p:cNvPr>
              <p:cNvPicPr/>
              <p:nvPr/>
            </p:nvPicPr>
            <p:blipFill>
              <a:blip r:embed="rId128"/>
              <a:stretch>
                <a:fillRect/>
              </a:stretch>
            </p:blipFill>
            <p:spPr>
              <a:xfrm>
                <a:off x="11523640" y="1540195"/>
                <a:ext cx="85055"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1" name="Ink 70">
                <a:extLst>
                  <a:ext uri="{FF2B5EF4-FFF2-40B4-BE49-F238E27FC236}">
                    <a16:creationId xmlns:a16="http://schemas.microsoft.com/office/drawing/2014/main" id="{299F71C8-9917-FC43-73B6-DDEE40A79346}"/>
                  </a:ext>
                </a:extLst>
              </p14:cNvPr>
              <p14:cNvContentPartPr/>
              <p14:nvPr/>
            </p14:nvContentPartPr>
            <p14:xfrm>
              <a:off x="11661568" y="1650355"/>
              <a:ext cx="1800" cy="1080"/>
            </p14:xfrm>
          </p:contentPart>
        </mc:Choice>
        <mc:Fallback xmlns="">
          <p:pic>
            <p:nvPicPr>
              <p:cNvPr id="71" name="Ink 70">
                <a:extLst>
                  <a:ext uri="{FF2B5EF4-FFF2-40B4-BE49-F238E27FC236}">
                    <a16:creationId xmlns:a16="http://schemas.microsoft.com/office/drawing/2014/main" id="{299F71C8-9917-FC43-73B6-DDEE40A79346}"/>
                  </a:ext>
                </a:extLst>
              </p:cNvPr>
              <p:cNvPicPr/>
              <p:nvPr/>
            </p:nvPicPr>
            <p:blipFill>
              <a:blip r:embed="rId130"/>
              <a:stretch>
                <a:fillRect/>
              </a:stretch>
            </p:blipFill>
            <p:spPr>
              <a:xfrm>
                <a:off x="11652568" y="1641355"/>
                <a:ext cx="194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2" name="Ink 71">
                <a:extLst>
                  <a:ext uri="{FF2B5EF4-FFF2-40B4-BE49-F238E27FC236}">
                    <a16:creationId xmlns:a16="http://schemas.microsoft.com/office/drawing/2014/main" id="{D534B4E4-27ED-6ECC-4ECA-B17F735BE12A}"/>
                  </a:ext>
                </a:extLst>
              </p14:cNvPr>
              <p14:cNvContentPartPr/>
              <p14:nvPr/>
            </p14:nvContentPartPr>
            <p14:xfrm>
              <a:off x="11679928" y="1539835"/>
              <a:ext cx="89640" cy="117720"/>
            </p14:xfrm>
          </p:contentPart>
        </mc:Choice>
        <mc:Fallback xmlns="">
          <p:pic>
            <p:nvPicPr>
              <p:cNvPr id="72" name="Ink 71">
                <a:extLst>
                  <a:ext uri="{FF2B5EF4-FFF2-40B4-BE49-F238E27FC236}">
                    <a16:creationId xmlns:a16="http://schemas.microsoft.com/office/drawing/2014/main" id="{D534B4E4-27ED-6ECC-4ECA-B17F735BE12A}"/>
                  </a:ext>
                </a:extLst>
              </p:cNvPr>
              <p:cNvPicPr/>
              <p:nvPr/>
            </p:nvPicPr>
            <p:blipFill>
              <a:blip r:embed="rId132"/>
              <a:stretch>
                <a:fillRect/>
              </a:stretch>
            </p:blipFill>
            <p:spPr>
              <a:xfrm>
                <a:off x="11670928" y="1530862"/>
                <a:ext cx="107280" cy="135306"/>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3" name="Ink 72">
                <a:extLst>
                  <a:ext uri="{FF2B5EF4-FFF2-40B4-BE49-F238E27FC236}">
                    <a16:creationId xmlns:a16="http://schemas.microsoft.com/office/drawing/2014/main" id="{600D1897-DA1F-1772-4151-FFF66E621530}"/>
                  </a:ext>
                </a:extLst>
              </p14:cNvPr>
              <p14:cNvContentPartPr/>
              <p14:nvPr/>
            </p14:nvContentPartPr>
            <p14:xfrm>
              <a:off x="11810968" y="1525075"/>
              <a:ext cx="92520" cy="162000"/>
            </p14:xfrm>
          </p:contentPart>
        </mc:Choice>
        <mc:Fallback xmlns="">
          <p:pic>
            <p:nvPicPr>
              <p:cNvPr id="73" name="Ink 72">
                <a:extLst>
                  <a:ext uri="{FF2B5EF4-FFF2-40B4-BE49-F238E27FC236}">
                    <a16:creationId xmlns:a16="http://schemas.microsoft.com/office/drawing/2014/main" id="{600D1897-DA1F-1772-4151-FFF66E621530}"/>
                  </a:ext>
                </a:extLst>
              </p:cNvPr>
              <p:cNvPicPr/>
              <p:nvPr/>
            </p:nvPicPr>
            <p:blipFill>
              <a:blip r:embed="rId134"/>
              <a:stretch>
                <a:fillRect/>
              </a:stretch>
            </p:blipFill>
            <p:spPr>
              <a:xfrm>
                <a:off x="11801968" y="1516075"/>
                <a:ext cx="11016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4" name="Ink 73">
                <a:extLst>
                  <a:ext uri="{FF2B5EF4-FFF2-40B4-BE49-F238E27FC236}">
                    <a16:creationId xmlns:a16="http://schemas.microsoft.com/office/drawing/2014/main" id="{AA98314E-DD9C-1A0B-973F-53CB0E78335C}"/>
                  </a:ext>
                </a:extLst>
              </p14:cNvPr>
              <p14:cNvContentPartPr/>
              <p14:nvPr/>
            </p14:nvContentPartPr>
            <p14:xfrm>
              <a:off x="11934448" y="1477195"/>
              <a:ext cx="80280" cy="120240"/>
            </p14:xfrm>
          </p:contentPart>
        </mc:Choice>
        <mc:Fallback xmlns="">
          <p:pic>
            <p:nvPicPr>
              <p:cNvPr id="74" name="Ink 73">
                <a:extLst>
                  <a:ext uri="{FF2B5EF4-FFF2-40B4-BE49-F238E27FC236}">
                    <a16:creationId xmlns:a16="http://schemas.microsoft.com/office/drawing/2014/main" id="{AA98314E-DD9C-1A0B-973F-53CB0E78335C}"/>
                  </a:ext>
                </a:extLst>
              </p:cNvPr>
              <p:cNvPicPr/>
              <p:nvPr/>
            </p:nvPicPr>
            <p:blipFill>
              <a:blip r:embed="rId136"/>
              <a:stretch>
                <a:fillRect/>
              </a:stretch>
            </p:blipFill>
            <p:spPr>
              <a:xfrm>
                <a:off x="11925448" y="1468195"/>
                <a:ext cx="9792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5" name="Ink 74">
                <a:extLst>
                  <a:ext uri="{FF2B5EF4-FFF2-40B4-BE49-F238E27FC236}">
                    <a16:creationId xmlns:a16="http://schemas.microsoft.com/office/drawing/2014/main" id="{9DB8CAD0-8A90-AE9D-54FB-E58331E511C9}"/>
                  </a:ext>
                </a:extLst>
              </p14:cNvPr>
              <p14:cNvContentPartPr/>
              <p14:nvPr/>
            </p14:nvContentPartPr>
            <p14:xfrm>
              <a:off x="11954248" y="1546315"/>
              <a:ext cx="57960" cy="17640"/>
            </p14:xfrm>
          </p:contentPart>
        </mc:Choice>
        <mc:Fallback xmlns="">
          <p:pic>
            <p:nvPicPr>
              <p:cNvPr id="75" name="Ink 74">
                <a:extLst>
                  <a:ext uri="{FF2B5EF4-FFF2-40B4-BE49-F238E27FC236}">
                    <a16:creationId xmlns:a16="http://schemas.microsoft.com/office/drawing/2014/main" id="{9DB8CAD0-8A90-AE9D-54FB-E58331E511C9}"/>
                  </a:ext>
                </a:extLst>
              </p:cNvPr>
              <p:cNvPicPr/>
              <p:nvPr/>
            </p:nvPicPr>
            <p:blipFill>
              <a:blip r:embed="rId138"/>
              <a:stretch>
                <a:fillRect/>
              </a:stretch>
            </p:blipFill>
            <p:spPr>
              <a:xfrm>
                <a:off x="11945248" y="1537127"/>
                <a:ext cx="75600" cy="35648"/>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76" name="Ink 75">
                <a:extLst>
                  <a:ext uri="{FF2B5EF4-FFF2-40B4-BE49-F238E27FC236}">
                    <a16:creationId xmlns:a16="http://schemas.microsoft.com/office/drawing/2014/main" id="{CAAA270E-D248-F2FE-6B15-742E03A0B265}"/>
                  </a:ext>
                </a:extLst>
              </p14:cNvPr>
              <p14:cNvContentPartPr/>
              <p14:nvPr/>
            </p14:nvContentPartPr>
            <p14:xfrm>
              <a:off x="10945168" y="1977955"/>
              <a:ext cx="97560" cy="182880"/>
            </p14:xfrm>
          </p:contentPart>
        </mc:Choice>
        <mc:Fallback xmlns="">
          <p:pic>
            <p:nvPicPr>
              <p:cNvPr id="76" name="Ink 75">
                <a:extLst>
                  <a:ext uri="{FF2B5EF4-FFF2-40B4-BE49-F238E27FC236}">
                    <a16:creationId xmlns:a16="http://schemas.microsoft.com/office/drawing/2014/main" id="{CAAA270E-D248-F2FE-6B15-742E03A0B265}"/>
                  </a:ext>
                </a:extLst>
              </p:cNvPr>
              <p:cNvPicPr/>
              <p:nvPr/>
            </p:nvPicPr>
            <p:blipFill>
              <a:blip r:embed="rId140"/>
              <a:stretch>
                <a:fillRect/>
              </a:stretch>
            </p:blipFill>
            <p:spPr>
              <a:xfrm>
                <a:off x="10936168" y="1968955"/>
                <a:ext cx="11520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77" name="Ink 76">
                <a:extLst>
                  <a:ext uri="{FF2B5EF4-FFF2-40B4-BE49-F238E27FC236}">
                    <a16:creationId xmlns:a16="http://schemas.microsoft.com/office/drawing/2014/main" id="{F2030192-1845-8501-E791-68E4A8008333}"/>
                  </a:ext>
                </a:extLst>
              </p14:cNvPr>
              <p14:cNvContentPartPr/>
              <p14:nvPr/>
            </p14:nvContentPartPr>
            <p14:xfrm>
              <a:off x="11028328" y="2070475"/>
              <a:ext cx="61200" cy="178920"/>
            </p14:xfrm>
          </p:contentPart>
        </mc:Choice>
        <mc:Fallback xmlns="">
          <p:pic>
            <p:nvPicPr>
              <p:cNvPr id="77" name="Ink 76">
                <a:extLst>
                  <a:ext uri="{FF2B5EF4-FFF2-40B4-BE49-F238E27FC236}">
                    <a16:creationId xmlns:a16="http://schemas.microsoft.com/office/drawing/2014/main" id="{F2030192-1845-8501-E791-68E4A8008333}"/>
                  </a:ext>
                </a:extLst>
              </p:cNvPr>
              <p:cNvPicPr/>
              <p:nvPr/>
            </p:nvPicPr>
            <p:blipFill>
              <a:blip r:embed="rId142"/>
              <a:stretch>
                <a:fillRect/>
              </a:stretch>
            </p:blipFill>
            <p:spPr>
              <a:xfrm>
                <a:off x="11019328" y="2061475"/>
                <a:ext cx="7884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78" name="Ink 77">
                <a:extLst>
                  <a:ext uri="{FF2B5EF4-FFF2-40B4-BE49-F238E27FC236}">
                    <a16:creationId xmlns:a16="http://schemas.microsoft.com/office/drawing/2014/main" id="{3A3627D7-49A2-DC7B-5423-DD0F9673BCB3}"/>
                  </a:ext>
                </a:extLst>
              </p14:cNvPr>
              <p14:cNvContentPartPr/>
              <p14:nvPr/>
            </p14:nvContentPartPr>
            <p14:xfrm>
              <a:off x="11032288" y="2091715"/>
              <a:ext cx="80640" cy="154800"/>
            </p14:xfrm>
          </p:contentPart>
        </mc:Choice>
        <mc:Fallback xmlns="">
          <p:pic>
            <p:nvPicPr>
              <p:cNvPr id="78" name="Ink 77">
                <a:extLst>
                  <a:ext uri="{FF2B5EF4-FFF2-40B4-BE49-F238E27FC236}">
                    <a16:creationId xmlns:a16="http://schemas.microsoft.com/office/drawing/2014/main" id="{3A3627D7-49A2-DC7B-5423-DD0F9673BCB3}"/>
                  </a:ext>
                </a:extLst>
              </p:cNvPr>
              <p:cNvPicPr/>
              <p:nvPr/>
            </p:nvPicPr>
            <p:blipFill>
              <a:blip r:embed="rId144"/>
              <a:stretch>
                <a:fillRect/>
              </a:stretch>
            </p:blipFill>
            <p:spPr>
              <a:xfrm>
                <a:off x="11023288" y="2082715"/>
                <a:ext cx="982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9" name="Ink 78">
                <a:extLst>
                  <a:ext uri="{FF2B5EF4-FFF2-40B4-BE49-F238E27FC236}">
                    <a16:creationId xmlns:a16="http://schemas.microsoft.com/office/drawing/2014/main" id="{193EC3CF-3FBC-3BE8-66A4-CA30C715A6CE}"/>
                  </a:ext>
                </a:extLst>
              </p14:cNvPr>
              <p14:cNvContentPartPr/>
              <p14:nvPr/>
            </p14:nvContentPartPr>
            <p14:xfrm>
              <a:off x="11228848" y="2083435"/>
              <a:ext cx="29880" cy="5760"/>
            </p14:xfrm>
          </p:contentPart>
        </mc:Choice>
        <mc:Fallback xmlns="">
          <p:pic>
            <p:nvPicPr>
              <p:cNvPr id="79" name="Ink 78">
                <a:extLst>
                  <a:ext uri="{FF2B5EF4-FFF2-40B4-BE49-F238E27FC236}">
                    <a16:creationId xmlns:a16="http://schemas.microsoft.com/office/drawing/2014/main" id="{193EC3CF-3FBC-3BE8-66A4-CA30C715A6CE}"/>
                  </a:ext>
                </a:extLst>
              </p:cNvPr>
              <p:cNvPicPr/>
              <p:nvPr/>
            </p:nvPicPr>
            <p:blipFill>
              <a:blip r:embed="rId146"/>
              <a:stretch>
                <a:fillRect/>
              </a:stretch>
            </p:blipFill>
            <p:spPr>
              <a:xfrm>
                <a:off x="11219848" y="2074964"/>
                <a:ext cx="47520" cy="22362"/>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0" name="Ink 79">
                <a:extLst>
                  <a:ext uri="{FF2B5EF4-FFF2-40B4-BE49-F238E27FC236}">
                    <a16:creationId xmlns:a16="http://schemas.microsoft.com/office/drawing/2014/main" id="{70D9367E-9CD1-7E24-F596-B06CA0AB5592}"/>
                  </a:ext>
                </a:extLst>
              </p14:cNvPr>
              <p14:cNvContentPartPr/>
              <p14:nvPr/>
            </p14:nvContentPartPr>
            <p14:xfrm>
              <a:off x="11220568" y="2132755"/>
              <a:ext cx="17640" cy="3960"/>
            </p14:xfrm>
          </p:contentPart>
        </mc:Choice>
        <mc:Fallback xmlns="">
          <p:pic>
            <p:nvPicPr>
              <p:cNvPr id="80" name="Ink 79">
                <a:extLst>
                  <a:ext uri="{FF2B5EF4-FFF2-40B4-BE49-F238E27FC236}">
                    <a16:creationId xmlns:a16="http://schemas.microsoft.com/office/drawing/2014/main" id="{70D9367E-9CD1-7E24-F596-B06CA0AB5592}"/>
                  </a:ext>
                </a:extLst>
              </p:cNvPr>
              <p:cNvPicPr/>
              <p:nvPr/>
            </p:nvPicPr>
            <p:blipFill>
              <a:blip r:embed="rId148"/>
              <a:stretch>
                <a:fillRect/>
              </a:stretch>
            </p:blipFill>
            <p:spPr>
              <a:xfrm>
                <a:off x="11211380" y="2123755"/>
                <a:ext cx="35648"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1" name="Ink 80">
                <a:extLst>
                  <a:ext uri="{FF2B5EF4-FFF2-40B4-BE49-F238E27FC236}">
                    <a16:creationId xmlns:a16="http://schemas.microsoft.com/office/drawing/2014/main" id="{5E91AFF5-1E4C-3ECA-B8D4-99B9DA1A8B15}"/>
                  </a:ext>
                </a:extLst>
              </p14:cNvPr>
              <p14:cNvContentPartPr/>
              <p14:nvPr/>
            </p14:nvContentPartPr>
            <p14:xfrm>
              <a:off x="11396248" y="1973635"/>
              <a:ext cx="119520" cy="93240"/>
            </p14:xfrm>
          </p:contentPart>
        </mc:Choice>
        <mc:Fallback xmlns="">
          <p:pic>
            <p:nvPicPr>
              <p:cNvPr id="81" name="Ink 80">
                <a:extLst>
                  <a:ext uri="{FF2B5EF4-FFF2-40B4-BE49-F238E27FC236}">
                    <a16:creationId xmlns:a16="http://schemas.microsoft.com/office/drawing/2014/main" id="{5E91AFF5-1E4C-3ECA-B8D4-99B9DA1A8B15}"/>
                  </a:ext>
                </a:extLst>
              </p:cNvPr>
              <p:cNvPicPr/>
              <p:nvPr/>
            </p:nvPicPr>
            <p:blipFill>
              <a:blip r:embed="rId150"/>
              <a:stretch>
                <a:fillRect/>
              </a:stretch>
            </p:blipFill>
            <p:spPr>
              <a:xfrm>
                <a:off x="11387248" y="1964635"/>
                <a:ext cx="13716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2" name="Ink 81">
                <a:extLst>
                  <a:ext uri="{FF2B5EF4-FFF2-40B4-BE49-F238E27FC236}">
                    <a16:creationId xmlns:a16="http://schemas.microsoft.com/office/drawing/2014/main" id="{F728D9CB-E379-158C-85D2-22FB7DDA4197}"/>
                  </a:ext>
                </a:extLst>
              </p14:cNvPr>
              <p14:cNvContentPartPr/>
              <p14:nvPr/>
            </p14:nvContentPartPr>
            <p14:xfrm>
              <a:off x="11437648" y="1963915"/>
              <a:ext cx="44640" cy="177480"/>
            </p14:xfrm>
          </p:contentPart>
        </mc:Choice>
        <mc:Fallback xmlns="">
          <p:pic>
            <p:nvPicPr>
              <p:cNvPr id="82" name="Ink 81">
                <a:extLst>
                  <a:ext uri="{FF2B5EF4-FFF2-40B4-BE49-F238E27FC236}">
                    <a16:creationId xmlns:a16="http://schemas.microsoft.com/office/drawing/2014/main" id="{F728D9CB-E379-158C-85D2-22FB7DDA4197}"/>
                  </a:ext>
                </a:extLst>
              </p:cNvPr>
              <p:cNvPicPr/>
              <p:nvPr/>
            </p:nvPicPr>
            <p:blipFill>
              <a:blip r:embed="rId152"/>
              <a:stretch>
                <a:fillRect/>
              </a:stretch>
            </p:blipFill>
            <p:spPr>
              <a:xfrm>
                <a:off x="11428648" y="1954915"/>
                <a:ext cx="622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3" name="Ink 82">
                <a:extLst>
                  <a:ext uri="{FF2B5EF4-FFF2-40B4-BE49-F238E27FC236}">
                    <a16:creationId xmlns:a16="http://schemas.microsoft.com/office/drawing/2014/main" id="{D9CA9551-ADF8-066F-64CC-2FDF66151E6D}"/>
                  </a:ext>
                </a:extLst>
              </p14:cNvPr>
              <p14:cNvContentPartPr/>
              <p14:nvPr/>
            </p14:nvContentPartPr>
            <p14:xfrm>
              <a:off x="11551408" y="2024035"/>
              <a:ext cx="4320" cy="24480"/>
            </p14:xfrm>
          </p:contentPart>
        </mc:Choice>
        <mc:Fallback xmlns="">
          <p:pic>
            <p:nvPicPr>
              <p:cNvPr id="83" name="Ink 82">
                <a:extLst>
                  <a:ext uri="{FF2B5EF4-FFF2-40B4-BE49-F238E27FC236}">
                    <a16:creationId xmlns:a16="http://schemas.microsoft.com/office/drawing/2014/main" id="{D9CA9551-ADF8-066F-64CC-2FDF66151E6D}"/>
                  </a:ext>
                </a:extLst>
              </p:cNvPr>
              <p:cNvPicPr/>
              <p:nvPr/>
            </p:nvPicPr>
            <p:blipFill>
              <a:blip r:embed="rId154"/>
              <a:stretch>
                <a:fillRect/>
              </a:stretch>
            </p:blipFill>
            <p:spPr>
              <a:xfrm>
                <a:off x="11542408" y="2015035"/>
                <a:ext cx="2196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4" name="Ink 83">
                <a:extLst>
                  <a:ext uri="{FF2B5EF4-FFF2-40B4-BE49-F238E27FC236}">
                    <a16:creationId xmlns:a16="http://schemas.microsoft.com/office/drawing/2014/main" id="{DDB0A3EE-5B21-B7E9-AD5E-64A1C693EB13}"/>
                  </a:ext>
                </a:extLst>
              </p14:cNvPr>
              <p14:cNvContentPartPr/>
              <p14:nvPr/>
            </p14:nvContentPartPr>
            <p14:xfrm>
              <a:off x="11581288" y="1950955"/>
              <a:ext cx="52200" cy="117720"/>
            </p14:xfrm>
          </p:contentPart>
        </mc:Choice>
        <mc:Fallback xmlns="">
          <p:pic>
            <p:nvPicPr>
              <p:cNvPr id="84" name="Ink 83">
                <a:extLst>
                  <a:ext uri="{FF2B5EF4-FFF2-40B4-BE49-F238E27FC236}">
                    <a16:creationId xmlns:a16="http://schemas.microsoft.com/office/drawing/2014/main" id="{DDB0A3EE-5B21-B7E9-AD5E-64A1C693EB13}"/>
                  </a:ext>
                </a:extLst>
              </p:cNvPr>
              <p:cNvPicPr/>
              <p:nvPr/>
            </p:nvPicPr>
            <p:blipFill>
              <a:blip r:embed="rId156"/>
              <a:stretch>
                <a:fillRect/>
              </a:stretch>
            </p:blipFill>
            <p:spPr>
              <a:xfrm>
                <a:off x="11572288" y="1941982"/>
                <a:ext cx="69840" cy="135306"/>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5" name="Ink 84">
                <a:extLst>
                  <a:ext uri="{FF2B5EF4-FFF2-40B4-BE49-F238E27FC236}">
                    <a16:creationId xmlns:a16="http://schemas.microsoft.com/office/drawing/2014/main" id="{3FA4B40C-5E46-6C17-7A35-BA325ED19A9F}"/>
                  </a:ext>
                </a:extLst>
              </p14:cNvPr>
              <p14:cNvContentPartPr/>
              <p14:nvPr/>
            </p14:nvContentPartPr>
            <p14:xfrm>
              <a:off x="11661568" y="1928275"/>
              <a:ext cx="75600" cy="104400"/>
            </p14:xfrm>
          </p:contentPart>
        </mc:Choice>
        <mc:Fallback xmlns="">
          <p:pic>
            <p:nvPicPr>
              <p:cNvPr id="85" name="Ink 84">
                <a:extLst>
                  <a:ext uri="{FF2B5EF4-FFF2-40B4-BE49-F238E27FC236}">
                    <a16:creationId xmlns:a16="http://schemas.microsoft.com/office/drawing/2014/main" id="{3FA4B40C-5E46-6C17-7A35-BA325ED19A9F}"/>
                  </a:ext>
                </a:extLst>
              </p:cNvPr>
              <p:cNvPicPr/>
              <p:nvPr/>
            </p:nvPicPr>
            <p:blipFill>
              <a:blip r:embed="rId158"/>
              <a:stretch>
                <a:fillRect/>
              </a:stretch>
            </p:blipFill>
            <p:spPr>
              <a:xfrm>
                <a:off x="11652568" y="1919275"/>
                <a:ext cx="932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86" name="Ink 85">
                <a:extLst>
                  <a:ext uri="{FF2B5EF4-FFF2-40B4-BE49-F238E27FC236}">
                    <a16:creationId xmlns:a16="http://schemas.microsoft.com/office/drawing/2014/main" id="{B3ADED89-50F7-1CED-242C-3F7338177DAA}"/>
                  </a:ext>
                </a:extLst>
              </p14:cNvPr>
              <p14:cNvContentPartPr/>
              <p14:nvPr/>
            </p14:nvContentPartPr>
            <p14:xfrm>
              <a:off x="11683528" y="1862755"/>
              <a:ext cx="238680" cy="152640"/>
            </p14:xfrm>
          </p:contentPart>
        </mc:Choice>
        <mc:Fallback xmlns="">
          <p:pic>
            <p:nvPicPr>
              <p:cNvPr id="86" name="Ink 85">
                <a:extLst>
                  <a:ext uri="{FF2B5EF4-FFF2-40B4-BE49-F238E27FC236}">
                    <a16:creationId xmlns:a16="http://schemas.microsoft.com/office/drawing/2014/main" id="{B3ADED89-50F7-1CED-242C-3F7338177DAA}"/>
                  </a:ext>
                </a:extLst>
              </p:cNvPr>
              <p:cNvPicPr/>
              <p:nvPr/>
            </p:nvPicPr>
            <p:blipFill>
              <a:blip r:embed="rId160"/>
              <a:stretch>
                <a:fillRect/>
              </a:stretch>
            </p:blipFill>
            <p:spPr>
              <a:xfrm>
                <a:off x="11674528" y="1853755"/>
                <a:ext cx="2563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87" name="Ink 86">
                <a:extLst>
                  <a:ext uri="{FF2B5EF4-FFF2-40B4-BE49-F238E27FC236}">
                    <a16:creationId xmlns:a16="http://schemas.microsoft.com/office/drawing/2014/main" id="{02F46DA7-2948-9DE2-463C-6A3B6E633DA8}"/>
                  </a:ext>
                </a:extLst>
              </p14:cNvPr>
              <p14:cNvContentPartPr/>
              <p14:nvPr/>
            </p14:nvContentPartPr>
            <p14:xfrm>
              <a:off x="11564368" y="1971475"/>
              <a:ext cx="38520" cy="116280"/>
            </p14:xfrm>
          </p:contentPart>
        </mc:Choice>
        <mc:Fallback xmlns="">
          <p:pic>
            <p:nvPicPr>
              <p:cNvPr id="87" name="Ink 86">
                <a:extLst>
                  <a:ext uri="{FF2B5EF4-FFF2-40B4-BE49-F238E27FC236}">
                    <a16:creationId xmlns:a16="http://schemas.microsoft.com/office/drawing/2014/main" id="{02F46DA7-2948-9DE2-463C-6A3B6E633DA8}"/>
                  </a:ext>
                </a:extLst>
              </p:cNvPr>
              <p:cNvPicPr/>
              <p:nvPr/>
            </p:nvPicPr>
            <p:blipFill>
              <a:blip r:embed="rId162"/>
              <a:stretch>
                <a:fillRect/>
              </a:stretch>
            </p:blipFill>
            <p:spPr>
              <a:xfrm>
                <a:off x="11555368" y="1962475"/>
                <a:ext cx="561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88" name="Ink 87">
                <a:extLst>
                  <a:ext uri="{FF2B5EF4-FFF2-40B4-BE49-F238E27FC236}">
                    <a16:creationId xmlns:a16="http://schemas.microsoft.com/office/drawing/2014/main" id="{CDC9F9E3-FE69-52EB-C0B0-718B6582E5BD}"/>
                  </a:ext>
                </a:extLst>
              </p14:cNvPr>
              <p14:cNvContentPartPr/>
              <p14:nvPr/>
            </p14:nvContentPartPr>
            <p14:xfrm>
              <a:off x="11601808" y="1917835"/>
              <a:ext cx="83520" cy="26280"/>
            </p14:xfrm>
          </p:contentPart>
        </mc:Choice>
        <mc:Fallback xmlns="">
          <p:pic>
            <p:nvPicPr>
              <p:cNvPr id="88" name="Ink 87">
                <a:extLst>
                  <a:ext uri="{FF2B5EF4-FFF2-40B4-BE49-F238E27FC236}">
                    <a16:creationId xmlns:a16="http://schemas.microsoft.com/office/drawing/2014/main" id="{CDC9F9E3-FE69-52EB-C0B0-718B6582E5BD}"/>
                  </a:ext>
                </a:extLst>
              </p:cNvPr>
              <p:cNvPicPr/>
              <p:nvPr/>
            </p:nvPicPr>
            <p:blipFill>
              <a:blip r:embed="rId164"/>
              <a:stretch>
                <a:fillRect/>
              </a:stretch>
            </p:blipFill>
            <p:spPr>
              <a:xfrm>
                <a:off x="11592808" y="1908835"/>
                <a:ext cx="1011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89" name="Ink 88">
                <a:extLst>
                  <a:ext uri="{FF2B5EF4-FFF2-40B4-BE49-F238E27FC236}">
                    <a16:creationId xmlns:a16="http://schemas.microsoft.com/office/drawing/2014/main" id="{1A39157D-03F8-56C9-F187-CAB87811EBCD}"/>
                  </a:ext>
                </a:extLst>
              </p14:cNvPr>
              <p14:cNvContentPartPr/>
              <p14:nvPr/>
            </p14:nvContentPartPr>
            <p14:xfrm>
              <a:off x="11038408" y="2340475"/>
              <a:ext cx="85680" cy="207000"/>
            </p14:xfrm>
          </p:contentPart>
        </mc:Choice>
        <mc:Fallback xmlns="">
          <p:pic>
            <p:nvPicPr>
              <p:cNvPr id="89" name="Ink 88">
                <a:extLst>
                  <a:ext uri="{FF2B5EF4-FFF2-40B4-BE49-F238E27FC236}">
                    <a16:creationId xmlns:a16="http://schemas.microsoft.com/office/drawing/2014/main" id="{1A39157D-03F8-56C9-F187-CAB87811EBCD}"/>
                  </a:ext>
                </a:extLst>
              </p:cNvPr>
              <p:cNvPicPr/>
              <p:nvPr/>
            </p:nvPicPr>
            <p:blipFill>
              <a:blip r:embed="rId166"/>
              <a:stretch>
                <a:fillRect/>
              </a:stretch>
            </p:blipFill>
            <p:spPr>
              <a:xfrm>
                <a:off x="11029408" y="2331475"/>
                <a:ext cx="10332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0" name="Ink 89">
                <a:extLst>
                  <a:ext uri="{FF2B5EF4-FFF2-40B4-BE49-F238E27FC236}">
                    <a16:creationId xmlns:a16="http://schemas.microsoft.com/office/drawing/2014/main" id="{7208013F-B81C-C060-F0D3-6C85EA730BBF}"/>
                  </a:ext>
                </a:extLst>
              </p14:cNvPr>
              <p14:cNvContentPartPr/>
              <p14:nvPr/>
            </p14:nvContentPartPr>
            <p14:xfrm>
              <a:off x="11173408" y="2463235"/>
              <a:ext cx="97200" cy="133200"/>
            </p14:xfrm>
          </p:contentPart>
        </mc:Choice>
        <mc:Fallback xmlns="">
          <p:pic>
            <p:nvPicPr>
              <p:cNvPr id="90" name="Ink 89">
                <a:extLst>
                  <a:ext uri="{FF2B5EF4-FFF2-40B4-BE49-F238E27FC236}">
                    <a16:creationId xmlns:a16="http://schemas.microsoft.com/office/drawing/2014/main" id="{7208013F-B81C-C060-F0D3-6C85EA730BBF}"/>
                  </a:ext>
                </a:extLst>
              </p:cNvPr>
              <p:cNvPicPr/>
              <p:nvPr/>
            </p:nvPicPr>
            <p:blipFill>
              <a:blip r:embed="rId168"/>
              <a:stretch>
                <a:fillRect/>
              </a:stretch>
            </p:blipFill>
            <p:spPr>
              <a:xfrm>
                <a:off x="11164408" y="2454235"/>
                <a:ext cx="11484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1" name="Ink 90">
                <a:extLst>
                  <a:ext uri="{FF2B5EF4-FFF2-40B4-BE49-F238E27FC236}">
                    <a16:creationId xmlns:a16="http://schemas.microsoft.com/office/drawing/2014/main" id="{1C8E2833-E1BB-C12E-19F3-7A69EA873C17}"/>
                  </a:ext>
                </a:extLst>
              </p14:cNvPr>
              <p14:cNvContentPartPr/>
              <p14:nvPr/>
            </p14:nvContentPartPr>
            <p14:xfrm>
              <a:off x="11409208" y="2430115"/>
              <a:ext cx="30600" cy="8640"/>
            </p14:xfrm>
          </p:contentPart>
        </mc:Choice>
        <mc:Fallback xmlns="">
          <p:pic>
            <p:nvPicPr>
              <p:cNvPr id="91" name="Ink 90">
                <a:extLst>
                  <a:ext uri="{FF2B5EF4-FFF2-40B4-BE49-F238E27FC236}">
                    <a16:creationId xmlns:a16="http://schemas.microsoft.com/office/drawing/2014/main" id="{1C8E2833-E1BB-C12E-19F3-7A69EA873C17}"/>
                  </a:ext>
                </a:extLst>
              </p:cNvPr>
              <p:cNvPicPr/>
              <p:nvPr/>
            </p:nvPicPr>
            <p:blipFill>
              <a:blip r:embed="rId170"/>
              <a:stretch>
                <a:fillRect/>
              </a:stretch>
            </p:blipFill>
            <p:spPr>
              <a:xfrm>
                <a:off x="11400208" y="2421115"/>
                <a:ext cx="482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2" name="Ink 91">
                <a:extLst>
                  <a:ext uri="{FF2B5EF4-FFF2-40B4-BE49-F238E27FC236}">
                    <a16:creationId xmlns:a16="http://schemas.microsoft.com/office/drawing/2014/main" id="{E9AF89DC-B43F-BC03-DCAC-B52386F777B2}"/>
                  </a:ext>
                </a:extLst>
              </p14:cNvPr>
              <p14:cNvContentPartPr/>
              <p14:nvPr/>
            </p14:nvContentPartPr>
            <p14:xfrm>
              <a:off x="11402368" y="2478355"/>
              <a:ext cx="18000" cy="3960"/>
            </p14:xfrm>
          </p:contentPart>
        </mc:Choice>
        <mc:Fallback xmlns="">
          <p:pic>
            <p:nvPicPr>
              <p:cNvPr id="92" name="Ink 91">
                <a:extLst>
                  <a:ext uri="{FF2B5EF4-FFF2-40B4-BE49-F238E27FC236}">
                    <a16:creationId xmlns:a16="http://schemas.microsoft.com/office/drawing/2014/main" id="{E9AF89DC-B43F-BC03-DCAC-B52386F777B2}"/>
                  </a:ext>
                </a:extLst>
              </p:cNvPr>
              <p:cNvPicPr/>
              <p:nvPr/>
            </p:nvPicPr>
            <p:blipFill>
              <a:blip r:embed="rId148"/>
              <a:stretch>
                <a:fillRect/>
              </a:stretch>
            </p:blipFill>
            <p:spPr>
              <a:xfrm>
                <a:off x="11393368" y="2469355"/>
                <a:ext cx="356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3" name="Ink 92">
                <a:extLst>
                  <a:ext uri="{FF2B5EF4-FFF2-40B4-BE49-F238E27FC236}">
                    <a16:creationId xmlns:a16="http://schemas.microsoft.com/office/drawing/2014/main" id="{A2B3A5D8-521A-91FF-7C3F-8D9E881742E4}"/>
                  </a:ext>
                </a:extLst>
              </p14:cNvPr>
              <p14:cNvContentPartPr/>
              <p14:nvPr/>
            </p14:nvContentPartPr>
            <p14:xfrm>
              <a:off x="11562928" y="2306995"/>
              <a:ext cx="105120" cy="176400"/>
            </p14:xfrm>
          </p:contentPart>
        </mc:Choice>
        <mc:Fallback xmlns="">
          <p:pic>
            <p:nvPicPr>
              <p:cNvPr id="93" name="Ink 92">
                <a:extLst>
                  <a:ext uri="{FF2B5EF4-FFF2-40B4-BE49-F238E27FC236}">
                    <a16:creationId xmlns:a16="http://schemas.microsoft.com/office/drawing/2014/main" id="{A2B3A5D8-521A-91FF-7C3F-8D9E881742E4}"/>
                  </a:ext>
                </a:extLst>
              </p:cNvPr>
              <p:cNvPicPr/>
              <p:nvPr/>
            </p:nvPicPr>
            <p:blipFill>
              <a:blip r:embed="rId173"/>
              <a:stretch>
                <a:fillRect/>
              </a:stretch>
            </p:blipFill>
            <p:spPr>
              <a:xfrm>
                <a:off x="11553928" y="2298013"/>
                <a:ext cx="122760" cy="194004"/>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4" name="Ink 93">
                <a:extLst>
                  <a:ext uri="{FF2B5EF4-FFF2-40B4-BE49-F238E27FC236}">
                    <a16:creationId xmlns:a16="http://schemas.microsoft.com/office/drawing/2014/main" id="{AE15BCEC-738A-7277-C1B5-C398D1517E88}"/>
                  </a:ext>
                </a:extLst>
              </p14:cNvPr>
              <p14:cNvContentPartPr/>
              <p14:nvPr/>
            </p14:nvContentPartPr>
            <p14:xfrm>
              <a:off x="11692168" y="2392675"/>
              <a:ext cx="4680" cy="6480"/>
            </p14:xfrm>
          </p:contentPart>
        </mc:Choice>
        <mc:Fallback xmlns="">
          <p:pic>
            <p:nvPicPr>
              <p:cNvPr id="94" name="Ink 93">
                <a:extLst>
                  <a:ext uri="{FF2B5EF4-FFF2-40B4-BE49-F238E27FC236}">
                    <a16:creationId xmlns:a16="http://schemas.microsoft.com/office/drawing/2014/main" id="{AE15BCEC-738A-7277-C1B5-C398D1517E88}"/>
                  </a:ext>
                </a:extLst>
              </p:cNvPr>
              <p:cNvPicPr/>
              <p:nvPr/>
            </p:nvPicPr>
            <p:blipFill>
              <a:blip r:embed="rId175"/>
              <a:stretch>
                <a:fillRect/>
              </a:stretch>
            </p:blipFill>
            <p:spPr>
              <a:xfrm>
                <a:off x="11683168" y="2383675"/>
                <a:ext cx="223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5" name="Ink 94">
                <a:extLst>
                  <a:ext uri="{FF2B5EF4-FFF2-40B4-BE49-F238E27FC236}">
                    <a16:creationId xmlns:a16="http://schemas.microsoft.com/office/drawing/2014/main" id="{20993727-65A7-772E-0B22-3F867090D17E}"/>
                  </a:ext>
                </a:extLst>
              </p14:cNvPr>
              <p14:cNvContentPartPr/>
              <p14:nvPr/>
            </p14:nvContentPartPr>
            <p14:xfrm>
              <a:off x="11758768" y="2265595"/>
              <a:ext cx="66960" cy="168840"/>
            </p14:xfrm>
          </p:contentPart>
        </mc:Choice>
        <mc:Fallback xmlns="">
          <p:pic>
            <p:nvPicPr>
              <p:cNvPr id="95" name="Ink 94">
                <a:extLst>
                  <a:ext uri="{FF2B5EF4-FFF2-40B4-BE49-F238E27FC236}">
                    <a16:creationId xmlns:a16="http://schemas.microsoft.com/office/drawing/2014/main" id="{20993727-65A7-772E-0B22-3F867090D17E}"/>
                  </a:ext>
                </a:extLst>
              </p:cNvPr>
              <p:cNvPicPr/>
              <p:nvPr/>
            </p:nvPicPr>
            <p:blipFill>
              <a:blip r:embed="rId177"/>
              <a:stretch>
                <a:fillRect/>
              </a:stretch>
            </p:blipFill>
            <p:spPr>
              <a:xfrm>
                <a:off x="11749768" y="2256595"/>
                <a:ext cx="8460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6" name="Ink 95">
                <a:extLst>
                  <a:ext uri="{FF2B5EF4-FFF2-40B4-BE49-F238E27FC236}">
                    <a16:creationId xmlns:a16="http://schemas.microsoft.com/office/drawing/2014/main" id="{A14B55BE-2C28-DD40-8398-209AC016D816}"/>
                  </a:ext>
                </a:extLst>
              </p14:cNvPr>
              <p14:cNvContentPartPr/>
              <p14:nvPr/>
            </p14:nvContentPartPr>
            <p14:xfrm>
              <a:off x="11881888" y="2229235"/>
              <a:ext cx="110520" cy="178560"/>
            </p14:xfrm>
          </p:contentPart>
        </mc:Choice>
        <mc:Fallback xmlns="">
          <p:pic>
            <p:nvPicPr>
              <p:cNvPr id="96" name="Ink 95">
                <a:extLst>
                  <a:ext uri="{FF2B5EF4-FFF2-40B4-BE49-F238E27FC236}">
                    <a16:creationId xmlns:a16="http://schemas.microsoft.com/office/drawing/2014/main" id="{A14B55BE-2C28-DD40-8398-209AC016D816}"/>
                  </a:ext>
                </a:extLst>
              </p:cNvPr>
              <p:cNvPicPr/>
              <p:nvPr/>
            </p:nvPicPr>
            <p:blipFill>
              <a:blip r:embed="rId179"/>
              <a:stretch>
                <a:fillRect/>
              </a:stretch>
            </p:blipFill>
            <p:spPr>
              <a:xfrm>
                <a:off x="11872888" y="2220235"/>
                <a:ext cx="12816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1" name="Ink 100">
                <a:extLst>
                  <a:ext uri="{FF2B5EF4-FFF2-40B4-BE49-F238E27FC236}">
                    <a16:creationId xmlns:a16="http://schemas.microsoft.com/office/drawing/2014/main" id="{494D8387-5B9F-C603-3365-270C6D9DBDA4}"/>
                  </a:ext>
                </a:extLst>
              </p14:cNvPr>
              <p14:cNvContentPartPr/>
              <p14:nvPr/>
            </p14:nvContentPartPr>
            <p14:xfrm>
              <a:off x="186480" y="833400"/>
              <a:ext cx="12000600" cy="4322880"/>
            </p14:xfrm>
          </p:contentPart>
        </mc:Choice>
        <mc:Fallback>
          <p:pic>
            <p:nvPicPr>
              <p:cNvPr id="101" name="Ink 100">
                <a:extLst>
                  <a:ext uri="{FF2B5EF4-FFF2-40B4-BE49-F238E27FC236}">
                    <a16:creationId xmlns:a16="http://schemas.microsoft.com/office/drawing/2014/main" id="{494D8387-5B9F-C603-3365-270C6D9DBDA4}"/>
                  </a:ext>
                </a:extLst>
              </p:cNvPr>
              <p:cNvPicPr/>
              <p:nvPr/>
            </p:nvPicPr>
            <p:blipFill>
              <a:blip r:embed="rId181"/>
              <a:stretch>
                <a:fillRect/>
              </a:stretch>
            </p:blipFill>
            <p:spPr>
              <a:xfrm>
                <a:off x="177120" y="824040"/>
                <a:ext cx="12019320" cy="4341600"/>
              </a:xfrm>
              <a:prstGeom prst="rect">
                <a:avLst/>
              </a:prstGeom>
            </p:spPr>
          </p:pic>
        </mc:Fallback>
      </mc:AlternateContent>
    </p:spTree>
    <p:extLst>
      <p:ext uri="{BB962C8B-B14F-4D97-AF65-F5344CB8AC3E}">
        <p14:creationId xmlns:p14="http://schemas.microsoft.com/office/powerpoint/2010/main" val="844686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dirty="0">
                <a:latin typeface="Arial" panose="020B0604020202020204" pitchFamily="34" charset="0"/>
                <a:cs typeface="Arial" panose="020B0604020202020204" pitchFamily="34" charset="0"/>
              </a:rPr>
              <a:t>Example 2:</a:t>
            </a:r>
          </a:p>
          <a:p>
            <a:pPr marL="342900" indent="-342900">
              <a:buFont typeface="Arial" panose="020B0604020202020204" pitchFamily="34" charset="0"/>
              <a:buChar char="•"/>
            </a:pPr>
            <a:endParaRPr lang="en-AU"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3">
              <a:lnSpc>
                <a:spcPct val="90000"/>
              </a:lnSpc>
            </a:pPr>
            <a:endParaRPr lang="en-US" sz="1800" dirty="0">
              <a:latin typeface="+mn-lt"/>
            </a:endParaRPr>
          </a:p>
          <a:p>
            <a:pPr marL="1371600" lvl="3" indent="0">
              <a:lnSpc>
                <a:spcPct val="90000"/>
              </a:lnSpc>
              <a:buNone/>
            </a:pPr>
            <a:endParaRPr lang="en-US" sz="1600" baseline="-25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1">
              <a:lnSpc>
                <a:spcPct val="90000"/>
              </a:lnSpc>
            </a:pPr>
            <a:endParaRPr lang="en-US" sz="2000" dirty="0">
              <a:latin typeface="+mn-lt"/>
            </a:endParaRPr>
          </a:p>
          <a:p>
            <a:pPr marL="457200" lvl="1" indent="0">
              <a:lnSpc>
                <a:spcPct val="90000"/>
              </a:lnSpc>
              <a:buNone/>
            </a:pPr>
            <a:endParaRPr lang="en-US" sz="2000" dirty="0">
              <a:latin typeface="+mn-lt"/>
            </a:endParaRPr>
          </a:p>
          <a:p>
            <a:pPr marL="0" indent="0">
              <a:lnSpc>
                <a:spcPct val="90000"/>
              </a:lnSpc>
              <a:buNone/>
            </a:pPr>
            <a:endParaRPr lang="en-US" sz="2400" dirty="0">
              <a:latin typeface="+mn-lt"/>
            </a:endParaRPr>
          </a:p>
          <a:p>
            <a:pPr>
              <a:lnSpc>
                <a:spcPct val="90000"/>
              </a:lnSpc>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a:lnSpc>
                <a:spcPct val="90000"/>
              </a:lnSpc>
            </a:pPr>
            <a:endParaRPr lang="en-US"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1E166FF-8100-DEF6-12C5-6C8CDDC52DEC}"/>
                  </a:ext>
                </a:extLst>
              </p14:cNvPr>
              <p14:cNvContentPartPr/>
              <p14:nvPr/>
            </p14:nvContentPartPr>
            <p14:xfrm>
              <a:off x="3134160" y="498240"/>
              <a:ext cx="8853120" cy="3771000"/>
            </p14:xfrm>
          </p:contentPart>
        </mc:Choice>
        <mc:Fallback>
          <p:pic>
            <p:nvPicPr>
              <p:cNvPr id="3" name="Ink 2">
                <a:extLst>
                  <a:ext uri="{FF2B5EF4-FFF2-40B4-BE49-F238E27FC236}">
                    <a16:creationId xmlns:a16="http://schemas.microsoft.com/office/drawing/2014/main" id="{F1E166FF-8100-DEF6-12C5-6C8CDDC52DEC}"/>
                  </a:ext>
                </a:extLst>
              </p:cNvPr>
              <p:cNvPicPr/>
              <p:nvPr/>
            </p:nvPicPr>
            <p:blipFill>
              <a:blip r:embed="rId4"/>
              <a:stretch>
                <a:fillRect/>
              </a:stretch>
            </p:blipFill>
            <p:spPr>
              <a:xfrm>
                <a:off x="3124800" y="488880"/>
                <a:ext cx="8871840" cy="3789720"/>
              </a:xfrm>
              <a:prstGeom prst="rect">
                <a:avLst/>
              </a:prstGeom>
            </p:spPr>
          </p:pic>
        </mc:Fallback>
      </mc:AlternateContent>
    </p:spTree>
    <p:extLst>
      <p:ext uri="{BB962C8B-B14F-4D97-AF65-F5344CB8AC3E}">
        <p14:creationId xmlns:p14="http://schemas.microsoft.com/office/powerpoint/2010/main" val="3015061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90684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Example 4: </a:t>
            </a:r>
            <a:r>
              <a:rPr lang="en-AU" sz="3000">
                <a:latin typeface="Arial" panose="020B0604020202020204" pitchFamily="34" charset="0"/>
                <a:cs typeface="Arial" panose="020B0604020202020204" pitchFamily="34" charset="0"/>
              </a:rPr>
              <a:t>Determine the voltages and currents in the amplifier assume </a:t>
            </a:r>
            <a:r>
              <a:rPr lang="el-GR" sz="3000">
                <a:latin typeface="Arial" panose="020B0604020202020204" pitchFamily="34" charset="0"/>
                <a:cs typeface="Arial" panose="020B0604020202020204" pitchFamily="34" charset="0"/>
              </a:rPr>
              <a:t>β</a:t>
            </a:r>
            <a:r>
              <a:rPr lang="en-AU" sz="3000">
                <a:latin typeface="Arial" panose="020B0604020202020204" pitchFamily="34" charset="0"/>
                <a:cs typeface="Arial" panose="020B0604020202020204" pitchFamily="34" charset="0"/>
              </a:rPr>
              <a:t>=100.</a:t>
            </a: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grpSp>
        <p:nvGrpSpPr>
          <p:cNvPr id="3" name="Group 2">
            <a:extLst>
              <a:ext uri="{FF2B5EF4-FFF2-40B4-BE49-F238E27FC236}">
                <a16:creationId xmlns:a16="http://schemas.microsoft.com/office/drawing/2014/main" id="{CB9CC489-02E2-5B9B-D3AF-37B676D7ECCD}"/>
              </a:ext>
            </a:extLst>
          </p:cNvPr>
          <p:cNvGrpSpPr/>
          <p:nvPr/>
        </p:nvGrpSpPr>
        <p:grpSpPr>
          <a:xfrm>
            <a:off x="7892272" y="1316289"/>
            <a:ext cx="4003200" cy="1934280"/>
            <a:chOff x="4964433" y="577735"/>
            <a:chExt cx="4003200" cy="1934280"/>
          </a:xfrm>
        </p:grpSpPr>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5CA6FD8F-C1CD-8D15-072B-AB4DD1893089}"/>
                    </a:ext>
                  </a:extLst>
                </p14:cNvPr>
                <p14:cNvContentPartPr/>
                <p14:nvPr/>
              </p14:nvContentPartPr>
              <p14:xfrm>
                <a:off x="5442153" y="1031695"/>
                <a:ext cx="158760" cy="718920"/>
              </p14:xfrm>
            </p:contentPart>
          </mc:Choice>
          <mc:Fallback xmlns="">
            <p:pic>
              <p:nvPicPr>
                <p:cNvPr id="8" name="Ink 7">
                  <a:extLst>
                    <a:ext uri="{FF2B5EF4-FFF2-40B4-BE49-F238E27FC236}">
                      <a16:creationId xmlns:a16="http://schemas.microsoft.com/office/drawing/2014/main" id="{5CA6FD8F-C1CD-8D15-072B-AB4DD1893089}"/>
                    </a:ext>
                  </a:extLst>
                </p:cNvPr>
                <p:cNvPicPr/>
                <p:nvPr/>
              </p:nvPicPr>
              <p:blipFill>
                <a:blip r:embed="rId4"/>
                <a:stretch>
                  <a:fillRect/>
                </a:stretch>
              </p:blipFill>
              <p:spPr>
                <a:xfrm>
                  <a:off x="5433153" y="1022700"/>
                  <a:ext cx="176400" cy="736551"/>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342A0244-018B-40B9-802F-2CD492451E57}"/>
                    </a:ext>
                  </a:extLst>
                </p14:cNvPr>
                <p14:cNvContentPartPr/>
                <p14:nvPr/>
              </p14:nvContentPartPr>
              <p14:xfrm>
                <a:off x="5549433" y="1747375"/>
                <a:ext cx="35280" cy="42120"/>
              </p14:xfrm>
            </p:contentPart>
          </mc:Choice>
          <mc:Fallback xmlns="">
            <p:pic>
              <p:nvPicPr>
                <p:cNvPr id="9" name="Ink 8">
                  <a:extLst>
                    <a:ext uri="{FF2B5EF4-FFF2-40B4-BE49-F238E27FC236}">
                      <a16:creationId xmlns:a16="http://schemas.microsoft.com/office/drawing/2014/main" id="{342A0244-018B-40B9-802F-2CD492451E57}"/>
                    </a:ext>
                  </a:extLst>
                </p:cNvPr>
                <p:cNvPicPr/>
                <p:nvPr/>
              </p:nvPicPr>
              <p:blipFill>
                <a:blip r:embed="rId6"/>
                <a:stretch>
                  <a:fillRect/>
                </a:stretch>
              </p:blipFill>
              <p:spPr>
                <a:xfrm>
                  <a:off x="5540433" y="1738451"/>
                  <a:ext cx="52920" cy="5961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4" name="Ink 53">
                  <a:extLst>
                    <a:ext uri="{FF2B5EF4-FFF2-40B4-BE49-F238E27FC236}">
                      <a16:creationId xmlns:a16="http://schemas.microsoft.com/office/drawing/2014/main" id="{EC286C68-B2F3-7EC9-7667-9E4FF093CB84}"/>
                    </a:ext>
                  </a:extLst>
                </p14:cNvPr>
                <p14:cNvContentPartPr/>
                <p14:nvPr/>
              </p14:nvContentPartPr>
              <p14:xfrm>
                <a:off x="5488233" y="1788415"/>
                <a:ext cx="122760" cy="565560"/>
              </p14:xfrm>
            </p:contentPart>
          </mc:Choice>
          <mc:Fallback xmlns="">
            <p:pic>
              <p:nvPicPr>
                <p:cNvPr id="54" name="Ink 53">
                  <a:extLst>
                    <a:ext uri="{FF2B5EF4-FFF2-40B4-BE49-F238E27FC236}">
                      <a16:creationId xmlns:a16="http://schemas.microsoft.com/office/drawing/2014/main" id="{EC286C68-B2F3-7EC9-7667-9E4FF093CB84}"/>
                    </a:ext>
                  </a:extLst>
                </p:cNvPr>
                <p:cNvPicPr/>
                <p:nvPr/>
              </p:nvPicPr>
              <p:blipFill>
                <a:blip r:embed="rId8"/>
                <a:stretch>
                  <a:fillRect/>
                </a:stretch>
              </p:blipFill>
              <p:spPr>
                <a:xfrm>
                  <a:off x="5479233" y="1779415"/>
                  <a:ext cx="140400" cy="583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5" name="Ink 54">
                  <a:extLst>
                    <a:ext uri="{FF2B5EF4-FFF2-40B4-BE49-F238E27FC236}">
                      <a16:creationId xmlns:a16="http://schemas.microsoft.com/office/drawing/2014/main" id="{1BAC0B1F-01B2-515D-F8A2-541BCAA4D473}"/>
                    </a:ext>
                  </a:extLst>
                </p14:cNvPr>
                <p14:cNvContentPartPr/>
                <p14:nvPr/>
              </p14:nvContentPartPr>
              <p14:xfrm>
                <a:off x="5526033" y="1688335"/>
                <a:ext cx="456840" cy="64800"/>
              </p14:xfrm>
            </p:contentPart>
          </mc:Choice>
          <mc:Fallback xmlns="">
            <p:pic>
              <p:nvPicPr>
                <p:cNvPr id="55" name="Ink 54">
                  <a:extLst>
                    <a:ext uri="{FF2B5EF4-FFF2-40B4-BE49-F238E27FC236}">
                      <a16:creationId xmlns:a16="http://schemas.microsoft.com/office/drawing/2014/main" id="{1BAC0B1F-01B2-515D-F8A2-541BCAA4D473}"/>
                    </a:ext>
                  </a:extLst>
                </p:cNvPr>
                <p:cNvPicPr/>
                <p:nvPr/>
              </p:nvPicPr>
              <p:blipFill>
                <a:blip r:embed="rId10"/>
                <a:stretch>
                  <a:fillRect/>
                </a:stretch>
              </p:blipFill>
              <p:spPr>
                <a:xfrm>
                  <a:off x="5517033" y="1679335"/>
                  <a:ext cx="4744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6" name="Ink 55">
                  <a:extLst>
                    <a:ext uri="{FF2B5EF4-FFF2-40B4-BE49-F238E27FC236}">
                      <a16:creationId xmlns:a16="http://schemas.microsoft.com/office/drawing/2014/main" id="{49F09222-3B6D-0370-425B-1CFCC3B46AC8}"/>
                    </a:ext>
                  </a:extLst>
                </p14:cNvPr>
                <p14:cNvContentPartPr/>
                <p14:nvPr/>
              </p14:nvContentPartPr>
              <p14:xfrm>
                <a:off x="6017793" y="1505095"/>
                <a:ext cx="19080" cy="330120"/>
              </p14:xfrm>
            </p:contentPart>
          </mc:Choice>
          <mc:Fallback xmlns="">
            <p:pic>
              <p:nvPicPr>
                <p:cNvPr id="56" name="Ink 55">
                  <a:extLst>
                    <a:ext uri="{FF2B5EF4-FFF2-40B4-BE49-F238E27FC236}">
                      <a16:creationId xmlns:a16="http://schemas.microsoft.com/office/drawing/2014/main" id="{49F09222-3B6D-0370-425B-1CFCC3B46AC8}"/>
                    </a:ext>
                  </a:extLst>
                </p:cNvPr>
                <p:cNvPicPr/>
                <p:nvPr/>
              </p:nvPicPr>
              <p:blipFill>
                <a:blip r:embed="rId12"/>
                <a:stretch>
                  <a:fillRect/>
                </a:stretch>
              </p:blipFill>
              <p:spPr>
                <a:xfrm>
                  <a:off x="6008793" y="1496095"/>
                  <a:ext cx="3672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 name="Ink 56">
                  <a:extLst>
                    <a:ext uri="{FF2B5EF4-FFF2-40B4-BE49-F238E27FC236}">
                      <a16:creationId xmlns:a16="http://schemas.microsoft.com/office/drawing/2014/main" id="{18BE80D2-8716-ED8B-CBB9-927FBD82C64F}"/>
                    </a:ext>
                  </a:extLst>
                </p14:cNvPr>
                <p14:cNvContentPartPr/>
                <p14:nvPr/>
              </p14:nvContentPartPr>
              <p14:xfrm>
                <a:off x="6049473" y="1752055"/>
                <a:ext cx="157680" cy="96120"/>
              </p14:xfrm>
            </p:contentPart>
          </mc:Choice>
          <mc:Fallback xmlns="">
            <p:pic>
              <p:nvPicPr>
                <p:cNvPr id="57" name="Ink 56">
                  <a:extLst>
                    <a:ext uri="{FF2B5EF4-FFF2-40B4-BE49-F238E27FC236}">
                      <a16:creationId xmlns:a16="http://schemas.microsoft.com/office/drawing/2014/main" id="{18BE80D2-8716-ED8B-CBB9-927FBD82C64F}"/>
                    </a:ext>
                  </a:extLst>
                </p:cNvPr>
                <p:cNvPicPr/>
                <p:nvPr/>
              </p:nvPicPr>
              <p:blipFill>
                <a:blip r:embed="rId14"/>
                <a:stretch>
                  <a:fillRect/>
                </a:stretch>
              </p:blipFill>
              <p:spPr>
                <a:xfrm>
                  <a:off x="6040473" y="1743055"/>
                  <a:ext cx="17532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8" name="Ink 57">
                  <a:extLst>
                    <a:ext uri="{FF2B5EF4-FFF2-40B4-BE49-F238E27FC236}">
                      <a16:creationId xmlns:a16="http://schemas.microsoft.com/office/drawing/2014/main" id="{404BF0ED-C341-1A13-6082-2E37AF6AB800}"/>
                    </a:ext>
                  </a:extLst>
                </p14:cNvPr>
                <p14:cNvContentPartPr/>
                <p14:nvPr/>
              </p14:nvContentPartPr>
              <p14:xfrm>
                <a:off x="6102753" y="1763575"/>
                <a:ext cx="81000" cy="135360"/>
              </p14:xfrm>
            </p:contentPart>
          </mc:Choice>
          <mc:Fallback xmlns="">
            <p:pic>
              <p:nvPicPr>
                <p:cNvPr id="58" name="Ink 57">
                  <a:extLst>
                    <a:ext uri="{FF2B5EF4-FFF2-40B4-BE49-F238E27FC236}">
                      <a16:creationId xmlns:a16="http://schemas.microsoft.com/office/drawing/2014/main" id="{404BF0ED-C341-1A13-6082-2E37AF6AB800}"/>
                    </a:ext>
                  </a:extLst>
                </p:cNvPr>
                <p:cNvPicPr/>
                <p:nvPr/>
              </p:nvPicPr>
              <p:blipFill>
                <a:blip r:embed="rId16"/>
                <a:stretch>
                  <a:fillRect/>
                </a:stretch>
              </p:blipFill>
              <p:spPr>
                <a:xfrm>
                  <a:off x="6093793" y="1754575"/>
                  <a:ext cx="98562"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9" name="Ink 58">
                  <a:extLst>
                    <a:ext uri="{FF2B5EF4-FFF2-40B4-BE49-F238E27FC236}">
                      <a16:creationId xmlns:a16="http://schemas.microsoft.com/office/drawing/2014/main" id="{4F200DD1-5F03-2E3B-603B-4F24E7CE1EC6}"/>
                    </a:ext>
                  </a:extLst>
                </p14:cNvPr>
                <p14:cNvContentPartPr/>
                <p14:nvPr/>
              </p14:nvContentPartPr>
              <p14:xfrm>
                <a:off x="6221193" y="1881655"/>
                <a:ext cx="43560" cy="230760"/>
              </p14:xfrm>
            </p:contentPart>
          </mc:Choice>
          <mc:Fallback xmlns="">
            <p:pic>
              <p:nvPicPr>
                <p:cNvPr id="59" name="Ink 58">
                  <a:extLst>
                    <a:ext uri="{FF2B5EF4-FFF2-40B4-BE49-F238E27FC236}">
                      <a16:creationId xmlns:a16="http://schemas.microsoft.com/office/drawing/2014/main" id="{4F200DD1-5F03-2E3B-603B-4F24E7CE1EC6}"/>
                    </a:ext>
                  </a:extLst>
                </p:cNvPr>
                <p:cNvPicPr/>
                <p:nvPr/>
              </p:nvPicPr>
              <p:blipFill>
                <a:blip r:embed="rId18"/>
                <a:stretch>
                  <a:fillRect/>
                </a:stretch>
              </p:blipFill>
              <p:spPr>
                <a:xfrm>
                  <a:off x="6212193" y="1872655"/>
                  <a:ext cx="6120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0" name="Ink 59">
                  <a:extLst>
                    <a:ext uri="{FF2B5EF4-FFF2-40B4-BE49-F238E27FC236}">
                      <a16:creationId xmlns:a16="http://schemas.microsoft.com/office/drawing/2014/main" id="{A94DF341-D017-43CB-5D6F-ADEDA7F6324B}"/>
                    </a:ext>
                  </a:extLst>
                </p14:cNvPr>
                <p14:cNvContentPartPr/>
                <p14:nvPr/>
              </p14:nvContentPartPr>
              <p14:xfrm>
                <a:off x="6219753" y="2078215"/>
                <a:ext cx="128160" cy="268560"/>
              </p14:xfrm>
            </p:contentPart>
          </mc:Choice>
          <mc:Fallback xmlns="">
            <p:pic>
              <p:nvPicPr>
                <p:cNvPr id="60" name="Ink 59">
                  <a:extLst>
                    <a:ext uri="{FF2B5EF4-FFF2-40B4-BE49-F238E27FC236}">
                      <a16:creationId xmlns:a16="http://schemas.microsoft.com/office/drawing/2014/main" id="{A94DF341-D017-43CB-5D6F-ADEDA7F6324B}"/>
                    </a:ext>
                  </a:extLst>
                </p:cNvPr>
                <p:cNvPicPr/>
                <p:nvPr/>
              </p:nvPicPr>
              <p:blipFill>
                <a:blip r:embed="rId20"/>
                <a:stretch>
                  <a:fillRect/>
                </a:stretch>
              </p:blipFill>
              <p:spPr>
                <a:xfrm>
                  <a:off x="6210753" y="2069227"/>
                  <a:ext cx="145800" cy="286176"/>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1" name="Ink 60">
                  <a:extLst>
                    <a:ext uri="{FF2B5EF4-FFF2-40B4-BE49-F238E27FC236}">
                      <a16:creationId xmlns:a16="http://schemas.microsoft.com/office/drawing/2014/main" id="{D23893A2-19C0-6A8A-84E1-9BE210F23F0F}"/>
                    </a:ext>
                  </a:extLst>
                </p14:cNvPr>
                <p14:cNvContentPartPr/>
                <p14:nvPr/>
              </p14:nvContentPartPr>
              <p14:xfrm>
                <a:off x="6146673" y="2419495"/>
                <a:ext cx="202320" cy="24480"/>
              </p14:xfrm>
            </p:contentPart>
          </mc:Choice>
          <mc:Fallback xmlns="">
            <p:pic>
              <p:nvPicPr>
                <p:cNvPr id="61" name="Ink 60">
                  <a:extLst>
                    <a:ext uri="{FF2B5EF4-FFF2-40B4-BE49-F238E27FC236}">
                      <a16:creationId xmlns:a16="http://schemas.microsoft.com/office/drawing/2014/main" id="{D23893A2-19C0-6A8A-84E1-9BE210F23F0F}"/>
                    </a:ext>
                  </a:extLst>
                </p:cNvPr>
                <p:cNvPicPr/>
                <p:nvPr/>
              </p:nvPicPr>
              <p:blipFill>
                <a:blip r:embed="rId22"/>
                <a:stretch>
                  <a:fillRect/>
                </a:stretch>
              </p:blipFill>
              <p:spPr>
                <a:xfrm>
                  <a:off x="6137689" y="2410495"/>
                  <a:ext cx="219929"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2" name="Ink 61">
                  <a:extLst>
                    <a:ext uri="{FF2B5EF4-FFF2-40B4-BE49-F238E27FC236}">
                      <a16:creationId xmlns:a16="http://schemas.microsoft.com/office/drawing/2014/main" id="{7B2551B8-350B-76C7-0B42-E376BCF02017}"/>
                    </a:ext>
                  </a:extLst>
                </p14:cNvPr>
                <p14:cNvContentPartPr/>
                <p14:nvPr/>
              </p14:nvContentPartPr>
              <p14:xfrm>
                <a:off x="6240273" y="2504455"/>
                <a:ext cx="36000" cy="3240"/>
              </p14:xfrm>
            </p:contentPart>
          </mc:Choice>
          <mc:Fallback xmlns="">
            <p:pic>
              <p:nvPicPr>
                <p:cNvPr id="62" name="Ink 61">
                  <a:extLst>
                    <a:ext uri="{FF2B5EF4-FFF2-40B4-BE49-F238E27FC236}">
                      <a16:creationId xmlns:a16="http://schemas.microsoft.com/office/drawing/2014/main" id="{7B2551B8-350B-76C7-0B42-E376BCF02017}"/>
                    </a:ext>
                  </a:extLst>
                </p:cNvPr>
                <p:cNvPicPr/>
                <p:nvPr/>
              </p:nvPicPr>
              <p:blipFill>
                <a:blip r:embed="rId24"/>
                <a:stretch>
                  <a:fillRect/>
                </a:stretch>
              </p:blipFill>
              <p:spPr>
                <a:xfrm>
                  <a:off x="6231273" y="2494330"/>
                  <a:ext cx="53640" cy="2308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3" name="Ink 62">
                  <a:extLst>
                    <a:ext uri="{FF2B5EF4-FFF2-40B4-BE49-F238E27FC236}">
                      <a16:creationId xmlns:a16="http://schemas.microsoft.com/office/drawing/2014/main" id="{3552F9BD-F112-4D37-67E6-0EA615CFB439}"/>
                    </a:ext>
                  </a:extLst>
                </p14:cNvPr>
                <p14:cNvContentPartPr/>
                <p14:nvPr/>
              </p14:nvContentPartPr>
              <p14:xfrm>
                <a:off x="6456273" y="2077135"/>
                <a:ext cx="54360" cy="155520"/>
              </p14:xfrm>
            </p:contentPart>
          </mc:Choice>
          <mc:Fallback xmlns="">
            <p:pic>
              <p:nvPicPr>
                <p:cNvPr id="63" name="Ink 62">
                  <a:extLst>
                    <a:ext uri="{FF2B5EF4-FFF2-40B4-BE49-F238E27FC236}">
                      <a16:creationId xmlns:a16="http://schemas.microsoft.com/office/drawing/2014/main" id="{3552F9BD-F112-4D37-67E6-0EA615CFB439}"/>
                    </a:ext>
                  </a:extLst>
                </p:cNvPr>
                <p:cNvPicPr/>
                <p:nvPr/>
              </p:nvPicPr>
              <p:blipFill>
                <a:blip r:embed="rId26"/>
                <a:stretch>
                  <a:fillRect/>
                </a:stretch>
              </p:blipFill>
              <p:spPr>
                <a:xfrm>
                  <a:off x="6447213" y="2068114"/>
                  <a:ext cx="72118" cy="173201"/>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4" name="Ink 63">
                  <a:extLst>
                    <a:ext uri="{FF2B5EF4-FFF2-40B4-BE49-F238E27FC236}">
                      <a16:creationId xmlns:a16="http://schemas.microsoft.com/office/drawing/2014/main" id="{1E83F667-78FC-BEC1-3155-7274B9D9BFB0}"/>
                    </a:ext>
                  </a:extLst>
                </p14:cNvPr>
                <p14:cNvContentPartPr/>
                <p14:nvPr/>
              </p14:nvContentPartPr>
              <p14:xfrm>
                <a:off x="6562113" y="2053375"/>
                <a:ext cx="16920" cy="123480"/>
              </p14:xfrm>
            </p:contentPart>
          </mc:Choice>
          <mc:Fallback xmlns="">
            <p:pic>
              <p:nvPicPr>
                <p:cNvPr id="64" name="Ink 63">
                  <a:extLst>
                    <a:ext uri="{FF2B5EF4-FFF2-40B4-BE49-F238E27FC236}">
                      <a16:creationId xmlns:a16="http://schemas.microsoft.com/office/drawing/2014/main" id="{1E83F667-78FC-BEC1-3155-7274B9D9BFB0}"/>
                    </a:ext>
                  </a:extLst>
                </p:cNvPr>
                <p:cNvPicPr/>
                <p:nvPr/>
              </p:nvPicPr>
              <p:blipFill>
                <a:blip r:embed="rId28"/>
                <a:stretch>
                  <a:fillRect/>
                </a:stretch>
              </p:blipFill>
              <p:spPr>
                <a:xfrm>
                  <a:off x="6553300" y="2044349"/>
                  <a:ext cx="34193" cy="141172"/>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5" name="Ink 64">
                  <a:extLst>
                    <a:ext uri="{FF2B5EF4-FFF2-40B4-BE49-F238E27FC236}">
                      <a16:creationId xmlns:a16="http://schemas.microsoft.com/office/drawing/2014/main" id="{C0A4D476-4C7C-F930-E30A-71C4142036B5}"/>
                    </a:ext>
                  </a:extLst>
                </p14:cNvPr>
                <p14:cNvContentPartPr/>
                <p14:nvPr/>
              </p14:nvContentPartPr>
              <p14:xfrm>
                <a:off x="6595953" y="2078935"/>
                <a:ext cx="68040" cy="90360"/>
              </p14:xfrm>
            </p:contentPart>
          </mc:Choice>
          <mc:Fallback xmlns="">
            <p:pic>
              <p:nvPicPr>
                <p:cNvPr id="65" name="Ink 64">
                  <a:extLst>
                    <a:ext uri="{FF2B5EF4-FFF2-40B4-BE49-F238E27FC236}">
                      <a16:creationId xmlns:a16="http://schemas.microsoft.com/office/drawing/2014/main" id="{C0A4D476-4C7C-F930-E30A-71C4142036B5}"/>
                    </a:ext>
                  </a:extLst>
                </p:cNvPr>
                <p:cNvPicPr/>
                <p:nvPr/>
              </p:nvPicPr>
              <p:blipFill>
                <a:blip r:embed="rId30"/>
                <a:stretch>
                  <a:fillRect/>
                </a:stretch>
              </p:blipFill>
              <p:spPr>
                <a:xfrm>
                  <a:off x="6586953" y="2069935"/>
                  <a:ext cx="8568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6" name="Ink 65">
                  <a:extLst>
                    <a:ext uri="{FF2B5EF4-FFF2-40B4-BE49-F238E27FC236}">
                      <a16:creationId xmlns:a16="http://schemas.microsoft.com/office/drawing/2014/main" id="{6F61D860-9A92-0F1C-8B46-2678846FF5D9}"/>
                    </a:ext>
                  </a:extLst>
                </p14:cNvPr>
                <p14:cNvContentPartPr/>
                <p14:nvPr/>
              </p14:nvContentPartPr>
              <p14:xfrm>
                <a:off x="6703953" y="2026735"/>
                <a:ext cx="173880" cy="154440"/>
              </p14:xfrm>
            </p:contentPart>
          </mc:Choice>
          <mc:Fallback xmlns="">
            <p:pic>
              <p:nvPicPr>
                <p:cNvPr id="66" name="Ink 65">
                  <a:extLst>
                    <a:ext uri="{FF2B5EF4-FFF2-40B4-BE49-F238E27FC236}">
                      <a16:creationId xmlns:a16="http://schemas.microsoft.com/office/drawing/2014/main" id="{6F61D860-9A92-0F1C-8B46-2678846FF5D9}"/>
                    </a:ext>
                  </a:extLst>
                </p:cNvPr>
                <p:cNvPicPr/>
                <p:nvPr/>
              </p:nvPicPr>
              <p:blipFill>
                <a:blip r:embed="rId32"/>
                <a:stretch>
                  <a:fillRect/>
                </a:stretch>
              </p:blipFill>
              <p:spPr>
                <a:xfrm>
                  <a:off x="6694934" y="2017735"/>
                  <a:ext cx="191557"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7" name="Ink 66">
                  <a:extLst>
                    <a:ext uri="{FF2B5EF4-FFF2-40B4-BE49-F238E27FC236}">
                      <a16:creationId xmlns:a16="http://schemas.microsoft.com/office/drawing/2014/main" id="{7FCF27B8-FF43-60B3-1867-0036EE4C11F9}"/>
                    </a:ext>
                  </a:extLst>
                </p14:cNvPr>
                <p14:cNvContentPartPr/>
                <p14:nvPr/>
              </p14:nvContentPartPr>
              <p14:xfrm>
                <a:off x="5664273" y="2020255"/>
                <a:ext cx="59040" cy="133200"/>
              </p14:xfrm>
            </p:contentPart>
          </mc:Choice>
          <mc:Fallback xmlns="">
            <p:pic>
              <p:nvPicPr>
                <p:cNvPr id="67" name="Ink 66">
                  <a:extLst>
                    <a:ext uri="{FF2B5EF4-FFF2-40B4-BE49-F238E27FC236}">
                      <a16:creationId xmlns:a16="http://schemas.microsoft.com/office/drawing/2014/main" id="{7FCF27B8-FF43-60B3-1867-0036EE4C11F9}"/>
                    </a:ext>
                  </a:extLst>
                </p:cNvPr>
                <p:cNvPicPr/>
                <p:nvPr/>
              </p:nvPicPr>
              <p:blipFill>
                <a:blip r:embed="rId34"/>
                <a:stretch>
                  <a:fillRect/>
                </a:stretch>
              </p:blipFill>
              <p:spPr>
                <a:xfrm>
                  <a:off x="5655273" y="2011279"/>
                  <a:ext cx="76680" cy="150792"/>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8" name="Ink 67">
                  <a:extLst>
                    <a:ext uri="{FF2B5EF4-FFF2-40B4-BE49-F238E27FC236}">
                      <a16:creationId xmlns:a16="http://schemas.microsoft.com/office/drawing/2014/main" id="{2E3C09EF-AC69-9B71-423E-BD71999C4DDA}"/>
                    </a:ext>
                  </a:extLst>
                </p14:cNvPr>
                <p14:cNvContentPartPr/>
                <p14:nvPr/>
              </p14:nvContentPartPr>
              <p14:xfrm>
                <a:off x="5675433" y="1992535"/>
                <a:ext cx="150120" cy="122040"/>
              </p14:xfrm>
            </p:contentPart>
          </mc:Choice>
          <mc:Fallback xmlns="">
            <p:pic>
              <p:nvPicPr>
                <p:cNvPr id="68" name="Ink 67">
                  <a:extLst>
                    <a:ext uri="{FF2B5EF4-FFF2-40B4-BE49-F238E27FC236}">
                      <a16:creationId xmlns:a16="http://schemas.microsoft.com/office/drawing/2014/main" id="{2E3C09EF-AC69-9B71-423E-BD71999C4DDA}"/>
                    </a:ext>
                  </a:extLst>
                </p:cNvPr>
                <p:cNvPicPr/>
                <p:nvPr/>
              </p:nvPicPr>
              <p:blipFill>
                <a:blip r:embed="rId36"/>
                <a:stretch>
                  <a:fillRect/>
                </a:stretch>
              </p:blipFill>
              <p:spPr>
                <a:xfrm>
                  <a:off x="5666433" y="1983508"/>
                  <a:ext cx="167760" cy="139732"/>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9" name="Ink 68">
                  <a:extLst>
                    <a:ext uri="{FF2B5EF4-FFF2-40B4-BE49-F238E27FC236}">
                      <a16:creationId xmlns:a16="http://schemas.microsoft.com/office/drawing/2014/main" id="{B3254404-C6DD-F66E-84A4-1BF92485DF50}"/>
                    </a:ext>
                  </a:extLst>
                </p14:cNvPr>
                <p14:cNvContentPartPr/>
                <p14:nvPr/>
              </p14:nvContentPartPr>
              <p14:xfrm>
                <a:off x="5850033" y="1956895"/>
                <a:ext cx="18720" cy="160920"/>
              </p14:xfrm>
            </p:contentPart>
          </mc:Choice>
          <mc:Fallback xmlns="">
            <p:pic>
              <p:nvPicPr>
                <p:cNvPr id="69" name="Ink 68">
                  <a:extLst>
                    <a:ext uri="{FF2B5EF4-FFF2-40B4-BE49-F238E27FC236}">
                      <a16:creationId xmlns:a16="http://schemas.microsoft.com/office/drawing/2014/main" id="{B3254404-C6DD-F66E-84A4-1BF92485DF50}"/>
                    </a:ext>
                  </a:extLst>
                </p:cNvPr>
                <p:cNvPicPr/>
                <p:nvPr/>
              </p:nvPicPr>
              <p:blipFill>
                <a:blip r:embed="rId38"/>
                <a:stretch>
                  <a:fillRect/>
                </a:stretch>
              </p:blipFill>
              <p:spPr>
                <a:xfrm>
                  <a:off x="5841203" y="1947895"/>
                  <a:ext cx="36027"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70" name="Ink 69">
                  <a:extLst>
                    <a:ext uri="{FF2B5EF4-FFF2-40B4-BE49-F238E27FC236}">
                      <a16:creationId xmlns:a16="http://schemas.microsoft.com/office/drawing/2014/main" id="{F08727DB-643F-6C75-688E-F27FD66E22EF}"/>
                    </a:ext>
                  </a:extLst>
                </p14:cNvPr>
                <p14:cNvContentPartPr/>
                <p14:nvPr/>
              </p14:nvContentPartPr>
              <p14:xfrm>
                <a:off x="5853633" y="1997575"/>
                <a:ext cx="73440" cy="113040"/>
              </p14:xfrm>
            </p:contentPart>
          </mc:Choice>
          <mc:Fallback xmlns="">
            <p:pic>
              <p:nvPicPr>
                <p:cNvPr id="70" name="Ink 69">
                  <a:extLst>
                    <a:ext uri="{FF2B5EF4-FFF2-40B4-BE49-F238E27FC236}">
                      <a16:creationId xmlns:a16="http://schemas.microsoft.com/office/drawing/2014/main" id="{F08727DB-643F-6C75-688E-F27FD66E22EF}"/>
                    </a:ext>
                  </a:extLst>
                </p:cNvPr>
                <p:cNvPicPr/>
                <p:nvPr/>
              </p:nvPicPr>
              <p:blipFill>
                <a:blip r:embed="rId40"/>
                <a:stretch>
                  <a:fillRect/>
                </a:stretch>
              </p:blipFill>
              <p:spPr>
                <a:xfrm>
                  <a:off x="5844633" y="1988575"/>
                  <a:ext cx="910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71" name="Ink 70">
                  <a:extLst>
                    <a:ext uri="{FF2B5EF4-FFF2-40B4-BE49-F238E27FC236}">
                      <a16:creationId xmlns:a16="http://schemas.microsoft.com/office/drawing/2014/main" id="{42BAB452-40D8-089F-C9A9-A89A18850B9E}"/>
                    </a:ext>
                  </a:extLst>
                </p14:cNvPr>
                <p14:cNvContentPartPr/>
                <p14:nvPr/>
              </p14:nvContentPartPr>
              <p14:xfrm>
                <a:off x="5931753" y="1982095"/>
                <a:ext cx="145440" cy="142560"/>
              </p14:xfrm>
            </p:contentPart>
          </mc:Choice>
          <mc:Fallback xmlns="">
            <p:pic>
              <p:nvPicPr>
                <p:cNvPr id="71" name="Ink 70">
                  <a:extLst>
                    <a:ext uri="{FF2B5EF4-FFF2-40B4-BE49-F238E27FC236}">
                      <a16:creationId xmlns:a16="http://schemas.microsoft.com/office/drawing/2014/main" id="{42BAB452-40D8-089F-C9A9-A89A18850B9E}"/>
                    </a:ext>
                  </a:extLst>
                </p:cNvPr>
                <p:cNvPicPr/>
                <p:nvPr/>
              </p:nvPicPr>
              <p:blipFill>
                <a:blip r:embed="rId42"/>
                <a:stretch>
                  <a:fillRect/>
                </a:stretch>
              </p:blipFill>
              <p:spPr>
                <a:xfrm>
                  <a:off x="5922753" y="1973118"/>
                  <a:ext cx="163080" cy="160156"/>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2" name="Ink 71">
                  <a:extLst>
                    <a:ext uri="{FF2B5EF4-FFF2-40B4-BE49-F238E27FC236}">
                      <a16:creationId xmlns:a16="http://schemas.microsoft.com/office/drawing/2014/main" id="{2D29A813-CD2C-4D8D-EA57-9E5E0E6AC79B}"/>
                    </a:ext>
                  </a:extLst>
                </p14:cNvPr>
                <p14:cNvContentPartPr/>
                <p14:nvPr/>
              </p14:nvContentPartPr>
              <p14:xfrm>
                <a:off x="4964433" y="1185055"/>
                <a:ext cx="13680" cy="136800"/>
              </p14:xfrm>
            </p:contentPart>
          </mc:Choice>
          <mc:Fallback xmlns="">
            <p:pic>
              <p:nvPicPr>
                <p:cNvPr id="72" name="Ink 71">
                  <a:extLst>
                    <a:ext uri="{FF2B5EF4-FFF2-40B4-BE49-F238E27FC236}">
                      <a16:creationId xmlns:a16="http://schemas.microsoft.com/office/drawing/2014/main" id="{2D29A813-CD2C-4D8D-EA57-9E5E0E6AC79B}"/>
                    </a:ext>
                  </a:extLst>
                </p:cNvPr>
                <p:cNvPicPr/>
                <p:nvPr/>
              </p:nvPicPr>
              <p:blipFill>
                <a:blip r:embed="rId44"/>
                <a:stretch>
                  <a:fillRect/>
                </a:stretch>
              </p:blipFill>
              <p:spPr>
                <a:xfrm>
                  <a:off x="4955433" y="1176055"/>
                  <a:ext cx="313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3" name="Ink 72">
                  <a:extLst>
                    <a:ext uri="{FF2B5EF4-FFF2-40B4-BE49-F238E27FC236}">
                      <a16:creationId xmlns:a16="http://schemas.microsoft.com/office/drawing/2014/main" id="{467300C2-EB58-F0CB-5A83-ADFE369FA8FB}"/>
                    </a:ext>
                  </a:extLst>
                </p14:cNvPr>
                <p14:cNvContentPartPr/>
                <p14:nvPr/>
              </p14:nvContentPartPr>
              <p14:xfrm>
                <a:off x="5007633" y="1178935"/>
                <a:ext cx="167760" cy="137160"/>
              </p14:xfrm>
            </p:contentPart>
          </mc:Choice>
          <mc:Fallback xmlns="">
            <p:pic>
              <p:nvPicPr>
                <p:cNvPr id="73" name="Ink 72">
                  <a:extLst>
                    <a:ext uri="{FF2B5EF4-FFF2-40B4-BE49-F238E27FC236}">
                      <a16:creationId xmlns:a16="http://schemas.microsoft.com/office/drawing/2014/main" id="{467300C2-EB58-F0CB-5A83-ADFE369FA8FB}"/>
                    </a:ext>
                  </a:extLst>
                </p:cNvPr>
                <p:cNvPicPr/>
                <p:nvPr/>
              </p:nvPicPr>
              <p:blipFill>
                <a:blip r:embed="rId46"/>
                <a:stretch>
                  <a:fillRect/>
                </a:stretch>
              </p:blipFill>
              <p:spPr>
                <a:xfrm>
                  <a:off x="4998633" y="1169935"/>
                  <a:ext cx="1854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4" name="Ink 73">
                  <a:extLst>
                    <a:ext uri="{FF2B5EF4-FFF2-40B4-BE49-F238E27FC236}">
                      <a16:creationId xmlns:a16="http://schemas.microsoft.com/office/drawing/2014/main" id="{F9EF3C23-963F-BA40-7EDA-DE057E58DEAB}"/>
                    </a:ext>
                  </a:extLst>
                </p14:cNvPr>
                <p14:cNvContentPartPr/>
                <p14:nvPr/>
              </p14:nvContentPartPr>
              <p14:xfrm>
                <a:off x="5208873" y="1132855"/>
                <a:ext cx="25920" cy="178200"/>
              </p14:xfrm>
            </p:contentPart>
          </mc:Choice>
          <mc:Fallback xmlns="">
            <p:pic>
              <p:nvPicPr>
                <p:cNvPr id="74" name="Ink 73">
                  <a:extLst>
                    <a:ext uri="{FF2B5EF4-FFF2-40B4-BE49-F238E27FC236}">
                      <a16:creationId xmlns:a16="http://schemas.microsoft.com/office/drawing/2014/main" id="{F9EF3C23-963F-BA40-7EDA-DE057E58DEAB}"/>
                    </a:ext>
                  </a:extLst>
                </p:cNvPr>
                <p:cNvPicPr/>
                <p:nvPr/>
              </p:nvPicPr>
              <p:blipFill>
                <a:blip r:embed="rId48"/>
                <a:stretch>
                  <a:fillRect/>
                </a:stretch>
              </p:blipFill>
              <p:spPr>
                <a:xfrm>
                  <a:off x="5199873" y="1123855"/>
                  <a:ext cx="435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5" name="Ink 74">
                  <a:extLst>
                    <a:ext uri="{FF2B5EF4-FFF2-40B4-BE49-F238E27FC236}">
                      <a16:creationId xmlns:a16="http://schemas.microsoft.com/office/drawing/2014/main" id="{DC171DFD-B609-A58C-362F-17C5A112C260}"/>
                    </a:ext>
                  </a:extLst>
                </p14:cNvPr>
                <p14:cNvContentPartPr/>
                <p14:nvPr/>
              </p14:nvContentPartPr>
              <p14:xfrm>
                <a:off x="5262153" y="1180735"/>
                <a:ext cx="45720" cy="111240"/>
              </p14:xfrm>
            </p:contentPart>
          </mc:Choice>
          <mc:Fallback xmlns="">
            <p:pic>
              <p:nvPicPr>
                <p:cNvPr id="75" name="Ink 74">
                  <a:extLst>
                    <a:ext uri="{FF2B5EF4-FFF2-40B4-BE49-F238E27FC236}">
                      <a16:creationId xmlns:a16="http://schemas.microsoft.com/office/drawing/2014/main" id="{DC171DFD-B609-A58C-362F-17C5A112C260}"/>
                    </a:ext>
                  </a:extLst>
                </p:cNvPr>
                <p:cNvPicPr/>
                <p:nvPr/>
              </p:nvPicPr>
              <p:blipFill>
                <a:blip r:embed="rId50"/>
                <a:stretch>
                  <a:fillRect/>
                </a:stretch>
              </p:blipFill>
              <p:spPr>
                <a:xfrm>
                  <a:off x="5253153" y="1171735"/>
                  <a:ext cx="633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76" name="Ink 75">
                  <a:extLst>
                    <a:ext uri="{FF2B5EF4-FFF2-40B4-BE49-F238E27FC236}">
                      <a16:creationId xmlns:a16="http://schemas.microsoft.com/office/drawing/2014/main" id="{F615E52A-382C-764C-7011-46AEC3FB72AE}"/>
                    </a:ext>
                  </a:extLst>
                </p14:cNvPr>
                <p14:cNvContentPartPr/>
                <p14:nvPr/>
              </p14:nvContentPartPr>
              <p14:xfrm>
                <a:off x="5313273" y="1170655"/>
                <a:ext cx="34920" cy="143280"/>
              </p14:xfrm>
            </p:contentPart>
          </mc:Choice>
          <mc:Fallback xmlns="">
            <p:pic>
              <p:nvPicPr>
                <p:cNvPr id="76" name="Ink 75">
                  <a:extLst>
                    <a:ext uri="{FF2B5EF4-FFF2-40B4-BE49-F238E27FC236}">
                      <a16:creationId xmlns:a16="http://schemas.microsoft.com/office/drawing/2014/main" id="{F615E52A-382C-764C-7011-46AEC3FB72AE}"/>
                    </a:ext>
                  </a:extLst>
                </p:cNvPr>
                <p:cNvPicPr/>
                <p:nvPr/>
              </p:nvPicPr>
              <p:blipFill>
                <a:blip r:embed="rId52"/>
                <a:stretch>
                  <a:fillRect/>
                </a:stretch>
              </p:blipFill>
              <p:spPr>
                <a:xfrm>
                  <a:off x="5304365" y="1161678"/>
                  <a:ext cx="52380" cy="160876"/>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7" name="Ink 76">
                  <a:extLst>
                    <a:ext uri="{FF2B5EF4-FFF2-40B4-BE49-F238E27FC236}">
                      <a16:creationId xmlns:a16="http://schemas.microsoft.com/office/drawing/2014/main" id="{83C935AB-B0C8-3743-9E0B-AFA26613166F}"/>
                    </a:ext>
                  </a:extLst>
                </p14:cNvPr>
                <p14:cNvContentPartPr/>
                <p14:nvPr/>
              </p14:nvContentPartPr>
              <p14:xfrm>
                <a:off x="5328393" y="1170655"/>
                <a:ext cx="94680" cy="141120"/>
              </p14:xfrm>
            </p:contentPart>
          </mc:Choice>
          <mc:Fallback xmlns="">
            <p:pic>
              <p:nvPicPr>
                <p:cNvPr id="77" name="Ink 76">
                  <a:extLst>
                    <a:ext uri="{FF2B5EF4-FFF2-40B4-BE49-F238E27FC236}">
                      <a16:creationId xmlns:a16="http://schemas.microsoft.com/office/drawing/2014/main" id="{83C935AB-B0C8-3743-9E0B-AFA26613166F}"/>
                    </a:ext>
                  </a:extLst>
                </p:cNvPr>
                <p:cNvPicPr/>
                <p:nvPr/>
              </p:nvPicPr>
              <p:blipFill>
                <a:blip r:embed="rId54"/>
                <a:stretch>
                  <a:fillRect/>
                </a:stretch>
              </p:blipFill>
              <p:spPr>
                <a:xfrm>
                  <a:off x="5319393" y="1161655"/>
                  <a:ext cx="1123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8" name="Ink 77">
                  <a:extLst>
                    <a:ext uri="{FF2B5EF4-FFF2-40B4-BE49-F238E27FC236}">
                      <a16:creationId xmlns:a16="http://schemas.microsoft.com/office/drawing/2014/main" id="{65C3066B-21D9-1A40-0D01-1AEFAAD6F4B0}"/>
                    </a:ext>
                  </a:extLst>
                </p14:cNvPr>
                <p14:cNvContentPartPr/>
                <p14:nvPr/>
              </p14:nvContentPartPr>
              <p14:xfrm>
                <a:off x="5460513" y="2387455"/>
                <a:ext cx="210240" cy="36000"/>
              </p14:xfrm>
            </p:contentPart>
          </mc:Choice>
          <mc:Fallback xmlns="">
            <p:pic>
              <p:nvPicPr>
                <p:cNvPr id="78" name="Ink 77">
                  <a:extLst>
                    <a:ext uri="{FF2B5EF4-FFF2-40B4-BE49-F238E27FC236}">
                      <a16:creationId xmlns:a16="http://schemas.microsoft.com/office/drawing/2014/main" id="{65C3066B-21D9-1A40-0D01-1AEFAAD6F4B0}"/>
                    </a:ext>
                  </a:extLst>
                </p:cNvPr>
                <p:cNvPicPr/>
                <p:nvPr/>
              </p:nvPicPr>
              <p:blipFill>
                <a:blip r:embed="rId56"/>
                <a:stretch>
                  <a:fillRect/>
                </a:stretch>
              </p:blipFill>
              <p:spPr>
                <a:xfrm>
                  <a:off x="5451513" y="2378364"/>
                  <a:ext cx="227880" cy="53818"/>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9" name="Ink 78">
                  <a:extLst>
                    <a:ext uri="{FF2B5EF4-FFF2-40B4-BE49-F238E27FC236}">
                      <a16:creationId xmlns:a16="http://schemas.microsoft.com/office/drawing/2014/main" id="{D38763BF-6F01-5B13-9A3D-D5FFB9BFC4DA}"/>
                    </a:ext>
                  </a:extLst>
                </p14:cNvPr>
                <p14:cNvContentPartPr/>
                <p14:nvPr/>
              </p14:nvContentPartPr>
              <p14:xfrm>
                <a:off x="5534673" y="2439655"/>
                <a:ext cx="61200" cy="4680"/>
              </p14:xfrm>
            </p:contentPart>
          </mc:Choice>
          <mc:Fallback xmlns="">
            <p:pic>
              <p:nvPicPr>
                <p:cNvPr id="79" name="Ink 78">
                  <a:extLst>
                    <a:ext uri="{FF2B5EF4-FFF2-40B4-BE49-F238E27FC236}">
                      <a16:creationId xmlns:a16="http://schemas.microsoft.com/office/drawing/2014/main" id="{D38763BF-6F01-5B13-9A3D-D5FFB9BFC4DA}"/>
                    </a:ext>
                  </a:extLst>
                </p:cNvPr>
                <p:cNvPicPr/>
                <p:nvPr/>
              </p:nvPicPr>
              <p:blipFill>
                <a:blip r:embed="rId58"/>
                <a:stretch>
                  <a:fillRect/>
                </a:stretch>
              </p:blipFill>
              <p:spPr>
                <a:xfrm>
                  <a:off x="5525673" y="2431298"/>
                  <a:ext cx="78840" cy="210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0" name="Ink 79">
                  <a:extLst>
                    <a:ext uri="{FF2B5EF4-FFF2-40B4-BE49-F238E27FC236}">
                      <a16:creationId xmlns:a16="http://schemas.microsoft.com/office/drawing/2014/main" id="{196D4E16-BF4D-B170-A8E5-81FC423F676F}"/>
                    </a:ext>
                  </a:extLst>
                </p14:cNvPr>
                <p14:cNvContentPartPr/>
                <p14:nvPr/>
              </p14:nvContentPartPr>
              <p14:xfrm>
                <a:off x="6003033" y="1534255"/>
                <a:ext cx="228240" cy="93960"/>
              </p14:xfrm>
            </p:contentPart>
          </mc:Choice>
          <mc:Fallback xmlns="">
            <p:pic>
              <p:nvPicPr>
                <p:cNvPr id="80" name="Ink 79">
                  <a:extLst>
                    <a:ext uri="{FF2B5EF4-FFF2-40B4-BE49-F238E27FC236}">
                      <a16:creationId xmlns:a16="http://schemas.microsoft.com/office/drawing/2014/main" id="{196D4E16-BF4D-B170-A8E5-81FC423F676F}"/>
                    </a:ext>
                  </a:extLst>
                </p:cNvPr>
                <p:cNvPicPr/>
                <p:nvPr/>
              </p:nvPicPr>
              <p:blipFill>
                <a:blip r:embed="rId60"/>
                <a:stretch>
                  <a:fillRect/>
                </a:stretch>
              </p:blipFill>
              <p:spPr>
                <a:xfrm>
                  <a:off x="5994033" y="1525255"/>
                  <a:ext cx="2458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81" name="Ink 80">
                  <a:extLst>
                    <a:ext uri="{FF2B5EF4-FFF2-40B4-BE49-F238E27FC236}">
                      <a16:creationId xmlns:a16="http://schemas.microsoft.com/office/drawing/2014/main" id="{38362444-8A75-1C49-CB29-35F7207ECF95}"/>
                    </a:ext>
                  </a:extLst>
                </p14:cNvPr>
                <p14:cNvContentPartPr/>
                <p14:nvPr/>
              </p14:nvContentPartPr>
              <p14:xfrm>
                <a:off x="6108153" y="868615"/>
                <a:ext cx="108720" cy="637560"/>
              </p14:xfrm>
            </p:contentPart>
          </mc:Choice>
          <mc:Fallback xmlns="">
            <p:pic>
              <p:nvPicPr>
                <p:cNvPr id="81" name="Ink 80">
                  <a:extLst>
                    <a:ext uri="{FF2B5EF4-FFF2-40B4-BE49-F238E27FC236}">
                      <a16:creationId xmlns:a16="http://schemas.microsoft.com/office/drawing/2014/main" id="{38362444-8A75-1C49-CB29-35F7207ECF95}"/>
                    </a:ext>
                  </a:extLst>
                </p:cNvPr>
                <p:cNvPicPr/>
                <p:nvPr/>
              </p:nvPicPr>
              <p:blipFill>
                <a:blip r:embed="rId62"/>
                <a:stretch>
                  <a:fillRect/>
                </a:stretch>
              </p:blipFill>
              <p:spPr>
                <a:xfrm>
                  <a:off x="6099153" y="859620"/>
                  <a:ext cx="126360" cy="65519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2" name="Ink 81">
                  <a:extLst>
                    <a:ext uri="{FF2B5EF4-FFF2-40B4-BE49-F238E27FC236}">
                      <a16:creationId xmlns:a16="http://schemas.microsoft.com/office/drawing/2014/main" id="{0C8259EC-5301-3323-644B-3AAB19E33A68}"/>
                    </a:ext>
                  </a:extLst>
                </p14:cNvPr>
                <p14:cNvContentPartPr/>
                <p14:nvPr/>
              </p14:nvContentPartPr>
              <p14:xfrm>
                <a:off x="6496593" y="957895"/>
                <a:ext cx="37080" cy="153720"/>
              </p14:xfrm>
            </p:contentPart>
          </mc:Choice>
          <mc:Fallback xmlns="">
            <p:pic>
              <p:nvPicPr>
                <p:cNvPr id="82" name="Ink 81">
                  <a:extLst>
                    <a:ext uri="{FF2B5EF4-FFF2-40B4-BE49-F238E27FC236}">
                      <a16:creationId xmlns:a16="http://schemas.microsoft.com/office/drawing/2014/main" id="{0C8259EC-5301-3323-644B-3AAB19E33A68}"/>
                    </a:ext>
                  </a:extLst>
                </p:cNvPr>
                <p:cNvPicPr/>
                <p:nvPr/>
              </p:nvPicPr>
              <p:blipFill>
                <a:blip r:embed="rId64"/>
                <a:stretch>
                  <a:fillRect/>
                </a:stretch>
              </p:blipFill>
              <p:spPr>
                <a:xfrm>
                  <a:off x="6487505" y="948916"/>
                  <a:ext cx="54893" cy="171319"/>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3" name="Ink 82">
                  <a:extLst>
                    <a:ext uri="{FF2B5EF4-FFF2-40B4-BE49-F238E27FC236}">
                      <a16:creationId xmlns:a16="http://schemas.microsoft.com/office/drawing/2014/main" id="{E9BE23C4-6A88-F374-D1C2-FCE9935143D8}"/>
                    </a:ext>
                  </a:extLst>
                </p14:cNvPr>
                <p14:cNvContentPartPr/>
                <p14:nvPr/>
              </p14:nvContentPartPr>
              <p14:xfrm>
                <a:off x="6525753" y="1002175"/>
                <a:ext cx="132120" cy="126720"/>
              </p14:xfrm>
            </p:contentPart>
          </mc:Choice>
          <mc:Fallback xmlns="">
            <p:pic>
              <p:nvPicPr>
                <p:cNvPr id="83" name="Ink 82">
                  <a:extLst>
                    <a:ext uri="{FF2B5EF4-FFF2-40B4-BE49-F238E27FC236}">
                      <a16:creationId xmlns:a16="http://schemas.microsoft.com/office/drawing/2014/main" id="{E9BE23C4-6A88-F374-D1C2-FCE9935143D8}"/>
                    </a:ext>
                  </a:extLst>
                </p:cNvPr>
                <p:cNvPicPr/>
                <p:nvPr/>
              </p:nvPicPr>
              <p:blipFill>
                <a:blip r:embed="rId66"/>
                <a:stretch>
                  <a:fillRect/>
                </a:stretch>
              </p:blipFill>
              <p:spPr>
                <a:xfrm>
                  <a:off x="6516753" y="993175"/>
                  <a:ext cx="1497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DE1D2D52-7D4A-225F-9B80-3BC25C884C9A}"/>
                    </a:ext>
                  </a:extLst>
                </p14:cNvPr>
                <p14:cNvContentPartPr/>
                <p14:nvPr/>
              </p14:nvContentPartPr>
              <p14:xfrm>
                <a:off x="6638073" y="984175"/>
                <a:ext cx="118800" cy="83160"/>
              </p14:xfrm>
            </p:contentPart>
          </mc:Choice>
          <mc:Fallback xmlns="">
            <p:pic>
              <p:nvPicPr>
                <p:cNvPr id="84" name="Ink 83">
                  <a:extLst>
                    <a:ext uri="{FF2B5EF4-FFF2-40B4-BE49-F238E27FC236}">
                      <a16:creationId xmlns:a16="http://schemas.microsoft.com/office/drawing/2014/main" id="{DE1D2D52-7D4A-225F-9B80-3BC25C884C9A}"/>
                    </a:ext>
                  </a:extLst>
                </p:cNvPr>
                <p:cNvPicPr/>
                <p:nvPr/>
              </p:nvPicPr>
              <p:blipFill>
                <a:blip r:embed="rId68"/>
                <a:stretch>
                  <a:fillRect/>
                </a:stretch>
              </p:blipFill>
              <p:spPr>
                <a:xfrm>
                  <a:off x="6629100" y="975175"/>
                  <a:ext cx="136387"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5" name="Ink 84">
                  <a:extLst>
                    <a:ext uri="{FF2B5EF4-FFF2-40B4-BE49-F238E27FC236}">
                      <a16:creationId xmlns:a16="http://schemas.microsoft.com/office/drawing/2014/main" id="{2C392A98-9E3A-D413-9228-3DA6002CD099}"/>
                    </a:ext>
                  </a:extLst>
                </p14:cNvPr>
                <p14:cNvContentPartPr/>
                <p14:nvPr/>
              </p14:nvContentPartPr>
              <p14:xfrm>
                <a:off x="5510913" y="863935"/>
                <a:ext cx="676080" cy="205560"/>
              </p14:xfrm>
            </p:contentPart>
          </mc:Choice>
          <mc:Fallback xmlns="">
            <p:pic>
              <p:nvPicPr>
                <p:cNvPr id="85" name="Ink 84">
                  <a:extLst>
                    <a:ext uri="{FF2B5EF4-FFF2-40B4-BE49-F238E27FC236}">
                      <a16:creationId xmlns:a16="http://schemas.microsoft.com/office/drawing/2014/main" id="{2C392A98-9E3A-D413-9228-3DA6002CD099}"/>
                    </a:ext>
                  </a:extLst>
                </p:cNvPr>
                <p:cNvPicPr/>
                <p:nvPr/>
              </p:nvPicPr>
              <p:blipFill>
                <a:blip r:embed="rId70"/>
                <a:stretch>
                  <a:fillRect/>
                </a:stretch>
              </p:blipFill>
              <p:spPr>
                <a:xfrm>
                  <a:off x="5501913" y="854951"/>
                  <a:ext cx="693720" cy="223169"/>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6" name="Ink 85">
                  <a:extLst>
                    <a:ext uri="{FF2B5EF4-FFF2-40B4-BE49-F238E27FC236}">
                      <a16:creationId xmlns:a16="http://schemas.microsoft.com/office/drawing/2014/main" id="{4551333E-6799-ADC2-6579-A2E9A8A0CF6D}"/>
                    </a:ext>
                  </a:extLst>
                </p14:cNvPr>
                <p14:cNvContentPartPr/>
                <p14:nvPr/>
              </p14:nvContentPartPr>
              <p14:xfrm>
                <a:off x="6146313" y="710575"/>
                <a:ext cx="46440" cy="160560"/>
              </p14:xfrm>
            </p:contentPart>
          </mc:Choice>
          <mc:Fallback xmlns="">
            <p:pic>
              <p:nvPicPr>
                <p:cNvPr id="86" name="Ink 85">
                  <a:extLst>
                    <a:ext uri="{FF2B5EF4-FFF2-40B4-BE49-F238E27FC236}">
                      <a16:creationId xmlns:a16="http://schemas.microsoft.com/office/drawing/2014/main" id="{4551333E-6799-ADC2-6579-A2E9A8A0CF6D}"/>
                    </a:ext>
                  </a:extLst>
                </p:cNvPr>
                <p:cNvPicPr/>
                <p:nvPr/>
              </p:nvPicPr>
              <p:blipFill>
                <a:blip r:embed="rId72"/>
                <a:stretch>
                  <a:fillRect/>
                </a:stretch>
              </p:blipFill>
              <p:spPr>
                <a:xfrm>
                  <a:off x="6137313" y="701575"/>
                  <a:ext cx="6408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7" name="Ink 86">
                  <a:extLst>
                    <a:ext uri="{FF2B5EF4-FFF2-40B4-BE49-F238E27FC236}">
                      <a16:creationId xmlns:a16="http://schemas.microsoft.com/office/drawing/2014/main" id="{F732F76E-2237-48BD-819B-66FE4D972219}"/>
                    </a:ext>
                  </a:extLst>
                </p14:cNvPr>
                <p14:cNvContentPartPr/>
                <p14:nvPr/>
              </p14:nvContentPartPr>
              <p14:xfrm>
                <a:off x="6094113" y="690055"/>
                <a:ext cx="110880" cy="73800"/>
              </p14:xfrm>
            </p:contentPart>
          </mc:Choice>
          <mc:Fallback xmlns="">
            <p:pic>
              <p:nvPicPr>
                <p:cNvPr id="87" name="Ink 86">
                  <a:extLst>
                    <a:ext uri="{FF2B5EF4-FFF2-40B4-BE49-F238E27FC236}">
                      <a16:creationId xmlns:a16="http://schemas.microsoft.com/office/drawing/2014/main" id="{F732F76E-2237-48BD-819B-66FE4D972219}"/>
                    </a:ext>
                  </a:extLst>
                </p:cNvPr>
                <p:cNvPicPr/>
                <p:nvPr/>
              </p:nvPicPr>
              <p:blipFill>
                <a:blip r:embed="rId74"/>
                <a:stretch>
                  <a:fillRect/>
                </a:stretch>
              </p:blipFill>
              <p:spPr>
                <a:xfrm>
                  <a:off x="6085113" y="681055"/>
                  <a:ext cx="1285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88" name="Ink 87">
                  <a:extLst>
                    <a:ext uri="{FF2B5EF4-FFF2-40B4-BE49-F238E27FC236}">
                      <a16:creationId xmlns:a16="http://schemas.microsoft.com/office/drawing/2014/main" id="{C9DD6979-0583-A64A-1CEB-B8698008A4A3}"/>
                    </a:ext>
                  </a:extLst>
                </p14:cNvPr>
                <p14:cNvContentPartPr/>
                <p14:nvPr/>
              </p14:nvContentPartPr>
              <p14:xfrm>
                <a:off x="6302193" y="673135"/>
                <a:ext cx="27360" cy="113760"/>
              </p14:xfrm>
            </p:contentPart>
          </mc:Choice>
          <mc:Fallback xmlns="">
            <p:pic>
              <p:nvPicPr>
                <p:cNvPr id="88" name="Ink 87">
                  <a:extLst>
                    <a:ext uri="{FF2B5EF4-FFF2-40B4-BE49-F238E27FC236}">
                      <a16:creationId xmlns:a16="http://schemas.microsoft.com/office/drawing/2014/main" id="{C9DD6979-0583-A64A-1CEB-B8698008A4A3}"/>
                    </a:ext>
                  </a:extLst>
                </p:cNvPr>
                <p:cNvPicPr/>
                <p:nvPr/>
              </p:nvPicPr>
              <p:blipFill>
                <a:blip r:embed="rId76"/>
                <a:stretch>
                  <a:fillRect/>
                </a:stretch>
              </p:blipFill>
              <p:spPr>
                <a:xfrm>
                  <a:off x="6293193" y="664135"/>
                  <a:ext cx="4500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89" name="Ink 88">
                  <a:extLst>
                    <a:ext uri="{FF2B5EF4-FFF2-40B4-BE49-F238E27FC236}">
                      <a16:creationId xmlns:a16="http://schemas.microsoft.com/office/drawing/2014/main" id="{C5004D12-E606-EF0B-09E3-7B0754DD510E}"/>
                    </a:ext>
                  </a:extLst>
                </p14:cNvPr>
                <p14:cNvContentPartPr/>
                <p14:nvPr/>
              </p14:nvContentPartPr>
              <p14:xfrm>
                <a:off x="6372033" y="658375"/>
                <a:ext cx="87840" cy="107640"/>
              </p14:xfrm>
            </p:contentPart>
          </mc:Choice>
          <mc:Fallback xmlns="">
            <p:pic>
              <p:nvPicPr>
                <p:cNvPr id="89" name="Ink 88">
                  <a:extLst>
                    <a:ext uri="{FF2B5EF4-FFF2-40B4-BE49-F238E27FC236}">
                      <a16:creationId xmlns:a16="http://schemas.microsoft.com/office/drawing/2014/main" id="{C5004D12-E606-EF0B-09E3-7B0754DD510E}"/>
                    </a:ext>
                  </a:extLst>
                </p:cNvPr>
                <p:cNvPicPr/>
                <p:nvPr/>
              </p:nvPicPr>
              <p:blipFill>
                <a:blip r:embed="rId78"/>
                <a:stretch>
                  <a:fillRect/>
                </a:stretch>
              </p:blipFill>
              <p:spPr>
                <a:xfrm>
                  <a:off x="6362996" y="649375"/>
                  <a:ext cx="105553"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0" name="Ink 89">
                  <a:extLst>
                    <a:ext uri="{FF2B5EF4-FFF2-40B4-BE49-F238E27FC236}">
                      <a16:creationId xmlns:a16="http://schemas.microsoft.com/office/drawing/2014/main" id="{7A6F8774-17EB-617B-EF64-FF56DB8DC4FC}"/>
                    </a:ext>
                  </a:extLst>
                </p14:cNvPr>
                <p14:cNvContentPartPr/>
                <p14:nvPr/>
              </p14:nvContentPartPr>
              <p14:xfrm>
                <a:off x="6408033" y="629575"/>
                <a:ext cx="195840" cy="97920"/>
              </p14:xfrm>
            </p:contentPart>
          </mc:Choice>
          <mc:Fallback xmlns="">
            <p:pic>
              <p:nvPicPr>
                <p:cNvPr id="90" name="Ink 89">
                  <a:extLst>
                    <a:ext uri="{FF2B5EF4-FFF2-40B4-BE49-F238E27FC236}">
                      <a16:creationId xmlns:a16="http://schemas.microsoft.com/office/drawing/2014/main" id="{7A6F8774-17EB-617B-EF64-FF56DB8DC4FC}"/>
                    </a:ext>
                  </a:extLst>
                </p:cNvPr>
                <p:cNvPicPr/>
                <p:nvPr/>
              </p:nvPicPr>
              <p:blipFill>
                <a:blip r:embed="rId80"/>
                <a:stretch>
                  <a:fillRect/>
                </a:stretch>
              </p:blipFill>
              <p:spPr>
                <a:xfrm>
                  <a:off x="6399033" y="620575"/>
                  <a:ext cx="21348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1" name="Ink 90">
                  <a:extLst>
                    <a:ext uri="{FF2B5EF4-FFF2-40B4-BE49-F238E27FC236}">
                      <a16:creationId xmlns:a16="http://schemas.microsoft.com/office/drawing/2014/main" id="{E86ACCCF-E865-520B-4E7F-93A2FE33B288}"/>
                    </a:ext>
                  </a:extLst>
                </p14:cNvPr>
                <p14:cNvContentPartPr/>
                <p14:nvPr/>
              </p14:nvContentPartPr>
              <p14:xfrm>
                <a:off x="6215793" y="1290895"/>
                <a:ext cx="885240" cy="101880"/>
              </p14:xfrm>
            </p:contentPart>
          </mc:Choice>
          <mc:Fallback xmlns="">
            <p:pic>
              <p:nvPicPr>
                <p:cNvPr id="91" name="Ink 90">
                  <a:extLst>
                    <a:ext uri="{FF2B5EF4-FFF2-40B4-BE49-F238E27FC236}">
                      <a16:creationId xmlns:a16="http://schemas.microsoft.com/office/drawing/2014/main" id="{E86ACCCF-E865-520B-4E7F-93A2FE33B288}"/>
                    </a:ext>
                  </a:extLst>
                </p:cNvPr>
                <p:cNvPicPr/>
                <p:nvPr/>
              </p:nvPicPr>
              <p:blipFill>
                <a:blip r:embed="rId82"/>
                <a:stretch>
                  <a:fillRect/>
                </a:stretch>
              </p:blipFill>
              <p:spPr>
                <a:xfrm>
                  <a:off x="6206797" y="1281895"/>
                  <a:ext cx="902873"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2" name="Ink 91">
                  <a:extLst>
                    <a:ext uri="{FF2B5EF4-FFF2-40B4-BE49-F238E27FC236}">
                      <a16:creationId xmlns:a16="http://schemas.microsoft.com/office/drawing/2014/main" id="{3BE1828A-3ECF-70D3-7CA9-F01EEA8FAFDE}"/>
                    </a:ext>
                  </a:extLst>
                </p14:cNvPr>
                <p14:cNvContentPartPr/>
                <p14:nvPr/>
              </p14:nvContentPartPr>
              <p14:xfrm>
                <a:off x="7137393" y="1089295"/>
                <a:ext cx="21240" cy="453600"/>
              </p14:xfrm>
            </p:contentPart>
          </mc:Choice>
          <mc:Fallback xmlns="">
            <p:pic>
              <p:nvPicPr>
                <p:cNvPr id="92" name="Ink 91">
                  <a:extLst>
                    <a:ext uri="{FF2B5EF4-FFF2-40B4-BE49-F238E27FC236}">
                      <a16:creationId xmlns:a16="http://schemas.microsoft.com/office/drawing/2014/main" id="{3BE1828A-3ECF-70D3-7CA9-F01EEA8FAFDE}"/>
                    </a:ext>
                  </a:extLst>
                </p:cNvPr>
                <p:cNvPicPr/>
                <p:nvPr/>
              </p:nvPicPr>
              <p:blipFill>
                <a:blip r:embed="rId84"/>
                <a:stretch>
                  <a:fillRect/>
                </a:stretch>
              </p:blipFill>
              <p:spPr>
                <a:xfrm>
                  <a:off x="7128543" y="1080295"/>
                  <a:ext cx="38586"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3" name="Ink 92">
                  <a:extLst>
                    <a:ext uri="{FF2B5EF4-FFF2-40B4-BE49-F238E27FC236}">
                      <a16:creationId xmlns:a16="http://schemas.microsoft.com/office/drawing/2014/main" id="{8446F058-91E3-0B5A-C62F-6E87910300F5}"/>
                    </a:ext>
                  </a:extLst>
                </p14:cNvPr>
                <p14:cNvContentPartPr/>
                <p14:nvPr/>
              </p14:nvContentPartPr>
              <p14:xfrm>
                <a:off x="7170513" y="1024495"/>
                <a:ext cx="79920" cy="147960"/>
              </p14:xfrm>
            </p:contentPart>
          </mc:Choice>
          <mc:Fallback xmlns="">
            <p:pic>
              <p:nvPicPr>
                <p:cNvPr id="93" name="Ink 92">
                  <a:extLst>
                    <a:ext uri="{FF2B5EF4-FFF2-40B4-BE49-F238E27FC236}">
                      <a16:creationId xmlns:a16="http://schemas.microsoft.com/office/drawing/2014/main" id="{8446F058-91E3-0B5A-C62F-6E87910300F5}"/>
                    </a:ext>
                  </a:extLst>
                </p:cNvPr>
                <p:cNvPicPr/>
                <p:nvPr/>
              </p:nvPicPr>
              <p:blipFill>
                <a:blip r:embed="rId86"/>
                <a:stretch>
                  <a:fillRect/>
                </a:stretch>
              </p:blipFill>
              <p:spPr>
                <a:xfrm>
                  <a:off x="7161513" y="1015495"/>
                  <a:ext cx="975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94" name="Ink 93">
                  <a:extLst>
                    <a:ext uri="{FF2B5EF4-FFF2-40B4-BE49-F238E27FC236}">
                      <a16:creationId xmlns:a16="http://schemas.microsoft.com/office/drawing/2014/main" id="{FA7AB44A-9049-4C30-458C-844C785A64A8}"/>
                    </a:ext>
                  </a:extLst>
                </p14:cNvPr>
                <p14:cNvContentPartPr/>
                <p14:nvPr/>
              </p14:nvContentPartPr>
              <p14:xfrm>
                <a:off x="7589193" y="737575"/>
                <a:ext cx="114840" cy="125640"/>
              </p14:xfrm>
            </p:contentPart>
          </mc:Choice>
          <mc:Fallback xmlns="">
            <p:pic>
              <p:nvPicPr>
                <p:cNvPr id="94" name="Ink 93">
                  <a:extLst>
                    <a:ext uri="{FF2B5EF4-FFF2-40B4-BE49-F238E27FC236}">
                      <a16:creationId xmlns:a16="http://schemas.microsoft.com/office/drawing/2014/main" id="{FA7AB44A-9049-4C30-458C-844C785A64A8}"/>
                    </a:ext>
                  </a:extLst>
                </p:cNvPr>
                <p:cNvPicPr/>
                <p:nvPr/>
              </p:nvPicPr>
              <p:blipFill>
                <a:blip r:embed="rId88"/>
                <a:stretch>
                  <a:fillRect/>
                </a:stretch>
              </p:blipFill>
              <p:spPr>
                <a:xfrm>
                  <a:off x="7580221" y="728575"/>
                  <a:ext cx="132425"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95" name="Ink 94">
                  <a:extLst>
                    <a:ext uri="{FF2B5EF4-FFF2-40B4-BE49-F238E27FC236}">
                      <a16:creationId xmlns:a16="http://schemas.microsoft.com/office/drawing/2014/main" id="{1EE5F849-65EE-02DE-EF86-B7D58336E071}"/>
                    </a:ext>
                  </a:extLst>
                </p14:cNvPr>
                <p14:cNvContentPartPr/>
                <p14:nvPr/>
              </p14:nvContentPartPr>
              <p14:xfrm>
                <a:off x="7802313" y="677455"/>
                <a:ext cx="28080" cy="174960"/>
              </p14:xfrm>
            </p:contentPart>
          </mc:Choice>
          <mc:Fallback xmlns="">
            <p:pic>
              <p:nvPicPr>
                <p:cNvPr id="95" name="Ink 94">
                  <a:extLst>
                    <a:ext uri="{FF2B5EF4-FFF2-40B4-BE49-F238E27FC236}">
                      <a16:creationId xmlns:a16="http://schemas.microsoft.com/office/drawing/2014/main" id="{1EE5F849-65EE-02DE-EF86-B7D58336E071}"/>
                    </a:ext>
                  </a:extLst>
                </p:cNvPr>
                <p:cNvPicPr/>
                <p:nvPr/>
              </p:nvPicPr>
              <p:blipFill>
                <a:blip r:embed="rId90"/>
                <a:stretch>
                  <a:fillRect/>
                </a:stretch>
              </p:blipFill>
              <p:spPr>
                <a:xfrm>
                  <a:off x="7793313" y="668455"/>
                  <a:ext cx="457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96" name="Ink 95">
                  <a:extLst>
                    <a:ext uri="{FF2B5EF4-FFF2-40B4-BE49-F238E27FC236}">
                      <a16:creationId xmlns:a16="http://schemas.microsoft.com/office/drawing/2014/main" id="{B386B5E8-885E-C6B8-1CE3-3BA3333AF6B8}"/>
                    </a:ext>
                  </a:extLst>
                </p14:cNvPr>
                <p14:cNvContentPartPr/>
                <p14:nvPr/>
              </p14:nvContentPartPr>
              <p14:xfrm>
                <a:off x="7840113" y="723535"/>
                <a:ext cx="148680" cy="130320"/>
              </p14:xfrm>
            </p:contentPart>
          </mc:Choice>
          <mc:Fallback xmlns="">
            <p:pic>
              <p:nvPicPr>
                <p:cNvPr id="96" name="Ink 95">
                  <a:extLst>
                    <a:ext uri="{FF2B5EF4-FFF2-40B4-BE49-F238E27FC236}">
                      <a16:creationId xmlns:a16="http://schemas.microsoft.com/office/drawing/2014/main" id="{B386B5E8-885E-C6B8-1CE3-3BA3333AF6B8}"/>
                    </a:ext>
                  </a:extLst>
                </p:cNvPr>
                <p:cNvPicPr/>
                <p:nvPr/>
              </p:nvPicPr>
              <p:blipFill>
                <a:blip r:embed="rId92"/>
                <a:stretch>
                  <a:fillRect/>
                </a:stretch>
              </p:blipFill>
              <p:spPr>
                <a:xfrm>
                  <a:off x="7831113" y="714535"/>
                  <a:ext cx="16632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97" name="Ink 96">
                  <a:extLst>
                    <a:ext uri="{FF2B5EF4-FFF2-40B4-BE49-F238E27FC236}">
                      <a16:creationId xmlns:a16="http://schemas.microsoft.com/office/drawing/2014/main" id="{E19F51F0-9A25-0868-3A97-CA84EF0918B1}"/>
                    </a:ext>
                  </a:extLst>
                </p14:cNvPr>
                <p14:cNvContentPartPr/>
                <p14:nvPr/>
              </p14:nvContentPartPr>
              <p14:xfrm>
                <a:off x="8004993" y="708055"/>
                <a:ext cx="112680" cy="114120"/>
              </p14:xfrm>
            </p:contentPart>
          </mc:Choice>
          <mc:Fallback xmlns="">
            <p:pic>
              <p:nvPicPr>
                <p:cNvPr id="97" name="Ink 96">
                  <a:extLst>
                    <a:ext uri="{FF2B5EF4-FFF2-40B4-BE49-F238E27FC236}">
                      <a16:creationId xmlns:a16="http://schemas.microsoft.com/office/drawing/2014/main" id="{E19F51F0-9A25-0868-3A97-CA84EF0918B1}"/>
                    </a:ext>
                  </a:extLst>
                </p:cNvPr>
                <p:cNvPicPr/>
                <p:nvPr/>
              </p:nvPicPr>
              <p:blipFill>
                <a:blip r:embed="rId94"/>
                <a:stretch>
                  <a:fillRect/>
                </a:stretch>
              </p:blipFill>
              <p:spPr>
                <a:xfrm>
                  <a:off x="7995993" y="699055"/>
                  <a:ext cx="1303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98" name="Ink 97">
                  <a:extLst>
                    <a:ext uri="{FF2B5EF4-FFF2-40B4-BE49-F238E27FC236}">
                      <a16:creationId xmlns:a16="http://schemas.microsoft.com/office/drawing/2014/main" id="{156785A0-FAEB-CDF8-3764-F66441A03918}"/>
                    </a:ext>
                  </a:extLst>
                </p14:cNvPr>
                <p14:cNvContentPartPr/>
                <p14:nvPr/>
              </p14:nvContentPartPr>
              <p14:xfrm>
                <a:off x="7161873" y="1366855"/>
                <a:ext cx="374760" cy="984600"/>
              </p14:xfrm>
            </p:contentPart>
          </mc:Choice>
          <mc:Fallback xmlns="">
            <p:pic>
              <p:nvPicPr>
                <p:cNvPr id="98" name="Ink 97">
                  <a:extLst>
                    <a:ext uri="{FF2B5EF4-FFF2-40B4-BE49-F238E27FC236}">
                      <a16:creationId xmlns:a16="http://schemas.microsoft.com/office/drawing/2014/main" id="{156785A0-FAEB-CDF8-3764-F66441A03918}"/>
                    </a:ext>
                  </a:extLst>
                </p:cNvPr>
                <p:cNvPicPr/>
                <p:nvPr/>
              </p:nvPicPr>
              <p:blipFill>
                <a:blip r:embed="rId96"/>
                <a:stretch>
                  <a:fillRect/>
                </a:stretch>
              </p:blipFill>
              <p:spPr>
                <a:xfrm>
                  <a:off x="7152873" y="1357855"/>
                  <a:ext cx="392400" cy="10022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99" name="Ink 98">
                  <a:extLst>
                    <a:ext uri="{FF2B5EF4-FFF2-40B4-BE49-F238E27FC236}">
                      <a16:creationId xmlns:a16="http://schemas.microsoft.com/office/drawing/2014/main" id="{8102616D-C560-3058-5D1B-E4AAE14343A1}"/>
                    </a:ext>
                  </a:extLst>
                </p14:cNvPr>
                <p14:cNvContentPartPr/>
                <p14:nvPr/>
              </p14:nvContentPartPr>
              <p14:xfrm>
                <a:off x="7277073" y="2404735"/>
                <a:ext cx="207000" cy="17640"/>
              </p14:xfrm>
            </p:contentPart>
          </mc:Choice>
          <mc:Fallback xmlns="">
            <p:pic>
              <p:nvPicPr>
                <p:cNvPr id="99" name="Ink 98">
                  <a:extLst>
                    <a:ext uri="{FF2B5EF4-FFF2-40B4-BE49-F238E27FC236}">
                      <a16:creationId xmlns:a16="http://schemas.microsoft.com/office/drawing/2014/main" id="{8102616D-C560-3058-5D1B-E4AAE14343A1}"/>
                    </a:ext>
                  </a:extLst>
                </p:cNvPr>
                <p:cNvPicPr/>
                <p:nvPr/>
              </p:nvPicPr>
              <p:blipFill>
                <a:blip r:embed="rId98"/>
                <a:stretch>
                  <a:fillRect/>
                </a:stretch>
              </p:blipFill>
              <p:spPr>
                <a:xfrm>
                  <a:off x="7268073" y="2395735"/>
                  <a:ext cx="2246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00" name="Ink 99">
                  <a:extLst>
                    <a:ext uri="{FF2B5EF4-FFF2-40B4-BE49-F238E27FC236}">
                      <a16:creationId xmlns:a16="http://schemas.microsoft.com/office/drawing/2014/main" id="{F52F1513-53FC-8DC0-DF97-398B1A945CE5}"/>
                    </a:ext>
                  </a:extLst>
                </p14:cNvPr>
                <p14:cNvContentPartPr/>
                <p14:nvPr/>
              </p14:nvContentPartPr>
              <p14:xfrm>
                <a:off x="7376073" y="2497975"/>
                <a:ext cx="65520" cy="14040"/>
              </p14:xfrm>
            </p:contentPart>
          </mc:Choice>
          <mc:Fallback xmlns="">
            <p:pic>
              <p:nvPicPr>
                <p:cNvPr id="100" name="Ink 99">
                  <a:extLst>
                    <a:ext uri="{FF2B5EF4-FFF2-40B4-BE49-F238E27FC236}">
                      <a16:creationId xmlns:a16="http://schemas.microsoft.com/office/drawing/2014/main" id="{F52F1513-53FC-8DC0-DF97-398B1A945CE5}"/>
                    </a:ext>
                  </a:extLst>
                </p:cNvPr>
                <p:cNvPicPr/>
                <p:nvPr/>
              </p:nvPicPr>
              <p:blipFill>
                <a:blip r:embed="rId100"/>
                <a:stretch>
                  <a:fillRect/>
                </a:stretch>
              </p:blipFill>
              <p:spPr>
                <a:xfrm>
                  <a:off x="7367073" y="2488975"/>
                  <a:ext cx="831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01" name="Ink 100">
                  <a:extLst>
                    <a:ext uri="{FF2B5EF4-FFF2-40B4-BE49-F238E27FC236}">
                      <a16:creationId xmlns:a16="http://schemas.microsoft.com/office/drawing/2014/main" id="{F8C2A2E0-D8AC-259C-7676-C4648BFE8740}"/>
                    </a:ext>
                  </a:extLst>
                </p14:cNvPr>
                <p14:cNvContentPartPr/>
                <p14:nvPr/>
              </p14:nvContentPartPr>
              <p14:xfrm>
                <a:off x="7646433" y="1755655"/>
                <a:ext cx="108720" cy="177480"/>
              </p14:xfrm>
            </p:contentPart>
          </mc:Choice>
          <mc:Fallback xmlns="">
            <p:pic>
              <p:nvPicPr>
                <p:cNvPr id="101" name="Ink 100">
                  <a:extLst>
                    <a:ext uri="{FF2B5EF4-FFF2-40B4-BE49-F238E27FC236}">
                      <a16:creationId xmlns:a16="http://schemas.microsoft.com/office/drawing/2014/main" id="{F8C2A2E0-D8AC-259C-7676-C4648BFE8740}"/>
                    </a:ext>
                  </a:extLst>
                </p:cNvPr>
                <p:cNvPicPr/>
                <p:nvPr/>
              </p:nvPicPr>
              <p:blipFill>
                <a:blip r:embed="rId102"/>
                <a:stretch>
                  <a:fillRect/>
                </a:stretch>
              </p:blipFill>
              <p:spPr>
                <a:xfrm>
                  <a:off x="7637433" y="1746655"/>
                  <a:ext cx="1263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02" name="Ink 101">
                  <a:extLst>
                    <a:ext uri="{FF2B5EF4-FFF2-40B4-BE49-F238E27FC236}">
                      <a16:creationId xmlns:a16="http://schemas.microsoft.com/office/drawing/2014/main" id="{28FA395C-0012-256F-88A4-A0440C35D28B}"/>
                    </a:ext>
                  </a:extLst>
                </p14:cNvPr>
                <p14:cNvContentPartPr/>
                <p14:nvPr/>
              </p14:nvContentPartPr>
              <p14:xfrm>
                <a:off x="7836873" y="1790215"/>
                <a:ext cx="65160" cy="134280"/>
              </p14:xfrm>
            </p:contentPart>
          </mc:Choice>
          <mc:Fallback xmlns="">
            <p:pic>
              <p:nvPicPr>
                <p:cNvPr id="102" name="Ink 101">
                  <a:extLst>
                    <a:ext uri="{FF2B5EF4-FFF2-40B4-BE49-F238E27FC236}">
                      <a16:creationId xmlns:a16="http://schemas.microsoft.com/office/drawing/2014/main" id="{28FA395C-0012-256F-88A4-A0440C35D28B}"/>
                    </a:ext>
                  </a:extLst>
                </p:cNvPr>
                <p:cNvPicPr/>
                <p:nvPr/>
              </p:nvPicPr>
              <p:blipFill>
                <a:blip r:embed="rId104"/>
                <a:stretch>
                  <a:fillRect/>
                </a:stretch>
              </p:blipFill>
              <p:spPr>
                <a:xfrm>
                  <a:off x="7827873" y="1781215"/>
                  <a:ext cx="8280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03" name="Ink 102">
                  <a:extLst>
                    <a:ext uri="{FF2B5EF4-FFF2-40B4-BE49-F238E27FC236}">
                      <a16:creationId xmlns:a16="http://schemas.microsoft.com/office/drawing/2014/main" id="{586705EC-C513-1516-81F4-4A462A6CAEA7}"/>
                    </a:ext>
                  </a:extLst>
                </p14:cNvPr>
                <p14:cNvContentPartPr/>
                <p14:nvPr/>
              </p14:nvContentPartPr>
              <p14:xfrm>
                <a:off x="7911753" y="1891015"/>
                <a:ext cx="98280" cy="127440"/>
              </p14:xfrm>
            </p:contentPart>
          </mc:Choice>
          <mc:Fallback xmlns="">
            <p:pic>
              <p:nvPicPr>
                <p:cNvPr id="103" name="Ink 102">
                  <a:extLst>
                    <a:ext uri="{FF2B5EF4-FFF2-40B4-BE49-F238E27FC236}">
                      <a16:creationId xmlns:a16="http://schemas.microsoft.com/office/drawing/2014/main" id="{586705EC-C513-1516-81F4-4A462A6CAEA7}"/>
                    </a:ext>
                  </a:extLst>
                </p:cNvPr>
                <p:cNvPicPr/>
                <p:nvPr/>
              </p:nvPicPr>
              <p:blipFill>
                <a:blip r:embed="rId106"/>
                <a:stretch>
                  <a:fillRect/>
                </a:stretch>
              </p:blipFill>
              <p:spPr>
                <a:xfrm>
                  <a:off x="7902753" y="1882015"/>
                  <a:ext cx="1159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04" name="Ink 103">
                  <a:extLst>
                    <a:ext uri="{FF2B5EF4-FFF2-40B4-BE49-F238E27FC236}">
                      <a16:creationId xmlns:a16="http://schemas.microsoft.com/office/drawing/2014/main" id="{003E7808-2BCB-6999-3320-17CF89A99BA3}"/>
                    </a:ext>
                  </a:extLst>
                </p14:cNvPr>
                <p14:cNvContentPartPr/>
                <p14:nvPr/>
              </p14:nvContentPartPr>
              <p14:xfrm>
                <a:off x="8077353" y="1831615"/>
                <a:ext cx="72720" cy="5400"/>
              </p14:xfrm>
            </p:contentPart>
          </mc:Choice>
          <mc:Fallback xmlns="">
            <p:pic>
              <p:nvPicPr>
                <p:cNvPr id="104" name="Ink 103">
                  <a:extLst>
                    <a:ext uri="{FF2B5EF4-FFF2-40B4-BE49-F238E27FC236}">
                      <a16:creationId xmlns:a16="http://schemas.microsoft.com/office/drawing/2014/main" id="{003E7808-2BCB-6999-3320-17CF89A99BA3}"/>
                    </a:ext>
                  </a:extLst>
                </p:cNvPr>
                <p:cNvPicPr/>
                <p:nvPr/>
              </p:nvPicPr>
              <p:blipFill>
                <a:blip r:embed="rId108"/>
                <a:stretch>
                  <a:fillRect/>
                </a:stretch>
              </p:blipFill>
              <p:spPr>
                <a:xfrm>
                  <a:off x="8068353" y="1822615"/>
                  <a:ext cx="903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05" name="Ink 104">
                  <a:extLst>
                    <a:ext uri="{FF2B5EF4-FFF2-40B4-BE49-F238E27FC236}">
                      <a16:creationId xmlns:a16="http://schemas.microsoft.com/office/drawing/2014/main" id="{AD8F44EC-7BEE-BB58-2842-350C686B3A3A}"/>
                    </a:ext>
                  </a:extLst>
                </p14:cNvPr>
                <p14:cNvContentPartPr/>
                <p14:nvPr/>
              </p14:nvContentPartPr>
              <p14:xfrm>
                <a:off x="8078793" y="1874815"/>
                <a:ext cx="41400" cy="8280"/>
              </p14:xfrm>
            </p:contentPart>
          </mc:Choice>
          <mc:Fallback xmlns="">
            <p:pic>
              <p:nvPicPr>
                <p:cNvPr id="105" name="Ink 104">
                  <a:extLst>
                    <a:ext uri="{FF2B5EF4-FFF2-40B4-BE49-F238E27FC236}">
                      <a16:creationId xmlns:a16="http://schemas.microsoft.com/office/drawing/2014/main" id="{AD8F44EC-7BEE-BB58-2842-350C686B3A3A}"/>
                    </a:ext>
                  </a:extLst>
                </p:cNvPr>
                <p:cNvPicPr/>
                <p:nvPr/>
              </p:nvPicPr>
              <p:blipFill>
                <a:blip r:embed="rId110"/>
                <a:stretch>
                  <a:fillRect/>
                </a:stretch>
              </p:blipFill>
              <p:spPr>
                <a:xfrm>
                  <a:off x="8069793" y="1865815"/>
                  <a:ext cx="590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06" name="Ink 105">
                  <a:extLst>
                    <a:ext uri="{FF2B5EF4-FFF2-40B4-BE49-F238E27FC236}">
                      <a16:creationId xmlns:a16="http://schemas.microsoft.com/office/drawing/2014/main" id="{0612CAF3-36E5-4F25-C1A2-85F841749309}"/>
                    </a:ext>
                  </a:extLst>
                </p14:cNvPr>
                <p14:cNvContentPartPr/>
                <p14:nvPr/>
              </p14:nvContentPartPr>
              <p14:xfrm>
                <a:off x="8267793" y="1722175"/>
                <a:ext cx="86400" cy="134280"/>
              </p14:xfrm>
            </p:contentPart>
          </mc:Choice>
          <mc:Fallback xmlns="">
            <p:pic>
              <p:nvPicPr>
                <p:cNvPr id="106" name="Ink 105">
                  <a:extLst>
                    <a:ext uri="{FF2B5EF4-FFF2-40B4-BE49-F238E27FC236}">
                      <a16:creationId xmlns:a16="http://schemas.microsoft.com/office/drawing/2014/main" id="{0612CAF3-36E5-4F25-C1A2-85F841749309}"/>
                    </a:ext>
                  </a:extLst>
                </p:cNvPr>
                <p:cNvPicPr/>
                <p:nvPr/>
              </p:nvPicPr>
              <p:blipFill>
                <a:blip r:embed="rId112"/>
                <a:stretch>
                  <a:fillRect/>
                </a:stretch>
              </p:blipFill>
              <p:spPr>
                <a:xfrm>
                  <a:off x="8258755" y="1713151"/>
                  <a:ext cx="104114" cy="151967"/>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07" name="Ink 106">
                  <a:extLst>
                    <a:ext uri="{FF2B5EF4-FFF2-40B4-BE49-F238E27FC236}">
                      <a16:creationId xmlns:a16="http://schemas.microsoft.com/office/drawing/2014/main" id="{614AD950-CFAA-E16C-23FF-9CEF45173C51}"/>
                    </a:ext>
                  </a:extLst>
                </p14:cNvPr>
                <p14:cNvContentPartPr/>
                <p14:nvPr/>
              </p14:nvContentPartPr>
              <p14:xfrm>
                <a:off x="8435913" y="1644055"/>
                <a:ext cx="163080" cy="200520"/>
              </p14:xfrm>
            </p:contentPart>
          </mc:Choice>
          <mc:Fallback xmlns="">
            <p:pic>
              <p:nvPicPr>
                <p:cNvPr id="107" name="Ink 106">
                  <a:extLst>
                    <a:ext uri="{FF2B5EF4-FFF2-40B4-BE49-F238E27FC236}">
                      <a16:creationId xmlns:a16="http://schemas.microsoft.com/office/drawing/2014/main" id="{614AD950-CFAA-E16C-23FF-9CEF45173C51}"/>
                    </a:ext>
                  </a:extLst>
                </p:cNvPr>
                <p:cNvPicPr/>
                <p:nvPr/>
              </p:nvPicPr>
              <p:blipFill>
                <a:blip r:embed="rId114"/>
                <a:stretch>
                  <a:fillRect/>
                </a:stretch>
              </p:blipFill>
              <p:spPr>
                <a:xfrm>
                  <a:off x="8426913" y="1635055"/>
                  <a:ext cx="18072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08" name="Ink 107">
                  <a:extLst>
                    <a:ext uri="{FF2B5EF4-FFF2-40B4-BE49-F238E27FC236}">
                      <a16:creationId xmlns:a16="http://schemas.microsoft.com/office/drawing/2014/main" id="{08576E4D-3D1E-8D0F-BB5B-2A5BAB573088}"/>
                    </a:ext>
                  </a:extLst>
                </p14:cNvPr>
                <p14:cNvContentPartPr/>
                <p14:nvPr/>
              </p14:nvContentPartPr>
              <p14:xfrm>
                <a:off x="8531673" y="1663855"/>
                <a:ext cx="145080" cy="156960"/>
              </p14:xfrm>
            </p:contentPart>
          </mc:Choice>
          <mc:Fallback xmlns="">
            <p:pic>
              <p:nvPicPr>
                <p:cNvPr id="108" name="Ink 107">
                  <a:extLst>
                    <a:ext uri="{FF2B5EF4-FFF2-40B4-BE49-F238E27FC236}">
                      <a16:creationId xmlns:a16="http://schemas.microsoft.com/office/drawing/2014/main" id="{08576E4D-3D1E-8D0F-BB5B-2A5BAB573088}"/>
                    </a:ext>
                  </a:extLst>
                </p:cNvPr>
                <p:cNvPicPr/>
                <p:nvPr/>
              </p:nvPicPr>
              <p:blipFill>
                <a:blip r:embed="rId116"/>
                <a:stretch>
                  <a:fillRect/>
                </a:stretch>
              </p:blipFill>
              <p:spPr>
                <a:xfrm>
                  <a:off x="8522673" y="1654855"/>
                  <a:ext cx="16272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09" name="Ink 108">
                  <a:extLst>
                    <a:ext uri="{FF2B5EF4-FFF2-40B4-BE49-F238E27FC236}">
                      <a16:creationId xmlns:a16="http://schemas.microsoft.com/office/drawing/2014/main" id="{5926212E-F9D1-3D07-5253-94ACF4AADA29}"/>
                    </a:ext>
                  </a:extLst>
                </p14:cNvPr>
                <p14:cNvContentPartPr/>
                <p14:nvPr/>
              </p14:nvContentPartPr>
              <p14:xfrm>
                <a:off x="8679273" y="1690135"/>
                <a:ext cx="69120" cy="106560"/>
              </p14:xfrm>
            </p:contentPart>
          </mc:Choice>
          <mc:Fallback xmlns="">
            <p:pic>
              <p:nvPicPr>
                <p:cNvPr id="109" name="Ink 108">
                  <a:extLst>
                    <a:ext uri="{FF2B5EF4-FFF2-40B4-BE49-F238E27FC236}">
                      <a16:creationId xmlns:a16="http://schemas.microsoft.com/office/drawing/2014/main" id="{5926212E-F9D1-3D07-5253-94ACF4AADA29}"/>
                    </a:ext>
                  </a:extLst>
                </p:cNvPr>
                <p:cNvPicPr/>
                <p:nvPr/>
              </p:nvPicPr>
              <p:blipFill>
                <a:blip r:embed="rId118"/>
                <a:stretch>
                  <a:fillRect/>
                </a:stretch>
              </p:blipFill>
              <p:spPr>
                <a:xfrm>
                  <a:off x="8670273" y="1681104"/>
                  <a:ext cx="86760" cy="1242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10" name="Ink 109">
                  <a:extLst>
                    <a:ext uri="{FF2B5EF4-FFF2-40B4-BE49-F238E27FC236}">
                      <a16:creationId xmlns:a16="http://schemas.microsoft.com/office/drawing/2014/main" id="{EBF1CF9E-06AF-8CE5-7201-EC4ADD713B70}"/>
                    </a:ext>
                  </a:extLst>
                </p14:cNvPr>
                <p14:cNvContentPartPr/>
                <p14:nvPr/>
              </p14:nvContentPartPr>
              <p14:xfrm>
                <a:off x="8768193" y="1668895"/>
                <a:ext cx="68040" cy="155520"/>
              </p14:xfrm>
            </p:contentPart>
          </mc:Choice>
          <mc:Fallback xmlns="">
            <p:pic>
              <p:nvPicPr>
                <p:cNvPr id="110" name="Ink 109">
                  <a:extLst>
                    <a:ext uri="{FF2B5EF4-FFF2-40B4-BE49-F238E27FC236}">
                      <a16:creationId xmlns:a16="http://schemas.microsoft.com/office/drawing/2014/main" id="{EBF1CF9E-06AF-8CE5-7201-EC4ADD713B70}"/>
                    </a:ext>
                  </a:extLst>
                </p:cNvPr>
                <p:cNvPicPr/>
                <p:nvPr/>
              </p:nvPicPr>
              <p:blipFill>
                <a:blip r:embed="rId120"/>
                <a:stretch>
                  <a:fillRect/>
                </a:stretch>
              </p:blipFill>
              <p:spPr>
                <a:xfrm>
                  <a:off x="8759193" y="1659895"/>
                  <a:ext cx="856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11" name="Ink 110">
                  <a:extLst>
                    <a:ext uri="{FF2B5EF4-FFF2-40B4-BE49-F238E27FC236}">
                      <a16:creationId xmlns:a16="http://schemas.microsoft.com/office/drawing/2014/main" id="{F91FB572-CEE9-EF95-A13E-7351ADD4FAAD}"/>
                    </a:ext>
                  </a:extLst>
                </p14:cNvPr>
                <p14:cNvContentPartPr/>
                <p14:nvPr/>
              </p14:nvContentPartPr>
              <p14:xfrm>
                <a:off x="8824713" y="1669975"/>
                <a:ext cx="142920" cy="133200"/>
              </p14:xfrm>
            </p:contentPart>
          </mc:Choice>
          <mc:Fallback xmlns="">
            <p:pic>
              <p:nvPicPr>
                <p:cNvPr id="111" name="Ink 110">
                  <a:extLst>
                    <a:ext uri="{FF2B5EF4-FFF2-40B4-BE49-F238E27FC236}">
                      <a16:creationId xmlns:a16="http://schemas.microsoft.com/office/drawing/2014/main" id="{F91FB572-CEE9-EF95-A13E-7351ADD4FAAD}"/>
                    </a:ext>
                  </a:extLst>
                </p:cNvPr>
                <p:cNvPicPr/>
                <p:nvPr/>
              </p:nvPicPr>
              <p:blipFill>
                <a:blip r:embed="rId122"/>
                <a:stretch>
                  <a:fillRect/>
                </a:stretch>
              </p:blipFill>
              <p:spPr>
                <a:xfrm>
                  <a:off x="8815690" y="1660975"/>
                  <a:ext cx="160605"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12" name="Ink 111">
                  <a:extLst>
                    <a:ext uri="{FF2B5EF4-FFF2-40B4-BE49-F238E27FC236}">
                      <a16:creationId xmlns:a16="http://schemas.microsoft.com/office/drawing/2014/main" id="{E52F4E0B-E3FC-72DF-C33F-5A78CE6B7F62}"/>
                    </a:ext>
                  </a:extLst>
                </p14:cNvPr>
                <p14:cNvContentPartPr/>
                <p14:nvPr/>
              </p14:nvContentPartPr>
              <p14:xfrm>
                <a:off x="6312273" y="984895"/>
                <a:ext cx="79200" cy="129600"/>
              </p14:xfrm>
            </p:contentPart>
          </mc:Choice>
          <mc:Fallback xmlns="">
            <p:pic>
              <p:nvPicPr>
                <p:cNvPr id="112" name="Ink 111">
                  <a:extLst>
                    <a:ext uri="{FF2B5EF4-FFF2-40B4-BE49-F238E27FC236}">
                      <a16:creationId xmlns:a16="http://schemas.microsoft.com/office/drawing/2014/main" id="{E52F4E0B-E3FC-72DF-C33F-5A78CE6B7F62}"/>
                    </a:ext>
                  </a:extLst>
                </p:cNvPr>
                <p:cNvPicPr/>
                <p:nvPr/>
              </p:nvPicPr>
              <p:blipFill>
                <a:blip r:embed="rId124"/>
                <a:stretch>
                  <a:fillRect/>
                </a:stretch>
              </p:blipFill>
              <p:spPr>
                <a:xfrm>
                  <a:off x="6303273" y="975895"/>
                  <a:ext cx="9684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13" name="Ink 112">
                  <a:extLst>
                    <a:ext uri="{FF2B5EF4-FFF2-40B4-BE49-F238E27FC236}">
                      <a16:creationId xmlns:a16="http://schemas.microsoft.com/office/drawing/2014/main" id="{1E385C4E-D9B2-50C1-EB80-165295873746}"/>
                    </a:ext>
                  </a:extLst>
                </p14:cNvPr>
                <p14:cNvContentPartPr/>
                <p14:nvPr/>
              </p14:nvContentPartPr>
              <p14:xfrm>
                <a:off x="6329553" y="949615"/>
                <a:ext cx="99000" cy="25920"/>
              </p14:xfrm>
            </p:contentPart>
          </mc:Choice>
          <mc:Fallback xmlns="">
            <p:pic>
              <p:nvPicPr>
                <p:cNvPr id="113" name="Ink 112">
                  <a:extLst>
                    <a:ext uri="{FF2B5EF4-FFF2-40B4-BE49-F238E27FC236}">
                      <a16:creationId xmlns:a16="http://schemas.microsoft.com/office/drawing/2014/main" id="{1E385C4E-D9B2-50C1-EB80-165295873746}"/>
                    </a:ext>
                  </a:extLst>
                </p:cNvPr>
                <p:cNvPicPr/>
                <p:nvPr/>
              </p:nvPicPr>
              <p:blipFill>
                <a:blip r:embed="rId126"/>
                <a:stretch>
                  <a:fillRect/>
                </a:stretch>
              </p:blipFill>
              <p:spPr>
                <a:xfrm>
                  <a:off x="6320553" y="940615"/>
                  <a:ext cx="1166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14" name="Ink 113">
                  <a:extLst>
                    <a:ext uri="{FF2B5EF4-FFF2-40B4-BE49-F238E27FC236}">
                      <a16:creationId xmlns:a16="http://schemas.microsoft.com/office/drawing/2014/main" id="{7CBE9752-B1B3-AB71-AC47-4B8526570443}"/>
                    </a:ext>
                  </a:extLst>
                </p14:cNvPr>
                <p14:cNvContentPartPr/>
                <p14:nvPr/>
              </p14:nvContentPartPr>
              <p14:xfrm>
                <a:off x="5989353" y="964015"/>
                <a:ext cx="14760" cy="197280"/>
              </p14:xfrm>
            </p:contentPart>
          </mc:Choice>
          <mc:Fallback xmlns="">
            <p:pic>
              <p:nvPicPr>
                <p:cNvPr id="114" name="Ink 113">
                  <a:extLst>
                    <a:ext uri="{FF2B5EF4-FFF2-40B4-BE49-F238E27FC236}">
                      <a16:creationId xmlns:a16="http://schemas.microsoft.com/office/drawing/2014/main" id="{7CBE9752-B1B3-AB71-AC47-4B8526570443}"/>
                    </a:ext>
                  </a:extLst>
                </p:cNvPr>
                <p:cNvPicPr/>
                <p:nvPr/>
              </p:nvPicPr>
              <p:blipFill>
                <a:blip r:embed="rId128"/>
                <a:stretch>
                  <a:fillRect/>
                </a:stretch>
              </p:blipFill>
              <p:spPr>
                <a:xfrm>
                  <a:off x="5980353" y="955015"/>
                  <a:ext cx="3240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15" name="Ink 114">
                  <a:extLst>
                    <a:ext uri="{FF2B5EF4-FFF2-40B4-BE49-F238E27FC236}">
                      <a16:creationId xmlns:a16="http://schemas.microsoft.com/office/drawing/2014/main" id="{7687BAEE-EC16-3636-581D-ED66B46C3900}"/>
                    </a:ext>
                  </a:extLst>
                </p14:cNvPr>
                <p14:cNvContentPartPr/>
                <p14:nvPr/>
              </p14:nvContentPartPr>
              <p14:xfrm>
                <a:off x="5911233" y="1102975"/>
                <a:ext cx="101160" cy="84600"/>
              </p14:xfrm>
            </p:contentPart>
          </mc:Choice>
          <mc:Fallback xmlns="">
            <p:pic>
              <p:nvPicPr>
                <p:cNvPr id="115" name="Ink 114">
                  <a:extLst>
                    <a:ext uri="{FF2B5EF4-FFF2-40B4-BE49-F238E27FC236}">
                      <a16:creationId xmlns:a16="http://schemas.microsoft.com/office/drawing/2014/main" id="{7687BAEE-EC16-3636-581D-ED66B46C3900}"/>
                    </a:ext>
                  </a:extLst>
                </p:cNvPr>
                <p:cNvPicPr/>
                <p:nvPr/>
              </p:nvPicPr>
              <p:blipFill>
                <a:blip r:embed="rId130"/>
                <a:stretch>
                  <a:fillRect/>
                </a:stretch>
              </p:blipFill>
              <p:spPr>
                <a:xfrm>
                  <a:off x="5902233" y="1093975"/>
                  <a:ext cx="1188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16" name="Ink 115">
                  <a:extLst>
                    <a:ext uri="{FF2B5EF4-FFF2-40B4-BE49-F238E27FC236}">
                      <a16:creationId xmlns:a16="http://schemas.microsoft.com/office/drawing/2014/main" id="{BE2299DD-359D-8BEE-67F0-97168A087E44}"/>
                    </a:ext>
                  </a:extLst>
                </p14:cNvPr>
                <p14:cNvContentPartPr/>
                <p14:nvPr/>
              </p14:nvContentPartPr>
              <p14:xfrm>
                <a:off x="6149553" y="1351735"/>
                <a:ext cx="81360" cy="47160"/>
              </p14:xfrm>
            </p:contentPart>
          </mc:Choice>
          <mc:Fallback xmlns="">
            <p:pic>
              <p:nvPicPr>
                <p:cNvPr id="116" name="Ink 115">
                  <a:extLst>
                    <a:ext uri="{FF2B5EF4-FFF2-40B4-BE49-F238E27FC236}">
                      <a16:creationId xmlns:a16="http://schemas.microsoft.com/office/drawing/2014/main" id="{BE2299DD-359D-8BEE-67F0-97168A087E44}"/>
                    </a:ext>
                  </a:extLst>
                </p:cNvPr>
                <p:cNvPicPr/>
                <p:nvPr/>
              </p:nvPicPr>
              <p:blipFill>
                <a:blip r:embed="rId132"/>
                <a:stretch>
                  <a:fillRect/>
                </a:stretch>
              </p:blipFill>
              <p:spPr>
                <a:xfrm>
                  <a:off x="6140553" y="1342735"/>
                  <a:ext cx="990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17" name="Ink 116">
                  <a:extLst>
                    <a:ext uri="{FF2B5EF4-FFF2-40B4-BE49-F238E27FC236}">
                      <a16:creationId xmlns:a16="http://schemas.microsoft.com/office/drawing/2014/main" id="{30301764-0543-B28F-6DAA-9AF121E38B3F}"/>
                    </a:ext>
                  </a:extLst>
                </p14:cNvPr>
                <p14:cNvContentPartPr/>
                <p14:nvPr/>
              </p14:nvContentPartPr>
              <p14:xfrm>
                <a:off x="5927073" y="1371535"/>
                <a:ext cx="87840" cy="90360"/>
              </p14:xfrm>
            </p:contentPart>
          </mc:Choice>
          <mc:Fallback xmlns="">
            <p:pic>
              <p:nvPicPr>
                <p:cNvPr id="117" name="Ink 116">
                  <a:extLst>
                    <a:ext uri="{FF2B5EF4-FFF2-40B4-BE49-F238E27FC236}">
                      <a16:creationId xmlns:a16="http://schemas.microsoft.com/office/drawing/2014/main" id="{30301764-0543-B28F-6DAA-9AF121E38B3F}"/>
                    </a:ext>
                  </a:extLst>
                </p:cNvPr>
                <p:cNvPicPr/>
                <p:nvPr/>
              </p:nvPicPr>
              <p:blipFill>
                <a:blip r:embed="rId134"/>
                <a:stretch>
                  <a:fillRect/>
                </a:stretch>
              </p:blipFill>
              <p:spPr>
                <a:xfrm>
                  <a:off x="5918073" y="1362535"/>
                  <a:ext cx="10548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18" name="Ink 117">
                  <a:extLst>
                    <a:ext uri="{FF2B5EF4-FFF2-40B4-BE49-F238E27FC236}">
                      <a16:creationId xmlns:a16="http://schemas.microsoft.com/office/drawing/2014/main" id="{FB73642C-7034-38CA-5DA6-7461D5860169}"/>
                    </a:ext>
                  </a:extLst>
                </p14:cNvPr>
                <p14:cNvContentPartPr/>
                <p14:nvPr/>
              </p14:nvContentPartPr>
              <p14:xfrm>
                <a:off x="6046233" y="1360735"/>
                <a:ext cx="7560" cy="110520"/>
              </p14:xfrm>
            </p:contentPart>
          </mc:Choice>
          <mc:Fallback xmlns="">
            <p:pic>
              <p:nvPicPr>
                <p:cNvPr id="118" name="Ink 117">
                  <a:extLst>
                    <a:ext uri="{FF2B5EF4-FFF2-40B4-BE49-F238E27FC236}">
                      <a16:creationId xmlns:a16="http://schemas.microsoft.com/office/drawing/2014/main" id="{FB73642C-7034-38CA-5DA6-7461D5860169}"/>
                    </a:ext>
                  </a:extLst>
                </p:cNvPr>
                <p:cNvPicPr/>
                <p:nvPr/>
              </p:nvPicPr>
              <p:blipFill>
                <a:blip r:embed="rId136"/>
                <a:stretch>
                  <a:fillRect/>
                </a:stretch>
              </p:blipFill>
              <p:spPr>
                <a:xfrm>
                  <a:off x="6037233" y="1351735"/>
                  <a:ext cx="252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19" name="Ink 118">
                  <a:extLst>
                    <a:ext uri="{FF2B5EF4-FFF2-40B4-BE49-F238E27FC236}">
                      <a16:creationId xmlns:a16="http://schemas.microsoft.com/office/drawing/2014/main" id="{672517F8-5C89-A005-96FD-A5B7F72D4B62}"/>
                    </a:ext>
                  </a:extLst>
                </p14:cNvPr>
                <p14:cNvContentPartPr/>
                <p14:nvPr/>
              </p14:nvContentPartPr>
              <p14:xfrm>
                <a:off x="7190673" y="580975"/>
                <a:ext cx="177120" cy="487440"/>
              </p14:xfrm>
            </p:contentPart>
          </mc:Choice>
          <mc:Fallback xmlns="">
            <p:pic>
              <p:nvPicPr>
                <p:cNvPr id="119" name="Ink 118">
                  <a:extLst>
                    <a:ext uri="{FF2B5EF4-FFF2-40B4-BE49-F238E27FC236}">
                      <a16:creationId xmlns:a16="http://schemas.microsoft.com/office/drawing/2014/main" id="{672517F8-5C89-A005-96FD-A5B7F72D4B62}"/>
                    </a:ext>
                  </a:extLst>
                </p:cNvPr>
                <p:cNvPicPr/>
                <p:nvPr/>
              </p:nvPicPr>
              <p:blipFill>
                <a:blip r:embed="rId138"/>
                <a:stretch>
                  <a:fillRect/>
                </a:stretch>
              </p:blipFill>
              <p:spPr>
                <a:xfrm>
                  <a:off x="7181691" y="571975"/>
                  <a:ext cx="194724" cy="5050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20" name="Ink 119">
                  <a:extLst>
                    <a:ext uri="{FF2B5EF4-FFF2-40B4-BE49-F238E27FC236}">
                      <a16:creationId xmlns:a16="http://schemas.microsoft.com/office/drawing/2014/main" id="{77F3F4C5-5577-A792-0CFE-5C93D1A8F48B}"/>
                    </a:ext>
                  </a:extLst>
                </p14:cNvPr>
                <p14:cNvContentPartPr/>
                <p14:nvPr/>
              </p14:nvContentPartPr>
              <p14:xfrm>
                <a:off x="7207233" y="577735"/>
                <a:ext cx="182160" cy="92520"/>
              </p14:xfrm>
            </p:contentPart>
          </mc:Choice>
          <mc:Fallback xmlns="">
            <p:pic>
              <p:nvPicPr>
                <p:cNvPr id="120" name="Ink 119">
                  <a:extLst>
                    <a:ext uri="{FF2B5EF4-FFF2-40B4-BE49-F238E27FC236}">
                      <a16:creationId xmlns:a16="http://schemas.microsoft.com/office/drawing/2014/main" id="{77F3F4C5-5577-A792-0CFE-5C93D1A8F48B}"/>
                    </a:ext>
                  </a:extLst>
                </p:cNvPr>
                <p:cNvPicPr/>
                <p:nvPr/>
              </p:nvPicPr>
              <p:blipFill>
                <a:blip r:embed="rId140"/>
                <a:stretch>
                  <a:fillRect/>
                </a:stretch>
              </p:blipFill>
              <p:spPr>
                <a:xfrm>
                  <a:off x="7198233" y="568735"/>
                  <a:ext cx="1998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21" name="Ink 120">
                  <a:extLst>
                    <a:ext uri="{FF2B5EF4-FFF2-40B4-BE49-F238E27FC236}">
                      <a16:creationId xmlns:a16="http://schemas.microsoft.com/office/drawing/2014/main" id="{F3FCE5B0-1690-BF1B-420F-BFD59033A2B1}"/>
                    </a:ext>
                  </a:extLst>
                </p14:cNvPr>
                <p14:cNvContentPartPr/>
                <p14:nvPr/>
              </p14:nvContentPartPr>
              <p14:xfrm>
                <a:off x="7333953" y="960055"/>
                <a:ext cx="28080" cy="36000"/>
              </p14:xfrm>
            </p:contentPart>
          </mc:Choice>
          <mc:Fallback xmlns="">
            <p:pic>
              <p:nvPicPr>
                <p:cNvPr id="121" name="Ink 120">
                  <a:extLst>
                    <a:ext uri="{FF2B5EF4-FFF2-40B4-BE49-F238E27FC236}">
                      <a16:creationId xmlns:a16="http://schemas.microsoft.com/office/drawing/2014/main" id="{F3FCE5B0-1690-BF1B-420F-BFD59033A2B1}"/>
                    </a:ext>
                  </a:extLst>
                </p:cNvPr>
                <p:cNvPicPr/>
                <p:nvPr/>
              </p:nvPicPr>
              <p:blipFill>
                <a:blip r:embed="rId142"/>
                <a:stretch>
                  <a:fillRect/>
                </a:stretch>
              </p:blipFill>
              <p:spPr>
                <a:xfrm>
                  <a:off x="7324953" y="951055"/>
                  <a:ext cx="457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22" name="Ink 121">
                  <a:extLst>
                    <a:ext uri="{FF2B5EF4-FFF2-40B4-BE49-F238E27FC236}">
                      <a16:creationId xmlns:a16="http://schemas.microsoft.com/office/drawing/2014/main" id="{23629EDF-4B25-0D81-0911-35C0C3FB8AA8}"/>
                    </a:ext>
                  </a:extLst>
                </p14:cNvPr>
                <p14:cNvContentPartPr/>
                <p14:nvPr/>
              </p14:nvContentPartPr>
              <p14:xfrm>
                <a:off x="7410633" y="973375"/>
                <a:ext cx="96840" cy="135360"/>
              </p14:xfrm>
            </p:contentPart>
          </mc:Choice>
          <mc:Fallback xmlns="">
            <p:pic>
              <p:nvPicPr>
                <p:cNvPr id="122" name="Ink 121">
                  <a:extLst>
                    <a:ext uri="{FF2B5EF4-FFF2-40B4-BE49-F238E27FC236}">
                      <a16:creationId xmlns:a16="http://schemas.microsoft.com/office/drawing/2014/main" id="{23629EDF-4B25-0D81-0911-35C0C3FB8AA8}"/>
                    </a:ext>
                  </a:extLst>
                </p:cNvPr>
                <p:cNvPicPr/>
                <p:nvPr/>
              </p:nvPicPr>
              <p:blipFill>
                <a:blip r:embed="rId144"/>
                <a:stretch>
                  <a:fillRect/>
                </a:stretch>
              </p:blipFill>
              <p:spPr>
                <a:xfrm>
                  <a:off x="7401633" y="964375"/>
                  <a:ext cx="11448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23" name="Ink 122">
                  <a:extLst>
                    <a:ext uri="{FF2B5EF4-FFF2-40B4-BE49-F238E27FC236}">
                      <a16:creationId xmlns:a16="http://schemas.microsoft.com/office/drawing/2014/main" id="{2D1E5EB0-6424-34C1-228C-6ED4945DC081}"/>
                    </a:ext>
                  </a:extLst>
                </p14:cNvPr>
                <p14:cNvContentPartPr/>
                <p14:nvPr/>
              </p14:nvContentPartPr>
              <p14:xfrm>
                <a:off x="7419993" y="1066615"/>
                <a:ext cx="87480" cy="10440"/>
              </p14:xfrm>
            </p:contentPart>
          </mc:Choice>
          <mc:Fallback xmlns="">
            <p:pic>
              <p:nvPicPr>
                <p:cNvPr id="123" name="Ink 122">
                  <a:extLst>
                    <a:ext uri="{FF2B5EF4-FFF2-40B4-BE49-F238E27FC236}">
                      <a16:creationId xmlns:a16="http://schemas.microsoft.com/office/drawing/2014/main" id="{2D1E5EB0-6424-34C1-228C-6ED4945DC081}"/>
                    </a:ext>
                  </a:extLst>
                </p:cNvPr>
                <p:cNvPicPr/>
                <p:nvPr/>
              </p:nvPicPr>
              <p:blipFill>
                <a:blip r:embed="rId146"/>
                <a:stretch>
                  <a:fillRect/>
                </a:stretch>
              </p:blipFill>
              <p:spPr>
                <a:xfrm>
                  <a:off x="7410993" y="1057615"/>
                  <a:ext cx="1051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24" name="Ink 123">
                  <a:extLst>
                    <a:ext uri="{FF2B5EF4-FFF2-40B4-BE49-F238E27FC236}">
                      <a16:creationId xmlns:a16="http://schemas.microsoft.com/office/drawing/2014/main" id="{7EF238B4-49F9-92DE-384C-A12F855745D5}"/>
                    </a:ext>
                  </a:extLst>
                </p14:cNvPr>
                <p14:cNvContentPartPr/>
                <p14:nvPr/>
              </p14:nvContentPartPr>
              <p14:xfrm>
                <a:off x="7387233" y="965095"/>
                <a:ext cx="131040" cy="36000"/>
              </p14:xfrm>
            </p:contentPart>
          </mc:Choice>
          <mc:Fallback xmlns="">
            <p:pic>
              <p:nvPicPr>
                <p:cNvPr id="124" name="Ink 123">
                  <a:extLst>
                    <a:ext uri="{FF2B5EF4-FFF2-40B4-BE49-F238E27FC236}">
                      <a16:creationId xmlns:a16="http://schemas.microsoft.com/office/drawing/2014/main" id="{7EF238B4-49F9-92DE-384C-A12F855745D5}"/>
                    </a:ext>
                  </a:extLst>
                </p:cNvPr>
                <p:cNvPicPr/>
                <p:nvPr/>
              </p:nvPicPr>
              <p:blipFill>
                <a:blip r:embed="rId148"/>
                <a:stretch>
                  <a:fillRect/>
                </a:stretch>
              </p:blipFill>
              <p:spPr>
                <a:xfrm>
                  <a:off x="7378233" y="956095"/>
                  <a:ext cx="1486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5" name="Ink 124">
                  <a:extLst>
                    <a:ext uri="{FF2B5EF4-FFF2-40B4-BE49-F238E27FC236}">
                      <a16:creationId xmlns:a16="http://schemas.microsoft.com/office/drawing/2014/main" id="{7F01104D-8D77-5660-0F6E-F6D1FA9A6730}"/>
                    </a:ext>
                  </a:extLst>
                </p14:cNvPr>
                <p14:cNvContentPartPr/>
                <p14:nvPr/>
              </p14:nvContentPartPr>
              <p14:xfrm>
                <a:off x="7534833" y="1022335"/>
                <a:ext cx="116640" cy="105840"/>
              </p14:xfrm>
            </p:contentPart>
          </mc:Choice>
          <mc:Fallback xmlns="">
            <p:pic>
              <p:nvPicPr>
                <p:cNvPr id="125" name="Ink 124">
                  <a:extLst>
                    <a:ext uri="{FF2B5EF4-FFF2-40B4-BE49-F238E27FC236}">
                      <a16:creationId xmlns:a16="http://schemas.microsoft.com/office/drawing/2014/main" id="{7F01104D-8D77-5660-0F6E-F6D1FA9A6730}"/>
                    </a:ext>
                  </a:extLst>
                </p:cNvPr>
                <p:cNvPicPr/>
                <p:nvPr/>
              </p:nvPicPr>
              <p:blipFill>
                <a:blip r:embed="rId150"/>
                <a:stretch>
                  <a:fillRect/>
                </a:stretch>
              </p:blipFill>
              <p:spPr>
                <a:xfrm>
                  <a:off x="7525833" y="1013335"/>
                  <a:ext cx="134280" cy="123480"/>
                </a:xfrm>
                <a:prstGeom prst="rect">
                  <a:avLst/>
                </a:prstGeom>
              </p:spPr>
            </p:pic>
          </mc:Fallback>
        </mc:AlternateContent>
      </p:grpSp>
      <p:grpSp>
        <p:nvGrpSpPr>
          <p:cNvPr id="126" name="Group 125">
            <a:extLst>
              <a:ext uri="{FF2B5EF4-FFF2-40B4-BE49-F238E27FC236}">
                <a16:creationId xmlns:a16="http://schemas.microsoft.com/office/drawing/2014/main" id="{DFD2CE5A-FA07-5FB3-15F2-8F1452F260CC}"/>
              </a:ext>
            </a:extLst>
          </p:cNvPr>
          <p:cNvGrpSpPr/>
          <p:nvPr/>
        </p:nvGrpSpPr>
        <p:grpSpPr>
          <a:xfrm>
            <a:off x="10331632" y="2149492"/>
            <a:ext cx="411120" cy="164880"/>
            <a:chOff x="7403793" y="1410938"/>
            <a:chExt cx="411120" cy="164880"/>
          </a:xfrm>
        </p:grpSpPr>
        <mc:AlternateContent xmlns:mc="http://schemas.openxmlformats.org/markup-compatibility/2006" xmlns:p14="http://schemas.microsoft.com/office/powerpoint/2010/main">
          <mc:Choice Requires="p14">
            <p:contentPart p14:bwMode="auto" r:id="rId151">
              <p14:nvContentPartPr>
                <p14:cNvPr id="127" name="Ink 126">
                  <a:extLst>
                    <a:ext uri="{FF2B5EF4-FFF2-40B4-BE49-F238E27FC236}">
                      <a16:creationId xmlns:a16="http://schemas.microsoft.com/office/drawing/2014/main" id="{C0815647-BE91-E136-FF3A-3704838B012C}"/>
                    </a:ext>
                  </a:extLst>
                </p14:cNvPr>
                <p14:cNvContentPartPr/>
                <p14:nvPr/>
              </p14:nvContentPartPr>
              <p14:xfrm>
                <a:off x="7403793" y="1547018"/>
                <a:ext cx="66600" cy="28800"/>
              </p14:xfrm>
            </p:contentPart>
          </mc:Choice>
          <mc:Fallback xmlns="">
            <p:pic>
              <p:nvPicPr>
                <p:cNvPr id="127" name="Ink 126">
                  <a:extLst>
                    <a:ext uri="{FF2B5EF4-FFF2-40B4-BE49-F238E27FC236}">
                      <a16:creationId xmlns:a16="http://schemas.microsoft.com/office/drawing/2014/main" id="{C0815647-BE91-E136-FF3A-3704838B012C}"/>
                    </a:ext>
                  </a:extLst>
                </p:cNvPr>
                <p:cNvPicPr/>
                <p:nvPr/>
              </p:nvPicPr>
              <p:blipFill>
                <a:blip r:embed="rId152"/>
                <a:stretch>
                  <a:fillRect/>
                </a:stretch>
              </p:blipFill>
              <p:spPr>
                <a:xfrm>
                  <a:off x="7394793" y="1538018"/>
                  <a:ext cx="84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8" name="Ink 127">
                  <a:extLst>
                    <a:ext uri="{FF2B5EF4-FFF2-40B4-BE49-F238E27FC236}">
                      <a16:creationId xmlns:a16="http://schemas.microsoft.com/office/drawing/2014/main" id="{311BCBC3-372C-AD01-DC62-F2412A754A8A}"/>
                    </a:ext>
                  </a:extLst>
                </p14:cNvPr>
                <p14:cNvContentPartPr/>
                <p14:nvPr/>
              </p14:nvContentPartPr>
              <p14:xfrm>
                <a:off x="7511073" y="1410938"/>
                <a:ext cx="131400" cy="133920"/>
              </p14:xfrm>
            </p:contentPart>
          </mc:Choice>
          <mc:Fallback xmlns="">
            <p:pic>
              <p:nvPicPr>
                <p:cNvPr id="128" name="Ink 127">
                  <a:extLst>
                    <a:ext uri="{FF2B5EF4-FFF2-40B4-BE49-F238E27FC236}">
                      <a16:creationId xmlns:a16="http://schemas.microsoft.com/office/drawing/2014/main" id="{311BCBC3-372C-AD01-DC62-F2412A754A8A}"/>
                    </a:ext>
                  </a:extLst>
                </p:cNvPr>
                <p:cNvPicPr/>
                <p:nvPr/>
              </p:nvPicPr>
              <p:blipFill>
                <a:blip r:embed="rId154"/>
                <a:stretch>
                  <a:fillRect/>
                </a:stretch>
              </p:blipFill>
              <p:spPr>
                <a:xfrm>
                  <a:off x="7502098" y="1401938"/>
                  <a:ext cx="148992"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9" name="Ink 128">
                  <a:extLst>
                    <a:ext uri="{FF2B5EF4-FFF2-40B4-BE49-F238E27FC236}">
                      <a16:creationId xmlns:a16="http://schemas.microsoft.com/office/drawing/2014/main" id="{939CF485-7C54-7464-0100-0C8527423DEF}"/>
                    </a:ext>
                  </a:extLst>
                </p14:cNvPr>
                <p14:cNvContentPartPr/>
                <p14:nvPr/>
              </p14:nvContentPartPr>
              <p14:xfrm>
                <a:off x="7642113" y="1464218"/>
                <a:ext cx="172800" cy="65520"/>
              </p14:xfrm>
            </p:contentPart>
          </mc:Choice>
          <mc:Fallback xmlns="">
            <p:pic>
              <p:nvPicPr>
                <p:cNvPr id="129" name="Ink 128">
                  <a:extLst>
                    <a:ext uri="{FF2B5EF4-FFF2-40B4-BE49-F238E27FC236}">
                      <a16:creationId xmlns:a16="http://schemas.microsoft.com/office/drawing/2014/main" id="{939CF485-7C54-7464-0100-0C8527423DEF}"/>
                    </a:ext>
                  </a:extLst>
                </p:cNvPr>
                <p:cNvPicPr/>
                <p:nvPr/>
              </p:nvPicPr>
              <p:blipFill>
                <a:blip r:embed="rId156"/>
                <a:stretch>
                  <a:fillRect/>
                </a:stretch>
              </p:blipFill>
              <p:spPr>
                <a:xfrm>
                  <a:off x="7633094" y="1455218"/>
                  <a:ext cx="190477" cy="83160"/>
                </a:xfrm>
                <a:prstGeom prst="rect">
                  <a:avLst/>
                </a:prstGeom>
              </p:spPr>
            </p:pic>
          </mc:Fallback>
        </mc:AlternateContent>
      </p:grpSp>
      <p:grpSp>
        <p:nvGrpSpPr>
          <p:cNvPr id="130" name="Group 129">
            <a:extLst>
              <a:ext uri="{FF2B5EF4-FFF2-40B4-BE49-F238E27FC236}">
                <a16:creationId xmlns:a16="http://schemas.microsoft.com/office/drawing/2014/main" id="{11DD8316-9716-E8A6-52C2-66DBECDF95EC}"/>
              </a:ext>
            </a:extLst>
          </p:cNvPr>
          <p:cNvGrpSpPr/>
          <p:nvPr/>
        </p:nvGrpSpPr>
        <p:grpSpPr>
          <a:xfrm>
            <a:off x="9856432" y="2238969"/>
            <a:ext cx="389160" cy="536400"/>
            <a:chOff x="6928593" y="1500415"/>
            <a:chExt cx="389160" cy="536400"/>
          </a:xfrm>
        </p:grpSpPr>
        <mc:AlternateContent xmlns:mc="http://schemas.openxmlformats.org/markup-compatibility/2006" xmlns:p14="http://schemas.microsoft.com/office/powerpoint/2010/main">
          <mc:Choice Requires="p14">
            <p:contentPart p14:bwMode="auto" r:id="rId157">
              <p14:nvContentPartPr>
                <p14:cNvPr id="131" name="Ink 130">
                  <a:extLst>
                    <a:ext uri="{FF2B5EF4-FFF2-40B4-BE49-F238E27FC236}">
                      <a16:creationId xmlns:a16="http://schemas.microsoft.com/office/drawing/2014/main" id="{A656B486-08BD-B794-6B7D-277FD88B2478}"/>
                    </a:ext>
                  </a:extLst>
                </p14:cNvPr>
                <p14:cNvContentPartPr/>
                <p14:nvPr/>
              </p14:nvContentPartPr>
              <p14:xfrm>
                <a:off x="7257993" y="1500415"/>
                <a:ext cx="25920" cy="186120"/>
              </p14:xfrm>
            </p:contentPart>
          </mc:Choice>
          <mc:Fallback xmlns="">
            <p:pic>
              <p:nvPicPr>
                <p:cNvPr id="131" name="Ink 130">
                  <a:extLst>
                    <a:ext uri="{FF2B5EF4-FFF2-40B4-BE49-F238E27FC236}">
                      <a16:creationId xmlns:a16="http://schemas.microsoft.com/office/drawing/2014/main" id="{A656B486-08BD-B794-6B7D-277FD88B2478}"/>
                    </a:ext>
                  </a:extLst>
                </p:cNvPr>
                <p:cNvPicPr/>
                <p:nvPr/>
              </p:nvPicPr>
              <p:blipFill>
                <a:blip r:embed="rId158"/>
                <a:stretch>
                  <a:fillRect/>
                </a:stretch>
              </p:blipFill>
              <p:spPr>
                <a:xfrm>
                  <a:off x="7248993" y="1491398"/>
                  <a:ext cx="43560" cy="203794"/>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2" name="Ink 131">
                  <a:extLst>
                    <a:ext uri="{FF2B5EF4-FFF2-40B4-BE49-F238E27FC236}">
                      <a16:creationId xmlns:a16="http://schemas.microsoft.com/office/drawing/2014/main" id="{DDC2910B-5335-F39B-4767-5B075E4DF124}"/>
                    </a:ext>
                  </a:extLst>
                </p14:cNvPr>
                <p14:cNvContentPartPr/>
                <p14:nvPr/>
              </p14:nvContentPartPr>
              <p14:xfrm>
                <a:off x="7185633" y="1645135"/>
                <a:ext cx="132120" cy="101880"/>
              </p14:xfrm>
            </p:contentPart>
          </mc:Choice>
          <mc:Fallback xmlns="">
            <p:pic>
              <p:nvPicPr>
                <p:cNvPr id="132" name="Ink 131">
                  <a:extLst>
                    <a:ext uri="{FF2B5EF4-FFF2-40B4-BE49-F238E27FC236}">
                      <a16:creationId xmlns:a16="http://schemas.microsoft.com/office/drawing/2014/main" id="{DDC2910B-5335-F39B-4767-5B075E4DF124}"/>
                    </a:ext>
                  </a:extLst>
                </p:cNvPr>
                <p:cNvPicPr/>
                <p:nvPr/>
              </p:nvPicPr>
              <p:blipFill>
                <a:blip r:embed="rId160"/>
                <a:stretch>
                  <a:fillRect/>
                </a:stretch>
              </p:blipFill>
              <p:spPr>
                <a:xfrm>
                  <a:off x="7176633" y="1636135"/>
                  <a:ext cx="14976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33" name="Ink 132">
                  <a:extLst>
                    <a:ext uri="{FF2B5EF4-FFF2-40B4-BE49-F238E27FC236}">
                      <a16:creationId xmlns:a16="http://schemas.microsoft.com/office/drawing/2014/main" id="{47CBE134-4475-E105-B6A4-860A7D9E1EFE}"/>
                    </a:ext>
                  </a:extLst>
                </p14:cNvPr>
                <p14:cNvContentPartPr/>
                <p14:nvPr/>
              </p14:nvContentPartPr>
              <p14:xfrm>
                <a:off x="6946593" y="1729375"/>
                <a:ext cx="101160" cy="203760"/>
              </p14:xfrm>
            </p:contentPart>
          </mc:Choice>
          <mc:Fallback xmlns="">
            <p:pic>
              <p:nvPicPr>
                <p:cNvPr id="133" name="Ink 132">
                  <a:extLst>
                    <a:ext uri="{FF2B5EF4-FFF2-40B4-BE49-F238E27FC236}">
                      <a16:creationId xmlns:a16="http://schemas.microsoft.com/office/drawing/2014/main" id="{47CBE134-4475-E105-B6A4-860A7D9E1EFE}"/>
                    </a:ext>
                  </a:extLst>
                </p:cNvPr>
                <p:cNvPicPr/>
                <p:nvPr/>
              </p:nvPicPr>
              <p:blipFill>
                <a:blip r:embed="rId162"/>
                <a:stretch>
                  <a:fillRect/>
                </a:stretch>
              </p:blipFill>
              <p:spPr>
                <a:xfrm>
                  <a:off x="6937593" y="1720375"/>
                  <a:ext cx="11880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4" name="Ink 133">
                  <a:extLst>
                    <a:ext uri="{FF2B5EF4-FFF2-40B4-BE49-F238E27FC236}">
                      <a16:creationId xmlns:a16="http://schemas.microsoft.com/office/drawing/2014/main" id="{5F9728AF-82F7-5DD6-1337-B24498019455}"/>
                    </a:ext>
                  </a:extLst>
                </p14:cNvPr>
                <p14:cNvContentPartPr/>
                <p14:nvPr/>
              </p14:nvContentPartPr>
              <p14:xfrm>
                <a:off x="6928593" y="1752055"/>
                <a:ext cx="109440" cy="70560"/>
              </p14:xfrm>
            </p:contentPart>
          </mc:Choice>
          <mc:Fallback xmlns="">
            <p:pic>
              <p:nvPicPr>
                <p:cNvPr id="134" name="Ink 133">
                  <a:extLst>
                    <a:ext uri="{FF2B5EF4-FFF2-40B4-BE49-F238E27FC236}">
                      <a16:creationId xmlns:a16="http://schemas.microsoft.com/office/drawing/2014/main" id="{5F9728AF-82F7-5DD6-1337-B24498019455}"/>
                    </a:ext>
                  </a:extLst>
                </p:cNvPr>
                <p:cNvPicPr/>
                <p:nvPr/>
              </p:nvPicPr>
              <p:blipFill>
                <a:blip r:embed="rId164"/>
                <a:stretch>
                  <a:fillRect/>
                </a:stretch>
              </p:blipFill>
              <p:spPr>
                <a:xfrm>
                  <a:off x="6919563" y="1743055"/>
                  <a:ext cx="127138"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35" name="Ink 134">
                  <a:extLst>
                    <a:ext uri="{FF2B5EF4-FFF2-40B4-BE49-F238E27FC236}">
                      <a16:creationId xmlns:a16="http://schemas.microsoft.com/office/drawing/2014/main" id="{7801862E-25FD-71B9-DF00-5104FDD9D0D9}"/>
                    </a:ext>
                  </a:extLst>
                </p14:cNvPr>
                <p14:cNvContentPartPr/>
                <p14:nvPr/>
              </p14:nvContentPartPr>
              <p14:xfrm>
                <a:off x="7047753" y="1864735"/>
                <a:ext cx="97200" cy="126000"/>
              </p14:xfrm>
            </p:contentPart>
          </mc:Choice>
          <mc:Fallback xmlns="">
            <p:pic>
              <p:nvPicPr>
                <p:cNvPr id="135" name="Ink 134">
                  <a:extLst>
                    <a:ext uri="{FF2B5EF4-FFF2-40B4-BE49-F238E27FC236}">
                      <a16:creationId xmlns:a16="http://schemas.microsoft.com/office/drawing/2014/main" id="{7801862E-25FD-71B9-DF00-5104FDD9D0D9}"/>
                    </a:ext>
                  </a:extLst>
                </p:cNvPr>
                <p:cNvPicPr/>
                <p:nvPr/>
              </p:nvPicPr>
              <p:blipFill>
                <a:blip r:embed="rId166"/>
                <a:stretch>
                  <a:fillRect/>
                </a:stretch>
              </p:blipFill>
              <p:spPr>
                <a:xfrm>
                  <a:off x="7038720" y="1855735"/>
                  <a:ext cx="114906"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6" name="Ink 135">
                  <a:extLst>
                    <a:ext uri="{FF2B5EF4-FFF2-40B4-BE49-F238E27FC236}">
                      <a16:creationId xmlns:a16="http://schemas.microsoft.com/office/drawing/2014/main" id="{89DB8FAF-8CAF-153C-9C6E-9203A9053A80}"/>
                    </a:ext>
                  </a:extLst>
                </p14:cNvPr>
                <p14:cNvContentPartPr/>
                <p14:nvPr/>
              </p14:nvContentPartPr>
              <p14:xfrm>
                <a:off x="7159713" y="1898935"/>
                <a:ext cx="95760" cy="137880"/>
              </p14:xfrm>
            </p:contentPart>
          </mc:Choice>
          <mc:Fallback xmlns="">
            <p:pic>
              <p:nvPicPr>
                <p:cNvPr id="136" name="Ink 135">
                  <a:extLst>
                    <a:ext uri="{FF2B5EF4-FFF2-40B4-BE49-F238E27FC236}">
                      <a16:creationId xmlns:a16="http://schemas.microsoft.com/office/drawing/2014/main" id="{89DB8FAF-8CAF-153C-9C6E-9203A9053A80}"/>
                    </a:ext>
                  </a:extLst>
                </p:cNvPr>
                <p:cNvPicPr/>
                <p:nvPr/>
              </p:nvPicPr>
              <p:blipFill>
                <a:blip r:embed="rId168"/>
                <a:stretch>
                  <a:fillRect/>
                </a:stretch>
              </p:blipFill>
              <p:spPr>
                <a:xfrm>
                  <a:off x="7150747" y="1889935"/>
                  <a:ext cx="113334" cy="155520"/>
                </a:xfrm>
                <a:prstGeom prst="rect">
                  <a:avLst/>
                </a:prstGeom>
              </p:spPr>
            </p:pic>
          </mc:Fallback>
        </mc:AlternateContent>
      </p:grpSp>
      <p:grpSp>
        <p:nvGrpSpPr>
          <p:cNvPr id="137" name="Group 136">
            <a:extLst>
              <a:ext uri="{FF2B5EF4-FFF2-40B4-BE49-F238E27FC236}">
                <a16:creationId xmlns:a16="http://schemas.microsoft.com/office/drawing/2014/main" id="{6320B7E0-FF19-2877-12EB-96F0A906ACC5}"/>
              </a:ext>
            </a:extLst>
          </p:cNvPr>
          <p:cNvGrpSpPr/>
          <p:nvPr/>
        </p:nvGrpSpPr>
        <p:grpSpPr>
          <a:xfrm>
            <a:off x="9809632" y="1425369"/>
            <a:ext cx="447840" cy="674280"/>
            <a:chOff x="6881793" y="686815"/>
            <a:chExt cx="447840" cy="674280"/>
          </a:xfrm>
        </p:grpSpPr>
        <mc:AlternateContent xmlns:mc="http://schemas.openxmlformats.org/markup-compatibility/2006" xmlns:p14="http://schemas.microsoft.com/office/powerpoint/2010/main">
          <mc:Choice Requires="p14">
            <p:contentPart p14:bwMode="auto" r:id="rId169">
              <p14:nvContentPartPr>
                <p14:cNvPr id="138" name="Ink 137">
                  <a:extLst>
                    <a:ext uri="{FF2B5EF4-FFF2-40B4-BE49-F238E27FC236}">
                      <a16:creationId xmlns:a16="http://schemas.microsoft.com/office/drawing/2014/main" id="{1DDBC855-A630-210B-D68F-D5ED5A45AAB3}"/>
                    </a:ext>
                  </a:extLst>
                </p14:cNvPr>
                <p14:cNvContentPartPr/>
                <p14:nvPr/>
              </p14:nvContentPartPr>
              <p14:xfrm>
                <a:off x="7166193" y="686815"/>
                <a:ext cx="18720" cy="166320"/>
              </p14:xfrm>
            </p:contentPart>
          </mc:Choice>
          <mc:Fallback xmlns="">
            <p:pic>
              <p:nvPicPr>
                <p:cNvPr id="138" name="Ink 137">
                  <a:extLst>
                    <a:ext uri="{FF2B5EF4-FFF2-40B4-BE49-F238E27FC236}">
                      <a16:creationId xmlns:a16="http://schemas.microsoft.com/office/drawing/2014/main" id="{1DDBC855-A630-210B-D68F-D5ED5A45AAB3}"/>
                    </a:ext>
                  </a:extLst>
                </p:cNvPr>
                <p:cNvPicPr/>
                <p:nvPr/>
              </p:nvPicPr>
              <p:blipFill>
                <a:blip r:embed="rId170"/>
                <a:stretch>
                  <a:fillRect/>
                </a:stretch>
              </p:blipFill>
              <p:spPr>
                <a:xfrm>
                  <a:off x="7157193" y="677815"/>
                  <a:ext cx="363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39" name="Ink 138">
                  <a:extLst>
                    <a:ext uri="{FF2B5EF4-FFF2-40B4-BE49-F238E27FC236}">
                      <a16:creationId xmlns:a16="http://schemas.microsoft.com/office/drawing/2014/main" id="{A04C2273-C6F8-7443-11F9-A83960EE0F5B}"/>
                    </a:ext>
                  </a:extLst>
                </p14:cNvPr>
                <p14:cNvContentPartPr/>
                <p14:nvPr/>
              </p14:nvContentPartPr>
              <p14:xfrm>
                <a:off x="7143513" y="817135"/>
                <a:ext cx="57960" cy="81000"/>
              </p14:xfrm>
            </p:contentPart>
          </mc:Choice>
          <mc:Fallback xmlns="">
            <p:pic>
              <p:nvPicPr>
                <p:cNvPr id="139" name="Ink 138">
                  <a:extLst>
                    <a:ext uri="{FF2B5EF4-FFF2-40B4-BE49-F238E27FC236}">
                      <a16:creationId xmlns:a16="http://schemas.microsoft.com/office/drawing/2014/main" id="{A04C2273-C6F8-7443-11F9-A83960EE0F5B}"/>
                    </a:ext>
                  </a:extLst>
                </p:cNvPr>
                <p:cNvPicPr/>
                <p:nvPr/>
              </p:nvPicPr>
              <p:blipFill>
                <a:blip r:embed="rId172"/>
                <a:stretch>
                  <a:fillRect/>
                </a:stretch>
              </p:blipFill>
              <p:spPr>
                <a:xfrm>
                  <a:off x="7134457" y="808095"/>
                  <a:ext cx="75710" cy="98719"/>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40" name="Ink 139">
                  <a:extLst>
                    <a:ext uri="{FF2B5EF4-FFF2-40B4-BE49-F238E27FC236}">
                      <a16:creationId xmlns:a16="http://schemas.microsoft.com/office/drawing/2014/main" id="{BB9D7D18-14D5-77D0-F568-CA0AA5CB39D3}"/>
                    </a:ext>
                  </a:extLst>
                </p14:cNvPr>
                <p14:cNvContentPartPr/>
                <p14:nvPr/>
              </p14:nvContentPartPr>
              <p14:xfrm>
                <a:off x="6885753" y="762775"/>
                <a:ext cx="59040" cy="180000"/>
              </p14:xfrm>
            </p:contentPart>
          </mc:Choice>
          <mc:Fallback xmlns="">
            <p:pic>
              <p:nvPicPr>
                <p:cNvPr id="140" name="Ink 139">
                  <a:extLst>
                    <a:ext uri="{FF2B5EF4-FFF2-40B4-BE49-F238E27FC236}">
                      <a16:creationId xmlns:a16="http://schemas.microsoft.com/office/drawing/2014/main" id="{BB9D7D18-14D5-77D0-F568-CA0AA5CB39D3}"/>
                    </a:ext>
                  </a:extLst>
                </p:cNvPr>
                <p:cNvPicPr/>
                <p:nvPr/>
              </p:nvPicPr>
              <p:blipFill>
                <a:blip r:embed="rId174"/>
                <a:stretch>
                  <a:fillRect/>
                </a:stretch>
              </p:blipFill>
              <p:spPr>
                <a:xfrm>
                  <a:off x="6876753" y="753775"/>
                  <a:ext cx="766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41" name="Ink 140">
                  <a:extLst>
                    <a:ext uri="{FF2B5EF4-FFF2-40B4-BE49-F238E27FC236}">
                      <a16:creationId xmlns:a16="http://schemas.microsoft.com/office/drawing/2014/main" id="{43E40319-3CF9-02E7-906A-E0F8A0891FB9}"/>
                    </a:ext>
                  </a:extLst>
                </p14:cNvPr>
                <p14:cNvContentPartPr/>
                <p14:nvPr/>
              </p14:nvContentPartPr>
              <p14:xfrm>
                <a:off x="6881793" y="775015"/>
                <a:ext cx="38880" cy="36360"/>
              </p14:xfrm>
            </p:contentPart>
          </mc:Choice>
          <mc:Fallback xmlns="">
            <p:pic>
              <p:nvPicPr>
                <p:cNvPr id="141" name="Ink 140">
                  <a:extLst>
                    <a:ext uri="{FF2B5EF4-FFF2-40B4-BE49-F238E27FC236}">
                      <a16:creationId xmlns:a16="http://schemas.microsoft.com/office/drawing/2014/main" id="{43E40319-3CF9-02E7-906A-E0F8A0891FB9}"/>
                    </a:ext>
                  </a:extLst>
                </p:cNvPr>
                <p:cNvPicPr/>
                <p:nvPr/>
              </p:nvPicPr>
              <p:blipFill>
                <a:blip r:embed="rId176"/>
                <a:stretch>
                  <a:fillRect/>
                </a:stretch>
              </p:blipFill>
              <p:spPr>
                <a:xfrm>
                  <a:off x="6872793" y="766015"/>
                  <a:ext cx="565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42" name="Ink 141">
                  <a:extLst>
                    <a:ext uri="{FF2B5EF4-FFF2-40B4-BE49-F238E27FC236}">
                      <a16:creationId xmlns:a16="http://schemas.microsoft.com/office/drawing/2014/main" id="{5B7DB53F-99CE-76AA-5E6B-D12C589EBA87}"/>
                    </a:ext>
                  </a:extLst>
                </p14:cNvPr>
                <p14:cNvContentPartPr/>
                <p14:nvPr/>
              </p14:nvContentPartPr>
              <p14:xfrm>
                <a:off x="6937233" y="882295"/>
                <a:ext cx="62640" cy="119160"/>
              </p14:xfrm>
            </p:contentPart>
          </mc:Choice>
          <mc:Fallback xmlns="">
            <p:pic>
              <p:nvPicPr>
                <p:cNvPr id="142" name="Ink 141">
                  <a:extLst>
                    <a:ext uri="{FF2B5EF4-FFF2-40B4-BE49-F238E27FC236}">
                      <a16:creationId xmlns:a16="http://schemas.microsoft.com/office/drawing/2014/main" id="{5B7DB53F-99CE-76AA-5E6B-D12C589EBA87}"/>
                    </a:ext>
                  </a:extLst>
                </p:cNvPr>
                <p:cNvPicPr/>
                <p:nvPr/>
              </p:nvPicPr>
              <p:blipFill>
                <a:blip r:embed="rId178"/>
                <a:stretch>
                  <a:fillRect/>
                </a:stretch>
              </p:blipFill>
              <p:spPr>
                <a:xfrm>
                  <a:off x="6928233" y="873268"/>
                  <a:ext cx="80280" cy="136853"/>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43" name="Ink 142">
                  <a:extLst>
                    <a:ext uri="{FF2B5EF4-FFF2-40B4-BE49-F238E27FC236}">
                      <a16:creationId xmlns:a16="http://schemas.microsoft.com/office/drawing/2014/main" id="{E6B0F976-2E0B-8822-B9A1-1CA5D431D032}"/>
                    </a:ext>
                  </a:extLst>
                </p14:cNvPr>
                <p14:cNvContentPartPr/>
                <p14:nvPr/>
              </p14:nvContentPartPr>
              <p14:xfrm>
                <a:off x="6949473" y="960055"/>
                <a:ext cx="17640" cy="10800"/>
              </p14:xfrm>
            </p:contentPart>
          </mc:Choice>
          <mc:Fallback xmlns="">
            <p:pic>
              <p:nvPicPr>
                <p:cNvPr id="143" name="Ink 142">
                  <a:extLst>
                    <a:ext uri="{FF2B5EF4-FFF2-40B4-BE49-F238E27FC236}">
                      <a16:creationId xmlns:a16="http://schemas.microsoft.com/office/drawing/2014/main" id="{E6B0F976-2E0B-8822-B9A1-1CA5D431D032}"/>
                    </a:ext>
                  </a:extLst>
                </p:cNvPr>
                <p:cNvPicPr/>
                <p:nvPr/>
              </p:nvPicPr>
              <p:blipFill>
                <a:blip r:embed="rId180"/>
                <a:stretch>
                  <a:fillRect/>
                </a:stretch>
              </p:blipFill>
              <p:spPr>
                <a:xfrm>
                  <a:off x="6940473" y="951345"/>
                  <a:ext cx="35280" cy="27871"/>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44" name="Ink 143">
                  <a:extLst>
                    <a:ext uri="{FF2B5EF4-FFF2-40B4-BE49-F238E27FC236}">
                      <a16:creationId xmlns:a16="http://schemas.microsoft.com/office/drawing/2014/main" id="{ADB6A154-4183-9CA9-FBC3-5963748E8EA0}"/>
                    </a:ext>
                  </a:extLst>
                </p14:cNvPr>
                <p14:cNvContentPartPr/>
                <p14:nvPr/>
              </p14:nvContentPartPr>
              <p14:xfrm>
                <a:off x="6942993" y="897415"/>
                <a:ext cx="21240" cy="17640"/>
              </p14:xfrm>
            </p:contentPart>
          </mc:Choice>
          <mc:Fallback xmlns="">
            <p:pic>
              <p:nvPicPr>
                <p:cNvPr id="144" name="Ink 143">
                  <a:extLst>
                    <a:ext uri="{FF2B5EF4-FFF2-40B4-BE49-F238E27FC236}">
                      <a16:creationId xmlns:a16="http://schemas.microsoft.com/office/drawing/2014/main" id="{ADB6A154-4183-9CA9-FBC3-5963748E8EA0}"/>
                    </a:ext>
                  </a:extLst>
                </p:cNvPr>
                <p:cNvPicPr/>
                <p:nvPr/>
              </p:nvPicPr>
              <p:blipFill>
                <a:blip r:embed="rId182"/>
                <a:stretch>
                  <a:fillRect/>
                </a:stretch>
              </p:blipFill>
              <p:spPr>
                <a:xfrm>
                  <a:off x="6934143" y="888227"/>
                  <a:ext cx="38586" cy="35648"/>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45" name="Ink 144">
                  <a:extLst>
                    <a:ext uri="{FF2B5EF4-FFF2-40B4-BE49-F238E27FC236}">
                      <a16:creationId xmlns:a16="http://schemas.microsoft.com/office/drawing/2014/main" id="{A816AB58-BBD7-96BD-7EB7-8643E01658B9}"/>
                    </a:ext>
                  </a:extLst>
                </p14:cNvPr>
                <p14:cNvContentPartPr/>
                <p14:nvPr/>
              </p14:nvContentPartPr>
              <p14:xfrm>
                <a:off x="6990873" y="908935"/>
                <a:ext cx="75240" cy="91800"/>
              </p14:xfrm>
            </p:contentPart>
          </mc:Choice>
          <mc:Fallback xmlns="">
            <p:pic>
              <p:nvPicPr>
                <p:cNvPr id="145" name="Ink 144">
                  <a:extLst>
                    <a:ext uri="{FF2B5EF4-FFF2-40B4-BE49-F238E27FC236}">
                      <a16:creationId xmlns:a16="http://schemas.microsoft.com/office/drawing/2014/main" id="{A816AB58-BBD7-96BD-7EB7-8643E01658B9}"/>
                    </a:ext>
                  </a:extLst>
                </p:cNvPr>
                <p:cNvPicPr/>
                <p:nvPr/>
              </p:nvPicPr>
              <p:blipFill>
                <a:blip r:embed="rId184"/>
                <a:stretch>
                  <a:fillRect/>
                </a:stretch>
              </p:blipFill>
              <p:spPr>
                <a:xfrm>
                  <a:off x="6981873" y="899970"/>
                  <a:ext cx="92880" cy="109371"/>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46" name="Ink 145">
                  <a:extLst>
                    <a:ext uri="{FF2B5EF4-FFF2-40B4-BE49-F238E27FC236}">
                      <a16:creationId xmlns:a16="http://schemas.microsoft.com/office/drawing/2014/main" id="{D425E94D-2BE0-F5E3-0574-010BB8065DFF}"/>
                    </a:ext>
                  </a:extLst>
                </p14:cNvPr>
                <p14:cNvContentPartPr/>
                <p14:nvPr/>
              </p14:nvContentPartPr>
              <p14:xfrm>
                <a:off x="7125153" y="994255"/>
                <a:ext cx="118440" cy="179280"/>
              </p14:xfrm>
            </p:contentPart>
          </mc:Choice>
          <mc:Fallback xmlns="">
            <p:pic>
              <p:nvPicPr>
                <p:cNvPr id="146" name="Ink 145">
                  <a:extLst>
                    <a:ext uri="{FF2B5EF4-FFF2-40B4-BE49-F238E27FC236}">
                      <a16:creationId xmlns:a16="http://schemas.microsoft.com/office/drawing/2014/main" id="{D425E94D-2BE0-F5E3-0574-010BB8065DFF}"/>
                    </a:ext>
                  </a:extLst>
                </p:cNvPr>
                <p:cNvPicPr/>
                <p:nvPr/>
              </p:nvPicPr>
              <p:blipFill>
                <a:blip r:embed="rId186"/>
                <a:stretch>
                  <a:fillRect/>
                </a:stretch>
              </p:blipFill>
              <p:spPr>
                <a:xfrm>
                  <a:off x="7116153" y="985255"/>
                  <a:ext cx="13608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47" name="Ink 146">
                  <a:extLst>
                    <a:ext uri="{FF2B5EF4-FFF2-40B4-BE49-F238E27FC236}">
                      <a16:creationId xmlns:a16="http://schemas.microsoft.com/office/drawing/2014/main" id="{47EDD4DE-93D6-C91A-6FD3-E58F34ACB3A0}"/>
                    </a:ext>
                  </a:extLst>
                </p14:cNvPr>
                <p14:cNvContentPartPr/>
                <p14:nvPr/>
              </p14:nvContentPartPr>
              <p14:xfrm>
                <a:off x="7132353" y="1047535"/>
                <a:ext cx="84960" cy="128160"/>
              </p14:xfrm>
            </p:contentPart>
          </mc:Choice>
          <mc:Fallback xmlns="">
            <p:pic>
              <p:nvPicPr>
                <p:cNvPr id="147" name="Ink 146">
                  <a:extLst>
                    <a:ext uri="{FF2B5EF4-FFF2-40B4-BE49-F238E27FC236}">
                      <a16:creationId xmlns:a16="http://schemas.microsoft.com/office/drawing/2014/main" id="{47EDD4DE-93D6-C91A-6FD3-E58F34ACB3A0}"/>
                    </a:ext>
                  </a:extLst>
                </p:cNvPr>
                <p:cNvPicPr/>
                <p:nvPr/>
              </p:nvPicPr>
              <p:blipFill>
                <a:blip r:embed="rId188"/>
                <a:stretch>
                  <a:fillRect/>
                </a:stretch>
              </p:blipFill>
              <p:spPr>
                <a:xfrm>
                  <a:off x="7123353" y="1038535"/>
                  <a:ext cx="1026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48" name="Ink 147">
                  <a:extLst>
                    <a:ext uri="{FF2B5EF4-FFF2-40B4-BE49-F238E27FC236}">
                      <a16:creationId xmlns:a16="http://schemas.microsoft.com/office/drawing/2014/main" id="{D846D8B2-6B7E-D382-FB8C-435DD6D036DE}"/>
                    </a:ext>
                  </a:extLst>
                </p14:cNvPr>
                <p14:cNvContentPartPr/>
                <p14:nvPr/>
              </p14:nvContentPartPr>
              <p14:xfrm>
                <a:off x="7115073" y="976255"/>
                <a:ext cx="24120" cy="384840"/>
              </p14:xfrm>
            </p:contentPart>
          </mc:Choice>
          <mc:Fallback xmlns="">
            <p:pic>
              <p:nvPicPr>
                <p:cNvPr id="148" name="Ink 147">
                  <a:extLst>
                    <a:ext uri="{FF2B5EF4-FFF2-40B4-BE49-F238E27FC236}">
                      <a16:creationId xmlns:a16="http://schemas.microsoft.com/office/drawing/2014/main" id="{D846D8B2-6B7E-D382-FB8C-435DD6D036DE}"/>
                    </a:ext>
                  </a:extLst>
                </p:cNvPr>
                <p:cNvPicPr/>
                <p:nvPr/>
              </p:nvPicPr>
              <p:blipFill>
                <a:blip r:embed="rId190"/>
                <a:stretch>
                  <a:fillRect/>
                </a:stretch>
              </p:blipFill>
              <p:spPr>
                <a:xfrm>
                  <a:off x="7106073" y="967255"/>
                  <a:ext cx="4176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49" name="Ink 148">
                  <a:extLst>
                    <a:ext uri="{FF2B5EF4-FFF2-40B4-BE49-F238E27FC236}">
                      <a16:creationId xmlns:a16="http://schemas.microsoft.com/office/drawing/2014/main" id="{F41C9191-04A2-529A-0415-D14689B48EF5}"/>
                    </a:ext>
                  </a:extLst>
                </p14:cNvPr>
                <p14:cNvContentPartPr/>
                <p14:nvPr/>
              </p14:nvContentPartPr>
              <p14:xfrm>
                <a:off x="7134513" y="1000015"/>
                <a:ext cx="7560" cy="281880"/>
              </p14:xfrm>
            </p:contentPart>
          </mc:Choice>
          <mc:Fallback xmlns="">
            <p:pic>
              <p:nvPicPr>
                <p:cNvPr id="149" name="Ink 148">
                  <a:extLst>
                    <a:ext uri="{FF2B5EF4-FFF2-40B4-BE49-F238E27FC236}">
                      <a16:creationId xmlns:a16="http://schemas.microsoft.com/office/drawing/2014/main" id="{F41C9191-04A2-529A-0415-D14689B48EF5}"/>
                    </a:ext>
                  </a:extLst>
                </p:cNvPr>
                <p:cNvPicPr/>
                <p:nvPr/>
              </p:nvPicPr>
              <p:blipFill>
                <a:blip r:embed="rId192"/>
                <a:stretch>
                  <a:fillRect/>
                </a:stretch>
              </p:blipFill>
              <p:spPr>
                <a:xfrm>
                  <a:off x="7125513" y="991003"/>
                  <a:ext cx="25200" cy="299543"/>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50" name="Ink 149">
                  <a:extLst>
                    <a:ext uri="{FF2B5EF4-FFF2-40B4-BE49-F238E27FC236}">
                      <a16:creationId xmlns:a16="http://schemas.microsoft.com/office/drawing/2014/main" id="{F62754F8-E63C-51C5-4138-864A4B50FE37}"/>
                    </a:ext>
                  </a:extLst>
                </p14:cNvPr>
                <p14:cNvContentPartPr/>
                <p14:nvPr/>
              </p14:nvContentPartPr>
              <p14:xfrm>
                <a:off x="7126233" y="937375"/>
                <a:ext cx="203400" cy="212040"/>
              </p14:xfrm>
            </p:contentPart>
          </mc:Choice>
          <mc:Fallback xmlns="">
            <p:pic>
              <p:nvPicPr>
                <p:cNvPr id="150" name="Ink 149">
                  <a:extLst>
                    <a:ext uri="{FF2B5EF4-FFF2-40B4-BE49-F238E27FC236}">
                      <a16:creationId xmlns:a16="http://schemas.microsoft.com/office/drawing/2014/main" id="{F62754F8-E63C-51C5-4138-864A4B50FE37}"/>
                    </a:ext>
                  </a:extLst>
                </p:cNvPr>
                <p:cNvPicPr/>
                <p:nvPr/>
              </p:nvPicPr>
              <p:blipFill>
                <a:blip r:embed="rId194"/>
                <a:stretch>
                  <a:fillRect/>
                </a:stretch>
              </p:blipFill>
              <p:spPr>
                <a:xfrm>
                  <a:off x="7117217" y="928360"/>
                  <a:ext cx="221071" cy="22971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5">
            <p14:nvContentPartPr>
              <p14:cNvPr id="10" name="Ink 9">
                <a:extLst>
                  <a:ext uri="{FF2B5EF4-FFF2-40B4-BE49-F238E27FC236}">
                    <a16:creationId xmlns:a16="http://schemas.microsoft.com/office/drawing/2014/main" id="{33868872-1E40-8865-EF29-A2D919E8B4B9}"/>
                  </a:ext>
                </a:extLst>
              </p14:cNvPr>
              <p14:cNvContentPartPr/>
              <p14:nvPr/>
            </p14:nvContentPartPr>
            <p14:xfrm>
              <a:off x="279000" y="956160"/>
              <a:ext cx="11789280" cy="4568400"/>
            </p14:xfrm>
          </p:contentPart>
        </mc:Choice>
        <mc:Fallback>
          <p:pic>
            <p:nvPicPr>
              <p:cNvPr id="10" name="Ink 9">
                <a:extLst>
                  <a:ext uri="{FF2B5EF4-FFF2-40B4-BE49-F238E27FC236}">
                    <a16:creationId xmlns:a16="http://schemas.microsoft.com/office/drawing/2014/main" id="{33868872-1E40-8865-EF29-A2D919E8B4B9}"/>
                  </a:ext>
                </a:extLst>
              </p:cNvPr>
              <p:cNvPicPr/>
              <p:nvPr/>
            </p:nvPicPr>
            <p:blipFill>
              <a:blip r:embed="rId196"/>
              <a:stretch>
                <a:fillRect/>
              </a:stretch>
            </p:blipFill>
            <p:spPr>
              <a:xfrm>
                <a:off x="269640" y="946800"/>
                <a:ext cx="11808000" cy="4587120"/>
              </a:xfrm>
              <a:prstGeom prst="rect">
                <a:avLst/>
              </a:prstGeom>
            </p:spPr>
          </p:pic>
        </mc:Fallback>
      </mc:AlternateContent>
    </p:spTree>
    <p:extLst>
      <p:ext uri="{BB962C8B-B14F-4D97-AF65-F5344CB8AC3E}">
        <p14:creationId xmlns:p14="http://schemas.microsoft.com/office/powerpoint/2010/main" val="42217611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dirty="0">
                <a:latin typeface="Arial" panose="020B0604020202020204" pitchFamily="34" charset="0"/>
                <a:cs typeface="Arial" panose="020B0604020202020204" pitchFamily="34" charset="0"/>
              </a:rPr>
              <a:t>Example 2:</a:t>
            </a:r>
          </a:p>
          <a:p>
            <a:pPr marL="342900" indent="-342900">
              <a:buFont typeface="Arial" panose="020B0604020202020204" pitchFamily="34" charset="0"/>
              <a:buChar char="•"/>
            </a:pPr>
            <a:endParaRPr lang="en-AU"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3">
              <a:lnSpc>
                <a:spcPct val="90000"/>
              </a:lnSpc>
            </a:pPr>
            <a:endParaRPr lang="en-US" sz="1800" dirty="0">
              <a:latin typeface="+mn-lt"/>
            </a:endParaRPr>
          </a:p>
          <a:p>
            <a:pPr marL="1371600" lvl="3" indent="0">
              <a:lnSpc>
                <a:spcPct val="90000"/>
              </a:lnSpc>
              <a:buNone/>
            </a:pPr>
            <a:endParaRPr lang="en-US" sz="1600" baseline="-25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1">
              <a:lnSpc>
                <a:spcPct val="90000"/>
              </a:lnSpc>
            </a:pPr>
            <a:endParaRPr lang="en-US" sz="2000" dirty="0">
              <a:latin typeface="+mn-lt"/>
            </a:endParaRPr>
          </a:p>
          <a:p>
            <a:pPr marL="457200" lvl="1" indent="0">
              <a:lnSpc>
                <a:spcPct val="90000"/>
              </a:lnSpc>
              <a:buNone/>
            </a:pPr>
            <a:endParaRPr lang="en-US" sz="2000" dirty="0">
              <a:latin typeface="+mn-lt"/>
            </a:endParaRPr>
          </a:p>
          <a:p>
            <a:pPr marL="0" indent="0">
              <a:lnSpc>
                <a:spcPct val="90000"/>
              </a:lnSpc>
              <a:buNone/>
            </a:pPr>
            <a:endParaRPr lang="en-US" sz="2400" dirty="0">
              <a:latin typeface="+mn-lt"/>
            </a:endParaRPr>
          </a:p>
          <a:p>
            <a:pPr>
              <a:lnSpc>
                <a:spcPct val="90000"/>
              </a:lnSpc>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a:lnSpc>
                <a:spcPct val="90000"/>
              </a:lnSpc>
            </a:pPr>
            <a:endParaRPr lang="en-US"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4FB493E9-3CFA-1DB9-5C56-2A472E3F2175}"/>
                  </a:ext>
                </a:extLst>
              </p14:cNvPr>
              <p14:cNvContentPartPr/>
              <p14:nvPr/>
            </p14:nvContentPartPr>
            <p14:xfrm>
              <a:off x="1494000" y="343440"/>
              <a:ext cx="10594800" cy="5832720"/>
            </p14:xfrm>
          </p:contentPart>
        </mc:Choice>
        <mc:Fallback>
          <p:pic>
            <p:nvPicPr>
              <p:cNvPr id="3" name="Ink 2">
                <a:extLst>
                  <a:ext uri="{FF2B5EF4-FFF2-40B4-BE49-F238E27FC236}">
                    <a16:creationId xmlns:a16="http://schemas.microsoft.com/office/drawing/2014/main" id="{4FB493E9-3CFA-1DB9-5C56-2A472E3F2175}"/>
                  </a:ext>
                </a:extLst>
              </p:cNvPr>
              <p:cNvPicPr/>
              <p:nvPr/>
            </p:nvPicPr>
            <p:blipFill>
              <a:blip r:embed="rId4"/>
              <a:stretch>
                <a:fillRect/>
              </a:stretch>
            </p:blipFill>
            <p:spPr>
              <a:xfrm>
                <a:off x="1484640" y="334080"/>
                <a:ext cx="10613520" cy="5851440"/>
              </a:xfrm>
              <a:prstGeom prst="rect">
                <a:avLst/>
              </a:prstGeom>
            </p:spPr>
          </p:pic>
        </mc:Fallback>
      </mc:AlternateContent>
    </p:spTree>
    <p:extLst>
      <p:ext uri="{BB962C8B-B14F-4D97-AF65-F5344CB8AC3E}">
        <p14:creationId xmlns:p14="http://schemas.microsoft.com/office/powerpoint/2010/main" val="2491633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2800" dirty="0">
                <a:latin typeface="Arial" panose="020B0604020202020204" pitchFamily="34" charset="0"/>
                <a:cs typeface="Arial" panose="020B0604020202020204" pitchFamily="34" charset="0"/>
              </a:rPr>
              <a:t>Transistors can be used to construct constant‐current sources which can in turn be used to bias a number of amplifier circuits. </a:t>
            </a:r>
          </a:p>
          <a:p>
            <a:pPr>
              <a:buFont typeface="Wingdings" panose="05000000000000000000" pitchFamily="2" charset="2"/>
              <a:buChar char="§"/>
            </a:pPr>
            <a:r>
              <a:rPr lang="en-AU" sz="2800" dirty="0">
                <a:latin typeface="Arial" panose="020B0604020202020204" pitchFamily="34" charset="0"/>
                <a:cs typeface="Arial" panose="020B0604020202020204" pitchFamily="34" charset="0"/>
              </a:rPr>
              <a:t>Since the transistors are matched and on the same chip, the stages will track each other even if there is a change in the temperature or even the power‐supply voltage.</a:t>
            </a:r>
          </a:p>
          <a:p>
            <a:pPr marL="342900" indent="-342900">
              <a:buFont typeface="Arial" panose="020B0604020202020204" pitchFamily="34" charset="0"/>
              <a:buChar char="•"/>
            </a:pPr>
            <a:endParaRPr lang="en-AU"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marL="914400" lvl="2" indent="0">
              <a:lnSpc>
                <a:spcPct val="90000"/>
              </a:lnSpc>
              <a:buNone/>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3">
              <a:lnSpc>
                <a:spcPct val="90000"/>
              </a:lnSpc>
            </a:pPr>
            <a:endParaRPr lang="en-US" sz="1800" dirty="0">
              <a:latin typeface="+mn-lt"/>
            </a:endParaRPr>
          </a:p>
          <a:p>
            <a:pPr marL="1371600" lvl="3" indent="0">
              <a:lnSpc>
                <a:spcPct val="90000"/>
              </a:lnSpc>
              <a:buNone/>
            </a:pPr>
            <a:endParaRPr lang="en-US" sz="1600" baseline="-25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1">
              <a:lnSpc>
                <a:spcPct val="90000"/>
              </a:lnSpc>
            </a:pPr>
            <a:endParaRPr lang="en-US" sz="2000" dirty="0">
              <a:latin typeface="+mn-lt"/>
            </a:endParaRPr>
          </a:p>
          <a:p>
            <a:pPr marL="457200" lvl="1" indent="0">
              <a:lnSpc>
                <a:spcPct val="90000"/>
              </a:lnSpc>
              <a:buNone/>
            </a:pPr>
            <a:endParaRPr lang="en-US" sz="2000" dirty="0">
              <a:latin typeface="+mn-lt"/>
            </a:endParaRPr>
          </a:p>
          <a:p>
            <a:pPr marL="0" indent="0">
              <a:lnSpc>
                <a:spcPct val="90000"/>
              </a:lnSpc>
              <a:buNone/>
            </a:pPr>
            <a:endParaRPr lang="en-US" sz="2400" dirty="0">
              <a:latin typeface="+mn-lt"/>
            </a:endParaRPr>
          </a:p>
          <a:p>
            <a:pPr>
              <a:lnSpc>
                <a:spcPct val="90000"/>
              </a:lnSpc>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a:lnSpc>
                <a:spcPct val="90000"/>
              </a:lnSpc>
            </a:pPr>
            <a:endParaRPr lang="en-US" dirty="0">
              <a:latin typeface="+mn-lt"/>
            </a:endParaRPr>
          </a:p>
        </p:txBody>
      </p:sp>
      <p:pic>
        <p:nvPicPr>
          <p:cNvPr id="3" name="Picture 2">
            <a:extLst>
              <a:ext uri="{FF2B5EF4-FFF2-40B4-BE49-F238E27FC236}">
                <a16:creationId xmlns:a16="http://schemas.microsoft.com/office/drawing/2014/main" id="{46158412-F58D-341D-4AE0-7B37C0ACEC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56140" y="3081753"/>
            <a:ext cx="3967092" cy="2766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1362F9E8-BC15-834D-2F7E-0CEB39A53F35}"/>
                  </a:ext>
                </a:extLst>
              </p14:cNvPr>
              <p14:cNvContentPartPr/>
              <p14:nvPr/>
            </p14:nvContentPartPr>
            <p14:xfrm>
              <a:off x="456120" y="1782360"/>
              <a:ext cx="11534400" cy="4253040"/>
            </p14:xfrm>
          </p:contentPart>
        </mc:Choice>
        <mc:Fallback>
          <p:pic>
            <p:nvPicPr>
              <p:cNvPr id="8" name="Ink 7">
                <a:extLst>
                  <a:ext uri="{FF2B5EF4-FFF2-40B4-BE49-F238E27FC236}">
                    <a16:creationId xmlns:a16="http://schemas.microsoft.com/office/drawing/2014/main" id="{1362F9E8-BC15-834D-2F7E-0CEB39A53F35}"/>
                  </a:ext>
                </a:extLst>
              </p:cNvPr>
              <p:cNvPicPr/>
              <p:nvPr/>
            </p:nvPicPr>
            <p:blipFill>
              <a:blip r:embed="rId5"/>
              <a:stretch>
                <a:fillRect/>
              </a:stretch>
            </p:blipFill>
            <p:spPr>
              <a:xfrm>
                <a:off x="446760" y="1773000"/>
                <a:ext cx="11553120" cy="4271760"/>
              </a:xfrm>
              <a:prstGeom prst="rect">
                <a:avLst/>
              </a:prstGeom>
            </p:spPr>
          </p:pic>
        </mc:Fallback>
      </mc:AlternateContent>
    </p:spTree>
    <p:extLst>
      <p:ext uri="{BB962C8B-B14F-4D97-AF65-F5344CB8AC3E}">
        <p14:creationId xmlns:p14="http://schemas.microsoft.com/office/powerpoint/2010/main" val="42906163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BJE Amplifier</a:t>
            </a:r>
            <a:r>
              <a:rPr lang="en-AU" sz="3600" b="1">
                <a:latin typeface="Arial Black" panose="020B0A04020102020204" pitchFamily="34" charset="0"/>
              </a:rPr>
              <a:t> – Current Mirror</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marL="0" indent="0">
              <a:buNone/>
            </a:pPr>
            <a:endParaRPr lang="en-AU" sz="3000" b="1">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F3AAD9E-5DF8-5821-8EE3-2769E0899DDD}"/>
                  </a:ext>
                </a:extLst>
              </p14:cNvPr>
              <p14:cNvContentPartPr/>
              <p14:nvPr/>
            </p14:nvContentPartPr>
            <p14:xfrm>
              <a:off x="-120960" y="388080"/>
              <a:ext cx="9053280" cy="5968800"/>
            </p14:xfrm>
          </p:contentPart>
        </mc:Choice>
        <mc:Fallback>
          <p:pic>
            <p:nvPicPr>
              <p:cNvPr id="3" name="Ink 2">
                <a:extLst>
                  <a:ext uri="{FF2B5EF4-FFF2-40B4-BE49-F238E27FC236}">
                    <a16:creationId xmlns:a16="http://schemas.microsoft.com/office/drawing/2014/main" id="{AF3AAD9E-5DF8-5821-8EE3-2769E0899DDD}"/>
                  </a:ext>
                </a:extLst>
              </p:cNvPr>
              <p:cNvPicPr/>
              <p:nvPr/>
            </p:nvPicPr>
            <p:blipFill>
              <a:blip r:embed="rId4"/>
              <a:stretch>
                <a:fillRect/>
              </a:stretch>
            </p:blipFill>
            <p:spPr>
              <a:xfrm>
                <a:off x="-130320" y="378720"/>
                <a:ext cx="9072000" cy="5987520"/>
              </a:xfrm>
              <a:prstGeom prst="rect">
                <a:avLst/>
              </a:prstGeom>
            </p:spPr>
          </p:pic>
        </mc:Fallback>
      </mc:AlternateContent>
    </p:spTree>
    <p:extLst>
      <p:ext uri="{BB962C8B-B14F-4D97-AF65-F5344CB8AC3E}">
        <p14:creationId xmlns:p14="http://schemas.microsoft.com/office/powerpoint/2010/main" val="7557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a:latin typeface="Arial" panose="020B0604020202020204" pitchFamily="34" charset="0"/>
                <a:cs typeface="Arial" panose="020B0604020202020204" pitchFamily="34" charset="0"/>
              </a:rPr>
              <a:t>Current sources or </a:t>
            </a:r>
            <a:r>
              <a:rPr lang="en-AU" i="1">
                <a:latin typeface="Arial" panose="020B0604020202020204" pitchFamily="34" charset="0"/>
                <a:cs typeface="Arial" panose="020B0604020202020204" pitchFamily="34" charset="0"/>
              </a:rPr>
              <a:t>mirrors </a:t>
            </a:r>
            <a:r>
              <a:rPr lang="en-AU">
                <a:latin typeface="Arial" panose="020B0604020202020204" pitchFamily="34" charset="0"/>
                <a:cs typeface="Arial" panose="020B0604020202020204" pitchFamily="34" charset="0"/>
              </a:rPr>
              <a:t>are designed to maintain I</a:t>
            </a:r>
            <a:r>
              <a:rPr lang="en-AU" baseline="-25000">
                <a:latin typeface="Arial" panose="020B0604020202020204" pitchFamily="34" charset="0"/>
                <a:cs typeface="Arial" panose="020B0604020202020204" pitchFamily="34" charset="0"/>
              </a:rPr>
              <a:t>C</a:t>
            </a:r>
            <a:r>
              <a:rPr lang="en-AU">
                <a:latin typeface="Arial" panose="020B0604020202020204" pitchFamily="34" charset="0"/>
                <a:cs typeface="Arial" panose="020B0604020202020204" pitchFamily="34" charset="0"/>
              </a:rPr>
              <a:t> at a constant value even when </a:t>
            </a:r>
            <a:r>
              <a:rPr lang="en-AU" i="1">
                <a:latin typeface="Arial" panose="020B0604020202020204" pitchFamily="34" charset="0"/>
                <a:cs typeface="Arial" panose="020B0604020202020204" pitchFamily="34" charset="0"/>
              </a:rPr>
              <a:t>V</a:t>
            </a:r>
            <a:r>
              <a:rPr lang="en-AU" i="1" baseline="-25000">
                <a:latin typeface="Arial" panose="020B0604020202020204" pitchFamily="34" charset="0"/>
                <a:cs typeface="Arial" panose="020B0604020202020204" pitchFamily="34" charset="0"/>
              </a:rPr>
              <a:t>CE</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changes.</a:t>
            </a:r>
          </a:p>
          <a:p>
            <a:pPr>
              <a:buFont typeface="Wingdings" panose="05000000000000000000" pitchFamily="2" charset="2"/>
              <a:buChar char="§"/>
            </a:pPr>
            <a:r>
              <a:rPr lang="en-AU">
                <a:latin typeface="Arial" panose="020B0604020202020204" pitchFamily="34" charset="0"/>
                <a:cs typeface="Arial" panose="020B0604020202020204" pitchFamily="34" charset="0"/>
              </a:rPr>
              <a:t>The Norton‐equivalent circuit of a current source</a:t>
            </a:r>
          </a:p>
          <a:p>
            <a:pPr>
              <a:buFont typeface="Wingdings" panose="05000000000000000000" pitchFamily="2" charset="2"/>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buFont typeface="Wingdings" panose="05000000000000000000" pitchFamily="2" charset="2"/>
              <a:buChar char="§"/>
            </a:pPr>
            <a:endParaRPr lang="en-US" sz="2800" baseline="-25000">
              <a:latin typeface="Arial" panose="020B0604020202020204" pitchFamily="34" charset="0"/>
              <a:cs typeface="Arial" panose="020B0604020202020204" pitchFamily="34" charset="0"/>
            </a:endParaRPr>
          </a:p>
          <a:p>
            <a:pPr>
              <a:buFont typeface="Wingdings" panose="05000000000000000000" pitchFamily="2" charset="2"/>
              <a:buChar char="§"/>
            </a:pPr>
            <a:r>
              <a:rPr lang="en-AU" i="1" err="1">
                <a:latin typeface="Arial" panose="020B0604020202020204" pitchFamily="34" charset="0"/>
                <a:cs typeface="Arial" panose="020B0604020202020204" pitchFamily="34" charset="0"/>
              </a:rPr>
              <a:t>r</a:t>
            </a:r>
            <a:r>
              <a:rPr lang="en-AU" i="1" baseline="-25000" err="1">
                <a:latin typeface="Arial" panose="020B0604020202020204" pitchFamily="34" charset="0"/>
                <a:cs typeface="Arial" panose="020B0604020202020204" pitchFamily="34" charset="0"/>
              </a:rPr>
              <a:t>o</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 output resistance of the source, which is the output resistance seen at the collector of Q2.</a:t>
            </a: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8" name="Picture 2">
            <a:extLst>
              <a:ext uri="{FF2B5EF4-FFF2-40B4-BE49-F238E27FC236}">
                <a16:creationId xmlns:a16="http://schemas.microsoft.com/office/drawing/2014/main" id="{B804E9F5-1C53-C65B-14F3-BAFAF6457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1725" y="2015337"/>
            <a:ext cx="4896543" cy="2653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1C5E560-41CC-0D8A-E66D-930436CAAC7D}"/>
                  </a:ext>
                </a:extLst>
              </p14:cNvPr>
              <p14:cNvContentPartPr/>
              <p14:nvPr/>
            </p14:nvContentPartPr>
            <p14:xfrm>
              <a:off x="3735360" y="1968840"/>
              <a:ext cx="7705800" cy="2938680"/>
            </p14:xfrm>
          </p:contentPart>
        </mc:Choice>
        <mc:Fallback>
          <p:pic>
            <p:nvPicPr>
              <p:cNvPr id="3" name="Ink 2">
                <a:extLst>
                  <a:ext uri="{FF2B5EF4-FFF2-40B4-BE49-F238E27FC236}">
                    <a16:creationId xmlns:a16="http://schemas.microsoft.com/office/drawing/2014/main" id="{F1C5E560-41CC-0D8A-E66D-930436CAAC7D}"/>
                  </a:ext>
                </a:extLst>
              </p:cNvPr>
              <p:cNvPicPr/>
              <p:nvPr/>
            </p:nvPicPr>
            <p:blipFill>
              <a:blip r:embed="rId5"/>
              <a:stretch>
                <a:fillRect/>
              </a:stretch>
            </p:blipFill>
            <p:spPr>
              <a:xfrm>
                <a:off x="3726000" y="1959480"/>
                <a:ext cx="7724520" cy="2957400"/>
              </a:xfrm>
              <a:prstGeom prst="rect">
                <a:avLst/>
              </a:prstGeom>
            </p:spPr>
          </p:pic>
        </mc:Fallback>
      </mc:AlternateContent>
    </p:spTree>
    <p:extLst>
      <p:ext uri="{BB962C8B-B14F-4D97-AF65-F5344CB8AC3E}">
        <p14:creationId xmlns:p14="http://schemas.microsoft.com/office/powerpoint/2010/main" val="3503976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pPr>
              <a:buFont typeface="Wingdings" panose="05000000000000000000" pitchFamily="2" charset="2"/>
              <a:buChar char="§"/>
            </a:pPr>
            <a:r>
              <a:rPr lang="en-AU">
                <a:latin typeface="Arial" panose="020B0604020202020204" pitchFamily="34" charset="0"/>
                <a:cs typeface="Arial" panose="020B0604020202020204" pitchFamily="34" charset="0"/>
              </a:rPr>
              <a:t>Now, it can be shown that the collector current is exponentially dependent on the base‐emitter voltage V</a:t>
            </a:r>
            <a:r>
              <a:rPr lang="en-AU" baseline="-25000">
                <a:latin typeface="Arial" panose="020B0604020202020204" pitchFamily="34" charset="0"/>
                <a:cs typeface="Arial" panose="020B0604020202020204" pitchFamily="34" charset="0"/>
              </a:rPr>
              <a:t>BE</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t>
            </a:r>
          </a:p>
          <a:p>
            <a:pPr>
              <a:buFont typeface="Wingdings" panose="05000000000000000000" pitchFamily="2" charset="2"/>
              <a:buChar char="§"/>
            </a:pPr>
            <a:endParaRPr lang="en-AU" b="0" baseline="-25000">
              <a:latin typeface="Arial" panose="020B0604020202020204" pitchFamily="34" charset="0"/>
              <a:cs typeface="Arial" panose="020B0604020202020204" pitchFamily="34" charset="0"/>
            </a:endParaRPr>
          </a:p>
          <a:p>
            <a:pPr marL="0" indent="0">
              <a:buNone/>
            </a:pPr>
            <a:r>
              <a:rPr lang="en-AU" baseline="-25000">
                <a:latin typeface="Arial" panose="020B0604020202020204" pitchFamily="34" charset="0"/>
                <a:cs typeface="Arial" panose="020B0604020202020204" pitchFamily="34" charset="0"/>
              </a:rPr>
              <a:t>           </a:t>
            </a:r>
            <a:r>
              <a:rPr lang="en-AU" b="0" baseline="-25000">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where</a:t>
            </a:r>
            <a:r>
              <a:rPr lang="en-AU" b="0">
                <a:latin typeface="Arial" panose="020B0604020202020204" pitchFamily="34" charset="0"/>
                <a:cs typeface="Arial" panose="020B0604020202020204" pitchFamily="34" charset="0"/>
              </a:rPr>
              <a:t> </a:t>
            </a:r>
            <a:r>
              <a:rPr lang="en-AU" b="0" baseline="-25000">
                <a:latin typeface="Arial" panose="020B0604020202020204" pitchFamily="34" charset="0"/>
                <a:cs typeface="Arial" panose="020B0604020202020204" pitchFamily="34" charset="0"/>
              </a:rPr>
              <a:t>  </a:t>
            </a:r>
            <a:endParaRPr lang="en-AU" baseline="-25000">
              <a:latin typeface="Arial" panose="020B0604020202020204" pitchFamily="34" charset="0"/>
              <a:cs typeface="Arial" panose="020B0604020202020204" pitchFamily="34" charset="0"/>
            </a:endParaRPr>
          </a:p>
          <a:p>
            <a:pPr marL="457200" lvl="1" indent="0">
              <a:buNone/>
            </a:pPr>
            <a:endParaRPr lang="en-AU" sz="2800" baseline="-25000">
              <a:latin typeface="Arial" panose="020B0604020202020204" pitchFamily="34" charset="0"/>
              <a:cs typeface="Arial" panose="020B0604020202020204" pitchFamily="34" charset="0"/>
            </a:endParaRPr>
          </a:p>
          <a:p>
            <a:pPr>
              <a:buFont typeface="Wingdings" panose="05000000000000000000" pitchFamily="2" charset="2"/>
              <a:buChar char="§"/>
            </a:pPr>
            <a:endParaRPr lang="en-AU" i="1">
              <a:latin typeface="Arial" panose="020B0604020202020204" pitchFamily="34" charset="0"/>
              <a:cs typeface="Arial" panose="020B0604020202020204" pitchFamily="34" charset="0"/>
            </a:endParaRPr>
          </a:p>
          <a:p>
            <a:pPr marL="400050" lvl="1" indent="0" algn="just">
              <a:buNone/>
            </a:pPr>
            <a:r>
              <a:rPr lang="en-AU" sz="2800" i="1">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I</a:t>
            </a:r>
            <a:r>
              <a:rPr lang="en-AU" sz="2800" baseline="-25000">
                <a:latin typeface="Arial" panose="020B0604020202020204" pitchFamily="34" charset="0"/>
                <a:cs typeface="Arial" panose="020B0604020202020204" pitchFamily="34" charset="0"/>
              </a:rPr>
              <a:t>S</a:t>
            </a:r>
            <a:r>
              <a:rPr lang="en-AU" sz="2800">
                <a:latin typeface="Arial" panose="020B0604020202020204" pitchFamily="34" charset="0"/>
                <a:cs typeface="Arial" panose="020B0604020202020204" pitchFamily="34" charset="0"/>
              </a:rPr>
              <a:t> ≡ the saturation current of the transistor, which depends on the doping concentration and mobility of  minority carriers in the base. </a:t>
            </a:r>
          </a:p>
          <a:p>
            <a:pPr marL="400050" lvl="1" indent="0" algn="just">
              <a:buNone/>
            </a:pPr>
            <a:endParaRPr lang="en-AU" sz="2800">
              <a:latin typeface="Arial" panose="020B0604020202020204" pitchFamily="34" charset="0"/>
              <a:cs typeface="Arial" panose="020B0604020202020204" pitchFamily="34" charset="0"/>
            </a:endParaRPr>
          </a:p>
          <a:p>
            <a:pPr algn="just">
              <a:buFont typeface="Wingdings" panose="05000000000000000000" pitchFamily="2" charset="2"/>
              <a:buChar char="§"/>
            </a:pPr>
            <a:r>
              <a:rPr lang="en-AU">
                <a:latin typeface="Arial" panose="020B0604020202020204" pitchFamily="34" charset="0"/>
                <a:cs typeface="Arial" panose="020B0604020202020204" pitchFamily="34" charset="0"/>
              </a:rPr>
              <a:t>Since both transistors in a current source are fabricated on the same wafer, close to each other, the devices are well matched in β, V</a:t>
            </a:r>
            <a:r>
              <a:rPr lang="en-AU" baseline="-25000">
                <a:latin typeface="Arial" panose="020B0604020202020204" pitchFamily="34" charset="0"/>
                <a:cs typeface="Arial" panose="020B0604020202020204" pitchFamily="34" charset="0"/>
              </a:rPr>
              <a:t>BE</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and I</a:t>
            </a:r>
            <a:r>
              <a:rPr lang="en-AU" baseline="-25000">
                <a:latin typeface="Arial" panose="020B0604020202020204" pitchFamily="34" charset="0"/>
                <a:cs typeface="Arial" panose="020B0604020202020204" pitchFamily="34" charset="0"/>
              </a:rPr>
              <a:t>S</a:t>
            </a:r>
            <a:r>
              <a:rPr lang="en-AU">
                <a:latin typeface="Arial" panose="020B0604020202020204" pitchFamily="34" charset="0"/>
                <a:cs typeface="Arial" panose="020B0604020202020204" pitchFamily="34" charset="0"/>
              </a:rPr>
              <a:t>, if they are of identical geometry.</a:t>
            </a:r>
            <a:endParaRPr lang="en-AU" baseline="-25000">
              <a:latin typeface="Arial" panose="020B0604020202020204" pitchFamily="34" charset="0"/>
              <a:cs typeface="Arial" panose="020B0604020202020204" pitchFamily="34" charset="0"/>
            </a:endParaRPr>
          </a:p>
          <a:p>
            <a:pPr marL="914400" lvl="2" indent="0">
              <a:lnSpc>
                <a:spcPct val="90000"/>
              </a:lnSpc>
              <a:buNone/>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59FE458-E27B-DFAF-BB93-7326624F6EB3}"/>
                  </a:ext>
                </a:extLst>
              </p:cNvPr>
              <p:cNvSpPr/>
              <p:nvPr/>
            </p:nvSpPr>
            <p:spPr>
              <a:xfrm>
                <a:off x="3371214" y="1319569"/>
                <a:ext cx="3302148"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m:oMathPara>
                </a14:m>
                <a:endParaRPr lang="en-AU" sz="2800"/>
              </a:p>
            </p:txBody>
          </p:sp>
        </mc:Choice>
        <mc:Fallback xmlns="">
          <p:sp>
            <p:nvSpPr>
              <p:cNvPr id="3" name="Rectangle 2">
                <a:extLst>
                  <a:ext uri="{FF2B5EF4-FFF2-40B4-BE49-F238E27FC236}">
                    <a16:creationId xmlns:a16="http://schemas.microsoft.com/office/drawing/2014/main" id="{359FE458-E27B-DFAF-BB93-7326624F6EB3}"/>
                  </a:ext>
                </a:extLst>
              </p:cNvPr>
              <p:cNvSpPr>
                <a:spLocks noRot="1" noChangeAspect="1" noMove="1" noResize="1" noEditPoints="1" noAdjustHandles="1" noChangeArrowheads="1" noChangeShapeType="1" noTextEdit="1"/>
              </p:cNvSpPr>
              <p:nvPr/>
            </p:nvSpPr>
            <p:spPr>
              <a:xfrm>
                <a:off x="3371214" y="1319569"/>
                <a:ext cx="3302148" cy="96943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8F51B9D-CC13-9C5A-32A5-31B3A6100A3B}"/>
                  </a:ext>
                </a:extLst>
              </p:cNvPr>
              <p:cNvSpPr/>
              <p:nvPr/>
            </p:nvSpPr>
            <p:spPr>
              <a:xfrm>
                <a:off x="3935279" y="2235574"/>
                <a:ext cx="1512167" cy="97154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smtClean="0">
                              <a:latin typeface="Cambria Math"/>
                              <a:ea typeface="Cambria Math"/>
                            </a:rPr>
                            <m:t>KT</m:t>
                          </m:r>
                        </m:num>
                        <m:den>
                          <m:r>
                            <m:rPr>
                              <m:sty m:val="p"/>
                            </m:rPr>
                            <a:rPr lang="en-AU" sz="2800" b="0" i="0" dirty="0" smtClean="0">
                              <a:latin typeface="Cambria Math"/>
                              <a:ea typeface="Cambria Math"/>
                            </a:rPr>
                            <m:t>q</m:t>
                          </m:r>
                        </m:den>
                      </m:f>
                    </m:oMath>
                  </m:oMathPara>
                </a14:m>
                <a:endParaRPr lang="en-AU" sz="2800"/>
              </a:p>
            </p:txBody>
          </p:sp>
        </mc:Choice>
        <mc:Fallback xmlns="">
          <p:sp>
            <p:nvSpPr>
              <p:cNvPr id="9" name="Rectangle 8">
                <a:extLst>
                  <a:ext uri="{FF2B5EF4-FFF2-40B4-BE49-F238E27FC236}">
                    <a16:creationId xmlns:a16="http://schemas.microsoft.com/office/drawing/2014/main" id="{08F51B9D-CC13-9C5A-32A5-31B3A6100A3B}"/>
                  </a:ext>
                </a:extLst>
              </p:cNvPr>
              <p:cNvSpPr>
                <a:spLocks noRot="1" noChangeAspect="1" noMove="1" noResize="1" noEditPoints="1" noAdjustHandles="1" noChangeArrowheads="1" noChangeShapeType="1" noTextEdit="1"/>
              </p:cNvSpPr>
              <p:nvPr/>
            </p:nvSpPr>
            <p:spPr>
              <a:xfrm>
                <a:off x="3935279" y="2235574"/>
                <a:ext cx="1512167" cy="97154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703919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endParaRPr lang="en-AU" b="0" baseline="-25000">
              <a:latin typeface="+mn-lt"/>
            </a:endParaRPr>
          </a:p>
          <a:p>
            <a:endParaRPr lang="en-AU" b="0" baseline="-25000">
              <a:latin typeface="+mn-lt"/>
            </a:endParaRPr>
          </a:p>
          <a:p>
            <a:pPr marL="0" indent="0">
              <a:buNone/>
            </a:pPr>
            <a:r>
              <a:rPr lang="en-AU" b="0" baseline="-25000">
                <a:latin typeface="+mn-lt"/>
              </a:rPr>
              <a:t>         </a:t>
            </a:r>
            <a:endParaRPr lang="en-AU" baseline="-25000">
              <a:latin typeface="+mn-lt"/>
            </a:endParaRPr>
          </a:p>
          <a:p>
            <a:pPr lvl="1"/>
            <a:endParaRPr lang="en-AU" sz="2000" baseline="-25000">
              <a:latin typeface="+mn-lt"/>
            </a:endParaRP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a:buFont typeface="Wingdings" panose="05000000000000000000" pitchFamily="2" charset="2"/>
              <a:buChar char="§"/>
            </a:pPr>
            <a:r>
              <a:rPr lang="en-AU">
                <a:latin typeface="Arial" panose="020B0604020202020204" pitchFamily="34" charset="0"/>
                <a:cs typeface="Arial" panose="020B0604020202020204" pitchFamily="34" charset="0"/>
              </a:rPr>
              <a:t>Taking KVL in the base loop</a:t>
            </a: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a:buFont typeface="Wingdings" panose="05000000000000000000" pitchFamily="2" charset="2"/>
              <a:buChar char="§"/>
            </a:pPr>
            <a:r>
              <a:rPr lang="en-AU">
                <a:latin typeface="Arial" panose="020B0604020202020204" pitchFamily="34" charset="0"/>
                <a:cs typeface="Arial" panose="020B0604020202020204" pitchFamily="34" charset="0"/>
              </a:rPr>
              <a:t>Hence,</a:t>
            </a: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a:buFont typeface="Wingdings" panose="05000000000000000000" pitchFamily="2" charset="2"/>
              <a:buChar char="§"/>
            </a:pPr>
            <a:r>
              <a:rPr lang="en-AU">
                <a:latin typeface="Arial" panose="020B0604020202020204" pitchFamily="34" charset="0"/>
                <a:cs typeface="Arial" panose="020B0604020202020204" pitchFamily="34" charset="0"/>
              </a:rPr>
              <a:t>Taking KVL in the CE loop of Q1 </a:t>
            </a:r>
          </a:p>
          <a:p>
            <a:pPr algn="just"/>
            <a:endParaRPr lang="en-AU" sz="2400">
              <a:latin typeface="+mn-lt"/>
            </a:endParaRPr>
          </a:p>
          <a:p>
            <a:pPr marL="914400" lvl="2" indent="0">
              <a:lnSpc>
                <a:spcPct val="90000"/>
              </a:lnSpc>
              <a:buNone/>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55CB5EF-0121-5973-95FF-48FE68347D90}"/>
                  </a:ext>
                </a:extLst>
              </p:cNvPr>
              <p:cNvSpPr/>
              <p:nvPr/>
            </p:nvSpPr>
            <p:spPr>
              <a:xfrm>
                <a:off x="4763140" y="581705"/>
                <a:ext cx="241285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2</m:t>
                          </m:r>
                        </m:sub>
                      </m:sSub>
                      <m:r>
                        <a:rPr lang="en-AU" sz="2800" b="0" i="0" dirty="0">
                          <a:latin typeface="Cambria Math"/>
                          <a:ea typeface="Cambria Math"/>
                        </a:rPr>
                        <m:t>=</m:t>
                      </m:r>
                      <m:r>
                        <m:rPr>
                          <m:sty m:val="p"/>
                        </m:rPr>
                        <a:rPr lang="en-AU" sz="2800" b="0" i="0" dirty="0" smtClean="0">
                          <a:latin typeface="Cambria Math"/>
                          <a:ea typeface="Cambria Math"/>
                        </a:rPr>
                        <m:t>β</m:t>
                      </m:r>
                    </m:oMath>
                  </m:oMathPara>
                </a14:m>
                <a:endParaRPr lang="en-AU" sz="2800"/>
              </a:p>
            </p:txBody>
          </p:sp>
        </mc:Choice>
        <mc:Fallback xmlns="">
          <p:sp>
            <p:nvSpPr>
              <p:cNvPr id="8" name="Rectangle 7">
                <a:extLst>
                  <a:ext uri="{FF2B5EF4-FFF2-40B4-BE49-F238E27FC236}">
                    <a16:creationId xmlns:a16="http://schemas.microsoft.com/office/drawing/2014/main" id="{855CB5EF-0121-5973-95FF-48FE68347D90}"/>
                  </a:ext>
                </a:extLst>
              </p:cNvPr>
              <p:cNvSpPr>
                <a:spLocks noRot="1" noChangeAspect="1" noMove="1" noResize="1" noEditPoints="1" noAdjustHandles="1" noChangeArrowheads="1" noChangeShapeType="1" noTextEdit="1"/>
              </p:cNvSpPr>
              <p:nvPr/>
            </p:nvSpPr>
            <p:spPr>
              <a:xfrm>
                <a:off x="4763140" y="581705"/>
                <a:ext cx="241285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A9CE583-0B70-A095-74C1-E3587CD7C532}"/>
                  </a:ext>
                </a:extLst>
              </p:cNvPr>
              <p:cNvSpPr/>
              <p:nvPr/>
            </p:nvSpPr>
            <p:spPr>
              <a:xfrm>
                <a:off x="2366290" y="1071214"/>
                <a:ext cx="3370078"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1</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1</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m:oMathPara>
                </a14:m>
                <a:endParaRPr lang="en-AU" sz="2800"/>
              </a:p>
            </p:txBody>
          </p:sp>
        </mc:Choice>
        <mc:Fallback xmlns="">
          <p:sp>
            <p:nvSpPr>
              <p:cNvPr id="10" name="Rectangle 9">
                <a:extLst>
                  <a:ext uri="{FF2B5EF4-FFF2-40B4-BE49-F238E27FC236}">
                    <a16:creationId xmlns:a16="http://schemas.microsoft.com/office/drawing/2014/main" id="{AA9CE583-0B70-A095-74C1-E3587CD7C532}"/>
                  </a:ext>
                </a:extLst>
              </p:cNvPr>
              <p:cNvSpPr>
                <a:spLocks noRot="1" noChangeAspect="1" noMove="1" noResize="1" noEditPoints="1" noAdjustHandles="1" noChangeArrowheads="1" noChangeShapeType="1" noTextEdit="1"/>
              </p:cNvSpPr>
              <p:nvPr/>
            </p:nvSpPr>
            <p:spPr>
              <a:xfrm>
                <a:off x="2366290" y="1071214"/>
                <a:ext cx="3370078" cy="96943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89942A4-487E-5EF1-5962-ECB89FC38520}"/>
                  </a:ext>
                </a:extLst>
              </p:cNvPr>
              <p:cNvSpPr/>
              <p:nvPr/>
            </p:nvSpPr>
            <p:spPr>
              <a:xfrm>
                <a:off x="5736368" y="1071213"/>
                <a:ext cx="3820870"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2</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2</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m:oMathPara>
                </a14:m>
                <a:endParaRPr lang="en-AU" sz="2800"/>
              </a:p>
            </p:txBody>
          </p:sp>
        </mc:Choice>
        <mc:Fallback xmlns="">
          <p:sp>
            <p:nvSpPr>
              <p:cNvPr id="12" name="Rectangle 11">
                <a:extLst>
                  <a:ext uri="{FF2B5EF4-FFF2-40B4-BE49-F238E27FC236}">
                    <a16:creationId xmlns:a16="http://schemas.microsoft.com/office/drawing/2014/main" id="{D89942A4-487E-5EF1-5962-ECB89FC38520}"/>
                  </a:ext>
                </a:extLst>
              </p:cNvPr>
              <p:cNvSpPr>
                <a:spLocks noRot="1" noChangeAspect="1" noMove="1" noResize="1" noEditPoints="1" noAdjustHandles="1" noChangeArrowheads="1" noChangeShapeType="1" noTextEdit="1"/>
              </p:cNvSpPr>
              <p:nvPr/>
            </p:nvSpPr>
            <p:spPr>
              <a:xfrm>
                <a:off x="5736368" y="1071213"/>
                <a:ext cx="3820870" cy="969433"/>
              </a:xfrm>
              <a:prstGeom prst="rect">
                <a:avLst/>
              </a:prstGeom>
              <a:blipFill>
                <a:blip r:embed="rId5"/>
                <a:stretch>
                  <a:fillRect/>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7F222B1C-8D31-2FA0-7FC0-D1DC49BAAB4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36089" y="3077308"/>
            <a:ext cx="3819249" cy="2662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43C5EE7-040A-B914-BB31-EF58911344BD}"/>
                  </a:ext>
                </a:extLst>
              </p:cNvPr>
              <p:cNvSpPr/>
              <p:nvPr/>
            </p:nvSpPr>
            <p:spPr>
              <a:xfrm>
                <a:off x="4589231" y="1978866"/>
                <a:ext cx="180020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2</m:t>
                          </m:r>
                        </m:sub>
                      </m:sSub>
                    </m:oMath>
                  </m:oMathPara>
                </a14:m>
                <a:endParaRPr lang="en-AU" sz="2800"/>
              </a:p>
            </p:txBody>
          </p:sp>
        </mc:Choice>
        <mc:Fallback xmlns="">
          <p:sp>
            <p:nvSpPr>
              <p:cNvPr id="14" name="Rectangle 13">
                <a:extLst>
                  <a:ext uri="{FF2B5EF4-FFF2-40B4-BE49-F238E27FC236}">
                    <a16:creationId xmlns:a16="http://schemas.microsoft.com/office/drawing/2014/main" id="{F43C5EE7-040A-B914-BB31-EF58911344BD}"/>
                  </a:ext>
                </a:extLst>
              </p:cNvPr>
              <p:cNvSpPr>
                <a:spLocks noRot="1" noChangeAspect="1" noMove="1" noResize="1" noEditPoints="1" noAdjustHandles="1" noChangeArrowheads="1" noChangeShapeType="1" noTextEdit="1"/>
              </p:cNvSpPr>
              <p:nvPr/>
            </p:nvSpPr>
            <p:spPr>
              <a:xfrm>
                <a:off x="4589231" y="1978866"/>
                <a:ext cx="1800200"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E0D6E49-DC9D-E014-B94C-10FA9B14C490}"/>
                  </a:ext>
                </a:extLst>
              </p:cNvPr>
              <p:cNvSpPr/>
              <p:nvPr/>
            </p:nvSpPr>
            <p:spPr>
              <a:xfrm>
                <a:off x="2324660" y="2914588"/>
                <a:ext cx="377134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BE</m:t>
                          </m:r>
                        </m:sub>
                      </m:sSub>
                    </m:oMath>
                  </m:oMathPara>
                </a14:m>
                <a:endParaRPr lang="en-AU" sz="2800"/>
              </a:p>
            </p:txBody>
          </p:sp>
        </mc:Choice>
        <mc:Fallback xmlns="">
          <p:sp>
            <p:nvSpPr>
              <p:cNvPr id="15" name="Rectangle 14">
                <a:extLst>
                  <a:ext uri="{FF2B5EF4-FFF2-40B4-BE49-F238E27FC236}">
                    <a16:creationId xmlns:a16="http://schemas.microsoft.com/office/drawing/2014/main" id="{4E0D6E49-DC9D-E014-B94C-10FA9B14C490}"/>
                  </a:ext>
                </a:extLst>
              </p:cNvPr>
              <p:cNvSpPr>
                <a:spLocks noRot="1" noChangeAspect="1" noMove="1" noResize="1" noEditPoints="1" noAdjustHandles="1" noChangeArrowheads="1" noChangeShapeType="1" noTextEdit="1"/>
              </p:cNvSpPr>
              <p:nvPr/>
            </p:nvSpPr>
            <p:spPr>
              <a:xfrm>
                <a:off x="2324660" y="2914588"/>
                <a:ext cx="3771340"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81540043-A22A-8934-BD26-0008C9EA872D}"/>
                  </a:ext>
                </a:extLst>
              </p:cNvPr>
              <p:cNvSpPr/>
              <p:nvPr/>
            </p:nvSpPr>
            <p:spPr>
              <a:xfrm>
                <a:off x="6090139" y="2905759"/>
                <a:ext cx="241285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2</m:t>
                          </m:r>
                        </m:sub>
                      </m:sSub>
                      <m:r>
                        <a:rPr lang="en-AU" sz="2800" b="0" i="0" dirty="0">
                          <a:latin typeface="Cambria Math"/>
                          <a:ea typeface="Cambria Math"/>
                        </a:rPr>
                        <m:t>=</m:t>
                      </m:r>
                      <m:r>
                        <m:rPr>
                          <m:sty m:val="p"/>
                        </m:rPr>
                        <a:rPr lang="en-AU" sz="2800" b="0" i="0" dirty="0" smtClean="0">
                          <a:latin typeface="Cambria Math"/>
                          <a:ea typeface="Cambria Math"/>
                        </a:rPr>
                        <m:t>β</m:t>
                      </m:r>
                    </m:oMath>
                  </m:oMathPara>
                </a14:m>
                <a:endParaRPr lang="en-AU" sz="2800"/>
              </a:p>
            </p:txBody>
          </p:sp>
        </mc:Choice>
        <mc:Fallback xmlns="">
          <p:sp>
            <p:nvSpPr>
              <p:cNvPr id="16" name="Rectangle 15">
                <a:extLst>
                  <a:ext uri="{FF2B5EF4-FFF2-40B4-BE49-F238E27FC236}">
                    <a16:creationId xmlns:a16="http://schemas.microsoft.com/office/drawing/2014/main" id="{81540043-A22A-8934-BD26-0008C9EA872D}"/>
                  </a:ext>
                </a:extLst>
              </p:cNvPr>
              <p:cNvSpPr>
                <a:spLocks noRot="1" noChangeAspect="1" noMove="1" noResize="1" noEditPoints="1" noAdjustHandles="1" noChangeArrowheads="1" noChangeShapeType="1" noTextEdit="1"/>
              </p:cNvSpPr>
              <p:nvPr/>
            </p:nvSpPr>
            <p:spPr>
              <a:xfrm>
                <a:off x="6090139" y="2905759"/>
                <a:ext cx="2412851"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58F3629-C11F-4543-A687-011FB05D893E}"/>
                  </a:ext>
                </a:extLst>
              </p:cNvPr>
              <p:cNvSpPr/>
              <p:nvPr/>
            </p:nvSpPr>
            <p:spPr>
              <a:xfrm>
                <a:off x="2679240" y="3746541"/>
                <a:ext cx="2556284"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B</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B</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B</m:t>
                          </m:r>
                        </m:sub>
                      </m:sSub>
                    </m:oMath>
                  </m:oMathPara>
                </a14:m>
                <a:endParaRPr lang="en-AU" sz="2800"/>
              </a:p>
            </p:txBody>
          </p:sp>
        </mc:Choice>
        <mc:Fallback xmlns="">
          <p:sp>
            <p:nvSpPr>
              <p:cNvPr id="17" name="Rectangle 16">
                <a:extLst>
                  <a:ext uri="{FF2B5EF4-FFF2-40B4-BE49-F238E27FC236}">
                    <a16:creationId xmlns:a16="http://schemas.microsoft.com/office/drawing/2014/main" id="{358F3629-C11F-4543-A687-011FB05D893E}"/>
                  </a:ext>
                </a:extLst>
              </p:cNvPr>
              <p:cNvSpPr>
                <a:spLocks noRot="1" noChangeAspect="1" noMove="1" noResize="1" noEditPoints="1" noAdjustHandles="1" noChangeArrowheads="1" noChangeShapeType="1" noTextEdit="1"/>
              </p:cNvSpPr>
              <p:nvPr/>
            </p:nvSpPr>
            <p:spPr>
              <a:xfrm>
                <a:off x="2679240" y="3746541"/>
                <a:ext cx="2556284"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386AA602-33B2-BF6B-0060-8790295C9815}"/>
                  </a:ext>
                </a:extLst>
              </p:cNvPr>
              <p:cNvSpPr/>
              <p:nvPr/>
            </p:nvSpPr>
            <p:spPr>
              <a:xfrm>
                <a:off x="5489331" y="3770872"/>
                <a:ext cx="2304256"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sub>
                      </m:sSub>
                    </m:oMath>
                  </m:oMathPara>
                </a14:m>
                <a:endParaRPr lang="en-AU" sz="2800"/>
              </a:p>
            </p:txBody>
          </p:sp>
        </mc:Choice>
        <mc:Fallback xmlns="">
          <p:sp>
            <p:nvSpPr>
              <p:cNvPr id="18" name="Rectangle 17">
                <a:extLst>
                  <a:ext uri="{FF2B5EF4-FFF2-40B4-BE49-F238E27FC236}">
                    <a16:creationId xmlns:a16="http://schemas.microsoft.com/office/drawing/2014/main" id="{386AA602-33B2-BF6B-0060-8790295C9815}"/>
                  </a:ext>
                </a:extLst>
              </p:cNvPr>
              <p:cNvSpPr>
                <a:spLocks noRot="1" noChangeAspect="1" noMove="1" noResize="1" noEditPoints="1" noAdjustHandles="1" noChangeArrowheads="1" noChangeShapeType="1" noTextEdit="1"/>
              </p:cNvSpPr>
              <p:nvPr/>
            </p:nvSpPr>
            <p:spPr>
              <a:xfrm>
                <a:off x="5489331" y="3770872"/>
                <a:ext cx="2304256"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3513A33B-2159-8EDA-5904-1FFEFC393C92}"/>
                  </a:ext>
                </a:extLst>
              </p:cNvPr>
              <p:cNvSpPr/>
              <p:nvPr/>
            </p:nvSpPr>
            <p:spPr>
              <a:xfrm>
                <a:off x="1125415" y="5060920"/>
                <a:ext cx="7851531" cy="89614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REF</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CC</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BE</m:t>
                              </m:r>
                            </m:sub>
                          </m:sSub>
                        </m:num>
                        <m:den>
                          <m:r>
                            <m:rPr>
                              <m:sty m:val="p"/>
                            </m:rPr>
                            <a:rPr lang="en-AU" sz="2800" b="0" i="0" dirty="0">
                              <a:latin typeface="Cambria Math"/>
                              <a:ea typeface="Cambria Math"/>
                            </a:rPr>
                            <m:t>R</m:t>
                          </m:r>
                        </m:den>
                      </m:f>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1</m:t>
                          </m:r>
                        </m:sub>
                      </m:sSub>
                      <m:r>
                        <a:rPr lang="en-AU" sz="2800" b="0" i="0" dirty="0" smtClean="0">
                          <a:latin typeface="Cambria Math"/>
                          <a:ea typeface="Cambria Math"/>
                        </a:rPr>
                        <m:t>+2</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B</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β</m:t>
                          </m:r>
                          <m:r>
                            <m:rPr>
                              <m:sty m:val="p"/>
                            </m:rPr>
                            <a:rPr lang="en-AU" sz="2800" b="0" i="0" dirty="0">
                              <a:latin typeface="Cambria Math"/>
                              <a:ea typeface="Cambria Math"/>
                            </a:rPr>
                            <m:t>I</m:t>
                          </m:r>
                        </m:e>
                        <m:sub>
                          <m:r>
                            <m:rPr>
                              <m:sty m:val="p"/>
                            </m:rPr>
                            <a:rPr lang="en-AU" sz="2800" b="0" i="0" dirty="0" smtClean="0">
                              <a:latin typeface="Cambria Math"/>
                              <a:ea typeface="Cambria Math"/>
                            </a:rPr>
                            <m:t>B</m:t>
                          </m:r>
                        </m:sub>
                      </m:sSub>
                      <m:r>
                        <a:rPr lang="en-AU" sz="2800" b="0" i="0" dirty="0">
                          <a:latin typeface="Cambria Math"/>
                          <a:ea typeface="Cambria Math"/>
                        </a:rPr>
                        <m:t>+2</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B</m:t>
                          </m:r>
                        </m:sub>
                      </m:sSub>
                    </m:oMath>
                  </m:oMathPara>
                </a14:m>
                <a:endParaRPr lang="en-AU" sz="2800"/>
              </a:p>
            </p:txBody>
          </p:sp>
        </mc:Choice>
        <mc:Fallback xmlns="">
          <p:sp>
            <p:nvSpPr>
              <p:cNvPr id="19" name="Rectangle 18">
                <a:extLst>
                  <a:ext uri="{FF2B5EF4-FFF2-40B4-BE49-F238E27FC236}">
                    <a16:creationId xmlns:a16="http://schemas.microsoft.com/office/drawing/2014/main" id="{3513A33B-2159-8EDA-5904-1FFEFC393C92}"/>
                  </a:ext>
                </a:extLst>
              </p:cNvPr>
              <p:cNvSpPr>
                <a:spLocks noRot="1" noChangeAspect="1" noMove="1" noResize="1" noEditPoints="1" noAdjustHandles="1" noChangeArrowheads="1" noChangeShapeType="1" noTextEdit="1"/>
              </p:cNvSpPr>
              <p:nvPr/>
            </p:nvSpPr>
            <p:spPr>
              <a:xfrm>
                <a:off x="1125415" y="5060920"/>
                <a:ext cx="7851531" cy="896143"/>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716450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endParaRPr lang="en-AU" b="0" baseline="-25000">
              <a:latin typeface="+mn-lt"/>
            </a:endParaRPr>
          </a:p>
          <a:p>
            <a:endParaRPr lang="en-AU" b="0" baseline="-25000">
              <a:latin typeface="+mn-lt"/>
            </a:endParaRPr>
          </a:p>
          <a:p>
            <a:endParaRPr lang="en-AU" baseline="-25000"/>
          </a:p>
          <a:p>
            <a:pPr>
              <a:buFont typeface="Wingdings" panose="05000000000000000000" pitchFamily="2" charset="2"/>
              <a:buChar char="§"/>
            </a:pPr>
            <a:r>
              <a:rPr lang="en-AU" sz="2800">
                <a:latin typeface="Arial" panose="020B0604020202020204" pitchFamily="34" charset="0"/>
                <a:cs typeface="Arial" panose="020B0604020202020204" pitchFamily="34" charset="0"/>
              </a:rPr>
              <a:t>For           , </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V</a:t>
            </a:r>
            <a:r>
              <a:rPr lang="en-AU" sz="2800" baseline="-25000">
                <a:latin typeface="Arial" panose="020B0604020202020204" pitchFamily="34" charset="0"/>
                <a:cs typeface="Arial" panose="020B0604020202020204" pitchFamily="34" charset="0"/>
              </a:rPr>
              <a:t>CC</a:t>
            </a:r>
            <a:r>
              <a:rPr lang="en-AU" sz="2800">
                <a:latin typeface="Arial" panose="020B0604020202020204" pitchFamily="34" charset="0"/>
                <a:cs typeface="Arial" panose="020B0604020202020204" pitchFamily="34" charset="0"/>
              </a:rPr>
              <a:t> &amp; R set the value I</a:t>
            </a:r>
            <a:r>
              <a:rPr lang="en-AU" sz="2800" i="1" baseline="-25000">
                <a:latin typeface="Arial" panose="020B0604020202020204" pitchFamily="34" charset="0"/>
                <a:cs typeface="Arial" panose="020B0604020202020204" pitchFamily="34" charset="0"/>
              </a:rPr>
              <a:t>C</a:t>
            </a:r>
            <a:r>
              <a:rPr lang="en-AU" sz="2800" baseline="-25000">
                <a:latin typeface="Arial" panose="020B0604020202020204" pitchFamily="34" charset="0"/>
                <a:cs typeface="Arial" panose="020B0604020202020204" pitchFamily="34" charset="0"/>
              </a:rPr>
              <a:t>1</a:t>
            </a:r>
            <a:r>
              <a:rPr lang="en-AU" sz="2800">
                <a:latin typeface="Arial" panose="020B0604020202020204" pitchFamily="34" charset="0"/>
                <a:cs typeface="Arial" panose="020B0604020202020204" pitchFamily="34" charset="0"/>
              </a:rPr>
              <a:t> and connection to Q1 mirrors I</a:t>
            </a:r>
            <a:r>
              <a:rPr lang="en-AU" sz="2800" i="1" baseline="-25000">
                <a:latin typeface="Arial" panose="020B0604020202020204" pitchFamily="34" charset="0"/>
                <a:cs typeface="Arial" panose="020B0604020202020204" pitchFamily="34" charset="0"/>
              </a:rPr>
              <a:t>C</a:t>
            </a:r>
            <a:r>
              <a:rPr lang="en-AU" sz="2800" baseline="-25000">
                <a:latin typeface="Arial" panose="020B0604020202020204" pitchFamily="34" charset="0"/>
                <a:cs typeface="Arial" panose="020B0604020202020204" pitchFamily="34" charset="0"/>
              </a:rPr>
              <a:t>1</a:t>
            </a:r>
            <a:r>
              <a:rPr lang="en-AU" sz="2800">
                <a:latin typeface="Arial" panose="020B0604020202020204" pitchFamily="34" charset="0"/>
                <a:cs typeface="Arial" panose="020B0604020202020204" pitchFamily="34" charset="0"/>
              </a:rPr>
              <a:t> onto I</a:t>
            </a:r>
            <a:r>
              <a:rPr lang="en-AU" sz="2800" i="1" baseline="-25000">
                <a:latin typeface="Arial" panose="020B0604020202020204" pitchFamily="34" charset="0"/>
                <a:cs typeface="Arial" panose="020B0604020202020204" pitchFamily="34" charset="0"/>
              </a:rPr>
              <a:t>C</a:t>
            </a:r>
            <a:r>
              <a:rPr lang="en-AU" sz="2800" baseline="-25000">
                <a:latin typeface="Arial" panose="020B0604020202020204" pitchFamily="34" charset="0"/>
                <a:cs typeface="Arial" panose="020B0604020202020204" pitchFamily="34" charset="0"/>
              </a:rPr>
              <a:t>2</a:t>
            </a:r>
            <a:r>
              <a:rPr lang="en-AU" sz="2800">
                <a:latin typeface="Arial" panose="020B0604020202020204" pitchFamily="34" charset="0"/>
                <a:cs typeface="Arial" panose="020B0604020202020204" pitchFamily="34" charset="0"/>
              </a:rPr>
              <a:t>.</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If the effect of the Early Voltage (V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is included, then we must write:</a:t>
            </a:r>
          </a:p>
          <a:p>
            <a:endParaRPr lang="en-AU" b="0" baseline="-25000">
              <a:latin typeface="+mn-lt"/>
            </a:endParaRPr>
          </a:p>
          <a:p>
            <a:pPr marL="0" indent="0">
              <a:buNone/>
            </a:pPr>
            <a:r>
              <a:rPr lang="en-AU" b="0" baseline="-25000">
                <a:latin typeface="+mn-lt"/>
              </a:rPr>
              <a:t>         </a:t>
            </a:r>
            <a:endParaRPr lang="en-AU" baseline="-25000">
              <a:latin typeface="+mn-lt"/>
            </a:endParaRPr>
          </a:p>
          <a:p>
            <a:pPr lvl="1"/>
            <a:endParaRPr lang="en-AU" sz="2000" baseline="-25000">
              <a:latin typeface="+mn-lt"/>
            </a:endParaRP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5B8E296-4D4A-BE2C-D2C5-CEA897C9C5DB}"/>
                  </a:ext>
                </a:extLst>
              </p:cNvPr>
              <p:cNvSpPr/>
              <p:nvPr/>
            </p:nvSpPr>
            <p:spPr>
              <a:xfrm>
                <a:off x="1083384" y="1673384"/>
                <a:ext cx="126376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800" b="0" i="0" dirty="0" smtClean="0">
                          <a:latin typeface="Cambria Math"/>
                          <a:ea typeface="Cambria Math"/>
                        </a:rPr>
                        <m:t>β</m:t>
                      </m:r>
                      <m:r>
                        <a:rPr lang="en-AU" sz="2800" b="0" i="0" dirty="0" smtClean="0">
                          <a:latin typeface="Cambria Math"/>
                          <a:ea typeface="Cambria Math"/>
                        </a:rPr>
                        <m:t>≫1</m:t>
                      </m:r>
                    </m:oMath>
                  </m:oMathPara>
                </a14:m>
                <a:endParaRPr lang="en-AU" sz="2800"/>
              </a:p>
            </p:txBody>
          </p:sp>
        </mc:Choice>
        <mc:Fallback xmlns="">
          <p:sp>
            <p:nvSpPr>
              <p:cNvPr id="3" name="Rectangle 2">
                <a:extLst>
                  <a:ext uri="{FF2B5EF4-FFF2-40B4-BE49-F238E27FC236}">
                    <a16:creationId xmlns:a16="http://schemas.microsoft.com/office/drawing/2014/main" id="{35B8E296-4D4A-BE2C-D2C5-CEA897C9C5DB}"/>
                  </a:ext>
                </a:extLst>
              </p:cNvPr>
              <p:cNvSpPr>
                <a:spLocks noRot="1" noChangeAspect="1" noMove="1" noResize="1" noEditPoints="1" noAdjustHandles="1" noChangeArrowheads="1" noChangeShapeType="1" noTextEdit="1"/>
              </p:cNvSpPr>
              <p:nvPr/>
            </p:nvSpPr>
            <p:spPr>
              <a:xfrm>
                <a:off x="1083384" y="1673384"/>
                <a:ext cx="126376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D698B21-31D2-7198-D760-0D8057AAC28E}"/>
                  </a:ext>
                </a:extLst>
              </p:cNvPr>
              <p:cNvSpPr/>
              <p:nvPr/>
            </p:nvSpPr>
            <p:spPr>
              <a:xfrm>
                <a:off x="890331" y="493606"/>
                <a:ext cx="9774738" cy="133555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smtClean="0">
                              <a:latin typeface="Cambria Math"/>
                              <a:ea typeface="Cambria Math"/>
                            </a:rPr>
                            <m:t>β</m:t>
                          </m:r>
                        </m:num>
                        <m:den>
                          <m:r>
                            <m:rPr>
                              <m:sty m:val="p"/>
                            </m:rPr>
                            <a:rPr lang="en-AU" sz="2800" b="0" i="0" dirty="0" smtClean="0">
                              <a:latin typeface="Cambria Math"/>
                              <a:ea typeface="Cambria Math"/>
                            </a:rPr>
                            <m:t>β</m:t>
                          </m:r>
                          <m:r>
                            <a:rPr lang="en-AU" sz="2800" b="0" i="0" dirty="0" smtClean="0">
                              <a:latin typeface="Cambria Math"/>
                              <a:ea typeface="Cambria Math"/>
                            </a:rPr>
                            <m:t>+2</m:t>
                          </m:r>
                        </m:den>
                      </m:f>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REF</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a:latin typeface="Cambria Math"/>
                              <a:ea typeface="Cambria Math"/>
                            </a:rPr>
                            <m:t>β</m:t>
                          </m:r>
                        </m:num>
                        <m:den>
                          <m:r>
                            <m:rPr>
                              <m:sty m:val="p"/>
                            </m:rPr>
                            <a:rPr lang="en-AU" sz="2800" b="0" i="0" dirty="0">
                              <a:latin typeface="Cambria Math"/>
                              <a:ea typeface="Cambria Math"/>
                            </a:rPr>
                            <m:t>β</m:t>
                          </m:r>
                          <m:r>
                            <a:rPr lang="en-AU" sz="2800" b="0" i="0" dirty="0">
                              <a:latin typeface="Cambria Math"/>
                              <a:ea typeface="Cambria Math"/>
                            </a:rPr>
                            <m:t>+2</m:t>
                          </m:r>
                        </m:den>
                      </m:f>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CC</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BE</m:t>
                              </m:r>
                            </m:sub>
                          </m:sSub>
                        </m:num>
                        <m:den>
                          <m:r>
                            <m:rPr>
                              <m:sty m:val="p"/>
                            </m:rPr>
                            <a:rPr lang="en-AU" sz="2800" b="0" i="0" dirty="0">
                              <a:latin typeface="Cambria Math"/>
                              <a:ea typeface="Cambria Math"/>
                            </a:rPr>
                            <m:t>R</m:t>
                          </m:r>
                        </m:den>
                      </m:f>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f>
                            <m:fPr>
                              <m:ctrlPr>
                                <a:rPr lang="en-AU" sz="2800" i="1" dirty="0" smtClean="0">
                                  <a:latin typeface="Cambria Math" panose="02040503050406030204" pitchFamily="18" charset="0"/>
                                  <a:ea typeface="Cambria Math"/>
                                </a:rPr>
                              </m:ctrlPr>
                            </m:fPr>
                            <m:num>
                              <m:r>
                                <a:rPr lang="en-AU" sz="2800" b="0" i="0" dirty="0" smtClean="0">
                                  <a:latin typeface="Cambria Math"/>
                                  <a:ea typeface="Cambria Math"/>
                                </a:rPr>
                                <m:t>1</m:t>
                              </m:r>
                            </m:num>
                            <m:den>
                              <m:r>
                                <a:rPr lang="en-AU" sz="2800" b="0" i="0" dirty="0" smtClean="0">
                                  <a:latin typeface="Cambria Math"/>
                                  <a:ea typeface="Cambria Math"/>
                                </a:rPr>
                                <m:t>1+</m:t>
                              </m:r>
                              <m:f>
                                <m:fPr>
                                  <m:ctrlPr>
                                    <a:rPr lang="en-AU" sz="2800" i="1" dirty="0" smtClean="0">
                                      <a:latin typeface="Cambria Math" panose="02040503050406030204" pitchFamily="18" charset="0"/>
                                      <a:ea typeface="Cambria Math"/>
                                    </a:rPr>
                                  </m:ctrlPr>
                                </m:fPr>
                                <m:num>
                                  <m:r>
                                    <a:rPr lang="en-AU" sz="2800" b="0" i="0" dirty="0" smtClean="0">
                                      <a:latin typeface="Cambria Math"/>
                                      <a:ea typeface="Cambria Math"/>
                                    </a:rPr>
                                    <m:t>2</m:t>
                                  </m:r>
                                </m:num>
                                <m:den>
                                  <m:r>
                                    <m:rPr>
                                      <m:sty m:val="p"/>
                                    </m:rPr>
                                    <a:rPr lang="en-AU" sz="2800" b="0" i="0" dirty="0" smtClean="0">
                                      <a:latin typeface="Cambria Math"/>
                                      <a:ea typeface="Cambria Math"/>
                                    </a:rPr>
                                    <m:t>β</m:t>
                                  </m:r>
                                </m:den>
                              </m:f>
                            </m:den>
                          </m:f>
                          <m:r>
                            <m:rPr>
                              <m:sty m:val="p"/>
                            </m:rPr>
                            <a:rPr lang="en-AU" sz="2800" b="0" i="0" dirty="0">
                              <a:latin typeface="Cambria Math"/>
                              <a:ea typeface="Cambria Math"/>
                            </a:rPr>
                            <m:t>I</m:t>
                          </m:r>
                        </m:e>
                        <m:sub>
                          <m:r>
                            <m:rPr>
                              <m:sty m:val="p"/>
                            </m:rPr>
                            <a:rPr lang="en-AU" sz="2800" b="0" i="0" dirty="0" smtClean="0">
                              <a:latin typeface="Cambria Math"/>
                              <a:ea typeface="Cambria Math"/>
                            </a:rPr>
                            <m:t>REF</m:t>
                          </m:r>
                        </m:sub>
                      </m:sSub>
                    </m:oMath>
                  </m:oMathPara>
                </a14:m>
                <a:endParaRPr lang="en-AU" sz="2800"/>
              </a:p>
            </p:txBody>
          </p:sp>
        </mc:Choice>
        <mc:Fallback xmlns="">
          <p:sp>
            <p:nvSpPr>
              <p:cNvPr id="9" name="Rectangle 8">
                <a:extLst>
                  <a:ext uri="{FF2B5EF4-FFF2-40B4-BE49-F238E27FC236}">
                    <a16:creationId xmlns:a16="http://schemas.microsoft.com/office/drawing/2014/main" id="{1D698B21-31D2-7198-D760-0D8057AAC28E}"/>
                  </a:ext>
                </a:extLst>
              </p:cNvPr>
              <p:cNvSpPr>
                <a:spLocks noRot="1" noChangeAspect="1" noMove="1" noResize="1" noEditPoints="1" noAdjustHandles="1" noChangeArrowheads="1" noChangeShapeType="1" noTextEdit="1"/>
              </p:cNvSpPr>
              <p:nvPr/>
            </p:nvSpPr>
            <p:spPr>
              <a:xfrm>
                <a:off x="890331" y="493606"/>
                <a:ext cx="9774738" cy="133555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F4543AE7-B48F-8971-A823-0EC1832625A1}"/>
                  </a:ext>
                </a:extLst>
              </p:cNvPr>
              <p:cNvSpPr/>
              <p:nvPr/>
            </p:nvSpPr>
            <p:spPr>
              <a:xfrm>
                <a:off x="2237430" y="1665346"/>
                <a:ext cx="1964167"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REF</m:t>
                          </m:r>
                        </m:sub>
                      </m:sSub>
                    </m:oMath>
                  </m:oMathPara>
                </a14:m>
                <a:endParaRPr lang="en-AU" sz="2800"/>
              </a:p>
            </p:txBody>
          </p:sp>
        </mc:Choice>
        <mc:Fallback xmlns="">
          <p:sp>
            <p:nvSpPr>
              <p:cNvPr id="20" name="Rectangle 19">
                <a:extLst>
                  <a:ext uri="{FF2B5EF4-FFF2-40B4-BE49-F238E27FC236}">
                    <a16:creationId xmlns:a16="http://schemas.microsoft.com/office/drawing/2014/main" id="{F4543AE7-B48F-8971-A823-0EC1832625A1}"/>
                  </a:ext>
                </a:extLst>
              </p:cNvPr>
              <p:cNvSpPr>
                <a:spLocks noRot="1" noChangeAspect="1" noMove="1" noResize="1" noEditPoints="1" noAdjustHandles="1" noChangeArrowheads="1" noChangeShapeType="1" noTextEdit="1"/>
              </p:cNvSpPr>
              <p:nvPr/>
            </p:nvSpPr>
            <p:spPr>
              <a:xfrm>
                <a:off x="2237430" y="1665346"/>
                <a:ext cx="1964167"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8D8283DE-6D5B-EE1D-9918-EED8802172CC}"/>
                  </a:ext>
                </a:extLst>
              </p:cNvPr>
              <p:cNvSpPr/>
              <p:nvPr/>
            </p:nvSpPr>
            <p:spPr>
              <a:xfrm>
                <a:off x="338524" y="3438629"/>
                <a:ext cx="5558249" cy="777585"/>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1</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1</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a14:m>
                <a:r>
                  <a:rPr lang="en-AU" sz="2800">
                    <a:latin typeface="Arial" panose="020B0604020202020204" pitchFamily="34" charset="0"/>
                    <a:ea typeface="Cambria Math"/>
                    <a:cs typeface="Arial" panose="020B0604020202020204" pitchFamily="34" charset="0"/>
                  </a:rPr>
                  <a:t> </a:t>
                </a:r>
                <a14:m>
                  <m:oMath xmlns:m="http://schemas.openxmlformats.org/officeDocument/2006/math">
                    <m:d>
                      <m:dPr>
                        <m:ctrlPr>
                          <a:rPr lang="en-AU" sz="2800" i="1" dirty="0" smtClean="0">
                            <a:latin typeface="Cambria Math" panose="02040503050406030204" pitchFamily="18" charset="0"/>
                            <a:ea typeface="Cambria Math"/>
                          </a:rPr>
                        </m:ctrlPr>
                      </m:dPr>
                      <m:e>
                        <m:r>
                          <a:rPr lang="en-AU" sz="2800" b="0" i="0" dirty="0" smtClean="0">
                            <a:latin typeface="Cambria Math"/>
                            <a:ea typeface="Cambria Math"/>
                          </a:rPr>
                          <m:t>1+</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r>
                                  <a:rPr lang="en-AU" sz="2800" b="0" i="0" dirty="0" smtClean="0">
                                    <a:latin typeface="Cambria Math"/>
                                    <a:ea typeface="Cambria Math"/>
                                  </a:rPr>
                                  <m:t>1</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e>
                    </m:d>
                  </m:oMath>
                </a14:m>
                <a:endParaRPr lang="en-AU" sz="2800">
                  <a:latin typeface="Arial" panose="020B0604020202020204" pitchFamily="34" charset="0"/>
                  <a:cs typeface="Arial" panose="020B0604020202020204" pitchFamily="34" charset="0"/>
                </a:endParaRPr>
              </a:p>
            </p:txBody>
          </p:sp>
        </mc:Choice>
        <mc:Fallback xmlns="">
          <p:sp>
            <p:nvSpPr>
              <p:cNvPr id="21" name="Rectangle 20">
                <a:extLst>
                  <a:ext uri="{FF2B5EF4-FFF2-40B4-BE49-F238E27FC236}">
                    <a16:creationId xmlns:a16="http://schemas.microsoft.com/office/drawing/2014/main" id="{8D8283DE-6D5B-EE1D-9918-EED8802172CC}"/>
                  </a:ext>
                </a:extLst>
              </p:cNvPr>
              <p:cNvSpPr>
                <a:spLocks noRot="1" noChangeAspect="1" noMove="1" noResize="1" noEditPoints="1" noAdjustHandles="1" noChangeArrowheads="1" noChangeShapeType="1" noTextEdit="1"/>
              </p:cNvSpPr>
              <p:nvPr/>
            </p:nvSpPr>
            <p:spPr>
              <a:xfrm>
                <a:off x="338524" y="3438629"/>
                <a:ext cx="5558249" cy="77758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8161851-0797-4712-B408-28A407D42C03}"/>
                  </a:ext>
                </a:extLst>
              </p:cNvPr>
              <p:cNvSpPr/>
              <p:nvPr/>
            </p:nvSpPr>
            <p:spPr>
              <a:xfrm>
                <a:off x="5969566" y="3401456"/>
                <a:ext cx="5437875" cy="777585"/>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2</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2</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a14:m>
                <a:r>
                  <a:rPr lang="en-AU" sz="2800">
                    <a:latin typeface="Arial" panose="020B0604020202020204" pitchFamily="34" charset="0"/>
                    <a:ea typeface="Cambria Math"/>
                    <a:cs typeface="Arial" panose="020B0604020202020204" pitchFamily="34" charset="0"/>
                  </a:rPr>
                  <a:t> </a:t>
                </a:r>
                <a14:m>
                  <m:oMath xmlns:m="http://schemas.openxmlformats.org/officeDocument/2006/math">
                    <m:d>
                      <m:dPr>
                        <m:ctrlPr>
                          <a:rPr lang="en-AU" sz="2800" i="1" dirty="0" smtClean="0">
                            <a:latin typeface="Cambria Math" panose="02040503050406030204" pitchFamily="18" charset="0"/>
                            <a:ea typeface="Cambria Math"/>
                          </a:rPr>
                        </m:ctrlPr>
                      </m:dPr>
                      <m:e>
                        <m:r>
                          <a:rPr lang="en-AU" sz="2800" b="0" i="0" dirty="0" smtClean="0">
                            <a:latin typeface="Cambria Math"/>
                            <a:ea typeface="Cambria Math"/>
                          </a:rPr>
                          <m:t>1+</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r>
                                  <a:rPr lang="en-AU" sz="2800" b="0" i="0" dirty="0" smtClean="0">
                                    <a:latin typeface="Cambria Math"/>
                                    <a:ea typeface="Cambria Math"/>
                                  </a:rPr>
                                  <m:t>2</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e>
                    </m:d>
                  </m:oMath>
                </a14:m>
                <a:endParaRPr lang="en-AU" sz="2800">
                  <a:latin typeface="Arial" panose="020B0604020202020204" pitchFamily="34" charset="0"/>
                  <a:cs typeface="Arial" panose="020B0604020202020204" pitchFamily="34" charset="0"/>
                </a:endParaRPr>
              </a:p>
            </p:txBody>
          </p:sp>
        </mc:Choice>
        <mc:Fallback xmlns="">
          <p:sp>
            <p:nvSpPr>
              <p:cNvPr id="22" name="Rectangle 21">
                <a:extLst>
                  <a:ext uri="{FF2B5EF4-FFF2-40B4-BE49-F238E27FC236}">
                    <a16:creationId xmlns:a16="http://schemas.microsoft.com/office/drawing/2014/main" id="{A8161851-0797-4712-B408-28A407D42C03}"/>
                  </a:ext>
                </a:extLst>
              </p:cNvPr>
              <p:cNvSpPr>
                <a:spLocks noRot="1" noChangeAspect="1" noMove="1" noResize="1" noEditPoints="1" noAdjustHandles="1" noChangeArrowheads="1" noChangeShapeType="1" noTextEdit="1"/>
              </p:cNvSpPr>
              <p:nvPr/>
            </p:nvSpPr>
            <p:spPr>
              <a:xfrm>
                <a:off x="5969566" y="3401456"/>
                <a:ext cx="5437875" cy="77758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FBF42B00-9AD0-97AD-2ABA-E5BC37C949F4}"/>
                  </a:ext>
                </a:extLst>
              </p:cNvPr>
              <p:cNvSpPr/>
              <p:nvPr/>
            </p:nvSpPr>
            <p:spPr>
              <a:xfrm>
                <a:off x="711766" y="4406747"/>
                <a:ext cx="3270759"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BE</m:t>
                          </m:r>
                        </m:sub>
                      </m:sSub>
                    </m:oMath>
                  </m:oMathPara>
                </a14:m>
                <a:endParaRPr lang="en-AU" sz="2800"/>
              </a:p>
            </p:txBody>
          </p:sp>
        </mc:Choice>
        <mc:Fallback xmlns="">
          <p:sp>
            <p:nvSpPr>
              <p:cNvPr id="23" name="Rectangle 22">
                <a:extLst>
                  <a:ext uri="{FF2B5EF4-FFF2-40B4-BE49-F238E27FC236}">
                    <a16:creationId xmlns:a16="http://schemas.microsoft.com/office/drawing/2014/main" id="{FBF42B00-9AD0-97AD-2ABA-E5BC37C949F4}"/>
                  </a:ext>
                </a:extLst>
              </p:cNvPr>
              <p:cNvSpPr>
                <a:spLocks noRot="1" noChangeAspect="1" noMove="1" noResize="1" noEditPoints="1" noAdjustHandles="1" noChangeArrowheads="1" noChangeShapeType="1" noTextEdit="1"/>
              </p:cNvSpPr>
              <p:nvPr/>
            </p:nvSpPr>
            <p:spPr>
              <a:xfrm>
                <a:off x="711766" y="4406747"/>
                <a:ext cx="3270759"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68722F6B-D305-9A52-DAFF-1F92C98DCFAF}"/>
                  </a:ext>
                </a:extLst>
              </p:cNvPr>
              <p:cNvSpPr/>
              <p:nvPr/>
            </p:nvSpPr>
            <p:spPr>
              <a:xfrm>
                <a:off x="4162545" y="4406747"/>
                <a:ext cx="180020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2</m:t>
                          </m:r>
                        </m:sub>
                      </m:sSub>
                    </m:oMath>
                  </m:oMathPara>
                </a14:m>
                <a:endParaRPr lang="en-AU" sz="2800"/>
              </a:p>
            </p:txBody>
          </p:sp>
        </mc:Choice>
        <mc:Fallback xmlns="">
          <p:sp>
            <p:nvSpPr>
              <p:cNvPr id="24" name="Rectangle 23">
                <a:extLst>
                  <a:ext uri="{FF2B5EF4-FFF2-40B4-BE49-F238E27FC236}">
                    <a16:creationId xmlns:a16="http://schemas.microsoft.com/office/drawing/2014/main" id="{68722F6B-D305-9A52-DAFF-1F92C98DCFAF}"/>
                  </a:ext>
                </a:extLst>
              </p:cNvPr>
              <p:cNvSpPr>
                <a:spLocks noRot="1" noChangeAspect="1" noMove="1" noResize="1" noEditPoints="1" noAdjustHandles="1" noChangeArrowheads="1" noChangeShapeType="1" noTextEdit="1"/>
              </p:cNvSpPr>
              <p:nvPr/>
            </p:nvSpPr>
            <p:spPr>
              <a:xfrm>
                <a:off x="4162545" y="4406747"/>
                <a:ext cx="1800200"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F989B0DF-8B26-381F-4AB2-CB56F64F48B8}"/>
                  </a:ext>
                </a:extLst>
              </p:cNvPr>
              <p:cNvSpPr/>
              <p:nvPr/>
            </p:nvSpPr>
            <p:spPr>
              <a:xfrm>
                <a:off x="6358231" y="4390963"/>
                <a:ext cx="241285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2</m:t>
                          </m:r>
                        </m:sub>
                      </m:sSub>
                      <m:r>
                        <a:rPr lang="en-AU" sz="2800" b="0" i="0" dirty="0">
                          <a:latin typeface="Cambria Math"/>
                          <a:ea typeface="Cambria Math"/>
                        </a:rPr>
                        <m:t>=</m:t>
                      </m:r>
                      <m:r>
                        <m:rPr>
                          <m:sty m:val="p"/>
                        </m:rPr>
                        <a:rPr lang="en-AU" sz="2800" b="0" i="0" dirty="0" smtClean="0">
                          <a:latin typeface="Cambria Math"/>
                          <a:ea typeface="Cambria Math"/>
                        </a:rPr>
                        <m:t>β</m:t>
                      </m:r>
                    </m:oMath>
                  </m:oMathPara>
                </a14:m>
                <a:endParaRPr lang="en-AU" sz="2800"/>
              </a:p>
            </p:txBody>
          </p:sp>
        </mc:Choice>
        <mc:Fallback xmlns="">
          <p:sp>
            <p:nvSpPr>
              <p:cNvPr id="25" name="Rectangle 24">
                <a:extLst>
                  <a:ext uri="{FF2B5EF4-FFF2-40B4-BE49-F238E27FC236}">
                    <a16:creationId xmlns:a16="http://schemas.microsoft.com/office/drawing/2014/main" id="{F989B0DF-8B26-381F-4AB2-CB56F64F48B8}"/>
                  </a:ext>
                </a:extLst>
              </p:cNvPr>
              <p:cNvSpPr>
                <a:spLocks noRot="1" noChangeAspect="1" noMove="1" noResize="1" noEditPoints="1" noAdjustHandles="1" noChangeArrowheads="1" noChangeShapeType="1" noTextEdit="1"/>
              </p:cNvSpPr>
              <p:nvPr/>
            </p:nvSpPr>
            <p:spPr>
              <a:xfrm>
                <a:off x="6358231" y="4390963"/>
                <a:ext cx="2412851"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1DBF8616-7EA0-8EAB-1F2A-77C455824AFD}"/>
                  </a:ext>
                </a:extLst>
              </p:cNvPr>
              <p:cNvSpPr/>
              <p:nvPr/>
            </p:nvSpPr>
            <p:spPr>
              <a:xfrm>
                <a:off x="1202730" y="4919453"/>
                <a:ext cx="6288316" cy="1277401"/>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1</m:t>
                        </m:r>
                      </m:sub>
                    </m:sSub>
                    <m:r>
                      <a:rPr lang="en-AU" sz="2800" b="0" i="0" dirty="0" smtClean="0">
                        <a:latin typeface="Cambria Math"/>
                        <a:ea typeface="Cambria Math"/>
                      </a:rPr>
                      <m:t> </m:t>
                    </m:r>
                    <m:f>
                      <m:fPr>
                        <m:ctrlPr>
                          <a:rPr lang="en-AU" sz="2800" i="1" dirty="0" smtClean="0">
                            <a:latin typeface="Cambria Math" panose="02040503050406030204" pitchFamily="18" charset="0"/>
                            <a:ea typeface="Cambria Math"/>
                          </a:rPr>
                        </m:ctrlPr>
                      </m:fPr>
                      <m:num>
                        <m:d>
                          <m:dPr>
                            <m:ctrlPr>
                              <a:rPr lang="en-AU" sz="2800" i="1" dirty="0">
                                <a:latin typeface="Cambria Math" panose="02040503050406030204" pitchFamily="18" charset="0"/>
                                <a:ea typeface="Cambria Math"/>
                              </a:rPr>
                            </m:ctrlPr>
                          </m:dPr>
                          <m:e>
                            <m:r>
                              <a:rPr lang="en-AU" sz="2800" b="0" i="0" dirty="0">
                                <a:latin typeface="Cambria Math"/>
                                <a:ea typeface="Cambria Math"/>
                              </a:rPr>
                              <m:t>1+</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2</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A</m:t>
                                    </m:r>
                                  </m:sub>
                                </m:sSub>
                              </m:den>
                            </m:f>
                          </m:e>
                        </m:d>
                      </m:num>
                      <m:den>
                        <m:d>
                          <m:dPr>
                            <m:ctrlPr>
                              <a:rPr lang="en-AU" sz="2800" i="1" dirty="0">
                                <a:latin typeface="Cambria Math" panose="02040503050406030204" pitchFamily="18" charset="0"/>
                                <a:ea typeface="Cambria Math"/>
                              </a:rPr>
                            </m:ctrlPr>
                          </m:dPr>
                          <m:e>
                            <m:r>
                              <a:rPr lang="en-AU" sz="2800" b="0" i="0" dirty="0">
                                <a:latin typeface="Cambria Math"/>
                                <a:ea typeface="Cambria Math"/>
                              </a:rPr>
                              <m:t>1+</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1</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A</m:t>
                                    </m:r>
                                  </m:sub>
                                </m:sSub>
                              </m:den>
                            </m:f>
                          </m:e>
                        </m:d>
                      </m:den>
                    </m:f>
                    <m:r>
                      <a:rPr lang="en-AU" sz="2800" b="0" i="0" dirty="0" smtClean="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C</m:t>
                        </m:r>
                        <m:r>
                          <a:rPr lang="en-AU" sz="2800" b="0" i="0" dirty="0">
                            <a:latin typeface="Cambria Math"/>
                            <a:ea typeface="Cambria Math"/>
                          </a:rPr>
                          <m:t>1</m:t>
                        </m:r>
                      </m:sub>
                    </m:sSub>
                  </m:oMath>
                </a14:m>
                <a:r>
                  <a:rPr lang="en-AU" sz="2800">
                    <a:latin typeface="Arial" panose="020B0604020202020204" pitchFamily="34" charset="0"/>
                    <a:ea typeface="Cambria Math"/>
                    <a:cs typeface="Arial" panose="020B0604020202020204" pitchFamily="34" charset="0"/>
                  </a:rPr>
                  <a:t> </a:t>
                </a:r>
                <a14:m>
                  <m:oMath xmlns:m="http://schemas.openxmlformats.org/officeDocument/2006/math">
                    <m:d>
                      <m:dPr>
                        <m:ctrlPr>
                          <a:rPr lang="en-AU" sz="2800" i="1" dirty="0">
                            <a:latin typeface="Cambria Math" panose="02040503050406030204" pitchFamily="18" charset="0"/>
                            <a:ea typeface="Cambria Math"/>
                          </a:rPr>
                        </m:ctrlPr>
                      </m:dPr>
                      <m:e>
                        <m:r>
                          <a:rPr lang="en-AU" sz="2800" b="0" i="0" dirty="0">
                            <a:latin typeface="Cambria Math"/>
                            <a:ea typeface="Cambria Math"/>
                          </a:rPr>
                          <m:t>1+</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2</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A</m:t>
                                </m:r>
                              </m:sub>
                            </m:sSub>
                          </m:den>
                        </m:f>
                      </m:e>
                    </m:d>
                  </m:oMath>
                </a14:m>
                <a:endParaRPr lang="en-AU" sz="2800">
                  <a:latin typeface="Arial" panose="020B0604020202020204" pitchFamily="34" charset="0"/>
                  <a:cs typeface="Arial" panose="020B0604020202020204" pitchFamily="34" charset="0"/>
                </a:endParaRPr>
              </a:p>
            </p:txBody>
          </p:sp>
        </mc:Choice>
        <mc:Fallback xmlns="">
          <p:sp>
            <p:nvSpPr>
              <p:cNvPr id="26" name="Rectangle 25">
                <a:extLst>
                  <a:ext uri="{FF2B5EF4-FFF2-40B4-BE49-F238E27FC236}">
                    <a16:creationId xmlns:a16="http://schemas.microsoft.com/office/drawing/2014/main" id="{1DBF8616-7EA0-8EAB-1F2A-77C455824AFD}"/>
                  </a:ext>
                </a:extLst>
              </p:cNvPr>
              <p:cNvSpPr>
                <a:spLocks noRot="1" noChangeAspect="1" noMove="1" noResize="1" noEditPoints="1" noAdjustHandles="1" noChangeArrowheads="1" noChangeShapeType="1" noTextEdit="1"/>
              </p:cNvSpPr>
              <p:nvPr/>
            </p:nvSpPr>
            <p:spPr>
              <a:xfrm>
                <a:off x="1202730" y="4919453"/>
                <a:ext cx="6288316" cy="1277401"/>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11E7649E-031D-3221-584C-BC4EF975B862}"/>
                  </a:ext>
                </a:extLst>
              </p:cNvPr>
              <p:cNvSpPr/>
              <p:nvPr/>
            </p:nvSpPr>
            <p:spPr>
              <a:xfrm>
                <a:off x="6719652" y="5240339"/>
                <a:ext cx="4687789"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r>
                            <a:rPr lang="en-AU" sz="2800" b="0" i="0" dirty="0" smtClean="0">
                              <a:latin typeface="Cambria Math"/>
                              <a:ea typeface="Cambria Math"/>
                            </a:rPr>
                            <m:t>1</m:t>
                          </m:r>
                        </m:sub>
                      </m:sSub>
                      <m:r>
                        <a:rPr lang="en-AU" sz="2800" b="0" i="0" dirty="0" smtClean="0">
                          <a:latin typeface="Cambria Math"/>
                          <a:ea typeface="Cambria Math"/>
                        </a:rPr>
                        <m:t>≈0.7</m:t>
                      </m:r>
                      <m:r>
                        <m:rPr>
                          <m:sty m:val="p"/>
                        </m:rPr>
                        <a:rPr lang="en-AU" sz="2800" b="0" i="0" dirty="0" smtClean="0">
                          <a:latin typeface="Cambria Math"/>
                          <a:ea typeface="Cambria Math"/>
                        </a:rPr>
                        <m:t>V</m:t>
                      </m:r>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r>
                        <a:rPr lang="en-AU" sz="2800" b="0" i="0" dirty="0" smtClean="0">
                          <a:latin typeface="Cambria Math"/>
                        </a:rPr>
                        <m:t>≈100</m:t>
                      </m:r>
                      <m:r>
                        <m:rPr>
                          <m:sty m:val="p"/>
                        </m:rPr>
                        <a:rPr lang="en-AU" sz="2800" b="0" i="0" dirty="0" smtClean="0">
                          <a:latin typeface="Cambria Math"/>
                        </a:rPr>
                        <m:t>V</m:t>
                      </m:r>
                    </m:oMath>
                  </m:oMathPara>
                </a14:m>
                <a:endParaRPr lang="en-AU" sz="2800"/>
              </a:p>
            </p:txBody>
          </p:sp>
        </mc:Choice>
        <mc:Fallback xmlns="">
          <p:sp>
            <p:nvSpPr>
              <p:cNvPr id="27" name="Rectangle 26">
                <a:extLst>
                  <a:ext uri="{FF2B5EF4-FFF2-40B4-BE49-F238E27FC236}">
                    <a16:creationId xmlns:a16="http://schemas.microsoft.com/office/drawing/2014/main" id="{11E7649E-031D-3221-584C-BC4EF975B862}"/>
                  </a:ext>
                </a:extLst>
              </p:cNvPr>
              <p:cNvSpPr>
                <a:spLocks noRot="1" noChangeAspect="1" noMove="1" noResize="1" noEditPoints="1" noAdjustHandles="1" noChangeArrowheads="1" noChangeShapeType="1" noTextEdit="1"/>
              </p:cNvSpPr>
              <p:nvPr/>
            </p:nvSpPr>
            <p:spPr>
              <a:xfrm>
                <a:off x="6719652" y="5240339"/>
                <a:ext cx="4687789"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B39D4339-D15F-1F11-91E4-CC3FECACFC63}"/>
                  </a:ext>
                </a:extLst>
              </p14:cNvPr>
              <p14:cNvContentPartPr/>
              <p14:nvPr/>
            </p14:nvContentPartPr>
            <p14:xfrm>
              <a:off x="713880" y="4689360"/>
              <a:ext cx="4026960" cy="1595160"/>
            </p14:xfrm>
          </p:contentPart>
        </mc:Choice>
        <mc:Fallback>
          <p:pic>
            <p:nvPicPr>
              <p:cNvPr id="8" name="Ink 7">
                <a:extLst>
                  <a:ext uri="{FF2B5EF4-FFF2-40B4-BE49-F238E27FC236}">
                    <a16:creationId xmlns:a16="http://schemas.microsoft.com/office/drawing/2014/main" id="{B39D4339-D15F-1F11-91E4-CC3FECACFC63}"/>
                  </a:ext>
                </a:extLst>
              </p:cNvPr>
              <p:cNvPicPr/>
              <p:nvPr/>
            </p:nvPicPr>
            <p:blipFill>
              <a:blip r:embed="rId14"/>
              <a:stretch>
                <a:fillRect/>
              </a:stretch>
            </p:blipFill>
            <p:spPr>
              <a:xfrm>
                <a:off x="704520" y="4680000"/>
                <a:ext cx="4045680" cy="1613880"/>
              </a:xfrm>
              <a:prstGeom prst="rect">
                <a:avLst/>
              </a:prstGeom>
            </p:spPr>
          </p:pic>
        </mc:Fallback>
      </mc:AlternateContent>
    </p:spTree>
    <p:extLst>
      <p:ext uri="{BB962C8B-B14F-4D97-AF65-F5344CB8AC3E}">
        <p14:creationId xmlns:p14="http://schemas.microsoft.com/office/powerpoint/2010/main" val="6089916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endParaRPr lang="en-AU" b="0" baseline="-25000">
              <a:latin typeface="+mn-lt"/>
            </a:endParaRPr>
          </a:p>
          <a:p>
            <a:endParaRPr lang="en-AU" sz="2800">
              <a:latin typeface="+mn-lt"/>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The output resistance of this simple current source is approximately given by </a:t>
            </a:r>
          </a:p>
          <a:p>
            <a:endParaRPr lang="en-AU" b="0" baseline="-25000">
              <a:latin typeface="+mn-lt"/>
            </a:endParaRPr>
          </a:p>
          <a:p>
            <a:endParaRPr lang="en-AU" baseline="-25000"/>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22A09CD5-E17A-EDA5-251C-2E560EBE2007}"/>
                  </a:ext>
                </a:extLst>
              </p:cNvPr>
              <p:cNvSpPr/>
              <p:nvPr/>
            </p:nvSpPr>
            <p:spPr>
              <a:xfrm>
                <a:off x="3063597" y="742990"/>
                <a:ext cx="6064806" cy="779252"/>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r>
                      <a:rPr lang="en-AU" sz="2800" b="0" i="0" dirty="0" smtClean="0">
                        <a:latin typeface="Cambria Math"/>
                        <a:ea typeface="Cambria Math"/>
                      </a:rPr>
                      <m:t> </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C</m:t>
                        </m:r>
                        <m:r>
                          <a:rPr lang="en-AU" sz="2800" b="0" i="0" dirty="0">
                            <a:latin typeface="Cambria Math"/>
                            <a:ea typeface="Cambria Math"/>
                          </a:rPr>
                          <m:t>1</m:t>
                        </m:r>
                      </m:sub>
                    </m:sSub>
                  </m:oMath>
                </a14:m>
                <a:r>
                  <a:rPr lang="en-AU" sz="2800">
                    <a:ea typeface="Cambria Math"/>
                  </a:rPr>
                  <a:t> </a:t>
                </a:r>
                <a14:m>
                  <m:oMath xmlns:m="http://schemas.openxmlformats.org/officeDocument/2006/math">
                    <m:d>
                      <m:dPr>
                        <m:ctrlPr>
                          <a:rPr lang="en-AU" sz="2800" i="1" dirty="0">
                            <a:latin typeface="Cambria Math" panose="02040503050406030204" pitchFamily="18" charset="0"/>
                            <a:ea typeface="Cambria Math"/>
                          </a:rPr>
                        </m:ctrlPr>
                      </m:dPr>
                      <m:e>
                        <m:r>
                          <a:rPr lang="en-AU" sz="2800" b="0" i="0" dirty="0">
                            <a:latin typeface="Cambria Math"/>
                            <a:ea typeface="Cambria Math"/>
                          </a:rPr>
                          <m:t>1+</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2</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A</m:t>
                                </m:r>
                              </m:sub>
                            </m:sSub>
                          </m:den>
                        </m:f>
                      </m:e>
                    </m:d>
                    <m:r>
                      <a:rPr lang="en-AU" sz="2800" b="0" i="0" dirty="0" smtClean="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C</m:t>
                        </m:r>
                        <m:r>
                          <a:rPr lang="en-AU" sz="2800" b="0" i="0" dirty="0">
                            <a:latin typeface="Cambria Math"/>
                            <a:ea typeface="Cambria Math"/>
                          </a:rPr>
                          <m:t>1</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2</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r</m:t>
                            </m:r>
                          </m:e>
                          <m:sub>
                            <m:r>
                              <m:rPr>
                                <m:sty m:val="p"/>
                              </m:rPr>
                              <a:rPr lang="en-AU" sz="2800" b="0" i="0" dirty="0">
                                <a:latin typeface="Cambria Math"/>
                                <a:ea typeface="Cambria Math"/>
                              </a:rPr>
                              <m:t>o</m:t>
                            </m:r>
                            <m:r>
                              <a:rPr lang="en-AU" sz="2800" b="0" i="0" dirty="0">
                                <a:latin typeface="Cambria Math"/>
                                <a:ea typeface="Cambria Math"/>
                              </a:rPr>
                              <m:t>2</m:t>
                            </m:r>
                          </m:sub>
                        </m:sSub>
                      </m:den>
                    </m:f>
                  </m:oMath>
                </a14:m>
                <a:endParaRPr lang="en-AU" sz="2800"/>
              </a:p>
            </p:txBody>
          </p:sp>
        </mc:Choice>
        <mc:Fallback xmlns="">
          <p:sp>
            <p:nvSpPr>
              <p:cNvPr id="8" name="Rectangle 7">
                <a:extLst>
                  <a:ext uri="{FF2B5EF4-FFF2-40B4-BE49-F238E27FC236}">
                    <a16:creationId xmlns:a16="http://schemas.microsoft.com/office/drawing/2014/main" id="{22A09CD5-E17A-EDA5-251C-2E560EBE2007}"/>
                  </a:ext>
                </a:extLst>
              </p:cNvPr>
              <p:cNvSpPr>
                <a:spLocks noRot="1" noChangeAspect="1" noMove="1" noResize="1" noEditPoints="1" noAdjustHandles="1" noChangeArrowheads="1" noChangeShapeType="1" noTextEdit="1"/>
              </p:cNvSpPr>
              <p:nvPr/>
            </p:nvSpPr>
            <p:spPr>
              <a:xfrm>
                <a:off x="3063597" y="742990"/>
                <a:ext cx="6064806" cy="77925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A865FE1-27C0-7AEE-EDD5-25A571336D47}"/>
                  </a:ext>
                </a:extLst>
              </p:cNvPr>
              <p:cNvSpPr/>
              <p:nvPr/>
            </p:nvSpPr>
            <p:spPr>
              <a:xfrm>
                <a:off x="3844555" y="2124056"/>
                <a:ext cx="2001069" cy="97148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o</m:t>
                          </m:r>
                          <m:r>
                            <a:rPr lang="en-AU" sz="2800" b="0" i="0" dirty="0" smtClean="0">
                              <a:latin typeface="Cambria Math"/>
                              <a:ea typeface="Cambria Math"/>
                            </a:rPr>
                            <m:t>2</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smtClean="0">
                                  <a:latin typeface="Cambria Math"/>
                                  <a:ea typeface="Cambria Math"/>
                                </a:rPr>
                                <m:t>A</m:t>
                              </m:r>
                            </m:sub>
                          </m:sSub>
                        </m:num>
                        <m:den>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sub>
                          </m:sSub>
                        </m:den>
                      </m:f>
                    </m:oMath>
                  </m:oMathPara>
                </a14:m>
                <a:endParaRPr lang="en-AU" sz="2800"/>
              </a:p>
            </p:txBody>
          </p:sp>
        </mc:Choice>
        <mc:Fallback xmlns="">
          <p:sp>
            <p:nvSpPr>
              <p:cNvPr id="10" name="Rectangle 9">
                <a:extLst>
                  <a:ext uri="{FF2B5EF4-FFF2-40B4-BE49-F238E27FC236}">
                    <a16:creationId xmlns:a16="http://schemas.microsoft.com/office/drawing/2014/main" id="{FA865FE1-27C0-7AEE-EDD5-25A571336D47}"/>
                  </a:ext>
                </a:extLst>
              </p:cNvPr>
              <p:cNvSpPr>
                <a:spLocks noRot="1" noChangeAspect="1" noMove="1" noResize="1" noEditPoints="1" noAdjustHandles="1" noChangeArrowheads="1" noChangeShapeType="1" noTextEdit="1"/>
              </p:cNvSpPr>
              <p:nvPr/>
            </p:nvSpPr>
            <p:spPr>
              <a:xfrm>
                <a:off x="3844555" y="2124056"/>
                <a:ext cx="2001069" cy="971484"/>
              </a:xfrm>
              <a:prstGeom prst="rect">
                <a:avLst/>
              </a:prstGeom>
              <a:blipFill>
                <a:blip r:embed="rId4"/>
                <a:stretch>
                  <a:fillRect/>
                </a:stretch>
              </a:blipFill>
            </p:spPr>
            <p:txBody>
              <a:bodyPr/>
              <a:lstStyle/>
              <a:p>
                <a:r>
                  <a:rPr lang="en-US">
                    <a:noFill/>
                  </a:rPr>
                  <a:t> </a:t>
                </a:r>
              </a:p>
            </p:txBody>
          </p:sp>
        </mc:Fallback>
      </mc:AlternateContent>
      <p:pic>
        <p:nvPicPr>
          <p:cNvPr id="12" name="Picture 2">
            <a:extLst>
              <a:ext uri="{FF2B5EF4-FFF2-40B4-BE49-F238E27FC236}">
                <a16:creationId xmlns:a16="http://schemas.microsoft.com/office/drawing/2014/main" id="{F426A8BF-B746-57C1-A463-E854255B31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2563" y="3336211"/>
            <a:ext cx="5148291" cy="2657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D8BCAE44-7F18-E8D0-0591-916BB9031912}"/>
                  </a:ext>
                </a:extLst>
              </p14:cNvPr>
              <p14:cNvContentPartPr/>
              <p14:nvPr/>
            </p14:nvContentPartPr>
            <p14:xfrm>
              <a:off x="3080880" y="470880"/>
              <a:ext cx="5298840" cy="1049040"/>
            </p14:xfrm>
          </p:contentPart>
        </mc:Choice>
        <mc:Fallback>
          <p:pic>
            <p:nvPicPr>
              <p:cNvPr id="3" name="Ink 2">
                <a:extLst>
                  <a:ext uri="{FF2B5EF4-FFF2-40B4-BE49-F238E27FC236}">
                    <a16:creationId xmlns:a16="http://schemas.microsoft.com/office/drawing/2014/main" id="{D8BCAE44-7F18-E8D0-0591-916BB9031912}"/>
                  </a:ext>
                </a:extLst>
              </p:cNvPr>
              <p:cNvPicPr/>
              <p:nvPr/>
            </p:nvPicPr>
            <p:blipFill>
              <a:blip r:embed="rId7"/>
              <a:stretch>
                <a:fillRect/>
              </a:stretch>
            </p:blipFill>
            <p:spPr>
              <a:xfrm>
                <a:off x="3071520" y="461520"/>
                <a:ext cx="5317560" cy="1067760"/>
              </a:xfrm>
              <a:prstGeom prst="rect">
                <a:avLst/>
              </a:prstGeom>
            </p:spPr>
          </p:pic>
        </mc:Fallback>
      </mc:AlternateContent>
    </p:spTree>
    <p:extLst>
      <p:ext uri="{BB962C8B-B14F-4D97-AF65-F5344CB8AC3E}">
        <p14:creationId xmlns:p14="http://schemas.microsoft.com/office/powerpoint/2010/main" val="3760208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pPr>
              <a:buFont typeface="Wingdings" panose="05000000000000000000" pitchFamily="2" charset="2"/>
              <a:buChar char="§"/>
            </a:pPr>
            <a:r>
              <a:rPr lang="en-AU">
                <a:latin typeface="Arial" panose="020B0604020202020204" pitchFamily="34" charset="0"/>
                <a:cs typeface="Arial" panose="020B0604020202020204" pitchFamily="34" charset="0"/>
              </a:rPr>
              <a:t>Example:</a:t>
            </a:r>
            <a:r>
              <a:rPr lang="en-AU" sz="2800">
                <a:latin typeface="Arial" panose="020B0604020202020204" pitchFamily="34" charset="0"/>
                <a:cs typeface="Arial" panose="020B0604020202020204" pitchFamily="34" charset="0"/>
              </a:rPr>
              <a:t> </a:t>
            </a:r>
          </a:p>
          <a:p>
            <a:endParaRPr lang="en-AU" b="0" baseline="-25000">
              <a:latin typeface="+mn-lt"/>
            </a:endParaRPr>
          </a:p>
          <a:p>
            <a:endParaRPr lang="en-AU" baseline="-25000"/>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grpSp>
        <p:nvGrpSpPr>
          <p:cNvPr id="3" name="Group 2">
            <a:extLst>
              <a:ext uri="{FF2B5EF4-FFF2-40B4-BE49-F238E27FC236}">
                <a16:creationId xmlns:a16="http://schemas.microsoft.com/office/drawing/2014/main" id="{5A1ADF00-B05E-630E-8CC3-C3E6D685AEC9}"/>
              </a:ext>
            </a:extLst>
          </p:cNvPr>
          <p:cNvGrpSpPr/>
          <p:nvPr/>
        </p:nvGrpSpPr>
        <p:grpSpPr>
          <a:xfrm>
            <a:off x="5820513" y="905335"/>
            <a:ext cx="1353600" cy="552600"/>
            <a:chOff x="5820513" y="905335"/>
            <a:chExt cx="1353600" cy="552600"/>
          </a:xfrm>
        </p:grpSpPr>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0CD2B6FD-1E6F-468B-252E-B0C2C516FFE9}"/>
                    </a:ext>
                  </a:extLst>
                </p14:cNvPr>
                <p14:cNvContentPartPr/>
                <p14:nvPr/>
              </p14:nvContentPartPr>
              <p14:xfrm>
                <a:off x="5861913" y="1223215"/>
                <a:ext cx="143280" cy="181440"/>
              </p14:xfrm>
            </p:contentPart>
          </mc:Choice>
          <mc:Fallback xmlns="">
            <p:pic>
              <p:nvPicPr>
                <p:cNvPr id="9" name="Ink 8">
                  <a:extLst>
                    <a:ext uri="{FF2B5EF4-FFF2-40B4-BE49-F238E27FC236}">
                      <a16:creationId xmlns:a16="http://schemas.microsoft.com/office/drawing/2014/main" id="{0CD2B6FD-1E6F-468B-252E-B0C2C516FFE9}"/>
                    </a:ext>
                  </a:extLst>
                </p:cNvPr>
                <p:cNvPicPr/>
                <p:nvPr/>
              </p:nvPicPr>
              <p:blipFill>
                <a:blip r:embed="rId4"/>
                <a:stretch>
                  <a:fillRect/>
                </a:stretch>
              </p:blipFill>
              <p:spPr>
                <a:xfrm>
                  <a:off x="5852913" y="1214215"/>
                  <a:ext cx="16092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3B083DCE-1AE4-B61E-DC28-45E83E27E277}"/>
                    </a:ext>
                  </a:extLst>
                </p14:cNvPr>
                <p14:cNvContentPartPr/>
                <p14:nvPr/>
              </p14:nvContentPartPr>
              <p14:xfrm>
                <a:off x="5820513" y="1190095"/>
                <a:ext cx="207000" cy="59760"/>
              </p14:xfrm>
            </p:contentPart>
          </mc:Choice>
          <mc:Fallback xmlns="">
            <p:pic>
              <p:nvPicPr>
                <p:cNvPr id="13" name="Ink 12">
                  <a:extLst>
                    <a:ext uri="{FF2B5EF4-FFF2-40B4-BE49-F238E27FC236}">
                      <a16:creationId xmlns:a16="http://schemas.microsoft.com/office/drawing/2014/main" id="{3B083DCE-1AE4-B61E-DC28-45E83E27E277}"/>
                    </a:ext>
                  </a:extLst>
                </p:cNvPr>
                <p:cNvPicPr/>
                <p:nvPr/>
              </p:nvPicPr>
              <p:blipFill>
                <a:blip r:embed="rId6"/>
                <a:stretch>
                  <a:fillRect/>
                </a:stretch>
              </p:blipFill>
              <p:spPr>
                <a:xfrm>
                  <a:off x="5811513" y="1181095"/>
                  <a:ext cx="2246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DA4F47A3-ED7F-7CB7-6100-583A1200FE34}"/>
                    </a:ext>
                  </a:extLst>
                </p14:cNvPr>
                <p14:cNvContentPartPr/>
                <p14:nvPr/>
              </p14:nvContentPartPr>
              <p14:xfrm>
                <a:off x="6040113" y="1315735"/>
                <a:ext cx="133920" cy="142200"/>
              </p14:xfrm>
            </p:contentPart>
          </mc:Choice>
          <mc:Fallback xmlns="">
            <p:pic>
              <p:nvPicPr>
                <p:cNvPr id="14" name="Ink 13">
                  <a:extLst>
                    <a:ext uri="{FF2B5EF4-FFF2-40B4-BE49-F238E27FC236}">
                      <a16:creationId xmlns:a16="http://schemas.microsoft.com/office/drawing/2014/main" id="{DA4F47A3-ED7F-7CB7-6100-583A1200FE34}"/>
                    </a:ext>
                  </a:extLst>
                </p:cNvPr>
                <p:cNvPicPr/>
                <p:nvPr/>
              </p:nvPicPr>
              <p:blipFill>
                <a:blip r:embed="rId8"/>
                <a:stretch>
                  <a:fillRect/>
                </a:stretch>
              </p:blipFill>
              <p:spPr>
                <a:xfrm>
                  <a:off x="6031113" y="1306735"/>
                  <a:ext cx="1515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2711A783-3675-613B-9065-B5A42516CE69}"/>
                    </a:ext>
                  </a:extLst>
                </p14:cNvPr>
                <p14:cNvContentPartPr/>
                <p14:nvPr/>
              </p14:nvContentPartPr>
              <p14:xfrm>
                <a:off x="6329193" y="1258135"/>
                <a:ext cx="74160" cy="82800"/>
              </p14:xfrm>
            </p:contentPart>
          </mc:Choice>
          <mc:Fallback xmlns="">
            <p:pic>
              <p:nvPicPr>
                <p:cNvPr id="15" name="Ink 14">
                  <a:extLst>
                    <a:ext uri="{FF2B5EF4-FFF2-40B4-BE49-F238E27FC236}">
                      <a16:creationId xmlns:a16="http://schemas.microsoft.com/office/drawing/2014/main" id="{2711A783-3675-613B-9065-B5A42516CE69}"/>
                    </a:ext>
                  </a:extLst>
                </p:cNvPr>
                <p:cNvPicPr/>
                <p:nvPr/>
              </p:nvPicPr>
              <p:blipFill>
                <a:blip r:embed="rId10"/>
                <a:stretch>
                  <a:fillRect/>
                </a:stretch>
              </p:blipFill>
              <p:spPr>
                <a:xfrm>
                  <a:off x="6320236" y="1249135"/>
                  <a:ext cx="91715"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0347F4CF-15E4-013F-1FE4-B39C174DF370}"/>
                    </a:ext>
                  </a:extLst>
                </p14:cNvPr>
                <p14:cNvContentPartPr/>
                <p14:nvPr/>
              </p14:nvContentPartPr>
              <p14:xfrm>
                <a:off x="6566433" y="1146895"/>
                <a:ext cx="72000" cy="205920"/>
              </p14:xfrm>
            </p:contentPart>
          </mc:Choice>
          <mc:Fallback xmlns="">
            <p:pic>
              <p:nvPicPr>
                <p:cNvPr id="16" name="Ink 15">
                  <a:extLst>
                    <a:ext uri="{FF2B5EF4-FFF2-40B4-BE49-F238E27FC236}">
                      <a16:creationId xmlns:a16="http://schemas.microsoft.com/office/drawing/2014/main" id="{0347F4CF-15E4-013F-1FE4-B39C174DF370}"/>
                    </a:ext>
                  </a:extLst>
                </p:cNvPr>
                <p:cNvPicPr/>
                <p:nvPr/>
              </p:nvPicPr>
              <p:blipFill>
                <a:blip r:embed="rId12"/>
                <a:stretch>
                  <a:fillRect/>
                </a:stretch>
              </p:blipFill>
              <p:spPr>
                <a:xfrm>
                  <a:off x="6557388" y="1137895"/>
                  <a:ext cx="89729"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4E089B94-F46F-1B0E-F265-6E80278F9383}"/>
                    </a:ext>
                  </a:extLst>
                </p14:cNvPr>
                <p14:cNvContentPartPr/>
                <p14:nvPr/>
              </p14:nvContentPartPr>
              <p14:xfrm>
                <a:off x="6678753" y="1187575"/>
                <a:ext cx="110160" cy="150480"/>
              </p14:xfrm>
            </p:contentPart>
          </mc:Choice>
          <mc:Fallback xmlns="">
            <p:pic>
              <p:nvPicPr>
                <p:cNvPr id="17" name="Ink 16">
                  <a:extLst>
                    <a:ext uri="{FF2B5EF4-FFF2-40B4-BE49-F238E27FC236}">
                      <a16:creationId xmlns:a16="http://schemas.microsoft.com/office/drawing/2014/main" id="{4E089B94-F46F-1B0E-F265-6E80278F9383}"/>
                    </a:ext>
                  </a:extLst>
                </p:cNvPr>
                <p:cNvPicPr/>
                <p:nvPr/>
              </p:nvPicPr>
              <p:blipFill>
                <a:blip r:embed="rId14"/>
                <a:stretch>
                  <a:fillRect/>
                </a:stretch>
              </p:blipFill>
              <p:spPr>
                <a:xfrm>
                  <a:off x="6669753" y="1178575"/>
                  <a:ext cx="1278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CDE76DA9-DAD8-8CC1-69D6-10DF4616C852}"/>
                    </a:ext>
                  </a:extLst>
                </p14:cNvPr>
                <p14:cNvContentPartPr/>
                <p14:nvPr/>
              </p14:nvContentPartPr>
              <p14:xfrm>
                <a:off x="6696393" y="1066975"/>
                <a:ext cx="95040" cy="25200"/>
              </p14:xfrm>
            </p:contentPart>
          </mc:Choice>
          <mc:Fallback xmlns="">
            <p:pic>
              <p:nvPicPr>
                <p:cNvPr id="18" name="Ink 17">
                  <a:extLst>
                    <a:ext uri="{FF2B5EF4-FFF2-40B4-BE49-F238E27FC236}">
                      <a16:creationId xmlns:a16="http://schemas.microsoft.com/office/drawing/2014/main" id="{CDE76DA9-DAD8-8CC1-69D6-10DF4616C852}"/>
                    </a:ext>
                  </a:extLst>
                </p:cNvPr>
                <p:cNvPicPr/>
                <p:nvPr/>
              </p:nvPicPr>
              <p:blipFill>
                <a:blip r:embed="rId16"/>
                <a:stretch>
                  <a:fillRect/>
                </a:stretch>
              </p:blipFill>
              <p:spPr>
                <a:xfrm>
                  <a:off x="6687393" y="1057975"/>
                  <a:ext cx="1126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FA3C27CF-B53C-8D5C-6989-21EA45C88FE2}"/>
                    </a:ext>
                  </a:extLst>
                </p14:cNvPr>
                <p14:cNvContentPartPr/>
                <p14:nvPr/>
              </p14:nvContentPartPr>
              <p14:xfrm>
                <a:off x="6917793" y="942415"/>
                <a:ext cx="41760" cy="137880"/>
              </p14:xfrm>
            </p:contentPart>
          </mc:Choice>
          <mc:Fallback xmlns="">
            <p:pic>
              <p:nvPicPr>
                <p:cNvPr id="19" name="Ink 18">
                  <a:extLst>
                    <a:ext uri="{FF2B5EF4-FFF2-40B4-BE49-F238E27FC236}">
                      <a16:creationId xmlns:a16="http://schemas.microsoft.com/office/drawing/2014/main" id="{FA3C27CF-B53C-8D5C-6989-21EA45C88FE2}"/>
                    </a:ext>
                  </a:extLst>
                </p:cNvPr>
                <p:cNvPicPr/>
                <p:nvPr/>
              </p:nvPicPr>
              <p:blipFill>
                <a:blip r:embed="rId18"/>
                <a:stretch>
                  <a:fillRect/>
                </a:stretch>
              </p:blipFill>
              <p:spPr>
                <a:xfrm>
                  <a:off x="6908793" y="933415"/>
                  <a:ext cx="594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AF946F9D-6C1C-57EE-0CA4-746C4D1F97F9}"/>
                    </a:ext>
                  </a:extLst>
                </p14:cNvPr>
                <p14:cNvContentPartPr/>
                <p14:nvPr/>
              </p14:nvContentPartPr>
              <p14:xfrm>
                <a:off x="7008873" y="905335"/>
                <a:ext cx="138240" cy="180360"/>
              </p14:xfrm>
            </p:contentPart>
          </mc:Choice>
          <mc:Fallback xmlns="">
            <p:pic>
              <p:nvPicPr>
                <p:cNvPr id="20" name="Ink 19">
                  <a:extLst>
                    <a:ext uri="{FF2B5EF4-FFF2-40B4-BE49-F238E27FC236}">
                      <a16:creationId xmlns:a16="http://schemas.microsoft.com/office/drawing/2014/main" id="{AF946F9D-6C1C-57EE-0CA4-746C4D1F97F9}"/>
                    </a:ext>
                  </a:extLst>
                </p:cNvPr>
                <p:cNvPicPr/>
                <p:nvPr/>
              </p:nvPicPr>
              <p:blipFill>
                <a:blip r:embed="rId20"/>
                <a:stretch>
                  <a:fillRect/>
                </a:stretch>
              </p:blipFill>
              <p:spPr>
                <a:xfrm>
                  <a:off x="6999896" y="896335"/>
                  <a:ext cx="155834"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A22C8659-73E8-B85A-E303-3F787FCD3572}"/>
                    </a:ext>
                  </a:extLst>
                </p14:cNvPr>
                <p14:cNvContentPartPr/>
                <p14:nvPr/>
              </p14:nvContentPartPr>
              <p14:xfrm>
                <a:off x="6991233" y="1141135"/>
                <a:ext cx="158400" cy="193680"/>
              </p14:xfrm>
            </p:contentPart>
          </mc:Choice>
          <mc:Fallback xmlns="">
            <p:pic>
              <p:nvPicPr>
                <p:cNvPr id="21" name="Ink 20">
                  <a:extLst>
                    <a:ext uri="{FF2B5EF4-FFF2-40B4-BE49-F238E27FC236}">
                      <a16:creationId xmlns:a16="http://schemas.microsoft.com/office/drawing/2014/main" id="{A22C8659-73E8-B85A-E303-3F787FCD3572}"/>
                    </a:ext>
                  </a:extLst>
                </p:cNvPr>
                <p:cNvPicPr/>
                <p:nvPr/>
              </p:nvPicPr>
              <p:blipFill>
                <a:blip r:embed="rId22"/>
                <a:stretch>
                  <a:fillRect/>
                </a:stretch>
              </p:blipFill>
              <p:spPr>
                <a:xfrm>
                  <a:off x="6982233" y="1132118"/>
                  <a:ext cx="176040" cy="211353"/>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Ink 21">
                  <a:extLst>
                    <a:ext uri="{FF2B5EF4-FFF2-40B4-BE49-F238E27FC236}">
                      <a16:creationId xmlns:a16="http://schemas.microsoft.com/office/drawing/2014/main" id="{7C7BDD77-02B7-DC59-0560-6361FEFD5C3D}"/>
                    </a:ext>
                  </a:extLst>
                </p14:cNvPr>
                <p14:cNvContentPartPr/>
                <p14:nvPr/>
              </p14:nvContentPartPr>
              <p14:xfrm>
                <a:off x="7005993" y="1241575"/>
                <a:ext cx="168120" cy="40680"/>
              </p14:xfrm>
            </p:contentPart>
          </mc:Choice>
          <mc:Fallback xmlns="">
            <p:pic>
              <p:nvPicPr>
                <p:cNvPr id="22" name="Ink 21">
                  <a:extLst>
                    <a:ext uri="{FF2B5EF4-FFF2-40B4-BE49-F238E27FC236}">
                      <a16:creationId xmlns:a16="http://schemas.microsoft.com/office/drawing/2014/main" id="{7C7BDD77-02B7-DC59-0560-6361FEFD5C3D}"/>
                    </a:ext>
                  </a:extLst>
                </p:cNvPr>
                <p:cNvPicPr/>
                <p:nvPr/>
              </p:nvPicPr>
              <p:blipFill>
                <a:blip r:embed="rId24"/>
                <a:stretch>
                  <a:fillRect/>
                </a:stretch>
              </p:blipFill>
              <p:spPr>
                <a:xfrm>
                  <a:off x="6996993" y="1232654"/>
                  <a:ext cx="185760" cy="58165"/>
                </a:xfrm>
                <a:prstGeom prst="rect">
                  <a:avLst/>
                </a:prstGeom>
              </p:spPr>
            </p:pic>
          </mc:Fallback>
        </mc:AlternateContent>
      </p:grpSp>
      <p:grpSp>
        <p:nvGrpSpPr>
          <p:cNvPr id="23" name="Group 22">
            <a:extLst>
              <a:ext uri="{FF2B5EF4-FFF2-40B4-BE49-F238E27FC236}">
                <a16:creationId xmlns:a16="http://schemas.microsoft.com/office/drawing/2014/main" id="{5DFB7139-E8A9-94C4-9C4C-E9DE632A38CE}"/>
              </a:ext>
            </a:extLst>
          </p:cNvPr>
          <p:cNvGrpSpPr/>
          <p:nvPr/>
        </p:nvGrpSpPr>
        <p:grpSpPr>
          <a:xfrm>
            <a:off x="6052713" y="1575655"/>
            <a:ext cx="1023480" cy="420840"/>
            <a:chOff x="6052713" y="1575655"/>
            <a:chExt cx="1023480" cy="420840"/>
          </a:xfrm>
        </p:grpSpPr>
        <mc:AlternateContent xmlns:mc="http://schemas.openxmlformats.org/markup-compatibility/2006" xmlns:p14="http://schemas.microsoft.com/office/powerpoint/2010/main">
          <mc:Choice Requires="p14">
            <p:contentPart p14:bwMode="auto" r:id="rId25">
              <p14:nvContentPartPr>
                <p14:cNvPr id="24" name="Ink 23">
                  <a:extLst>
                    <a:ext uri="{FF2B5EF4-FFF2-40B4-BE49-F238E27FC236}">
                      <a16:creationId xmlns:a16="http://schemas.microsoft.com/office/drawing/2014/main" id="{B7F13540-C4CB-F92D-EFED-D0BFFDD98D2F}"/>
                    </a:ext>
                  </a:extLst>
                </p14:cNvPr>
                <p14:cNvContentPartPr/>
                <p14:nvPr/>
              </p14:nvContentPartPr>
              <p14:xfrm>
                <a:off x="6052713" y="1666375"/>
                <a:ext cx="94680" cy="330120"/>
              </p14:xfrm>
            </p:contentPart>
          </mc:Choice>
          <mc:Fallback xmlns="">
            <p:pic>
              <p:nvPicPr>
                <p:cNvPr id="24" name="Ink 23">
                  <a:extLst>
                    <a:ext uri="{FF2B5EF4-FFF2-40B4-BE49-F238E27FC236}">
                      <a16:creationId xmlns:a16="http://schemas.microsoft.com/office/drawing/2014/main" id="{B7F13540-C4CB-F92D-EFED-D0BFFDD98D2F}"/>
                    </a:ext>
                  </a:extLst>
                </p:cNvPr>
                <p:cNvPicPr/>
                <p:nvPr/>
              </p:nvPicPr>
              <p:blipFill>
                <a:blip r:embed="rId26"/>
                <a:stretch>
                  <a:fillRect/>
                </a:stretch>
              </p:blipFill>
              <p:spPr>
                <a:xfrm>
                  <a:off x="6043713" y="1657375"/>
                  <a:ext cx="11232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Ink 24">
                  <a:extLst>
                    <a:ext uri="{FF2B5EF4-FFF2-40B4-BE49-F238E27FC236}">
                      <a16:creationId xmlns:a16="http://schemas.microsoft.com/office/drawing/2014/main" id="{C8865920-933E-9720-5885-66411C3CE10E}"/>
                    </a:ext>
                  </a:extLst>
                </p14:cNvPr>
                <p14:cNvContentPartPr/>
                <p14:nvPr/>
              </p14:nvContentPartPr>
              <p14:xfrm>
                <a:off x="6104193" y="1689775"/>
                <a:ext cx="123840" cy="167760"/>
              </p14:xfrm>
            </p:contentPart>
          </mc:Choice>
          <mc:Fallback xmlns="">
            <p:pic>
              <p:nvPicPr>
                <p:cNvPr id="25" name="Ink 24">
                  <a:extLst>
                    <a:ext uri="{FF2B5EF4-FFF2-40B4-BE49-F238E27FC236}">
                      <a16:creationId xmlns:a16="http://schemas.microsoft.com/office/drawing/2014/main" id="{C8865920-933E-9720-5885-66411C3CE10E}"/>
                    </a:ext>
                  </a:extLst>
                </p:cNvPr>
                <p:cNvPicPr/>
                <p:nvPr/>
              </p:nvPicPr>
              <p:blipFill>
                <a:blip r:embed="rId28"/>
                <a:stretch>
                  <a:fillRect/>
                </a:stretch>
              </p:blipFill>
              <p:spPr>
                <a:xfrm>
                  <a:off x="6095193" y="1680775"/>
                  <a:ext cx="1414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6" name="Ink 25">
                  <a:extLst>
                    <a:ext uri="{FF2B5EF4-FFF2-40B4-BE49-F238E27FC236}">
                      <a16:creationId xmlns:a16="http://schemas.microsoft.com/office/drawing/2014/main" id="{1082581E-352E-5F23-79ED-675EC27AF96A}"/>
                    </a:ext>
                  </a:extLst>
                </p14:cNvPr>
                <p14:cNvContentPartPr/>
                <p14:nvPr/>
              </p14:nvContentPartPr>
              <p14:xfrm>
                <a:off x="6412353" y="1705975"/>
                <a:ext cx="52200" cy="3600"/>
              </p14:xfrm>
            </p:contentPart>
          </mc:Choice>
          <mc:Fallback xmlns="">
            <p:pic>
              <p:nvPicPr>
                <p:cNvPr id="26" name="Ink 25">
                  <a:extLst>
                    <a:ext uri="{FF2B5EF4-FFF2-40B4-BE49-F238E27FC236}">
                      <a16:creationId xmlns:a16="http://schemas.microsoft.com/office/drawing/2014/main" id="{1082581E-352E-5F23-79ED-675EC27AF96A}"/>
                    </a:ext>
                  </a:extLst>
                </p:cNvPr>
                <p:cNvPicPr/>
                <p:nvPr/>
              </p:nvPicPr>
              <p:blipFill>
                <a:blip r:embed="rId30"/>
                <a:stretch>
                  <a:fillRect/>
                </a:stretch>
              </p:blipFill>
              <p:spPr>
                <a:xfrm>
                  <a:off x="6403353" y="1697793"/>
                  <a:ext cx="69840" cy="19636"/>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7" name="Ink 26">
                  <a:extLst>
                    <a:ext uri="{FF2B5EF4-FFF2-40B4-BE49-F238E27FC236}">
                      <a16:creationId xmlns:a16="http://schemas.microsoft.com/office/drawing/2014/main" id="{191E617D-9926-7B4E-4801-8E8DB01E8A70}"/>
                    </a:ext>
                  </a:extLst>
                </p14:cNvPr>
                <p14:cNvContentPartPr/>
                <p14:nvPr/>
              </p14:nvContentPartPr>
              <p14:xfrm>
                <a:off x="6400473" y="1575655"/>
                <a:ext cx="346680" cy="187560"/>
              </p14:xfrm>
            </p:contentPart>
          </mc:Choice>
          <mc:Fallback xmlns="">
            <p:pic>
              <p:nvPicPr>
                <p:cNvPr id="27" name="Ink 26">
                  <a:extLst>
                    <a:ext uri="{FF2B5EF4-FFF2-40B4-BE49-F238E27FC236}">
                      <a16:creationId xmlns:a16="http://schemas.microsoft.com/office/drawing/2014/main" id="{191E617D-9926-7B4E-4801-8E8DB01E8A70}"/>
                    </a:ext>
                  </a:extLst>
                </p:cNvPr>
                <p:cNvPicPr/>
                <p:nvPr/>
              </p:nvPicPr>
              <p:blipFill>
                <a:blip r:embed="rId32"/>
                <a:stretch>
                  <a:fillRect/>
                </a:stretch>
              </p:blipFill>
              <p:spPr>
                <a:xfrm>
                  <a:off x="6391473" y="1566655"/>
                  <a:ext cx="36432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8" name="Ink 27">
                  <a:extLst>
                    <a:ext uri="{FF2B5EF4-FFF2-40B4-BE49-F238E27FC236}">
                      <a16:creationId xmlns:a16="http://schemas.microsoft.com/office/drawing/2014/main" id="{87BC3465-C382-B648-9C7A-3A4152A7621E}"/>
                    </a:ext>
                  </a:extLst>
                </p14:cNvPr>
                <p14:cNvContentPartPr/>
                <p14:nvPr/>
              </p14:nvContentPartPr>
              <p14:xfrm>
                <a:off x="6806553" y="1594735"/>
                <a:ext cx="102600" cy="137160"/>
              </p14:xfrm>
            </p:contentPart>
          </mc:Choice>
          <mc:Fallback xmlns="">
            <p:pic>
              <p:nvPicPr>
                <p:cNvPr id="28" name="Ink 27">
                  <a:extLst>
                    <a:ext uri="{FF2B5EF4-FFF2-40B4-BE49-F238E27FC236}">
                      <a16:creationId xmlns:a16="http://schemas.microsoft.com/office/drawing/2014/main" id="{87BC3465-C382-B648-9C7A-3A4152A7621E}"/>
                    </a:ext>
                  </a:extLst>
                </p:cNvPr>
                <p:cNvPicPr/>
                <p:nvPr/>
              </p:nvPicPr>
              <p:blipFill>
                <a:blip r:embed="rId34"/>
                <a:stretch>
                  <a:fillRect/>
                </a:stretch>
              </p:blipFill>
              <p:spPr>
                <a:xfrm>
                  <a:off x="6797521" y="1585735"/>
                  <a:ext cx="120302"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9" name="Ink 28">
                  <a:extLst>
                    <a:ext uri="{FF2B5EF4-FFF2-40B4-BE49-F238E27FC236}">
                      <a16:creationId xmlns:a16="http://schemas.microsoft.com/office/drawing/2014/main" id="{8E57DE33-CEF8-D6E6-5A46-ED84478BAA64}"/>
                    </a:ext>
                  </a:extLst>
                </p14:cNvPr>
                <p14:cNvContentPartPr/>
                <p14:nvPr/>
              </p14:nvContentPartPr>
              <p14:xfrm>
                <a:off x="6964233" y="1600495"/>
                <a:ext cx="111960" cy="120600"/>
              </p14:xfrm>
            </p:contentPart>
          </mc:Choice>
          <mc:Fallback xmlns="">
            <p:pic>
              <p:nvPicPr>
                <p:cNvPr id="29" name="Ink 28">
                  <a:extLst>
                    <a:ext uri="{FF2B5EF4-FFF2-40B4-BE49-F238E27FC236}">
                      <a16:creationId xmlns:a16="http://schemas.microsoft.com/office/drawing/2014/main" id="{8E57DE33-CEF8-D6E6-5A46-ED84478BAA64}"/>
                    </a:ext>
                  </a:extLst>
                </p:cNvPr>
                <p:cNvPicPr/>
                <p:nvPr/>
              </p:nvPicPr>
              <p:blipFill>
                <a:blip r:embed="rId36"/>
                <a:stretch>
                  <a:fillRect/>
                </a:stretch>
              </p:blipFill>
              <p:spPr>
                <a:xfrm>
                  <a:off x="6955204" y="1591495"/>
                  <a:ext cx="129657" cy="13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
            <p14:nvContentPartPr>
              <p14:cNvPr id="30" name="Ink 29">
                <a:extLst>
                  <a:ext uri="{FF2B5EF4-FFF2-40B4-BE49-F238E27FC236}">
                    <a16:creationId xmlns:a16="http://schemas.microsoft.com/office/drawing/2014/main" id="{FD89F973-AC37-2372-A100-861F4BCF14F7}"/>
                  </a:ext>
                </a:extLst>
              </p14:cNvPr>
              <p14:cNvContentPartPr/>
              <p14:nvPr/>
            </p14:nvContentPartPr>
            <p14:xfrm>
              <a:off x="6082953" y="2006575"/>
              <a:ext cx="182520" cy="228240"/>
            </p14:xfrm>
          </p:contentPart>
        </mc:Choice>
        <mc:Fallback xmlns="">
          <p:pic>
            <p:nvPicPr>
              <p:cNvPr id="30" name="Ink 29">
                <a:extLst>
                  <a:ext uri="{FF2B5EF4-FFF2-40B4-BE49-F238E27FC236}">
                    <a16:creationId xmlns:a16="http://schemas.microsoft.com/office/drawing/2014/main" id="{FD89F973-AC37-2372-A100-861F4BCF14F7}"/>
                  </a:ext>
                </a:extLst>
              </p:cNvPr>
              <p:cNvPicPr/>
              <p:nvPr/>
            </p:nvPicPr>
            <p:blipFill>
              <a:blip r:embed="rId38"/>
              <a:stretch>
                <a:fillRect/>
              </a:stretch>
            </p:blipFill>
            <p:spPr>
              <a:xfrm>
                <a:off x="6073953" y="1997575"/>
                <a:ext cx="20016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Ink 30">
                <a:extLst>
                  <a:ext uri="{FF2B5EF4-FFF2-40B4-BE49-F238E27FC236}">
                    <a16:creationId xmlns:a16="http://schemas.microsoft.com/office/drawing/2014/main" id="{0D668D8A-B3AC-F6FF-2F08-5EA2A0589A5C}"/>
                  </a:ext>
                </a:extLst>
              </p14:cNvPr>
              <p14:cNvContentPartPr/>
              <p14:nvPr/>
            </p14:nvContentPartPr>
            <p14:xfrm>
              <a:off x="6187353" y="2164615"/>
              <a:ext cx="109080" cy="158040"/>
            </p14:xfrm>
          </p:contentPart>
        </mc:Choice>
        <mc:Fallback xmlns="">
          <p:pic>
            <p:nvPicPr>
              <p:cNvPr id="31" name="Ink 30">
                <a:extLst>
                  <a:ext uri="{FF2B5EF4-FFF2-40B4-BE49-F238E27FC236}">
                    <a16:creationId xmlns:a16="http://schemas.microsoft.com/office/drawing/2014/main" id="{0D668D8A-B3AC-F6FF-2F08-5EA2A0589A5C}"/>
                  </a:ext>
                </a:extLst>
              </p:cNvPr>
              <p:cNvPicPr/>
              <p:nvPr/>
            </p:nvPicPr>
            <p:blipFill>
              <a:blip r:embed="rId40"/>
              <a:stretch>
                <a:fillRect/>
              </a:stretch>
            </p:blipFill>
            <p:spPr>
              <a:xfrm>
                <a:off x="6178353" y="2155615"/>
                <a:ext cx="12672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7C084CA7-0EAD-121F-BD2A-C105C14F4234}"/>
                  </a:ext>
                </a:extLst>
              </p14:cNvPr>
              <p14:cNvContentPartPr/>
              <p14:nvPr/>
            </p14:nvContentPartPr>
            <p14:xfrm>
              <a:off x="6202473" y="2254975"/>
              <a:ext cx="100800" cy="17640"/>
            </p14:xfrm>
          </p:contentPart>
        </mc:Choice>
        <mc:Fallback xmlns="">
          <p:pic>
            <p:nvPicPr>
              <p:cNvPr id="32" name="Ink 31">
                <a:extLst>
                  <a:ext uri="{FF2B5EF4-FFF2-40B4-BE49-F238E27FC236}">
                    <a16:creationId xmlns:a16="http://schemas.microsoft.com/office/drawing/2014/main" id="{7C084CA7-0EAD-121F-BD2A-C105C14F4234}"/>
                  </a:ext>
                </a:extLst>
              </p:cNvPr>
              <p:cNvPicPr/>
              <p:nvPr/>
            </p:nvPicPr>
            <p:blipFill>
              <a:blip r:embed="rId42"/>
              <a:stretch>
                <a:fillRect/>
              </a:stretch>
            </p:blipFill>
            <p:spPr>
              <a:xfrm>
                <a:off x="6193473" y="2245975"/>
                <a:ext cx="1184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B24C113E-7DE3-8075-0864-325FB7232A63}"/>
                  </a:ext>
                </a:extLst>
              </p14:cNvPr>
              <p14:cNvContentPartPr/>
              <p14:nvPr/>
            </p14:nvContentPartPr>
            <p14:xfrm>
              <a:off x="6440793" y="2140855"/>
              <a:ext cx="41760" cy="60120"/>
            </p14:xfrm>
          </p:contentPart>
        </mc:Choice>
        <mc:Fallback xmlns="">
          <p:pic>
            <p:nvPicPr>
              <p:cNvPr id="33" name="Ink 32">
                <a:extLst>
                  <a:ext uri="{FF2B5EF4-FFF2-40B4-BE49-F238E27FC236}">
                    <a16:creationId xmlns:a16="http://schemas.microsoft.com/office/drawing/2014/main" id="{B24C113E-7DE3-8075-0864-325FB7232A63}"/>
                  </a:ext>
                </a:extLst>
              </p:cNvPr>
              <p:cNvPicPr/>
              <p:nvPr/>
            </p:nvPicPr>
            <p:blipFill>
              <a:blip r:embed="rId44"/>
              <a:stretch>
                <a:fillRect/>
              </a:stretch>
            </p:blipFill>
            <p:spPr>
              <a:xfrm>
                <a:off x="6431870" y="2131855"/>
                <a:ext cx="59249"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5A9E2AB5-EAD9-E24E-008A-3208C2E46A06}"/>
                  </a:ext>
                </a:extLst>
              </p14:cNvPr>
              <p14:cNvContentPartPr/>
              <p14:nvPr/>
            </p14:nvContentPartPr>
            <p14:xfrm>
              <a:off x="6690633" y="2008735"/>
              <a:ext cx="81720" cy="180000"/>
            </p14:xfrm>
          </p:contentPart>
        </mc:Choice>
        <mc:Fallback xmlns="">
          <p:pic>
            <p:nvPicPr>
              <p:cNvPr id="34" name="Ink 33">
                <a:extLst>
                  <a:ext uri="{FF2B5EF4-FFF2-40B4-BE49-F238E27FC236}">
                    <a16:creationId xmlns:a16="http://schemas.microsoft.com/office/drawing/2014/main" id="{5A9E2AB5-EAD9-E24E-008A-3208C2E46A06}"/>
                  </a:ext>
                </a:extLst>
              </p:cNvPr>
              <p:cNvPicPr/>
              <p:nvPr/>
            </p:nvPicPr>
            <p:blipFill>
              <a:blip r:embed="rId46"/>
              <a:stretch>
                <a:fillRect/>
              </a:stretch>
            </p:blipFill>
            <p:spPr>
              <a:xfrm>
                <a:off x="6681633" y="1999735"/>
                <a:ext cx="993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271ECD27-A643-464E-1767-E544F27C48E0}"/>
                  </a:ext>
                </a:extLst>
              </p14:cNvPr>
              <p14:cNvContentPartPr/>
              <p14:nvPr/>
            </p14:nvContentPartPr>
            <p14:xfrm>
              <a:off x="6679113" y="1991455"/>
              <a:ext cx="304560" cy="171000"/>
            </p14:xfrm>
          </p:contentPart>
        </mc:Choice>
        <mc:Fallback xmlns="">
          <p:pic>
            <p:nvPicPr>
              <p:cNvPr id="35" name="Ink 34">
                <a:extLst>
                  <a:ext uri="{FF2B5EF4-FFF2-40B4-BE49-F238E27FC236}">
                    <a16:creationId xmlns:a16="http://schemas.microsoft.com/office/drawing/2014/main" id="{271ECD27-A643-464E-1767-E544F27C48E0}"/>
                  </a:ext>
                </a:extLst>
              </p:cNvPr>
              <p:cNvPicPr/>
              <p:nvPr/>
            </p:nvPicPr>
            <p:blipFill>
              <a:blip r:embed="rId48"/>
              <a:stretch>
                <a:fillRect/>
              </a:stretch>
            </p:blipFill>
            <p:spPr>
              <a:xfrm>
                <a:off x="6670113" y="1982455"/>
                <a:ext cx="3222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6" name="Ink 35">
                <a:extLst>
                  <a:ext uri="{FF2B5EF4-FFF2-40B4-BE49-F238E27FC236}">
                    <a16:creationId xmlns:a16="http://schemas.microsoft.com/office/drawing/2014/main" id="{699B3711-D61D-3304-4309-7110BCE2092C}"/>
                  </a:ext>
                </a:extLst>
              </p14:cNvPr>
              <p14:cNvContentPartPr/>
              <p14:nvPr/>
            </p14:nvContentPartPr>
            <p14:xfrm>
              <a:off x="6150633" y="2488615"/>
              <a:ext cx="162720" cy="197640"/>
            </p14:xfrm>
          </p:contentPart>
        </mc:Choice>
        <mc:Fallback xmlns="">
          <p:pic>
            <p:nvPicPr>
              <p:cNvPr id="36" name="Ink 35">
                <a:extLst>
                  <a:ext uri="{FF2B5EF4-FFF2-40B4-BE49-F238E27FC236}">
                    <a16:creationId xmlns:a16="http://schemas.microsoft.com/office/drawing/2014/main" id="{699B3711-D61D-3304-4309-7110BCE2092C}"/>
                  </a:ext>
                </a:extLst>
              </p:cNvPr>
              <p:cNvPicPr/>
              <p:nvPr/>
            </p:nvPicPr>
            <p:blipFill>
              <a:blip r:embed="rId50"/>
              <a:stretch>
                <a:fillRect/>
              </a:stretch>
            </p:blipFill>
            <p:spPr>
              <a:xfrm>
                <a:off x="6141633" y="2479615"/>
                <a:ext cx="1803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7" name="Ink 36">
                <a:extLst>
                  <a:ext uri="{FF2B5EF4-FFF2-40B4-BE49-F238E27FC236}">
                    <a16:creationId xmlns:a16="http://schemas.microsoft.com/office/drawing/2014/main" id="{481D12FA-9A4E-E0F1-B3AF-4D495EED271D}"/>
                  </a:ext>
                </a:extLst>
              </p14:cNvPr>
              <p14:cNvContentPartPr/>
              <p14:nvPr/>
            </p14:nvContentPartPr>
            <p14:xfrm>
              <a:off x="6211473" y="2484295"/>
              <a:ext cx="112320" cy="30600"/>
            </p14:xfrm>
          </p:contentPart>
        </mc:Choice>
        <mc:Fallback xmlns="">
          <p:pic>
            <p:nvPicPr>
              <p:cNvPr id="37" name="Ink 36">
                <a:extLst>
                  <a:ext uri="{FF2B5EF4-FFF2-40B4-BE49-F238E27FC236}">
                    <a16:creationId xmlns:a16="http://schemas.microsoft.com/office/drawing/2014/main" id="{481D12FA-9A4E-E0F1-B3AF-4D495EED271D}"/>
                  </a:ext>
                </a:extLst>
              </p:cNvPr>
              <p:cNvPicPr/>
              <p:nvPr/>
            </p:nvPicPr>
            <p:blipFill>
              <a:blip r:embed="rId52"/>
              <a:stretch>
                <a:fillRect/>
              </a:stretch>
            </p:blipFill>
            <p:spPr>
              <a:xfrm>
                <a:off x="6202473" y="2475295"/>
                <a:ext cx="1299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8" name="Ink 37">
                <a:extLst>
                  <a:ext uri="{FF2B5EF4-FFF2-40B4-BE49-F238E27FC236}">
                    <a16:creationId xmlns:a16="http://schemas.microsoft.com/office/drawing/2014/main" id="{1D4E63A4-67EC-B6DD-5702-E449E2BB688A}"/>
                  </a:ext>
                </a:extLst>
              </p14:cNvPr>
              <p14:cNvContentPartPr/>
              <p14:nvPr/>
            </p14:nvContentPartPr>
            <p14:xfrm>
              <a:off x="6372753" y="2613535"/>
              <a:ext cx="100080" cy="84600"/>
            </p14:xfrm>
          </p:contentPart>
        </mc:Choice>
        <mc:Fallback xmlns="">
          <p:pic>
            <p:nvPicPr>
              <p:cNvPr id="38" name="Ink 37">
                <a:extLst>
                  <a:ext uri="{FF2B5EF4-FFF2-40B4-BE49-F238E27FC236}">
                    <a16:creationId xmlns:a16="http://schemas.microsoft.com/office/drawing/2014/main" id="{1D4E63A4-67EC-B6DD-5702-E449E2BB688A}"/>
                  </a:ext>
                </a:extLst>
              </p:cNvPr>
              <p:cNvPicPr/>
              <p:nvPr/>
            </p:nvPicPr>
            <p:blipFill>
              <a:blip r:embed="rId54"/>
              <a:stretch>
                <a:fillRect/>
              </a:stretch>
            </p:blipFill>
            <p:spPr>
              <a:xfrm>
                <a:off x="6363753" y="2604535"/>
                <a:ext cx="1177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9" name="Ink 38">
                <a:extLst>
                  <a:ext uri="{FF2B5EF4-FFF2-40B4-BE49-F238E27FC236}">
                    <a16:creationId xmlns:a16="http://schemas.microsoft.com/office/drawing/2014/main" id="{354CAAD8-C011-7348-2B6F-7E4C0D2E9EED}"/>
                  </a:ext>
                </a:extLst>
              </p14:cNvPr>
              <p14:cNvContentPartPr/>
              <p14:nvPr/>
            </p14:nvContentPartPr>
            <p14:xfrm>
              <a:off x="6258633" y="2542255"/>
              <a:ext cx="168840" cy="120240"/>
            </p14:xfrm>
          </p:contentPart>
        </mc:Choice>
        <mc:Fallback xmlns="">
          <p:pic>
            <p:nvPicPr>
              <p:cNvPr id="39" name="Ink 38">
                <a:extLst>
                  <a:ext uri="{FF2B5EF4-FFF2-40B4-BE49-F238E27FC236}">
                    <a16:creationId xmlns:a16="http://schemas.microsoft.com/office/drawing/2014/main" id="{354CAAD8-C011-7348-2B6F-7E4C0D2E9EED}"/>
                  </a:ext>
                </a:extLst>
              </p:cNvPr>
              <p:cNvPicPr/>
              <p:nvPr/>
            </p:nvPicPr>
            <p:blipFill>
              <a:blip r:embed="rId56"/>
              <a:stretch>
                <a:fillRect/>
              </a:stretch>
            </p:blipFill>
            <p:spPr>
              <a:xfrm>
                <a:off x="6249633" y="2533228"/>
                <a:ext cx="186480" cy="137933"/>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0" name="Ink 39">
                <a:extLst>
                  <a:ext uri="{FF2B5EF4-FFF2-40B4-BE49-F238E27FC236}">
                    <a16:creationId xmlns:a16="http://schemas.microsoft.com/office/drawing/2014/main" id="{CC414BA7-BB5D-B2DD-A88F-D350407C4CB3}"/>
                  </a:ext>
                </a:extLst>
              </p14:cNvPr>
              <p14:cNvContentPartPr/>
              <p14:nvPr/>
            </p14:nvContentPartPr>
            <p14:xfrm>
              <a:off x="5374113" y="2746375"/>
              <a:ext cx="146520" cy="280800"/>
            </p14:xfrm>
          </p:contentPart>
        </mc:Choice>
        <mc:Fallback xmlns="">
          <p:pic>
            <p:nvPicPr>
              <p:cNvPr id="40" name="Ink 39">
                <a:extLst>
                  <a:ext uri="{FF2B5EF4-FFF2-40B4-BE49-F238E27FC236}">
                    <a16:creationId xmlns:a16="http://schemas.microsoft.com/office/drawing/2014/main" id="{CC414BA7-BB5D-B2DD-A88F-D350407C4CB3}"/>
                  </a:ext>
                </a:extLst>
              </p:cNvPr>
              <p:cNvPicPr/>
              <p:nvPr/>
            </p:nvPicPr>
            <p:blipFill>
              <a:blip r:embed="rId58"/>
              <a:stretch>
                <a:fillRect/>
              </a:stretch>
            </p:blipFill>
            <p:spPr>
              <a:xfrm>
                <a:off x="5365091" y="2737375"/>
                <a:ext cx="164203"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74FA8E2A-FC29-85EB-ED8E-DDAAFD0BDE5A}"/>
                  </a:ext>
                </a:extLst>
              </p14:cNvPr>
              <p14:cNvContentPartPr/>
              <p14:nvPr/>
            </p14:nvContentPartPr>
            <p14:xfrm>
              <a:off x="5537553" y="2817655"/>
              <a:ext cx="658440" cy="289800"/>
            </p14:xfrm>
          </p:contentPart>
        </mc:Choice>
        <mc:Fallback xmlns="">
          <p:pic>
            <p:nvPicPr>
              <p:cNvPr id="41" name="Ink 40">
                <a:extLst>
                  <a:ext uri="{FF2B5EF4-FFF2-40B4-BE49-F238E27FC236}">
                    <a16:creationId xmlns:a16="http://schemas.microsoft.com/office/drawing/2014/main" id="{74FA8E2A-FC29-85EB-ED8E-DDAAFD0BDE5A}"/>
                  </a:ext>
                </a:extLst>
              </p:cNvPr>
              <p:cNvPicPr/>
              <p:nvPr/>
            </p:nvPicPr>
            <p:blipFill>
              <a:blip r:embed="rId60"/>
              <a:stretch>
                <a:fillRect/>
              </a:stretch>
            </p:blipFill>
            <p:spPr>
              <a:xfrm>
                <a:off x="5528553" y="2808655"/>
                <a:ext cx="67608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52775C21-182C-ADC2-28FC-5BFCCB073B7C}"/>
                  </a:ext>
                </a:extLst>
              </p14:cNvPr>
              <p14:cNvContentPartPr/>
              <p14:nvPr/>
            </p14:nvContentPartPr>
            <p14:xfrm>
              <a:off x="5926353" y="2806855"/>
              <a:ext cx="16920" cy="10440"/>
            </p14:xfrm>
          </p:contentPart>
        </mc:Choice>
        <mc:Fallback xmlns="">
          <p:pic>
            <p:nvPicPr>
              <p:cNvPr id="42" name="Ink 41">
                <a:extLst>
                  <a:ext uri="{FF2B5EF4-FFF2-40B4-BE49-F238E27FC236}">
                    <a16:creationId xmlns:a16="http://schemas.microsoft.com/office/drawing/2014/main" id="{52775C21-182C-ADC2-28FC-5BFCCB073B7C}"/>
                  </a:ext>
                </a:extLst>
              </p:cNvPr>
              <p:cNvPicPr/>
              <p:nvPr/>
            </p:nvPicPr>
            <p:blipFill>
              <a:blip r:embed="rId62"/>
              <a:stretch>
                <a:fillRect/>
              </a:stretch>
            </p:blipFill>
            <p:spPr>
              <a:xfrm>
                <a:off x="5917353" y="2797855"/>
                <a:ext cx="345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Ink 42">
                <a:extLst>
                  <a:ext uri="{FF2B5EF4-FFF2-40B4-BE49-F238E27FC236}">
                    <a16:creationId xmlns:a16="http://schemas.microsoft.com/office/drawing/2014/main" id="{E3129C2D-C9A9-4B66-29CB-F414183D26AD}"/>
                  </a:ext>
                </a:extLst>
              </p14:cNvPr>
              <p14:cNvContentPartPr/>
              <p14:nvPr/>
            </p14:nvContentPartPr>
            <p14:xfrm>
              <a:off x="6386793" y="2758615"/>
              <a:ext cx="259920" cy="176760"/>
            </p14:xfrm>
          </p:contentPart>
        </mc:Choice>
        <mc:Fallback xmlns="">
          <p:pic>
            <p:nvPicPr>
              <p:cNvPr id="43" name="Ink 42">
                <a:extLst>
                  <a:ext uri="{FF2B5EF4-FFF2-40B4-BE49-F238E27FC236}">
                    <a16:creationId xmlns:a16="http://schemas.microsoft.com/office/drawing/2014/main" id="{E3129C2D-C9A9-4B66-29CB-F414183D26AD}"/>
                  </a:ext>
                </a:extLst>
              </p:cNvPr>
              <p:cNvPicPr/>
              <p:nvPr/>
            </p:nvPicPr>
            <p:blipFill>
              <a:blip r:embed="rId64"/>
              <a:stretch>
                <a:fillRect/>
              </a:stretch>
            </p:blipFill>
            <p:spPr>
              <a:xfrm>
                <a:off x="6377793" y="2749615"/>
                <a:ext cx="2775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4" name="Ink 43">
                <a:extLst>
                  <a:ext uri="{FF2B5EF4-FFF2-40B4-BE49-F238E27FC236}">
                    <a16:creationId xmlns:a16="http://schemas.microsoft.com/office/drawing/2014/main" id="{DB498435-A634-D064-D992-E4339E97E35C}"/>
                  </a:ext>
                </a:extLst>
              </p14:cNvPr>
              <p14:cNvContentPartPr/>
              <p14:nvPr/>
            </p14:nvContentPartPr>
            <p14:xfrm>
              <a:off x="6719793" y="2503735"/>
              <a:ext cx="600840" cy="348840"/>
            </p14:xfrm>
          </p:contentPart>
        </mc:Choice>
        <mc:Fallback xmlns="">
          <p:pic>
            <p:nvPicPr>
              <p:cNvPr id="44" name="Ink 43">
                <a:extLst>
                  <a:ext uri="{FF2B5EF4-FFF2-40B4-BE49-F238E27FC236}">
                    <a16:creationId xmlns:a16="http://schemas.microsoft.com/office/drawing/2014/main" id="{DB498435-A634-D064-D992-E4339E97E35C}"/>
                  </a:ext>
                </a:extLst>
              </p:cNvPr>
              <p:cNvPicPr/>
              <p:nvPr/>
            </p:nvPicPr>
            <p:blipFill>
              <a:blip r:embed="rId66"/>
              <a:stretch>
                <a:fillRect/>
              </a:stretch>
            </p:blipFill>
            <p:spPr>
              <a:xfrm>
                <a:off x="6710793" y="2494735"/>
                <a:ext cx="61848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5" name="Ink 44">
                <a:extLst>
                  <a:ext uri="{FF2B5EF4-FFF2-40B4-BE49-F238E27FC236}">
                    <a16:creationId xmlns:a16="http://schemas.microsoft.com/office/drawing/2014/main" id="{9A01593C-A341-AE11-5231-C2E69C7A92DC}"/>
                  </a:ext>
                </a:extLst>
              </p14:cNvPr>
              <p14:cNvContentPartPr/>
              <p14:nvPr/>
            </p14:nvContentPartPr>
            <p14:xfrm>
              <a:off x="7186713" y="2621455"/>
              <a:ext cx="126000" cy="10440"/>
            </p14:xfrm>
          </p:contentPart>
        </mc:Choice>
        <mc:Fallback xmlns="">
          <p:pic>
            <p:nvPicPr>
              <p:cNvPr id="45" name="Ink 44">
                <a:extLst>
                  <a:ext uri="{FF2B5EF4-FFF2-40B4-BE49-F238E27FC236}">
                    <a16:creationId xmlns:a16="http://schemas.microsoft.com/office/drawing/2014/main" id="{9A01593C-A341-AE11-5231-C2E69C7A92DC}"/>
                  </a:ext>
                </a:extLst>
              </p:cNvPr>
              <p:cNvPicPr/>
              <p:nvPr/>
            </p:nvPicPr>
            <p:blipFill>
              <a:blip r:embed="rId68"/>
              <a:stretch>
                <a:fillRect/>
              </a:stretch>
            </p:blipFill>
            <p:spPr>
              <a:xfrm>
                <a:off x="7177713" y="2612455"/>
                <a:ext cx="1436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6" name="Ink 45">
                <a:extLst>
                  <a:ext uri="{FF2B5EF4-FFF2-40B4-BE49-F238E27FC236}">
                    <a16:creationId xmlns:a16="http://schemas.microsoft.com/office/drawing/2014/main" id="{2DE41C67-59B3-CB0F-5539-610584F5DFB3}"/>
                  </a:ext>
                </a:extLst>
              </p14:cNvPr>
              <p14:cNvContentPartPr/>
              <p14:nvPr/>
            </p14:nvContentPartPr>
            <p14:xfrm>
              <a:off x="7481913" y="2554855"/>
              <a:ext cx="217080" cy="161640"/>
            </p14:xfrm>
          </p:contentPart>
        </mc:Choice>
        <mc:Fallback xmlns="">
          <p:pic>
            <p:nvPicPr>
              <p:cNvPr id="46" name="Ink 45">
                <a:extLst>
                  <a:ext uri="{FF2B5EF4-FFF2-40B4-BE49-F238E27FC236}">
                    <a16:creationId xmlns:a16="http://schemas.microsoft.com/office/drawing/2014/main" id="{2DE41C67-59B3-CB0F-5539-610584F5DFB3}"/>
                  </a:ext>
                </a:extLst>
              </p:cNvPr>
              <p:cNvPicPr/>
              <p:nvPr/>
            </p:nvPicPr>
            <p:blipFill>
              <a:blip r:embed="rId70"/>
              <a:stretch>
                <a:fillRect/>
              </a:stretch>
            </p:blipFill>
            <p:spPr>
              <a:xfrm>
                <a:off x="7472913" y="2545855"/>
                <a:ext cx="2347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7" name="Ink 46">
                <a:extLst>
                  <a:ext uri="{FF2B5EF4-FFF2-40B4-BE49-F238E27FC236}">
                    <a16:creationId xmlns:a16="http://schemas.microsoft.com/office/drawing/2014/main" id="{0C223681-D533-6C96-0526-067312337A02}"/>
                  </a:ext>
                </a:extLst>
              </p14:cNvPr>
              <p14:cNvContentPartPr/>
              <p14:nvPr/>
            </p14:nvContentPartPr>
            <p14:xfrm>
              <a:off x="7762353" y="2530375"/>
              <a:ext cx="59760" cy="101160"/>
            </p14:xfrm>
          </p:contentPart>
        </mc:Choice>
        <mc:Fallback xmlns="">
          <p:pic>
            <p:nvPicPr>
              <p:cNvPr id="47" name="Ink 46">
                <a:extLst>
                  <a:ext uri="{FF2B5EF4-FFF2-40B4-BE49-F238E27FC236}">
                    <a16:creationId xmlns:a16="http://schemas.microsoft.com/office/drawing/2014/main" id="{0C223681-D533-6C96-0526-067312337A02}"/>
                  </a:ext>
                </a:extLst>
              </p:cNvPr>
              <p:cNvPicPr/>
              <p:nvPr/>
            </p:nvPicPr>
            <p:blipFill>
              <a:blip r:embed="rId72"/>
              <a:stretch>
                <a:fillRect/>
              </a:stretch>
            </p:blipFill>
            <p:spPr>
              <a:xfrm>
                <a:off x="7753298" y="2521375"/>
                <a:ext cx="77507"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8" name="Ink 47">
                <a:extLst>
                  <a:ext uri="{FF2B5EF4-FFF2-40B4-BE49-F238E27FC236}">
                    <a16:creationId xmlns:a16="http://schemas.microsoft.com/office/drawing/2014/main" id="{3CBC85A7-D485-990B-B2B5-58974B54BFEA}"/>
                  </a:ext>
                </a:extLst>
              </p14:cNvPr>
              <p14:cNvContentPartPr/>
              <p14:nvPr/>
            </p14:nvContentPartPr>
            <p14:xfrm>
              <a:off x="7853793" y="2440015"/>
              <a:ext cx="531720" cy="182160"/>
            </p14:xfrm>
          </p:contentPart>
        </mc:Choice>
        <mc:Fallback xmlns="">
          <p:pic>
            <p:nvPicPr>
              <p:cNvPr id="48" name="Ink 47">
                <a:extLst>
                  <a:ext uri="{FF2B5EF4-FFF2-40B4-BE49-F238E27FC236}">
                    <a16:creationId xmlns:a16="http://schemas.microsoft.com/office/drawing/2014/main" id="{3CBC85A7-D485-990B-B2B5-58974B54BFEA}"/>
                  </a:ext>
                </a:extLst>
              </p:cNvPr>
              <p:cNvPicPr/>
              <p:nvPr/>
            </p:nvPicPr>
            <p:blipFill>
              <a:blip r:embed="rId74"/>
              <a:stretch>
                <a:fillRect/>
              </a:stretch>
            </p:blipFill>
            <p:spPr>
              <a:xfrm>
                <a:off x="7844793" y="2431033"/>
                <a:ext cx="54936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9" name="Ink 48">
                <a:extLst>
                  <a:ext uri="{FF2B5EF4-FFF2-40B4-BE49-F238E27FC236}">
                    <a16:creationId xmlns:a16="http://schemas.microsoft.com/office/drawing/2014/main" id="{46730833-AEB6-6FC1-B573-39B88A0F04CC}"/>
                  </a:ext>
                </a:extLst>
              </p14:cNvPr>
              <p14:cNvContentPartPr/>
              <p14:nvPr/>
            </p14:nvContentPartPr>
            <p14:xfrm>
              <a:off x="7981953" y="2341375"/>
              <a:ext cx="10440" cy="8640"/>
            </p14:xfrm>
          </p:contentPart>
        </mc:Choice>
        <mc:Fallback xmlns="">
          <p:pic>
            <p:nvPicPr>
              <p:cNvPr id="49" name="Ink 48">
                <a:extLst>
                  <a:ext uri="{FF2B5EF4-FFF2-40B4-BE49-F238E27FC236}">
                    <a16:creationId xmlns:a16="http://schemas.microsoft.com/office/drawing/2014/main" id="{46730833-AEB6-6FC1-B573-39B88A0F04CC}"/>
                  </a:ext>
                </a:extLst>
              </p:cNvPr>
              <p:cNvPicPr/>
              <p:nvPr/>
            </p:nvPicPr>
            <p:blipFill>
              <a:blip r:embed="rId76"/>
              <a:stretch>
                <a:fillRect/>
              </a:stretch>
            </p:blipFill>
            <p:spPr>
              <a:xfrm>
                <a:off x="7972953" y="2332375"/>
                <a:ext cx="280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0" name="Ink 49">
                <a:extLst>
                  <a:ext uri="{FF2B5EF4-FFF2-40B4-BE49-F238E27FC236}">
                    <a16:creationId xmlns:a16="http://schemas.microsoft.com/office/drawing/2014/main" id="{9494360D-970D-64E7-2CEB-2FFADBAE648F}"/>
                  </a:ext>
                </a:extLst>
              </p14:cNvPr>
              <p14:cNvContentPartPr/>
              <p14:nvPr/>
            </p14:nvContentPartPr>
            <p14:xfrm>
              <a:off x="8526993" y="2262895"/>
              <a:ext cx="101520" cy="229680"/>
            </p14:xfrm>
          </p:contentPart>
        </mc:Choice>
        <mc:Fallback xmlns="">
          <p:pic>
            <p:nvPicPr>
              <p:cNvPr id="50" name="Ink 49">
                <a:extLst>
                  <a:ext uri="{FF2B5EF4-FFF2-40B4-BE49-F238E27FC236}">
                    <a16:creationId xmlns:a16="http://schemas.microsoft.com/office/drawing/2014/main" id="{9494360D-970D-64E7-2CEB-2FFADBAE648F}"/>
                  </a:ext>
                </a:extLst>
              </p:cNvPr>
              <p:cNvPicPr/>
              <p:nvPr/>
            </p:nvPicPr>
            <p:blipFill>
              <a:blip r:embed="rId78"/>
              <a:stretch>
                <a:fillRect/>
              </a:stretch>
            </p:blipFill>
            <p:spPr>
              <a:xfrm>
                <a:off x="8517993" y="2253909"/>
                <a:ext cx="119160" cy="247292"/>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1" name="Ink 50">
                <a:extLst>
                  <a:ext uri="{FF2B5EF4-FFF2-40B4-BE49-F238E27FC236}">
                    <a16:creationId xmlns:a16="http://schemas.microsoft.com/office/drawing/2014/main" id="{E12AED08-74F2-2F7D-21F6-DCDC45B2B277}"/>
                  </a:ext>
                </a:extLst>
              </p14:cNvPr>
              <p14:cNvContentPartPr/>
              <p14:nvPr/>
            </p14:nvContentPartPr>
            <p14:xfrm>
              <a:off x="8518353" y="2348215"/>
              <a:ext cx="277920" cy="107640"/>
            </p14:xfrm>
          </p:contentPart>
        </mc:Choice>
        <mc:Fallback xmlns="">
          <p:pic>
            <p:nvPicPr>
              <p:cNvPr id="51" name="Ink 50">
                <a:extLst>
                  <a:ext uri="{FF2B5EF4-FFF2-40B4-BE49-F238E27FC236}">
                    <a16:creationId xmlns:a16="http://schemas.microsoft.com/office/drawing/2014/main" id="{E12AED08-74F2-2F7D-21F6-DCDC45B2B277}"/>
                  </a:ext>
                </a:extLst>
              </p:cNvPr>
              <p:cNvPicPr/>
              <p:nvPr/>
            </p:nvPicPr>
            <p:blipFill>
              <a:blip r:embed="rId80"/>
              <a:stretch>
                <a:fillRect/>
              </a:stretch>
            </p:blipFill>
            <p:spPr>
              <a:xfrm>
                <a:off x="8509353" y="2339215"/>
                <a:ext cx="2955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2" name="Ink 51">
                <a:extLst>
                  <a:ext uri="{FF2B5EF4-FFF2-40B4-BE49-F238E27FC236}">
                    <a16:creationId xmlns:a16="http://schemas.microsoft.com/office/drawing/2014/main" id="{48DA42EA-7623-16B9-3CC7-536B4FD87278}"/>
                  </a:ext>
                </a:extLst>
              </p14:cNvPr>
              <p14:cNvContentPartPr/>
              <p14:nvPr/>
            </p14:nvContentPartPr>
            <p14:xfrm>
              <a:off x="5484273" y="3248935"/>
              <a:ext cx="36000" cy="182160"/>
            </p14:xfrm>
          </p:contentPart>
        </mc:Choice>
        <mc:Fallback xmlns="">
          <p:pic>
            <p:nvPicPr>
              <p:cNvPr id="52" name="Ink 51">
                <a:extLst>
                  <a:ext uri="{FF2B5EF4-FFF2-40B4-BE49-F238E27FC236}">
                    <a16:creationId xmlns:a16="http://schemas.microsoft.com/office/drawing/2014/main" id="{48DA42EA-7623-16B9-3CC7-536B4FD87278}"/>
                  </a:ext>
                </a:extLst>
              </p:cNvPr>
              <p:cNvPicPr/>
              <p:nvPr/>
            </p:nvPicPr>
            <p:blipFill>
              <a:blip r:embed="rId82"/>
              <a:stretch>
                <a:fillRect/>
              </a:stretch>
            </p:blipFill>
            <p:spPr>
              <a:xfrm>
                <a:off x="5475273" y="3239935"/>
                <a:ext cx="536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3" name="Ink 52">
                <a:extLst>
                  <a:ext uri="{FF2B5EF4-FFF2-40B4-BE49-F238E27FC236}">
                    <a16:creationId xmlns:a16="http://schemas.microsoft.com/office/drawing/2014/main" id="{B5A17515-43FA-4456-67E4-A0B3BEC2B784}"/>
                  </a:ext>
                </a:extLst>
              </p14:cNvPr>
              <p14:cNvContentPartPr/>
              <p14:nvPr/>
            </p14:nvContentPartPr>
            <p14:xfrm>
              <a:off x="5511993" y="3207895"/>
              <a:ext cx="81360" cy="125280"/>
            </p14:xfrm>
          </p:contentPart>
        </mc:Choice>
        <mc:Fallback xmlns="">
          <p:pic>
            <p:nvPicPr>
              <p:cNvPr id="53" name="Ink 52">
                <a:extLst>
                  <a:ext uri="{FF2B5EF4-FFF2-40B4-BE49-F238E27FC236}">
                    <a16:creationId xmlns:a16="http://schemas.microsoft.com/office/drawing/2014/main" id="{B5A17515-43FA-4456-67E4-A0B3BEC2B784}"/>
                  </a:ext>
                </a:extLst>
              </p:cNvPr>
              <p:cNvPicPr/>
              <p:nvPr/>
            </p:nvPicPr>
            <p:blipFill>
              <a:blip r:embed="rId84"/>
              <a:stretch>
                <a:fillRect/>
              </a:stretch>
            </p:blipFill>
            <p:spPr>
              <a:xfrm>
                <a:off x="5502993" y="3198895"/>
                <a:ext cx="990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4" name="Ink 53">
                <a:extLst>
                  <a:ext uri="{FF2B5EF4-FFF2-40B4-BE49-F238E27FC236}">
                    <a16:creationId xmlns:a16="http://schemas.microsoft.com/office/drawing/2014/main" id="{6826A014-CD1F-1F43-2B5A-558F938E9932}"/>
                  </a:ext>
                </a:extLst>
              </p14:cNvPr>
              <p14:cNvContentPartPr/>
              <p14:nvPr/>
            </p14:nvContentPartPr>
            <p14:xfrm>
              <a:off x="5633673" y="3200335"/>
              <a:ext cx="347040" cy="161280"/>
            </p14:xfrm>
          </p:contentPart>
        </mc:Choice>
        <mc:Fallback xmlns="">
          <p:pic>
            <p:nvPicPr>
              <p:cNvPr id="54" name="Ink 53">
                <a:extLst>
                  <a:ext uri="{FF2B5EF4-FFF2-40B4-BE49-F238E27FC236}">
                    <a16:creationId xmlns:a16="http://schemas.microsoft.com/office/drawing/2014/main" id="{6826A014-CD1F-1F43-2B5A-558F938E9932}"/>
                  </a:ext>
                </a:extLst>
              </p:cNvPr>
              <p:cNvPicPr/>
              <p:nvPr/>
            </p:nvPicPr>
            <p:blipFill>
              <a:blip r:embed="rId86"/>
              <a:stretch>
                <a:fillRect/>
              </a:stretch>
            </p:blipFill>
            <p:spPr>
              <a:xfrm>
                <a:off x="5624673" y="3191335"/>
                <a:ext cx="3646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5" name="Ink 54">
                <a:extLst>
                  <a:ext uri="{FF2B5EF4-FFF2-40B4-BE49-F238E27FC236}">
                    <a16:creationId xmlns:a16="http://schemas.microsoft.com/office/drawing/2014/main" id="{E6618C6A-46BF-100E-8604-2DCD432ED604}"/>
                  </a:ext>
                </a:extLst>
              </p14:cNvPr>
              <p14:cNvContentPartPr/>
              <p14:nvPr/>
            </p14:nvContentPartPr>
            <p14:xfrm>
              <a:off x="6060273" y="3091255"/>
              <a:ext cx="366120" cy="219960"/>
            </p14:xfrm>
          </p:contentPart>
        </mc:Choice>
        <mc:Fallback xmlns="">
          <p:pic>
            <p:nvPicPr>
              <p:cNvPr id="55" name="Ink 54">
                <a:extLst>
                  <a:ext uri="{FF2B5EF4-FFF2-40B4-BE49-F238E27FC236}">
                    <a16:creationId xmlns:a16="http://schemas.microsoft.com/office/drawing/2014/main" id="{E6618C6A-46BF-100E-8604-2DCD432ED604}"/>
                  </a:ext>
                </a:extLst>
              </p:cNvPr>
              <p:cNvPicPr/>
              <p:nvPr/>
            </p:nvPicPr>
            <p:blipFill>
              <a:blip r:embed="rId88"/>
              <a:stretch>
                <a:fillRect/>
              </a:stretch>
            </p:blipFill>
            <p:spPr>
              <a:xfrm>
                <a:off x="6051273" y="3082255"/>
                <a:ext cx="3837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6" name="Ink 55">
                <a:extLst>
                  <a:ext uri="{FF2B5EF4-FFF2-40B4-BE49-F238E27FC236}">
                    <a16:creationId xmlns:a16="http://schemas.microsoft.com/office/drawing/2014/main" id="{577A9619-35BA-5DD8-A639-C0B675445A26}"/>
                  </a:ext>
                </a:extLst>
              </p14:cNvPr>
              <p14:cNvContentPartPr/>
              <p14:nvPr/>
            </p14:nvContentPartPr>
            <p14:xfrm>
              <a:off x="6252513" y="3086215"/>
              <a:ext cx="11520" cy="5400"/>
            </p14:xfrm>
          </p:contentPart>
        </mc:Choice>
        <mc:Fallback xmlns="">
          <p:pic>
            <p:nvPicPr>
              <p:cNvPr id="56" name="Ink 55">
                <a:extLst>
                  <a:ext uri="{FF2B5EF4-FFF2-40B4-BE49-F238E27FC236}">
                    <a16:creationId xmlns:a16="http://schemas.microsoft.com/office/drawing/2014/main" id="{577A9619-35BA-5DD8-A639-C0B675445A26}"/>
                  </a:ext>
                </a:extLst>
              </p:cNvPr>
              <p:cNvPicPr/>
              <p:nvPr/>
            </p:nvPicPr>
            <p:blipFill>
              <a:blip r:embed="rId90"/>
              <a:stretch>
                <a:fillRect/>
              </a:stretch>
            </p:blipFill>
            <p:spPr>
              <a:xfrm>
                <a:off x="6243513" y="3077215"/>
                <a:ext cx="291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7" name="Ink 56">
                <a:extLst>
                  <a:ext uri="{FF2B5EF4-FFF2-40B4-BE49-F238E27FC236}">
                    <a16:creationId xmlns:a16="http://schemas.microsoft.com/office/drawing/2014/main" id="{9864F530-D811-E4D5-054D-BA18BE91D617}"/>
                  </a:ext>
                </a:extLst>
              </p14:cNvPr>
              <p14:cNvContentPartPr/>
              <p14:nvPr/>
            </p14:nvContentPartPr>
            <p14:xfrm>
              <a:off x="6653913" y="3064975"/>
              <a:ext cx="133200" cy="154440"/>
            </p14:xfrm>
          </p:contentPart>
        </mc:Choice>
        <mc:Fallback xmlns="">
          <p:pic>
            <p:nvPicPr>
              <p:cNvPr id="57" name="Ink 56">
                <a:extLst>
                  <a:ext uri="{FF2B5EF4-FFF2-40B4-BE49-F238E27FC236}">
                    <a16:creationId xmlns:a16="http://schemas.microsoft.com/office/drawing/2014/main" id="{9864F530-D811-E4D5-054D-BA18BE91D617}"/>
                  </a:ext>
                </a:extLst>
              </p:cNvPr>
              <p:cNvPicPr/>
              <p:nvPr/>
            </p:nvPicPr>
            <p:blipFill>
              <a:blip r:embed="rId92"/>
              <a:stretch>
                <a:fillRect/>
              </a:stretch>
            </p:blipFill>
            <p:spPr>
              <a:xfrm>
                <a:off x="6644913" y="3055975"/>
                <a:ext cx="1508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8" name="Ink 57">
                <a:extLst>
                  <a:ext uri="{FF2B5EF4-FFF2-40B4-BE49-F238E27FC236}">
                    <a16:creationId xmlns:a16="http://schemas.microsoft.com/office/drawing/2014/main" id="{550E5DF8-5850-1F9D-8E43-389A2F72C32C}"/>
                  </a:ext>
                </a:extLst>
              </p14:cNvPr>
              <p14:cNvContentPartPr/>
              <p14:nvPr/>
            </p14:nvContentPartPr>
            <p14:xfrm>
              <a:off x="6637353" y="3011335"/>
              <a:ext cx="149040" cy="76680"/>
            </p14:xfrm>
          </p:contentPart>
        </mc:Choice>
        <mc:Fallback xmlns="">
          <p:pic>
            <p:nvPicPr>
              <p:cNvPr id="58" name="Ink 57">
                <a:extLst>
                  <a:ext uri="{FF2B5EF4-FFF2-40B4-BE49-F238E27FC236}">
                    <a16:creationId xmlns:a16="http://schemas.microsoft.com/office/drawing/2014/main" id="{550E5DF8-5850-1F9D-8E43-389A2F72C32C}"/>
                  </a:ext>
                </a:extLst>
              </p:cNvPr>
              <p:cNvPicPr/>
              <p:nvPr/>
            </p:nvPicPr>
            <p:blipFill>
              <a:blip r:embed="rId94"/>
              <a:stretch>
                <a:fillRect/>
              </a:stretch>
            </p:blipFill>
            <p:spPr>
              <a:xfrm>
                <a:off x="6628331" y="3002335"/>
                <a:ext cx="166723"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9" name="Ink 58">
                <a:extLst>
                  <a:ext uri="{FF2B5EF4-FFF2-40B4-BE49-F238E27FC236}">
                    <a16:creationId xmlns:a16="http://schemas.microsoft.com/office/drawing/2014/main" id="{A752479F-C455-A34E-5D55-4644DCE7C24E}"/>
                  </a:ext>
                </a:extLst>
              </p14:cNvPr>
              <p14:cNvContentPartPr/>
              <p14:nvPr/>
            </p14:nvContentPartPr>
            <p14:xfrm>
              <a:off x="6831393" y="3087295"/>
              <a:ext cx="109440" cy="122760"/>
            </p14:xfrm>
          </p:contentPart>
        </mc:Choice>
        <mc:Fallback xmlns="">
          <p:pic>
            <p:nvPicPr>
              <p:cNvPr id="59" name="Ink 58">
                <a:extLst>
                  <a:ext uri="{FF2B5EF4-FFF2-40B4-BE49-F238E27FC236}">
                    <a16:creationId xmlns:a16="http://schemas.microsoft.com/office/drawing/2014/main" id="{A752479F-C455-A34E-5D55-4644DCE7C24E}"/>
                  </a:ext>
                </a:extLst>
              </p:cNvPr>
              <p:cNvPicPr/>
              <p:nvPr/>
            </p:nvPicPr>
            <p:blipFill>
              <a:blip r:embed="rId96"/>
              <a:stretch>
                <a:fillRect/>
              </a:stretch>
            </p:blipFill>
            <p:spPr>
              <a:xfrm>
                <a:off x="6822393" y="3078295"/>
                <a:ext cx="1270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0" name="Ink 59">
                <a:extLst>
                  <a:ext uri="{FF2B5EF4-FFF2-40B4-BE49-F238E27FC236}">
                    <a16:creationId xmlns:a16="http://schemas.microsoft.com/office/drawing/2014/main" id="{4F0AB76B-1A0D-7622-10DD-C429939AEF82}"/>
                  </a:ext>
                </a:extLst>
              </p14:cNvPr>
              <p14:cNvContentPartPr/>
              <p14:nvPr/>
            </p14:nvContentPartPr>
            <p14:xfrm>
              <a:off x="6989433" y="3025375"/>
              <a:ext cx="107280" cy="66960"/>
            </p14:xfrm>
          </p:contentPart>
        </mc:Choice>
        <mc:Fallback xmlns="">
          <p:pic>
            <p:nvPicPr>
              <p:cNvPr id="60" name="Ink 59">
                <a:extLst>
                  <a:ext uri="{FF2B5EF4-FFF2-40B4-BE49-F238E27FC236}">
                    <a16:creationId xmlns:a16="http://schemas.microsoft.com/office/drawing/2014/main" id="{4F0AB76B-1A0D-7622-10DD-C429939AEF82}"/>
                  </a:ext>
                </a:extLst>
              </p:cNvPr>
              <p:cNvPicPr/>
              <p:nvPr/>
            </p:nvPicPr>
            <p:blipFill>
              <a:blip r:embed="rId98"/>
              <a:stretch>
                <a:fillRect/>
              </a:stretch>
            </p:blipFill>
            <p:spPr>
              <a:xfrm>
                <a:off x="6980433" y="3016375"/>
                <a:ext cx="1249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1" name="Ink 60">
                <a:extLst>
                  <a:ext uri="{FF2B5EF4-FFF2-40B4-BE49-F238E27FC236}">
                    <a16:creationId xmlns:a16="http://schemas.microsoft.com/office/drawing/2014/main" id="{EC4B1226-81E1-5DFE-991F-61F2886700E9}"/>
                  </a:ext>
                </a:extLst>
              </p14:cNvPr>
              <p14:cNvContentPartPr/>
              <p14:nvPr/>
            </p14:nvContentPartPr>
            <p14:xfrm>
              <a:off x="7337553" y="2877775"/>
              <a:ext cx="122400" cy="236880"/>
            </p14:xfrm>
          </p:contentPart>
        </mc:Choice>
        <mc:Fallback xmlns="">
          <p:pic>
            <p:nvPicPr>
              <p:cNvPr id="61" name="Ink 60">
                <a:extLst>
                  <a:ext uri="{FF2B5EF4-FFF2-40B4-BE49-F238E27FC236}">
                    <a16:creationId xmlns:a16="http://schemas.microsoft.com/office/drawing/2014/main" id="{EC4B1226-81E1-5DFE-991F-61F2886700E9}"/>
                  </a:ext>
                </a:extLst>
              </p:cNvPr>
              <p:cNvPicPr/>
              <p:nvPr/>
            </p:nvPicPr>
            <p:blipFill>
              <a:blip r:embed="rId100"/>
              <a:stretch>
                <a:fillRect/>
              </a:stretch>
            </p:blipFill>
            <p:spPr>
              <a:xfrm>
                <a:off x="7328553" y="2868775"/>
                <a:ext cx="14004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2" name="Ink 61">
                <a:extLst>
                  <a:ext uri="{FF2B5EF4-FFF2-40B4-BE49-F238E27FC236}">
                    <a16:creationId xmlns:a16="http://schemas.microsoft.com/office/drawing/2014/main" id="{6D86EE3C-95B1-DC41-5F8E-A82DC9A60518}"/>
                  </a:ext>
                </a:extLst>
              </p14:cNvPr>
              <p14:cNvContentPartPr/>
              <p14:nvPr/>
            </p14:nvContentPartPr>
            <p14:xfrm>
              <a:off x="7547793" y="2953735"/>
              <a:ext cx="35280" cy="24840"/>
            </p14:xfrm>
          </p:contentPart>
        </mc:Choice>
        <mc:Fallback xmlns="">
          <p:pic>
            <p:nvPicPr>
              <p:cNvPr id="62" name="Ink 61">
                <a:extLst>
                  <a:ext uri="{FF2B5EF4-FFF2-40B4-BE49-F238E27FC236}">
                    <a16:creationId xmlns:a16="http://schemas.microsoft.com/office/drawing/2014/main" id="{6D86EE3C-95B1-DC41-5F8E-A82DC9A60518}"/>
                  </a:ext>
                </a:extLst>
              </p:cNvPr>
              <p:cNvPicPr/>
              <p:nvPr/>
            </p:nvPicPr>
            <p:blipFill>
              <a:blip r:embed="rId102"/>
              <a:stretch>
                <a:fillRect/>
              </a:stretch>
            </p:blipFill>
            <p:spPr>
              <a:xfrm>
                <a:off x="7538793" y="2944735"/>
                <a:ext cx="529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3" name="Ink 62">
                <a:extLst>
                  <a:ext uri="{FF2B5EF4-FFF2-40B4-BE49-F238E27FC236}">
                    <a16:creationId xmlns:a16="http://schemas.microsoft.com/office/drawing/2014/main" id="{68F19715-66C5-547B-0602-254CF90651CD}"/>
                  </a:ext>
                </a:extLst>
              </p14:cNvPr>
              <p14:cNvContentPartPr/>
              <p14:nvPr/>
            </p14:nvContentPartPr>
            <p14:xfrm>
              <a:off x="7614393" y="2850775"/>
              <a:ext cx="97920" cy="190080"/>
            </p14:xfrm>
          </p:contentPart>
        </mc:Choice>
        <mc:Fallback xmlns="">
          <p:pic>
            <p:nvPicPr>
              <p:cNvPr id="63" name="Ink 62">
                <a:extLst>
                  <a:ext uri="{FF2B5EF4-FFF2-40B4-BE49-F238E27FC236}">
                    <a16:creationId xmlns:a16="http://schemas.microsoft.com/office/drawing/2014/main" id="{68F19715-66C5-547B-0602-254CF90651CD}"/>
                  </a:ext>
                </a:extLst>
              </p:cNvPr>
              <p:cNvPicPr/>
              <p:nvPr/>
            </p:nvPicPr>
            <p:blipFill>
              <a:blip r:embed="rId104"/>
              <a:stretch>
                <a:fillRect/>
              </a:stretch>
            </p:blipFill>
            <p:spPr>
              <a:xfrm>
                <a:off x="7605393" y="2841775"/>
                <a:ext cx="1155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4" name="Ink 63">
                <a:extLst>
                  <a:ext uri="{FF2B5EF4-FFF2-40B4-BE49-F238E27FC236}">
                    <a16:creationId xmlns:a16="http://schemas.microsoft.com/office/drawing/2014/main" id="{CE778E6A-8A8A-8EBF-27D4-9FEA2BA1A0A7}"/>
                  </a:ext>
                </a:extLst>
              </p14:cNvPr>
              <p14:cNvContentPartPr/>
              <p14:nvPr/>
            </p14:nvContentPartPr>
            <p14:xfrm>
              <a:off x="7716993" y="2873455"/>
              <a:ext cx="195840" cy="119880"/>
            </p14:xfrm>
          </p:contentPart>
        </mc:Choice>
        <mc:Fallback xmlns="">
          <p:pic>
            <p:nvPicPr>
              <p:cNvPr id="64" name="Ink 63">
                <a:extLst>
                  <a:ext uri="{FF2B5EF4-FFF2-40B4-BE49-F238E27FC236}">
                    <a16:creationId xmlns:a16="http://schemas.microsoft.com/office/drawing/2014/main" id="{CE778E6A-8A8A-8EBF-27D4-9FEA2BA1A0A7}"/>
                  </a:ext>
                </a:extLst>
              </p:cNvPr>
              <p:cNvPicPr/>
              <p:nvPr/>
            </p:nvPicPr>
            <p:blipFill>
              <a:blip r:embed="rId106"/>
              <a:stretch>
                <a:fillRect/>
              </a:stretch>
            </p:blipFill>
            <p:spPr>
              <a:xfrm>
                <a:off x="7708010" y="2864455"/>
                <a:ext cx="213448"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5" name="Ink 64">
                <a:extLst>
                  <a:ext uri="{FF2B5EF4-FFF2-40B4-BE49-F238E27FC236}">
                    <a16:creationId xmlns:a16="http://schemas.microsoft.com/office/drawing/2014/main" id="{57C89A59-F2EE-4D45-EFBB-75E8715D1300}"/>
                  </a:ext>
                </a:extLst>
              </p14:cNvPr>
              <p14:cNvContentPartPr/>
              <p14:nvPr/>
            </p14:nvContentPartPr>
            <p14:xfrm>
              <a:off x="7974753" y="2726215"/>
              <a:ext cx="171720" cy="214560"/>
            </p14:xfrm>
          </p:contentPart>
        </mc:Choice>
        <mc:Fallback xmlns="">
          <p:pic>
            <p:nvPicPr>
              <p:cNvPr id="65" name="Ink 64">
                <a:extLst>
                  <a:ext uri="{FF2B5EF4-FFF2-40B4-BE49-F238E27FC236}">
                    <a16:creationId xmlns:a16="http://schemas.microsoft.com/office/drawing/2014/main" id="{57C89A59-F2EE-4D45-EFBB-75E8715D1300}"/>
                  </a:ext>
                </a:extLst>
              </p:cNvPr>
              <p:cNvPicPr/>
              <p:nvPr/>
            </p:nvPicPr>
            <p:blipFill>
              <a:blip r:embed="rId108"/>
              <a:stretch>
                <a:fillRect/>
              </a:stretch>
            </p:blipFill>
            <p:spPr>
              <a:xfrm>
                <a:off x="7965753" y="2717230"/>
                <a:ext cx="189360" cy="23217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6" name="Ink 65">
                <a:extLst>
                  <a:ext uri="{FF2B5EF4-FFF2-40B4-BE49-F238E27FC236}">
                    <a16:creationId xmlns:a16="http://schemas.microsoft.com/office/drawing/2014/main" id="{EDD4DC4F-2DAF-9970-E32E-7484977C7B32}"/>
                  </a:ext>
                </a:extLst>
              </p14:cNvPr>
              <p14:cNvContentPartPr/>
              <p14:nvPr/>
            </p14:nvContentPartPr>
            <p14:xfrm>
              <a:off x="7994193" y="2855815"/>
              <a:ext cx="126000" cy="19080"/>
            </p14:xfrm>
          </p:contentPart>
        </mc:Choice>
        <mc:Fallback xmlns="">
          <p:pic>
            <p:nvPicPr>
              <p:cNvPr id="66" name="Ink 65">
                <a:extLst>
                  <a:ext uri="{FF2B5EF4-FFF2-40B4-BE49-F238E27FC236}">
                    <a16:creationId xmlns:a16="http://schemas.microsoft.com/office/drawing/2014/main" id="{EDD4DC4F-2DAF-9970-E32E-7484977C7B32}"/>
                  </a:ext>
                </a:extLst>
              </p:cNvPr>
              <p:cNvPicPr/>
              <p:nvPr/>
            </p:nvPicPr>
            <p:blipFill>
              <a:blip r:embed="rId110"/>
              <a:stretch>
                <a:fillRect/>
              </a:stretch>
            </p:blipFill>
            <p:spPr>
              <a:xfrm>
                <a:off x="7985193" y="2846982"/>
                <a:ext cx="143640" cy="36393"/>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7" name="Ink 66">
                <a:extLst>
                  <a:ext uri="{FF2B5EF4-FFF2-40B4-BE49-F238E27FC236}">
                    <a16:creationId xmlns:a16="http://schemas.microsoft.com/office/drawing/2014/main" id="{8BCDCD89-8B17-57F6-51D3-B83B542BFD3C}"/>
                  </a:ext>
                </a:extLst>
              </p14:cNvPr>
              <p14:cNvContentPartPr/>
              <p14:nvPr/>
            </p14:nvContentPartPr>
            <p14:xfrm>
              <a:off x="8270673" y="2544415"/>
              <a:ext cx="311760" cy="336240"/>
            </p14:xfrm>
          </p:contentPart>
        </mc:Choice>
        <mc:Fallback xmlns="">
          <p:pic>
            <p:nvPicPr>
              <p:cNvPr id="67" name="Ink 66">
                <a:extLst>
                  <a:ext uri="{FF2B5EF4-FFF2-40B4-BE49-F238E27FC236}">
                    <a16:creationId xmlns:a16="http://schemas.microsoft.com/office/drawing/2014/main" id="{8BCDCD89-8B17-57F6-51D3-B83B542BFD3C}"/>
                  </a:ext>
                </a:extLst>
              </p:cNvPr>
              <p:cNvPicPr/>
              <p:nvPr/>
            </p:nvPicPr>
            <p:blipFill>
              <a:blip r:embed="rId112"/>
              <a:stretch>
                <a:fillRect/>
              </a:stretch>
            </p:blipFill>
            <p:spPr>
              <a:xfrm>
                <a:off x="8261663" y="2535415"/>
                <a:ext cx="32942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8" name="Ink 67">
                <a:extLst>
                  <a:ext uri="{FF2B5EF4-FFF2-40B4-BE49-F238E27FC236}">
                    <a16:creationId xmlns:a16="http://schemas.microsoft.com/office/drawing/2014/main" id="{CFE13C59-883C-60C0-7E5D-69582A21D615}"/>
                  </a:ext>
                </a:extLst>
              </p14:cNvPr>
              <p14:cNvContentPartPr/>
              <p14:nvPr/>
            </p14:nvContentPartPr>
            <p14:xfrm>
              <a:off x="8474073" y="2684455"/>
              <a:ext cx="179280" cy="9720"/>
            </p14:xfrm>
          </p:contentPart>
        </mc:Choice>
        <mc:Fallback xmlns="">
          <p:pic>
            <p:nvPicPr>
              <p:cNvPr id="68" name="Ink 67">
                <a:extLst>
                  <a:ext uri="{FF2B5EF4-FFF2-40B4-BE49-F238E27FC236}">
                    <a16:creationId xmlns:a16="http://schemas.microsoft.com/office/drawing/2014/main" id="{CFE13C59-883C-60C0-7E5D-69582A21D615}"/>
                  </a:ext>
                </a:extLst>
              </p:cNvPr>
              <p:cNvPicPr/>
              <p:nvPr/>
            </p:nvPicPr>
            <p:blipFill>
              <a:blip r:embed="rId114"/>
              <a:stretch>
                <a:fillRect/>
              </a:stretch>
            </p:blipFill>
            <p:spPr>
              <a:xfrm>
                <a:off x="8465073" y="2675455"/>
                <a:ext cx="1969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9" name="Ink 68">
                <a:extLst>
                  <a:ext uri="{FF2B5EF4-FFF2-40B4-BE49-F238E27FC236}">
                    <a16:creationId xmlns:a16="http://schemas.microsoft.com/office/drawing/2014/main" id="{5D39C1D2-170B-C679-6160-034744A126CA}"/>
                  </a:ext>
                </a:extLst>
              </p14:cNvPr>
              <p14:cNvContentPartPr/>
              <p14:nvPr/>
            </p14:nvContentPartPr>
            <p14:xfrm>
              <a:off x="2750793" y="1423015"/>
              <a:ext cx="221760" cy="203400"/>
            </p14:xfrm>
          </p:contentPart>
        </mc:Choice>
        <mc:Fallback xmlns="">
          <p:pic>
            <p:nvPicPr>
              <p:cNvPr id="69" name="Ink 68">
                <a:extLst>
                  <a:ext uri="{FF2B5EF4-FFF2-40B4-BE49-F238E27FC236}">
                    <a16:creationId xmlns:a16="http://schemas.microsoft.com/office/drawing/2014/main" id="{5D39C1D2-170B-C679-6160-034744A126CA}"/>
                  </a:ext>
                </a:extLst>
              </p:cNvPr>
              <p:cNvPicPr/>
              <p:nvPr/>
            </p:nvPicPr>
            <p:blipFill>
              <a:blip r:embed="rId116"/>
              <a:stretch>
                <a:fillRect/>
              </a:stretch>
            </p:blipFill>
            <p:spPr>
              <a:xfrm>
                <a:off x="2741793" y="1414015"/>
                <a:ext cx="239400" cy="221040"/>
              </a:xfrm>
              <a:prstGeom prst="rect">
                <a:avLst/>
              </a:prstGeom>
            </p:spPr>
          </p:pic>
        </mc:Fallback>
      </mc:AlternateContent>
      <p:grpSp>
        <p:nvGrpSpPr>
          <p:cNvPr id="70" name="Group 69">
            <a:extLst>
              <a:ext uri="{FF2B5EF4-FFF2-40B4-BE49-F238E27FC236}">
                <a16:creationId xmlns:a16="http://schemas.microsoft.com/office/drawing/2014/main" id="{346C48EE-050E-E55D-60E6-0FB88A860C1D}"/>
              </a:ext>
            </a:extLst>
          </p:cNvPr>
          <p:cNvGrpSpPr/>
          <p:nvPr/>
        </p:nvGrpSpPr>
        <p:grpSpPr>
          <a:xfrm>
            <a:off x="2752593" y="926215"/>
            <a:ext cx="909360" cy="300240"/>
            <a:chOff x="2752593" y="926215"/>
            <a:chExt cx="909360" cy="300240"/>
          </a:xfrm>
        </p:grpSpPr>
        <mc:AlternateContent xmlns:mc="http://schemas.openxmlformats.org/markup-compatibility/2006" xmlns:p14="http://schemas.microsoft.com/office/powerpoint/2010/main">
          <mc:Choice Requires="p14">
            <p:contentPart p14:bwMode="auto" r:id="rId117">
              <p14:nvContentPartPr>
                <p14:cNvPr id="71" name="Ink 70">
                  <a:extLst>
                    <a:ext uri="{FF2B5EF4-FFF2-40B4-BE49-F238E27FC236}">
                      <a16:creationId xmlns:a16="http://schemas.microsoft.com/office/drawing/2014/main" id="{115DDDA2-F8B5-CA54-50D5-E11F7C1B676C}"/>
                    </a:ext>
                  </a:extLst>
                </p14:cNvPr>
                <p14:cNvContentPartPr/>
                <p14:nvPr/>
              </p14:nvContentPartPr>
              <p14:xfrm>
                <a:off x="2752593" y="969415"/>
                <a:ext cx="110880" cy="223200"/>
              </p14:xfrm>
            </p:contentPart>
          </mc:Choice>
          <mc:Fallback xmlns="">
            <p:pic>
              <p:nvPicPr>
                <p:cNvPr id="71" name="Ink 70">
                  <a:extLst>
                    <a:ext uri="{FF2B5EF4-FFF2-40B4-BE49-F238E27FC236}">
                      <a16:creationId xmlns:a16="http://schemas.microsoft.com/office/drawing/2014/main" id="{115DDDA2-F8B5-CA54-50D5-E11F7C1B676C}"/>
                    </a:ext>
                  </a:extLst>
                </p:cNvPr>
                <p:cNvPicPr/>
                <p:nvPr/>
              </p:nvPicPr>
              <p:blipFill>
                <a:blip r:embed="rId118"/>
                <a:stretch>
                  <a:fillRect/>
                </a:stretch>
              </p:blipFill>
              <p:spPr>
                <a:xfrm>
                  <a:off x="2743593" y="960415"/>
                  <a:ext cx="12852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2" name="Ink 71">
                  <a:extLst>
                    <a:ext uri="{FF2B5EF4-FFF2-40B4-BE49-F238E27FC236}">
                      <a16:creationId xmlns:a16="http://schemas.microsoft.com/office/drawing/2014/main" id="{D887D36A-F82B-463F-EB3A-2960A7545028}"/>
                    </a:ext>
                  </a:extLst>
                </p14:cNvPr>
                <p14:cNvContentPartPr/>
                <p14:nvPr/>
              </p14:nvContentPartPr>
              <p14:xfrm>
                <a:off x="2883273" y="1110175"/>
                <a:ext cx="85320" cy="87120"/>
              </p14:xfrm>
            </p:contentPart>
          </mc:Choice>
          <mc:Fallback xmlns="">
            <p:pic>
              <p:nvPicPr>
                <p:cNvPr id="72" name="Ink 71">
                  <a:extLst>
                    <a:ext uri="{FF2B5EF4-FFF2-40B4-BE49-F238E27FC236}">
                      <a16:creationId xmlns:a16="http://schemas.microsoft.com/office/drawing/2014/main" id="{D887D36A-F82B-463F-EB3A-2960A7545028}"/>
                    </a:ext>
                  </a:extLst>
                </p:cNvPr>
                <p:cNvPicPr/>
                <p:nvPr/>
              </p:nvPicPr>
              <p:blipFill>
                <a:blip r:embed="rId120"/>
                <a:stretch>
                  <a:fillRect/>
                </a:stretch>
              </p:blipFill>
              <p:spPr>
                <a:xfrm>
                  <a:off x="2874273" y="1101175"/>
                  <a:ext cx="1029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3" name="Ink 72">
                  <a:extLst>
                    <a:ext uri="{FF2B5EF4-FFF2-40B4-BE49-F238E27FC236}">
                      <a16:creationId xmlns:a16="http://schemas.microsoft.com/office/drawing/2014/main" id="{56C6E953-24A3-F0C4-F5AB-87DDC49F0672}"/>
                    </a:ext>
                  </a:extLst>
                </p14:cNvPr>
                <p14:cNvContentPartPr/>
                <p14:nvPr/>
              </p14:nvContentPartPr>
              <p14:xfrm>
                <a:off x="2970033" y="1078135"/>
                <a:ext cx="233640" cy="148320"/>
              </p14:xfrm>
            </p:contentPart>
          </mc:Choice>
          <mc:Fallback xmlns="">
            <p:pic>
              <p:nvPicPr>
                <p:cNvPr id="73" name="Ink 72">
                  <a:extLst>
                    <a:ext uri="{FF2B5EF4-FFF2-40B4-BE49-F238E27FC236}">
                      <a16:creationId xmlns:a16="http://schemas.microsoft.com/office/drawing/2014/main" id="{56C6E953-24A3-F0C4-F5AB-87DDC49F0672}"/>
                    </a:ext>
                  </a:extLst>
                </p:cNvPr>
                <p:cNvPicPr/>
                <p:nvPr/>
              </p:nvPicPr>
              <p:blipFill>
                <a:blip r:embed="rId122"/>
                <a:stretch>
                  <a:fillRect/>
                </a:stretch>
              </p:blipFill>
              <p:spPr>
                <a:xfrm>
                  <a:off x="2961033" y="1069135"/>
                  <a:ext cx="2512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4" name="Ink 73">
                  <a:extLst>
                    <a:ext uri="{FF2B5EF4-FFF2-40B4-BE49-F238E27FC236}">
                      <a16:creationId xmlns:a16="http://schemas.microsoft.com/office/drawing/2014/main" id="{B74A1E36-2156-DA7E-1BF3-2EC67E281EC5}"/>
                    </a:ext>
                  </a:extLst>
                </p14:cNvPr>
                <p14:cNvContentPartPr/>
                <p14:nvPr/>
              </p14:nvContentPartPr>
              <p14:xfrm>
                <a:off x="3169113" y="1147975"/>
                <a:ext cx="40680" cy="4680"/>
              </p14:xfrm>
            </p:contentPart>
          </mc:Choice>
          <mc:Fallback xmlns="">
            <p:pic>
              <p:nvPicPr>
                <p:cNvPr id="74" name="Ink 73">
                  <a:extLst>
                    <a:ext uri="{FF2B5EF4-FFF2-40B4-BE49-F238E27FC236}">
                      <a16:creationId xmlns:a16="http://schemas.microsoft.com/office/drawing/2014/main" id="{B74A1E36-2156-DA7E-1BF3-2EC67E281EC5}"/>
                    </a:ext>
                  </a:extLst>
                </p:cNvPr>
                <p:cNvPicPr/>
                <p:nvPr/>
              </p:nvPicPr>
              <p:blipFill>
                <a:blip r:embed="rId124"/>
                <a:stretch>
                  <a:fillRect/>
                </a:stretch>
              </p:blipFill>
              <p:spPr>
                <a:xfrm>
                  <a:off x="3160113" y="1139618"/>
                  <a:ext cx="58320" cy="210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5" name="Ink 74">
                  <a:extLst>
                    <a:ext uri="{FF2B5EF4-FFF2-40B4-BE49-F238E27FC236}">
                      <a16:creationId xmlns:a16="http://schemas.microsoft.com/office/drawing/2014/main" id="{64748FF1-E5B1-1110-27B9-D1BE7ACC36D0}"/>
                    </a:ext>
                  </a:extLst>
                </p14:cNvPr>
                <p14:cNvContentPartPr/>
                <p14:nvPr/>
              </p14:nvContentPartPr>
              <p14:xfrm>
                <a:off x="3321393" y="968335"/>
                <a:ext cx="130680" cy="187200"/>
              </p14:xfrm>
            </p:contentPart>
          </mc:Choice>
          <mc:Fallback xmlns="">
            <p:pic>
              <p:nvPicPr>
                <p:cNvPr id="75" name="Ink 74">
                  <a:extLst>
                    <a:ext uri="{FF2B5EF4-FFF2-40B4-BE49-F238E27FC236}">
                      <a16:creationId xmlns:a16="http://schemas.microsoft.com/office/drawing/2014/main" id="{64748FF1-E5B1-1110-27B9-D1BE7ACC36D0}"/>
                    </a:ext>
                  </a:extLst>
                </p:cNvPr>
                <p:cNvPicPr/>
                <p:nvPr/>
              </p:nvPicPr>
              <p:blipFill>
                <a:blip r:embed="rId126"/>
                <a:stretch>
                  <a:fillRect/>
                </a:stretch>
              </p:blipFill>
              <p:spPr>
                <a:xfrm>
                  <a:off x="3312393" y="959335"/>
                  <a:ext cx="1483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6" name="Ink 75">
                  <a:extLst>
                    <a:ext uri="{FF2B5EF4-FFF2-40B4-BE49-F238E27FC236}">
                      <a16:creationId xmlns:a16="http://schemas.microsoft.com/office/drawing/2014/main" id="{85BB3F7C-5BFC-2842-A97D-D9C3400EE2DC}"/>
                    </a:ext>
                  </a:extLst>
                </p14:cNvPr>
                <p14:cNvContentPartPr/>
                <p14:nvPr/>
              </p14:nvContentPartPr>
              <p14:xfrm>
                <a:off x="3504993" y="926215"/>
                <a:ext cx="156960" cy="203400"/>
              </p14:xfrm>
            </p:contentPart>
          </mc:Choice>
          <mc:Fallback xmlns="">
            <p:pic>
              <p:nvPicPr>
                <p:cNvPr id="76" name="Ink 75">
                  <a:extLst>
                    <a:ext uri="{FF2B5EF4-FFF2-40B4-BE49-F238E27FC236}">
                      <a16:creationId xmlns:a16="http://schemas.microsoft.com/office/drawing/2014/main" id="{85BB3F7C-5BFC-2842-A97D-D9C3400EE2DC}"/>
                    </a:ext>
                  </a:extLst>
                </p:cNvPr>
                <p:cNvPicPr/>
                <p:nvPr/>
              </p:nvPicPr>
              <p:blipFill>
                <a:blip r:embed="rId128"/>
                <a:stretch>
                  <a:fillRect/>
                </a:stretch>
              </p:blipFill>
              <p:spPr>
                <a:xfrm>
                  <a:off x="3496014" y="917215"/>
                  <a:ext cx="174560" cy="221040"/>
                </a:xfrm>
                <a:prstGeom prst="rect">
                  <a:avLst/>
                </a:prstGeom>
              </p:spPr>
            </p:pic>
          </mc:Fallback>
        </mc:AlternateContent>
      </p:grpSp>
      <p:grpSp>
        <p:nvGrpSpPr>
          <p:cNvPr id="77" name="Group 76">
            <a:extLst>
              <a:ext uri="{FF2B5EF4-FFF2-40B4-BE49-F238E27FC236}">
                <a16:creationId xmlns:a16="http://schemas.microsoft.com/office/drawing/2014/main" id="{6BD1C24A-902D-3F9B-5FDF-9C9CED5429F1}"/>
              </a:ext>
            </a:extLst>
          </p:cNvPr>
          <p:cNvGrpSpPr/>
          <p:nvPr/>
        </p:nvGrpSpPr>
        <p:grpSpPr>
          <a:xfrm>
            <a:off x="2278473" y="1383415"/>
            <a:ext cx="2781000" cy="2199600"/>
            <a:chOff x="2278473" y="1383415"/>
            <a:chExt cx="2781000" cy="2199600"/>
          </a:xfrm>
        </p:grpSpPr>
        <mc:AlternateContent xmlns:mc="http://schemas.openxmlformats.org/markup-compatibility/2006" xmlns:p14="http://schemas.microsoft.com/office/powerpoint/2010/main">
          <mc:Choice Requires="p14">
            <p:contentPart p14:bwMode="auto" r:id="rId129">
              <p14:nvContentPartPr>
                <p14:cNvPr id="78" name="Ink 77">
                  <a:extLst>
                    <a:ext uri="{FF2B5EF4-FFF2-40B4-BE49-F238E27FC236}">
                      <a16:creationId xmlns:a16="http://schemas.microsoft.com/office/drawing/2014/main" id="{57627F19-F5F9-235F-A14B-BD4F3558D988}"/>
                    </a:ext>
                  </a:extLst>
                </p14:cNvPr>
                <p14:cNvContentPartPr/>
                <p14:nvPr/>
              </p14:nvContentPartPr>
              <p14:xfrm>
                <a:off x="4770393" y="1893175"/>
                <a:ext cx="113400" cy="237960"/>
              </p14:xfrm>
            </p:contentPart>
          </mc:Choice>
          <mc:Fallback xmlns="">
            <p:pic>
              <p:nvPicPr>
                <p:cNvPr id="78" name="Ink 77">
                  <a:extLst>
                    <a:ext uri="{FF2B5EF4-FFF2-40B4-BE49-F238E27FC236}">
                      <a16:creationId xmlns:a16="http://schemas.microsoft.com/office/drawing/2014/main" id="{57627F19-F5F9-235F-A14B-BD4F3558D988}"/>
                    </a:ext>
                  </a:extLst>
                </p:cNvPr>
                <p:cNvPicPr/>
                <p:nvPr/>
              </p:nvPicPr>
              <p:blipFill>
                <a:blip r:embed="rId130"/>
                <a:stretch>
                  <a:fillRect/>
                </a:stretch>
              </p:blipFill>
              <p:spPr>
                <a:xfrm>
                  <a:off x="4761393" y="1884175"/>
                  <a:ext cx="13104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9" name="Ink 78">
                  <a:extLst>
                    <a:ext uri="{FF2B5EF4-FFF2-40B4-BE49-F238E27FC236}">
                      <a16:creationId xmlns:a16="http://schemas.microsoft.com/office/drawing/2014/main" id="{B88952D6-BC67-56A9-D18F-CF8912E2208B}"/>
                    </a:ext>
                  </a:extLst>
                </p14:cNvPr>
                <p14:cNvContentPartPr/>
                <p14:nvPr/>
              </p14:nvContentPartPr>
              <p14:xfrm>
                <a:off x="4938513" y="2050495"/>
                <a:ext cx="120960" cy="132840"/>
              </p14:xfrm>
            </p:contentPart>
          </mc:Choice>
          <mc:Fallback xmlns="">
            <p:pic>
              <p:nvPicPr>
                <p:cNvPr id="79" name="Ink 78">
                  <a:extLst>
                    <a:ext uri="{FF2B5EF4-FFF2-40B4-BE49-F238E27FC236}">
                      <a16:creationId xmlns:a16="http://schemas.microsoft.com/office/drawing/2014/main" id="{B88952D6-BC67-56A9-D18F-CF8912E2208B}"/>
                    </a:ext>
                  </a:extLst>
                </p:cNvPr>
                <p:cNvPicPr/>
                <p:nvPr/>
              </p:nvPicPr>
              <p:blipFill>
                <a:blip r:embed="rId132"/>
                <a:stretch>
                  <a:fillRect/>
                </a:stretch>
              </p:blipFill>
              <p:spPr>
                <a:xfrm>
                  <a:off x="4929513" y="2041495"/>
                  <a:ext cx="1386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0" name="Ink 79">
                  <a:extLst>
                    <a:ext uri="{FF2B5EF4-FFF2-40B4-BE49-F238E27FC236}">
                      <a16:creationId xmlns:a16="http://schemas.microsoft.com/office/drawing/2014/main" id="{707C22AD-291B-33C0-504E-7541DA1EFD29}"/>
                    </a:ext>
                  </a:extLst>
                </p14:cNvPr>
                <p14:cNvContentPartPr/>
                <p14:nvPr/>
              </p14:nvContentPartPr>
              <p14:xfrm>
                <a:off x="2709753" y="1504735"/>
                <a:ext cx="208440" cy="1173960"/>
              </p14:xfrm>
            </p:contentPart>
          </mc:Choice>
          <mc:Fallback xmlns="">
            <p:pic>
              <p:nvPicPr>
                <p:cNvPr id="80" name="Ink 79">
                  <a:extLst>
                    <a:ext uri="{FF2B5EF4-FFF2-40B4-BE49-F238E27FC236}">
                      <a16:creationId xmlns:a16="http://schemas.microsoft.com/office/drawing/2014/main" id="{707C22AD-291B-33C0-504E-7541DA1EFD29}"/>
                    </a:ext>
                  </a:extLst>
                </p:cNvPr>
                <p:cNvPicPr/>
                <p:nvPr/>
              </p:nvPicPr>
              <p:blipFill>
                <a:blip r:embed="rId134"/>
                <a:stretch>
                  <a:fillRect/>
                </a:stretch>
              </p:blipFill>
              <p:spPr>
                <a:xfrm>
                  <a:off x="2700769" y="1495735"/>
                  <a:ext cx="226050" cy="11916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1" name="Ink 80">
                  <a:extLst>
                    <a:ext uri="{FF2B5EF4-FFF2-40B4-BE49-F238E27FC236}">
                      <a16:creationId xmlns:a16="http://schemas.microsoft.com/office/drawing/2014/main" id="{C7AE9240-8B9C-2A63-B1EA-2C3B8649B2BE}"/>
                    </a:ext>
                  </a:extLst>
                </p14:cNvPr>
                <p14:cNvContentPartPr/>
                <p14:nvPr/>
              </p14:nvContentPartPr>
              <p14:xfrm>
                <a:off x="2775273" y="2672935"/>
                <a:ext cx="241560" cy="124200"/>
              </p14:xfrm>
            </p:contentPart>
          </mc:Choice>
          <mc:Fallback xmlns="">
            <p:pic>
              <p:nvPicPr>
                <p:cNvPr id="81" name="Ink 80">
                  <a:extLst>
                    <a:ext uri="{FF2B5EF4-FFF2-40B4-BE49-F238E27FC236}">
                      <a16:creationId xmlns:a16="http://schemas.microsoft.com/office/drawing/2014/main" id="{C7AE9240-8B9C-2A63-B1EA-2C3B8649B2BE}"/>
                    </a:ext>
                  </a:extLst>
                </p:cNvPr>
                <p:cNvPicPr/>
                <p:nvPr/>
              </p:nvPicPr>
              <p:blipFill>
                <a:blip r:embed="rId136"/>
                <a:stretch>
                  <a:fillRect/>
                </a:stretch>
              </p:blipFill>
              <p:spPr>
                <a:xfrm>
                  <a:off x="2766273" y="2663935"/>
                  <a:ext cx="2592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2" name="Ink 81">
                  <a:extLst>
                    <a:ext uri="{FF2B5EF4-FFF2-40B4-BE49-F238E27FC236}">
                      <a16:creationId xmlns:a16="http://schemas.microsoft.com/office/drawing/2014/main" id="{EA4AE8DC-F50B-4B1C-76A2-A82854022120}"/>
                    </a:ext>
                  </a:extLst>
                </p14:cNvPr>
                <p14:cNvContentPartPr/>
                <p14:nvPr/>
              </p14:nvContentPartPr>
              <p14:xfrm>
                <a:off x="3010713" y="2603815"/>
                <a:ext cx="42120" cy="449640"/>
              </p14:xfrm>
            </p:contentPart>
          </mc:Choice>
          <mc:Fallback xmlns="">
            <p:pic>
              <p:nvPicPr>
                <p:cNvPr id="82" name="Ink 81">
                  <a:extLst>
                    <a:ext uri="{FF2B5EF4-FFF2-40B4-BE49-F238E27FC236}">
                      <a16:creationId xmlns:a16="http://schemas.microsoft.com/office/drawing/2014/main" id="{EA4AE8DC-F50B-4B1C-76A2-A82854022120}"/>
                    </a:ext>
                  </a:extLst>
                </p:cNvPr>
                <p:cNvPicPr/>
                <p:nvPr/>
              </p:nvPicPr>
              <p:blipFill>
                <a:blip r:embed="rId138"/>
                <a:stretch>
                  <a:fillRect/>
                </a:stretch>
              </p:blipFill>
              <p:spPr>
                <a:xfrm>
                  <a:off x="3001713" y="2594808"/>
                  <a:ext cx="59760" cy="467294"/>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3" name="Ink 82">
                  <a:extLst>
                    <a:ext uri="{FF2B5EF4-FFF2-40B4-BE49-F238E27FC236}">
                      <a16:creationId xmlns:a16="http://schemas.microsoft.com/office/drawing/2014/main" id="{192CA421-86BB-7A5A-36DE-FDE91E42CAFA}"/>
                    </a:ext>
                  </a:extLst>
                </p14:cNvPr>
                <p14:cNvContentPartPr/>
                <p14:nvPr/>
              </p14:nvContentPartPr>
              <p14:xfrm>
                <a:off x="2832513" y="2901175"/>
                <a:ext cx="218160" cy="198360"/>
              </p14:xfrm>
            </p:contentPart>
          </mc:Choice>
          <mc:Fallback xmlns="">
            <p:pic>
              <p:nvPicPr>
                <p:cNvPr id="83" name="Ink 82">
                  <a:extLst>
                    <a:ext uri="{FF2B5EF4-FFF2-40B4-BE49-F238E27FC236}">
                      <a16:creationId xmlns:a16="http://schemas.microsoft.com/office/drawing/2014/main" id="{192CA421-86BB-7A5A-36DE-FDE91E42CAFA}"/>
                    </a:ext>
                  </a:extLst>
                </p:cNvPr>
                <p:cNvPicPr/>
                <p:nvPr/>
              </p:nvPicPr>
              <p:blipFill>
                <a:blip r:embed="rId140"/>
                <a:stretch>
                  <a:fillRect/>
                </a:stretch>
              </p:blipFill>
              <p:spPr>
                <a:xfrm>
                  <a:off x="2823513" y="2892159"/>
                  <a:ext cx="235800" cy="216032"/>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4" name="Ink 83">
                  <a:extLst>
                    <a:ext uri="{FF2B5EF4-FFF2-40B4-BE49-F238E27FC236}">
                      <a16:creationId xmlns:a16="http://schemas.microsoft.com/office/drawing/2014/main" id="{A246CC56-B7D4-D6C8-0A42-872041A3B7F9}"/>
                    </a:ext>
                  </a:extLst>
                </p14:cNvPr>
                <p14:cNvContentPartPr/>
                <p14:nvPr/>
              </p14:nvContentPartPr>
              <p14:xfrm>
                <a:off x="2808033" y="2962735"/>
                <a:ext cx="91440" cy="129960"/>
              </p14:xfrm>
            </p:contentPart>
          </mc:Choice>
          <mc:Fallback xmlns="">
            <p:pic>
              <p:nvPicPr>
                <p:cNvPr id="84" name="Ink 83">
                  <a:extLst>
                    <a:ext uri="{FF2B5EF4-FFF2-40B4-BE49-F238E27FC236}">
                      <a16:creationId xmlns:a16="http://schemas.microsoft.com/office/drawing/2014/main" id="{A246CC56-B7D4-D6C8-0A42-872041A3B7F9}"/>
                    </a:ext>
                  </a:extLst>
                </p:cNvPr>
                <p:cNvPicPr/>
                <p:nvPr/>
              </p:nvPicPr>
              <p:blipFill>
                <a:blip r:embed="rId142"/>
                <a:stretch>
                  <a:fillRect/>
                </a:stretch>
              </p:blipFill>
              <p:spPr>
                <a:xfrm>
                  <a:off x="2799033" y="2953710"/>
                  <a:ext cx="109080" cy="147649"/>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5" name="Ink 84">
                  <a:extLst>
                    <a:ext uri="{FF2B5EF4-FFF2-40B4-BE49-F238E27FC236}">
                      <a16:creationId xmlns:a16="http://schemas.microsoft.com/office/drawing/2014/main" id="{19D485E1-F029-B5AC-ADAF-5882BE8B33FF}"/>
                    </a:ext>
                  </a:extLst>
                </p14:cNvPr>
                <p14:cNvContentPartPr/>
                <p14:nvPr/>
              </p14:nvContentPartPr>
              <p14:xfrm>
                <a:off x="2772753" y="3078295"/>
                <a:ext cx="51840" cy="418320"/>
              </p14:xfrm>
            </p:contentPart>
          </mc:Choice>
          <mc:Fallback xmlns="">
            <p:pic>
              <p:nvPicPr>
                <p:cNvPr id="85" name="Ink 84">
                  <a:extLst>
                    <a:ext uri="{FF2B5EF4-FFF2-40B4-BE49-F238E27FC236}">
                      <a16:creationId xmlns:a16="http://schemas.microsoft.com/office/drawing/2014/main" id="{19D485E1-F029-B5AC-ADAF-5882BE8B33FF}"/>
                    </a:ext>
                  </a:extLst>
                </p:cNvPr>
                <p:cNvPicPr/>
                <p:nvPr/>
              </p:nvPicPr>
              <p:blipFill>
                <a:blip r:embed="rId144"/>
                <a:stretch>
                  <a:fillRect/>
                </a:stretch>
              </p:blipFill>
              <p:spPr>
                <a:xfrm>
                  <a:off x="2763753" y="3069295"/>
                  <a:ext cx="6948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6" name="Ink 85">
                  <a:extLst>
                    <a:ext uri="{FF2B5EF4-FFF2-40B4-BE49-F238E27FC236}">
                      <a16:creationId xmlns:a16="http://schemas.microsoft.com/office/drawing/2014/main" id="{2F4987BE-5052-4059-C965-6BEC0C11A4C6}"/>
                    </a:ext>
                  </a:extLst>
                </p14:cNvPr>
                <p14:cNvContentPartPr/>
                <p14:nvPr/>
              </p14:nvContentPartPr>
              <p14:xfrm>
                <a:off x="2641353" y="3444055"/>
                <a:ext cx="210960" cy="68040"/>
              </p14:xfrm>
            </p:contentPart>
          </mc:Choice>
          <mc:Fallback xmlns="">
            <p:pic>
              <p:nvPicPr>
                <p:cNvPr id="86" name="Ink 85">
                  <a:extLst>
                    <a:ext uri="{FF2B5EF4-FFF2-40B4-BE49-F238E27FC236}">
                      <a16:creationId xmlns:a16="http://schemas.microsoft.com/office/drawing/2014/main" id="{2F4987BE-5052-4059-C965-6BEC0C11A4C6}"/>
                    </a:ext>
                  </a:extLst>
                </p:cNvPr>
                <p:cNvPicPr/>
                <p:nvPr/>
              </p:nvPicPr>
              <p:blipFill>
                <a:blip r:embed="rId146"/>
                <a:stretch>
                  <a:fillRect/>
                </a:stretch>
              </p:blipFill>
              <p:spPr>
                <a:xfrm>
                  <a:off x="2632353" y="3435055"/>
                  <a:ext cx="2286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7" name="Ink 86">
                  <a:extLst>
                    <a:ext uri="{FF2B5EF4-FFF2-40B4-BE49-F238E27FC236}">
                      <a16:creationId xmlns:a16="http://schemas.microsoft.com/office/drawing/2014/main" id="{ED718634-69CB-E327-9DBB-2C1E0FF9F98D}"/>
                    </a:ext>
                  </a:extLst>
                </p14:cNvPr>
                <p14:cNvContentPartPr/>
                <p14:nvPr/>
              </p14:nvContentPartPr>
              <p14:xfrm>
                <a:off x="2666193" y="3574015"/>
                <a:ext cx="124920" cy="9000"/>
              </p14:xfrm>
            </p:contentPart>
          </mc:Choice>
          <mc:Fallback xmlns="">
            <p:pic>
              <p:nvPicPr>
                <p:cNvPr id="87" name="Ink 86">
                  <a:extLst>
                    <a:ext uri="{FF2B5EF4-FFF2-40B4-BE49-F238E27FC236}">
                      <a16:creationId xmlns:a16="http://schemas.microsoft.com/office/drawing/2014/main" id="{ED718634-69CB-E327-9DBB-2C1E0FF9F98D}"/>
                    </a:ext>
                  </a:extLst>
                </p:cNvPr>
                <p:cNvPicPr/>
                <p:nvPr/>
              </p:nvPicPr>
              <p:blipFill>
                <a:blip r:embed="rId148"/>
                <a:stretch>
                  <a:fillRect/>
                </a:stretch>
              </p:blipFill>
              <p:spPr>
                <a:xfrm>
                  <a:off x="2657193" y="3565015"/>
                  <a:ext cx="1425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8" name="Ink 87">
                  <a:extLst>
                    <a:ext uri="{FF2B5EF4-FFF2-40B4-BE49-F238E27FC236}">
                      <a16:creationId xmlns:a16="http://schemas.microsoft.com/office/drawing/2014/main" id="{2FCD420D-A794-832D-8A64-B606D8365761}"/>
                    </a:ext>
                  </a:extLst>
                </p14:cNvPr>
                <p14:cNvContentPartPr/>
                <p14:nvPr/>
              </p14:nvContentPartPr>
              <p14:xfrm>
                <a:off x="2278473" y="2764375"/>
                <a:ext cx="193320" cy="267480"/>
              </p14:xfrm>
            </p:contentPart>
          </mc:Choice>
          <mc:Fallback xmlns="">
            <p:pic>
              <p:nvPicPr>
                <p:cNvPr id="88" name="Ink 87">
                  <a:extLst>
                    <a:ext uri="{FF2B5EF4-FFF2-40B4-BE49-F238E27FC236}">
                      <a16:creationId xmlns:a16="http://schemas.microsoft.com/office/drawing/2014/main" id="{2FCD420D-A794-832D-8A64-B606D8365761}"/>
                    </a:ext>
                  </a:extLst>
                </p:cNvPr>
                <p:cNvPicPr/>
                <p:nvPr/>
              </p:nvPicPr>
              <p:blipFill>
                <a:blip r:embed="rId150"/>
                <a:stretch>
                  <a:fillRect/>
                </a:stretch>
              </p:blipFill>
              <p:spPr>
                <a:xfrm>
                  <a:off x="2269473" y="2755375"/>
                  <a:ext cx="21096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9" name="Ink 88">
                  <a:extLst>
                    <a:ext uri="{FF2B5EF4-FFF2-40B4-BE49-F238E27FC236}">
                      <a16:creationId xmlns:a16="http://schemas.microsoft.com/office/drawing/2014/main" id="{A36A8713-56F2-74C1-7FC1-FF10416C7A4D}"/>
                    </a:ext>
                  </a:extLst>
                </p14:cNvPr>
                <p14:cNvContentPartPr/>
                <p14:nvPr/>
              </p14:nvContentPartPr>
              <p14:xfrm>
                <a:off x="2513553" y="2843215"/>
                <a:ext cx="42480" cy="216360"/>
              </p14:xfrm>
            </p:contentPart>
          </mc:Choice>
          <mc:Fallback xmlns="">
            <p:pic>
              <p:nvPicPr>
                <p:cNvPr id="89" name="Ink 88">
                  <a:extLst>
                    <a:ext uri="{FF2B5EF4-FFF2-40B4-BE49-F238E27FC236}">
                      <a16:creationId xmlns:a16="http://schemas.microsoft.com/office/drawing/2014/main" id="{A36A8713-56F2-74C1-7FC1-FF10416C7A4D}"/>
                    </a:ext>
                  </a:extLst>
                </p:cNvPr>
                <p:cNvPicPr/>
                <p:nvPr/>
              </p:nvPicPr>
              <p:blipFill>
                <a:blip r:embed="rId152"/>
                <a:stretch>
                  <a:fillRect/>
                </a:stretch>
              </p:blipFill>
              <p:spPr>
                <a:xfrm>
                  <a:off x="2504553" y="2834215"/>
                  <a:ext cx="6012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0" name="Ink 89">
                  <a:extLst>
                    <a:ext uri="{FF2B5EF4-FFF2-40B4-BE49-F238E27FC236}">
                      <a16:creationId xmlns:a16="http://schemas.microsoft.com/office/drawing/2014/main" id="{9F52A1FD-65A4-298B-F78B-C462D9D1AC0D}"/>
                    </a:ext>
                  </a:extLst>
                </p14:cNvPr>
                <p14:cNvContentPartPr/>
                <p14:nvPr/>
              </p14:nvContentPartPr>
              <p14:xfrm>
                <a:off x="2425353" y="1909015"/>
                <a:ext cx="241200" cy="301680"/>
              </p14:xfrm>
            </p:contentPart>
          </mc:Choice>
          <mc:Fallback xmlns="">
            <p:pic>
              <p:nvPicPr>
                <p:cNvPr id="90" name="Ink 89">
                  <a:extLst>
                    <a:ext uri="{FF2B5EF4-FFF2-40B4-BE49-F238E27FC236}">
                      <a16:creationId xmlns:a16="http://schemas.microsoft.com/office/drawing/2014/main" id="{9F52A1FD-65A4-298B-F78B-C462D9D1AC0D}"/>
                    </a:ext>
                  </a:extLst>
                </p:cNvPr>
                <p:cNvPicPr/>
                <p:nvPr/>
              </p:nvPicPr>
              <p:blipFill>
                <a:blip r:embed="rId154"/>
                <a:stretch>
                  <a:fillRect/>
                </a:stretch>
              </p:blipFill>
              <p:spPr>
                <a:xfrm>
                  <a:off x="2416353" y="1900026"/>
                  <a:ext cx="258840" cy="319299"/>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1" name="Ink 90">
                  <a:extLst>
                    <a:ext uri="{FF2B5EF4-FFF2-40B4-BE49-F238E27FC236}">
                      <a16:creationId xmlns:a16="http://schemas.microsoft.com/office/drawing/2014/main" id="{A28D6E52-DA3E-81F7-71EB-A7B22B1FCF5A}"/>
                    </a:ext>
                  </a:extLst>
                </p14:cNvPr>
                <p14:cNvContentPartPr/>
                <p14:nvPr/>
              </p14:nvContentPartPr>
              <p14:xfrm>
                <a:off x="2837913" y="2360455"/>
                <a:ext cx="587880" cy="363240"/>
              </p14:xfrm>
            </p:contentPart>
          </mc:Choice>
          <mc:Fallback xmlns="">
            <p:pic>
              <p:nvPicPr>
                <p:cNvPr id="91" name="Ink 90">
                  <a:extLst>
                    <a:ext uri="{FF2B5EF4-FFF2-40B4-BE49-F238E27FC236}">
                      <a16:creationId xmlns:a16="http://schemas.microsoft.com/office/drawing/2014/main" id="{A28D6E52-DA3E-81F7-71EB-A7B22B1FCF5A}"/>
                    </a:ext>
                  </a:extLst>
                </p:cNvPr>
                <p:cNvPicPr/>
                <p:nvPr/>
              </p:nvPicPr>
              <p:blipFill>
                <a:blip r:embed="rId156"/>
                <a:stretch>
                  <a:fillRect/>
                </a:stretch>
              </p:blipFill>
              <p:spPr>
                <a:xfrm>
                  <a:off x="2828919" y="2351455"/>
                  <a:ext cx="605509"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2" name="Ink 91">
                  <a:extLst>
                    <a:ext uri="{FF2B5EF4-FFF2-40B4-BE49-F238E27FC236}">
                      <a16:creationId xmlns:a16="http://schemas.microsoft.com/office/drawing/2014/main" id="{93E01E6B-A6C5-CD9E-415A-4EBC5029EA1D}"/>
                    </a:ext>
                  </a:extLst>
                </p14:cNvPr>
                <p14:cNvContentPartPr/>
                <p14:nvPr/>
              </p14:nvContentPartPr>
              <p14:xfrm>
                <a:off x="3939153" y="2486815"/>
                <a:ext cx="32760" cy="496800"/>
              </p14:xfrm>
            </p:contentPart>
          </mc:Choice>
          <mc:Fallback xmlns="">
            <p:pic>
              <p:nvPicPr>
                <p:cNvPr id="92" name="Ink 91">
                  <a:extLst>
                    <a:ext uri="{FF2B5EF4-FFF2-40B4-BE49-F238E27FC236}">
                      <a16:creationId xmlns:a16="http://schemas.microsoft.com/office/drawing/2014/main" id="{93E01E6B-A6C5-CD9E-415A-4EBC5029EA1D}"/>
                    </a:ext>
                  </a:extLst>
                </p:cNvPr>
                <p:cNvPicPr/>
                <p:nvPr/>
              </p:nvPicPr>
              <p:blipFill>
                <a:blip r:embed="rId158"/>
                <a:stretch>
                  <a:fillRect/>
                </a:stretch>
              </p:blipFill>
              <p:spPr>
                <a:xfrm>
                  <a:off x="3930153" y="2477808"/>
                  <a:ext cx="50400" cy="514453"/>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3" name="Ink 92">
                  <a:extLst>
                    <a:ext uri="{FF2B5EF4-FFF2-40B4-BE49-F238E27FC236}">
                      <a16:creationId xmlns:a16="http://schemas.microsoft.com/office/drawing/2014/main" id="{676F9A1F-FA0B-6C26-1C3E-5E7BF0008404}"/>
                    </a:ext>
                  </a:extLst>
                </p14:cNvPr>
                <p14:cNvContentPartPr/>
                <p14:nvPr/>
              </p14:nvContentPartPr>
              <p14:xfrm>
                <a:off x="3971913" y="2804695"/>
                <a:ext cx="219240" cy="125640"/>
              </p14:xfrm>
            </p:contentPart>
          </mc:Choice>
          <mc:Fallback xmlns="">
            <p:pic>
              <p:nvPicPr>
                <p:cNvPr id="93" name="Ink 92">
                  <a:extLst>
                    <a:ext uri="{FF2B5EF4-FFF2-40B4-BE49-F238E27FC236}">
                      <a16:creationId xmlns:a16="http://schemas.microsoft.com/office/drawing/2014/main" id="{676F9A1F-FA0B-6C26-1C3E-5E7BF0008404}"/>
                    </a:ext>
                  </a:extLst>
                </p:cNvPr>
                <p:cNvPicPr/>
                <p:nvPr/>
              </p:nvPicPr>
              <p:blipFill>
                <a:blip r:embed="rId160"/>
                <a:stretch>
                  <a:fillRect/>
                </a:stretch>
              </p:blipFill>
              <p:spPr>
                <a:xfrm>
                  <a:off x="3962913" y="2795695"/>
                  <a:ext cx="2368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4" name="Ink 93">
                  <a:extLst>
                    <a:ext uri="{FF2B5EF4-FFF2-40B4-BE49-F238E27FC236}">
                      <a16:creationId xmlns:a16="http://schemas.microsoft.com/office/drawing/2014/main" id="{9D8BDF98-01A8-ABE8-9130-25897B79A6DB}"/>
                    </a:ext>
                  </a:extLst>
                </p14:cNvPr>
                <p14:cNvContentPartPr/>
                <p14:nvPr/>
              </p14:nvContentPartPr>
              <p14:xfrm>
                <a:off x="4078473" y="2790295"/>
                <a:ext cx="69840" cy="141480"/>
              </p14:xfrm>
            </p:contentPart>
          </mc:Choice>
          <mc:Fallback xmlns="">
            <p:pic>
              <p:nvPicPr>
                <p:cNvPr id="94" name="Ink 93">
                  <a:extLst>
                    <a:ext uri="{FF2B5EF4-FFF2-40B4-BE49-F238E27FC236}">
                      <a16:creationId xmlns:a16="http://schemas.microsoft.com/office/drawing/2014/main" id="{9D8BDF98-01A8-ABE8-9130-25897B79A6DB}"/>
                    </a:ext>
                  </a:extLst>
                </p:cNvPr>
                <p:cNvPicPr/>
                <p:nvPr/>
              </p:nvPicPr>
              <p:blipFill>
                <a:blip r:embed="rId162"/>
                <a:stretch>
                  <a:fillRect/>
                </a:stretch>
              </p:blipFill>
              <p:spPr>
                <a:xfrm>
                  <a:off x="4069473" y="2781295"/>
                  <a:ext cx="8748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5" name="Ink 94">
                  <a:extLst>
                    <a:ext uri="{FF2B5EF4-FFF2-40B4-BE49-F238E27FC236}">
                      <a16:creationId xmlns:a16="http://schemas.microsoft.com/office/drawing/2014/main" id="{9E3AE006-3850-A941-476E-FC91E7A79C75}"/>
                    </a:ext>
                  </a:extLst>
                </p14:cNvPr>
                <p14:cNvContentPartPr/>
                <p14:nvPr/>
              </p14:nvContentPartPr>
              <p14:xfrm>
                <a:off x="4184313" y="2916295"/>
                <a:ext cx="22320" cy="354960"/>
              </p14:xfrm>
            </p:contentPart>
          </mc:Choice>
          <mc:Fallback xmlns="">
            <p:pic>
              <p:nvPicPr>
                <p:cNvPr id="95" name="Ink 94">
                  <a:extLst>
                    <a:ext uri="{FF2B5EF4-FFF2-40B4-BE49-F238E27FC236}">
                      <a16:creationId xmlns:a16="http://schemas.microsoft.com/office/drawing/2014/main" id="{9E3AE006-3850-A941-476E-FC91E7A79C75}"/>
                    </a:ext>
                  </a:extLst>
                </p:cNvPr>
                <p:cNvPicPr/>
                <p:nvPr/>
              </p:nvPicPr>
              <p:blipFill>
                <a:blip r:embed="rId164"/>
                <a:stretch>
                  <a:fillRect/>
                </a:stretch>
              </p:blipFill>
              <p:spPr>
                <a:xfrm>
                  <a:off x="4175313" y="2907295"/>
                  <a:ext cx="3996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6" name="Ink 95">
                  <a:extLst>
                    <a:ext uri="{FF2B5EF4-FFF2-40B4-BE49-F238E27FC236}">
                      <a16:creationId xmlns:a16="http://schemas.microsoft.com/office/drawing/2014/main" id="{B11C7225-21E4-1EE1-D0A0-58BCA7B0C8CF}"/>
                    </a:ext>
                  </a:extLst>
                </p14:cNvPr>
                <p14:cNvContentPartPr/>
                <p14:nvPr/>
              </p14:nvContentPartPr>
              <p14:xfrm>
                <a:off x="4031673" y="3329935"/>
                <a:ext cx="298800" cy="43200"/>
              </p14:xfrm>
            </p:contentPart>
          </mc:Choice>
          <mc:Fallback xmlns="">
            <p:pic>
              <p:nvPicPr>
                <p:cNvPr id="96" name="Ink 95">
                  <a:extLst>
                    <a:ext uri="{FF2B5EF4-FFF2-40B4-BE49-F238E27FC236}">
                      <a16:creationId xmlns:a16="http://schemas.microsoft.com/office/drawing/2014/main" id="{B11C7225-21E4-1EE1-D0A0-58BCA7B0C8CF}"/>
                    </a:ext>
                  </a:extLst>
                </p:cNvPr>
                <p:cNvPicPr/>
                <p:nvPr/>
              </p:nvPicPr>
              <p:blipFill>
                <a:blip r:embed="rId166"/>
                <a:stretch>
                  <a:fillRect/>
                </a:stretch>
              </p:blipFill>
              <p:spPr>
                <a:xfrm>
                  <a:off x="4022673" y="3320935"/>
                  <a:ext cx="3164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7" name="Ink 96">
                  <a:extLst>
                    <a:ext uri="{FF2B5EF4-FFF2-40B4-BE49-F238E27FC236}">
                      <a16:creationId xmlns:a16="http://schemas.microsoft.com/office/drawing/2014/main" id="{90F474A2-E860-175A-B812-637C073A534E}"/>
                    </a:ext>
                  </a:extLst>
                </p14:cNvPr>
                <p14:cNvContentPartPr/>
                <p14:nvPr/>
              </p14:nvContentPartPr>
              <p14:xfrm>
                <a:off x="4159833" y="3443695"/>
                <a:ext cx="53640" cy="14040"/>
              </p14:xfrm>
            </p:contentPart>
          </mc:Choice>
          <mc:Fallback xmlns="">
            <p:pic>
              <p:nvPicPr>
                <p:cNvPr id="97" name="Ink 96">
                  <a:extLst>
                    <a:ext uri="{FF2B5EF4-FFF2-40B4-BE49-F238E27FC236}">
                      <a16:creationId xmlns:a16="http://schemas.microsoft.com/office/drawing/2014/main" id="{90F474A2-E860-175A-B812-637C073A534E}"/>
                    </a:ext>
                  </a:extLst>
                </p:cNvPr>
                <p:cNvPicPr/>
                <p:nvPr/>
              </p:nvPicPr>
              <p:blipFill>
                <a:blip r:embed="rId168"/>
                <a:stretch>
                  <a:fillRect/>
                </a:stretch>
              </p:blipFill>
              <p:spPr>
                <a:xfrm>
                  <a:off x="4150833" y="3434920"/>
                  <a:ext cx="71280" cy="31239"/>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8" name="Ink 97">
                  <a:extLst>
                    <a:ext uri="{FF2B5EF4-FFF2-40B4-BE49-F238E27FC236}">
                      <a16:creationId xmlns:a16="http://schemas.microsoft.com/office/drawing/2014/main" id="{2D098411-31F0-5CC2-CA6F-F547A68B7174}"/>
                    </a:ext>
                  </a:extLst>
                </p14:cNvPr>
                <p14:cNvContentPartPr/>
                <p14:nvPr/>
              </p14:nvContentPartPr>
              <p14:xfrm>
                <a:off x="3913233" y="2513815"/>
                <a:ext cx="245160" cy="106920"/>
              </p14:xfrm>
            </p:contentPart>
          </mc:Choice>
          <mc:Fallback xmlns="">
            <p:pic>
              <p:nvPicPr>
                <p:cNvPr id="98" name="Ink 97">
                  <a:extLst>
                    <a:ext uri="{FF2B5EF4-FFF2-40B4-BE49-F238E27FC236}">
                      <a16:creationId xmlns:a16="http://schemas.microsoft.com/office/drawing/2014/main" id="{2D098411-31F0-5CC2-CA6F-F547A68B7174}"/>
                    </a:ext>
                  </a:extLst>
                </p:cNvPr>
                <p:cNvPicPr/>
                <p:nvPr/>
              </p:nvPicPr>
              <p:blipFill>
                <a:blip r:embed="rId170"/>
                <a:stretch>
                  <a:fillRect/>
                </a:stretch>
              </p:blipFill>
              <p:spPr>
                <a:xfrm>
                  <a:off x="3904233" y="2504785"/>
                  <a:ext cx="262800" cy="1246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9" name="Ink 98">
                  <a:extLst>
                    <a:ext uri="{FF2B5EF4-FFF2-40B4-BE49-F238E27FC236}">
                      <a16:creationId xmlns:a16="http://schemas.microsoft.com/office/drawing/2014/main" id="{555F77E3-6937-8310-850A-5FEBCB208BB9}"/>
                    </a:ext>
                  </a:extLst>
                </p14:cNvPr>
                <p14:cNvContentPartPr/>
                <p14:nvPr/>
              </p14:nvContentPartPr>
              <p14:xfrm>
                <a:off x="4169913" y="2047255"/>
                <a:ext cx="14040" cy="419040"/>
              </p14:xfrm>
            </p:contentPart>
          </mc:Choice>
          <mc:Fallback xmlns="">
            <p:pic>
              <p:nvPicPr>
                <p:cNvPr id="99" name="Ink 98">
                  <a:extLst>
                    <a:ext uri="{FF2B5EF4-FFF2-40B4-BE49-F238E27FC236}">
                      <a16:creationId xmlns:a16="http://schemas.microsoft.com/office/drawing/2014/main" id="{555F77E3-6937-8310-850A-5FEBCB208BB9}"/>
                    </a:ext>
                  </a:extLst>
                </p:cNvPr>
                <p:cNvPicPr/>
                <p:nvPr/>
              </p:nvPicPr>
              <p:blipFill>
                <a:blip r:embed="rId172"/>
                <a:stretch>
                  <a:fillRect/>
                </a:stretch>
              </p:blipFill>
              <p:spPr>
                <a:xfrm>
                  <a:off x="4160676" y="2038255"/>
                  <a:ext cx="32144" cy="4366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0" name="Ink 99">
                  <a:extLst>
                    <a:ext uri="{FF2B5EF4-FFF2-40B4-BE49-F238E27FC236}">
                      <a16:creationId xmlns:a16="http://schemas.microsoft.com/office/drawing/2014/main" id="{C5E2A948-84A6-8141-CAB6-1C4B02430C8F}"/>
                    </a:ext>
                  </a:extLst>
                </p14:cNvPr>
                <p14:cNvContentPartPr/>
                <p14:nvPr/>
              </p14:nvContentPartPr>
              <p14:xfrm>
                <a:off x="4158393" y="2215015"/>
                <a:ext cx="12960" cy="319680"/>
              </p14:xfrm>
            </p:contentPart>
          </mc:Choice>
          <mc:Fallback xmlns="">
            <p:pic>
              <p:nvPicPr>
                <p:cNvPr id="100" name="Ink 99">
                  <a:extLst>
                    <a:ext uri="{FF2B5EF4-FFF2-40B4-BE49-F238E27FC236}">
                      <a16:creationId xmlns:a16="http://schemas.microsoft.com/office/drawing/2014/main" id="{C5E2A948-84A6-8141-CAB6-1C4B02430C8F}"/>
                    </a:ext>
                  </a:extLst>
                </p:cNvPr>
                <p:cNvPicPr/>
                <p:nvPr/>
              </p:nvPicPr>
              <p:blipFill>
                <a:blip r:embed="rId174"/>
                <a:stretch>
                  <a:fillRect/>
                </a:stretch>
              </p:blipFill>
              <p:spPr>
                <a:xfrm>
                  <a:off x="4149393" y="2206005"/>
                  <a:ext cx="30600" cy="3373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1" name="Ink 100">
                  <a:extLst>
                    <a:ext uri="{FF2B5EF4-FFF2-40B4-BE49-F238E27FC236}">
                      <a16:creationId xmlns:a16="http://schemas.microsoft.com/office/drawing/2014/main" id="{B4B69FC7-C28C-F700-F79D-DFF5FCCBB7D7}"/>
                    </a:ext>
                  </a:extLst>
                </p14:cNvPr>
                <p14:cNvContentPartPr/>
                <p14:nvPr/>
              </p14:nvContentPartPr>
              <p14:xfrm>
                <a:off x="4099353" y="1383415"/>
                <a:ext cx="35280" cy="78120"/>
              </p14:xfrm>
            </p:contentPart>
          </mc:Choice>
          <mc:Fallback xmlns="">
            <p:pic>
              <p:nvPicPr>
                <p:cNvPr id="101" name="Ink 100">
                  <a:extLst>
                    <a:ext uri="{FF2B5EF4-FFF2-40B4-BE49-F238E27FC236}">
                      <a16:creationId xmlns:a16="http://schemas.microsoft.com/office/drawing/2014/main" id="{B4B69FC7-C28C-F700-F79D-DFF5FCCBB7D7}"/>
                    </a:ext>
                  </a:extLst>
                </p:cNvPr>
                <p:cNvPicPr/>
                <p:nvPr/>
              </p:nvPicPr>
              <p:blipFill>
                <a:blip r:embed="rId176"/>
                <a:stretch>
                  <a:fillRect/>
                </a:stretch>
              </p:blipFill>
              <p:spPr>
                <a:xfrm>
                  <a:off x="4090353" y="1374373"/>
                  <a:ext cx="52920" cy="95842"/>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2" name="Ink 101">
                  <a:extLst>
                    <a:ext uri="{FF2B5EF4-FFF2-40B4-BE49-F238E27FC236}">
                      <a16:creationId xmlns:a16="http://schemas.microsoft.com/office/drawing/2014/main" id="{DB927B66-C578-A664-9988-9B3452E475D4}"/>
                    </a:ext>
                  </a:extLst>
                </p14:cNvPr>
                <p14:cNvContentPartPr/>
                <p14:nvPr/>
              </p14:nvContentPartPr>
              <p14:xfrm>
                <a:off x="4137513" y="1395655"/>
                <a:ext cx="32400" cy="92880"/>
              </p14:xfrm>
            </p:contentPart>
          </mc:Choice>
          <mc:Fallback xmlns="">
            <p:pic>
              <p:nvPicPr>
                <p:cNvPr id="102" name="Ink 101">
                  <a:extLst>
                    <a:ext uri="{FF2B5EF4-FFF2-40B4-BE49-F238E27FC236}">
                      <a16:creationId xmlns:a16="http://schemas.microsoft.com/office/drawing/2014/main" id="{DB927B66-C578-A664-9988-9B3452E475D4}"/>
                    </a:ext>
                  </a:extLst>
                </p:cNvPr>
                <p:cNvPicPr/>
                <p:nvPr/>
              </p:nvPicPr>
              <p:blipFill>
                <a:blip r:embed="rId178"/>
                <a:stretch>
                  <a:fillRect/>
                </a:stretch>
              </p:blipFill>
              <p:spPr>
                <a:xfrm>
                  <a:off x="4128513" y="1386655"/>
                  <a:ext cx="500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3" name="Ink 102">
                  <a:extLst>
                    <a:ext uri="{FF2B5EF4-FFF2-40B4-BE49-F238E27FC236}">
                      <a16:creationId xmlns:a16="http://schemas.microsoft.com/office/drawing/2014/main" id="{238E064B-20AE-F186-9830-5F565207349C}"/>
                    </a:ext>
                  </a:extLst>
                </p14:cNvPr>
                <p14:cNvContentPartPr/>
                <p14:nvPr/>
              </p14:nvContentPartPr>
              <p14:xfrm>
                <a:off x="4128153" y="1780135"/>
                <a:ext cx="43920" cy="249120"/>
              </p14:xfrm>
            </p:contentPart>
          </mc:Choice>
          <mc:Fallback xmlns="">
            <p:pic>
              <p:nvPicPr>
                <p:cNvPr id="103" name="Ink 102">
                  <a:extLst>
                    <a:ext uri="{FF2B5EF4-FFF2-40B4-BE49-F238E27FC236}">
                      <a16:creationId xmlns:a16="http://schemas.microsoft.com/office/drawing/2014/main" id="{238E064B-20AE-F186-9830-5F565207349C}"/>
                    </a:ext>
                  </a:extLst>
                </p:cNvPr>
                <p:cNvPicPr/>
                <p:nvPr/>
              </p:nvPicPr>
              <p:blipFill>
                <a:blip r:embed="rId180"/>
                <a:stretch>
                  <a:fillRect/>
                </a:stretch>
              </p:blipFill>
              <p:spPr>
                <a:xfrm>
                  <a:off x="4119153" y="1771135"/>
                  <a:ext cx="6156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04" name="Ink 103">
                  <a:extLst>
                    <a:ext uri="{FF2B5EF4-FFF2-40B4-BE49-F238E27FC236}">
                      <a16:creationId xmlns:a16="http://schemas.microsoft.com/office/drawing/2014/main" id="{FB0C109D-48E1-3A57-6DEC-4A1F518493F9}"/>
                    </a:ext>
                  </a:extLst>
                </p14:cNvPr>
                <p14:cNvContentPartPr/>
                <p14:nvPr/>
              </p14:nvContentPartPr>
              <p14:xfrm>
                <a:off x="4177473" y="2096575"/>
                <a:ext cx="299880" cy="46440"/>
              </p14:xfrm>
            </p:contentPart>
          </mc:Choice>
          <mc:Fallback xmlns="">
            <p:pic>
              <p:nvPicPr>
                <p:cNvPr id="104" name="Ink 103">
                  <a:extLst>
                    <a:ext uri="{FF2B5EF4-FFF2-40B4-BE49-F238E27FC236}">
                      <a16:creationId xmlns:a16="http://schemas.microsoft.com/office/drawing/2014/main" id="{FB0C109D-48E1-3A57-6DEC-4A1F518493F9}"/>
                    </a:ext>
                  </a:extLst>
                </p:cNvPr>
                <p:cNvPicPr/>
                <p:nvPr/>
              </p:nvPicPr>
              <p:blipFill>
                <a:blip r:embed="rId182"/>
                <a:stretch>
                  <a:fillRect/>
                </a:stretch>
              </p:blipFill>
              <p:spPr>
                <a:xfrm>
                  <a:off x="4168473" y="2087505"/>
                  <a:ext cx="317520" cy="64218"/>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05" name="Ink 104">
                  <a:extLst>
                    <a:ext uri="{FF2B5EF4-FFF2-40B4-BE49-F238E27FC236}">
                      <a16:creationId xmlns:a16="http://schemas.microsoft.com/office/drawing/2014/main" id="{D822E44C-321A-ECB3-2A4D-24A37F020CB6}"/>
                    </a:ext>
                  </a:extLst>
                </p14:cNvPr>
                <p14:cNvContentPartPr/>
                <p14:nvPr/>
              </p14:nvContentPartPr>
              <p14:xfrm>
                <a:off x="4465113" y="2075695"/>
                <a:ext cx="104760" cy="79560"/>
              </p14:xfrm>
            </p:contentPart>
          </mc:Choice>
          <mc:Fallback xmlns="">
            <p:pic>
              <p:nvPicPr>
                <p:cNvPr id="105" name="Ink 104">
                  <a:extLst>
                    <a:ext uri="{FF2B5EF4-FFF2-40B4-BE49-F238E27FC236}">
                      <a16:creationId xmlns:a16="http://schemas.microsoft.com/office/drawing/2014/main" id="{D822E44C-321A-ECB3-2A4D-24A37F020CB6}"/>
                    </a:ext>
                  </a:extLst>
                </p:cNvPr>
                <p:cNvPicPr/>
                <p:nvPr/>
              </p:nvPicPr>
              <p:blipFill>
                <a:blip r:embed="rId184"/>
                <a:stretch>
                  <a:fillRect/>
                </a:stretch>
              </p:blipFill>
              <p:spPr>
                <a:xfrm>
                  <a:off x="4456113" y="2066695"/>
                  <a:ext cx="1224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06" name="Ink 105">
                  <a:extLst>
                    <a:ext uri="{FF2B5EF4-FFF2-40B4-BE49-F238E27FC236}">
                      <a16:creationId xmlns:a16="http://schemas.microsoft.com/office/drawing/2014/main" id="{7C501FA8-5EB0-4F68-40DB-21B43D69B3F3}"/>
                    </a:ext>
                  </a:extLst>
                </p14:cNvPr>
                <p14:cNvContentPartPr/>
                <p14:nvPr/>
              </p14:nvContentPartPr>
              <p14:xfrm>
                <a:off x="3955713" y="1729375"/>
                <a:ext cx="100800" cy="294840"/>
              </p14:xfrm>
            </p:contentPart>
          </mc:Choice>
          <mc:Fallback xmlns="">
            <p:pic>
              <p:nvPicPr>
                <p:cNvPr id="106" name="Ink 105">
                  <a:extLst>
                    <a:ext uri="{FF2B5EF4-FFF2-40B4-BE49-F238E27FC236}">
                      <a16:creationId xmlns:a16="http://schemas.microsoft.com/office/drawing/2014/main" id="{7C501FA8-5EB0-4F68-40DB-21B43D69B3F3}"/>
                    </a:ext>
                  </a:extLst>
                </p:cNvPr>
                <p:cNvPicPr/>
                <p:nvPr/>
              </p:nvPicPr>
              <p:blipFill>
                <a:blip r:embed="rId186"/>
                <a:stretch>
                  <a:fillRect/>
                </a:stretch>
              </p:blipFill>
              <p:spPr>
                <a:xfrm>
                  <a:off x="3946713" y="1720375"/>
                  <a:ext cx="11844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07" name="Ink 106">
                  <a:extLst>
                    <a:ext uri="{FF2B5EF4-FFF2-40B4-BE49-F238E27FC236}">
                      <a16:creationId xmlns:a16="http://schemas.microsoft.com/office/drawing/2014/main" id="{33375B6C-E2E9-D025-4A51-0E086677AEA2}"/>
                    </a:ext>
                  </a:extLst>
                </p14:cNvPr>
                <p14:cNvContentPartPr/>
                <p14:nvPr/>
              </p14:nvContentPartPr>
              <p14:xfrm>
                <a:off x="3576273" y="1683295"/>
                <a:ext cx="119880" cy="183960"/>
              </p14:xfrm>
            </p:contentPart>
          </mc:Choice>
          <mc:Fallback xmlns="">
            <p:pic>
              <p:nvPicPr>
                <p:cNvPr id="107" name="Ink 106">
                  <a:extLst>
                    <a:ext uri="{FF2B5EF4-FFF2-40B4-BE49-F238E27FC236}">
                      <a16:creationId xmlns:a16="http://schemas.microsoft.com/office/drawing/2014/main" id="{33375B6C-E2E9-D025-4A51-0E086677AEA2}"/>
                    </a:ext>
                  </a:extLst>
                </p:cNvPr>
                <p:cNvPicPr/>
                <p:nvPr/>
              </p:nvPicPr>
              <p:blipFill>
                <a:blip r:embed="rId188"/>
                <a:stretch>
                  <a:fillRect/>
                </a:stretch>
              </p:blipFill>
              <p:spPr>
                <a:xfrm>
                  <a:off x="3567273" y="1674295"/>
                  <a:ext cx="1375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08" name="Ink 107">
                  <a:extLst>
                    <a:ext uri="{FF2B5EF4-FFF2-40B4-BE49-F238E27FC236}">
                      <a16:creationId xmlns:a16="http://schemas.microsoft.com/office/drawing/2014/main" id="{AB51C058-6CD8-E45F-855B-2066F8332C2D}"/>
                    </a:ext>
                  </a:extLst>
                </p14:cNvPr>
                <p14:cNvContentPartPr/>
                <p14:nvPr/>
              </p14:nvContentPartPr>
              <p14:xfrm>
                <a:off x="3570873" y="1642975"/>
                <a:ext cx="90000" cy="37440"/>
              </p14:xfrm>
            </p:contentPart>
          </mc:Choice>
          <mc:Fallback xmlns="">
            <p:pic>
              <p:nvPicPr>
                <p:cNvPr id="108" name="Ink 107">
                  <a:extLst>
                    <a:ext uri="{FF2B5EF4-FFF2-40B4-BE49-F238E27FC236}">
                      <a16:creationId xmlns:a16="http://schemas.microsoft.com/office/drawing/2014/main" id="{AB51C058-6CD8-E45F-855B-2066F8332C2D}"/>
                    </a:ext>
                  </a:extLst>
                </p:cNvPr>
                <p:cNvPicPr/>
                <p:nvPr/>
              </p:nvPicPr>
              <p:blipFill>
                <a:blip r:embed="rId190"/>
                <a:stretch>
                  <a:fillRect/>
                </a:stretch>
              </p:blipFill>
              <p:spPr>
                <a:xfrm>
                  <a:off x="3561909" y="1633975"/>
                  <a:ext cx="10757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09" name="Ink 108">
                  <a:extLst>
                    <a:ext uri="{FF2B5EF4-FFF2-40B4-BE49-F238E27FC236}">
                      <a16:creationId xmlns:a16="http://schemas.microsoft.com/office/drawing/2014/main" id="{7A64EC2F-C30B-6682-A678-64AF16E6BA34}"/>
                    </a:ext>
                  </a:extLst>
                </p14:cNvPr>
                <p14:cNvContentPartPr/>
                <p14:nvPr/>
              </p14:nvContentPartPr>
              <p14:xfrm>
                <a:off x="3724233" y="1760335"/>
                <a:ext cx="120600" cy="110520"/>
              </p14:xfrm>
            </p:contentPart>
          </mc:Choice>
          <mc:Fallback xmlns="">
            <p:pic>
              <p:nvPicPr>
                <p:cNvPr id="109" name="Ink 108">
                  <a:extLst>
                    <a:ext uri="{FF2B5EF4-FFF2-40B4-BE49-F238E27FC236}">
                      <a16:creationId xmlns:a16="http://schemas.microsoft.com/office/drawing/2014/main" id="{7A64EC2F-C30B-6682-A678-64AF16E6BA34}"/>
                    </a:ext>
                  </a:extLst>
                </p:cNvPr>
                <p:cNvPicPr/>
                <p:nvPr/>
              </p:nvPicPr>
              <p:blipFill>
                <a:blip r:embed="rId192"/>
                <a:stretch>
                  <a:fillRect/>
                </a:stretch>
              </p:blipFill>
              <p:spPr>
                <a:xfrm>
                  <a:off x="3715233" y="1751335"/>
                  <a:ext cx="1382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0" name="Ink 109">
                  <a:extLst>
                    <a:ext uri="{FF2B5EF4-FFF2-40B4-BE49-F238E27FC236}">
                      <a16:creationId xmlns:a16="http://schemas.microsoft.com/office/drawing/2014/main" id="{B9CBD05D-C272-D831-44F9-18C633316902}"/>
                    </a:ext>
                  </a:extLst>
                </p14:cNvPr>
                <p14:cNvContentPartPr/>
                <p14:nvPr/>
              </p14:nvContentPartPr>
              <p14:xfrm>
                <a:off x="2906313" y="1697335"/>
                <a:ext cx="79920" cy="289080"/>
              </p14:xfrm>
            </p:contentPart>
          </mc:Choice>
          <mc:Fallback xmlns="">
            <p:pic>
              <p:nvPicPr>
                <p:cNvPr id="110" name="Ink 109">
                  <a:extLst>
                    <a:ext uri="{FF2B5EF4-FFF2-40B4-BE49-F238E27FC236}">
                      <a16:creationId xmlns:a16="http://schemas.microsoft.com/office/drawing/2014/main" id="{B9CBD05D-C272-D831-44F9-18C633316902}"/>
                    </a:ext>
                  </a:extLst>
                </p:cNvPr>
                <p:cNvPicPr/>
                <p:nvPr/>
              </p:nvPicPr>
              <p:blipFill>
                <a:blip r:embed="rId194"/>
                <a:stretch>
                  <a:fillRect/>
                </a:stretch>
              </p:blipFill>
              <p:spPr>
                <a:xfrm>
                  <a:off x="2897313" y="1688335"/>
                  <a:ext cx="9756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1" name="Ink 110">
                  <a:extLst>
                    <a:ext uri="{FF2B5EF4-FFF2-40B4-BE49-F238E27FC236}">
                      <a16:creationId xmlns:a16="http://schemas.microsoft.com/office/drawing/2014/main" id="{4E277A2B-6F1C-E9FD-B94C-61059CAB2EEF}"/>
                    </a:ext>
                  </a:extLst>
                </p14:cNvPr>
                <p14:cNvContentPartPr/>
                <p14:nvPr/>
              </p14:nvContentPartPr>
              <p14:xfrm>
                <a:off x="3092433" y="1718215"/>
                <a:ext cx="64800" cy="191160"/>
              </p14:xfrm>
            </p:contentPart>
          </mc:Choice>
          <mc:Fallback xmlns="">
            <p:pic>
              <p:nvPicPr>
                <p:cNvPr id="111" name="Ink 110">
                  <a:extLst>
                    <a:ext uri="{FF2B5EF4-FFF2-40B4-BE49-F238E27FC236}">
                      <a16:creationId xmlns:a16="http://schemas.microsoft.com/office/drawing/2014/main" id="{4E277A2B-6F1C-E9FD-B94C-61059CAB2EEF}"/>
                    </a:ext>
                  </a:extLst>
                </p:cNvPr>
                <p:cNvPicPr/>
                <p:nvPr/>
              </p:nvPicPr>
              <p:blipFill>
                <a:blip r:embed="rId196"/>
                <a:stretch>
                  <a:fillRect/>
                </a:stretch>
              </p:blipFill>
              <p:spPr>
                <a:xfrm>
                  <a:off x="3083433" y="1709198"/>
                  <a:ext cx="82440" cy="208833"/>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2" name="Ink 111">
                  <a:extLst>
                    <a:ext uri="{FF2B5EF4-FFF2-40B4-BE49-F238E27FC236}">
                      <a16:creationId xmlns:a16="http://schemas.microsoft.com/office/drawing/2014/main" id="{602BA7C7-C4EF-FAD9-4C55-D3658A1503DD}"/>
                    </a:ext>
                  </a:extLst>
                </p14:cNvPr>
                <p14:cNvContentPartPr/>
                <p14:nvPr/>
              </p14:nvContentPartPr>
              <p14:xfrm>
                <a:off x="3076953" y="1740895"/>
                <a:ext cx="61920" cy="29160"/>
              </p14:xfrm>
            </p:contentPart>
          </mc:Choice>
          <mc:Fallback xmlns="">
            <p:pic>
              <p:nvPicPr>
                <p:cNvPr id="112" name="Ink 111">
                  <a:extLst>
                    <a:ext uri="{FF2B5EF4-FFF2-40B4-BE49-F238E27FC236}">
                      <a16:creationId xmlns:a16="http://schemas.microsoft.com/office/drawing/2014/main" id="{602BA7C7-C4EF-FAD9-4C55-D3658A1503DD}"/>
                    </a:ext>
                  </a:extLst>
                </p:cNvPr>
                <p:cNvPicPr/>
                <p:nvPr/>
              </p:nvPicPr>
              <p:blipFill>
                <a:blip r:embed="rId198"/>
                <a:stretch>
                  <a:fillRect/>
                </a:stretch>
              </p:blipFill>
              <p:spPr>
                <a:xfrm>
                  <a:off x="3067900" y="1731895"/>
                  <a:ext cx="79663"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3" name="Ink 112">
                  <a:extLst>
                    <a:ext uri="{FF2B5EF4-FFF2-40B4-BE49-F238E27FC236}">
                      <a16:creationId xmlns:a16="http://schemas.microsoft.com/office/drawing/2014/main" id="{C7950D4D-358C-1E28-3999-72CED809DCB5}"/>
                    </a:ext>
                  </a:extLst>
                </p14:cNvPr>
                <p14:cNvContentPartPr/>
                <p14:nvPr/>
              </p14:nvContentPartPr>
              <p14:xfrm>
                <a:off x="3171273" y="1822975"/>
                <a:ext cx="55080" cy="147240"/>
              </p14:xfrm>
            </p:contentPart>
          </mc:Choice>
          <mc:Fallback xmlns="">
            <p:pic>
              <p:nvPicPr>
                <p:cNvPr id="113" name="Ink 112">
                  <a:extLst>
                    <a:ext uri="{FF2B5EF4-FFF2-40B4-BE49-F238E27FC236}">
                      <a16:creationId xmlns:a16="http://schemas.microsoft.com/office/drawing/2014/main" id="{C7950D4D-358C-1E28-3999-72CED809DCB5}"/>
                    </a:ext>
                  </a:extLst>
                </p:cNvPr>
                <p:cNvPicPr/>
                <p:nvPr/>
              </p:nvPicPr>
              <p:blipFill>
                <a:blip r:embed="rId200"/>
                <a:stretch>
                  <a:fillRect/>
                </a:stretch>
              </p:blipFill>
              <p:spPr>
                <a:xfrm>
                  <a:off x="3162331" y="1813975"/>
                  <a:ext cx="72605"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14" name="Ink 113">
                  <a:extLst>
                    <a:ext uri="{FF2B5EF4-FFF2-40B4-BE49-F238E27FC236}">
                      <a16:creationId xmlns:a16="http://schemas.microsoft.com/office/drawing/2014/main" id="{AB85DC83-5BC5-5CBF-8AEC-B77A8ACFBE77}"/>
                    </a:ext>
                  </a:extLst>
                </p14:cNvPr>
                <p14:cNvContentPartPr/>
                <p14:nvPr/>
              </p14:nvContentPartPr>
              <p14:xfrm>
                <a:off x="3257673" y="1855735"/>
                <a:ext cx="47520" cy="106200"/>
              </p14:xfrm>
            </p:contentPart>
          </mc:Choice>
          <mc:Fallback xmlns="">
            <p:pic>
              <p:nvPicPr>
                <p:cNvPr id="114" name="Ink 113">
                  <a:extLst>
                    <a:ext uri="{FF2B5EF4-FFF2-40B4-BE49-F238E27FC236}">
                      <a16:creationId xmlns:a16="http://schemas.microsoft.com/office/drawing/2014/main" id="{AB85DC83-5BC5-5CBF-8AEC-B77A8ACFBE77}"/>
                    </a:ext>
                  </a:extLst>
                </p:cNvPr>
                <p:cNvPicPr/>
                <p:nvPr/>
              </p:nvPicPr>
              <p:blipFill>
                <a:blip r:embed="rId202"/>
                <a:stretch>
                  <a:fillRect/>
                </a:stretch>
              </p:blipFill>
              <p:spPr>
                <a:xfrm>
                  <a:off x="3248673" y="1846735"/>
                  <a:ext cx="651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15" name="Ink 114">
                  <a:extLst>
                    <a:ext uri="{FF2B5EF4-FFF2-40B4-BE49-F238E27FC236}">
                      <a16:creationId xmlns:a16="http://schemas.microsoft.com/office/drawing/2014/main" id="{D51D2414-57C0-0E4E-1D80-EECD80DB9C52}"/>
                    </a:ext>
                  </a:extLst>
                </p14:cNvPr>
                <p14:cNvContentPartPr/>
                <p14:nvPr/>
              </p14:nvContentPartPr>
              <p14:xfrm>
                <a:off x="3256953" y="1855015"/>
                <a:ext cx="44280" cy="56520"/>
              </p14:xfrm>
            </p:contentPart>
          </mc:Choice>
          <mc:Fallback xmlns="">
            <p:pic>
              <p:nvPicPr>
                <p:cNvPr id="115" name="Ink 114">
                  <a:extLst>
                    <a:ext uri="{FF2B5EF4-FFF2-40B4-BE49-F238E27FC236}">
                      <a16:creationId xmlns:a16="http://schemas.microsoft.com/office/drawing/2014/main" id="{D51D2414-57C0-0E4E-1D80-EECD80DB9C52}"/>
                    </a:ext>
                  </a:extLst>
                </p:cNvPr>
                <p:cNvPicPr/>
                <p:nvPr/>
              </p:nvPicPr>
              <p:blipFill>
                <a:blip r:embed="rId204"/>
                <a:stretch>
                  <a:fillRect/>
                </a:stretch>
              </p:blipFill>
              <p:spPr>
                <a:xfrm>
                  <a:off x="3247879" y="1846015"/>
                  <a:ext cx="62065"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6" name="Ink 115">
                  <a:extLst>
                    <a:ext uri="{FF2B5EF4-FFF2-40B4-BE49-F238E27FC236}">
                      <a16:creationId xmlns:a16="http://schemas.microsoft.com/office/drawing/2014/main" id="{038DBD2A-F43A-5A3E-88D9-9B29C4833058}"/>
                    </a:ext>
                  </a:extLst>
                </p14:cNvPr>
                <p14:cNvContentPartPr/>
                <p14:nvPr/>
              </p14:nvContentPartPr>
              <p14:xfrm>
                <a:off x="3333993" y="1852855"/>
                <a:ext cx="25560" cy="110160"/>
              </p14:xfrm>
            </p:contentPart>
          </mc:Choice>
          <mc:Fallback xmlns="">
            <p:pic>
              <p:nvPicPr>
                <p:cNvPr id="116" name="Ink 115">
                  <a:extLst>
                    <a:ext uri="{FF2B5EF4-FFF2-40B4-BE49-F238E27FC236}">
                      <a16:creationId xmlns:a16="http://schemas.microsoft.com/office/drawing/2014/main" id="{038DBD2A-F43A-5A3E-88D9-9B29C4833058}"/>
                    </a:ext>
                  </a:extLst>
                </p:cNvPr>
                <p:cNvPicPr/>
                <p:nvPr/>
              </p:nvPicPr>
              <p:blipFill>
                <a:blip r:embed="rId206"/>
                <a:stretch>
                  <a:fillRect/>
                </a:stretch>
              </p:blipFill>
              <p:spPr>
                <a:xfrm>
                  <a:off x="3324993" y="1843855"/>
                  <a:ext cx="432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17" name="Ink 116">
                  <a:extLst>
                    <a:ext uri="{FF2B5EF4-FFF2-40B4-BE49-F238E27FC236}">
                      <a16:creationId xmlns:a16="http://schemas.microsoft.com/office/drawing/2014/main" id="{DA927232-6FB0-4719-3C25-5EA653AF4C25}"/>
                    </a:ext>
                  </a:extLst>
                </p14:cNvPr>
                <p14:cNvContentPartPr/>
                <p14:nvPr/>
              </p14:nvContentPartPr>
              <p14:xfrm>
                <a:off x="3308073" y="1866535"/>
                <a:ext cx="83880" cy="43560"/>
              </p14:xfrm>
            </p:contentPart>
          </mc:Choice>
          <mc:Fallback xmlns="">
            <p:pic>
              <p:nvPicPr>
                <p:cNvPr id="117" name="Ink 116">
                  <a:extLst>
                    <a:ext uri="{FF2B5EF4-FFF2-40B4-BE49-F238E27FC236}">
                      <a16:creationId xmlns:a16="http://schemas.microsoft.com/office/drawing/2014/main" id="{DA927232-6FB0-4719-3C25-5EA653AF4C25}"/>
                    </a:ext>
                  </a:extLst>
                </p:cNvPr>
                <p:cNvPicPr/>
                <p:nvPr/>
              </p:nvPicPr>
              <p:blipFill>
                <a:blip r:embed="rId208"/>
                <a:stretch>
                  <a:fillRect/>
                </a:stretch>
              </p:blipFill>
              <p:spPr>
                <a:xfrm>
                  <a:off x="3299111" y="1857535"/>
                  <a:ext cx="101445"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18" name="Ink 117">
                  <a:extLst>
                    <a:ext uri="{FF2B5EF4-FFF2-40B4-BE49-F238E27FC236}">
                      <a16:creationId xmlns:a16="http://schemas.microsoft.com/office/drawing/2014/main" id="{51B29082-2944-4AB9-0A29-8AA0CC595B8B}"/>
                    </a:ext>
                  </a:extLst>
                </p14:cNvPr>
                <p14:cNvContentPartPr/>
                <p14:nvPr/>
              </p14:nvContentPartPr>
              <p14:xfrm>
                <a:off x="2713353" y="2513455"/>
                <a:ext cx="12960" cy="145800"/>
              </p14:xfrm>
            </p:contentPart>
          </mc:Choice>
          <mc:Fallback xmlns="">
            <p:pic>
              <p:nvPicPr>
                <p:cNvPr id="118" name="Ink 117">
                  <a:extLst>
                    <a:ext uri="{FF2B5EF4-FFF2-40B4-BE49-F238E27FC236}">
                      <a16:creationId xmlns:a16="http://schemas.microsoft.com/office/drawing/2014/main" id="{51B29082-2944-4AB9-0A29-8AA0CC595B8B}"/>
                    </a:ext>
                  </a:extLst>
                </p:cNvPr>
                <p:cNvPicPr/>
                <p:nvPr/>
              </p:nvPicPr>
              <p:blipFill>
                <a:blip r:embed="rId210"/>
                <a:stretch>
                  <a:fillRect/>
                </a:stretch>
              </p:blipFill>
              <p:spPr>
                <a:xfrm>
                  <a:off x="2704096" y="2504477"/>
                  <a:ext cx="31104" cy="163397"/>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19" name="Ink 118">
                  <a:extLst>
                    <a:ext uri="{FF2B5EF4-FFF2-40B4-BE49-F238E27FC236}">
                      <a16:creationId xmlns:a16="http://schemas.microsoft.com/office/drawing/2014/main" id="{B800AA9C-21E9-0569-0BBD-D91AC2BCBE84}"/>
                    </a:ext>
                  </a:extLst>
                </p14:cNvPr>
                <p14:cNvContentPartPr/>
                <p14:nvPr/>
              </p14:nvContentPartPr>
              <p14:xfrm>
                <a:off x="2676633" y="2638375"/>
                <a:ext cx="84600" cy="56160"/>
              </p14:xfrm>
            </p:contentPart>
          </mc:Choice>
          <mc:Fallback xmlns="">
            <p:pic>
              <p:nvPicPr>
                <p:cNvPr id="119" name="Ink 118">
                  <a:extLst>
                    <a:ext uri="{FF2B5EF4-FFF2-40B4-BE49-F238E27FC236}">
                      <a16:creationId xmlns:a16="http://schemas.microsoft.com/office/drawing/2014/main" id="{B800AA9C-21E9-0569-0BBD-D91AC2BCBE84}"/>
                    </a:ext>
                  </a:extLst>
                </p:cNvPr>
                <p:cNvPicPr/>
                <p:nvPr/>
              </p:nvPicPr>
              <p:blipFill>
                <a:blip r:embed="rId212"/>
                <a:stretch>
                  <a:fillRect/>
                </a:stretch>
              </p:blipFill>
              <p:spPr>
                <a:xfrm>
                  <a:off x="2667633" y="2629375"/>
                  <a:ext cx="1022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0" name="Ink 119">
                  <a:extLst>
                    <a:ext uri="{FF2B5EF4-FFF2-40B4-BE49-F238E27FC236}">
                      <a16:creationId xmlns:a16="http://schemas.microsoft.com/office/drawing/2014/main" id="{160BA76B-5284-526E-684F-6060838EDA5D}"/>
                    </a:ext>
                  </a:extLst>
                </p14:cNvPr>
                <p14:cNvContentPartPr/>
                <p14:nvPr/>
              </p14:nvContentPartPr>
              <p14:xfrm>
                <a:off x="3419673" y="2875255"/>
                <a:ext cx="140400" cy="27360"/>
              </p14:xfrm>
            </p:contentPart>
          </mc:Choice>
          <mc:Fallback xmlns="">
            <p:pic>
              <p:nvPicPr>
                <p:cNvPr id="120" name="Ink 119">
                  <a:extLst>
                    <a:ext uri="{FF2B5EF4-FFF2-40B4-BE49-F238E27FC236}">
                      <a16:creationId xmlns:a16="http://schemas.microsoft.com/office/drawing/2014/main" id="{160BA76B-5284-526E-684F-6060838EDA5D}"/>
                    </a:ext>
                  </a:extLst>
                </p:cNvPr>
                <p:cNvPicPr/>
                <p:nvPr/>
              </p:nvPicPr>
              <p:blipFill>
                <a:blip r:embed="rId214"/>
                <a:stretch>
                  <a:fillRect/>
                </a:stretch>
              </p:blipFill>
              <p:spPr>
                <a:xfrm>
                  <a:off x="3410673" y="2866372"/>
                  <a:ext cx="158040" cy="44771"/>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1" name="Ink 120">
                  <a:extLst>
                    <a:ext uri="{FF2B5EF4-FFF2-40B4-BE49-F238E27FC236}">
                      <a16:creationId xmlns:a16="http://schemas.microsoft.com/office/drawing/2014/main" id="{0A42F968-AA2D-2961-394A-578F9EFBB54E}"/>
                    </a:ext>
                  </a:extLst>
                </p14:cNvPr>
                <p14:cNvContentPartPr/>
                <p14:nvPr/>
              </p14:nvContentPartPr>
              <p14:xfrm>
                <a:off x="3486993" y="2830975"/>
                <a:ext cx="10440" cy="135000"/>
              </p14:xfrm>
            </p:contentPart>
          </mc:Choice>
          <mc:Fallback xmlns="">
            <p:pic>
              <p:nvPicPr>
                <p:cNvPr id="121" name="Ink 120">
                  <a:extLst>
                    <a:ext uri="{FF2B5EF4-FFF2-40B4-BE49-F238E27FC236}">
                      <a16:creationId xmlns:a16="http://schemas.microsoft.com/office/drawing/2014/main" id="{0A42F968-AA2D-2961-394A-578F9EFBB54E}"/>
                    </a:ext>
                  </a:extLst>
                </p:cNvPr>
                <p:cNvPicPr/>
                <p:nvPr/>
              </p:nvPicPr>
              <p:blipFill>
                <a:blip r:embed="rId216"/>
                <a:stretch>
                  <a:fillRect/>
                </a:stretch>
              </p:blipFill>
              <p:spPr>
                <a:xfrm>
                  <a:off x="3477672" y="2821975"/>
                  <a:ext cx="2871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22" name="Ink 121">
                  <a:extLst>
                    <a:ext uri="{FF2B5EF4-FFF2-40B4-BE49-F238E27FC236}">
                      <a16:creationId xmlns:a16="http://schemas.microsoft.com/office/drawing/2014/main" id="{43C9C6D7-03BE-5DE8-5E7F-7D265A3FAFC3}"/>
                    </a:ext>
                  </a:extLst>
                </p14:cNvPr>
                <p14:cNvContentPartPr/>
                <p14:nvPr/>
              </p14:nvContentPartPr>
              <p14:xfrm>
                <a:off x="3007473" y="3328495"/>
                <a:ext cx="79200" cy="1800"/>
              </p14:xfrm>
            </p:contentPart>
          </mc:Choice>
          <mc:Fallback xmlns="">
            <p:pic>
              <p:nvPicPr>
                <p:cNvPr id="122" name="Ink 121">
                  <a:extLst>
                    <a:ext uri="{FF2B5EF4-FFF2-40B4-BE49-F238E27FC236}">
                      <a16:creationId xmlns:a16="http://schemas.microsoft.com/office/drawing/2014/main" id="{43C9C6D7-03BE-5DE8-5E7F-7D265A3FAFC3}"/>
                    </a:ext>
                  </a:extLst>
                </p:cNvPr>
                <p:cNvPicPr/>
                <p:nvPr/>
              </p:nvPicPr>
              <p:blipFill>
                <a:blip r:embed="rId218"/>
                <a:stretch>
                  <a:fillRect/>
                </a:stretch>
              </p:blipFill>
              <p:spPr>
                <a:xfrm>
                  <a:off x="2998473" y="3319495"/>
                  <a:ext cx="968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23" name="Ink 122">
                  <a:extLst>
                    <a:ext uri="{FF2B5EF4-FFF2-40B4-BE49-F238E27FC236}">
                      <a16:creationId xmlns:a16="http://schemas.microsoft.com/office/drawing/2014/main" id="{D1E38F5C-7B1B-71B7-B612-EFB2C9B27AC2}"/>
                    </a:ext>
                  </a:extLst>
                </p14:cNvPr>
                <p14:cNvContentPartPr/>
                <p14:nvPr/>
              </p14:nvContentPartPr>
              <p14:xfrm>
                <a:off x="3184593" y="2874535"/>
                <a:ext cx="14760" cy="17640"/>
              </p14:xfrm>
            </p:contentPart>
          </mc:Choice>
          <mc:Fallback xmlns="">
            <p:pic>
              <p:nvPicPr>
                <p:cNvPr id="123" name="Ink 122">
                  <a:extLst>
                    <a:ext uri="{FF2B5EF4-FFF2-40B4-BE49-F238E27FC236}">
                      <a16:creationId xmlns:a16="http://schemas.microsoft.com/office/drawing/2014/main" id="{D1E38F5C-7B1B-71B7-B612-EFB2C9B27AC2}"/>
                    </a:ext>
                  </a:extLst>
                </p:cNvPr>
                <p:cNvPicPr/>
                <p:nvPr/>
              </p:nvPicPr>
              <p:blipFill>
                <a:blip r:embed="rId220"/>
                <a:stretch>
                  <a:fillRect/>
                </a:stretch>
              </p:blipFill>
              <p:spPr>
                <a:xfrm>
                  <a:off x="3175593" y="2865535"/>
                  <a:ext cx="324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24" name="Ink 123">
                  <a:extLst>
                    <a:ext uri="{FF2B5EF4-FFF2-40B4-BE49-F238E27FC236}">
                      <a16:creationId xmlns:a16="http://schemas.microsoft.com/office/drawing/2014/main" id="{8CB11599-94C1-BA6E-57AF-42CF271B337C}"/>
                    </a:ext>
                  </a:extLst>
                </p14:cNvPr>
                <p14:cNvContentPartPr/>
                <p14:nvPr/>
              </p14:nvContentPartPr>
              <p14:xfrm>
                <a:off x="3016113" y="2738815"/>
                <a:ext cx="873000" cy="142920"/>
              </p14:xfrm>
            </p:contentPart>
          </mc:Choice>
          <mc:Fallback xmlns="">
            <p:pic>
              <p:nvPicPr>
                <p:cNvPr id="124" name="Ink 123">
                  <a:extLst>
                    <a:ext uri="{FF2B5EF4-FFF2-40B4-BE49-F238E27FC236}">
                      <a16:creationId xmlns:a16="http://schemas.microsoft.com/office/drawing/2014/main" id="{8CB11599-94C1-BA6E-57AF-42CF271B337C}"/>
                    </a:ext>
                  </a:extLst>
                </p:cNvPr>
                <p:cNvPicPr/>
                <p:nvPr/>
              </p:nvPicPr>
              <p:blipFill>
                <a:blip r:embed="rId222"/>
                <a:stretch>
                  <a:fillRect/>
                </a:stretch>
              </p:blipFill>
              <p:spPr>
                <a:xfrm>
                  <a:off x="3007113" y="2729815"/>
                  <a:ext cx="8906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25" name="Ink 124">
                  <a:extLst>
                    <a:ext uri="{FF2B5EF4-FFF2-40B4-BE49-F238E27FC236}">
                      <a16:creationId xmlns:a16="http://schemas.microsoft.com/office/drawing/2014/main" id="{B8529064-2712-09E7-4494-2037FE1F3F3B}"/>
                    </a:ext>
                  </a:extLst>
                </p14:cNvPr>
                <p14:cNvContentPartPr/>
                <p14:nvPr/>
              </p14:nvContentPartPr>
              <p14:xfrm>
                <a:off x="3332913" y="2633695"/>
                <a:ext cx="66960" cy="192960"/>
              </p14:xfrm>
            </p:contentPart>
          </mc:Choice>
          <mc:Fallback xmlns="">
            <p:pic>
              <p:nvPicPr>
                <p:cNvPr id="125" name="Ink 124">
                  <a:extLst>
                    <a:ext uri="{FF2B5EF4-FFF2-40B4-BE49-F238E27FC236}">
                      <a16:creationId xmlns:a16="http://schemas.microsoft.com/office/drawing/2014/main" id="{B8529064-2712-09E7-4494-2037FE1F3F3B}"/>
                    </a:ext>
                  </a:extLst>
                </p:cNvPr>
                <p:cNvPicPr/>
                <p:nvPr/>
              </p:nvPicPr>
              <p:blipFill>
                <a:blip r:embed="rId224"/>
                <a:stretch>
                  <a:fillRect/>
                </a:stretch>
              </p:blipFill>
              <p:spPr>
                <a:xfrm>
                  <a:off x="3323913" y="2624712"/>
                  <a:ext cx="84600" cy="210567"/>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26" name="Ink 125">
                  <a:extLst>
                    <a:ext uri="{FF2B5EF4-FFF2-40B4-BE49-F238E27FC236}">
                      <a16:creationId xmlns:a16="http://schemas.microsoft.com/office/drawing/2014/main" id="{1DBE2783-C27B-6E3D-3C33-96633972A783}"/>
                    </a:ext>
                  </a:extLst>
                </p14:cNvPr>
                <p14:cNvContentPartPr/>
                <p14:nvPr/>
              </p14:nvContentPartPr>
              <p14:xfrm>
                <a:off x="4290513" y="2264695"/>
                <a:ext cx="21960" cy="170280"/>
              </p14:xfrm>
            </p:contentPart>
          </mc:Choice>
          <mc:Fallback xmlns="">
            <p:pic>
              <p:nvPicPr>
                <p:cNvPr id="126" name="Ink 125">
                  <a:extLst>
                    <a:ext uri="{FF2B5EF4-FFF2-40B4-BE49-F238E27FC236}">
                      <a16:creationId xmlns:a16="http://schemas.microsoft.com/office/drawing/2014/main" id="{1DBE2783-C27B-6E3D-3C33-96633972A783}"/>
                    </a:ext>
                  </a:extLst>
                </p:cNvPr>
                <p:cNvPicPr/>
                <p:nvPr/>
              </p:nvPicPr>
              <p:blipFill>
                <a:blip r:embed="rId226"/>
                <a:stretch>
                  <a:fillRect/>
                </a:stretch>
              </p:blipFill>
              <p:spPr>
                <a:xfrm>
                  <a:off x="4281513" y="2255714"/>
                  <a:ext cx="39600" cy="187883"/>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27" name="Ink 126">
                  <a:extLst>
                    <a:ext uri="{FF2B5EF4-FFF2-40B4-BE49-F238E27FC236}">
                      <a16:creationId xmlns:a16="http://schemas.microsoft.com/office/drawing/2014/main" id="{3AB26A5F-DF36-70C8-4503-93C4F6FA9B29}"/>
                    </a:ext>
                  </a:extLst>
                </p14:cNvPr>
                <p14:cNvContentPartPr/>
                <p14:nvPr/>
              </p14:nvContentPartPr>
              <p14:xfrm>
                <a:off x="4297713" y="2283415"/>
                <a:ext cx="9720" cy="214920"/>
              </p14:xfrm>
            </p:contentPart>
          </mc:Choice>
          <mc:Fallback xmlns="">
            <p:pic>
              <p:nvPicPr>
                <p:cNvPr id="127" name="Ink 126">
                  <a:extLst>
                    <a:ext uri="{FF2B5EF4-FFF2-40B4-BE49-F238E27FC236}">
                      <a16:creationId xmlns:a16="http://schemas.microsoft.com/office/drawing/2014/main" id="{3AB26A5F-DF36-70C8-4503-93C4F6FA9B29}"/>
                    </a:ext>
                  </a:extLst>
                </p:cNvPr>
                <p:cNvPicPr/>
                <p:nvPr/>
              </p:nvPicPr>
              <p:blipFill>
                <a:blip r:embed="rId228"/>
                <a:stretch>
                  <a:fillRect/>
                </a:stretch>
              </p:blipFill>
              <p:spPr>
                <a:xfrm>
                  <a:off x="4288713" y="2274415"/>
                  <a:ext cx="2736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28" name="Ink 127">
                  <a:extLst>
                    <a:ext uri="{FF2B5EF4-FFF2-40B4-BE49-F238E27FC236}">
                      <a16:creationId xmlns:a16="http://schemas.microsoft.com/office/drawing/2014/main" id="{BF211E09-BF24-95F8-C631-2EEE4A7E9789}"/>
                    </a:ext>
                  </a:extLst>
                </p14:cNvPr>
                <p14:cNvContentPartPr/>
                <p14:nvPr/>
              </p14:nvContentPartPr>
              <p14:xfrm>
                <a:off x="4254513" y="2404015"/>
                <a:ext cx="109080" cy="131400"/>
              </p14:xfrm>
            </p:contentPart>
          </mc:Choice>
          <mc:Fallback xmlns="">
            <p:pic>
              <p:nvPicPr>
                <p:cNvPr id="128" name="Ink 127">
                  <a:extLst>
                    <a:ext uri="{FF2B5EF4-FFF2-40B4-BE49-F238E27FC236}">
                      <a16:creationId xmlns:a16="http://schemas.microsoft.com/office/drawing/2014/main" id="{BF211E09-BF24-95F8-C631-2EEE4A7E9789}"/>
                    </a:ext>
                  </a:extLst>
                </p:cNvPr>
                <p:cNvPicPr/>
                <p:nvPr/>
              </p:nvPicPr>
              <p:blipFill>
                <a:blip r:embed="rId230"/>
                <a:stretch>
                  <a:fillRect/>
                </a:stretch>
              </p:blipFill>
              <p:spPr>
                <a:xfrm>
                  <a:off x="4245483" y="2395015"/>
                  <a:ext cx="126778"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29" name="Ink 128">
                  <a:extLst>
                    <a:ext uri="{FF2B5EF4-FFF2-40B4-BE49-F238E27FC236}">
                      <a16:creationId xmlns:a16="http://schemas.microsoft.com/office/drawing/2014/main" id="{BAD70513-E42B-A71A-39E2-2605F51F2E1B}"/>
                    </a:ext>
                  </a:extLst>
                </p14:cNvPr>
                <p14:cNvContentPartPr/>
                <p14:nvPr/>
              </p14:nvContentPartPr>
              <p14:xfrm>
                <a:off x="3102153" y="2702455"/>
                <a:ext cx="145800" cy="33480"/>
              </p14:xfrm>
            </p:contentPart>
          </mc:Choice>
          <mc:Fallback xmlns="">
            <p:pic>
              <p:nvPicPr>
                <p:cNvPr id="129" name="Ink 128">
                  <a:extLst>
                    <a:ext uri="{FF2B5EF4-FFF2-40B4-BE49-F238E27FC236}">
                      <a16:creationId xmlns:a16="http://schemas.microsoft.com/office/drawing/2014/main" id="{BAD70513-E42B-A71A-39E2-2605F51F2E1B}"/>
                    </a:ext>
                  </a:extLst>
                </p:cNvPr>
                <p:cNvPicPr/>
                <p:nvPr/>
              </p:nvPicPr>
              <p:blipFill>
                <a:blip r:embed="rId232"/>
                <a:stretch>
                  <a:fillRect/>
                </a:stretch>
              </p:blipFill>
              <p:spPr>
                <a:xfrm>
                  <a:off x="3093175" y="2693455"/>
                  <a:ext cx="163397"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0" name="Ink 129">
                  <a:extLst>
                    <a:ext uri="{FF2B5EF4-FFF2-40B4-BE49-F238E27FC236}">
                      <a16:creationId xmlns:a16="http://schemas.microsoft.com/office/drawing/2014/main" id="{D7892E25-E2AB-E85C-8A58-C2ACC1CC8BCF}"/>
                    </a:ext>
                  </a:extLst>
                </p14:cNvPr>
                <p14:cNvContentPartPr/>
                <p14:nvPr/>
              </p14:nvContentPartPr>
              <p14:xfrm>
                <a:off x="3197553" y="2645575"/>
                <a:ext cx="67320" cy="63720"/>
              </p14:xfrm>
            </p:contentPart>
          </mc:Choice>
          <mc:Fallback xmlns="">
            <p:pic>
              <p:nvPicPr>
                <p:cNvPr id="130" name="Ink 129">
                  <a:extLst>
                    <a:ext uri="{FF2B5EF4-FFF2-40B4-BE49-F238E27FC236}">
                      <a16:creationId xmlns:a16="http://schemas.microsoft.com/office/drawing/2014/main" id="{D7892E25-E2AB-E85C-8A58-C2ACC1CC8BCF}"/>
                    </a:ext>
                  </a:extLst>
                </p:cNvPr>
                <p:cNvPicPr/>
                <p:nvPr/>
              </p:nvPicPr>
              <p:blipFill>
                <a:blip r:embed="rId234"/>
                <a:stretch>
                  <a:fillRect/>
                </a:stretch>
              </p:blipFill>
              <p:spPr>
                <a:xfrm>
                  <a:off x="3188553" y="2636575"/>
                  <a:ext cx="849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1" name="Ink 130">
                  <a:extLst>
                    <a:ext uri="{FF2B5EF4-FFF2-40B4-BE49-F238E27FC236}">
                      <a16:creationId xmlns:a16="http://schemas.microsoft.com/office/drawing/2014/main" id="{E1FAFDA6-2112-FD59-598D-D207A1BDA94E}"/>
                    </a:ext>
                  </a:extLst>
                </p14:cNvPr>
                <p14:cNvContentPartPr/>
                <p14:nvPr/>
              </p14:nvContentPartPr>
              <p14:xfrm>
                <a:off x="3494193" y="2660695"/>
                <a:ext cx="150120" cy="45720"/>
              </p14:xfrm>
            </p:contentPart>
          </mc:Choice>
          <mc:Fallback xmlns="">
            <p:pic>
              <p:nvPicPr>
                <p:cNvPr id="131" name="Ink 130">
                  <a:extLst>
                    <a:ext uri="{FF2B5EF4-FFF2-40B4-BE49-F238E27FC236}">
                      <a16:creationId xmlns:a16="http://schemas.microsoft.com/office/drawing/2014/main" id="{E1FAFDA6-2112-FD59-598D-D207A1BDA94E}"/>
                    </a:ext>
                  </a:extLst>
                </p:cNvPr>
                <p:cNvPicPr/>
                <p:nvPr/>
              </p:nvPicPr>
              <p:blipFill>
                <a:blip r:embed="rId236"/>
                <a:stretch>
                  <a:fillRect/>
                </a:stretch>
              </p:blipFill>
              <p:spPr>
                <a:xfrm>
                  <a:off x="3485171" y="2651695"/>
                  <a:ext cx="167802"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2" name="Ink 131">
                  <a:extLst>
                    <a:ext uri="{FF2B5EF4-FFF2-40B4-BE49-F238E27FC236}">
                      <a16:creationId xmlns:a16="http://schemas.microsoft.com/office/drawing/2014/main" id="{AAE3B012-1FCA-9B97-8B5D-019166D2E90A}"/>
                    </a:ext>
                  </a:extLst>
                </p14:cNvPr>
                <p14:cNvContentPartPr/>
                <p14:nvPr/>
              </p14:nvContentPartPr>
              <p14:xfrm>
                <a:off x="3595353" y="2625415"/>
                <a:ext cx="74160" cy="43200"/>
              </p14:xfrm>
            </p:contentPart>
          </mc:Choice>
          <mc:Fallback xmlns="">
            <p:pic>
              <p:nvPicPr>
                <p:cNvPr id="132" name="Ink 131">
                  <a:extLst>
                    <a:ext uri="{FF2B5EF4-FFF2-40B4-BE49-F238E27FC236}">
                      <a16:creationId xmlns:a16="http://schemas.microsoft.com/office/drawing/2014/main" id="{AAE3B012-1FCA-9B97-8B5D-019166D2E90A}"/>
                    </a:ext>
                  </a:extLst>
                </p:cNvPr>
                <p:cNvPicPr/>
                <p:nvPr/>
              </p:nvPicPr>
              <p:blipFill>
                <a:blip r:embed="rId238"/>
                <a:stretch>
                  <a:fillRect/>
                </a:stretch>
              </p:blipFill>
              <p:spPr>
                <a:xfrm>
                  <a:off x="3586353" y="2616415"/>
                  <a:ext cx="918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33" name="Ink 132">
                  <a:extLst>
                    <a:ext uri="{FF2B5EF4-FFF2-40B4-BE49-F238E27FC236}">
                      <a16:creationId xmlns:a16="http://schemas.microsoft.com/office/drawing/2014/main" id="{63D07027-19E5-5859-0170-249FDEAFB713}"/>
                    </a:ext>
                  </a:extLst>
                </p14:cNvPr>
                <p14:cNvContentPartPr/>
                <p14:nvPr/>
              </p14:nvContentPartPr>
              <p14:xfrm>
                <a:off x="3089553" y="2672935"/>
                <a:ext cx="207720" cy="73080"/>
              </p14:xfrm>
            </p:contentPart>
          </mc:Choice>
          <mc:Fallback xmlns="">
            <p:pic>
              <p:nvPicPr>
                <p:cNvPr id="133" name="Ink 132">
                  <a:extLst>
                    <a:ext uri="{FF2B5EF4-FFF2-40B4-BE49-F238E27FC236}">
                      <a16:creationId xmlns:a16="http://schemas.microsoft.com/office/drawing/2014/main" id="{63D07027-19E5-5859-0170-249FDEAFB713}"/>
                    </a:ext>
                  </a:extLst>
                </p:cNvPr>
                <p:cNvPicPr/>
                <p:nvPr/>
              </p:nvPicPr>
              <p:blipFill>
                <a:blip r:embed="rId240"/>
                <a:stretch>
                  <a:fillRect/>
                </a:stretch>
              </p:blipFill>
              <p:spPr>
                <a:xfrm>
                  <a:off x="3080553" y="2663979"/>
                  <a:ext cx="225360" cy="90634"/>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34" name="Ink 133">
                  <a:extLst>
                    <a:ext uri="{FF2B5EF4-FFF2-40B4-BE49-F238E27FC236}">
                      <a16:creationId xmlns:a16="http://schemas.microsoft.com/office/drawing/2014/main" id="{22CA1503-9316-53A8-2D93-48DD9387BDD2}"/>
                    </a:ext>
                  </a:extLst>
                </p14:cNvPr>
                <p14:cNvContentPartPr/>
                <p14:nvPr/>
              </p14:nvContentPartPr>
              <p14:xfrm>
                <a:off x="3075153" y="2633695"/>
                <a:ext cx="111960" cy="120600"/>
              </p14:xfrm>
            </p:contentPart>
          </mc:Choice>
          <mc:Fallback xmlns="">
            <p:pic>
              <p:nvPicPr>
                <p:cNvPr id="134" name="Ink 133">
                  <a:extLst>
                    <a:ext uri="{FF2B5EF4-FFF2-40B4-BE49-F238E27FC236}">
                      <a16:creationId xmlns:a16="http://schemas.microsoft.com/office/drawing/2014/main" id="{22CA1503-9316-53A8-2D93-48DD9387BDD2}"/>
                    </a:ext>
                  </a:extLst>
                </p:cNvPr>
                <p:cNvPicPr/>
                <p:nvPr/>
              </p:nvPicPr>
              <p:blipFill>
                <a:blip r:embed="rId242"/>
                <a:stretch>
                  <a:fillRect/>
                </a:stretch>
              </p:blipFill>
              <p:spPr>
                <a:xfrm>
                  <a:off x="3066153" y="2624695"/>
                  <a:ext cx="12960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35" name="Ink 134">
                  <a:extLst>
                    <a:ext uri="{FF2B5EF4-FFF2-40B4-BE49-F238E27FC236}">
                      <a16:creationId xmlns:a16="http://schemas.microsoft.com/office/drawing/2014/main" id="{854CC8DB-1A03-B7C6-F0ED-377E7C4C5437}"/>
                    </a:ext>
                  </a:extLst>
                </p14:cNvPr>
                <p14:cNvContentPartPr/>
                <p14:nvPr/>
              </p14:nvContentPartPr>
              <p14:xfrm>
                <a:off x="3510393" y="2427415"/>
                <a:ext cx="104400" cy="154800"/>
              </p14:xfrm>
            </p:contentPart>
          </mc:Choice>
          <mc:Fallback xmlns="">
            <p:pic>
              <p:nvPicPr>
                <p:cNvPr id="135" name="Ink 134">
                  <a:extLst>
                    <a:ext uri="{FF2B5EF4-FFF2-40B4-BE49-F238E27FC236}">
                      <a16:creationId xmlns:a16="http://schemas.microsoft.com/office/drawing/2014/main" id="{854CC8DB-1A03-B7C6-F0ED-377E7C4C5437}"/>
                    </a:ext>
                  </a:extLst>
                </p:cNvPr>
                <p:cNvPicPr/>
                <p:nvPr/>
              </p:nvPicPr>
              <p:blipFill>
                <a:blip r:embed="rId244"/>
                <a:stretch>
                  <a:fillRect/>
                </a:stretch>
              </p:blipFill>
              <p:spPr>
                <a:xfrm>
                  <a:off x="3501393" y="2418415"/>
                  <a:ext cx="1220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36" name="Ink 135">
                  <a:extLst>
                    <a:ext uri="{FF2B5EF4-FFF2-40B4-BE49-F238E27FC236}">
                      <a16:creationId xmlns:a16="http://schemas.microsoft.com/office/drawing/2014/main" id="{3F321781-F071-C0B1-F020-F68F6D35927D}"/>
                    </a:ext>
                  </a:extLst>
                </p14:cNvPr>
                <p14:cNvContentPartPr/>
                <p14:nvPr/>
              </p14:nvContentPartPr>
              <p14:xfrm>
                <a:off x="3508233" y="2393575"/>
                <a:ext cx="81000" cy="33120"/>
              </p14:xfrm>
            </p:contentPart>
          </mc:Choice>
          <mc:Fallback xmlns="">
            <p:pic>
              <p:nvPicPr>
                <p:cNvPr id="136" name="Ink 135">
                  <a:extLst>
                    <a:ext uri="{FF2B5EF4-FFF2-40B4-BE49-F238E27FC236}">
                      <a16:creationId xmlns:a16="http://schemas.microsoft.com/office/drawing/2014/main" id="{3F321781-F071-C0B1-F020-F68F6D35927D}"/>
                    </a:ext>
                  </a:extLst>
                </p:cNvPr>
                <p:cNvPicPr/>
                <p:nvPr/>
              </p:nvPicPr>
              <p:blipFill>
                <a:blip r:embed="rId246"/>
                <a:stretch>
                  <a:fillRect/>
                </a:stretch>
              </p:blipFill>
              <p:spPr>
                <a:xfrm>
                  <a:off x="3499233" y="2384476"/>
                  <a:ext cx="98640" cy="50954"/>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37" name="Ink 136">
                  <a:extLst>
                    <a:ext uri="{FF2B5EF4-FFF2-40B4-BE49-F238E27FC236}">
                      <a16:creationId xmlns:a16="http://schemas.microsoft.com/office/drawing/2014/main" id="{DD13959B-F158-5982-F695-7ECB21026653}"/>
                    </a:ext>
                  </a:extLst>
                </p14:cNvPr>
                <p14:cNvContentPartPr/>
                <p14:nvPr/>
              </p14:nvContentPartPr>
              <p14:xfrm>
                <a:off x="3634233" y="2427775"/>
                <a:ext cx="76320" cy="132480"/>
              </p14:xfrm>
            </p:contentPart>
          </mc:Choice>
          <mc:Fallback xmlns="">
            <p:pic>
              <p:nvPicPr>
                <p:cNvPr id="137" name="Ink 136">
                  <a:extLst>
                    <a:ext uri="{FF2B5EF4-FFF2-40B4-BE49-F238E27FC236}">
                      <a16:creationId xmlns:a16="http://schemas.microsoft.com/office/drawing/2014/main" id="{DD13959B-F158-5982-F695-7ECB21026653}"/>
                    </a:ext>
                  </a:extLst>
                </p:cNvPr>
                <p:cNvPicPr/>
                <p:nvPr/>
              </p:nvPicPr>
              <p:blipFill>
                <a:blip r:embed="rId248"/>
                <a:stretch>
                  <a:fillRect/>
                </a:stretch>
              </p:blipFill>
              <p:spPr>
                <a:xfrm>
                  <a:off x="3625233" y="2418775"/>
                  <a:ext cx="939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38" name="Ink 137">
                  <a:extLst>
                    <a:ext uri="{FF2B5EF4-FFF2-40B4-BE49-F238E27FC236}">
                      <a16:creationId xmlns:a16="http://schemas.microsoft.com/office/drawing/2014/main" id="{16B55D04-73E0-938B-F169-C71A20D121F3}"/>
                    </a:ext>
                  </a:extLst>
                </p14:cNvPr>
                <p14:cNvContentPartPr/>
                <p14:nvPr/>
              </p14:nvContentPartPr>
              <p14:xfrm>
                <a:off x="4456833" y="2357935"/>
                <a:ext cx="26640" cy="147960"/>
              </p14:xfrm>
            </p:contentPart>
          </mc:Choice>
          <mc:Fallback xmlns="">
            <p:pic>
              <p:nvPicPr>
                <p:cNvPr id="138" name="Ink 137">
                  <a:extLst>
                    <a:ext uri="{FF2B5EF4-FFF2-40B4-BE49-F238E27FC236}">
                      <a16:creationId xmlns:a16="http://schemas.microsoft.com/office/drawing/2014/main" id="{16B55D04-73E0-938B-F169-C71A20D121F3}"/>
                    </a:ext>
                  </a:extLst>
                </p:cNvPr>
                <p:cNvPicPr/>
                <p:nvPr/>
              </p:nvPicPr>
              <p:blipFill>
                <a:blip r:embed="rId250"/>
                <a:stretch>
                  <a:fillRect/>
                </a:stretch>
              </p:blipFill>
              <p:spPr>
                <a:xfrm>
                  <a:off x="4447833" y="2348935"/>
                  <a:ext cx="4428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39" name="Ink 138">
                  <a:extLst>
                    <a:ext uri="{FF2B5EF4-FFF2-40B4-BE49-F238E27FC236}">
                      <a16:creationId xmlns:a16="http://schemas.microsoft.com/office/drawing/2014/main" id="{8DC382D4-A2FD-4923-DE52-D46CABB74DEC}"/>
                    </a:ext>
                  </a:extLst>
                </p14:cNvPr>
                <p14:cNvContentPartPr/>
                <p14:nvPr/>
              </p14:nvContentPartPr>
              <p14:xfrm>
                <a:off x="4467993" y="2331655"/>
                <a:ext cx="91080" cy="99720"/>
              </p14:xfrm>
            </p:contentPart>
          </mc:Choice>
          <mc:Fallback xmlns="">
            <p:pic>
              <p:nvPicPr>
                <p:cNvPr id="139" name="Ink 138">
                  <a:extLst>
                    <a:ext uri="{FF2B5EF4-FFF2-40B4-BE49-F238E27FC236}">
                      <a16:creationId xmlns:a16="http://schemas.microsoft.com/office/drawing/2014/main" id="{8DC382D4-A2FD-4923-DE52-D46CABB74DEC}"/>
                    </a:ext>
                  </a:extLst>
                </p:cNvPr>
                <p:cNvPicPr/>
                <p:nvPr/>
              </p:nvPicPr>
              <p:blipFill>
                <a:blip r:embed="rId252"/>
                <a:stretch>
                  <a:fillRect/>
                </a:stretch>
              </p:blipFill>
              <p:spPr>
                <a:xfrm>
                  <a:off x="4458993" y="2322655"/>
                  <a:ext cx="1087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40" name="Ink 139">
                  <a:extLst>
                    <a:ext uri="{FF2B5EF4-FFF2-40B4-BE49-F238E27FC236}">
                      <a16:creationId xmlns:a16="http://schemas.microsoft.com/office/drawing/2014/main" id="{10F945DC-1D6A-A207-2566-4207884DA30D}"/>
                    </a:ext>
                  </a:extLst>
                </p14:cNvPr>
                <p14:cNvContentPartPr/>
                <p14:nvPr/>
              </p14:nvContentPartPr>
              <p14:xfrm>
                <a:off x="4626033" y="2317975"/>
                <a:ext cx="70560" cy="149400"/>
              </p14:xfrm>
            </p:contentPart>
          </mc:Choice>
          <mc:Fallback xmlns="">
            <p:pic>
              <p:nvPicPr>
                <p:cNvPr id="140" name="Ink 139">
                  <a:extLst>
                    <a:ext uri="{FF2B5EF4-FFF2-40B4-BE49-F238E27FC236}">
                      <a16:creationId xmlns:a16="http://schemas.microsoft.com/office/drawing/2014/main" id="{10F945DC-1D6A-A207-2566-4207884DA30D}"/>
                    </a:ext>
                  </a:extLst>
                </p:cNvPr>
                <p:cNvPicPr/>
                <p:nvPr/>
              </p:nvPicPr>
              <p:blipFill>
                <a:blip r:embed="rId254"/>
                <a:stretch>
                  <a:fillRect/>
                </a:stretch>
              </p:blipFill>
              <p:spPr>
                <a:xfrm>
                  <a:off x="4617079" y="2308975"/>
                  <a:ext cx="8811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41" name="Ink 140">
                  <a:extLst>
                    <a:ext uri="{FF2B5EF4-FFF2-40B4-BE49-F238E27FC236}">
                      <a16:creationId xmlns:a16="http://schemas.microsoft.com/office/drawing/2014/main" id="{45B326D2-8FC4-B84E-BF45-32A52C1DB334}"/>
                    </a:ext>
                  </a:extLst>
                </p14:cNvPr>
                <p14:cNvContentPartPr/>
                <p14:nvPr/>
              </p14:nvContentPartPr>
              <p14:xfrm>
                <a:off x="4633233" y="2297815"/>
                <a:ext cx="107280" cy="39600"/>
              </p14:xfrm>
            </p:contentPart>
          </mc:Choice>
          <mc:Fallback xmlns="">
            <p:pic>
              <p:nvPicPr>
                <p:cNvPr id="141" name="Ink 140">
                  <a:extLst>
                    <a:ext uri="{FF2B5EF4-FFF2-40B4-BE49-F238E27FC236}">
                      <a16:creationId xmlns:a16="http://schemas.microsoft.com/office/drawing/2014/main" id="{45B326D2-8FC4-B84E-BF45-32A52C1DB334}"/>
                    </a:ext>
                  </a:extLst>
                </p:cNvPr>
                <p:cNvPicPr/>
                <p:nvPr/>
              </p:nvPicPr>
              <p:blipFill>
                <a:blip r:embed="rId256"/>
                <a:stretch>
                  <a:fillRect/>
                </a:stretch>
              </p:blipFill>
              <p:spPr>
                <a:xfrm>
                  <a:off x="4624233" y="2288896"/>
                  <a:ext cx="124920" cy="57081"/>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42" name="Ink 141">
                  <a:extLst>
                    <a:ext uri="{FF2B5EF4-FFF2-40B4-BE49-F238E27FC236}">
                      <a16:creationId xmlns:a16="http://schemas.microsoft.com/office/drawing/2014/main" id="{A78D7BE2-0BD0-119F-5FCB-3E5723DA87C5}"/>
                    </a:ext>
                  </a:extLst>
                </p14:cNvPr>
                <p14:cNvContentPartPr/>
                <p14:nvPr/>
              </p14:nvContentPartPr>
              <p14:xfrm>
                <a:off x="4722873" y="2368015"/>
                <a:ext cx="75240" cy="149400"/>
              </p14:xfrm>
            </p:contentPart>
          </mc:Choice>
          <mc:Fallback xmlns="">
            <p:pic>
              <p:nvPicPr>
                <p:cNvPr id="142" name="Ink 141">
                  <a:extLst>
                    <a:ext uri="{FF2B5EF4-FFF2-40B4-BE49-F238E27FC236}">
                      <a16:creationId xmlns:a16="http://schemas.microsoft.com/office/drawing/2014/main" id="{A78D7BE2-0BD0-119F-5FCB-3E5723DA87C5}"/>
                    </a:ext>
                  </a:extLst>
                </p:cNvPr>
                <p:cNvPicPr/>
                <p:nvPr/>
              </p:nvPicPr>
              <p:blipFill>
                <a:blip r:embed="rId258"/>
                <a:stretch>
                  <a:fillRect/>
                </a:stretch>
              </p:blipFill>
              <p:spPr>
                <a:xfrm>
                  <a:off x="4713873" y="2359015"/>
                  <a:ext cx="928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43" name="Ink 142">
                  <a:extLst>
                    <a:ext uri="{FF2B5EF4-FFF2-40B4-BE49-F238E27FC236}">
                      <a16:creationId xmlns:a16="http://schemas.microsoft.com/office/drawing/2014/main" id="{BE80B180-584E-8A9C-9375-9E25794DBD7C}"/>
                    </a:ext>
                  </a:extLst>
                </p14:cNvPr>
                <p14:cNvContentPartPr/>
                <p14:nvPr/>
              </p14:nvContentPartPr>
              <p14:xfrm>
                <a:off x="4746273" y="2357935"/>
                <a:ext cx="76320" cy="160200"/>
              </p14:xfrm>
            </p:contentPart>
          </mc:Choice>
          <mc:Fallback xmlns="">
            <p:pic>
              <p:nvPicPr>
                <p:cNvPr id="143" name="Ink 142">
                  <a:extLst>
                    <a:ext uri="{FF2B5EF4-FFF2-40B4-BE49-F238E27FC236}">
                      <a16:creationId xmlns:a16="http://schemas.microsoft.com/office/drawing/2014/main" id="{BE80B180-584E-8A9C-9375-9E25794DBD7C}"/>
                    </a:ext>
                  </a:extLst>
                </p:cNvPr>
                <p:cNvPicPr/>
                <p:nvPr/>
              </p:nvPicPr>
              <p:blipFill>
                <a:blip r:embed="rId260"/>
                <a:stretch>
                  <a:fillRect/>
                </a:stretch>
              </p:blipFill>
              <p:spPr>
                <a:xfrm>
                  <a:off x="4737273" y="2348915"/>
                  <a:ext cx="93960" cy="17788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44" name="Ink 143">
                  <a:extLst>
                    <a:ext uri="{FF2B5EF4-FFF2-40B4-BE49-F238E27FC236}">
                      <a16:creationId xmlns:a16="http://schemas.microsoft.com/office/drawing/2014/main" id="{E719C18C-6C17-1752-39C0-EF9E7903D347}"/>
                    </a:ext>
                  </a:extLst>
                </p14:cNvPr>
                <p14:cNvContentPartPr/>
                <p14:nvPr/>
              </p14:nvContentPartPr>
              <p14:xfrm>
                <a:off x="3709833" y="2922415"/>
                <a:ext cx="61920" cy="39240"/>
              </p14:xfrm>
            </p:contentPart>
          </mc:Choice>
          <mc:Fallback xmlns="">
            <p:pic>
              <p:nvPicPr>
                <p:cNvPr id="144" name="Ink 143">
                  <a:extLst>
                    <a:ext uri="{FF2B5EF4-FFF2-40B4-BE49-F238E27FC236}">
                      <a16:creationId xmlns:a16="http://schemas.microsoft.com/office/drawing/2014/main" id="{E719C18C-6C17-1752-39C0-EF9E7903D347}"/>
                    </a:ext>
                  </a:extLst>
                </p:cNvPr>
                <p:cNvPicPr/>
                <p:nvPr/>
              </p:nvPicPr>
              <p:blipFill>
                <a:blip r:embed="rId262"/>
                <a:stretch>
                  <a:fillRect/>
                </a:stretch>
              </p:blipFill>
              <p:spPr>
                <a:xfrm>
                  <a:off x="3700833" y="2913415"/>
                  <a:ext cx="795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45" name="Ink 144">
                  <a:extLst>
                    <a:ext uri="{FF2B5EF4-FFF2-40B4-BE49-F238E27FC236}">
                      <a16:creationId xmlns:a16="http://schemas.microsoft.com/office/drawing/2014/main" id="{6788AB81-7DCB-0AEC-8AFC-138F5395C13D}"/>
                    </a:ext>
                  </a:extLst>
                </p14:cNvPr>
                <p14:cNvContentPartPr/>
                <p14:nvPr/>
              </p14:nvContentPartPr>
              <p14:xfrm>
                <a:off x="3727113" y="2881375"/>
                <a:ext cx="42840" cy="182160"/>
              </p14:xfrm>
            </p:contentPart>
          </mc:Choice>
          <mc:Fallback xmlns="">
            <p:pic>
              <p:nvPicPr>
                <p:cNvPr id="145" name="Ink 144">
                  <a:extLst>
                    <a:ext uri="{FF2B5EF4-FFF2-40B4-BE49-F238E27FC236}">
                      <a16:creationId xmlns:a16="http://schemas.microsoft.com/office/drawing/2014/main" id="{6788AB81-7DCB-0AEC-8AFC-138F5395C13D}"/>
                    </a:ext>
                  </a:extLst>
                </p:cNvPr>
                <p:cNvPicPr/>
                <p:nvPr/>
              </p:nvPicPr>
              <p:blipFill>
                <a:blip r:embed="rId264"/>
                <a:stretch>
                  <a:fillRect/>
                </a:stretch>
              </p:blipFill>
              <p:spPr>
                <a:xfrm>
                  <a:off x="3718188" y="2872375"/>
                  <a:ext cx="60333"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46" name="Ink 145">
                  <a:extLst>
                    <a:ext uri="{FF2B5EF4-FFF2-40B4-BE49-F238E27FC236}">
                      <a16:creationId xmlns:a16="http://schemas.microsoft.com/office/drawing/2014/main" id="{5ECD8D67-FCA5-93E9-B83D-E064782374B9}"/>
                    </a:ext>
                  </a:extLst>
                </p14:cNvPr>
                <p14:cNvContentPartPr/>
                <p14:nvPr/>
              </p14:nvContentPartPr>
              <p14:xfrm>
                <a:off x="3872193" y="3271975"/>
                <a:ext cx="94680" cy="37440"/>
              </p14:xfrm>
            </p:contentPart>
          </mc:Choice>
          <mc:Fallback xmlns="">
            <p:pic>
              <p:nvPicPr>
                <p:cNvPr id="146" name="Ink 145">
                  <a:extLst>
                    <a:ext uri="{FF2B5EF4-FFF2-40B4-BE49-F238E27FC236}">
                      <a16:creationId xmlns:a16="http://schemas.microsoft.com/office/drawing/2014/main" id="{5ECD8D67-FCA5-93E9-B83D-E064782374B9}"/>
                    </a:ext>
                  </a:extLst>
                </p:cNvPr>
                <p:cNvPicPr/>
                <p:nvPr/>
              </p:nvPicPr>
              <p:blipFill>
                <a:blip r:embed="rId266"/>
                <a:stretch>
                  <a:fillRect/>
                </a:stretch>
              </p:blipFill>
              <p:spPr>
                <a:xfrm>
                  <a:off x="3863159" y="3263061"/>
                  <a:ext cx="112387" cy="54912"/>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47" name="Ink 146">
                  <a:extLst>
                    <a:ext uri="{FF2B5EF4-FFF2-40B4-BE49-F238E27FC236}">
                      <a16:creationId xmlns:a16="http://schemas.microsoft.com/office/drawing/2014/main" id="{48594D1D-BB58-C465-D3C0-3B2BB66BEC12}"/>
                    </a:ext>
                  </a:extLst>
                </p14:cNvPr>
                <p14:cNvContentPartPr/>
                <p14:nvPr/>
              </p14:nvContentPartPr>
              <p14:xfrm>
                <a:off x="3520113" y="3153895"/>
                <a:ext cx="189000" cy="154080"/>
              </p14:xfrm>
            </p:contentPart>
          </mc:Choice>
          <mc:Fallback xmlns="">
            <p:pic>
              <p:nvPicPr>
                <p:cNvPr id="147" name="Ink 146">
                  <a:extLst>
                    <a:ext uri="{FF2B5EF4-FFF2-40B4-BE49-F238E27FC236}">
                      <a16:creationId xmlns:a16="http://schemas.microsoft.com/office/drawing/2014/main" id="{48594D1D-BB58-C465-D3C0-3B2BB66BEC12}"/>
                    </a:ext>
                  </a:extLst>
                </p:cNvPr>
                <p:cNvPicPr/>
                <p:nvPr/>
              </p:nvPicPr>
              <p:blipFill>
                <a:blip r:embed="rId268"/>
                <a:stretch>
                  <a:fillRect/>
                </a:stretch>
              </p:blipFill>
              <p:spPr>
                <a:xfrm>
                  <a:off x="3511113" y="3144874"/>
                  <a:ext cx="206640" cy="171761"/>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48" name="Ink 147">
                  <a:extLst>
                    <a:ext uri="{FF2B5EF4-FFF2-40B4-BE49-F238E27FC236}">
                      <a16:creationId xmlns:a16="http://schemas.microsoft.com/office/drawing/2014/main" id="{D250681E-C010-6711-E7B9-ABB84CA7AFD1}"/>
                    </a:ext>
                  </a:extLst>
                </p14:cNvPr>
                <p14:cNvContentPartPr/>
                <p14:nvPr/>
              </p14:nvContentPartPr>
              <p14:xfrm>
                <a:off x="3734673" y="3112855"/>
                <a:ext cx="91080" cy="143280"/>
              </p14:xfrm>
            </p:contentPart>
          </mc:Choice>
          <mc:Fallback xmlns="">
            <p:pic>
              <p:nvPicPr>
                <p:cNvPr id="148" name="Ink 147">
                  <a:extLst>
                    <a:ext uri="{FF2B5EF4-FFF2-40B4-BE49-F238E27FC236}">
                      <a16:creationId xmlns:a16="http://schemas.microsoft.com/office/drawing/2014/main" id="{D250681E-C010-6711-E7B9-ABB84CA7AFD1}"/>
                    </a:ext>
                  </a:extLst>
                </p:cNvPr>
                <p:cNvPicPr/>
                <p:nvPr/>
              </p:nvPicPr>
              <p:blipFill>
                <a:blip r:embed="rId270"/>
                <a:stretch>
                  <a:fillRect/>
                </a:stretch>
              </p:blipFill>
              <p:spPr>
                <a:xfrm>
                  <a:off x="3725673" y="3103855"/>
                  <a:ext cx="108720" cy="160920"/>
                </a:xfrm>
                <a:prstGeom prst="rect">
                  <a:avLst/>
                </a:prstGeom>
              </p:spPr>
            </p:pic>
          </mc:Fallback>
        </mc:AlternateContent>
      </p:grpSp>
      <p:grpSp>
        <p:nvGrpSpPr>
          <p:cNvPr id="156" name="Group 155">
            <a:extLst>
              <a:ext uri="{FF2B5EF4-FFF2-40B4-BE49-F238E27FC236}">
                <a16:creationId xmlns:a16="http://schemas.microsoft.com/office/drawing/2014/main" id="{8D8CBE11-DB66-5273-C2F6-D049738C2762}"/>
              </a:ext>
            </a:extLst>
          </p:cNvPr>
          <p:cNvGrpSpPr/>
          <p:nvPr/>
        </p:nvGrpSpPr>
        <p:grpSpPr>
          <a:xfrm>
            <a:off x="8744234" y="2467598"/>
            <a:ext cx="3327480" cy="2308680"/>
            <a:chOff x="5716473" y="3422815"/>
            <a:chExt cx="3327480" cy="2308680"/>
          </a:xfrm>
        </p:grpSpPr>
        <mc:AlternateContent xmlns:mc="http://schemas.openxmlformats.org/markup-compatibility/2006" xmlns:p14="http://schemas.microsoft.com/office/powerpoint/2010/main">
          <mc:Choice Requires="p14">
            <p:contentPart p14:bwMode="auto" r:id="rId271">
              <p14:nvContentPartPr>
                <p14:cNvPr id="157" name="Ink 156">
                  <a:extLst>
                    <a:ext uri="{FF2B5EF4-FFF2-40B4-BE49-F238E27FC236}">
                      <a16:creationId xmlns:a16="http://schemas.microsoft.com/office/drawing/2014/main" id="{F2B4BC4A-4DF5-8B0E-ABA8-2D8FA61D647B}"/>
                    </a:ext>
                  </a:extLst>
                </p14:cNvPr>
                <p14:cNvContentPartPr/>
                <p14:nvPr/>
              </p14:nvContentPartPr>
              <p14:xfrm>
                <a:off x="5716473" y="3518575"/>
                <a:ext cx="118800" cy="246240"/>
              </p14:xfrm>
            </p:contentPart>
          </mc:Choice>
          <mc:Fallback xmlns="">
            <p:pic>
              <p:nvPicPr>
                <p:cNvPr id="157" name="Ink 156">
                  <a:extLst>
                    <a:ext uri="{FF2B5EF4-FFF2-40B4-BE49-F238E27FC236}">
                      <a16:creationId xmlns:a16="http://schemas.microsoft.com/office/drawing/2014/main" id="{F2B4BC4A-4DF5-8B0E-ABA8-2D8FA61D647B}"/>
                    </a:ext>
                  </a:extLst>
                </p:cNvPr>
                <p:cNvPicPr/>
                <p:nvPr/>
              </p:nvPicPr>
              <p:blipFill>
                <a:blip r:embed="rId272"/>
                <a:stretch>
                  <a:fillRect/>
                </a:stretch>
              </p:blipFill>
              <p:spPr>
                <a:xfrm>
                  <a:off x="5707500" y="3509588"/>
                  <a:ext cx="136387" cy="263854"/>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58" name="Ink 157">
                  <a:extLst>
                    <a:ext uri="{FF2B5EF4-FFF2-40B4-BE49-F238E27FC236}">
                      <a16:creationId xmlns:a16="http://schemas.microsoft.com/office/drawing/2014/main" id="{2A6B45C6-F06E-89FA-0A3B-987130D1BCD1}"/>
                    </a:ext>
                  </a:extLst>
                </p14:cNvPr>
                <p14:cNvContentPartPr/>
                <p14:nvPr/>
              </p14:nvContentPartPr>
              <p14:xfrm>
                <a:off x="5837433" y="3625855"/>
                <a:ext cx="86040" cy="131760"/>
              </p14:xfrm>
            </p:contentPart>
          </mc:Choice>
          <mc:Fallback xmlns="">
            <p:pic>
              <p:nvPicPr>
                <p:cNvPr id="158" name="Ink 157">
                  <a:extLst>
                    <a:ext uri="{FF2B5EF4-FFF2-40B4-BE49-F238E27FC236}">
                      <a16:creationId xmlns:a16="http://schemas.microsoft.com/office/drawing/2014/main" id="{2A6B45C6-F06E-89FA-0A3B-987130D1BCD1}"/>
                    </a:ext>
                  </a:extLst>
                </p:cNvPr>
                <p:cNvPicPr/>
                <p:nvPr/>
              </p:nvPicPr>
              <p:blipFill>
                <a:blip r:embed="rId274"/>
                <a:stretch>
                  <a:fillRect/>
                </a:stretch>
              </p:blipFill>
              <p:spPr>
                <a:xfrm>
                  <a:off x="5828470" y="3616855"/>
                  <a:ext cx="103607"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59" name="Ink 158">
                  <a:extLst>
                    <a:ext uri="{FF2B5EF4-FFF2-40B4-BE49-F238E27FC236}">
                      <a16:creationId xmlns:a16="http://schemas.microsoft.com/office/drawing/2014/main" id="{444B4DB3-AADD-AEA2-0A31-0508C83E2D0F}"/>
                    </a:ext>
                  </a:extLst>
                </p14:cNvPr>
                <p14:cNvContentPartPr/>
                <p14:nvPr/>
              </p14:nvContentPartPr>
              <p14:xfrm>
                <a:off x="6032913" y="3607855"/>
                <a:ext cx="54000" cy="5040"/>
              </p14:xfrm>
            </p:contentPart>
          </mc:Choice>
          <mc:Fallback xmlns="">
            <p:pic>
              <p:nvPicPr>
                <p:cNvPr id="159" name="Ink 158">
                  <a:extLst>
                    <a:ext uri="{FF2B5EF4-FFF2-40B4-BE49-F238E27FC236}">
                      <a16:creationId xmlns:a16="http://schemas.microsoft.com/office/drawing/2014/main" id="{444B4DB3-AADD-AEA2-0A31-0508C83E2D0F}"/>
                    </a:ext>
                  </a:extLst>
                </p:cNvPr>
                <p:cNvPicPr/>
                <p:nvPr/>
              </p:nvPicPr>
              <p:blipFill>
                <a:blip r:embed="rId276"/>
                <a:stretch>
                  <a:fillRect/>
                </a:stretch>
              </p:blipFill>
              <p:spPr>
                <a:xfrm>
                  <a:off x="6023973" y="3598855"/>
                  <a:ext cx="71523"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60" name="Ink 159">
                  <a:extLst>
                    <a:ext uri="{FF2B5EF4-FFF2-40B4-BE49-F238E27FC236}">
                      <a16:creationId xmlns:a16="http://schemas.microsoft.com/office/drawing/2014/main" id="{5FFD781D-4C53-10CD-9E75-EB92A87E62E1}"/>
                    </a:ext>
                  </a:extLst>
                </p14:cNvPr>
                <p14:cNvContentPartPr/>
                <p14:nvPr/>
              </p14:nvContentPartPr>
              <p14:xfrm>
                <a:off x="6047313" y="3636655"/>
                <a:ext cx="47520" cy="11520"/>
              </p14:xfrm>
            </p:contentPart>
          </mc:Choice>
          <mc:Fallback xmlns="">
            <p:pic>
              <p:nvPicPr>
                <p:cNvPr id="160" name="Ink 159">
                  <a:extLst>
                    <a:ext uri="{FF2B5EF4-FFF2-40B4-BE49-F238E27FC236}">
                      <a16:creationId xmlns:a16="http://schemas.microsoft.com/office/drawing/2014/main" id="{5FFD781D-4C53-10CD-9E75-EB92A87E62E1}"/>
                    </a:ext>
                  </a:extLst>
                </p:cNvPr>
                <p:cNvPicPr/>
                <p:nvPr/>
              </p:nvPicPr>
              <p:blipFill>
                <a:blip r:embed="rId278"/>
                <a:stretch>
                  <a:fillRect/>
                </a:stretch>
              </p:blipFill>
              <p:spPr>
                <a:xfrm>
                  <a:off x="6038313" y="3627655"/>
                  <a:ext cx="651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61" name="Ink 160">
                  <a:extLst>
                    <a:ext uri="{FF2B5EF4-FFF2-40B4-BE49-F238E27FC236}">
                      <a16:creationId xmlns:a16="http://schemas.microsoft.com/office/drawing/2014/main" id="{F2BF8668-3EBC-DF5B-678B-600F7F9FC616}"/>
                    </a:ext>
                  </a:extLst>
                </p14:cNvPr>
                <p14:cNvContentPartPr/>
                <p14:nvPr/>
              </p14:nvContentPartPr>
              <p14:xfrm>
                <a:off x="6270153" y="3482575"/>
                <a:ext cx="131760" cy="191520"/>
              </p14:xfrm>
            </p:contentPart>
          </mc:Choice>
          <mc:Fallback xmlns="">
            <p:pic>
              <p:nvPicPr>
                <p:cNvPr id="161" name="Ink 160">
                  <a:extLst>
                    <a:ext uri="{FF2B5EF4-FFF2-40B4-BE49-F238E27FC236}">
                      <a16:creationId xmlns:a16="http://schemas.microsoft.com/office/drawing/2014/main" id="{F2BF8668-3EBC-DF5B-678B-600F7F9FC616}"/>
                    </a:ext>
                  </a:extLst>
                </p:cNvPr>
                <p:cNvPicPr/>
                <p:nvPr/>
              </p:nvPicPr>
              <p:blipFill>
                <a:blip r:embed="rId280"/>
                <a:stretch>
                  <a:fillRect/>
                </a:stretch>
              </p:blipFill>
              <p:spPr>
                <a:xfrm>
                  <a:off x="6261153" y="3473575"/>
                  <a:ext cx="1494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62" name="Ink 161">
                  <a:extLst>
                    <a:ext uri="{FF2B5EF4-FFF2-40B4-BE49-F238E27FC236}">
                      <a16:creationId xmlns:a16="http://schemas.microsoft.com/office/drawing/2014/main" id="{3A08B5BA-7D53-045B-DB0C-BDB625FDD3AE}"/>
                    </a:ext>
                  </a:extLst>
                </p14:cNvPr>
                <p14:cNvContentPartPr/>
                <p14:nvPr/>
              </p14:nvContentPartPr>
              <p14:xfrm>
                <a:off x="6496233" y="3422815"/>
                <a:ext cx="146520" cy="252360"/>
              </p14:xfrm>
            </p:contentPart>
          </mc:Choice>
          <mc:Fallback xmlns="">
            <p:pic>
              <p:nvPicPr>
                <p:cNvPr id="162" name="Ink 161">
                  <a:extLst>
                    <a:ext uri="{FF2B5EF4-FFF2-40B4-BE49-F238E27FC236}">
                      <a16:creationId xmlns:a16="http://schemas.microsoft.com/office/drawing/2014/main" id="{3A08B5BA-7D53-045B-DB0C-BDB625FDD3AE}"/>
                    </a:ext>
                  </a:extLst>
                </p:cNvPr>
                <p:cNvPicPr/>
                <p:nvPr/>
              </p:nvPicPr>
              <p:blipFill>
                <a:blip r:embed="rId282"/>
                <a:stretch>
                  <a:fillRect/>
                </a:stretch>
              </p:blipFill>
              <p:spPr>
                <a:xfrm>
                  <a:off x="6487255" y="3413815"/>
                  <a:ext cx="164117"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63" name="Ink 162">
                  <a:extLst>
                    <a:ext uri="{FF2B5EF4-FFF2-40B4-BE49-F238E27FC236}">
                      <a16:creationId xmlns:a16="http://schemas.microsoft.com/office/drawing/2014/main" id="{8977E1B0-378C-9494-086B-0B8669EB1C99}"/>
                    </a:ext>
                  </a:extLst>
                </p14:cNvPr>
                <p14:cNvContentPartPr/>
                <p14:nvPr/>
              </p14:nvContentPartPr>
              <p14:xfrm>
                <a:off x="5753553" y="3912415"/>
                <a:ext cx="110520" cy="299520"/>
              </p14:xfrm>
            </p:contentPart>
          </mc:Choice>
          <mc:Fallback xmlns="">
            <p:pic>
              <p:nvPicPr>
                <p:cNvPr id="163" name="Ink 162">
                  <a:extLst>
                    <a:ext uri="{FF2B5EF4-FFF2-40B4-BE49-F238E27FC236}">
                      <a16:creationId xmlns:a16="http://schemas.microsoft.com/office/drawing/2014/main" id="{8977E1B0-378C-9494-086B-0B8669EB1C99}"/>
                    </a:ext>
                  </a:extLst>
                </p:cNvPr>
                <p:cNvPicPr/>
                <p:nvPr/>
              </p:nvPicPr>
              <p:blipFill>
                <a:blip r:embed="rId284"/>
                <a:stretch>
                  <a:fillRect/>
                </a:stretch>
              </p:blipFill>
              <p:spPr>
                <a:xfrm>
                  <a:off x="5744553" y="3903415"/>
                  <a:ext cx="12816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64" name="Ink 163">
                  <a:extLst>
                    <a:ext uri="{FF2B5EF4-FFF2-40B4-BE49-F238E27FC236}">
                      <a16:creationId xmlns:a16="http://schemas.microsoft.com/office/drawing/2014/main" id="{EA277771-B6E6-6632-9CB6-512D1F6D3218}"/>
                    </a:ext>
                  </a:extLst>
                </p14:cNvPr>
                <p14:cNvContentPartPr/>
                <p14:nvPr/>
              </p14:nvContentPartPr>
              <p14:xfrm>
                <a:off x="5860473" y="3999535"/>
                <a:ext cx="90720" cy="139320"/>
              </p14:xfrm>
            </p:contentPart>
          </mc:Choice>
          <mc:Fallback xmlns="">
            <p:pic>
              <p:nvPicPr>
                <p:cNvPr id="164" name="Ink 163">
                  <a:extLst>
                    <a:ext uri="{FF2B5EF4-FFF2-40B4-BE49-F238E27FC236}">
                      <a16:creationId xmlns:a16="http://schemas.microsoft.com/office/drawing/2014/main" id="{EA277771-B6E6-6632-9CB6-512D1F6D3218}"/>
                    </a:ext>
                  </a:extLst>
                </p:cNvPr>
                <p:cNvPicPr/>
                <p:nvPr/>
              </p:nvPicPr>
              <p:blipFill>
                <a:blip r:embed="rId286"/>
                <a:stretch>
                  <a:fillRect/>
                </a:stretch>
              </p:blipFill>
              <p:spPr>
                <a:xfrm>
                  <a:off x="5851473" y="3990535"/>
                  <a:ext cx="1083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65" name="Ink 164">
                  <a:extLst>
                    <a:ext uri="{FF2B5EF4-FFF2-40B4-BE49-F238E27FC236}">
                      <a16:creationId xmlns:a16="http://schemas.microsoft.com/office/drawing/2014/main" id="{863A97A8-62DA-4513-F579-ED93DE630062}"/>
                    </a:ext>
                  </a:extLst>
                </p14:cNvPr>
                <p14:cNvContentPartPr/>
                <p14:nvPr/>
              </p14:nvContentPartPr>
              <p14:xfrm>
                <a:off x="5852913" y="3990175"/>
                <a:ext cx="327960" cy="118440"/>
              </p14:xfrm>
            </p:contentPart>
          </mc:Choice>
          <mc:Fallback xmlns="">
            <p:pic>
              <p:nvPicPr>
                <p:cNvPr id="165" name="Ink 164">
                  <a:extLst>
                    <a:ext uri="{FF2B5EF4-FFF2-40B4-BE49-F238E27FC236}">
                      <a16:creationId xmlns:a16="http://schemas.microsoft.com/office/drawing/2014/main" id="{863A97A8-62DA-4513-F579-ED93DE630062}"/>
                    </a:ext>
                  </a:extLst>
                </p:cNvPr>
                <p:cNvPicPr/>
                <p:nvPr/>
              </p:nvPicPr>
              <p:blipFill>
                <a:blip r:embed="rId288"/>
                <a:stretch>
                  <a:fillRect/>
                </a:stretch>
              </p:blipFill>
              <p:spPr>
                <a:xfrm>
                  <a:off x="5843913" y="3981175"/>
                  <a:ext cx="3456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66" name="Ink 165">
                  <a:extLst>
                    <a:ext uri="{FF2B5EF4-FFF2-40B4-BE49-F238E27FC236}">
                      <a16:creationId xmlns:a16="http://schemas.microsoft.com/office/drawing/2014/main" id="{7E7C076E-5FAA-3E31-E853-351AF9E89149}"/>
                    </a:ext>
                  </a:extLst>
                </p14:cNvPr>
                <p14:cNvContentPartPr/>
                <p14:nvPr/>
              </p14:nvContentPartPr>
              <p14:xfrm>
                <a:off x="6253953" y="3961375"/>
                <a:ext cx="14040" cy="16920"/>
              </p14:xfrm>
            </p:contentPart>
          </mc:Choice>
          <mc:Fallback xmlns="">
            <p:pic>
              <p:nvPicPr>
                <p:cNvPr id="166" name="Ink 165">
                  <a:extLst>
                    <a:ext uri="{FF2B5EF4-FFF2-40B4-BE49-F238E27FC236}">
                      <a16:creationId xmlns:a16="http://schemas.microsoft.com/office/drawing/2014/main" id="{7E7C076E-5FAA-3E31-E853-351AF9E89149}"/>
                    </a:ext>
                  </a:extLst>
                </p:cNvPr>
                <p:cNvPicPr/>
                <p:nvPr/>
              </p:nvPicPr>
              <p:blipFill>
                <a:blip r:embed="rId220"/>
                <a:stretch>
                  <a:fillRect/>
                </a:stretch>
              </p:blipFill>
              <p:spPr>
                <a:xfrm>
                  <a:off x="6244953" y="3952562"/>
                  <a:ext cx="31680" cy="34193"/>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67" name="Ink 166">
                  <a:extLst>
                    <a:ext uri="{FF2B5EF4-FFF2-40B4-BE49-F238E27FC236}">
                      <a16:creationId xmlns:a16="http://schemas.microsoft.com/office/drawing/2014/main" id="{4E2F4623-9DC0-39EF-1BFF-0DC809FAEDDD}"/>
                    </a:ext>
                  </a:extLst>
                </p14:cNvPr>
                <p14:cNvContentPartPr/>
                <p14:nvPr/>
              </p14:nvContentPartPr>
              <p14:xfrm>
                <a:off x="6242793" y="4054255"/>
                <a:ext cx="2160" cy="2520"/>
              </p14:xfrm>
            </p:contentPart>
          </mc:Choice>
          <mc:Fallback xmlns="">
            <p:pic>
              <p:nvPicPr>
                <p:cNvPr id="167" name="Ink 166">
                  <a:extLst>
                    <a:ext uri="{FF2B5EF4-FFF2-40B4-BE49-F238E27FC236}">
                      <a16:creationId xmlns:a16="http://schemas.microsoft.com/office/drawing/2014/main" id="{4E2F4623-9DC0-39EF-1BFF-0DC809FAEDDD}"/>
                    </a:ext>
                  </a:extLst>
                </p:cNvPr>
                <p:cNvPicPr/>
                <p:nvPr/>
              </p:nvPicPr>
              <p:blipFill>
                <a:blip r:embed="rId291"/>
                <a:stretch>
                  <a:fillRect/>
                </a:stretch>
              </p:blipFill>
              <p:spPr>
                <a:xfrm>
                  <a:off x="6231993" y="4045255"/>
                  <a:ext cx="23328"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68" name="Ink 167">
                  <a:extLst>
                    <a:ext uri="{FF2B5EF4-FFF2-40B4-BE49-F238E27FC236}">
                      <a16:creationId xmlns:a16="http://schemas.microsoft.com/office/drawing/2014/main" id="{0EEDA699-645F-DE76-821C-C2F17B13870C}"/>
                    </a:ext>
                  </a:extLst>
                </p14:cNvPr>
                <p14:cNvContentPartPr/>
                <p14:nvPr/>
              </p14:nvContentPartPr>
              <p14:xfrm>
                <a:off x="6482193" y="3848695"/>
                <a:ext cx="165960" cy="195480"/>
              </p14:xfrm>
            </p:contentPart>
          </mc:Choice>
          <mc:Fallback xmlns="">
            <p:pic>
              <p:nvPicPr>
                <p:cNvPr id="168" name="Ink 167">
                  <a:extLst>
                    <a:ext uri="{FF2B5EF4-FFF2-40B4-BE49-F238E27FC236}">
                      <a16:creationId xmlns:a16="http://schemas.microsoft.com/office/drawing/2014/main" id="{0EEDA699-645F-DE76-821C-C2F17B13870C}"/>
                    </a:ext>
                  </a:extLst>
                </p:cNvPr>
                <p:cNvPicPr/>
                <p:nvPr/>
              </p:nvPicPr>
              <p:blipFill>
                <a:blip r:embed="rId293"/>
                <a:stretch>
                  <a:fillRect/>
                </a:stretch>
              </p:blipFill>
              <p:spPr>
                <a:xfrm>
                  <a:off x="6473193" y="3839695"/>
                  <a:ext cx="18360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69" name="Ink 168">
                  <a:extLst>
                    <a:ext uri="{FF2B5EF4-FFF2-40B4-BE49-F238E27FC236}">
                      <a16:creationId xmlns:a16="http://schemas.microsoft.com/office/drawing/2014/main" id="{8C19F72E-D221-9234-56E1-935B27F31DD6}"/>
                    </a:ext>
                  </a:extLst>
                </p14:cNvPr>
                <p14:cNvContentPartPr/>
                <p14:nvPr/>
              </p14:nvContentPartPr>
              <p14:xfrm>
                <a:off x="6509553" y="3816295"/>
                <a:ext cx="135720" cy="39960"/>
              </p14:xfrm>
            </p:contentPart>
          </mc:Choice>
          <mc:Fallback xmlns="">
            <p:pic>
              <p:nvPicPr>
                <p:cNvPr id="169" name="Ink 168">
                  <a:extLst>
                    <a:ext uri="{FF2B5EF4-FFF2-40B4-BE49-F238E27FC236}">
                      <a16:creationId xmlns:a16="http://schemas.microsoft.com/office/drawing/2014/main" id="{8C19F72E-D221-9234-56E1-935B27F31DD6}"/>
                    </a:ext>
                  </a:extLst>
                </p:cNvPr>
                <p:cNvPicPr/>
                <p:nvPr/>
              </p:nvPicPr>
              <p:blipFill>
                <a:blip r:embed="rId295"/>
                <a:stretch>
                  <a:fillRect/>
                </a:stretch>
              </p:blipFill>
              <p:spPr>
                <a:xfrm>
                  <a:off x="6500553" y="3807375"/>
                  <a:ext cx="153360" cy="57443"/>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0" name="Ink 169">
                  <a:extLst>
                    <a:ext uri="{FF2B5EF4-FFF2-40B4-BE49-F238E27FC236}">
                      <a16:creationId xmlns:a16="http://schemas.microsoft.com/office/drawing/2014/main" id="{7D7DD6E5-F9F8-D669-9C8B-FE805F33BC94}"/>
                    </a:ext>
                  </a:extLst>
                </p14:cNvPr>
                <p14:cNvContentPartPr/>
                <p14:nvPr/>
              </p14:nvContentPartPr>
              <p14:xfrm>
                <a:off x="6651753" y="3971815"/>
                <a:ext cx="121680" cy="122040"/>
              </p14:xfrm>
            </p:contentPart>
          </mc:Choice>
          <mc:Fallback xmlns="">
            <p:pic>
              <p:nvPicPr>
                <p:cNvPr id="170" name="Ink 169">
                  <a:extLst>
                    <a:ext uri="{FF2B5EF4-FFF2-40B4-BE49-F238E27FC236}">
                      <a16:creationId xmlns:a16="http://schemas.microsoft.com/office/drawing/2014/main" id="{7D7DD6E5-F9F8-D669-9C8B-FE805F33BC94}"/>
                    </a:ext>
                  </a:extLst>
                </p:cNvPr>
                <p:cNvPicPr/>
                <p:nvPr/>
              </p:nvPicPr>
              <p:blipFill>
                <a:blip r:embed="rId297"/>
                <a:stretch>
                  <a:fillRect/>
                </a:stretch>
              </p:blipFill>
              <p:spPr>
                <a:xfrm>
                  <a:off x="6642753" y="3962815"/>
                  <a:ext cx="1393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1" name="Ink 170">
                  <a:extLst>
                    <a:ext uri="{FF2B5EF4-FFF2-40B4-BE49-F238E27FC236}">
                      <a16:creationId xmlns:a16="http://schemas.microsoft.com/office/drawing/2014/main" id="{1636E967-D0B5-D0BE-EC12-FA7275369C1C}"/>
                    </a:ext>
                  </a:extLst>
                </p14:cNvPr>
                <p14:cNvContentPartPr/>
                <p14:nvPr/>
              </p14:nvContentPartPr>
              <p14:xfrm>
                <a:off x="6811233" y="3970735"/>
                <a:ext cx="97560" cy="98640"/>
              </p14:xfrm>
            </p:contentPart>
          </mc:Choice>
          <mc:Fallback xmlns="">
            <p:pic>
              <p:nvPicPr>
                <p:cNvPr id="171" name="Ink 170">
                  <a:extLst>
                    <a:ext uri="{FF2B5EF4-FFF2-40B4-BE49-F238E27FC236}">
                      <a16:creationId xmlns:a16="http://schemas.microsoft.com/office/drawing/2014/main" id="{1636E967-D0B5-D0BE-EC12-FA7275369C1C}"/>
                    </a:ext>
                  </a:extLst>
                </p:cNvPr>
                <p:cNvPicPr/>
                <p:nvPr/>
              </p:nvPicPr>
              <p:blipFill>
                <a:blip r:embed="rId299"/>
                <a:stretch>
                  <a:fillRect/>
                </a:stretch>
              </p:blipFill>
              <p:spPr>
                <a:xfrm>
                  <a:off x="6802266" y="3961768"/>
                  <a:ext cx="115135" cy="116216"/>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72" name="Ink 171">
                  <a:extLst>
                    <a:ext uri="{FF2B5EF4-FFF2-40B4-BE49-F238E27FC236}">
                      <a16:creationId xmlns:a16="http://schemas.microsoft.com/office/drawing/2014/main" id="{866BA809-AB71-14AA-6533-C2F231F8A96B}"/>
                    </a:ext>
                  </a:extLst>
                </p14:cNvPr>
                <p14:cNvContentPartPr/>
                <p14:nvPr/>
              </p14:nvContentPartPr>
              <p14:xfrm>
                <a:off x="6776673" y="3932575"/>
                <a:ext cx="116280" cy="77400"/>
              </p14:xfrm>
            </p:contentPart>
          </mc:Choice>
          <mc:Fallback xmlns="">
            <p:pic>
              <p:nvPicPr>
                <p:cNvPr id="172" name="Ink 171">
                  <a:extLst>
                    <a:ext uri="{FF2B5EF4-FFF2-40B4-BE49-F238E27FC236}">
                      <a16:creationId xmlns:a16="http://schemas.microsoft.com/office/drawing/2014/main" id="{866BA809-AB71-14AA-6533-C2F231F8A96B}"/>
                    </a:ext>
                  </a:extLst>
                </p:cNvPr>
                <p:cNvPicPr/>
                <p:nvPr/>
              </p:nvPicPr>
              <p:blipFill>
                <a:blip r:embed="rId301"/>
                <a:stretch>
                  <a:fillRect/>
                </a:stretch>
              </p:blipFill>
              <p:spPr>
                <a:xfrm>
                  <a:off x="6767673" y="3923575"/>
                  <a:ext cx="1339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73" name="Ink 172">
                  <a:extLst>
                    <a:ext uri="{FF2B5EF4-FFF2-40B4-BE49-F238E27FC236}">
                      <a16:creationId xmlns:a16="http://schemas.microsoft.com/office/drawing/2014/main" id="{3E482891-DB39-7988-DA0E-A4DEB8140EB9}"/>
                    </a:ext>
                  </a:extLst>
                </p14:cNvPr>
                <p14:cNvContentPartPr/>
                <p14:nvPr/>
              </p14:nvContentPartPr>
              <p14:xfrm>
                <a:off x="6912393" y="3952015"/>
                <a:ext cx="82440" cy="115920"/>
              </p14:xfrm>
            </p:contentPart>
          </mc:Choice>
          <mc:Fallback xmlns="">
            <p:pic>
              <p:nvPicPr>
                <p:cNvPr id="173" name="Ink 172">
                  <a:extLst>
                    <a:ext uri="{FF2B5EF4-FFF2-40B4-BE49-F238E27FC236}">
                      <a16:creationId xmlns:a16="http://schemas.microsoft.com/office/drawing/2014/main" id="{3E482891-DB39-7988-DA0E-A4DEB8140EB9}"/>
                    </a:ext>
                  </a:extLst>
                </p:cNvPr>
                <p:cNvPicPr/>
                <p:nvPr/>
              </p:nvPicPr>
              <p:blipFill>
                <a:blip r:embed="rId303"/>
                <a:stretch>
                  <a:fillRect/>
                </a:stretch>
              </p:blipFill>
              <p:spPr>
                <a:xfrm>
                  <a:off x="6903393" y="3943015"/>
                  <a:ext cx="1000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74" name="Ink 173">
                  <a:extLst>
                    <a:ext uri="{FF2B5EF4-FFF2-40B4-BE49-F238E27FC236}">
                      <a16:creationId xmlns:a16="http://schemas.microsoft.com/office/drawing/2014/main" id="{CE8B66B7-B89E-25CF-2C74-D4DF997B20DF}"/>
                    </a:ext>
                  </a:extLst>
                </p14:cNvPr>
                <p14:cNvContentPartPr/>
                <p14:nvPr/>
              </p14:nvContentPartPr>
              <p14:xfrm>
                <a:off x="7009953" y="3813415"/>
                <a:ext cx="53640" cy="24480"/>
              </p14:xfrm>
            </p:contentPart>
          </mc:Choice>
          <mc:Fallback xmlns="">
            <p:pic>
              <p:nvPicPr>
                <p:cNvPr id="174" name="Ink 173">
                  <a:extLst>
                    <a:ext uri="{FF2B5EF4-FFF2-40B4-BE49-F238E27FC236}">
                      <a16:creationId xmlns:a16="http://schemas.microsoft.com/office/drawing/2014/main" id="{CE8B66B7-B89E-25CF-2C74-D4DF997B20DF}"/>
                    </a:ext>
                  </a:extLst>
                </p:cNvPr>
                <p:cNvPicPr/>
                <p:nvPr/>
              </p:nvPicPr>
              <p:blipFill>
                <a:blip r:embed="rId305"/>
                <a:stretch>
                  <a:fillRect/>
                </a:stretch>
              </p:blipFill>
              <p:spPr>
                <a:xfrm>
                  <a:off x="7000953" y="3804415"/>
                  <a:ext cx="712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75" name="Ink 174">
                  <a:extLst>
                    <a:ext uri="{FF2B5EF4-FFF2-40B4-BE49-F238E27FC236}">
                      <a16:creationId xmlns:a16="http://schemas.microsoft.com/office/drawing/2014/main" id="{4078596E-BCFC-34E8-568D-BD0203E7D1EC}"/>
                    </a:ext>
                  </a:extLst>
                </p14:cNvPr>
                <p14:cNvContentPartPr/>
                <p14:nvPr/>
              </p14:nvContentPartPr>
              <p14:xfrm>
                <a:off x="7010313" y="3881455"/>
                <a:ext cx="6480" cy="1080"/>
              </p14:xfrm>
            </p:contentPart>
          </mc:Choice>
          <mc:Fallback xmlns="">
            <p:pic>
              <p:nvPicPr>
                <p:cNvPr id="175" name="Ink 174">
                  <a:extLst>
                    <a:ext uri="{FF2B5EF4-FFF2-40B4-BE49-F238E27FC236}">
                      <a16:creationId xmlns:a16="http://schemas.microsoft.com/office/drawing/2014/main" id="{4078596E-BCFC-34E8-568D-BD0203E7D1EC}"/>
                    </a:ext>
                  </a:extLst>
                </p:cNvPr>
                <p:cNvPicPr/>
                <p:nvPr/>
              </p:nvPicPr>
              <p:blipFill>
                <a:blip r:embed="rId307"/>
                <a:stretch>
                  <a:fillRect/>
                </a:stretch>
              </p:blipFill>
              <p:spPr>
                <a:xfrm>
                  <a:off x="7001313" y="3867955"/>
                  <a:ext cx="24120" cy="275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76" name="Ink 175">
                  <a:extLst>
                    <a:ext uri="{FF2B5EF4-FFF2-40B4-BE49-F238E27FC236}">
                      <a16:creationId xmlns:a16="http://schemas.microsoft.com/office/drawing/2014/main" id="{72AB1143-2A9A-DFBE-9CC7-7598DC262F4F}"/>
                    </a:ext>
                  </a:extLst>
                </p14:cNvPr>
                <p14:cNvContentPartPr/>
                <p14:nvPr/>
              </p14:nvContentPartPr>
              <p14:xfrm>
                <a:off x="7165113" y="3683815"/>
                <a:ext cx="112680" cy="156240"/>
              </p14:xfrm>
            </p:contentPart>
          </mc:Choice>
          <mc:Fallback xmlns="">
            <p:pic>
              <p:nvPicPr>
                <p:cNvPr id="176" name="Ink 175">
                  <a:extLst>
                    <a:ext uri="{FF2B5EF4-FFF2-40B4-BE49-F238E27FC236}">
                      <a16:creationId xmlns:a16="http://schemas.microsoft.com/office/drawing/2014/main" id="{72AB1143-2A9A-DFBE-9CC7-7598DC262F4F}"/>
                    </a:ext>
                  </a:extLst>
                </p:cNvPr>
                <p:cNvPicPr/>
                <p:nvPr/>
              </p:nvPicPr>
              <p:blipFill>
                <a:blip r:embed="rId309"/>
                <a:stretch>
                  <a:fillRect/>
                </a:stretch>
              </p:blipFill>
              <p:spPr>
                <a:xfrm>
                  <a:off x="7156113" y="3674794"/>
                  <a:ext cx="130320" cy="173921"/>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77" name="Ink 176">
                  <a:extLst>
                    <a:ext uri="{FF2B5EF4-FFF2-40B4-BE49-F238E27FC236}">
                      <a16:creationId xmlns:a16="http://schemas.microsoft.com/office/drawing/2014/main" id="{9B7E2EF1-E906-2585-DB81-AE26B95B4F94}"/>
                    </a:ext>
                  </a:extLst>
                </p14:cNvPr>
                <p14:cNvContentPartPr/>
                <p14:nvPr/>
              </p14:nvContentPartPr>
              <p14:xfrm>
                <a:off x="7329993" y="3782095"/>
                <a:ext cx="16560" cy="3960"/>
              </p14:xfrm>
            </p:contentPart>
          </mc:Choice>
          <mc:Fallback xmlns="">
            <p:pic>
              <p:nvPicPr>
                <p:cNvPr id="177" name="Ink 176">
                  <a:extLst>
                    <a:ext uri="{FF2B5EF4-FFF2-40B4-BE49-F238E27FC236}">
                      <a16:creationId xmlns:a16="http://schemas.microsoft.com/office/drawing/2014/main" id="{9B7E2EF1-E906-2585-DB81-AE26B95B4F94}"/>
                    </a:ext>
                  </a:extLst>
                </p:cNvPr>
                <p:cNvPicPr/>
                <p:nvPr/>
              </p:nvPicPr>
              <p:blipFill>
                <a:blip r:embed="rId311"/>
                <a:stretch>
                  <a:fillRect/>
                </a:stretch>
              </p:blipFill>
              <p:spPr>
                <a:xfrm>
                  <a:off x="7321184" y="3773095"/>
                  <a:ext cx="33825"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78" name="Ink 177">
                  <a:extLst>
                    <a:ext uri="{FF2B5EF4-FFF2-40B4-BE49-F238E27FC236}">
                      <a16:creationId xmlns:a16="http://schemas.microsoft.com/office/drawing/2014/main" id="{58D5A8A3-5688-B585-CE23-913113C10F96}"/>
                    </a:ext>
                  </a:extLst>
                </p14:cNvPr>
                <p14:cNvContentPartPr/>
                <p14:nvPr/>
              </p14:nvContentPartPr>
              <p14:xfrm>
                <a:off x="7399833" y="3635575"/>
                <a:ext cx="149760" cy="100080"/>
              </p14:xfrm>
            </p:contentPart>
          </mc:Choice>
          <mc:Fallback xmlns="">
            <p:pic>
              <p:nvPicPr>
                <p:cNvPr id="178" name="Ink 177">
                  <a:extLst>
                    <a:ext uri="{FF2B5EF4-FFF2-40B4-BE49-F238E27FC236}">
                      <a16:creationId xmlns:a16="http://schemas.microsoft.com/office/drawing/2014/main" id="{58D5A8A3-5688-B585-CE23-913113C10F96}"/>
                    </a:ext>
                  </a:extLst>
                </p:cNvPr>
                <p:cNvPicPr/>
                <p:nvPr/>
              </p:nvPicPr>
              <p:blipFill>
                <a:blip r:embed="rId313"/>
                <a:stretch>
                  <a:fillRect/>
                </a:stretch>
              </p:blipFill>
              <p:spPr>
                <a:xfrm>
                  <a:off x="7390833" y="3626575"/>
                  <a:ext cx="1674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79" name="Ink 178">
                  <a:extLst>
                    <a:ext uri="{FF2B5EF4-FFF2-40B4-BE49-F238E27FC236}">
                      <a16:creationId xmlns:a16="http://schemas.microsoft.com/office/drawing/2014/main" id="{C5920304-91B6-DE3D-B042-BF304F5342DA}"/>
                    </a:ext>
                  </a:extLst>
                </p14:cNvPr>
                <p14:cNvContentPartPr/>
                <p14:nvPr/>
              </p14:nvContentPartPr>
              <p14:xfrm>
                <a:off x="7547793" y="3577975"/>
                <a:ext cx="115560" cy="171000"/>
              </p14:xfrm>
            </p:contentPart>
          </mc:Choice>
          <mc:Fallback xmlns="">
            <p:pic>
              <p:nvPicPr>
                <p:cNvPr id="179" name="Ink 178">
                  <a:extLst>
                    <a:ext uri="{FF2B5EF4-FFF2-40B4-BE49-F238E27FC236}">
                      <a16:creationId xmlns:a16="http://schemas.microsoft.com/office/drawing/2014/main" id="{C5920304-91B6-DE3D-B042-BF304F5342DA}"/>
                    </a:ext>
                  </a:extLst>
                </p:cNvPr>
                <p:cNvPicPr/>
                <p:nvPr/>
              </p:nvPicPr>
              <p:blipFill>
                <a:blip r:embed="rId315"/>
                <a:stretch>
                  <a:fillRect/>
                </a:stretch>
              </p:blipFill>
              <p:spPr>
                <a:xfrm>
                  <a:off x="7538793" y="3568975"/>
                  <a:ext cx="1332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80" name="Ink 179">
                  <a:extLst>
                    <a:ext uri="{FF2B5EF4-FFF2-40B4-BE49-F238E27FC236}">
                      <a16:creationId xmlns:a16="http://schemas.microsoft.com/office/drawing/2014/main" id="{8B64CC08-17BE-DDF2-697A-3EE241DF2FD3}"/>
                    </a:ext>
                  </a:extLst>
                </p14:cNvPr>
                <p14:cNvContentPartPr/>
                <p14:nvPr/>
              </p14:nvContentPartPr>
              <p14:xfrm>
                <a:off x="7723833" y="3548815"/>
                <a:ext cx="126000" cy="146520"/>
              </p14:xfrm>
            </p:contentPart>
          </mc:Choice>
          <mc:Fallback xmlns="">
            <p:pic>
              <p:nvPicPr>
                <p:cNvPr id="180" name="Ink 179">
                  <a:extLst>
                    <a:ext uri="{FF2B5EF4-FFF2-40B4-BE49-F238E27FC236}">
                      <a16:creationId xmlns:a16="http://schemas.microsoft.com/office/drawing/2014/main" id="{8B64CC08-17BE-DDF2-697A-3EE241DF2FD3}"/>
                    </a:ext>
                  </a:extLst>
                </p:cNvPr>
                <p:cNvPicPr/>
                <p:nvPr/>
              </p:nvPicPr>
              <p:blipFill>
                <a:blip r:embed="rId317"/>
                <a:stretch>
                  <a:fillRect/>
                </a:stretch>
              </p:blipFill>
              <p:spPr>
                <a:xfrm>
                  <a:off x="7714833" y="3539815"/>
                  <a:ext cx="1436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81" name="Ink 180">
                  <a:extLst>
                    <a:ext uri="{FF2B5EF4-FFF2-40B4-BE49-F238E27FC236}">
                      <a16:creationId xmlns:a16="http://schemas.microsoft.com/office/drawing/2014/main" id="{12670BAD-1A01-23F3-D760-BA4FB8F5A681}"/>
                    </a:ext>
                  </a:extLst>
                </p14:cNvPr>
                <p14:cNvContentPartPr/>
                <p14:nvPr/>
              </p14:nvContentPartPr>
              <p14:xfrm>
                <a:off x="7715913" y="3576895"/>
                <a:ext cx="346680" cy="91080"/>
              </p14:xfrm>
            </p:contentPart>
          </mc:Choice>
          <mc:Fallback xmlns="">
            <p:pic>
              <p:nvPicPr>
                <p:cNvPr id="181" name="Ink 180">
                  <a:extLst>
                    <a:ext uri="{FF2B5EF4-FFF2-40B4-BE49-F238E27FC236}">
                      <a16:creationId xmlns:a16="http://schemas.microsoft.com/office/drawing/2014/main" id="{12670BAD-1A01-23F3-D760-BA4FB8F5A681}"/>
                    </a:ext>
                  </a:extLst>
                </p:cNvPr>
                <p:cNvPicPr/>
                <p:nvPr/>
              </p:nvPicPr>
              <p:blipFill>
                <a:blip r:embed="rId319"/>
                <a:stretch>
                  <a:fillRect/>
                </a:stretch>
              </p:blipFill>
              <p:spPr>
                <a:xfrm>
                  <a:off x="7706913" y="3567895"/>
                  <a:ext cx="36432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82" name="Ink 181">
                  <a:extLst>
                    <a:ext uri="{FF2B5EF4-FFF2-40B4-BE49-F238E27FC236}">
                      <a16:creationId xmlns:a16="http://schemas.microsoft.com/office/drawing/2014/main" id="{58D02A56-2DFC-192E-0322-ED7C0589080A}"/>
                    </a:ext>
                  </a:extLst>
                </p14:cNvPr>
                <p14:cNvContentPartPr/>
                <p14:nvPr/>
              </p14:nvContentPartPr>
              <p14:xfrm>
                <a:off x="8097153" y="3502015"/>
                <a:ext cx="138240" cy="149400"/>
              </p14:xfrm>
            </p:contentPart>
          </mc:Choice>
          <mc:Fallback xmlns="">
            <p:pic>
              <p:nvPicPr>
                <p:cNvPr id="182" name="Ink 181">
                  <a:extLst>
                    <a:ext uri="{FF2B5EF4-FFF2-40B4-BE49-F238E27FC236}">
                      <a16:creationId xmlns:a16="http://schemas.microsoft.com/office/drawing/2014/main" id="{58D02A56-2DFC-192E-0322-ED7C0589080A}"/>
                    </a:ext>
                  </a:extLst>
                </p:cNvPr>
                <p:cNvPicPr/>
                <p:nvPr/>
              </p:nvPicPr>
              <p:blipFill>
                <a:blip r:embed="rId321"/>
                <a:stretch>
                  <a:fillRect/>
                </a:stretch>
              </p:blipFill>
              <p:spPr>
                <a:xfrm>
                  <a:off x="8088176" y="3493015"/>
                  <a:ext cx="155834"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83" name="Ink 182">
                  <a:extLst>
                    <a:ext uri="{FF2B5EF4-FFF2-40B4-BE49-F238E27FC236}">
                      <a16:creationId xmlns:a16="http://schemas.microsoft.com/office/drawing/2014/main" id="{B3575709-EC13-8FB4-1B5D-11E93A9A4543}"/>
                    </a:ext>
                  </a:extLst>
                </p14:cNvPr>
                <p14:cNvContentPartPr/>
                <p14:nvPr/>
              </p14:nvContentPartPr>
              <p14:xfrm>
                <a:off x="8085633" y="3557815"/>
                <a:ext cx="176040" cy="39600"/>
              </p14:xfrm>
            </p:contentPart>
          </mc:Choice>
          <mc:Fallback xmlns="">
            <p:pic>
              <p:nvPicPr>
                <p:cNvPr id="183" name="Ink 182">
                  <a:extLst>
                    <a:ext uri="{FF2B5EF4-FFF2-40B4-BE49-F238E27FC236}">
                      <a16:creationId xmlns:a16="http://schemas.microsoft.com/office/drawing/2014/main" id="{B3575709-EC13-8FB4-1B5D-11E93A9A4543}"/>
                    </a:ext>
                  </a:extLst>
                </p:cNvPr>
                <p:cNvPicPr/>
                <p:nvPr/>
              </p:nvPicPr>
              <p:blipFill>
                <a:blip r:embed="rId323"/>
                <a:stretch>
                  <a:fillRect/>
                </a:stretch>
              </p:blipFill>
              <p:spPr>
                <a:xfrm>
                  <a:off x="8076633" y="3548815"/>
                  <a:ext cx="1936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84" name="Ink 183">
                  <a:extLst>
                    <a:ext uri="{FF2B5EF4-FFF2-40B4-BE49-F238E27FC236}">
                      <a16:creationId xmlns:a16="http://schemas.microsoft.com/office/drawing/2014/main" id="{2E937C5F-A26C-FC15-6C28-D8AD5E35360D}"/>
                    </a:ext>
                  </a:extLst>
                </p14:cNvPr>
                <p14:cNvContentPartPr/>
                <p14:nvPr/>
              </p14:nvContentPartPr>
              <p14:xfrm>
                <a:off x="6762273" y="4216975"/>
                <a:ext cx="260280" cy="248400"/>
              </p14:xfrm>
            </p:contentPart>
          </mc:Choice>
          <mc:Fallback xmlns="">
            <p:pic>
              <p:nvPicPr>
                <p:cNvPr id="184" name="Ink 183">
                  <a:extLst>
                    <a:ext uri="{FF2B5EF4-FFF2-40B4-BE49-F238E27FC236}">
                      <a16:creationId xmlns:a16="http://schemas.microsoft.com/office/drawing/2014/main" id="{2E937C5F-A26C-FC15-6C28-D8AD5E35360D}"/>
                    </a:ext>
                  </a:extLst>
                </p:cNvPr>
                <p:cNvPicPr/>
                <p:nvPr/>
              </p:nvPicPr>
              <p:blipFill>
                <a:blip r:embed="rId325"/>
                <a:stretch>
                  <a:fillRect/>
                </a:stretch>
              </p:blipFill>
              <p:spPr>
                <a:xfrm>
                  <a:off x="6753285" y="4207975"/>
                  <a:ext cx="277896"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85" name="Ink 184">
                  <a:extLst>
                    <a:ext uri="{FF2B5EF4-FFF2-40B4-BE49-F238E27FC236}">
                      <a16:creationId xmlns:a16="http://schemas.microsoft.com/office/drawing/2014/main" id="{5E1D322B-7079-F32A-306F-00E626B5FCF4}"/>
                    </a:ext>
                  </a:extLst>
                </p14:cNvPr>
                <p14:cNvContentPartPr/>
                <p14:nvPr/>
              </p14:nvContentPartPr>
              <p14:xfrm>
                <a:off x="7147833" y="4279975"/>
                <a:ext cx="84600" cy="21960"/>
              </p14:xfrm>
            </p:contentPart>
          </mc:Choice>
          <mc:Fallback xmlns="">
            <p:pic>
              <p:nvPicPr>
                <p:cNvPr id="185" name="Ink 184">
                  <a:extLst>
                    <a:ext uri="{FF2B5EF4-FFF2-40B4-BE49-F238E27FC236}">
                      <a16:creationId xmlns:a16="http://schemas.microsoft.com/office/drawing/2014/main" id="{5E1D322B-7079-F32A-306F-00E626B5FCF4}"/>
                    </a:ext>
                  </a:extLst>
                </p:cNvPr>
                <p:cNvPicPr/>
                <p:nvPr/>
              </p:nvPicPr>
              <p:blipFill>
                <a:blip r:embed="rId327"/>
                <a:stretch>
                  <a:fillRect/>
                </a:stretch>
              </p:blipFill>
              <p:spPr>
                <a:xfrm>
                  <a:off x="7138795" y="4271120"/>
                  <a:ext cx="102315" cy="39315"/>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86" name="Ink 185">
                  <a:extLst>
                    <a:ext uri="{FF2B5EF4-FFF2-40B4-BE49-F238E27FC236}">
                      <a16:creationId xmlns:a16="http://schemas.microsoft.com/office/drawing/2014/main" id="{E5229F99-1521-397C-E3F5-B40A2160E9B0}"/>
                    </a:ext>
                  </a:extLst>
                </p14:cNvPr>
                <p14:cNvContentPartPr/>
                <p14:nvPr/>
              </p14:nvContentPartPr>
              <p14:xfrm>
                <a:off x="7148553" y="4304455"/>
                <a:ext cx="114480" cy="29160"/>
              </p14:xfrm>
            </p:contentPart>
          </mc:Choice>
          <mc:Fallback xmlns="">
            <p:pic>
              <p:nvPicPr>
                <p:cNvPr id="186" name="Ink 185">
                  <a:extLst>
                    <a:ext uri="{FF2B5EF4-FFF2-40B4-BE49-F238E27FC236}">
                      <a16:creationId xmlns:a16="http://schemas.microsoft.com/office/drawing/2014/main" id="{E5229F99-1521-397C-E3F5-B40A2160E9B0}"/>
                    </a:ext>
                  </a:extLst>
                </p:cNvPr>
                <p:cNvPicPr/>
                <p:nvPr/>
              </p:nvPicPr>
              <p:blipFill>
                <a:blip r:embed="rId329"/>
                <a:stretch>
                  <a:fillRect/>
                </a:stretch>
              </p:blipFill>
              <p:spPr>
                <a:xfrm>
                  <a:off x="7139553" y="4295455"/>
                  <a:ext cx="1321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87" name="Ink 186">
                  <a:extLst>
                    <a:ext uri="{FF2B5EF4-FFF2-40B4-BE49-F238E27FC236}">
                      <a16:creationId xmlns:a16="http://schemas.microsoft.com/office/drawing/2014/main" id="{57FE0FA0-30B0-3B23-C63B-F9B82EB9FBDA}"/>
                    </a:ext>
                  </a:extLst>
                </p14:cNvPr>
                <p14:cNvContentPartPr/>
                <p14:nvPr/>
              </p14:nvContentPartPr>
              <p14:xfrm>
                <a:off x="7397313" y="4120495"/>
                <a:ext cx="144360" cy="183600"/>
              </p14:xfrm>
            </p:contentPart>
          </mc:Choice>
          <mc:Fallback xmlns="">
            <p:pic>
              <p:nvPicPr>
                <p:cNvPr id="187" name="Ink 186">
                  <a:extLst>
                    <a:ext uri="{FF2B5EF4-FFF2-40B4-BE49-F238E27FC236}">
                      <a16:creationId xmlns:a16="http://schemas.microsoft.com/office/drawing/2014/main" id="{57FE0FA0-30B0-3B23-C63B-F9B82EB9FBDA}"/>
                    </a:ext>
                  </a:extLst>
                </p:cNvPr>
                <p:cNvPicPr/>
                <p:nvPr/>
              </p:nvPicPr>
              <p:blipFill>
                <a:blip r:embed="rId331"/>
                <a:stretch>
                  <a:fillRect/>
                </a:stretch>
              </p:blipFill>
              <p:spPr>
                <a:xfrm>
                  <a:off x="7388313" y="4111513"/>
                  <a:ext cx="162000" cy="201205"/>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88" name="Ink 187">
                  <a:extLst>
                    <a:ext uri="{FF2B5EF4-FFF2-40B4-BE49-F238E27FC236}">
                      <a16:creationId xmlns:a16="http://schemas.microsoft.com/office/drawing/2014/main" id="{CD8DB63C-2612-410F-AE9E-071B76853A1B}"/>
                    </a:ext>
                  </a:extLst>
                </p14:cNvPr>
                <p14:cNvContentPartPr/>
                <p14:nvPr/>
              </p14:nvContentPartPr>
              <p14:xfrm>
                <a:off x="7595673" y="4219135"/>
                <a:ext cx="2520" cy="6840"/>
              </p14:xfrm>
            </p:contentPart>
          </mc:Choice>
          <mc:Fallback xmlns="">
            <p:pic>
              <p:nvPicPr>
                <p:cNvPr id="188" name="Ink 187">
                  <a:extLst>
                    <a:ext uri="{FF2B5EF4-FFF2-40B4-BE49-F238E27FC236}">
                      <a16:creationId xmlns:a16="http://schemas.microsoft.com/office/drawing/2014/main" id="{CD8DB63C-2612-410F-AE9E-071B76853A1B}"/>
                    </a:ext>
                  </a:extLst>
                </p:cNvPr>
                <p:cNvPicPr/>
                <p:nvPr/>
              </p:nvPicPr>
              <p:blipFill>
                <a:blip r:embed="rId333"/>
                <a:stretch>
                  <a:fillRect/>
                </a:stretch>
              </p:blipFill>
              <p:spPr>
                <a:xfrm>
                  <a:off x="7587798" y="4210585"/>
                  <a:ext cx="17955" cy="23598"/>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89" name="Ink 188">
                  <a:extLst>
                    <a:ext uri="{FF2B5EF4-FFF2-40B4-BE49-F238E27FC236}">
                      <a16:creationId xmlns:a16="http://schemas.microsoft.com/office/drawing/2014/main" id="{F8B90462-22F8-2795-BE51-7EF0C41AD523}"/>
                    </a:ext>
                  </a:extLst>
                </p14:cNvPr>
                <p14:cNvContentPartPr/>
                <p14:nvPr/>
              </p14:nvContentPartPr>
              <p14:xfrm>
                <a:off x="7669833" y="4074775"/>
                <a:ext cx="116280" cy="189000"/>
              </p14:xfrm>
            </p:contentPart>
          </mc:Choice>
          <mc:Fallback xmlns="">
            <p:pic>
              <p:nvPicPr>
                <p:cNvPr id="189" name="Ink 188">
                  <a:extLst>
                    <a:ext uri="{FF2B5EF4-FFF2-40B4-BE49-F238E27FC236}">
                      <a16:creationId xmlns:a16="http://schemas.microsoft.com/office/drawing/2014/main" id="{F8B90462-22F8-2795-BE51-7EF0C41AD523}"/>
                    </a:ext>
                  </a:extLst>
                </p:cNvPr>
                <p:cNvPicPr/>
                <p:nvPr/>
              </p:nvPicPr>
              <p:blipFill>
                <a:blip r:embed="rId335"/>
                <a:stretch>
                  <a:fillRect/>
                </a:stretch>
              </p:blipFill>
              <p:spPr>
                <a:xfrm>
                  <a:off x="7660833" y="4065758"/>
                  <a:ext cx="133920" cy="206674"/>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90" name="Ink 189">
                  <a:extLst>
                    <a:ext uri="{FF2B5EF4-FFF2-40B4-BE49-F238E27FC236}">
                      <a16:creationId xmlns:a16="http://schemas.microsoft.com/office/drawing/2014/main" id="{0DDF38CF-D738-F7DA-0CB0-2C29AA57E46B}"/>
                    </a:ext>
                  </a:extLst>
                </p14:cNvPr>
                <p14:cNvContentPartPr/>
                <p14:nvPr/>
              </p14:nvContentPartPr>
              <p14:xfrm>
                <a:off x="7644273" y="4058215"/>
                <a:ext cx="229320" cy="190800"/>
              </p14:xfrm>
            </p:contentPart>
          </mc:Choice>
          <mc:Fallback xmlns="">
            <p:pic>
              <p:nvPicPr>
                <p:cNvPr id="190" name="Ink 189">
                  <a:extLst>
                    <a:ext uri="{FF2B5EF4-FFF2-40B4-BE49-F238E27FC236}">
                      <a16:creationId xmlns:a16="http://schemas.microsoft.com/office/drawing/2014/main" id="{0DDF38CF-D738-F7DA-0CB0-2C29AA57E46B}"/>
                    </a:ext>
                  </a:extLst>
                </p:cNvPr>
                <p:cNvPicPr/>
                <p:nvPr/>
              </p:nvPicPr>
              <p:blipFill>
                <a:blip r:embed="rId337"/>
                <a:stretch>
                  <a:fillRect/>
                </a:stretch>
              </p:blipFill>
              <p:spPr>
                <a:xfrm>
                  <a:off x="7635273" y="4049215"/>
                  <a:ext cx="24696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91" name="Ink 190">
                  <a:extLst>
                    <a:ext uri="{FF2B5EF4-FFF2-40B4-BE49-F238E27FC236}">
                      <a16:creationId xmlns:a16="http://schemas.microsoft.com/office/drawing/2014/main" id="{CE043693-293A-3420-24AA-314E8B372DA5}"/>
                    </a:ext>
                  </a:extLst>
                </p14:cNvPr>
                <p14:cNvContentPartPr/>
                <p14:nvPr/>
              </p14:nvContentPartPr>
              <p14:xfrm>
                <a:off x="7941633" y="4030135"/>
                <a:ext cx="51840" cy="143280"/>
              </p14:xfrm>
            </p:contentPart>
          </mc:Choice>
          <mc:Fallback xmlns="">
            <p:pic>
              <p:nvPicPr>
                <p:cNvPr id="191" name="Ink 190">
                  <a:extLst>
                    <a:ext uri="{FF2B5EF4-FFF2-40B4-BE49-F238E27FC236}">
                      <a16:creationId xmlns:a16="http://schemas.microsoft.com/office/drawing/2014/main" id="{CE043693-293A-3420-24AA-314E8B372DA5}"/>
                    </a:ext>
                  </a:extLst>
                </p:cNvPr>
                <p:cNvPicPr/>
                <p:nvPr/>
              </p:nvPicPr>
              <p:blipFill>
                <a:blip r:embed="rId339"/>
                <a:stretch>
                  <a:fillRect/>
                </a:stretch>
              </p:blipFill>
              <p:spPr>
                <a:xfrm>
                  <a:off x="7932633" y="4021112"/>
                  <a:ext cx="69480" cy="160964"/>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192" name="Ink 191">
                  <a:extLst>
                    <a:ext uri="{FF2B5EF4-FFF2-40B4-BE49-F238E27FC236}">
                      <a16:creationId xmlns:a16="http://schemas.microsoft.com/office/drawing/2014/main" id="{EB6C518A-6807-7880-C140-164C290CDDA3}"/>
                    </a:ext>
                  </a:extLst>
                </p14:cNvPr>
                <p14:cNvContentPartPr/>
                <p14:nvPr/>
              </p14:nvContentPartPr>
              <p14:xfrm>
                <a:off x="7975473" y="4047415"/>
                <a:ext cx="201240" cy="112680"/>
              </p14:xfrm>
            </p:contentPart>
          </mc:Choice>
          <mc:Fallback xmlns="">
            <p:pic>
              <p:nvPicPr>
                <p:cNvPr id="192" name="Ink 191">
                  <a:extLst>
                    <a:ext uri="{FF2B5EF4-FFF2-40B4-BE49-F238E27FC236}">
                      <a16:creationId xmlns:a16="http://schemas.microsoft.com/office/drawing/2014/main" id="{EB6C518A-6807-7880-C140-164C290CDDA3}"/>
                    </a:ext>
                  </a:extLst>
                </p:cNvPr>
                <p:cNvPicPr/>
                <p:nvPr/>
              </p:nvPicPr>
              <p:blipFill>
                <a:blip r:embed="rId341"/>
                <a:stretch>
                  <a:fillRect/>
                </a:stretch>
              </p:blipFill>
              <p:spPr>
                <a:xfrm>
                  <a:off x="7966489" y="4038444"/>
                  <a:ext cx="218849" cy="130264"/>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93" name="Ink 192">
                  <a:extLst>
                    <a:ext uri="{FF2B5EF4-FFF2-40B4-BE49-F238E27FC236}">
                      <a16:creationId xmlns:a16="http://schemas.microsoft.com/office/drawing/2014/main" id="{76EE39D7-E38B-20B7-CD1E-33E32FBF4D0F}"/>
                    </a:ext>
                  </a:extLst>
                </p14:cNvPr>
                <p14:cNvContentPartPr/>
                <p14:nvPr/>
              </p14:nvContentPartPr>
              <p14:xfrm>
                <a:off x="8151873" y="3983695"/>
                <a:ext cx="207000" cy="162360"/>
              </p14:xfrm>
            </p:contentPart>
          </mc:Choice>
          <mc:Fallback xmlns="">
            <p:pic>
              <p:nvPicPr>
                <p:cNvPr id="193" name="Ink 192">
                  <a:extLst>
                    <a:ext uri="{FF2B5EF4-FFF2-40B4-BE49-F238E27FC236}">
                      <a16:creationId xmlns:a16="http://schemas.microsoft.com/office/drawing/2014/main" id="{76EE39D7-E38B-20B7-CD1E-33E32FBF4D0F}"/>
                    </a:ext>
                  </a:extLst>
                </p:cNvPr>
                <p:cNvPicPr/>
                <p:nvPr/>
              </p:nvPicPr>
              <p:blipFill>
                <a:blip r:embed="rId343"/>
                <a:stretch>
                  <a:fillRect/>
                </a:stretch>
              </p:blipFill>
              <p:spPr>
                <a:xfrm>
                  <a:off x="8142873" y="3974695"/>
                  <a:ext cx="2246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194" name="Ink 193">
                  <a:extLst>
                    <a:ext uri="{FF2B5EF4-FFF2-40B4-BE49-F238E27FC236}">
                      <a16:creationId xmlns:a16="http://schemas.microsoft.com/office/drawing/2014/main" id="{F7BBF31F-2876-EBA4-E425-649CA8CF29DB}"/>
                    </a:ext>
                  </a:extLst>
                </p14:cNvPr>
                <p14:cNvContentPartPr/>
                <p14:nvPr/>
              </p14:nvContentPartPr>
              <p14:xfrm>
                <a:off x="6849033" y="4550335"/>
                <a:ext cx="183240" cy="223560"/>
              </p14:xfrm>
            </p:contentPart>
          </mc:Choice>
          <mc:Fallback xmlns="">
            <p:pic>
              <p:nvPicPr>
                <p:cNvPr id="194" name="Ink 193">
                  <a:extLst>
                    <a:ext uri="{FF2B5EF4-FFF2-40B4-BE49-F238E27FC236}">
                      <a16:creationId xmlns:a16="http://schemas.microsoft.com/office/drawing/2014/main" id="{F7BBF31F-2876-EBA4-E425-649CA8CF29DB}"/>
                    </a:ext>
                  </a:extLst>
                </p:cNvPr>
                <p:cNvPicPr/>
                <p:nvPr/>
              </p:nvPicPr>
              <p:blipFill>
                <a:blip r:embed="rId345"/>
                <a:stretch>
                  <a:fillRect/>
                </a:stretch>
              </p:blipFill>
              <p:spPr>
                <a:xfrm>
                  <a:off x="6840033" y="4541335"/>
                  <a:ext cx="20088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195" name="Ink 194">
                  <a:extLst>
                    <a:ext uri="{FF2B5EF4-FFF2-40B4-BE49-F238E27FC236}">
                      <a16:creationId xmlns:a16="http://schemas.microsoft.com/office/drawing/2014/main" id="{EAD6CC66-F446-6A56-4F28-29DDAE00BB6C}"/>
                    </a:ext>
                  </a:extLst>
                </p14:cNvPr>
                <p14:cNvContentPartPr/>
                <p14:nvPr/>
              </p14:nvContentPartPr>
              <p14:xfrm>
                <a:off x="6940473" y="4730695"/>
                <a:ext cx="117000" cy="145080"/>
              </p14:xfrm>
            </p:contentPart>
          </mc:Choice>
          <mc:Fallback xmlns="">
            <p:pic>
              <p:nvPicPr>
                <p:cNvPr id="195" name="Ink 194">
                  <a:extLst>
                    <a:ext uri="{FF2B5EF4-FFF2-40B4-BE49-F238E27FC236}">
                      <a16:creationId xmlns:a16="http://schemas.microsoft.com/office/drawing/2014/main" id="{EAD6CC66-F446-6A56-4F28-29DDAE00BB6C}"/>
                    </a:ext>
                  </a:extLst>
                </p:cNvPr>
                <p:cNvPicPr/>
                <p:nvPr/>
              </p:nvPicPr>
              <p:blipFill>
                <a:blip r:embed="rId347"/>
                <a:stretch>
                  <a:fillRect/>
                </a:stretch>
              </p:blipFill>
              <p:spPr>
                <a:xfrm>
                  <a:off x="6931501" y="4721695"/>
                  <a:ext cx="134586"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196" name="Ink 195">
                  <a:extLst>
                    <a:ext uri="{FF2B5EF4-FFF2-40B4-BE49-F238E27FC236}">
                      <a16:creationId xmlns:a16="http://schemas.microsoft.com/office/drawing/2014/main" id="{4A7D2188-0ACE-488D-E252-CAEABB7CD751}"/>
                    </a:ext>
                  </a:extLst>
                </p14:cNvPr>
                <p14:cNvContentPartPr/>
                <p14:nvPr/>
              </p14:nvContentPartPr>
              <p14:xfrm>
                <a:off x="7098153" y="4721695"/>
                <a:ext cx="169200" cy="94320"/>
              </p14:xfrm>
            </p:contentPart>
          </mc:Choice>
          <mc:Fallback xmlns="">
            <p:pic>
              <p:nvPicPr>
                <p:cNvPr id="196" name="Ink 195">
                  <a:extLst>
                    <a:ext uri="{FF2B5EF4-FFF2-40B4-BE49-F238E27FC236}">
                      <a16:creationId xmlns:a16="http://schemas.microsoft.com/office/drawing/2014/main" id="{4A7D2188-0ACE-488D-E252-CAEABB7CD751}"/>
                    </a:ext>
                  </a:extLst>
                </p:cNvPr>
                <p:cNvPicPr/>
                <p:nvPr/>
              </p:nvPicPr>
              <p:blipFill>
                <a:blip r:embed="rId349"/>
                <a:stretch>
                  <a:fillRect/>
                </a:stretch>
              </p:blipFill>
              <p:spPr>
                <a:xfrm>
                  <a:off x="7089153" y="4712695"/>
                  <a:ext cx="18684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197" name="Ink 196">
                  <a:extLst>
                    <a:ext uri="{FF2B5EF4-FFF2-40B4-BE49-F238E27FC236}">
                      <a16:creationId xmlns:a16="http://schemas.microsoft.com/office/drawing/2014/main" id="{DC802679-0F6F-BC83-3C33-6F7837D9006B}"/>
                    </a:ext>
                  </a:extLst>
                </p14:cNvPr>
                <p14:cNvContentPartPr/>
                <p14:nvPr/>
              </p14:nvContentPartPr>
              <p14:xfrm>
                <a:off x="7311993" y="4712695"/>
                <a:ext cx="55800" cy="79920"/>
              </p14:xfrm>
            </p:contentPart>
          </mc:Choice>
          <mc:Fallback xmlns="">
            <p:pic>
              <p:nvPicPr>
                <p:cNvPr id="197" name="Ink 196">
                  <a:extLst>
                    <a:ext uri="{FF2B5EF4-FFF2-40B4-BE49-F238E27FC236}">
                      <a16:creationId xmlns:a16="http://schemas.microsoft.com/office/drawing/2014/main" id="{DC802679-0F6F-BC83-3C33-6F7837D9006B}"/>
                    </a:ext>
                  </a:extLst>
                </p:cNvPr>
                <p:cNvPicPr/>
                <p:nvPr/>
              </p:nvPicPr>
              <p:blipFill>
                <a:blip r:embed="rId351"/>
                <a:stretch>
                  <a:fillRect/>
                </a:stretch>
              </p:blipFill>
              <p:spPr>
                <a:xfrm>
                  <a:off x="7302993" y="4703695"/>
                  <a:ext cx="7344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198" name="Ink 197">
                  <a:extLst>
                    <a:ext uri="{FF2B5EF4-FFF2-40B4-BE49-F238E27FC236}">
                      <a16:creationId xmlns:a16="http://schemas.microsoft.com/office/drawing/2014/main" id="{EEFCD6ED-7720-F8EE-A81E-3A843E48B295}"/>
                    </a:ext>
                  </a:extLst>
                </p14:cNvPr>
                <p14:cNvContentPartPr/>
                <p14:nvPr/>
              </p14:nvContentPartPr>
              <p14:xfrm>
                <a:off x="7386873" y="4666255"/>
                <a:ext cx="4680" cy="5400"/>
              </p14:xfrm>
            </p:contentPart>
          </mc:Choice>
          <mc:Fallback xmlns="">
            <p:pic>
              <p:nvPicPr>
                <p:cNvPr id="198" name="Ink 197">
                  <a:extLst>
                    <a:ext uri="{FF2B5EF4-FFF2-40B4-BE49-F238E27FC236}">
                      <a16:creationId xmlns:a16="http://schemas.microsoft.com/office/drawing/2014/main" id="{EEFCD6ED-7720-F8EE-A81E-3A843E48B295}"/>
                    </a:ext>
                  </a:extLst>
                </p:cNvPr>
                <p:cNvPicPr/>
                <p:nvPr/>
              </p:nvPicPr>
              <p:blipFill>
                <a:blip r:embed="rId307"/>
                <a:stretch>
                  <a:fillRect/>
                </a:stretch>
              </p:blipFill>
              <p:spPr>
                <a:xfrm>
                  <a:off x="7377873" y="4657255"/>
                  <a:ext cx="223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199" name="Ink 198">
                  <a:extLst>
                    <a:ext uri="{FF2B5EF4-FFF2-40B4-BE49-F238E27FC236}">
                      <a16:creationId xmlns:a16="http://schemas.microsoft.com/office/drawing/2014/main" id="{73717DA8-3829-376B-00AF-2FA6CFF3E11C}"/>
                    </a:ext>
                  </a:extLst>
                </p14:cNvPr>
                <p14:cNvContentPartPr/>
                <p14:nvPr/>
              </p14:nvContentPartPr>
              <p14:xfrm>
                <a:off x="7399113" y="4679215"/>
                <a:ext cx="88200" cy="78840"/>
              </p14:xfrm>
            </p:contentPart>
          </mc:Choice>
          <mc:Fallback xmlns="">
            <p:pic>
              <p:nvPicPr>
                <p:cNvPr id="199" name="Ink 198">
                  <a:extLst>
                    <a:ext uri="{FF2B5EF4-FFF2-40B4-BE49-F238E27FC236}">
                      <a16:creationId xmlns:a16="http://schemas.microsoft.com/office/drawing/2014/main" id="{73717DA8-3829-376B-00AF-2FA6CFF3E11C}"/>
                    </a:ext>
                  </a:extLst>
                </p:cNvPr>
                <p:cNvPicPr/>
                <p:nvPr/>
              </p:nvPicPr>
              <p:blipFill>
                <a:blip r:embed="rId354"/>
                <a:stretch>
                  <a:fillRect/>
                </a:stretch>
              </p:blipFill>
              <p:spPr>
                <a:xfrm>
                  <a:off x="7390113" y="4670215"/>
                  <a:ext cx="1058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00" name="Ink 199">
                  <a:extLst>
                    <a:ext uri="{FF2B5EF4-FFF2-40B4-BE49-F238E27FC236}">
                      <a16:creationId xmlns:a16="http://schemas.microsoft.com/office/drawing/2014/main" id="{D9B590FC-3DBD-047F-3F5E-FF53C04A5417}"/>
                    </a:ext>
                  </a:extLst>
                </p14:cNvPr>
                <p14:cNvContentPartPr/>
                <p14:nvPr/>
              </p14:nvContentPartPr>
              <p14:xfrm>
                <a:off x="7514673" y="4559335"/>
                <a:ext cx="81000" cy="65160"/>
              </p14:xfrm>
            </p:contentPart>
          </mc:Choice>
          <mc:Fallback xmlns="">
            <p:pic>
              <p:nvPicPr>
                <p:cNvPr id="200" name="Ink 199">
                  <a:extLst>
                    <a:ext uri="{FF2B5EF4-FFF2-40B4-BE49-F238E27FC236}">
                      <a16:creationId xmlns:a16="http://schemas.microsoft.com/office/drawing/2014/main" id="{D9B590FC-3DBD-047F-3F5E-FF53C04A5417}"/>
                    </a:ext>
                  </a:extLst>
                </p:cNvPr>
                <p:cNvPicPr/>
                <p:nvPr/>
              </p:nvPicPr>
              <p:blipFill>
                <a:blip r:embed="rId356"/>
                <a:stretch>
                  <a:fillRect/>
                </a:stretch>
              </p:blipFill>
              <p:spPr>
                <a:xfrm>
                  <a:off x="7505673" y="4550384"/>
                  <a:ext cx="98640" cy="82703"/>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01" name="Ink 200">
                  <a:extLst>
                    <a:ext uri="{FF2B5EF4-FFF2-40B4-BE49-F238E27FC236}">
                      <a16:creationId xmlns:a16="http://schemas.microsoft.com/office/drawing/2014/main" id="{2A170386-2952-93DD-BA4E-BDE878081CFE}"/>
                    </a:ext>
                  </a:extLst>
                </p14:cNvPr>
                <p14:cNvContentPartPr/>
                <p14:nvPr/>
              </p14:nvContentPartPr>
              <p14:xfrm>
                <a:off x="7749753" y="4454575"/>
                <a:ext cx="153000" cy="204840"/>
              </p14:xfrm>
            </p:contentPart>
          </mc:Choice>
          <mc:Fallback xmlns="">
            <p:pic>
              <p:nvPicPr>
                <p:cNvPr id="201" name="Ink 200">
                  <a:extLst>
                    <a:ext uri="{FF2B5EF4-FFF2-40B4-BE49-F238E27FC236}">
                      <a16:creationId xmlns:a16="http://schemas.microsoft.com/office/drawing/2014/main" id="{2A170386-2952-93DD-BA4E-BDE878081CFE}"/>
                    </a:ext>
                  </a:extLst>
                </p:cNvPr>
                <p:cNvPicPr/>
                <p:nvPr/>
              </p:nvPicPr>
              <p:blipFill>
                <a:blip r:embed="rId358"/>
                <a:stretch>
                  <a:fillRect/>
                </a:stretch>
              </p:blipFill>
              <p:spPr>
                <a:xfrm>
                  <a:off x="7740753" y="4445575"/>
                  <a:ext cx="17064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02" name="Ink 201">
                  <a:extLst>
                    <a:ext uri="{FF2B5EF4-FFF2-40B4-BE49-F238E27FC236}">
                      <a16:creationId xmlns:a16="http://schemas.microsoft.com/office/drawing/2014/main" id="{A6606A60-2767-0131-F2A0-C611F269C70A}"/>
                    </a:ext>
                  </a:extLst>
                </p14:cNvPr>
                <p14:cNvContentPartPr/>
                <p14:nvPr/>
              </p14:nvContentPartPr>
              <p14:xfrm>
                <a:off x="7942353" y="4557175"/>
                <a:ext cx="14760" cy="27720"/>
              </p14:xfrm>
            </p:contentPart>
          </mc:Choice>
          <mc:Fallback xmlns="">
            <p:pic>
              <p:nvPicPr>
                <p:cNvPr id="202" name="Ink 201">
                  <a:extLst>
                    <a:ext uri="{FF2B5EF4-FFF2-40B4-BE49-F238E27FC236}">
                      <a16:creationId xmlns:a16="http://schemas.microsoft.com/office/drawing/2014/main" id="{A6606A60-2767-0131-F2A0-C611F269C70A}"/>
                    </a:ext>
                  </a:extLst>
                </p:cNvPr>
                <p:cNvPicPr/>
                <p:nvPr/>
              </p:nvPicPr>
              <p:blipFill>
                <a:blip r:embed="rId360"/>
                <a:stretch>
                  <a:fillRect/>
                </a:stretch>
              </p:blipFill>
              <p:spPr>
                <a:xfrm>
                  <a:off x="7933353" y="4548175"/>
                  <a:ext cx="324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03" name="Ink 202">
                  <a:extLst>
                    <a:ext uri="{FF2B5EF4-FFF2-40B4-BE49-F238E27FC236}">
                      <a16:creationId xmlns:a16="http://schemas.microsoft.com/office/drawing/2014/main" id="{4A120BAB-19E3-01A1-04C3-FE919C98F3A0}"/>
                    </a:ext>
                  </a:extLst>
                </p14:cNvPr>
                <p14:cNvContentPartPr/>
                <p14:nvPr/>
              </p14:nvContentPartPr>
              <p14:xfrm>
                <a:off x="8034153" y="4458535"/>
                <a:ext cx="107640" cy="169200"/>
              </p14:xfrm>
            </p:contentPart>
          </mc:Choice>
          <mc:Fallback xmlns="">
            <p:pic>
              <p:nvPicPr>
                <p:cNvPr id="203" name="Ink 202">
                  <a:extLst>
                    <a:ext uri="{FF2B5EF4-FFF2-40B4-BE49-F238E27FC236}">
                      <a16:creationId xmlns:a16="http://schemas.microsoft.com/office/drawing/2014/main" id="{4A120BAB-19E3-01A1-04C3-FE919C98F3A0}"/>
                    </a:ext>
                  </a:extLst>
                </p:cNvPr>
                <p:cNvPicPr/>
                <p:nvPr/>
              </p:nvPicPr>
              <p:blipFill>
                <a:blip r:embed="rId362"/>
                <a:stretch>
                  <a:fillRect/>
                </a:stretch>
              </p:blipFill>
              <p:spPr>
                <a:xfrm>
                  <a:off x="8025153" y="4449554"/>
                  <a:ext cx="125280" cy="186803"/>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04" name="Ink 203">
                  <a:extLst>
                    <a:ext uri="{FF2B5EF4-FFF2-40B4-BE49-F238E27FC236}">
                      <a16:creationId xmlns:a16="http://schemas.microsoft.com/office/drawing/2014/main" id="{5097ACEB-D42C-7428-F6BC-1D93F4C58FE0}"/>
                    </a:ext>
                  </a:extLst>
                </p14:cNvPr>
                <p14:cNvContentPartPr/>
                <p14:nvPr/>
              </p14:nvContentPartPr>
              <p14:xfrm>
                <a:off x="8272833" y="4367455"/>
                <a:ext cx="190080" cy="219960"/>
              </p14:xfrm>
            </p:contentPart>
          </mc:Choice>
          <mc:Fallback xmlns="">
            <p:pic>
              <p:nvPicPr>
                <p:cNvPr id="204" name="Ink 203">
                  <a:extLst>
                    <a:ext uri="{FF2B5EF4-FFF2-40B4-BE49-F238E27FC236}">
                      <a16:creationId xmlns:a16="http://schemas.microsoft.com/office/drawing/2014/main" id="{5097ACEB-D42C-7428-F6BC-1D93F4C58FE0}"/>
                    </a:ext>
                  </a:extLst>
                </p:cNvPr>
                <p:cNvPicPr/>
                <p:nvPr/>
              </p:nvPicPr>
              <p:blipFill>
                <a:blip r:embed="rId364"/>
                <a:stretch>
                  <a:fillRect/>
                </a:stretch>
              </p:blipFill>
              <p:spPr>
                <a:xfrm>
                  <a:off x="8263833" y="4358455"/>
                  <a:ext cx="2077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05" name="Ink 204">
                  <a:extLst>
                    <a:ext uri="{FF2B5EF4-FFF2-40B4-BE49-F238E27FC236}">
                      <a16:creationId xmlns:a16="http://schemas.microsoft.com/office/drawing/2014/main" id="{07D9084F-8E2D-5FE1-56D5-8298FD400827}"/>
                    </a:ext>
                  </a:extLst>
                </p14:cNvPr>
                <p14:cNvContentPartPr/>
                <p14:nvPr/>
              </p14:nvContentPartPr>
              <p14:xfrm>
                <a:off x="8546433" y="4200055"/>
                <a:ext cx="186120" cy="500040"/>
              </p14:xfrm>
            </p:contentPart>
          </mc:Choice>
          <mc:Fallback xmlns="">
            <p:pic>
              <p:nvPicPr>
                <p:cNvPr id="205" name="Ink 204">
                  <a:extLst>
                    <a:ext uri="{FF2B5EF4-FFF2-40B4-BE49-F238E27FC236}">
                      <a16:creationId xmlns:a16="http://schemas.microsoft.com/office/drawing/2014/main" id="{07D9084F-8E2D-5FE1-56D5-8298FD400827}"/>
                    </a:ext>
                  </a:extLst>
                </p:cNvPr>
                <p:cNvPicPr/>
                <p:nvPr/>
              </p:nvPicPr>
              <p:blipFill>
                <a:blip r:embed="rId366"/>
                <a:stretch>
                  <a:fillRect/>
                </a:stretch>
              </p:blipFill>
              <p:spPr>
                <a:xfrm>
                  <a:off x="8537433" y="4191055"/>
                  <a:ext cx="203760" cy="51768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06" name="Ink 205">
                  <a:extLst>
                    <a:ext uri="{FF2B5EF4-FFF2-40B4-BE49-F238E27FC236}">
                      <a16:creationId xmlns:a16="http://schemas.microsoft.com/office/drawing/2014/main" id="{26C521D8-B60E-9F2D-8C83-02372335427E}"/>
                    </a:ext>
                  </a:extLst>
                </p14:cNvPr>
                <p14:cNvContentPartPr/>
                <p14:nvPr/>
              </p14:nvContentPartPr>
              <p14:xfrm>
                <a:off x="6164313" y="5171335"/>
                <a:ext cx="47520" cy="186480"/>
              </p14:xfrm>
            </p:contentPart>
          </mc:Choice>
          <mc:Fallback xmlns="">
            <p:pic>
              <p:nvPicPr>
                <p:cNvPr id="206" name="Ink 205">
                  <a:extLst>
                    <a:ext uri="{FF2B5EF4-FFF2-40B4-BE49-F238E27FC236}">
                      <a16:creationId xmlns:a16="http://schemas.microsoft.com/office/drawing/2014/main" id="{26C521D8-B60E-9F2D-8C83-02372335427E}"/>
                    </a:ext>
                  </a:extLst>
                </p:cNvPr>
                <p:cNvPicPr/>
                <p:nvPr/>
              </p:nvPicPr>
              <p:blipFill>
                <a:blip r:embed="rId368"/>
                <a:stretch>
                  <a:fillRect/>
                </a:stretch>
              </p:blipFill>
              <p:spPr>
                <a:xfrm>
                  <a:off x="6155313" y="5162335"/>
                  <a:ext cx="651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07" name="Ink 206">
                  <a:extLst>
                    <a:ext uri="{FF2B5EF4-FFF2-40B4-BE49-F238E27FC236}">
                      <a16:creationId xmlns:a16="http://schemas.microsoft.com/office/drawing/2014/main" id="{AA1A6A80-2A24-547B-2BE6-F4EAAB092A6D}"/>
                    </a:ext>
                  </a:extLst>
                </p14:cNvPr>
                <p14:cNvContentPartPr/>
                <p14:nvPr/>
              </p14:nvContentPartPr>
              <p14:xfrm>
                <a:off x="6205713" y="5138215"/>
                <a:ext cx="156600" cy="38160"/>
              </p14:xfrm>
            </p:contentPart>
          </mc:Choice>
          <mc:Fallback xmlns="">
            <p:pic>
              <p:nvPicPr>
                <p:cNvPr id="207" name="Ink 206">
                  <a:extLst>
                    <a:ext uri="{FF2B5EF4-FFF2-40B4-BE49-F238E27FC236}">
                      <a16:creationId xmlns:a16="http://schemas.microsoft.com/office/drawing/2014/main" id="{AA1A6A80-2A24-547B-2BE6-F4EAAB092A6D}"/>
                    </a:ext>
                  </a:extLst>
                </p:cNvPr>
                <p:cNvPicPr/>
                <p:nvPr/>
              </p:nvPicPr>
              <p:blipFill>
                <a:blip r:embed="rId370"/>
                <a:stretch>
                  <a:fillRect/>
                </a:stretch>
              </p:blipFill>
              <p:spPr>
                <a:xfrm>
                  <a:off x="6196713" y="5129215"/>
                  <a:ext cx="1742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08" name="Ink 207">
                  <a:extLst>
                    <a:ext uri="{FF2B5EF4-FFF2-40B4-BE49-F238E27FC236}">
                      <a16:creationId xmlns:a16="http://schemas.microsoft.com/office/drawing/2014/main" id="{30CEFA81-F43A-4535-A20D-2D655C0DEAC8}"/>
                    </a:ext>
                  </a:extLst>
                </p14:cNvPr>
                <p14:cNvContentPartPr/>
                <p14:nvPr/>
              </p14:nvContentPartPr>
              <p14:xfrm>
                <a:off x="6199593" y="5068015"/>
                <a:ext cx="595800" cy="246600"/>
              </p14:xfrm>
            </p:contentPart>
          </mc:Choice>
          <mc:Fallback xmlns="">
            <p:pic>
              <p:nvPicPr>
                <p:cNvPr id="208" name="Ink 207">
                  <a:extLst>
                    <a:ext uri="{FF2B5EF4-FFF2-40B4-BE49-F238E27FC236}">
                      <a16:creationId xmlns:a16="http://schemas.microsoft.com/office/drawing/2014/main" id="{30CEFA81-F43A-4535-A20D-2D655C0DEAC8}"/>
                    </a:ext>
                  </a:extLst>
                </p:cNvPr>
                <p:cNvPicPr/>
                <p:nvPr/>
              </p:nvPicPr>
              <p:blipFill>
                <a:blip r:embed="rId372"/>
                <a:stretch>
                  <a:fillRect/>
                </a:stretch>
              </p:blipFill>
              <p:spPr>
                <a:xfrm>
                  <a:off x="6190593" y="5059015"/>
                  <a:ext cx="61344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09" name="Ink 208">
                  <a:extLst>
                    <a:ext uri="{FF2B5EF4-FFF2-40B4-BE49-F238E27FC236}">
                      <a16:creationId xmlns:a16="http://schemas.microsoft.com/office/drawing/2014/main" id="{58493D67-26E6-66CC-D290-8099F768FEA4}"/>
                    </a:ext>
                  </a:extLst>
                </p14:cNvPr>
                <p14:cNvContentPartPr/>
                <p14:nvPr/>
              </p14:nvContentPartPr>
              <p14:xfrm>
                <a:off x="6605313" y="5048575"/>
                <a:ext cx="16920" cy="15840"/>
              </p14:xfrm>
            </p:contentPart>
          </mc:Choice>
          <mc:Fallback xmlns="">
            <p:pic>
              <p:nvPicPr>
                <p:cNvPr id="209" name="Ink 208">
                  <a:extLst>
                    <a:ext uri="{FF2B5EF4-FFF2-40B4-BE49-F238E27FC236}">
                      <a16:creationId xmlns:a16="http://schemas.microsoft.com/office/drawing/2014/main" id="{58493D67-26E6-66CC-D290-8099F768FEA4}"/>
                    </a:ext>
                  </a:extLst>
                </p:cNvPr>
                <p:cNvPicPr/>
                <p:nvPr/>
              </p:nvPicPr>
              <p:blipFill>
                <a:blip r:embed="rId374"/>
                <a:stretch>
                  <a:fillRect/>
                </a:stretch>
              </p:blipFill>
              <p:spPr>
                <a:xfrm>
                  <a:off x="6596313" y="5039775"/>
                  <a:ext cx="34560" cy="33088"/>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10" name="Ink 209">
                  <a:extLst>
                    <a:ext uri="{FF2B5EF4-FFF2-40B4-BE49-F238E27FC236}">
                      <a16:creationId xmlns:a16="http://schemas.microsoft.com/office/drawing/2014/main" id="{FE439100-75C2-B019-C33F-19A8D003629F}"/>
                    </a:ext>
                  </a:extLst>
                </p14:cNvPr>
                <p14:cNvContentPartPr/>
                <p14:nvPr/>
              </p14:nvContentPartPr>
              <p14:xfrm>
                <a:off x="7027953" y="5061535"/>
                <a:ext cx="139320" cy="223560"/>
              </p14:xfrm>
            </p:contentPart>
          </mc:Choice>
          <mc:Fallback xmlns="">
            <p:pic>
              <p:nvPicPr>
                <p:cNvPr id="210" name="Ink 209">
                  <a:extLst>
                    <a:ext uri="{FF2B5EF4-FFF2-40B4-BE49-F238E27FC236}">
                      <a16:creationId xmlns:a16="http://schemas.microsoft.com/office/drawing/2014/main" id="{FE439100-75C2-B019-C33F-19A8D003629F}"/>
                    </a:ext>
                  </a:extLst>
                </p:cNvPr>
                <p:cNvPicPr/>
                <p:nvPr/>
              </p:nvPicPr>
              <p:blipFill>
                <a:blip r:embed="rId376"/>
                <a:stretch>
                  <a:fillRect/>
                </a:stretch>
              </p:blipFill>
              <p:spPr>
                <a:xfrm>
                  <a:off x="7018930" y="5052535"/>
                  <a:ext cx="157006"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11" name="Ink 210">
                  <a:extLst>
                    <a:ext uri="{FF2B5EF4-FFF2-40B4-BE49-F238E27FC236}">
                      <a16:creationId xmlns:a16="http://schemas.microsoft.com/office/drawing/2014/main" id="{CF0F1EA5-4234-93EF-0ECE-2CFD5E3DAB83}"/>
                    </a:ext>
                  </a:extLst>
                </p14:cNvPr>
                <p14:cNvContentPartPr/>
                <p14:nvPr/>
              </p14:nvContentPartPr>
              <p14:xfrm>
                <a:off x="7064313" y="5029135"/>
                <a:ext cx="183240" cy="28080"/>
              </p14:xfrm>
            </p:contentPart>
          </mc:Choice>
          <mc:Fallback xmlns="">
            <p:pic>
              <p:nvPicPr>
                <p:cNvPr id="211" name="Ink 210">
                  <a:extLst>
                    <a:ext uri="{FF2B5EF4-FFF2-40B4-BE49-F238E27FC236}">
                      <a16:creationId xmlns:a16="http://schemas.microsoft.com/office/drawing/2014/main" id="{CF0F1EA5-4234-93EF-0ECE-2CFD5E3DAB83}"/>
                    </a:ext>
                  </a:extLst>
                </p:cNvPr>
                <p:cNvPicPr/>
                <p:nvPr/>
              </p:nvPicPr>
              <p:blipFill>
                <a:blip r:embed="rId378"/>
                <a:stretch>
                  <a:fillRect/>
                </a:stretch>
              </p:blipFill>
              <p:spPr>
                <a:xfrm>
                  <a:off x="7055313" y="5020135"/>
                  <a:ext cx="2008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12" name="Ink 211">
                  <a:extLst>
                    <a:ext uri="{FF2B5EF4-FFF2-40B4-BE49-F238E27FC236}">
                      <a16:creationId xmlns:a16="http://schemas.microsoft.com/office/drawing/2014/main" id="{3103DC7D-9739-E371-43A3-3E6A098F5916}"/>
                    </a:ext>
                  </a:extLst>
                </p14:cNvPr>
                <p14:cNvContentPartPr/>
                <p14:nvPr/>
              </p14:nvContentPartPr>
              <p14:xfrm>
                <a:off x="7255833" y="5145055"/>
                <a:ext cx="99000" cy="95760"/>
              </p14:xfrm>
            </p:contentPart>
          </mc:Choice>
          <mc:Fallback xmlns="">
            <p:pic>
              <p:nvPicPr>
                <p:cNvPr id="212" name="Ink 211">
                  <a:extLst>
                    <a:ext uri="{FF2B5EF4-FFF2-40B4-BE49-F238E27FC236}">
                      <a16:creationId xmlns:a16="http://schemas.microsoft.com/office/drawing/2014/main" id="{3103DC7D-9739-E371-43A3-3E6A098F5916}"/>
                    </a:ext>
                  </a:extLst>
                </p:cNvPr>
                <p:cNvPicPr/>
                <p:nvPr/>
              </p:nvPicPr>
              <p:blipFill>
                <a:blip r:embed="rId380"/>
                <a:stretch>
                  <a:fillRect/>
                </a:stretch>
              </p:blipFill>
              <p:spPr>
                <a:xfrm>
                  <a:off x="7246800" y="5136089"/>
                  <a:ext cx="116704" cy="113334"/>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13" name="Ink 212">
                  <a:extLst>
                    <a:ext uri="{FF2B5EF4-FFF2-40B4-BE49-F238E27FC236}">
                      <a16:creationId xmlns:a16="http://schemas.microsoft.com/office/drawing/2014/main" id="{B0D9807A-31DA-038B-BD8D-E7F7BC2BB794}"/>
                    </a:ext>
                  </a:extLst>
                </p14:cNvPr>
                <p14:cNvContentPartPr/>
                <p14:nvPr/>
              </p14:nvContentPartPr>
              <p14:xfrm>
                <a:off x="7468593" y="4905655"/>
                <a:ext cx="591840" cy="236520"/>
              </p14:xfrm>
            </p:contentPart>
          </mc:Choice>
          <mc:Fallback xmlns="">
            <p:pic>
              <p:nvPicPr>
                <p:cNvPr id="213" name="Ink 212">
                  <a:extLst>
                    <a:ext uri="{FF2B5EF4-FFF2-40B4-BE49-F238E27FC236}">
                      <a16:creationId xmlns:a16="http://schemas.microsoft.com/office/drawing/2014/main" id="{B0D9807A-31DA-038B-BD8D-E7F7BC2BB794}"/>
                    </a:ext>
                  </a:extLst>
                </p:cNvPr>
                <p:cNvPicPr/>
                <p:nvPr/>
              </p:nvPicPr>
              <p:blipFill>
                <a:blip r:embed="rId382"/>
                <a:stretch>
                  <a:fillRect/>
                </a:stretch>
              </p:blipFill>
              <p:spPr>
                <a:xfrm>
                  <a:off x="7459588" y="4896655"/>
                  <a:ext cx="609491"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14" name="Ink 213">
                  <a:extLst>
                    <a:ext uri="{FF2B5EF4-FFF2-40B4-BE49-F238E27FC236}">
                      <a16:creationId xmlns:a16="http://schemas.microsoft.com/office/drawing/2014/main" id="{1222B552-6704-872B-72D2-CAC735CC3C37}"/>
                    </a:ext>
                  </a:extLst>
                </p14:cNvPr>
                <p14:cNvContentPartPr/>
                <p14:nvPr/>
              </p14:nvContentPartPr>
              <p14:xfrm>
                <a:off x="8224953" y="4864255"/>
                <a:ext cx="164880" cy="172440"/>
              </p14:xfrm>
            </p:contentPart>
          </mc:Choice>
          <mc:Fallback xmlns="">
            <p:pic>
              <p:nvPicPr>
                <p:cNvPr id="214" name="Ink 213">
                  <a:extLst>
                    <a:ext uri="{FF2B5EF4-FFF2-40B4-BE49-F238E27FC236}">
                      <a16:creationId xmlns:a16="http://schemas.microsoft.com/office/drawing/2014/main" id="{1222B552-6704-872B-72D2-CAC735CC3C37}"/>
                    </a:ext>
                  </a:extLst>
                </p:cNvPr>
                <p:cNvPicPr/>
                <p:nvPr/>
              </p:nvPicPr>
              <p:blipFill>
                <a:blip r:embed="rId384"/>
                <a:stretch>
                  <a:fillRect/>
                </a:stretch>
              </p:blipFill>
              <p:spPr>
                <a:xfrm>
                  <a:off x="8215933" y="4855255"/>
                  <a:ext cx="182559"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15" name="Ink 214">
                  <a:extLst>
                    <a:ext uri="{FF2B5EF4-FFF2-40B4-BE49-F238E27FC236}">
                      <a16:creationId xmlns:a16="http://schemas.microsoft.com/office/drawing/2014/main" id="{1431D32F-33B4-B5CA-8E9B-0F6B4E3E01D4}"/>
                    </a:ext>
                  </a:extLst>
                </p14:cNvPr>
                <p14:cNvContentPartPr/>
                <p14:nvPr/>
              </p14:nvContentPartPr>
              <p14:xfrm>
                <a:off x="8326833" y="5014375"/>
                <a:ext cx="48600" cy="78120"/>
              </p14:xfrm>
            </p:contentPart>
          </mc:Choice>
          <mc:Fallback xmlns="">
            <p:pic>
              <p:nvPicPr>
                <p:cNvPr id="215" name="Ink 214">
                  <a:extLst>
                    <a:ext uri="{FF2B5EF4-FFF2-40B4-BE49-F238E27FC236}">
                      <a16:creationId xmlns:a16="http://schemas.microsoft.com/office/drawing/2014/main" id="{1431D32F-33B4-B5CA-8E9B-0F6B4E3E01D4}"/>
                    </a:ext>
                  </a:extLst>
                </p:cNvPr>
                <p:cNvPicPr/>
                <p:nvPr/>
              </p:nvPicPr>
              <p:blipFill>
                <a:blip r:embed="rId386"/>
                <a:stretch>
                  <a:fillRect/>
                </a:stretch>
              </p:blipFill>
              <p:spPr>
                <a:xfrm>
                  <a:off x="8317833" y="5005375"/>
                  <a:ext cx="6624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16" name="Ink 215">
                  <a:extLst>
                    <a:ext uri="{FF2B5EF4-FFF2-40B4-BE49-F238E27FC236}">
                      <a16:creationId xmlns:a16="http://schemas.microsoft.com/office/drawing/2014/main" id="{B2F74C89-6DC4-DF3E-0DEC-C2414A334D7A}"/>
                    </a:ext>
                  </a:extLst>
                </p14:cNvPr>
                <p14:cNvContentPartPr/>
                <p14:nvPr/>
              </p14:nvContentPartPr>
              <p14:xfrm>
                <a:off x="8447433" y="4951735"/>
                <a:ext cx="82800" cy="61200"/>
              </p14:xfrm>
            </p:contentPart>
          </mc:Choice>
          <mc:Fallback xmlns="">
            <p:pic>
              <p:nvPicPr>
                <p:cNvPr id="216" name="Ink 215">
                  <a:extLst>
                    <a:ext uri="{FF2B5EF4-FFF2-40B4-BE49-F238E27FC236}">
                      <a16:creationId xmlns:a16="http://schemas.microsoft.com/office/drawing/2014/main" id="{B2F74C89-6DC4-DF3E-0DEC-C2414A334D7A}"/>
                    </a:ext>
                  </a:extLst>
                </p:cNvPr>
                <p:cNvPicPr/>
                <p:nvPr/>
              </p:nvPicPr>
              <p:blipFill>
                <a:blip r:embed="rId388"/>
                <a:stretch>
                  <a:fillRect/>
                </a:stretch>
              </p:blipFill>
              <p:spPr>
                <a:xfrm>
                  <a:off x="8438472" y="4942735"/>
                  <a:ext cx="100364"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17" name="Ink 216">
                  <a:extLst>
                    <a:ext uri="{FF2B5EF4-FFF2-40B4-BE49-F238E27FC236}">
                      <a16:creationId xmlns:a16="http://schemas.microsoft.com/office/drawing/2014/main" id="{BFE90831-A841-E604-0370-54F2151DB617}"/>
                    </a:ext>
                  </a:extLst>
                </p14:cNvPr>
                <p14:cNvContentPartPr/>
                <p14:nvPr/>
              </p14:nvContentPartPr>
              <p14:xfrm>
                <a:off x="8578113" y="4834735"/>
                <a:ext cx="101520" cy="154800"/>
              </p14:xfrm>
            </p:contentPart>
          </mc:Choice>
          <mc:Fallback xmlns="">
            <p:pic>
              <p:nvPicPr>
                <p:cNvPr id="217" name="Ink 216">
                  <a:extLst>
                    <a:ext uri="{FF2B5EF4-FFF2-40B4-BE49-F238E27FC236}">
                      <a16:creationId xmlns:a16="http://schemas.microsoft.com/office/drawing/2014/main" id="{BFE90831-A841-E604-0370-54F2151DB617}"/>
                    </a:ext>
                  </a:extLst>
                </p:cNvPr>
                <p:cNvPicPr/>
                <p:nvPr/>
              </p:nvPicPr>
              <p:blipFill>
                <a:blip r:embed="rId390"/>
                <a:stretch>
                  <a:fillRect/>
                </a:stretch>
              </p:blipFill>
              <p:spPr>
                <a:xfrm>
                  <a:off x="8569113" y="4825735"/>
                  <a:ext cx="1191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18" name="Ink 217">
                  <a:extLst>
                    <a:ext uri="{FF2B5EF4-FFF2-40B4-BE49-F238E27FC236}">
                      <a16:creationId xmlns:a16="http://schemas.microsoft.com/office/drawing/2014/main" id="{CEF71A44-8B74-6BC3-2745-9167ED7F3ECA}"/>
                    </a:ext>
                  </a:extLst>
                </p14:cNvPr>
                <p14:cNvContentPartPr/>
                <p14:nvPr/>
              </p14:nvContentPartPr>
              <p14:xfrm>
                <a:off x="8583153" y="4786495"/>
                <a:ext cx="393120" cy="179280"/>
              </p14:xfrm>
            </p:contentPart>
          </mc:Choice>
          <mc:Fallback xmlns="">
            <p:pic>
              <p:nvPicPr>
                <p:cNvPr id="218" name="Ink 217">
                  <a:extLst>
                    <a:ext uri="{FF2B5EF4-FFF2-40B4-BE49-F238E27FC236}">
                      <a16:creationId xmlns:a16="http://schemas.microsoft.com/office/drawing/2014/main" id="{CEF71A44-8B74-6BC3-2745-9167ED7F3ECA}"/>
                    </a:ext>
                  </a:extLst>
                </p:cNvPr>
                <p:cNvPicPr/>
                <p:nvPr/>
              </p:nvPicPr>
              <p:blipFill>
                <a:blip r:embed="rId392"/>
                <a:stretch>
                  <a:fillRect/>
                </a:stretch>
              </p:blipFill>
              <p:spPr>
                <a:xfrm>
                  <a:off x="8574161" y="4777495"/>
                  <a:ext cx="410744"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19" name="Ink 218">
                  <a:extLst>
                    <a:ext uri="{FF2B5EF4-FFF2-40B4-BE49-F238E27FC236}">
                      <a16:creationId xmlns:a16="http://schemas.microsoft.com/office/drawing/2014/main" id="{8B503CD0-7E69-3F9F-4BA4-54AC9FA8B904}"/>
                    </a:ext>
                  </a:extLst>
                </p14:cNvPr>
                <p14:cNvContentPartPr/>
                <p14:nvPr/>
              </p14:nvContentPartPr>
              <p14:xfrm>
                <a:off x="7097073" y="5416495"/>
                <a:ext cx="174600" cy="315000"/>
              </p14:xfrm>
            </p:contentPart>
          </mc:Choice>
          <mc:Fallback xmlns="">
            <p:pic>
              <p:nvPicPr>
                <p:cNvPr id="219" name="Ink 218">
                  <a:extLst>
                    <a:ext uri="{FF2B5EF4-FFF2-40B4-BE49-F238E27FC236}">
                      <a16:creationId xmlns:a16="http://schemas.microsoft.com/office/drawing/2014/main" id="{8B503CD0-7E69-3F9F-4BA4-54AC9FA8B904}"/>
                    </a:ext>
                  </a:extLst>
                </p:cNvPr>
                <p:cNvPicPr/>
                <p:nvPr/>
              </p:nvPicPr>
              <p:blipFill>
                <a:blip r:embed="rId394"/>
                <a:stretch>
                  <a:fillRect/>
                </a:stretch>
              </p:blipFill>
              <p:spPr>
                <a:xfrm>
                  <a:off x="7088073" y="5407495"/>
                  <a:ext cx="19224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20" name="Ink 219">
                  <a:extLst>
                    <a:ext uri="{FF2B5EF4-FFF2-40B4-BE49-F238E27FC236}">
                      <a16:creationId xmlns:a16="http://schemas.microsoft.com/office/drawing/2014/main" id="{64DB6DAD-8E4C-1D90-F6DF-B8255CD54810}"/>
                    </a:ext>
                  </a:extLst>
                </p14:cNvPr>
                <p14:cNvContentPartPr/>
                <p14:nvPr/>
              </p14:nvContentPartPr>
              <p14:xfrm>
                <a:off x="7313073" y="5516215"/>
                <a:ext cx="112680" cy="121680"/>
              </p14:xfrm>
            </p:contentPart>
          </mc:Choice>
          <mc:Fallback xmlns="">
            <p:pic>
              <p:nvPicPr>
                <p:cNvPr id="220" name="Ink 219">
                  <a:extLst>
                    <a:ext uri="{FF2B5EF4-FFF2-40B4-BE49-F238E27FC236}">
                      <a16:creationId xmlns:a16="http://schemas.microsoft.com/office/drawing/2014/main" id="{64DB6DAD-8E4C-1D90-F6DF-B8255CD54810}"/>
                    </a:ext>
                  </a:extLst>
                </p:cNvPr>
                <p:cNvPicPr/>
                <p:nvPr/>
              </p:nvPicPr>
              <p:blipFill>
                <a:blip r:embed="rId396"/>
                <a:stretch>
                  <a:fillRect/>
                </a:stretch>
              </p:blipFill>
              <p:spPr>
                <a:xfrm>
                  <a:off x="7304073" y="5507215"/>
                  <a:ext cx="13032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21" name="Ink 220">
                  <a:extLst>
                    <a:ext uri="{FF2B5EF4-FFF2-40B4-BE49-F238E27FC236}">
                      <a16:creationId xmlns:a16="http://schemas.microsoft.com/office/drawing/2014/main" id="{6D4E635C-141C-55CB-AECD-B65EB7CBD42C}"/>
                    </a:ext>
                  </a:extLst>
                </p14:cNvPr>
                <p14:cNvContentPartPr/>
                <p14:nvPr/>
              </p14:nvContentPartPr>
              <p14:xfrm>
                <a:off x="7309473" y="5443495"/>
                <a:ext cx="189720" cy="167760"/>
              </p14:xfrm>
            </p:contentPart>
          </mc:Choice>
          <mc:Fallback xmlns="">
            <p:pic>
              <p:nvPicPr>
                <p:cNvPr id="221" name="Ink 220">
                  <a:extLst>
                    <a:ext uri="{FF2B5EF4-FFF2-40B4-BE49-F238E27FC236}">
                      <a16:creationId xmlns:a16="http://schemas.microsoft.com/office/drawing/2014/main" id="{6D4E635C-141C-55CB-AECD-B65EB7CBD42C}"/>
                    </a:ext>
                  </a:extLst>
                </p:cNvPr>
                <p:cNvPicPr/>
                <p:nvPr/>
              </p:nvPicPr>
              <p:blipFill>
                <a:blip r:embed="rId398"/>
                <a:stretch>
                  <a:fillRect/>
                </a:stretch>
              </p:blipFill>
              <p:spPr>
                <a:xfrm>
                  <a:off x="7300473" y="5434495"/>
                  <a:ext cx="20736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22" name="Ink 221">
                  <a:extLst>
                    <a:ext uri="{FF2B5EF4-FFF2-40B4-BE49-F238E27FC236}">
                      <a16:creationId xmlns:a16="http://schemas.microsoft.com/office/drawing/2014/main" id="{708A8289-3F49-3076-F7D8-6F1C2F994682}"/>
                    </a:ext>
                  </a:extLst>
                </p14:cNvPr>
                <p14:cNvContentPartPr/>
                <p14:nvPr/>
              </p14:nvContentPartPr>
              <p14:xfrm>
                <a:off x="7342953" y="5455375"/>
                <a:ext cx="381960" cy="117000"/>
              </p14:xfrm>
            </p:contentPart>
          </mc:Choice>
          <mc:Fallback xmlns="">
            <p:pic>
              <p:nvPicPr>
                <p:cNvPr id="222" name="Ink 221">
                  <a:extLst>
                    <a:ext uri="{FF2B5EF4-FFF2-40B4-BE49-F238E27FC236}">
                      <a16:creationId xmlns:a16="http://schemas.microsoft.com/office/drawing/2014/main" id="{708A8289-3F49-3076-F7D8-6F1C2F994682}"/>
                    </a:ext>
                  </a:extLst>
                </p:cNvPr>
                <p:cNvPicPr/>
                <p:nvPr/>
              </p:nvPicPr>
              <p:blipFill>
                <a:blip r:embed="rId400"/>
                <a:stretch>
                  <a:fillRect/>
                </a:stretch>
              </p:blipFill>
              <p:spPr>
                <a:xfrm>
                  <a:off x="7333945" y="5446347"/>
                  <a:ext cx="399617" cy="134694"/>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23" name="Ink 222">
                  <a:extLst>
                    <a:ext uri="{FF2B5EF4-FFF2-40B4-BE49-F238E27FC236}">
                      <a16:creationId xmlns:a16="http://schemas.microsoft.com/office/drawing/2014/main" id="{C0ED19DB-0E6A-BAAC-C3D9-596BC1723B91}"/>
                    </a:ext>
                  </a:extLst>
                </p14:cNvPr>
                <p14:cNvContentPartPr/>
                <p14:nvPr/>
              </p14:nvContentPartPr>
              <p14:xfrm>
                <a:off x="7815633" y="5377255"/>
                <a:ext cx="55800" cy="119880"/>
              </p14:xfrm>
            </p:contentPart>
          </mc:Choice>
          <mc:Fallback xmlns="">
            <p:pic>
              <p:nvPicPr>
                <p:cNvPr id="223" name="Ink 222">
                  <a:extLst>
                    <a:ext uri="{FF2B5EF4-FFF2-40B4-BE49-F238E27FC236}">
                      <a16:creationId xmlns:a16="http://schemas.microsoft.com/office/drawing/2014/main" id="{C0ED19DB-0E6A-BAAC-C3D9-596BC1723B91}"/>
                    </a:ext>
                  </a:extLst>
                </p:cNvPr>
                <p:cNvPicPr/>
                <p:nvPr/>
              </p:nvPicPr>
              <p:blipFill>
                <a:blip r:embed="rId402"/>
                <a:stretch>
                  <a:fillRect/>
                </a:stretch>
              </p:blipFill>
              <p:spPr>
                <a:xfrm>
                  <a:off x="7806633" y="5368282"/>
                  <a:ext cx="73440" cy="137467"/>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24" name="Ink 223">
                  <a:extLst>
                    <a:ext uri="{FF2B5EF4-FFF2-40B4-BE49-F238E27FC236}">
                      <a16:creationId xmlns:a16="http://schemas.microsoft.com/office/drawing/2014/main" id="{02DCF46A-A2AD-72F9-70DD-A681A85D3CE9}"/>
                    </a:ext>
                  </a:extLst>
                </p14:cNvPr>
                <p14:cNvContentPartPr/>
                <p14:nvPr/>
              </p14:nvContentPartPr>
              <p14:xfrm>
                <a:off x="8107593" y="5335495"/>
                <a:ext cx="142200" cy="172080"/>
              </p14:xfrm>
            </p:contentPart>
          </mc:Choice>
          <mc:Fallback xmlns="">
            <p:pic>
              <p:nvPicPr>
                <p:cNvPr id="224" name="Ink 223">
                  <a:extLst>
                    <a:ext uri="{FF2B5EF4-FFF2-40B4-BE49-F238E27FC236}">
                      <a16:creationId xmlns:a16="http://schemas.microsoft.com/office/drawing/2014/main" id="{02DCF46A-A2AD-72F9-70DD-A681A85D3CE9}"/>
                    </a:ext>
                  </a:extLst>
                </p:cNvPr>
                <p:cNvPicPr/>
                <p:nvPr/>
              </p:nvPicPr>
              <p:blipFill>
                <a:blip r:embed="rId404"/>
                <a:stretch>
                  <a:fillRect/>
                </a:stretch>
              </p:blipFill>
              <p:spPr>
                <a:xfrm>
                  <a:off x="8098593" y="5326495"/>
                  <a:ext cx="1598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25" name="Ink 224">
                  <a:extLst>
                    <a:ext uri="{FF2B5EF4-FFF2-40B4-BE49-F238E27FC236}">
                      <a16:creationId xmlns:a16="http://schemas.microsoft.com/office/drawing/2014/main" id="{44A7CC6D-D19D-4CB7-12F4-7351F7209706}"/>
                    </a:ext>
                  </a:extLst>
                </p14:cNvPr>
                <p14:cNvContentPartPr/>
                <p14:nvPr/>
              </p14:nvContentPartPr>
              <p14:xfrm>
                <a:off x="8083113" y="5304895"/>
                <a:ext cx="135720" cy="22320"/>
              </p14:xfrm>
            </p:contentPart>
          </mc:Choice>
          <mc:Fallback xmlns="">
            <p:pic>
              <p:nvPicPr>
                <p:cNvPr id="225" name="Ink 224">
                  <a:extLst>
                    <a:ext uri="{FF2B5EF4-FFF2-40B4-BE49-F238E27FC236}">
                      <a16:creationId xmlns:a16="http://schemas.microsoft.com/office/drawing/2014/main" id="{44A7CC6D-D19D-4CB7-12F4-7351F7209706}"/>
                    </a:ext>
                  </a:extLst>
                </p:cNvPr>
                <p:cNvPicPr/>
                <p:nvPr/>
              </p:nvPicPr>
              <p:blipFill>
                <a:blip r:embed="rId406"/>
                <a:stretch>
                  <a:fillRect/>
                </a:stretch>
              </p:blipFill>
              <p:spPr>
                <a:xfrm>
                  <a:off x="8074113" y="5295895"/>
                  <a:ext cx="1533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26" name="Ink 225">
                  <a:extLst>
                    <a:ext uri="{FF2B5EF4-FFF2-40B4-BE49-F238E27FC236}">
                      <a16:creationId xmlns:a16="http://schemas.microsoft.com/office/drawing/2014/main" id="{87DDC225-3CAD-E5B8-3C7B-9B205CDE755F}"/>
                    </a:ext>
                  </a:extLst>
                </p14:cNvPr>
                <p14:cNvContentPartPr/>
                <p14:nvPr/>
              </p14:nvContentPartPr>
              <p14:xfrm>
                <a:off x="8263473" y="5332615"/>
                <a:ext cx="187560" cy="195120"/>
              </p14:xfrm>
            </p:contentPart>
          </mc:Choice>
          <mc:Fallback xmlns="">
            <p:pic>
              <p:nvPicPr>
                <p:cNvPr id="226" name="Ink 225">
                  <a:extLst>
                    <a:ext uri="{FF2B5EF4-FFF2-40B4-BE49-F238E27FC236}">
                      <a16:creationId xmlns:a16="http://schemas.microsoft.com/office/drawing/2014/main" id="{87DDC225-3CAD-E5B8-3C7B-9B205CDE755F}"/>
                    </a:ext>
                  </a:extLst>
                </p:cNvPr>
                <p:cNvPicPr/>
                <p:nvPr/>
              </p:nvPicPr>
              <p:blipFill>
                <a:blip r:embed="rId408"/>
                <a:stretch>
                  <a:fillRect/>
                </a:stretch>
              </p:blipFill>
              <p:spPr>
                <a:xfrm>
                  <a:off x="8254473" y="5323615"/>
                  <a:ext cx="20520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27" name="Ink 226">
                  <a:extLst>
                    <a:ext uri="{FF2B5EF4-FFF2-40B4-BE49-F238E27FC236}">
                      <a16:creationId xmlns:a16="http://schemas.microsoft.com/office/drawing/2014/main" id="{2D17E77A-748A-2739-213F-2309B2E7070D}"/>
                    </a:ext>
                  </a:extLst>
                </p14:cNvPr>
                <p14:cNvContentPartPr/>
                <p14:nvPr/>
              </p14:nvContentPartPr>
              <p14:xfrm>
                <a:off x="8430153" y="5381575"/>
                <a:ext cx="37080" cy="4680"/>
              </p14:xfrm>
            </p:contentPart>
          </mc:Choice>
          <mc:Fallback xmlns="">
            <p:pic>
              <p:nvPicPr>
                <p:cNvPr id="227" name="Ink 226">
                  <a:extLst>
                    <a:ext uri="{FF2B5EF4-FFF2-40B4-BE49-F238E27FC236}">
                      <a16:creationId xmlns:a16="http://schemas.microsoft.com/office/drawing/2014/main" id="{2D17E77A-748A-2739-213F-2309B2E7070D}"/>
                    </a:ext>
                  </a:extLst>
                </p:cNvPr>
                <p:cNvPicPr/>
                <p:nvPr/>
              </p:nvPicPr>
              <p:blipFill>
                <a:blip r:embed="rId410"/>
                <a:stretch>
                  <a:fillRect/>
                </a:stretch>
              </p:blipFill>
              <p:spPr>
                <a:xfrm>
                  <a:off x="8421065" y="5372575"/>
                  <a:ext cx="54893"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28" name="Ink 227">
                  <a:extLst>
                    <a:ext uri="{FF2B5EF4-FFF2-40B4-BE49-F238E27FC236}">
                      <a16:creationId xmlns:a16="http://schemas.microsoft.com/office/drawing/2014/main" id="{7253D09E-98E4-1B45-823B-5289D4311D6C}"/>
                    </a:ext>
                  </a:extLst>
                </p14:cNvPr>
                <p14:cNvContentPartPr/>
                <p14:nvPr/>
              </p14:nvContentPartPr>
              <p14:xfrm>
                <a:off x="8547153" y="5208775"/>
                <a:ext cx="122400" cy="168120"/>
              </p14:xfrm>
            </p:contentPart>
          </mc:Choice>
          <mc:Fallback xmlns="">
            <p:pic>
              <p:nvPicPr>
                <p:cNvPr id="228" name="Ink 227">
                  <a:extLst>
                    <a:ext uri="{FF2B5EF4-FFF2-40B4-BE49-F238E27FC236}">
                      <a16:creationId xmlns:a16="http://schemas.microsoft.com/office/drawing/2014/main" id="{7253D09E-98E4-1B45-823B-5289D4311D6C}"/>
                    </a:ext>
                  </a:extLst>
                </p:cNvPr>
                <p:cNvPicPr/>
                <p:nvPr/>
              </p:nvPicPr>
              <p:blipFill>
                <a:blip r:embed="rId412"/>
                <a:stretch>
                  <a:fillRect/>
                </a:stretch>
              </p:blipFill>
              <p:spPr>
                <a:xfrm>
                  <a:off x="8538153" y="5199756"/>
                  <a:ext cx="140040" cy="185798"/>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29" name="Ink 228">
                  <a:extLst>
                    <a:ext uri="{FF2B5EF4-FFF2-40B4-BE49-F238E27FC236}">
                      <a16:creationId xmlns:a16="http://schemas.microsoft.com/office/drawing/2014/main" id="{6277F7AA-98E2-BFFB-56E1-D30FF08C3781}"/>
                    </a:ext>
                  </a:extLst>
                </p14:cNvPr>
                <p14:cNvContentPartPr/>
                <p14:nvPr/>
              </p14:nvContentPartPr>
              <p14:xfrm>
                <a:off x="8705553" y="5272495"/>
                <a:ext cx="6840" cy="34560"/>
              </p14:xfrm>
            </p:contentPart>
          </mc:Choice>
          <mc:Fallback xmlns="">
            <p:pic>
              <p:nvPicPr>
                <p:cNvPr id="229" name="Ink 228">
                  <a:extLst>
                    <a:ext uri="{FF2B5EF4-FFF2-40B4-BE49-F238E27FC236}">
                      <a16:creationId xmlns:a16="http://schemas.microsoft.com/office/drawing/2014/main" id="{6277F7AA-98E2-BFFB-56E1-D30FF08C3781}"/>
                    </a:ext>
                  </a:extLst>
                </p:cNvPr>
                <p:cNvPicPr/>
                <p:nvPr/>
              </p:nvPicPr>
              <p:blipFill>
                <a:blip r:embed="rId414"/>
                <a:stretch>
                  <a:fillRect/>
                </a:stretch>
              </p:blipFill>
              <p:spPr>
                <a:xfrm>
                  <a:off x="8696553" y="5263588"/>
                  <a:ext cx="24480" cy="52018"/>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30" name="Ink 229">
                  <a:extLst>
                    <a:ext uri="{FF2B5EF4-FFF2-40B4-BE49-F238E27FC236}">
                      <a16:creationId xmlns:a16="http://schemas.microsoft.com/office/drawing/2014/main" id="{0032C8C8-8B63-176C-AC60-2E3833163D32}"/>
                    </a:ext>
                  </a:extLst>
                </p14:cNvPr>
                <p14:cNvContentPartPr/>
                <p14:nvPr/>
              </p14:nvContentPartPr>
              <p14:xfrm>
                <a:off x="8769633" y="5180335"/>
                <a:ext cx="111960" cy="177120"/>
              </p14:xfrm>
            </p:contentPart>
          </mc:Choice>
          <mc:Fallback xmlns="">
            <p:pic>
              <p:nvPicPr>
                <p:cNvPr id="230" name="Ink 229">
                  <a:extLst>
                    <a:ext uri="{FF2B5EF4-FFF2-40B4-BE49-F238E27FC236}">
                      <a16:creationId xmlns:a16="http://schemas.microsoft.com/office/drawing/2014/main" id="{0032C8C8-8B63-176C-AC60-2E3833163D32}"/>
                    </a:ext>
                  </a:extLst>
                </p:cNvPr>
                <p:cNvPicPr/>
                <p:nvPr/>
              </p:nvPicPr>
              <p:blipFill>
                <a:blip r:embed="rId416"/>
                <a:stretch>
                  <a:fillRect/>
                </a:stretch>
              </p:blipFill>
              <p:spPr>
                <a:xfrm>
                  <a:off x="8760633" y="5171335"/>
                  <a:ext cx="1296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31" name="Ink 230">
                  <a:extLst>
                    <a:ext uri="{FF2B5EF4-FFF2-40B4-BE49-F238E27FC236}">
                      <a16:creationId xmlns:a16="http://schemas.microsoft.com/office/drawing/2014/main" id="{DE44F562-440A-0DDD-7538-72C32BC9E101}"/>
                    </a:ext>
                  </a:extLst>
                </p14:cNvPr>
                <p14:cNvContentPartPr/>
                <p14:nvPr/>
              </p14:nvContentPartPr>
              <p14:xfrm>
                <a:off x="8811033" y="5188255"/>
                <a:ext cx="95400" cy="155160"/>
              </p14:xfrm>
            </p:contentPart>
          </mc:Choice>
          <mc:Fallback xmlns="">
            <p:pic>
              <p:nvPicPr>
                <p:cNvPr id="231" name="Ink 230">
                  <a:extLst>
                    <a:ext uri="{FF2B5EF4-FFF2-40B4-BE49-F238E27FC236}">
                      <a16:creationId xmlns:a16="http://schemas.microsoft.com/office/drawing/2014/main" id="{DE44F562-440A-0DDD-7538-72C32BC9E101}"/>
                    </a:ext>
                  </a:extLst>
                </p:cNvPr>
                <p:cNvPicPr/>
                <p:nvPr/>
              </p:nvPicPr>
              <p:blipFill>
                <a:blip r:embed="rId418"/>
                <a:stretch>
                  <a:fillRect/>
                </a:stretch>
              </p:blipFill>
              <p:spPr>
                <a:xfrm>
                  <a:off x="8802033" y="5179276"/>
                  <a:ext cx="113040" cy="172759"/>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32" name="Ink 231">
                  <a:extLst>
                    <a:ext uri="{FF2B5EF4-FFF2-40B4-BE49-F238E27FC236}">
                      <a16:creationId xmlns:a16="http://schemas.microsoft.com/office/drawing/2014/main" id="{F8F8075D-44E5-F54A-55F6-C28307C52C00}"/>
                    </a:ext>
                  </a:extLst>
                </p14:cNvPr>
                <p14:cNvContentPartPr/>
                <p14:nvPr/>
              </p14:nvContentPartPr>
              <p14:xfrm>
                <a:off x="8891673" y="5269255"/>
                <a:ext cx="104400" cy="47520"/>
              </p14:xfrm>
            </p:contentPart>
          </mc:Choice>
          <mc:Fallback xmlns="">
            <p:pic>
              <p:nvPicPr>
                <p:cNvPr id="232" name="Ink 231">
                  <a:extLst>
                    <a:ext uri="{FF2B5EF4-FFF2-40B4-BE49-F238E27FC236}">
                      <a16:creationId xmlns:a16="http://schemas.microsoft.com/office/drawing/2014/main" id="{F8F8075D-44E5-F54A-55F6-C28307C52C00}"/>
                    </a:ext>
                  </a:extLst>
                </p:cNvPr>
                <p:cNvPicPr/>
                <p:nvPr/>
              </p:nvPicPr>
              <p:blipFill>
                <a:blip r:embed="rId420"/>
                <a:stretch>
                  <a:fillRect/>
                </a:stretch>
              </p:blipFill>
              <p:spPr>
                <a:xfrm>
                  <a:off x="8882673" y="5260255"/>
                  <a:ext cx="1220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33" name="Ink 232">
                  <a:extLst>
                    <a:ext uri="{FF2B5EF4-FFF2-40B4-BE49-F238E27FC236}">
                      <a16:creationId xmlns:a16="http://schemas.microsoft.com/office/drawing/2014/main" id="{2A4D96D2-1207-C64F-3271-F55B8A7DB773}"/>
                    </a:ext>
                  </a:extLst>
                </p14:cNvPr>
                <p14:cNvContentPartPr/>
                <p14:nvPr/>
              </p14:nvContentPartPr>
              <p14:xfrm>
                <a:off x="8914353" y="5074495"/>
                <a:ext cx="129600" cy="487440"/>
              </p14:xfrm>
            </p:contentPart>
          </mc:Choice>
          <mc:Fallback xmlns="">
            <p:pic>
              <p:nvPicPr>
                <p:cNvPr id="233" name="Ink 232">
                  <a:extLst>
                    <a:ext uri="{FF2B5EF4-FFF2-40B4-BE49-F238E27FC236}">
                      <a16:creationId xmlns:a16="http://schemas.microsoft.com/office/drawing/2014/main" id="{2A4D96D2-1207-C64F-3271-F55B8A7DB773}"/>
                    </a:ext>
                  </a:extLst>
                </p:cNvPr>
                <p:cNvPicPr/>
                <p:nvPr/>
              </p:nvPicPr>
              <p:blipFill>
                <a:blip r:embed="rId422"/>
                <a:stretch>
                  <a:fillRect/>
                </a:stretch>
              </p:blipFill>
              <p:spPr>
                <a:xfrm>
                  <a:off x="8905353" y="5065495"/>
                  <a:ext cx="147240" cy="50508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34" name="Ink 233">
                  <a:extLst>
                    <a:ext uri="{FF2B5EF4-FFF2-40B4-BE49-F238E27FC236}">
                      <a16:creationId xmlns:a16="http://schemas.microsoft.com/office/drawing/2014/main" id="{75AC8521-422B-F2A6-D1A8-981EA6F3DEC0}"/>
                    </a:ext>
                  </a:extLst>
                </p14:cNvPr>
                <p14:cNvContentPartPr/>
                <p14:nvPr/>
              </p14:nvContentPartPr>
              <p14:xfrm>
                <a:off x="8819673" y="5169175"/>
                <a:ext cx="94680" cy="187920"/>
              </p14:xfrm>
            </p:contentPart>
          </mc:Choice>
          <mc:Fallback xmlns="">
            <p:pic>
              <p:nvPicPr>
                <p:cNvPr id="234" name="Ink 233">
                  <a:extLst>
                    <a:ext uri="{FF2B5EF4-FFF2-40B4-BE49-F238E27FC236}">
                      <a16:creationId xmlns:a16="http://schemas.microsoft.com/office/drawing/2014/main" id="{75AC8521-422B-F2A6-D1A8-981EA6F3DEC0}"/>
                    </a:ext>
                  </a:extLst>
                </p:cNvPr>
                <p:cNvPicPr/>
                <p:nvPr/>
              </p:nvPicPr>
              <p:blipFill>
                <a:blip r:embed="rId424"/>
                <a:stretch>
                  <a:fillRect/>
                </a:stretch>
              </p:blipFill>
              <p:spPr>
                <a:xfrm>
                  <a:off x="8810673" y="5160175"/>
                  <a:ext cx="112320" cy="205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25">
            <p14:nvContentPartPr>
              <p14:cNvPr id="235" name="Ink 234">
                <a:extLst>
                  <a:ext uri="{FF2B5EF4-FFF2-40B4-BE49-F238E27FC236}">
                    <a16:creationId xmlns:a16="http://schemas.microsoft.com/office/drawing/2014/main" id="{15F80152-5B51-2818-2B52-6448A903C619}"/>
                  </a:ext>
                </a:extLst>
              </p14:cNvPr>
              <p14:cNvContentPartPr/>
              <p14:nvPr/>
            </p14:nvContentPartPr>
            <p14:xfrm>
              <a:off x="581760" y="1298520"/>
              <a:ext cx="11077200" cy="4529520"/>
            </p14:xfrm>
          </p:contentPart>
        </mc:Choice>
        <mc:Fallback>
          <p:pic>
            <p:nvPicPr>
              <p:cNvPr id="235" name="Ink 234">
                <a:extLst>
                  <a:ext uri="{FF2B5EF4-FFF2-40B4-BE49-F238E27FC236}">
                    <a16:creationId xmlns:a16="http://schemas.microsoft.com/office/drawing/2014/main" id="{15F80152-5B51-2818-2B52-6448A903C619}"/>
                  </a:ext>
                </a:extLst>
              </p:cNvPr>
              <p:cNvPicPr/>
              <p:nvPr/>
            </p:nvPicPr>
            <p:blipFill>
              <a:blip r:embed="rId426"/>
              <a:stretch>
                <a:fillRect/>
              </a:stretch>
            </p:blipFill>
            <p:spPr>
              <a:xfrm>
                <a:off x="572400" y="1289160"/>
                <a:ext cx="11095920" cy="4548240"/>
              </a:xfrm>
              <a:prstGeom prst="rect">
                <a:avLst/>
              </a:prstGeom>
            </p:spPr>
          </p:pic>
        </mc:Fallback>
      </mc:AlternateContent>
    </p:spTree>
    <p:extLst>
      <p:ext uri="{BB962C8B-B14F-4D97-AF65-F5344CB8AC3E}">
        <p14:creationId xmlns:p14="http://schemas.microsoft.com/office/powerpoint/2010/main" val="5668840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pPr marL="0" indent="0">
              <a:buNone/>
            </a:pPr>
            <a:r>
              <a:rPr lang="en-AU" sz="2800">
                <a:latin typeface="Arial" panose="020B0604020202020204" pitchFamily="34" charset="0"/>
                <a:cs typeface="Arial" panose="020B0604020202020204" pitchFamily="34" charset="0"/>
              </a:rPr>
              <a:t> </a:t>
            </a:r>
          </a:p>
          <a:p>
            <a:endParaRPr lang="en-AU" b="0" baseline="-25000">
              <a:latin typeface="+mn-lt"/>
            </a:endParaRPr>
          </a:p>
          <a:p>
            <a:endParaRPr lang="en-AU" baseline="-25000"/>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A69F388-0A35-935B-5AD2-E073B28DECB3}"/>
                  </a:ext>
                </a:extLst>
              </p14:cNvPr>
              <p14:cNvContentPartPr/>
              <p14:nvPr/>
            </p14:nvContentPartPr>
            <p14:xfrm>
              <a:off x="1448208" y="989928"/>
              <a:ext cx="122760" cy="1072080"/>
            </p14:xfrm>
          </p:contentPart>
        </mc:Choice>
        <mc:Fallback xmlns="">
          <p:pic>
            <p:nvPicPr>
              <p:cNvPr id="3" name="Ink 2">
                <a:extLst>
                  <a:ext uri="{FF2B5EF4-FFF2-40B4-BE49-F238E27FC236}">
                    <a16:creationId xmlns:a16="http://schemas.microsoft.com/office/drawing/2014/main" id="{3A69F388-0A35-935B-5AD2-E073B28DECB3}"/>
                  </a:ext>
                </a:extLst>
              </p:cNvPr>
              <p:cNvPicPr/>
              <p:nvPr/>
            </p:nvPicPr>
            <p:blipFill>
              <a:blip r:embed="rId4"/>
              <a:stretch>
                <a:fillRect/>
              </a:stretch>
            </p:blipFill>
            <p:spPr>
              <a:xfrm>
                <a:off x="1439208" y="980928"/>
                <a:ext cx="140400" cy="1089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8" name="Ink 57">
                <a:extLst>
                  <a:ext uri="{FF2B5EF4-FFF2-40B4-BE49-F238E27FC236}">
                    <a16:creationId xmlns:a16="http://schemas.microsoft.com/office/drawing/2014/main" id="{BCEF09EC-2EF5-AFA8-6140-C4F27CA31BB5}"/>
                  </a:ext>
                </a:extLst>
              </p14:cNvPr>
              <p14:cNvContentPartPr/>
              <p14:nvPr/>
            </p14:nvContentPartPr>
            <p14:xfrm>
              <a:off x="3666888" y="2344608"/>
              <a:ext cx="630000" cy="219240"/>
            </p14:xfrm>
          </p:contentPart>
        </mc:Choice>
        <mc:Fallback xmlns="">
          <p:pic>
            <p:nvPicPr>
              <p:cNvPr id="58" name="Ink 57">
                <a:extLst>
                  <a:ext uri="{FF2B5EF4-FFF2-40B4-BE49-F238E27FC236}">
                    <a16:creationId xmlns:a16="http://schemas.microsoft.com/office/drawing/2014/main" id="{BCEF09EC-2EF5-AFA8-6140-C4F27CA31BB5}"/>
                  </a:ext>
                </a:extLst>
              </p:cNvPr>
              <p:cNvPicPr/>
              <p:nvPr/>
            </p:nvPicPr>
            <p:blipFill>
              <a:blip r:embed="rId6"/>
              <a:stretch>
                <a:fillRect/>
              </a:stretch>
            </p:blipFill>
            <p:spPr>
              <a:xfrm>
                <a:off x="3657888" y="2335608"/>
                <a:ext cx="6476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9" name="Ink 58">
                <a:extLst>
                  <a:ext uri="{FF2B5EF4-FFF2-40B4-BE49-F238E27FC236}">
                    <a16:creationId xmlns:a16="http://schemas.microsoft.com/office/drawing/2014/main" id="{EC449A56-BA6E-EB76-8537-0A507C8F6048}"/>
                  </a:ext>
                </a:extLst>
              </p14:cNvPr>
              <p14:cNvContentPartPr/>
              <p14:nvPr/>
            </p14:nvContentPartPr>
            <p14:xfrm>
              <a:off x="4204008" y="1146888"/>
              <a:ext cx="122040" cy="1217520"/>
            </p14:xfrm>
          </p:contentPart>
        </mc:Choice>
        <mc:Fallback xmlns="">
          <p:pic>
            <p:nvPicPr>
              <p:cNvPr id="59" name="Ink 58">
                <a:extLst>
                  <a:ext uri="{FF2B5EF4-FFF2-40B4-BE49-F238E27FC236}">
                    <a16:creationId xmlns:a16="http://schemas.microsoft.com/office/drawing/2014/main" id="{EC449A56-BA6E-EB76-8537-0A507C8F6048}"/>
                  </a:ext>
                </a:extLst>
              </p:cNvPr>
              <p:cNvPicPr/>
              <p:nvPr/>
            </p:nvPicPr>
            <p:blipFill>
              <a:blip r:embed="rId8"/>
              <a:stretch>
                <a:fillRect/>
              </a:stretch>
            </p:blipFill>
            <p:spPr>
              <a:xfrm>
                <a:off x="4195034" y="1137888"/>
                <a:ext cx="139628" cy="1235160"/>
              </a:xfrm>
              <a:prstGeom prst="rect">
                <a:avLst/>
              </a:prstGeom>
            </p:spPr>
          </p:pic>
        </mc:Fallback>
      </mc:AlternateContent>
      <p:grpSp>
        <p:nvGrpSpPr>
          <p:cNvPr id="95" name="Group 94">
            <a:extLst>
              <a:ext uri="{FF2B5EF4-FFF2-40B4-BE49-F238E27FC236}">
                <a16:creationId xmlns:a16="http://schemas.microsoft.com/office/drawing/2014/main" id="{13B3E1C6-F80E-B76F-B1BE-FD6CB6D093D8}"/>
              </a:ext>
            </a:extLst>
          </p:cNvPr>
          <p:cNvGrpSpPr/>
          <p:nvPr/>
        </p:nvGrpSpPr>
        <p:grpSpPr>
          <a:xfrm>
            <a:off x="696888" y="1074888"/>
            <a:ext cx="5434200" cy="3410640"/>
            <a:chOff x="696888" y="1074888"/>
            <a:chExt cx="5434200" cy="3410640"/>
          </a:xfrm>
        </p:grpSpPr>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70B9C945-7FAD-854A-0393-18FB7402BC11}"/>
                    </a:ext>
                  </a:extLst>
                </p14:cNvPr>
                <p14:cNvContentPartPr/>
                <p14:nvPr/>
              </p14:nvContentPartPr>
              <p14:xfrm>
                <a:off x="1734408" y="1253088"/>
                <a:ext cx="45000" cy="310680"/>
              </p14:xfrm>
            </p:contentPart>
          </mc:Choice>
          <mc:Fallback xmlns="">
            <p:pic>
              <p:nvPicPr>
                <p:cNvPr id="8" name="Ink 7">
                  <a:extLst>
                    <a:ext uri="{FF2B5EF4-FFF2-40B4-BE49-F238E27FC236}">
                      <a16:creationId xmlns:a16="http://schemas.microsoft.com/office/drawing/2014/main" id="{70B9C945-7FAD-854A-0393-18FB7402BC11}"/>
                    </a:ext>
                  </a:extLst>
                </p:cNvPr>
                <p:cNvPicPr/>
                <p:nvPr/>
              </p:nvPicPr>
              <p:blipFill>
                <a:blip r:embed="rId10"/>
                <a:stretch>
                  <a:fillRect/>
                </a:stretch>
              </p:blipFill>
              <p:spPr>
                <a:xfrm>
                  <a:off x="1725408" y="1244088"/>
                  <a:ext cx="6264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37EAA271-E88D-3D48-3131-7922FC61DD98}"/>
                    </a:ext>
                  </a:extLst>
                </p14:cNvPr>
                <p14:cNvContentPartPr/>
                <p14:nvPr/>
              </p14:nvContentPartPr>
              <p14:xfrm>
                <a:off x="1745568" y="1244448"/>
                <a:ext cx="152640" cy="282960"/>
              </p14:xfrm>
            </p:contentPart>
          </mc:Choice>
          <mc:Fallback xmlns="">
            <p:pic>
              <p:nvPicPr>
                <p:cNvPr id="9" name="Ink 8">
                  <a:extLst>
                    <a:ext uri="{FF2B5EF4-FFF2-40B4-BE49-F238E27FC236}">
                      <a16:creationId xmlns:a16="http://schemas.microsoft.com/office/drawing/2014/main" id="{37EAA271-E88D-3D48-3131-7922FC61DD98}"/>
                    </a:ext>
                  </a:extLst>
                </p:cNvPr>
                <p:cNvPicPr/>
                <p:nvPr/>
              </p:nvPicPr>
              <p:blipFill>
                <a:blip r:embed="rId12"/>
                <a:stretch>
                  <a:fillRect/>
                </a:stretch>
              </p:blipFill>
              <p:spPr>
                <a:xfrm>
                  <a:off x="1736568" y="1235448"/>
                  <a:ext cx="17028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46EA3AB9-EA14-325F-4E39-75092468CC3E}"/>
                    </a:ext>
                  </a:extLst>
                </p14:cNvPr>
                <p14:cNvContentPartPr/>
                <p14:nvPr/>
              </p14:nvContentPartPr>
              <p14:xfrm>
                <a:off x="1897128" y="1507608"/>
                <a:ext cx="105840" cy="191880"/>
              </p14:xfrm>
            </p:contentPart>
          </mc:Choice>
          <mc:Fallback xmlns="">
            <p:pic>
              <p:nvPicPr>
                <p:cNvPr id="12" name="Ink 11">
                  <a:extLst>
                    <a:ext uri="{FF2B5EF4-FFF2-40B4-BE49-F238E27FC236}">
                      <a16:creationId xmlns:a16="http://schemas.microsoft.com/office/drawing/2014/main" id="{46EA3AB9-EA14-325F-4E39-75092468CC3E}"/>
                    </a:ext>
                  </a:extLst>
                </p:cNvPr>
                <p:cNvPicPr/>
                <p:nvPr/>
              </p:nvPicPr>
              <p:blipFill>
                <a:blip r:embed="rId14"/>
                <a:stretch>
                  <a:fillRect/>
                </a:stretch>
              </p:blipFill>
              <p:spPr>
                <a:xfrm>
                  <a:off x="1888128" y="1498608"/>
                  <a:ext cx="12348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20E7E3CE-9EBD-B05D-415F-1A77466D7856}"/>
                    </a:ext>
                  </a:extLst>
                </p14:cNvPr>
                <p14:cNvContentPartPr/>
                <p14:nvPr/>
              </p14:nvContentPartPr>
              <p14:xfrm>
                <a:off x="2037888" y="1568808"/>
                <a:ext cx="66960" cy="107280"/>
              </p14:xfrm>
            </p:contentPart>
          </mc:Choice>
          <mc:Fallback xmlns="">
            <p:pic>
              <p:nvPicPr>
                <p:cNvPr id="13" name="Ink 12">
                  <a:extLst>
                    <a:ext uri="{FF2B5EF4-FFF2-40B4-BE49-F238E27FC236}">
                      <a16:creationId xmlns:a16="http://schemas.microsoft.com/office/drawing/2014/main" id="{20E7E3CE-9EBD-B05D-415F-1A77466D7856}"/>
                    </a:ext>
                  </a:extLst>
                </p:cNvPr>
                <p:cNvPicPr/>
                <p:nvPr/>
              </p:nvPicPr>
              <p:blipFill>
                <a:blip r:embed="rId16"/>
                <a:stretch>
                  <a:fillRect/>
                </a:stretch>
              </p:blipFill>
              <p:spPr>
                <a:xfrm>
                  <a:off x="2028936" y="1559808"/>
                  <a:ext cx="84506"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10281237-3829-A355-F1E3-B873013D5BE5}"/>
                    </a:ext>
                  </a:extLst>
                </p14:cNvPr>
                <p14:cNvContentPartPr/>
                <p14:nvPr/>
              </p14:nvContentPartPr>
              <p14:xfrm>
                <a:off x="2054448" y="1569168"/>
                <a:ext cx="94680" cy="9000"/>
              </p14:xfrm>
            </p:contentPart>
          </mc:Choice>
          <mc:Fallback xmlns="">
            <p:pic>
              <p:nvPicPr>
                <p:cNvPr id="14" name="Ink 13">
                  <a:extLst>
                    <a:ext uri="{FF2B5EF4-FFF2-40B4-BE49-F238E27FC236}">
                      <a16:creationId xmlns:a16="http://schemas.microsoft.com/office/drawing/2014/main" id="{10281237-3829-A355-F1E3-B873013D5BE5}"/>
                    </a:ext>
                  </a:extLst>
                </p:cNvPr>
                <p:cNvPicPr/>
                <p:nvPr/>
              </p:nvPicPr>
              <p:blipFill>
                <a:blip r:embed="rId18"/>
                <a:stretch>
                  <a:fillRect/>
                </a:stretch>
              </p:blipFill>
              <p:spPr>
                <a:xfrm>
                  <a:off x="2045448" y="1560168"/>
                  <a:ext cx="1123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D919312C-1AA2-11D3-B179-2A6DD5FC1340}"/>
                    </a:ext>
                  </a:extLst>
                </p14:cNvPr>
                <p14:cNvContentPartPr/>
                <p14:nvPr/>
              </p14:nvContentPartPr>
              <p14:xfrm>
                <a:off x="2048688" y="1524168"/>
                <a:ext cx="127080" cy="18720"/>
              </p14:xfrm>
            </p:contentPart>
          </mc:Choice>
          <mc:Fallback xmlns="">
            <p:pic>
              <p:nvPicPr>
                <p:cNvPr id="15" name="Ink 14">
                  <a:extLst>
                    <a:ext uri="{FF2B5EF4-FFF2-40B4-BE49-F238E27FC236}">
                      <a16:creationId xmlns:a16="http://schemas.microsoft.com/office/drawing/2014/main" id="{D919312C-1AA2-11D3-B179-2A6DD5FC1340}"/>
                    </a:ext>
                  </a:extLst>
                </p:cNvPr>
                <p:cNvPicPr/>
                <p:nvPr/>
              </p:nvPicPr>
              <p:blipFill>
                <a:blip r:embed="rId20"/>
                <a:stretch>
                  <a:fillRect/>
                </a:stretch>
              </p:blipFill>
              <p:spPr>
                <a:xfrm>
                  <a:off x="2039662" y="1514992"/>
                  <a:ext cx="144770" cy="36706"/>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9316C4A9-0CC6-B14F-EA03-451006476C6C}"/>
                    </a:ext>
                  </a:extLst>
                </p14:cNvPr>
                <p14:cNvContentPartPr/>
                <p14:nvPr/>
              </p14:nvContentPartPr>
              <p14:xfrm>
                <a:off x="2184048" y="1508328"/>
                <a:ext cx="120600" cy="195120"/>
              </p14:xfrm>
            </p:contentPart>
          </mc:Choice>
          <mc:Fallback xmlns="">
            <p:pic>
              <p:nvPicPr>
                <p:cNvPr id="16" name="Ink 15">
                  <a:extLst>
                    <a:ext uri="{FF2B5EF4-FFF2-40B4-BE49-F238E27FC236}">
                      <a16:creationId xmlns:a16="http://schemas.microsoft.com/office/drawing/2014/main" id="{9316C4A9-0CC6-B14F-EA03-451006476C6C}"/>
                    </a:ext>
                  </a:extLst>
                </p:cNvPr>
                <p:cNvPicPr/>
                <p:nvPr/>
              </p:nvPicPr>
              <p:blipFill>
                <a:blip r:embed="rId22"/>
                <a:stretch>
                  <a:fillRect/>
                </a:stretch>
              </p:blipFill>
              <p:spPr>
                <a:xfrm>
                  <a:off x="2175048" y="1499311"/>
                  <a:ext cx="138240" cy="212793"/>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B8EB689B-F9E8-BC34-12E0-902645BBC1C2}"/>
                    </a:ext>
                  </a:extLst>
                </p14:cNvPr>
                <p14:cNvContentPartPr/>
                <p14:nvPr/>
              </p14:nvContentPartPr>
              <p14:xfrm>
                <a:off x="2199528" y="1585008"/>
                <a:ext cx="113040" cy="27360"/>
              </p14:xfrm>
            </p:contentPart>
          </mc:Choice>
          <mc:Fallback xmlns="">
            <p:pic>
              <p:nvPicPr>
                <p:cNvPr id="17" name="Ink 16">
                  <a:extLst>
                    <a:ext uri="{FF2B5EF4-FFF2-40B4-BE49-F238E27FC236}">
                      <a16:creationId xmlns:a16="http://schemas.microsoft.com/office/drawing/2014/main" id="{B8EB689B-F9E8-BC34-12E0-902645BBC1C2}"/>
                    </a:ext>
                  </a:extLst>
                </p:cNvPr>
                <p:cNvPicPr/>
                <p:nvPr/>
              </p:nvPicPr>
              <p:blipFill>
                <a:blip r:embed="rId24"/>
                <a:stretch>
                  <a:fillRect/>
                </a:stretch>
              </p:blipFill>
              <p:spPr>
                <a:xfrm>
                  <a:off x="2190528" y="1575888"/>
                  <a:ext cx="130680" cy="4523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5EBD136C-676B-CBD6-B34F-E6D51265BAA7}"/>
                    </a:ext>
                  </a:extLst>
                </p14:cNvPr>
                <p14:cNvContentPartPr/>
                <p14:nvPr/>
              </p14:nvContentPartPr>
              <p14:xfrm>
                <a:off x="1300248" y="1132128"/>
                <a:ext cx="30240" cy="442440"/>
              </p14:xfrm>
            </p:contentPart>
          </mc:Choice>
          <mc:Fallback xmlns="">
            <p:pic>
              <p:nvPicPr>
                <p:cNvPr id="19" name="Ink 18">
                  <a:extLst>
                    <a:ext uri="{FF2B5EF4-FFF2-40B4-BE49-F238E27FC236}">
                      <a16:creationId xmlns:a16="http://schemas.microsoft.com/office/drawing/2014/main" id="{5EBD136C-676B-CBD6-B34F-E6D51265BAA7}"/>
                    </a:ext>
                  </a:extLst>
                </p:cNvPr>
                <p:cNvPicPr/>
                <p:nvPr/>
              </p:nvPicPr>
              <p:blipFill>
                <a:blip r:embed="rId26"/>
                <a:stretch>
                  <a:fillRect/>
                </a:stretch>
              </p:blipFill>
              <p:spPr>
                <a:xfrm>
                  <a:off x="1291248" y="1123128"/>
                  <a:ext cx="47880" cy="460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E2683578-7C9F-5041-83C1-5E8273DF3B06}"/>
                    </a:ext>
                  </a:extLst>
                </p14:cNvPr>
                <p14:cNvContentPartPr/>
                <p14:nvPr/>
              </p14:nvContentPartPr>
              <p14:xfrm>
                <a:off x="1237608" y="1466568"/>
                <a:ext cx="147240" cy="180360"/>
              </p14:xfrm>
            </p:contentPart>
          </mc:Choice>
          <mc:Fallback xmlns="">
            <p:pic>
              <p:nvPicPr>
                <p:cNvPr id="20" name="Ink 19">
                  <a:extLst>
                    <a:ext uri="{FF2B5EF4-FFF2-40B4-BE49-F238E27FC236}">
                      <a16:creationId xmlns:a16="http://schemas.microsoft.com/office/drawing/2014/main" id="{E2683578-7C9F-5041-83C1-5E8273DF3B06}"/>
                    </a:ext>
                  </a:extLst>
                </p:cNvPr>
                <p:cNvPicPr/>
                <p:nvPr/>
              </p:nvPicPr>
              <p:blipFill>
                <a:blip r:embed="rId28"/>
                <a:stretch>
                  <a:fillRect/>
                </a:stretch>
              </p:blipFill>
              <p:spPr>
                <a:xfrm>
                  <a:off x="1228608" y="1457568"/>
                  <a:ext cx="1648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CD63E936-8661-0B30-C793-A0B3858D5FFF}"/>
                    </a:ext>
                  </a:extLst>
                </p14:cNvPr>
                <p14:cNvContentPartPr/>
                <p14:nvPr/>
              </p14:nvContentPartPr>
              <p14:xfrm>
                <a:off x="702648" y="1159848"/>
                <a:ext cx="152280" cy="315720"/>
              </p14:xfrm>
            </p:contentPart>
          </mc:Choice>
          <mc:Fallback xmlns="">
            <p:pic>
              <p:nvPicPr>
                <p:cNvPr id="22" name="Ink 21">
                  <a:extLst>
                    <a:ext uri="{FF2B5EF4-FFF2-40B4-BE49-F238E27FC236}">
                      <a16:creationId xmlns:a16="http://schemas.microsoft.com/office/drawing/2014/main" id="{CD63E936-8661-0B30-C793-A0B3858D5FFF}"/>
                    </a:ext>
                  </a:extLst>
                </p:cNvPr>
                <p:cNvPicPr/>
                <p:nvPr/>
              </p:nvPicPr>
              <p:blipFill>
                <a:blip r:embed="rId30"/>
                <a:stretch>
                  <a:fillRect/>
                </a:stretch>
              </p:blipFill>
              <p:spPr>
                <a:xfrm>
                  <a:off x="693648" y="1150848"/>
                  <a:ext cx="16992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755E3D7C-A401-C1B6-D28D-91EBEB3B20C3}"/>
                    </a:ext>
                  </a:extLst>
                </p14:cNvPr>
                <p14:cNvContentPartPr/>
                <p14:nvPr/>
              </p14:nvContentPartPr>
              <p14:xfrm>
                <a:off x="696888" y="1199448"/>
                <a:ext cx="164880" cy="38880"/>
              </p14:xfrm>
            </p:contentPart>
          </mc:Choice>
          <mc:Fallback xmlns="">
            <p:pic>
              <p:nvPicPr>
                <p:cNvPr id="23" name="Ink 22">
                  <a:extLst>
                    <a:ext uri="{FF2B5EF4-FFF2-40B4-BE49-F238E27FC236}">
                      <a16:creationId xmlns:a16="http://schemas.microsoft.com/office/drawing/2014/main" id="{755E3D7C-A401-C1B6-D28D-91EBEB3B20C3}"/>
                    </a:ext>
                  </a:extLst>
                </p:cNvPr>
                <p:cNvPicPr/>
                <p:nvPr/>
              </p:nvPicPr>
              <p:blipFill>
                <a:blip r:embed="rId32"/>
                <a:stretch>
                  <a:fillRect/>
                </a:stretch>
              </p:blipFill>
              <p:spPr>
                <a:xfrm>
                  <a:off x="687888" y="1190448"/>
                  <a:ext cx="1825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5C2B51A4-F755-5993-2742-A454809FC162}"/>
                    </a:ext>
                  </a:extLst>
                </p14:cNvPr>
                <p14:cNvContentPartPr/>
                <p14:nvPr/>
              </p14:nvContentPartPr>
              <p14:xfrm>
                <a:off x="840168" y="1397088"/>
                <a:ext cx="110880" cy="225360"/>
              </p14:xfrm>
            </p:contentPart>
          </mc:Choice>
          <mc:Fallback xmlns="">
            <p:pic>
              <p:nvPicPr>
                <p:cNvPr id="24" name="Ink 23">
                  <a:extLst>
                    <a:ext uri="{FF2B5EF4-FFF2-40B4-BE49-F238E27FC236}">
                      <a16:creationId xmlns:a16="http://schemas.microsoft.com/office/drawing/2014/main" id="{5C2B51A4-F755-5993-2742-A454809FC162}"/>
                    </a:ext>
                  </a:extLst>
                </p:cNvPr>
                <p:cNvPicPr/>
                <p:nvPr/>
              </p:nvPicPr>
              <p:blipFill>
                <a:blip r:embed="rId34"/>
                <a:stretch>
                  <a:fillRect/>
                </a:stretch>
              </p:blipFill>
              <p:spPr>
                <a:xfrm>
                  <a:off x="831168" y="1388074"/>
                  <a:ext cx="128520" cy="243028"/>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3F30E2F0-5861-2557-3AF7-8F03468A0707}"/>
                    </a:ext>
                  </a:extLst>
                </p14:cNvPr>
                <p14:cNvContentPartPr/>
                <p14:nvPr/>
              </p14:nvContentPartPr>
              <p14:xfrm>
                <a:off x="956808" y="1510128"/>
                <a:ext cx="55800" cy="113400"/>
              </p14:xfrm>
            </p:contentPart>
          </mc:Choice>
          <mc:Fallback xmlns="">
            <p:pic>
              <p:nvPicPr>
                <p:cNvPr id="25" name="Ink 24">
                  <a:extLst>
                    <a:ext uri="{FF2B5EF4-FFF2-40B4-BE49-F238E27FC236}">
                      <a16:creationId xmlns:a16="http://schemas.microsoft.com/office/drawing/2014/main" id="{3F30E2F0-5861-2557-3AF7-8F03468A0707}"/>
                    </a:ext>
                  </a:extLst>
                </p:cNvPr>
                <p:cNvPicPr/>
                <p:nvPr/>
              </p:nvPicPr>
              <p:blipFill>
                <a:blip r:embed="rId36"/>
                <a:stretch>
                  <a:fillRect/>
                </a:stretch>
              </p:blipFill>
              <p:spPr>
                <a:xfrm>
                  <a:off x="947808" y="1501099"/>
                  <a:ext cx="73440" cy="131096"/>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95DDECC0-996F-C42D-B11F-DD3EF2A5B8AC}"/>
                    </a:ext>
                  </a:extLst>
                </p14:cNvPr>
                <p14:cNvContentPartPr/>
                <p14:nvPr/>
              </p14:nvContentPartPr>
              <p14:xfrm>
                <a:off x="951408" y="1543608"/>
                <a:ext cx="89280" cy="10800"/>
              </p14:xfrm>
            </p:contentPart>
          </mc:Choice>
          <mc:Fallback xmlns="">
            <p:pic>
              <p:nvPicPr>
                <p:cNvPr id="26" name="Ink 25">
                  <a:extLst>
                    <a:ext uri="{FF2B5EF4-FFF2-40B4-BE49-F238E27FC236}">
                      <a16:creationId xmlns:a16="http://schemas.microsoft.com/office/drawing/2014/main" id="{95DDECC0-996F-C42D-B11F-DD3EF2A5B8AC}"/>
                    </a:ext>
                  </a:extLst>
                </p:cNvPr>
                <p:cNvPicPr/>
                <p:nvPr/>
              </p:nvPicPr>
              <p:blipFill>
                <a:blip r:embed="rId38"/>
                <a:stretch>
                  <a:fillRect/>
                </a:stretch>
              </p:blipFill>
              <p:spPr>
                <a:xfrm>
                  <a:off x="942408" y="1534608"/>
                  <a:ext cx="1069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A0F56612-65C9-7AC5-0C68-A0061A939B2A}"/>
                    </a:ext>
                  </a:extLst>
                </p14:cNvPr>
                <p14:cNvContentPartPr/>
                <p14:nvPr/>
              </p14:nvContentPartPr>
              <p14:xfrm>
                <a:off x="959328" y="1495728"/>
                <a:ext cx="86760" cy="8280"/>
              </p14:xfrm>
            </p:contentPart>
          </mc:Choice>
          <mc:Fallback xmlns="">
            <p:pic>
              <p:nvPicPr>
                <p:cNvPr id="27" name="Ink 26">
                  <a:extLst>
                    <a:ext uri="{FF2B5EF4-FFF2-40B4-BE49-F238E27FC236}">
                      <a16:creationId xmlns:a16="http://schemas.microsoft.com/office/drawing/2014/main" id="{A0F56612-65C9-7AC5-0C68-A0061A939B2A}"/>
                    </a:ext>
                  </a:extLst>
                </p:cNvPr>
                <p:cNvPicPr/>
                <p:nvPr/>
              </p:nvPicPr>
              <p:blipFill>
                <a:blip r:embed="rId40"/>
                <a:stretch>
                  <a:fillRect/>
                </a:stretch>
              </p:blipFill>
              <p:spPr>
                <a:xfrm>
                  <a:off x="950328" y="1486728"/>
                  <a:ext cx="1044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A6097D71-DCAB-0B83-77D1-74702148EBC3}"/>
                    </a:ext>
                  </a:extLst>
                </p14:cNvPr>
                <p14:cNvContentPartPr/>
                <p14:nvPr/>
              </p14:nvContentPartPr>
              <p14:xfrm>
                <a:off x="1058328" y="1458288"/>
                <a:ext cx="92160" cy="163440"/>
              </p14:xfrm>
            </p:contentPart>
          </mc:Choice>
          <mc:Fallback xmlns="">
            <p:pic>
              <p:nvPicPr>
                <p:cNvPr id="28" name="Ink 27">
                  <a:extLst>
                    <a:ext uri="{FF2B5EF4-FFF2-40B4-BE49-F238E27FC236}">
                      <a16:creationId xmlns:a16="http://schemas.microsoft.com/office/drawing/2014/main" id="{A6097D71-DCAB-0B83-77D1-74702148EBC3}"/>
                    </a:ext>
                  </a:extLst>
                </p:cNvPr>
                <p:cNvPicPr/>
                <p:nvPr/>
              </p:nvPicPr>
              <p:blipFill>
                <a:blip r:embed="rId42"/>
                <a:stretch>
                  <a:fillRect/>
                </a:stretch>
              </p:blipFill>
              <p:spPr>
                <a:xfrm>
                  <a:off x="1049293" y="1449288"/>
                  <a:ext cx="109869"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5E2766EA-541E-0D0D-5EC2-8E5C99F29A3C}"/>
                    </a:ext>
                  </a:extLst>
                </p14:cNvPr>
                <p14:cNvContentPartPr/>
                <p14:nvPr/>
              </p14:nvContentPartPr>
              <p14:xfrm>
                <a:off x="1079928" y="1519848"/>
                <a:ext cx="70920" cy="8280"/>
              </p14:xfrm>
            </p:contentPart>
          </mc:Choice>
          <mc:Fallback xmlns="">
            <p:pic>
              <p:nvPicPr>
                <p:cNvPr id="29" name="Ink 28">
                  <a:extLst>
                    <a:ext uri="{FF2B5EF4-FFF2-40B4-BE49-F238E27FC236}">
                      <a16:creationId xmlns:a16="http://schemas.microsoft.com/office/drawing/2014/main" id="{5E2766EA-541E-0D0D-5EC2-8E5C99F29A3C}"/>
                    </a:ext>
                  </a:extLst>
                </p:cNvPr>
                <p:cNvPicPr/>
                <p:nvPr/>
              </p:nvPicPr>
              <p:blipFill>
                <a:blip r:embed="rId44"/>
                <a:stretch>
                  <a:fillRect/>
                </a:stretch>
              </p:blipFill>
              <p:spPr>
                <a:xfrm>
                  <a:off x="1070973" y="1510848"/>
                  <a:ext cx="88471"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1" name="Ink 30">
                  <a:extLst>
                    <a:ext uri="{FF2B5EF4-FFF2-40B4-BE49-F238E27FC236}">
                      <a16:creationId xmlns:a16="http://schemas.microsoft.com/office/drawing/2014/main" id="{A0B5A6C5-B375-AA67-991B-01F4EF2730D0}"/>
                    </a:ext>
                  </a:extLst>
                </p14:cNvPr>
                <p14:cNvContentPartPr/>
                <p14:nvPr/>
              </p14:nvContentPartPr>
              <p14:xfrm>
                <a:off x="1475568" y="1813608"/>
                <a:ext cx="402840" cy="812520"/>
              </p14:xfrm>
            </p:contentPart>
          </mc:Choice>
          <mc:Fallback xmlns="">
            <p:pic>
              <p:nvPicPr>
                <p:cNvPr id="31" name="Ink 30">
                  <a:extLst>
                    <a:ext uri="{FF2B5EF4-FFF2-40B4-BE49-F238E27FC236}">
                      <a16:creationId xmlns:a16="http://schemas.microsoft.com/office/drawing/2014/main" id="{A0B5A6C5-B375-AA67-991B-01F4EF2730D0}"/>
                    </a:ext>
                  </a:extLst>
                </p:cNvPr>
                <p:cNvPicPr/>
                <p:nvPr/>
              </p:nvPicPr>
              <p:blipFill>
                <a:blip r:embed="rId46"/>
                <a:stretch>
                  <a:fillRect/>
                </a:stretch>
              </p:blipFill>
              <p:spPr>
                <a:xfrm>
                  <a:off x="1466568" y="1804608"/>
                  <a:ext cx="420480" cy="830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Ink 31">
                  <a:extLst>
                    <a:ext uri="{FF2B5EF4-FFF2-40B4-BE49-F238E27FC236}">
                      <a16:creationId xmlns:a16="http://schemas.microsoft.com/office/drawing/2014/main" id="{DDB0D16E-2E9D-F599-ECBA-3168528FAC2E}"/>
                    </a:ext>
                  </a:extLst>
                </p14:cNvPr>
                <p14:cNvContentPartPr/>
                <p14:nvPr/>
              </p14:nvContentPartPr>
              <p14:xfrm>
                <a:off x="1889568" y="2324448"/>
                <a:ext cx="55800" cy="800280"/>
              </p14:xfrm>
            </p:contentPart>
          </mc:Choice>
          <mc:Fallback xmlns="">
            <p:pic>
              <p:nvPicPr>
                <p:cNvPr id="32" name="Ink 31">
                  <a:extLst>
                    <a:ext uri="{FF2B5EF4-FFF2-40B4-BE49-F238E27FC236}">
                      <a16:creationId xmlns:a16="http://schemas.microsoft.com/office/drawing/2014/main" id="{DDB0D16E-2E9D-F599-ECBA-3168528FAC2E}"/>
                    </a:ext>
                  </a:extLst>
                </p:cNvPr>
                <p:cNvPicPr/>
                <p:nvPr/>
              </p:nvPicPr>
              <p:blipFill>
                <a:blip r:embed="rId48"/>
                <a:stretch>
                  <a:fillRect/>
                </a:stretch>
              </p:blipFill>
              <p:spPr>
                <a:xfrm>
                  <a:off x="1880568" y="2315448"/>
                  <a:ext cx="73440" cy="8179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Ink 32">
                  <a:extLst>
                    <a:ext uri="{FF2B5EF4-FFF2-40B4-BE49-F238E27FC236}">
                      <a16:creationId xmlns:a16="http://schemas.microsoft.com/office/drawing/2014/main" id="{B49CC973-30D2-25AA-45DA-8A545A3F18F9}"/>
                    </a:ext>
                  </a:extLst>
                </p14:cNvPr>
                <p14:cNvContentPartPr/>
                <p14:nvPr/>
              </p14:nvContentPartPr>
              <p14:xfrm>
                <a:off x="1483488" y="2857968"/>
                <a:ext cx="444600" cy="467640"/>
              </p14:xfrm>
            </p:contentPart>
          </mc:Choice>
          <mc:Fallback xmlns="">
            <p:pic>
              <p:nvPicPr>
                <p:cNvPr id="33" name="Ink 32">
                  <a:extLst>
                    <a:ext uri="{FF2B5EF4-FFF2-40B4-BE49-F238E27FC236}">
                      <a16:creationId xmlns:a16="http://schemas.microsoft.com/office/drawing/2014/main" id="{B49CC973-30D2-25AA-45DA-8A545A3F18F9}"/>
                    </a:ext>
                  </a:extLst>
                </p:cNvPr>
                <p:cNvPicPr/>
                <p:nvPr/>
              </p:nvPicPr>
              <p:blipFill>
                <a:blip r:embed="rId50"/>
                <a:stretch>
                  <a:fillRect/>
                </a:stretch>
              </p:blipFill>
              <p:spPr>
                <a:xfrm>
                  <a:off x="1474495" y="2848975"/>
                  <a:ext cx="462226" cy="485266"/>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12F6672F-512C-5E58-F7BC-2F38BF0F0C8A}"/>
                    </a:ext>
                  </a:extLst>
                </p14:cNvPr>
                <p14:cNvContentPartPr/>
                <p14:nvPr/>
              </p14:nvContentPartPr>
              <p14:xfrm>
                <a:off x="1489608" y="3052368"/>
                <a:ext cx="142200" cy="196920"/>
              </p14:xfrm>
            </p:contentPart>
          </mc:Choice>
          <mc:Fallback xmlns="">
            <p:pic>
              <p:nvPicPr>
                <p:cNvPr id="34" name="Ink 33">
                  <a:extLst>
                    <a:ext uri="{FF2B5EF4-FFF2-40B4-BE49-F238E27FC236}">
                      <a16:creationId xmlns:a16="http://schemas.microsoft.com/office/drawing/2014/main" id="{12F6672F-512C-5E58-F7BC-2F38BF0F0C8A}"/>
                    </a:ext>
                  </a:extLst>
                </p:cNvPr>
                <p:cNvPicPr/>
                <p:nvPr/>
              </p:nvPicPr>
              <p:blipFill>
                <a:blip r:embed="rId52"/>
                <a:stretch>
                  <a:fillRect/>
                </a:stretch>
              </p:blipFill>
              <p:spPr>
                <a:xfrm>
                  <a:off x="1480608" y="3043352"/>
                  <a:ext cx="159840" cy="214592"/>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01E59614-F63E-044C-9B03-4F94F231A6E2}"/>
                    </a:ext>
                  </a:extLst>
                </p14:cNvPr>
                <p14:cNvContentPartPr/>
                <p14:nvPr/>
              </p14:nvContentPartPr>
              <p14:xfrm>
                <a:off x="1481688" y="3294288"/>
                <a:ext cx="22320" cy="1149480"/>
              </p14:xfrm>
            </p:contentPart>
          </mc:Choice>
          <mc:Fallback xmlns="">
            <p:pic>
              <p:nvPicPr>
                <p:cNvPr id="35" name="Ink 34">
                  <a:extLst>
                    <a:ext uri="{FF2B5EF4-FFF2-40B4-BE49-F238E27FC236}">
                      <a16:creationId xmlns:a16="http://schemas.microsoft.com/office/drawing/2014/main" id="{01E59614-F63E-044C-9B03-4F94F231A6E2}"/>
                    </a:ext>
                  </a:extLst>
                </p:cNvPr>
                <p:cNvPicPr/>
                <p:nvPr/>
              </p:nvPicPr>
              <p:blipFill>
                <a:blip r:embed="rId54"/>
                <a:stretch>
                  <a:fillRect/>
                </a:stretch>
              </p:blipFill>
              <p:spPr>
                <a:xfrm>
                  <a:off x="1472688" y="3285291"/>
                  <a:ext cx="39960" cy="1167114"/>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6E965179-1872-C234-272B-66AFD20187B1}"/>
                    </a:ext>
                  </a:extLst>
                </p14:cNvPr>
                <p14:cNvContentPartPr/>
                <p14:nvPr/>
              </p14:nvContentPartPr>
              <p14:xfrm>
                <a:off x="1923768" y="2718288"/>
                <a:ext cx="1776240" cy="74520"/>
              </p14:xfrm>
            </p:contentPart>
          </mc:Choice>
          <mc:Fallback xmlns="">
            <p:pic>
              <p:nvPicPr>
                <p:cNvPr id="37" name="Ink 36">
                  <a:extLst>
                    <a:ext uri="{FF2B5EF4-FFF2-40B4-BE49-F238E27FC236}">
                      <a16:creationId xmlns:a16="http://schemas.microsoft.com/office/drawing/2014/main" id="{6E965179-1872-C234-272B-66AFD20187B1}"/>
                    </a:ext>
                  </a:extLst>
                </p:cNvPr>
                <p:cNvPicPr/>
                <p:nvPr/>
              </p:nvPicPr>
              <p:blipFill>
                <a:blip r:embed="rId56"/>
                <a:stretch>
                  <a:fillRect/>
                </a:stretch>
              </p:blipFill>
              <p:spPr>
                <a:xfrm>
                  <a:off x="1914768" y="2709288"/>
                  <a:ext cx="17938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9" name="Ink 38">
                  <a:extLst>
                    <a:ext uri="{FF2B5EF4-FFF2-40B4-BE49-F238E27FC236}">
                      <a16:creationId xmlns:a16="http://schemas.microsoft.com/office/drawing/2014/main" id="{69A0593C-56AA-B045-7DC9-8590540D945E}"/>
                    </a:ext>
                  </a:extLst>
                </p14:cNvPr>
                <p14:cNvContentPartPr/>
                <p14:nvPr/>
              </p14:nvContentPartPr>
              <p14:xfrm>
                <a:off x="1521648" y="2021328"/>
                <a:ext cx="1127520" cy="778320"/>
              </p14:xfrm>
            </p:contentPart>
          </mc:Choice>
          <mc:Fallback xmlns="">
            <p:pic>
              <p:nvPicPr>
                <p:cNvPr id="39" name="Ink 38">
                  <a:extLst>
                    <a:ext uri="{FF2B5EF4-FFF2-40B4-BE49-F238E27FC236}">
                      <a16:creationId xmlns:a16="http://schemas.microsoft.com/office/drawing/2014/main" id="{69A0593C-56AA-B045-7DC9-8590540D945E}"/>
                    </a:ext>
                  </a:extLst>
                </p:cNvPr>
                <p:cNvPicPr/>
                <p:nvPr/>
              </p:nvPicPr>
              <p:blipFill>
                <a:blip r:embed="rId58"/>
                <a:stretch>
                  <a:fillRect/>
                </a:stretch>
              </p:blipFill>
              <p:spPr>
                <a:xfrm>
                  <a:off x="1512648" y="2012328"/>
                  <a:ext cx="1145160" cy="7959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03992900-3BF4-AA6F-0562-737DE99CE253}"/>
                    </a:ext>
                  </a:extLst>
                </p14:cNvPr>
                <p14:cNvContentPartPr/>
                <p14:nvPr/>
              </p14:nvContentPartPr>
              <p14:xfrm>
                <a:off x="1471248" y="1958688"/>
                <a:ext cx="123120" cy="137160"/>
              </p14:xfrm>
            </p:contentPart>
          </mc:Choice>
          <mc:Fallback xmlns="">
            <p:pic>
              <p:nvPicPr>
                <p:cNvPr id="41" name="Ink 40">
                  <a:extLst>
                    <a:ext uri="{FF2B5EF4-FFF2-40B4-BE49-F238E27FC236}">
                      <a16:creationId xmlns:a16="http://schemas.microsoft.com/office/drawing/2014/main" id="{03992900-3BF4-AA6F-0562-737DE99CE253}"/>
                    </a:ext>
                  </a:extLst>
                </p:cNvPr>
                <p:cNvPicPr/>
                <p:nvPr/>
              </p:nvPicPr>
              <p:blipFill>
                <a:blip r:embed="rId60"/>
                <a:stretch>
                  <a:fillRect/>
                </a:stretch>
              </p:blipFill>
              <p:spPr>
                <a:xfrm>
                  <a:off x="1462248" y="1949688"/>
                  <a:ext cx="1407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BA913032-7211-2914-433E-33DDC8F5DA38}"/>
                    </a:ext>
                  </a:extLst>
                </p14:cNvPr>
                <p14:cNvContentPartPr/>
                <p14:nvPr/>
              </p14:nvContentPartPr>
              <p14:xfrm>
                <a:off x="2601288" y="2708208"/>
                <a:ext cx="88200" cy="163080"/>
              </p14:xfrm>
            </p:contentPart>
          </mc:Choice>
          <mc:Fallback xmlns="">
            <p:pic>
              <p:nvPicPr>
                <p:cNvPr id="42" name="Ink 41">
                  <a:extLst>
                    <a:ext uri="{FF2B5EF4-FFF2-40B4-BE49-F238E27FC236}">
                      <a16:creationId xmlns:a16="http://schemas.microsoft.com/office/drawing/2014/main" id="{BA913032-7211-2914-433E-33DDC8F5DA38}"/>
                    </a:ext>
                  </a:extLst>
                </p:cNvPr>
                <p:cNvPicPr/>
                <p:nvPr/>
              </p:nvPicPr>
              <p:blipFill>
                <a:blip r:embed="rId62"/>
                <a:stretch>
                  <a:fillRect/>
                </a:stretch>
              </p:blipFill>
              <p:spPr>
                <a:xfrm>
                  <a:off x="2592288" y="2699208"/>
                  <a:ext cx="1058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3" name="Ink 52">
                  <a:extLst>
                    <a:ext uri="{FF2B5EF4-FFF2-40B4-BE49-F238E27FC236}">
                      <a16:creationId xmlns:a16="http://schemas.microsoft.com/office/drawing/2014/main" id="{F2731BB4-9D2E-D4DC-3E47-9CE561AB8C9D}"/>
                    </a:ext>
                  </a:extLst>
                </p14:cNvPr>
                <p14:cNvContentPartPr/>
                <p14:nvPr/>
              </p14:nvContentPartPr>
              <p14:xfrm>
                <a:off x="1174248" y="4289328"/>
                <a:ext cx="551880" cy="63720"/>
              </p14:xfrm>
            </p:contentPart>
          </mc:Choice>
          <mc:Fallback xmlns="">
            <p:pic>
              <p:nvPicPr>
                <p:cNvPr id="53" name="Ink 52">
                  <a:extLst>
                    <a:ext uri="{FF2B5EF4-FFF2-40B4-BE49-F238E27FC236}">
                      <a16:creationId xmlns:a16="http://schemas.microsoft.com/office/drawing/2014/main" id="{F2731BB4-9D2E-D4DC-3E47-9CE561AB8C9D}"/>
                    </a:ext>
                  </a:extLst>
                </p:cNvPr>
                <p:cNvPicPr/>
                <p:nvPr/>
              </p:nvPicPr>
              <p:blipFill>
                <a:blip r:embed="rId64"/>
                <a:stretch>
                  <a:fillRect/>
                </a:stretch>
              </p:blipFill>
              <p:spPr>
                <a:xfrm>
                  <a:off x="1165248" y="4280328"/>
                  <a:ext cx="5695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4" name="Ink 53">
                  <a:extLst>
                    <a:ext uri="{FF2B5EF4-FFF2-40B4-BE49-F238E27FC236}">
                      <a16:creationId xmlns:a16="http://schemas.microsoft.com/office/drawing/2014/main" id="{12DC7C05-7CAB-FE45-5952-EC1F67409E4D}"/>
                    </a:ext>
                  </a:extLst>
                </p14:cNvPr>
                <p14:cNvContentPartPr/>
                <p14:nvPr/>
              </p14:nvContentPartPr>
              <p14:xfrm>
                <a:off x="1413288" y="4435488"/>
                <a:ext cx="141840" cy="6480"/>
              </p14:xfrm>
            </p:contentPart>
          </mc:Choice>
          <mc:Fallback xmlns="">
            <p:pic>
              <p:nvPicPr>
                <p:cNvPr id="54" name="Ink 53">
                  <a:extLst>
                    <a:ext uri="{FF2B5EF4-FFF2-40B4-BE49-F238E27FC236}">
                      <a16:creationId xmlns:a16="http://schemas.microsoft.com/office/drawing/2014/main" id="{12DC7C05-7CAB-FE45-5952-EC1F67409E4D}"/>
                    </a:ext>
                  </a:extLst>
                </p:cNvPr>
                <p:cNvPicPr/>
                <p:nvPr/>
              </p:nvPicPr>
              <p:blipFill>
                <a:blip r:embed="rId66"/>
                <a:stretch>
                  <a:fillRect/>
                </a:stretch>
              </p:blipFill>
              <p:spPr>
                <a:xfrm>
                  <a:off x="1404265" y="4425959"/>
                  <a:ext cx="159525" cy="25158"/>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5" name="Ink 54">
                  <a:extLst>
                    <a:ext uri="{FF2B5EF4-FFF2-40B4-BE49-F238E27FC236}">
                      <a16:creationId xmlns:a16="http://schemas.microsoft.com/office/drawing/2014/main" id="{02D0F10D-F986-D66C-3F2A-993E6AB9A58C}"/>
                    </a:ext>
                  </a:extLst>
                </p14:cNvPr>
                <p14:cNvContentPartPr/>
                <p14:nvPr/>
              </p14:nvContentPartPr>
              <p14:xfrm>
                <a:off x="1516968" y="4472208"/>
                <a:ext cx="68760" cy="13320"/>
              </p14:xfrm>
            </p:contentPart>
          </mc:Choice>
          <mc:Fallback xmlns="">
            <p:pic>
              <p:nvPicPr>
                <p:cNvPr id="55" name="Ink 54">
                  <a:extLst>
                    <a:ext uri="{FF2B5EF4-FFF2-40B4-BE49-F238E27FC236}">
                      <a16:creationId xmlns:a16="http://schemas.microsoft.com/office/drawing/2014/main" id="{02D0F10D-F986-D66C-3F2A-993E6AB9A58C}"/>
                    </a:ext>
                  </a:extLst>
                </p:cNvPr>
                <p:cNvPicPr/>
                <p:nvPr/>
              </p:nvPicPr>
              <p:blipFill>
                <a:blip r:embed="rId68"/>
                <a:stretch>
                  <a:fillRect/>
                </a:stretch>
              </p:blipFill>
              <p:spPr>
                <a:xfrm>
                  <a:off x="1507968" y="4463208"/>
                  <a:ext cx="864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0" name="Ink 59">
                  <a:extLst>
                    <a:ext uri="{FF2B5EF4-FFF2-40B4-BE49-F238E27FC236}">
                      <a16:creationId xmlns:a16="http://schemas.microsoft.com/office/drawing/2014/main" id="{DE0A277F-6990-FE31-B54D-3CF97844B829}"/>
                    </a:ext>
                  </a:extLst>
                </p14:cNvPr>
                <p14:cNvContentPartPr/>
                <p14:nvPr/>
              </p14:nvContentPartPr>
              <p14:xfrm>
                <a:off x="4170888" y="1145448"/>
                <a:ext cx="113760" cy="119160"/>
              </p14:xfrm>
            </p:contentPart>
          </mc:Choice>
          <mc:Fallback xmlns="">
            <p:pic>
              <p:nvPicPr>
                <p:cNvPr id="60" name="Ink 59">
                  <a:extLst>
                    <a:ext uri="{FF2B5EF4-FFF2-40B4-BE49-F238E27FC236}">
                      <a16:creationId xmlns:a16="http://schemas.microsoft.com/office/drawing/2014/main" id="{DE0A277F-6990-FE31-B54D-3CF97844B829}"/>
                    </a:ext>
                  </a:extLst>
                </p:cNvPr>
                <p:cNvPicPr/>
                <p:nvPr/>
              </p:nvPicPr>
              <p:blipFill>
                <a:blip r:embed="rId70"/>
                <a:stretch>
                  <a:fillRect/>
                </a:stretch>
              </p:blipFill>
              <p:spPr>
                <a:xfrm>
                  <a:off x="4161859" y="1136448"/>
                  <a:ext cx="131456"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1" name="Ink 60">
                  <a:extLst>
                    <a:ext uri="{FF2B5EF4-FFF2-40B4-BE49-F238E27FC236}">
                      <a16:creationId xmlns:a16="http://schemas.microsoft.com/office/drawing/2014/main" id="{2A8AF41A-5C39-505D-65EF-AA628C9E3867}"/>
                    </a:ext>
                  </a:extLst>
                </p14:cNvPr>
                <p14:cNvContentPartPr/>
                <p14:nvPr/>
              </p14:nvContentPartPr>
              <p14:xfrm>
                <a:off x="4421088" y="1074888"/>
                <a:ext cx="121680" cy="694080"/>
              </p14:xfrm>
            </p:contentPart>
          </mc:Choice>
          <mc:Fallback xmlns="">
            <p:pic>
              <p:nvPicPr>
                <p:cNvPr id="61" name="Ink 60">
                  <a:extLst>
                    <a:ext uri="{FF2B5EF4-FFF2-40B4-BE49-F238E27FC236}">
                      <a16:creationId xmlns:a16="http://schemas.microsoft.com/office/drawing/2014/main" id="{2A8AF41A-5C39-505D-65EF-AA628C9E3867}"/>
                    </a:ext>
                  </a:extLst>
                </p:cNvPr>
                <p:cNvPicPr/>
                <p:nvPr/>
              </p:nvPicPr>
              <p:blipFill>
                <a:blip r:embed="rId72"/>
                <a:stretch>
                  <a:fillRect/>
                </a:stretch>
              </p:blipFill>
              <p:spPr>
                <a:xfrm>
                  <a:off x="4412088" y="1065888"/>
                  <a:ext cx="139320" cy="711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2" name="Ink 61">
                  <a:extLst>
                    <a:ext uri="{FF2B5EF4-FFF2-40B4-BE49-F238E27FC236}">
                      <a16:creationId xmlns:a16="http://schemas.microsoft.com/office/drawing/2014/main" id="{00D8D339-2183-E362-B2D0-67C153C23819}"/>
                    </a:ext>
                  </a:extLst>
                </p14:cNvPr>
                <p14:cNvContentPartPr/>
                <p14:nvPr/>
              </p14:nvContentPartPr>
              <p14:xfrm>
                <a:off x="4657248" y="1285488"/>
                <a:ext cx="139680" cy="329040"/>
              </p14:xfrm>
            </p:contentPart>
          </mc:Choice>
          <mc:Fallback xmlns="">
            <p:pic>
              <p:nvPicPr>
                <p:cNvPr id="62" name="Ink 61">
                  <a:extLst>
                    <a:ext uri="{FF2B5EF4-FFF2-40B4-BE49-F238E27FC236}">
                      <a16:creationId xmlns:a16="http://schemas.microsoft.com/office/drawing/2014/main" id="{00D8D339-2183-E362-B2D0-67C153C23819}"/>
                    </a:ext>
                  </a:extLst>
                </p:cNvPr>
                <p:cNvPicPr/>
                <p:nvPr/>
              </p:nvPicPr>
              <p:blipFill>
                <a:blip r:embed="rId74"/>
                <a:stretch>
                  <a:fillRect/>
                </a:stretch>
              </p:blipFill>
              <p:spPr>
                <a:xfrm>
                  <a:off x="4648248" y="1276488"/>
                  <a:ext cx="15732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3" name="Ink 62">
                  <a:extLst>
                    <a:ext uri="{FF2B5EF4-FFF2-40B4-BE49-F238E27FC236}">
                      <a16:creationId xmlns:a16="http://schemas.microsoft.com/office/drawing/2014/main" id="{2F702342-E4D7-E24B-5711-9B477A44EBF7}"/>
                    </a:ext>
                  </a:extLst>
                </p14:cNvPr>
                <p14:cNvContentPartPr/>
                <p14:nvPr/>
              </p14:nvContentPartPr>
              <p14:xfrm>
                <a:off x="4686768" y="1239048"/>
                <a:ext cx="110160" cy="45000"/>
              </p14:xfrm>
            </p:contentPart>
          </mc:Choice>
          <mc:Fallback xmlns="">
            <p:pic>
              <p:nvPicPr>
                <p:cNvPr id="63" name="Ink 62">
                  <a:extLst>
                    <a:ext uri="{FF2B5EF4-FFF2-40B4-BE49-F238E27FC236}">
                      <a16:creationId xmlns:a16="http://schemas.microsoft.com/office/drawing/2014/main" id="{2F702342-E4D7-E24B-5711-9B477A44EBF7}"/>
                    </a:ext>
                  </a:extLst>
                </p:cNvPr>
                <p:cNvPicPr/>
                <p:nvPr/>
              </p:nvPicPr>
              <p:blipFill>
                <a:blip r:embed="rId76"/>
                <a:stretch>
                  <a:fillRect/>
                </a:stretch>
              </p:blipFill>
              <p:spPr>
                <a:xfrm>
                  <a:off x="4677768" y="1230048"/>
                  <a:ext cx="1278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4" name="Ink 63">
                  <a:extLst>
                    <a:ext uri="{FF2B5EF4-FFF2-40B4-BE49-F238E27FC236}">
                      <a16:creationId xmlns:a16="http://schemas.microsoft.com/office/drawing/2014/main" id="{CF873EE1-2150-DD8A-09D2-D96B137111A8}"/>
                    </a:ext>
                  </a:extLst>
                </p14:cNvPr>
                <p14:cNvContentPartPr/>
                <p14:nvPr/>
              </p14:nvContentPartPr>
              <p14:xfrm>
                <a:off x="4831488" y="1558368"/>
                <a:ext cx="72720" cy="139680"/>
              </p14:xfrm>
            </p:contentPart>
          </mc:Choice>
          <mc:Fallback xmlns="">
            <p:pic>
              <p:nvPicPr>
                <p:cNvPr id="64" name="Ink 63">
                  <a:extLst>
                    <a:ext uri="{FF2B5EF4-FFF2-40B4-BE49-F238E27FC236}">
                      <a16:creationId xmlns:a16="http://schemas.microsoft.com/office/drawing/2014/main" id="{CF873EE1-2150-DD8A-09D2-D96B137111A8}"/>
                    </a:ext>
                  </a:extLst>
                </p:cNvPr>
                <p:cNvPicPr/>
                <p:nvPr/>
              </p:nvPicPr>
              <p:blipFill>
                <a:blip r:embed="rId78"/>
                <a:stretch>
                  <a:fillRect/>
                </a:stretch>
              </p:blipFill>
              <p:spPr>
                <a:xfrm>
                  <a:off x="4822532" y="1549368"/>
                  <a:ext cx="90273"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5" name="Ink 64">
                  <a:extLst>
                    <a:ext uri="{FF2B5EF4-FFF2-40B4-BE49-F238E27FC236}">
                      <a16:creationId xmlns:a16="http://schemas.microsoft.com/office/drawing/2014/main" id="{A5207F53-7793-4295-9ACE-F42285557FAD}"/>
                    </a:ext>
                  </a:extLst>
                </p14:cNvPr>
                <p14:cNvContentPartPr/>
                <p14:nvPr/>
              </p14:nvContentPartPr>
              <p14:xfrm>
                <a:off x="4959288" y="1393848"/>
                <a:ext cx="146520" cy="4680"/>
              </p14:xfrm>
            </p:contentPart>
          </mc:Choice>
          <mc:Fallback xmlns="">
            <p:pic>
              <p:nvPicPr>
                <p:cNvPr id="65" name="Ink 64">
                  <a:extLst>
                    <a:ext uri="{FF2B5EF4-FFF2-40B4-BE49-F238E27FC236}">
                      <a16:creationId xmlns:a16="http://schemas.microsoft.com/office/drawing/2014/main" id="{A5207F53-7793-4295-9ACE-F42285557FAD}"/>
                    </a:ext>
                  </a:extLst>
                </p:cNvPr>
                <p:cNvPicPr/>
                <p:nvPr/>
              </p:nvPicPr>
              <p:blipFill>
                <a:blip r:embed="rId80"/>
                <a:stretch>
                  <a:fillRect/>
                </a:stretch>
              </p:blipFill>
              <p:spPr>
                <a:xfrm>
                  <a:off x="4950310" y="1384848"/>
                  <a:ext cx="164117"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6" name="Ink 65">
                  <a:extLst>
                    <a:ext uri="{FF2B5EF4-FFF2-40B4-BE49-F238E27FC236}">
                      <a16:creationId xmlns:a16="http://schemas.microsoft.com/office/drawing/2014/main" id="{20BF6961-C91C-9ED8-7A13-93D37DCFC013}"/>
                    </a:ext>
                  </a:extLst>
                </p14:cNvPr>
                <p14:cNvContentPartPr/>
                <p14:nvPr/>
              </p14:nvContentPartPr>
              <p14:xfrm>
                <a:off x="4999968" y="1472328"/>
                <a:ext cx="113040" cy="39600"/>
              </p14:xfrm>
            </p:contentPart>
          </mc:Choice>
          <mc:Fallback xmlns="">
            <p:pic>
              <p:nvPicPr>
                <p:cNvPr id="66" name="Ink 65">
                  <a:extLst>
                    <a:ext uri="{FF2B5EF4-FFF2-40B4-BE49-F238E27FC236}">
                      <a16:creationId xmlns:a16="http://schemas.microsoft.com/office/drawing/2014/main" id="{20BF6961-C91C-9ED8-7A13-93D37DCFC013}"/>
                    </a:ext>
                  </a:extLst>
                </p:cNvPr>
                <p:cNvPicPr/>
                <p:nvPr/>
              </p:nvPicPr>
              <p:blipFill>
                <a:blip r:embed="rId82"/>
                <a:stretch>
                  <a:fillRect/>
                </a:stretch>
              </p:blipFill>
              <p:spPr>
                <a:xfrm>
                  <a:off x="4990968" y="1463245"/>
                  <a:ext cx="130680" cy="57402"/>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8" name="Ink 67">
                  <a:extLst>
                    <a:ext uri="{FF2B5EF4-FFF2-40B4-BE49-F238E27FC236}">
                      <a16:creationId xmlns:a16="http://schemas.microsoft.com/office/drawing/2014/main" id="{E975C1BF-82F0-9E82-FCF2-0D8A6E7750A5}"/>
                    </a:ext>
                  </a:extLst>
                </p14:cNvPr>
                <p14:cNvContentPartPr/>
                <p14:nvPr/>
              </p14:nvContentPartPr>
              <p14:xfrm>
                <a:off x="5236128" y="1241568"/>
                <a:ext cx="126720" cy="284040"/>
              </p14:xfrm>
            </p:contentPart>
          </mc:Choice>
          <mc:Fallback xmlns="">
            <p:pic>
              <p:nvPicPr>
                <p:cNvPr id="68" name="Ink 67">
                  <a:extLst>
                    <a:ext uri="{FF2B5EF4-FFF2-40B4-BE49-F238E27FC236}">
                      <a16:creationId xmlns:a16="http://schemas.microsoft.com/office/drawing/2014/main" id="{E975C1BF-82F0-9E82-FCF2-0D8A6E7750A5}"/>
                    </a:ext>
                  </a:extLst>
                </p:cNvPr>
                <p:cNvPicPr/>
                <p:nvPr/>
              </p:nvPicPr>
              <p:blipFill>
                <a:blip r:embed="rId84"/>
                <a:stretch>
                  <a:fillRect/>
                </a:stretch>
              </p:blipFill>
              <p:spPr>
                <a:xfrm>
                  <a:off x="5227128" y="1232568"/>
                  <a:ext cx="14436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9" name="Ink 68">
                  <a:extLst>
                    <a:ext uri="{FF2B5EF4-FFF2-40B4-BE49-F238E27FC236}">
                      <a16:creationId xmlns:a16="http://schemas.microsoft.com/office/drawing/2014/main" id="{1B223CE6-9A04-9945-ACF3-53FCDFAA528A}"/>
                    </a:ext>
                  </a:extLst>
                </p14:cNvPr>
                <p14:cNvContentPartPr/>
                <p14:nvPr/>
              </p14:nvContentPartPr>
              <p14:xfrm>
                <a:off x="5426928" y="1437048"/>
                <a:ext cx="9000" cy="31680"/>
              </p14:xfrm>
            </p:contentPart>
          </mc:Choice>
          <mc:Fallback xmlns="">
            <p:pic>
              <p:nvPicPr>
                <p:cNvPr id="69" name="Ink 68">
                  <a:extLst>
                    <a:ext uri="{FF2B5EF4-FFF2-40B4-BE49-F238E27FC236}">
                      <a16:creationId xmlns:a16="http://schemas.microsoft.com/office/drawing/2014/main" id="{1B223CE6-9A04-9945-ACF3-53FCDFAA528A}"/>
                    </a:ext>
                  </a:extLst>
                </p:cNvPr>
                <p:cNvPicPr/>
                <p:nvPr/>
              </p:nvPicPr>
              <p:blipFill>
                <a:blip r:embed="rId86"/>
                <a:stretch>
                  <a:fillRect/>
                </a:stretch>
              </p:blipFill>
              <p:spPr>
                <a:xfrm>
                  <a:off x="5417928" y="1428149"/>
                  <a:ext cx="26640" cy="49122"/>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0" name="Ink 69">
                  <a:extLst>
                    <a:ext uri="{FF2B5EF4-FFF2-40B4-BE49-F238E27FC236}">
                      <a16:creationId xmlns:a16="http://schemas.microsoft.com/office/drawing/2014/main" id="{840E2B4C-6757-D277-961E-35B4C88C6EF7}"/>
                    </a:ext>
                  </a:extLst>
                </p14:cNvPr>
                <p14:cNvContentPartPr/>
                <p14:nvPr/>
              </p14:nvContentPartPr>
              <p14:xfrm>
                <a:off x="5465088" y="1223928"/>
                <a:ext cx="214560" cy="313560"/>
              </p14:xfrm>
            </p:contentPart>
          </mc:Choice>
          <mc:Fallback xmlns="">
            <p:pic>
              <p:nvPicPr>
                <p:cNvPr id="70" name="Ink 69">
                  <a:extLst>
                    <a:ext uri="{FF2B5EF4-FFF2-40B4-BE49-F238E27FC236}">
                      <a16:creationId xmlns:a16="http://schemas.microsoft.com/office/drawing/2014/main" id="{840E2B4C-6757-D277-961E-35B4C88C6EF7}"/>
                    </a:ext>
                  </a:extLst>
                </p:cNvPr>
                <p:cNvPicPr/>
                <p:nvPr/>
              </p:nvPicPr>
              <p:blipFill>
                <a:blip r:embed="rId88"/>
                <a:stretch>
                  <a:fillRect/>
                </a:stretch>
              </p:blipFill>
              <p:spPr>
                <a:xfrm>
                  <a:off x="5456073" y="1214928"/>
                  <a:ext cx="23223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1" name="Ink 70">
                  <a:extLst>
                    <a:ext uri="{FF2B5EF4-FFF2-40B4-BE49-F238E27FC236}">
                      <a16:creationId xmlns:a16="http://schemas.microsoft.com/office/drawing/2014/main" id="{FFCEA031-B90C-4057-26C1-16F9FF19F9B1}"/>
                    </a:ext>
                  </a:extLst>
                </p14:cNvPr>
                <p14:cNvContentPartPr/>
                <p14:nvPr/>
              </p14:nvContentPartPr>
              <p14:xfrm>
                <a:off x="5671728" y="1307448"/>
                <a:ext cx="241200" cy="179280"/>
              </p14:xfrm>
            </p:contentPart>
          </mc:Choice>
          <mc:Fallback xmlns="">
            <p:pic>
              <p:nvPicPr>
                <p:cNvPr id="71" name="Ink 70">
                  <a:extLst>
                    <a:ext uri="{FF2B5EF4-FFF2-40B4-BE49-F238E27FC236}">
                      <a16:creationId xmlns:a16="http://schemas.microsoft.com/office/drawing/2014/main" id="{FFCEA031-B90C-4057-26C1-16F9FF19F9B1}"/>
                    </a:ext>
                  </a:extLst>
                </p:cNvPr>
                <p:cNvPicPr/>
                <p:nvPr/>
              </p:nvPicPr>
              <p:blipFill>
                <a:blip r:embed="rId90"/>
                <a:stretch>
                  <a:fillRect/>
                </a:stretch>
              </p:blipFill>
              <p:spPr>
                <a:xfrm>
                  <a:off x="5662728" y="1298448"/>
                  <a:ext cx="2588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2" name="Ink 71">
                  <a:extLst>
                    <a:ext uri="{FF2B5EF4-FFF2-40B4-BE49-F238E27FC236}">
                      <a16:creationId xmlns:a16="http://schemas.microsoft.com/office/drawing/2014/main" id="{7C2D6A3F-745E-9744-5604-D7438FCD5589}"/>
                    </a:ext>
                  </a:extLst>
                </p14:cNvPr>
                <p14:cNvContentPartPr/>
                <p14:nvPr/>
              </p14:nvContentPartPr>
              <p14:xfrm>
                <a:off x="5934528" y="1189008"/>
                <a:ext cx="189720" cy="320760"/>
              </p14:xfrm>
            </p:contentPart>
          </mc:Choice>
          <mc:Fallback xmlns="">
            <p:pic>
              <p:nvPicPr>
                <p:cNvPr id="72" name="Ink 71">
                  <a:extLst>
                    <a:ext uri="{FF2B5EF4-FFF2-40B4-BE49-F238E27FC236}">
                      <a16:creationId xmlns:a16="http://schemas.microsoft.com/office/drawing/2014/main" id="{7C2D6A3F-745E-9744-5604-D7438FCD5589}"/>
                    </a:ext>
                  </a:extLst>
                </p:cNvPr>
                <p:cNvPicPr/>
                <p:nvPr/>
              </p:nvPicPr>
              <p:blipFill>
                <a:blip r:embed="rId92"/>
                <a:stretch>
                  <a:fillRect/>
                </a:stretch>
              </p:blipFill>
              <p:spPr>
                <a:xfrm>
                  <a:off x="5925528" y="1180018"/>
                  <a:ext cx="207360" cy="3383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3" name="Ink 72">
                  <a:extLst>
                    <a:ext uri="{FF2B5EF4-FFF2-40B4-BE49-F238E27FC236}">
                      <a16:creationId xmlns:a16="http://schemas.microsoft.com/office/drawing/2014/main" id="{0843511C-4A72-1058-7EE1-9895ECC848A0}"/>
                    </a:ext>
                  </a:extLst>
                </p14:cNvPr>
                <p14:cNvContentPartPr/>
                <p14:nvPr/>
              </p14:nvContentPartPr>
              <p14:xfrm>
                <a:off x="5918328" y="1372248"/>
                <a:ext cx="212760" cy="28440"/>
              </p14:xfrm>
            </p:contentPart>
          </mc:Choice>
          <mc:Fallback xmlns="">
            <p:pic>
              <p:nvPicPr>
                <p:cNvPr id="73" name="Ink 72">
                  <a:extLst>
                    <a:ext uri="{FF2B5EF4-FFF2-40B4-BE49-F238E27FC236}">
                      <a16:creationId xmlns:a16="http://schemas.microsoft.com/office/drawing/2014/main" id="{0843511C-4A72-1058-7EE1-9895ECC848A0}"/>
                    </a:ext>
                  </a:extLst>
                </p:cNvPr>
                <p:cNvPicPr/>
                <p:nvPr/>
              </p:nvPicPr>
              <p:blipFill>
                <a:blip r:embed="rId94"/>
                <a:stretch>
                  <a:fillRect/>
                </a:stretch>
              </p:blipFill>
              <p:spPr>
                <a:xfrm>
                  <a:off x="5909343" y="1363248"/>
                  <a:ext cx="23037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2" name="Ink 81">
                  <a:extLst>
                    <a:ext uri="{FF2B5EF4-FFF2-40B4-BE49-F238E27FC236}">
                      <a16:creationId xmlns:a16="http://schemas.microsoft.com/office/drawing/2014/main" id="{9800B4C8-3025-10FB-4B25-DD696684F1AC}"/>
                    </a:ext>
                  </a:extLst>
                </p14:cNvPr>
                <p14:cNvContentPartPr/>
                <p14:nvPr/>
              </p14:nvContentPartPr>
              <p14:xfrm>
                <a:off x="1327248" y="2126448"/>
                <a:ext cx="126000" cy="341280"/>
              </p14:xfrm>
            </p:contentPart>
          </mc:Choice>
          <mc:Fallback xmlns="">
            <p:pic>
              <p:nvPicPr>
                <p:cNvPr id="82" name="Ink 81">
                  <a:extLst>
                    <a:ext uri="{FF2B5EF4-FFF2-40B4-BE49-F238E27FC236}">
                      <a16:creationId xmlns:a16="http://schemas.microsoft.com/office/drawing/2014/main" id="{9800B4C8-3025-10FB-4B25-DD696684F1AC}"/>
                    </a:ext>
                  </a:extLst>
                </p:cNvPr>
                <p:cNvPicPr/>
                <p:nvPr/>
              </p:nvPicPr>
              <p:blipFill>
                <a:blip r:embed="rId96"/>
                <a:stretch>
                  <a:fillRect/>
                </a:stretch>
              </p:blipFill>
              <p:spPr>
                <a:xfrm>
                  <a:off x="1318222" y="2117448"/>
                  <a:ext cx="143691"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3" name="Ink 82">
                  <a:extLst>
                    <a:ext uri="{FF2B5EF4-FFF2-40B4-BE49-F238E27FC236}">
                      <a16:creationId xmlns:a16="http://schemas.microsoft.com/office/drawing/2014/main" id="{97A610A8-ADD2-7230-6C3A-D7E3B8F3143D}"/>
                    </a:ext>
                  </a:extLst>
                </p14:cNvPr>
                <p14:cNvContentPartPr/>
                <p14:nvPr/>
              </p14:nvContentPartPr>
              <p14:xfrm>
                <a:off x="865368" y="2202048"/>
                <a:ext cx="159480" cy="289080"/>
              </p14:xfrm>
            </p:contentPart>
          </mc:Choice>
          <mc:Fallback xmlns="">
            <p:pic>
              <p:nvPicPr>
                <p:cNvPr id="83" name="Ink 82">
                  <a:extLst>
                    <a:ext uri="{FF2B5EF4-FFF2-40B4-BE49-F238E27FC236}">
                      <a16:creationId xmlns:a16="http://schemas.microsoft.com/office/drawing/2014/main" id="{97A610A8-ADD2-7230-6C3A-D7E3B8F3143D}"/>
                    </a:ext>
                  </a:extLst>
                </p:cNvPr>
                <p:cNvPicPr/>
                <p:nvPr/>
              </p:nvPicPr>
              <p:blipFill>
                <a:blip r:embed="rId98"/>
                <a:stretch>
                  <a:fillRect/>
                </a:stretch>
              </p:blipFill>
              <p:spPr>
                <a:xfrm>
                  <a:off x="856368" y="2193048"/>
                  <a:ext cx="17712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4" name="Ink 83">
                  <a:extLst>
                    <a:ext uri="{FF2B5EF4-FFF2-40B4-BE49-F238E27FC236}">
                      <a16:creationId xmlns:a16="http://schemas.microsoft.com/office/drawing/2014/main" id="{42A1F3F9-F156-94D9-84D5-B93C163452F4}"/>
                    </a:ext>
                  </a:extLst>
                </p14:cNvPr>
                <p14:cNvContentPartPr/>
                <p14:nvPr/>
              </p14:nvContentPartPr>
              <p14:xfrm>
                <a:off x="873648" y="2116728"/>
                <a:ext cx="155160" cy="35280"/>
              </p14:xfrm>
            </p:contentPart>
          </mc:Choice>
          <mc:Fallback xmlns="">
            <p:pic>
              <p:nvPicPr>
                <p:cNvPr id="84" name="Ink 83">
                  <a:extLst>
                    <a:ext uri="{FF2B5EF4-FFF2-40B4-BE49-F238E27FC236}">
                      <a16:creationId xmlns:a16="http://schemas.microsoft.com/office/drawing/2014/main" id="{42A1F3F9-F156-94D9-84D5-B93C163452F4}"/>
                    </a:ext>
                  </a:extLst>
                </p:cNvPr>
                <p:cNvPicPr/>
                <p:nvPr/>
              </p:nvPicPr>
              <p:blipFill>
                <a:blip r:embed="rId100"/>
                <a:stretch>
                  <a:fillRect/>
                </a:stretch>
              </p:blipFill>
              <p:spPr>
                <a:xfrm>
                  <a:off x="864648" y="2107728"/>
                  <a:ext cx="1728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5" name="Ink 84">
                  <a:extLst>
                    <a:ext uri="{FF2B5EF4-FFF2-40B4-BE49-F238E27FC236}">
                      <a16:creationId xmlns:a16="http://schemas.microsoft.com/office/drawing/2014/main" id="{C63E409F-461B-50AE-43DF-CEDE08D50EAC}"/>
                    </a:ext>
                  </a:extLst>
                </p14:cNvPr>
                <p14:cNvContentPartPr/>
                <p14:nvPr/>
              </p14:nvContentPartPr>
              <p14:xfrm>
                <a:off x="1019808" y="2393928"/>
                <a:ext cx="98640" cy="135000"/>
              </p14:xfrm>
            </p:contentPart>
          </mc:Choice>
          <mc:Fallback xmlns="">
            <p:pic>
              <p:nvPicPr>
                <p:cNvPr id="85" name="Ink 84">
                  <a:extLst>
                    <a:ext uri="{FF2B5EF4-FFF2-40B4-BE49-F238E27FC236}">
                      <a16:creationId xmlns:a16="http://schemas.microsoft.com/office/drawing/2014/main" id="{C63E409F-461B-50AE-43DF-CEDE08D50EAC}"/>
                    </a:ext>
                  </a:extLst>
                </p:cNvPr>
                <p:cNvPicPr/>
                <p:nvPr/>
              </p:nvPicPr>
              <p:blipFill>
                <a:blip r:embed="rId102"/>
                <a:stretch>
                  <a:fillRect/>
                </a:stretch>
              </p:blipFill>
              <p:spPr>
                <a:xfrm>
                  <a:off x="1010808" y="2384928"/>
                  <a:ext cx="1162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6" name="Ink 85">
                  <a:extLst>
                    <a:ext uri="{FF2B5EF4-FFF2-40B4-BE49-F238E27FC236}">
                      <a16:creationId xmlns:a16="http://schemas.microsoft.com/office/drawing/2014/main" id="{3EA01681-72C7-F8CF-C2B2-F834ADD0B09A}"/>
                    </a:ext>
                  </a:extLst>
                </p14:cNvPr>
                <p14:cNvContentPartPr/>
                <p14:nvPr/>
              </p14:nvContentPartPr>
              <p14:xfrm>
                <a:off x="1159128" y="2417688"/>
                <a:ext cx="47160" cy="184320"/>
              </p14:xfrm>
            </p:contentPart>
          </mc:Choice>
          <mc:Fallback xmlns="">
            <p:pic>
              <p:nvPicPr>
                <p:cNvPr id="86" name="Ink 85">
                  <a:extLst>
                    <a:ext uri="{FF2B5EF4-FFF2-40B4-BE49-F238E27FC236}">
                      <a16:creationId xmlns:a16="http://schemas.microsoft.com/office/drawing/2014/main" id="{3EA01681-72C7-F8CF-C2B2-F834ADD0B09A}"/>
                    </a:ext>
                  </a:extLst>
                </p:cNvPr>
                <p:cNvPicPr/>
                <p:nvPr/>
              </p:nvPicPr>
              <p:blipFill>
                <a:blip r:embed="rId104"/>
                <a:stretch>
                  <a:fillRect/>
                </a:stretch>
              </p:blipFill>
              <p:spPr>
                <a:xfrm>
                  <a:off x="1150196" y="2408688"/>
                  <a:ext cx="64666"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88" name="Ink 87">
                  <a:extLst>
                    <a:ext uri="{FF2B5EF4-FFF2-40B4-BE49-F238E27FC236}">
                      <a16:creationId xmlns:a16="http://schemas.microsoft.com/office/drawing/2014/main" id="{2084D805-06FB-CE40-D78F-E0C6EECE5C2C}"/>
                    </a:ext>
                  </a:extLst>
                </p14:cNvPr>
                <p14:cNvContentPartPr/>
                <p14:nvPr/>
              </p14:nvContentPartPr>
              <p14:xfrm>
                <a:off x="1916568" y="3248208"/>
                <a:ext cx="129960" cy="118440"/>
              </p14:xfrm>
            </p:contentPart>
          </mc:Choice>
          <mc:Fallback xmlns="">
            <p:pic>
              <p:nvPicPr>
                <p:cNvPr id="88" name="Ink 87">
                  <a:extLst>
                    <a:ext uri="{FF2B5EF4-FFF2-40B4-BE49-F238E27FC236}">
                      <a16:creationId xmlns:a16="http://schemas.microsoft.com/office/drawing/2014/main" id="{2084D805-06FB-CE40-D78F-E0C6EECE5C2C}"/>
                    </a:ext>
                  </a:extLst>
                </p:cNvPr>
                <p:cNvPicPr/>
                <p:nvPr/>
              </p:nvPicPr>
              <p:blipFill>
                <a:blip r:embed="rId106"/>
                <a:stretch>
                  <a:fillRect/>
                </a:stretch>
              </p:blipFill>
              <p:spPr>
                <a:xfrm>
                  <a:off x="1907568" y="3239235"/>
                  <a:ext cx="147600" cy="136027"/>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9" name="Ink 88">
                  <a:extLst>
                    <a:ext uri="{FF2B5EF4-FFF2-40B4-BE49-F238E27FC236}">
                      <a16:creationId xmlns:a16="http://schemas.microsoft.com/office/drawing/2014/main" id="{1BA7F30B-46D8-F0F4-A5C6-648E9C4CAA4B}"/>
                    </a:ext>
                  </a:extLst>
                </p14:cNvPr>
                <p14:cNvContentPartPr/>
                <p14:nvPr/>
              </p14:nvContentPartPr>
              <p14:xfrm>
                <a:off x="1830528" y="3077568"/>
                <a:ext cx="268200" cy="345600"/>
              </p14:xfrm>
            </p:contentPart>
          </mc:Choice>
          <mc:Fallback xmlns="">
            <p:pic>
              <p:nvPicPr>
                <p:cNvPr id="89" name="Ink 88">
                  <a:extLst>
                    <a:ext uri="{FF2B5EF4-FFF2-40B4-BE49-F238E27FC236}">
                      <a16:creationId xmlns:a16="http://schemas.microsoft.com/office/drawing/2014/main" id="{1BA7F30B-46D8-F0F4-A5C6-648E9C4CAA4B}"/>
                    </a:ext>
                  </a:extLst>
                </p:cNvPr>
                <p:cNvPicPr/>
                <p:nvPr/>
              </p:nvPicPr>
              <p:blipFill>
                <a:blip r:embed="rId108"/>
                <a:stretch>
                  <a:fillRect/>
                </a:stretch>
              </p:blipFill>
              <p:spPr>
                <a:xfrm>
                  <a:off x="1821540" y="3068559"/>
                  <a:ext cx="285816" cy="363258"/>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0" name="Ink 89">
                  <a:extLst>
                    <a:ext uri="{FF2B5EF4-FFF2-40B4-BE49-F238E27FC236}">
                      <a16:creationId xmlns:a16="http://schemas.microsoft.com/office/drawing/2014/main" id="{2CB70AA8-FA66-CD71-3E6E-DC04D95F81CA}"/>
                    </a:ext>
                  </a:extLst>
                </p14:cNvPr>
                <p14:cNvContentPartPr/>
                <p14:nvPr/>
              </p14:nvContentPartPr>
              <p14:xfrm>
                <a:off x="1962648" y="3233448"/>
                <a:ext cx="121680" cy="199080"/>
              </p14:xfrm>
            </p:contentPart>
          </mc:Choice>
          <mc:Fallback xmlns="">
            <p:pic>
              <p:nvPicPr>
                <p:cNvPr id="90" name="Ink 89">
                  <a:extLst>
                    <a:ext uri="{FF2B5EF4-FFF2-40B4-BE49-F238E27FC236}">
                      <a16:creationId xmlns:a16="http://schemas.microsoft.com/office/drawing/2014/main" id="{2CB70AA8-FA66-CD71-3E6E-DC04D95F81CA}"/>
                    </a:ext>
                  </a:extLst>
                </p:cNvPr>
                <p:cNvPicPr/>
                <p:nvPr/>
              </p:nvPicPr>
              <p:blipFill>
                <a:blip r:embed="rId110"/>
                <a:stretch>
                  <a:fillRect/>
                </a:stretch>
              </p:blipFill>
              <p:spPr>
                <a:xfrm>
                  <a:off x="1953648" y="3224464"/>
                  <a:ext cx="139320" cy="216688"/>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1" name="Ink 90">
                  <a:extLst>
                    <a:ext uri="{FF2B5EF4-FFF2-40B4-BE49-F238E27FC236}">
                      <a16:creationId xmlns:a16="http://schemas.microsoft.com/office/drawing/2014/main" id="{545F2790-084B-3CC1-7F51-A424DFAE2DA2}"/>
                    </a:ext>
                  </a:extLst>
                </p14:cNvPr>
                <p14:cNvContentPartPr/>
                <p14:nvPr/>
              </p14:nvContentPartPr>
              <p14:xfrm>
                <a:off x="2157048" y="3309048"/>
                <a:ext cx="9360" cy="231480"/>
              </p14:xfrm>
            </p:contentPart>
          </mc:Choice>
          <mc:Fallback xmlns="">
            <p:pic>
              <p:nvPicPr>
                <p:cNvPr id="91" name="Ink 90">
                  <a:extLst>
                    <a:ext uri="{FF2B5EF4-FFF2-40B4-BE49-F238E27FC236}">
                      <a16:creationId xmlns:a16="http://schemas.microsoft.com/office/drawing/2014/main" id="{545F2790-084B-3CC1-7F51-A424DFAE2DA2}"/>
                    </a:ext>
                  </a:extLst>
                </p:cNvPr>
                <p:cNvPicPr/>
                <p:nvPr/>
              </p:nvPicPr>
              <p:blipFill>
                <a:blip r:embed="rId112"/>
                <a:stretch>
                  <a:fillRect/>
                </a:stretch>
              </p:blipFill>
              <p:spPr>
                <a:xfrm>
                  <a:off x="2148381" y="3300048"/>
                  <a:ext cx="26347"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44" name="Ink 43">
                  <a:extLst>
                    <a:ext uri="{FF2B5EF4-FFF2-40B4-BE49-F238E27FC236}">
                      <a16:creationId xmlns:a16="http://schemas.microsoft.com/office/drawing/2014/main" id="{7D105954-19CA-3992-AAE5-AEE982D28E9B}"/>
                    </a:ext>
                  </a:extLst>
                </p14:cNvPr>
                <p14:cNvContentPartPr/>
                <p14:nvPr/>
              </p14:nvContentPartPr>
              <p14:xfrm>
                <a:off x="3654648" y="2460888"/>
                <a:ext cx="64440" cy="683280"/>
              </p14:xfrm>
            </p:contentPart>
          </mc:Choice>
          <mc:Fallback xmlns="">
            <p:pic>
              <p:nvPicPr>
                <p:cNvPr id="44" name="Ink 43">
                  <a:extLst>
                    <a:ext uri="{FF2B5EF4-FFF2-40B4-BE49-F238E27FC236}">
                      <a16:creationId xmlns:a16="http://schemas.microsoft.com/office/drawing/2014/main" id="{7D105954-19CA-3992-AAE5-AEE982D28E9B}"/>
                    </a:ext>
                  </a:extLst>
                </p:cNvPr>
                <p:cNvPicPr/>
                <p:nvPr/>
              </p:nvPicPr>
              <p:blipFill>
                <a:blip r:embed="rId114"/>
                <a:stretch>
                  <a:fillRect/>
                </a:stretch>
              </p:blipFill>
              <p:spPr>
                <a:xfrm>
                  <a:off x="3645597" y="2451888"/>
                  <a:ext cx="82179" cy="7009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45" name="Ink 44">
                  <a:extLst>
                    <a:ext uri="{FF2B5EF4-FFF2-40B4-BE49-F238E27FC236}">
                      <a16:creationId xmlns:a16="http://schemas.microsoft.com/office/drawing/2014/main" id="{187D4A26-45BF-0AE5-53D7-228FD504AF6E}"/>
                    </a:ext>
                  </a:extLst>
                </p14:cNvPr>
                <p14:cNvContentPartPr/>
                <p14:nvPr/>
              </p14:nvContentPartPr>
              <p14:xfrm>
                <a:off x="3690648" y="2916288"/>
                <a:ext cx="430200" cy="290520"/>
              </p14:xfrm>
            </p:contentPart>
          </mc:Choice>
          <mc:Fallback xmlns="">
            <p:pic>
              <p:nvPicPr>
                <p:cNvPr id="45" name="Ink 44">
                  <a:extLst>
                    <a:ext uri="{FF2B5EF4-FFF2-40B4-BE49-F238E27FC236}">
                      <a16:creationId xmlns:a16="http://schemas.microsoft.com/office/drawing/2014/main" id="{187D4A26-45BF-0AE5-53D7-228FD504AF6E}"/>
                    </a:ext>
                  </a:extLst>
                </p:cNvPr>
                <p:cNvPicPr/>
                <p:nvPr/>
              </p:nvPicPr>
              <p:blipFill>
                <a:blip r:embed="rId116"/>
                <a:stretch>
                  <a:fillRect/>
                </a:stretch>
              </p:blipFill>
              <p:spPr>
                <a:xfrm>
                  <a:off x="3681640" y="2907288"/>
                  <a:ext cx="447855"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46" name="Ink 45">
                  <a:extLst>
                    <a:ext uri="{FF2B5EF4-FFF2-40B4-BE49-F238E27FC236}">
                      <a16:creationId xmlns:a16="http://schemas.microsoft.com/office/drawing/2014/main" id="{E26571EF-6776-F81E-F157-B7637F6C2415}"/>
                    </a:ext>
                  </a:extLst>
                </p14:cNvPr>
                <p14:cNvContentPartPr/>
                <p14:nvPr/>
              </p14:nvContentPartPr>
              <p14:xfrm>
                <a:off x="3819168" y="2894328"/>
                <a:ext cx="204120" cy="274680"/>
              </p14:xfrm>
            </p:contentPart>
          </mc:Choice>
          <mc:Fallback xmlns="">
            <p:pic>
              <p:nvPicPr>
                <p:cNvPr id="46" name="Ink 45">
                  <a:extLst>
                    <a:ext uri="{FF2B5EF4-FFF2-40B4-BE49-F238E27FC236}">
                      <a16:creationId xmlns:a16="http://schemas.microsoft.com/office/drawing/2014/main" id="{E26571EF-6776-F81E-F157-B7637F6C2415}"/>
                    </a:ext>
                  </a:extLst>
                </p:cNvPr>
                <p:cNvPicPr/>
                <p:nvPr/>
              </p:nvPicPr>
              <p:blipFill>
                <a:blip r:embed="rId118"/>
                <a:stretch>
                  <a:fillRect/>
                </a:stretch>
              </p:blipFill>
              <p:spPr>
                <a:xfrm>
                  <a:off x="3810168" y="2885328"/>
                  <a:ext cx="22176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48" name="Ink 47">
                  <a:extLst>
                    <a:ext uri="{FF2B5EF4-FFF2-40B4-BE49-F238E27FC236}">
                      <a16:creationId xmlns:a16="http://schemas.microsoft.com/office/drawing/2014/main" id="{A740F2B7-E64B-6565-DD2A-991D14F9D3AB}"/>
                    </a:ext>
                  </a:extLst>
                </p14:cNvPr>
                <p14:cNvContentPartPr/>
                <p14:nvPr/>
              </p14:nvContentPartPr>
              <p14:xfrm>
                <a:off x="4107528" y="3165768"/>
                <a:ext cx="90720" cy="933480"/>
              </p14:xfrm>
            </p:contentPart>
          </mc:Choice>
          <mc:Fallback xmlns="">
            <p:pic>
              <p:nvPicPr>
                <p:cNvPr id="48" name="Ink 47">
                  <a:extLst>
                    <a:ext uri="{FF2B5EF4-FFF2-40B4-BE49-F238E27FC236}">
                      <a16:creationId xmlns:a16="http://schemas.microsoft.com/office/drawing/2014/main" id="{A740F2B7-E64B-6565-DD2A-991D14F9D3AB}"/>
                    </a:ext>
                  </a:extLst>
                </p:cNvPr>
                <p:cNvPicPr/>
                <p:nvPr/>
              </p:nvPicPr>
              <p:blipFill>
                <a:blip r:embed="rId120"/>
                <a:stretch>
                  <a:fillRect/>
                </a:stretch>
              </p:blipFill>
              <p:spPr>
                <a:xfrm>
                  <a:off x="4098492" y="3156771"/>
                  <a:ext cx="108430" cy="951113"/>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49" name="Ink 48">
                  <a:extLst>
                    <a:ext uri="{FF2B5EF4-FFF2-40B4-BE49-F238E27FC236}">
                      <a16:creationId xmlns:a16="http://schemas.microsoft.com/office/drawing/2014/main" id="{CA024425-9215-B8A0-C9CC-67BB29BE8994}"/>
                    </a:ext>
                  </a:extLst>
                </p14:cNvPr>
                <p14:cNvContentPartPr/>
                <p14:nvPr/>
              </p14:nvContentPartPr>
              <p14:xfrm>
                <a:off x="4106088" y="3301128"/>
                <a:ext cx="51480" cy="901440"/>
              </p14:xfrm>
            </p:contentPart>
          </mc:Choice>
          <mc:Fallback xmlns="">
            <p:pic>
              <p:nvPicPr>
                <p:cNvPr id="49" name="Ink 48">
                  <a:extLst>
                    <a:ext uri="{FF2B5EF4-FFF2-40B4-BE49-F238E27FC236}">
                      <a16:creationId xmlns:a16="http://schemas.microsoft.com/office/drawing/2014/main" id="{CA024425-9215-B8A0-C9CC-67BB29BE8994}"/>
                    </a:ext>
                  </a:extLst>
                </p:cNvPr>
                <p:cNvPicPr/>
                <p:nvPr/>
              </p:nvPicPr>
              <p:blipFill>
                <a:blip r:embed="rId122"/>
                <a:stretch>
                  <a:fillRect/>
                </a:stretch>
              </p:blipFill>
              <p:spPr>
                <a:xfrm>
                  <a:off x="4097088" y="3292128"/>
                  <a:ext cx="69120" cy="9190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50" name="Ink 49">
                  <a:extLst>
                    <a:ext uri="{FF2B5EF4-FFF2-40B4-BE49-F238E27FC236}">
                      <a16:creationId xmlns:a16="http://schemas.microsoft.com/office/drawing/2014/main" id="{D3F85A31-39C2-5706-69CA-A2A107BDB677}"/>
                    </a:ext>
                  </a:extLst>
                </p14:cNvPr>
                <p14:cNvContentPartPr/>
                <p14:nvPr/>
              </p14:nvContentPartPr>
              <p14:xfrm>
                <a:off x="3831408" y="4187808"/>
                <a:ext cx="505440" cy="30960"/>
              </p14:xfrm>
            </p:contentPart>
          </mc:Choice>
          <mc:Fallback xmlns="">
            <p:pic>
              <p:nvPicPr>
                <p:cNvPr id="50" name="Ink 49">
                  <a:extLst>
                    <a:ext uri="{FF2B5EF4-FFF2-40B4-BE49-F238E27FC236}">
                      <a16:creationId xmlns:a16="http://schemas.microsoft.com/office/drawing/2014/main" id="{D3F85A31-39C2-5706-69CA-A2A107BDB677}"/>
                    </a:ext>
                  </a:extLst>
                </p:cNvPr>
                <p:cNvPicPr/>
                <p:nvPr/>
              </p:nvPicPr>
              <p:blipFill>
                <a:blip r:embed="rId124"/>
                <a:stretch>
                  <a:fillRect/>
                </a:stretch>
              </p:blipFill>
              <p:spPr>
                <a:xfrm>
                  <a:off x="3822402" y="4178702"/>
                  <a:ext cx="523093" cy="48808"/>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51" name="Ink 50">
                  <a:extLst>
                    <a:ext uri="{FF2B5EF4-FFF2-40B4-BE49-F238E27FC236}">
                      <a16:creationId xmlns:a16="http://schemas.microsoft.com/office/drawing/2014/main" id="{F2F86752-9053-E3CB-8FCD-74F6A14B252F}"/>
                    </a:ext>
                  </a:extLst>
                </p14:cNvPr>
                <p14:cNvContentPartPr/>
                <p14:nvPr/>
              </p14:nvContentPartPr>
              <p14:xfrm>
                <a:off x="4108608" y="4278168"/>
                <a:ext cx="105480" cy="14760"/>
              </p14:xfrm>
            </p:contentPart>
          </mc:Choice>
          <mc:Fallback xmlns="">
            <p:pic>
              <p:nvPicPr>
                <p:cNvPr id="51" name="Ink 50">
                  <a:extLst>
                    <a:ext uri="{FF2B5EF4-FFF2-40B4-BE49-F238E27FC236}">
                      <a16:creationId xmlns:a16="http://schemas.microsoft.com/office/drawing/2014/main" id="{F2F86752-9053-E3CB-8FCD-74F6A14B252F}"/>
                    </a:ext>
                  </a:extLst>
                </p:cNvPr>
                <p:cNvPicPr/>
                <p:nvPr/>
              </p:nvPicPr>
              <p:blipFill>
                <a:blip r:embed="rId126"/>
                <a:stretch>
                  <a:fillRect/>
                </a:stretch>
              </p:blipFill>
              <p:spPr>
                <a:xfrm>
                  <a:off x="4099608" y="4268943"/>
                  <a:ext cx="123120" cy="32841"/>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52" name="Ink 51">
                  <a:extLst>
                    <a:ext uri="{FF2B5EF4-FFF2-40B4-BE49-F238E27FC236}">
                      <a16:creationId xmlns:a16="http://schemas.microsoft.com/office/drawing/2014/main" id="{55B69655-E716-3EE5-5987-13F742F19BE9}"/>
                    </a:ext>
                  </a:extLst>
                </p14:cNvPr>
                <p14:cNvContentPartPr/>
                <p14:nvPr/>
              </p14:nvContentPartPr>
              <p14:xfrm>
                <a:off x="4124088" y="4317768"/>
                <a:ext cx="59400" cy="29520"/>
              </p14:xfrm>
            </p:contentPart>
          </mc:Choice>
          <mc:Fallback xmlns="">
            <p:pic>
              <p:nvPicPr>
                <p:cNvPr id="52" name="Ink 51">
                  <a:extLst>
                    <a:ext uri="{FF2B5EF4-FFF2-40B4-BE49-F238E27FC236}">
                      <a16:creationId xmlns:a16="http://schemas.microsoft.com/office/drawing/2014/main" id="{55B69655-E716-3EE5-5987-13F742F19BE9}"/>
                    </a:ext>
                  </a:extLst>
                </p:cNvPr>
                <p:cNvPicPr/>
                <p:nvPr/>
              </p:nvPicPr>
              <p:blipFill>
                <a:blip r:embed="rId128"/>
                <a:stretch>
                  <a:fillRect/>
                </a:stretch>
              </p:blipFill>
              <p:spPr>
                <a:xfrm>
                  <a:off x="4115088" y="4308768"/>
                  <a:ext cx="770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5" name="Ink 74">
                  <a:extLst>
                    <a:ext uri="{FF2B5EF4-FFF2-40B4-BE49-F238E27FC236}">
                      <a16:creationId xmlns:a16="http://schemas.microsoft.com/office/drawing/2014/main" id="{BAC1BDD9-836D-3940-D510-2DB77D3B3BE5}"/>
                    </a:ext>
                  </a:extLst>
                </p14:cNvPr>
                <p14:cNvContentPartPr/>
                <p14:nvPr/>
              </p14:nvContentPartPr>
              <p14:xfrm>
                <a:off x="4481928" y="2195928"/>
                <a:ext cx="211320" cy="7560"/>
              </p14:xfrm>
            </p:contentPart>
          </mc:Choice>
          <mc:Fallback xmlns="">
            <p:pic>
              <p:nvPicPr>
                <p:cNvPr id="75" name="Ink 74">
                  <a:extLst>
                    <a:ext uri="{FF2B5EF4-FFF2-40B4-BE49-F238E27FC236}">
                      <a16:creationId xmlns:a16="http://schemas.microsoft.com/office/drawing/2014/main" id="{BAC1BDD9-836D-3940-D510-2DB77D3B3BE5}"/>
                    </a:ext>
                  </a:extLst>
                </p:cNvPr>
                <p:cNvPicPr/>
                <p:nvPr/>
              </p:nvPicPr>
              <p:blipFill>
                <a:blip r:embed="rId130"/>
                <a:stretch>
                  <a:fillRect/>
                </a:stretch>
              </p:blipFill>
              <p:spPr>
                <a:xfrm>
                  <a:off x="4472913" y="2186928"/>
                  <a:ext cx="22899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6" name="Ink 75">
                  <a:extLst>
                    <a:ext uri="{FF2B5EF4-FFF2-40B4-BE49-F238E27FC236}">
                      <a16:creationId xmlns:a16="http://schemas.microsoft.com/office/drawing/2014/main" id="{24738345-6789-5827-27FC-D2C52AEA5959}"/>
                    </a:ext>
                  </a:extLst>
                </p14:cNvPr>
                <p14:cNvContentPartPr/>
                <p14:nvPr/>
              </p14:nvContentPartPr>
              <p14:xfrm>
                <a:off x="4602168" y="2076048"/>
                <a:ext cx="32400" cy="282600"/>
              </p14:xfrm>
            </p:contentPart>
          </mc:Choice>
          <mc:Fallback xmlns="">
            <p:pic>
              <p:nvPicPr>
                <p:cNvPr id="76" name="Ink 75">
                  <a:extLst>
                    <a:ext uri="{FF2B5EF4-FFF2-40B4-BE49-F238E27FC236}">
                      <a16:creationId xmlns:a16="http://schemas.microsoft.com/office/drawing/2014/main" id="{24738345-6789-5827-27FC-D2C52AEA5959}"/>
                    </a:ext>
                  </a:extLst>
                </p:cNvPr>
                <p:cNvPicPr/>
                <p:nvPr/>
              </p:nvPicPr>
              <p:blipFill>
                <a:blip r:embed="rId132"/>
                <a:stretch>
                  <a:fillRect/>
                </a:stretch>
              </p:blipFill>
              <p:spPr>
                <a:xfrm>
                  <a:off x="4593267" y="2067048"/>
                  <a:ext cx="49846"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7" name="Ink 76">
                  <a:extLst>
                    <a:ext uri="{FF2B5EF4-FFF2-40B4-BE49-F238E27FC236}">
                      <a16:creationId xmlns:a16="http://schemas.microsoft.com/office/drawing/2014/main" id="{A576C2A3-C3A4-FDB5-71F5-DCD6A13CAB45}"/>
                    </a:ext>
                  </a:extLst>
                </p14:cNvPr>
                <p14:cNvContentPartPr/>
                <p14:nvPr/>
              </p14:nvContentPartPr>
              <p14:xfrm>
                <a:off x="4373928" y="3354768"/>
                <a:ext cx="157680" cy="29520"/>
              </p14:xfrm>
            </p:contentPart>
          </mc:Choice>
          <mc:Fallback xmlns="">
            <p:pic>
              <p:nvPicPr>
                <p:cNvPr id="77" name="Ink 76">
                  <a:extLst>
                    <a:ext uri="{FF2B5EF4-FFF2-40B4-BE49-F238E27FC236}">
                      <a16:creationId xmlns:a16="http://schemas.microsoft.com/office/drawing/2014/main" id="{A576C2A3-C3A4-FDB5-71F5-DCD6A13CAB45}"/>
                    </a:ext>
                  </a:extLst>
                </p:cNvPr>
                <p:cNvPicPr/>
                <p:nvPr/>
              </p:nvPicPr>
              <p:blipFill>
                <a:blip r:embed="rId134"/>
                <a:stretch>
                  <a:fillRect/>
                </a:stretch>
              </p:blipFill>
              <p:spPr>
                <a:xfrm>
                  <a:off x="4364928" y="3345876"/>
                  <a:ext cx="175320" cy="46947"/>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8" name="Ink 77">
                  <a:extLst>
                    <a:ext uri="{FF2B5EF4-FFF2-40B4-BE49-F238E27FC236}">
                      <a16:creationId xmlns:a16="http://schemas.microsoft.com/office/drawing/2014/main" id="{B12E9048-F6A5-434C-0753-E88E373DBCCB}"/>
                    </a:ext>
                  </a:extLst>
                </p14:cNvPr>
                <p14:cNvContentPartPr/>
                <p14:nvPr/>
              </p14:nvContentPartPr>
              <p14:xfrm>
                <a:off x="4519008" y="2688408"/>
                <a:ext cx="312840" cy="330120"/>
              </p14:xfrm>
            </p:contentPart>
          </mc:Choice>
          <mc:Fallback xmlns="">
            <p:pic>
              <p:nvPicPr>
                <p:cNvPr id="78" name="Ink 77">
                  <a:extLst>
                    <a:ext uri="{FF2B5EF4-FFF2-40B4-BE49-F238E27FC236}">
                      <a16:creationId xmlns:a16="http://schemas.microsoft.com/office/drawing/2014/main" id="{B12E9048-F6A5-434C-0753-E88E373DBCCB}"/>
                    </a:ext>
                  </a:extLst>
                </p:cNvPr>
                <p:cNvPicPr/>
                <p:nvPr/>
              </p:nvPicPr>
              <p:blipFill>
                <a:blip r:embed="rId136"/>
                <a:stretch>
                  <a:fillRect/>
                </a:stretch>
              </p:blipFill>
              <p:spPr>
                <a:xfrm>
                  <a:off x="4510008" y="2679398"/>
                  <a:ext cx="330480" cy="347779"/>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9" name="Ink 78">
                  <a:extLst>
                    <a:ext uri="{FF2B5EF4-FFF2-40B4-BE49-F238E27FC236}">
                      <a16:creationId xmlns:a16="http://schemas.microsoft.com/office/drawing/2014/main" id="{4A388F89-2A11-9BA1-02A0-7A092011366D}"/>
                    </a:ext>
                  </a:extLst>
                </p14:cNvPr>
                <p14:cNvContentPartPr/>
                <p14:nvPr/>
              </p14:nvContentPartPr>
              <p14:xfrm>
                <a:off x="4946688" y="2645928"/>
                <a:ext cx="211680" cy="408600"/>
              </p14:xfrm>
            </p:contentPart>
          </mc:Choice>
          <mc:Fallback xmlns="">
            <p:pic>
              <p:nvPicPr>
                <p:cNvPr id="79" name="Ink 78">
                  <a:extLst>
                    <a:ext uri="{FF2B5EF4-FFF2-40B4-BE49-F238E27FC236}">
                      <a16:creationId xmlns:a16="http://schemas.microsoft.com/office/drawing/2014/main" id="{4A388F89-2A11-9BA1-02A0-7A092011366D}"/>
                    </a:ext>
                  </a:extLst>
                </p:cNvPr>
                <p:cNvPicPr/>
                <p:nvPr/>
              </p:nvPicPr>
              <p:blipFill>
                <a:blip r:embed="rId138"/>
                <a:stretch>
                  <a:fillRect/>
                </a:stretch>
              </p:blipFill>
              <p:spPr>
                <a:xfrm>
                  <a:off x="4937673" y="2636928"/>
                  <a:ext cx="22935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2" name="Ink 91">
                  <a:extLst>
                    <a:ext uri="{FF2B5EF4-FFF2-40B4-BE49-F238E27FC236}">
                      <a16:creationId xmlns:a16="http://schemas.microsoft.com/office/drawing/2014/main" id="{EDC33530-573F-1DD7-8647-58D4F5AD7E5E}"/>
                    </a:ext>
                  </a:extLst>
                </p14:cNvPr>
                <p14:cNvContentPartPr/>
                <p14:nvPr/>
              </p14:nvContentPartPr>
              <p14:xfrm>
                <a:off x="3218328" y="3053808"/>
                <a:ext cx="234000" cy="329040"/>
              </p14:xfrm>
            </p:contentPart>
          </mc:Choice>
          <mc:Fallback xmlns="">
            <p:pic>
              <p:nvPicPr>
                <p:cNvPr id="92" name="Ink 91">
                  <a:extLst>
                    <a:ext uri="{FF2B5EF4-FFF2-40B4-BE49-F238E27FC236}">
                      <a16:creationId xmlns:a16="http://schemas.microsoft.com/office/drawing/2014/main" id="{EDC33530-573F-1DD7-8647-58D4F5AD7E5E}"/>
                    </a:ext>
                  </a:extLst>
                </p:cNvPr>
                <p:cNvPicPr/>
                <p:nvPr/>
              </p:nvPicPr>
              <p:blipFill>
                <a:blip r:embed="rId140"/>
                <a:stretch>
                  <a:fillRect/>
                </a:stretch>
              </p:blipFill>
              <p:spPr>
                <a:xfrm>
                  <a:off x="3209328" y="3044808"/>
                  <a:ext cx="251640" cy="346680"/>
                </a:xfrm>
                <a:prstGeom prst="rect">
                  <a:avLst/>
                </a:prstGeom>
              </p:spPr>
            </p:pic>
          </mc:Fallback>
        </mc:AlternateContent>
      </p:grpSp>
      <p:grpSp>
        <p:nvGrpSpPr>
          <p:cNvPr id="101" name="Group 100">
            <a:extLst>
              <a:ext uri="{FF2B5EF4-FFF2-40B4-BE49-F238E27FC236}">
                <a16:creationId xmlns:a16="http://schemas.microsoft.com/office/drawing/2014/main" id="{2127E987-9168-DBD2-CBF9-EB26007FDBBF}"/>
              </a:ext>
            </a:extLst>
          </p:cNvPr>
          <p:cNvGrpSpPr/>
          <p:nvPr/>
        </p:nvGrpSpPr>
        <p:grpSpPr>
          <a:xfrm>
            <a:off x="3421728" y="1882728"/>
            <a:ext cx="662400" cy="374400"/>
            <a:chOff x="3421728" y="1882728"/>
            <a:chExt cx="662400" cy="374400"/>
          </a:xfrm>
        </p:grpSpPr>
        <mc:AlternateContent xmlns:mc="http://schemas.openxmlformats.org/markup-compatibility/2006" xmlns:p14="http://schemas.microsoft.com/office/powerpoint/2010/main">
          <mc:Choice Requires="p14">
            <p:contentPart p14:bwMode="auto" r:id="rId141">
              <p14:nvContentPartPr>
                <p14:cNvPr id="96" name="Ink 95">
                  <a:extLst>
                    <a:ext uri="{FF2B5EF4-FFF2-40B4-BE49-F238E27FC236}">
                      <a16:creationId xmlns:a16="http://schemas.microsoft.com/office/drawing/2014/main" id="{77DA6BED-7AB0-FCC0-8E51-083A27C4675D}"/>
                    </a:ext>
                  </a:extLst>
                </p14:cNvPr>
                <p14:cNvContentPartPr/>
                <p14:nvPr/>
              </p14:nvContentPartPr>
              <p14:xfrm>
                <a:off x="3915648" y="1928088"/>
                <a:ext cx="168480" cy="329040"/>
              </p14:xfrm>
            </p:contentPart>
          </mc:Choice>
          <mc:Fallback xmlns="">
            <p:pic>
              <p:nvPicPr>
                <p:cNvPr id="96" name="Ink 95">
                  <a:extLst>
                    <a:ext uri="{FF2B5EF4-FFF2-40B4-BE49-F238E27FC236}">
                      <a16:creationId xmlns:a16="http://schemas.microsoft.com/office/drawing/2014/main" id="{77DA6BED-7AB0-FCC0-8E51-083A27C4675D}"/>
                    </a:ext>
                  </a:extLst>
                </p:cNvPr>
                <p:cNvPicPr/>
                <p:nvPr/>
              </p:nvPicPr>
              <p:blipFill>
                <a:blip r:embed="rId142"/>
                <a:stretch>
                  <a:fillRect/>
                </a:stretch>
              </p:blipFill>
              <p:spPr>
                <a:xfrm>
                  <a:off x="3906648" y="1919098"/>
                  <a:ext cx="186120" cy="346661"/>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7" name="Ink 96">
                  <a:extLst>
                    <a:ext uri="{FF2B5EF4-FFF2-40B4-BE49-F238E27FC236}">
                      <a16:creationId xmlns:a16="http://schemas.microsoft.com/office/drawing/2014/main" id="{4AF9648D-06E4-5947-F9E2-CB3A91765E7A}"/>
                    </a:ext>
                  </a:extLst>
                </p14:cNvPr>
                <p14:cNvContentPartPr/>
                <p14:nvPr/>
              </p14:nvContentPartPr>
              <p14:xfrm>
                <a:off x="3421728" y="1884168"/>
                <a:ext cx="178560" cy="267840"/>
              </p14:xfrm>
            </p:contentPart>
          </mc:Choice>
          <mc:Fallback xmlns="">
            <p:pic>
              <p:nvPicPr>
                <p:cNvPr id="97" name="Ink 96">
                  <a:extLst>
                    <a:ext uri="{FF2B5EF4-FFF2-40B4-BE49-F238E27FC236}">
                      <a16:creationId xmlns:a16="http://schemas.microsoft.com/office/drawing/2014/main" id="{4AF9648D-06E4-5947-F9E2-CB3A91765E7A}"/>
                    </a:ext>
                  </a:extLst>
                </p:cNvPr>
                <p:cNvPicPr/>
                <p:nvPr/>
              </p:nvPicPr>
              <p:blipFill>
                <a:blip r:embed="rId144"/>
                <a:stretch>
                  <a:fillRect/>
                </a:stretch>
              </p:blipFill>
              <p:spPr>
                <a:xfrm>
                  <a:off x="3412728" y="1875168"/>
                  <a:ext cx="19620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8" name="Ink 97">
                  <a:extLst>
                    <a:ext uri="{FF2B5EF4-FFF2-40B4-BE49-F238E27FC236}">
                      <a16:creationId xmlns:a16="http://schemas.microsoft.com/office/drawing/2014/main" id="{0E9F43BD-50AB-2857-9736-13A17B6E37FE}"/>
                    </a:ext>
                  </a:extLst>
                </p14:cNvPr>
                <p14:cNvContentPartPr/>
                <p14:nvPr/>
              </p14:nvContentPartPr>
              <p14:xfrm>
                <a:off x="3432168" y="1882728"/>
                <a:ext cx="114480" cy="85680"/>
              </p14:xfrm>
            </p:contentPart>
          </mc:Choice>
          <mc:Fallback xmlns="">
            <p:pic>
              <p:nvPicPr>
                <p:cNvPr id="98" name="Ink 97">
                  <a:extLst>
                    <a:ext uri="{FF2B5EF4-FFF2-40B4-BE49-F238E27FC236}">
                      <a16:creationId xmlns:a16="http://schemas.microsoft.com/office/drawing/2014/main" id="{0E9F43BD-50AB-2857-9736-13A17B6E37FE}"/>
                    </a:ext>
                  </a:extLst>
                </p:cNvPr>
                <p:cNvPicPr/>
                <p:nvPr/>
              </p:nvPicPr>
              <p:blipFill>
                <a:blip r:embed="rId146"/>
                <a:stretch>
                  <a:fillRect/>
                </a:stretch>
              </p:blipFill>
              <p:spPr>
                <a:xfrm>
                  <a:off x="3423140" y="1873728"/>
                  <a:ext cx="132176"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9" name="Ink 98">
                  <a:extLst>
                    <a:ext uri="{FF2B5EF4-FFF2-40B4-BE49-F238E27FC236}">
                      <a16:creationId xmlns:a16="http://schemas.microsoft.com/office/drawing/2014/main" id="{B566DEA7-752A-F4B8-BD6A-802D4C32DF41}"/>
                    </a:ext>
                  </a:extLst>
                </p14:cNvPr>
                <p14:cNvContentPartPr/>
                <p14:nvPr/>
              </p14:nvContentPartPr>
              <p14:xfrm>
                <a:off x="3587328" y="2022768"/>
                <a:ext cx="94680" cy="104040"/>
              </p14:xfrm>
            </p:contentPart>
          </mc:Choice>
          <mc:Fallback xmlns="">
            <p:pic>
              <p:nvPicPr>
                <p:cNvPr id="99" name="Ink 98">
                  <a:extLst>
                    <a:ext uri="{FF2B5EF4-FFF2-40B4-BE49-F238E27FC236}">
                      <a16:creationId xmlns:a16="http://schemas.microsoft.com/office/drawing/2014/main" id="{B566DEA7-752A-F4B8-BD6A-802D4C32DF41}"/>
                    </a:ext>
                  </a:extLst>
                </p:cNvPr>
                <p:cNvPicPr/>
                <p:nvPr/>
              </p:nvPicPr>
              <p:blipFill>
                <a:blip r:embed="rId148"/>
                <a:stretch>
                  <a:fillRect/>
                </a:stretch>
              </p:blipFill>
              <p:spPr>
                <a:xfrm>
                  <a:off x="3578294" y="2013768"/>
                  <a:ext cx="112387"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0" name="Ink 99">
                  <a:extLst>
                    <a:ext uri="{FF2B5EF4-FFF2-40B4-BE49-F238E27FC236}">
                      <a16:creationId xmlns:a16="http://schemas.microsoft.com/office/drawing/2014/main" id="{F99B2064-B6FB-2AEF-4A92-C554AD6B340E}"/>
                    </a:ext>
                  </a:extLst>
                </p14:cNvPr>
                <p14:cNvContentPartPr/>
                <p14:nvPr/>
              </p14:nvContentPartPr>
              <p14:xfrm>
                <a:off x="3688848" y="2043288"/>
                <a:ext cx="163800" cy="197280"/>
              </p14:xfrm>
            </p:contentPart>
          </mc:Choice>
          <mc:Fallback xmlns="">
            <p:pic>
              <p:nvPicPr>
                <p:cNvPr id="100" name="Ink 99">
                  <a:extLst>
                    <a:ext uri="{FF2B5EF4-FFF2-40B4-BE49-F238E27FC236}">
                      <a16:creationId xmlns:a16="http://schemas.microsoft.com/office/drawing/2014/main" id="{F99B2064-B6FB-2AEF-4A92-C554AD6B340E}"/>
                    </a:ext>
                  </a:extLst>
                </p:cNvPr>
                <p:cNvPicPr/>
                <p:nvPr/>
              </p:nvPicPr>
              <p:blipFill>
                <a:blip r:embed="rId150"/>
                <a:stretch>
                  <a:fillRect/>
                </a:stretch>
              </p:blipFill>
              <p:spPr>
                <a:xfrm>
                  <a:off x="3679828" y="2034288"/>
                  <a:ext cx="181479" cy="214920"/>
                </a:xfrm>
                <a:prstGeom prst="rect">
                  <a:avLst/>
                </a:prstGeom>
              </p:spPr>
            </p:pic>
          </mc:Fallback>
        </mc:AlternateContent>
      </p:grpSp>
      <p:grpSp>
        <p:nvGrpSpPr>
          <p:cNvPr id="118" name="Group 117">
            <a:extLst>
              <a:ext uri="{FF2B5EF4-FFF2-40B4-BE49-F238E27FC236}">
                <a16:creationId xmlns:a16="http://schemas.microsoft.com/office/drawing/2014/main" id="{B9C5F3EE-9DB6-ED4A-B5C6-FC9964BF8C82}"/>
              </a:ext>
            </a:extLst>
          </p:cNvPr>
          <p:cNvGrpSpPr/>
          <p:nvPr/>
        </p:nvGrpSpPr>
        <p:grpSpPr>
          <a:xfrm>
            <a:off x="6735168" y="735408"/>
            <a:ext cx="1166400" cy="567720"/>
            <a:chOff x="6735168" y="735408"/>
            <a:chExt cx="1166400" cy="567720"/>
          </a:xfrm>
        </p:grpSpPr>
        <mc:AlternateContent xmlns:mc="http://schemas.openxmlformats.org/markup-compatibility/2006" xmlns:p14="http://schemas.microsoft.com/office/powerpoint/2010/main">
          <mc:Choice Requires="p14">
            <p:contentPart p14:bwMode="auto" r:id="rId151">
              <p14:nvContentPartPr>
                <p14:cNvPr id="102" name="Ink 101">
                  <a:extLst>
                    <a:ext uri="{FF2B5EF4-FFF2-40B4-BE49-F238E27FC236}">
                      <a16:creationId xmlns:a16="http://schemas.microsoft.com/office/drawing/2014/main" id="{325CFCF2-80B3-ADAC-FB32-4A8C00ECBFCD}"/>
                    </a:ext>
                  </a:extLst>
                </p14:cNvPr>
                <p14:cNvContentPartPr/>
                <p14:nvPr/>
              </p14:nvContentPartPr>
              <p14:xfrm>
                <a:off x="6840288" y="781848"/>
                <a:ext cx="173880" cy="342360"/>
              </p14:xfrm>
            </p:contentPart>
          </mc:Choice>
          <mc:Fallback xmlns="">
            <p:pic>
              <p:nvPicPr>
                <p:cNvPr id="102" name="Ink 101">
                  <a:extLst>
                    <a:ext uri="{FF2B5EF4-FFF2-40B4-BE49-F238E27FC236}">
                      <a16:creationId xmlns:a16="http://schemas.microsoft.com/office/drawing/2014/main" id="{325CFCF2-80B3-ADAC-FB32-4A8C00ECBFCD}"/>
                    </a:ext>
                  </a:extLst>
                </p:cNvPr>
                <p:cNvPicPr/>
                <p:nvPr/>
              </p:nvPicPr>
              <p:blipFill>
                <a:blip r:embed="rId152"/>
                <a:stretch>
                  <a:fillRect/>
                </a:stretch>
              </p:blipFill>
              <p:spPr>
                <a:xfrm>
                  <a:off x="6831288" y="772848"/>
                  <a:ext cx="19152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03" name="Ink 102">
                  <a:extLst>
                    <a:ext uri="{FF2B5EF4-FFF2-40B4-BE49-F238E27FC236}">
                      <a16:creationId xmlns:a16="http://schemas.microsoft.com/office/drawing/2014/main" id="{CB493537-1504-26CE-59CC-44D794317AFC}"/>
                    </a:ext>
                  </a:extLst>
                </p14:cNvPr>
                <p14:cNvContentPartPr/>
                <p14:nvPr/>
              </p14:nvContentPartPr>
              <p14:xfrm>
                <a:off x="6735168" y="775008"/>
                <a:ext cx="330480" cy="41760"/>
              </p14:xfrm>
            </p:contentPart>
          </mc:Choice>
          <mc:Fallback xmlns="">
            <p:pic>
              <p:nvPicPr>
                <p:cNvPr id="103" name="Ink 102">
                  <a:extLst>
                    <a:ext uri="{FF2B5EF4-FFF2-40B4-BE49-F238E27FC236}">
                      <a16:creationId xmlns:a16="http://schemas.microsoft.com/office/drawing/2014/main" id="{CB493537-1504-26CE-59CC-44D794317AFC}"/>
                    </a:ext>
                  </a:extLst>
                </p:cNvPr>
                <p:cNvPicPr/>
                <p:nvPr/>
              </p:nvPicPr>
              <p:blipFill>
                <a:blip r:embed="rId154"/>
                <a:stretch>
                  <a:fillRect/>
                </a:stretch>
              </p:blipFill>
              <p:spPr>
                <a:xfrm>
                  <a:off x="6726178" y="766008"/>
                  <a:ext cx="348101"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4" name="Ink 103">
                  <a:extLst>
                    <a:ext uri="{FF2B5EF4-FFF2-40B4-BE49-F238E27FC236}">
                      <a16:creationId xmlns:a16="http://schemas.microsoft.com/office/drawing/2014/main" id="{F5BFC983-D8D5-28EA-2858-BED3F9C6EC18}"/>
                    </a:ext>
                  </a:extLst>
                </p14:cNvPr>
                <p14:cNvContentPartPr/>
                <p14:nvPr/>
              </p14:nvContentPartPr>
              <p14:xfrm>
                <a:off x="7047288" y="1019448"/>
                <a:ext cx="159840" cy="176400"/>
              </p14:xfrm>
            </p:contentPart>
          </mc:Choice>
          <mc:Fallback xmlns="">
            <p:pic>
              <p:nvPicPr>
                <p:cNvPr id="104" name="Ink 103">
                  <a:extLst>
                    <a:ext uri="{FF2B5EF4-FFF2-40B4-BE49-F238E27FC236}">
                      <a16:creationId xmlns:a16="http://schemas.microsoft.com/office/drawing/2014/main" id="{F5BFC983-D8D5-28EA-2858-BED3F9C6EC18}"/>
                    </a:ext>
                  </a:extLst>
                </p:cNvPr>
                <p:cNvPicPr/>
                <p:nvPr/>
              </p:nvPicPr>
              <p:blipFill>
                <a:blip r:embed="rId156"/>
                <a:stretch>
                  <a:fillRect/>
                </a:stretch>
              </p:blipFill>
              <p:spPr>
                <a:xfrm>
                  <a:off x="7038288" y="1010430"/>
                  <a:ext cx="177480" cy="194076"/>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5" name="Ink 104">
                  <a:extLst>
                    <a:ext uri="{FF2B5EF4-FFF2-40B4-BE49-F238E27FC236}">
                      <a16:creationId xmlns:a16="http://schemas.microsoft.com/office/drawing/2014/main" id="{DC439AEF-0D5F-E2D1-A04E-F17BAFF263E6}"/>
                    </a:ext>
                  </a:extLst>
                </p14:cNvPr>
                <p14:cNvContentPartPr/>
                <p14:nvPr/>
              </p14:nvContentPartPr>
              <p14:xfrm>
                <a:off x="7269048" y="1084608"/>
                <a:ext cx="27360" cy="218520"/>
              </p14:xfrm>
            </p:contentPart>
          </mc:Choice>
          <mc:Fallback xmlns="">
            <p:pic>
              <p:nvPicPr>
                <p:cNvPr id="105" name="Ink 104">
                  <a:extLst>
                    <a:ext uri="{FF2B5EF4-FFF2-40B4-BE49-F238E27FC236}">
                      <a16:creationId xmlns:a16="http://schemas.microsoft.com/office/drawing/2014/main" id="{DC439AEF-0D5F-E2D1-A04E-F17BAFF263E6}"/>
                    </a:ext>
                  </a:extLst>
                </p:cNvPr>
                <p:cNvPicPr/>
                <p:nvPr/>
              </p:nvPicPr>
              <p:blipFill>
                <a:blip r:embed="rId158"/>
                <a:stretch>
                  <a:fillRect/>
                </a:stretch>
              </p:blipFill>
              <p:spPr>
                <a:xfrm>
                  <a:off x="7260048" y="1075608"/>
                  <a:ext cx="450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6" name="Ink 105">
                  <a:extLst>
                    <a:ext uri="{FF2B5EF4-FFF2-40B4-BE49-F238E27FC236}">
                      <a16:creationId xmlns:a16="http://schemas.microsoft.com/office/drawing/2014/main" id="{12C8ADC6-0F89-C984-EFD4-A4D9FE221CD2}"/>
                    </a:ext>
                  </a:extLst>
                </p14:cNvPr>
                <p14:cNvContentPartPr/>
                <p14:nvPr/>
              </p14:nvContentPartPr>
              <p14:xfrm>
                <a:off x="7445088" y="975528"/>
                <a:ext cx="45000" cy="12600"/>
              </p14:xfrm>
            </p:contentPart>
          </mc:Choice>
          <mc:Fallback xmlns="">
            <p:pic>
              <p:nvPicPr>
                <p:cNvPr id="106" name="Ink 105">
                  <a:extLst>
                    <a:ext uri="{FF2B5EF4-FFF2-40B4-BE49-F238E27FC236}">
                      <a16:creationId xmlns:a16="http://schemas.microsoft.com/office/drawing/2014/main" id="{12C8ADC6-0F89-C984-EFD4-A4D9FE221CD2}"/>
                    </a:ext>
                  </a:extLst>
                </p:cNvPr>
                <p:cNvPicPr/>
                <p:nvPr/>
              </p:nvPicPr>
              <p:blipFill>
                <a:blip r:embed="rId160"/>
                <a:stretch>
                  <a:fillRect/>
                </a:stretch>
              </p:blipFill>
              <p:spPr>
                <a:xfrm>
                  <a:off x="7436088" y="966528"/>
                  <a:ext cx="626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7" name="Ink 106">
                  <a:extLst>
                    <a:ext uri="{FF2B5EF4-FFF2-40B4-BE49-F238E27FC236}">
                      <a16:creationId xmlns:a16="http://schemas.microsoft.com/office/drawing/2014/main" id="{FB7DD446-9B37-C2B5-0EC9-48A5EDD4392F}"/>
                    </a:ext>
                  </a:extLst>
                </p14:cNvPr>
                <p14:cNvContentPartPr/>
                <p14:nvPr/>
              </p14:nvContentPartPr>
              <p14:xfrm>
                <a:off x="7450488" y="1059768"/>
                <a:ext cx="121680" cy="7200"/>
              </p14:xfrm>
            </p:contentPart>
          </mc:Choice>
          <mc:Fallback xmlns="">
            <p:pic>
              <p:nvPicPr>
                <p:cNvPr id="107" name="Ink 106">
                  <a:extLst>
                    <a:ext uri="{FF2B5EF4-FFF2-40B4-BE49-F238E27FC236}">
                      <a16:creationId xmlns:a16="http://schemas.microsoft.com/office/drawing/2014/main" id="{FB7DD446-9B37-C2B5-0EC9-48A5EDD4392F}"/>
                    </a:ext>
                  </a:extLst>
                </p:cNvPr>
                <p:cNvPicPr/>
                <p:nvPr/>
              </p:nvPicPr>
              <p:blipFill>
                <a:blip r:embed="rId162"/>
                <a:stretch>
                  <a:fillRect/>
                </a:stretch>
              </p:blipFill>
              <p:spPr>
                <a:xfrm>
                  <a:off x="7441488" y="1050768"/>
                  <a:ext cx="1393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8" name="Ink 107">
                  <a:extLst>
                    <a:ext uri="{FF2B5EF4-FFF2-40B4-BE49-F238E27FC236}">
                      <a16:creationId xmlns:a16="http://schemas.microsoft.com/office/drawing/2014/main" id="{5AABF495-30D4-0B43-D9D4-92FDD61D32C7}"/>
                    </a:ext>
                  </a:extLst>
                </p14:cNvPr>
                <p14:cNvContentPartPr/>
                <p14:nvPr/>
              </p14:nvContentPartPr>
              <p14:xfrm>
                <a:off x="7692768" y="735408"/>
                <a:ext cx="208800" cy="227160"/>
              </p14:xfrm>
            </p:contentPart>
          </mc:Choice>
          <mc:Fallback xmlns="">
            <p:pic>
              <p:nvPicPr>
                <p:cNvPr id="108" name="Ink 107">
                  <a:extLst>
                    <a:ext uri="{FF2B5EF4-FFF2-40B4-BE49-F238E27FC236}">
                      <a16:creationId xmlns:a16="http://schemas.microsoft.com/office/drawing/2014/main" id="{5AABF495-30D4-0B43-D9D4-92FDD61D32C7}"/>
                    </a:ext>
                  </a:extLst>
                </p:cNvPr>
                <p:cNvPicPr/>
                <p:nvPr/>
              </p:nvPicPr>
              <p:blipFill>
                <a:blip r:embed="rId164"/>
                <a:stretch>
                  <a:fillRect/>
                </a:stretch>
              </p:blipFill>
              <p:spPr>
                <a:xfrm>
                  <a:off x="7683768" y="726394"/>
                  <a:ext cx="226440" cy="244828"/>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9" name="Ink 108">
                  <a:extLst>
                    <a:ext uri="{FF2B5EF4-FFF2-40B4-BE49-F238E27FC236}">
                      <a16:creationId xmlns:a16="http://schemas.microsoft.com/office/drawing/2014/main" id="{F2DFEDA7-FAF0-139B-935A-1450760A9D51}"/>
                    </a:ext>
                  </a:extLst>
                </p14:cNvPr>
                <p14:cNvContentPartPr/>
                <p14:nvPr/>
              </p14:nvContentPartPr>
              <p14:xfrm>
                <a:off x="7734168" y="1177488"/>
                <a:ext cx="28440" cy="59400"/>
              </p14:xfrm>
            </p:contentPart>
          </mc:Choice>
          <mc:Fallback xmlns="">
            <p:pic>
              <p:nvPicPr>
                <p:cNvPr id="109" name="Ink 108">
                  <a:extLst>
                    <a:ext uri="{FF2B5EF4-FFF2-40B4-BE49-F238E27FC236}">
                      <a16:creationId xmlns:a16="http://schemas.microsoft.com/office/drawing/2014/main" id="{F2DFEDA7-FAF0-139B-935A-1450760A9D51}"/>
                    </a:ext>
                  </a:extLst>
                </p:cNvPr>
                <p:cNvPicPr/>
                <p:nvPr/>
              </p:nvPicPr>
              <p:blipFill>
                <a:blip r:embed="rId166"/>
                <a:stretch>
                  <a:fillRect/>
                </a:stretch>
              </p:blipFill>
              <p:spPr>
                <a:xfrm>
                  <a:off x="7725168" y="1168488"/>
                  <a:ext cx="46080" cy="77040"/>
                </a:xfrm>
                <a:prstGeom prst="rect">
                  <a:avLst/>
                </a:prstGeom>
              </p:spPr>
            </p:pic>
          </mc:Fallback>
        </mc:AlternateContent>
      </p:grpSp>
      <p:grpSp>
        <p:nvGrpSpPr>
          <p:cNvPr id="117" name="Group 116">
            <a:extLst>
              <a:ext uri="{FF2B5EF4-FFF2-40B4-BE49-F238E27FC236}">
                <a16:creationId xmlns:a16="http://schemas.microsoft.com/office/drawing/2014/main" id="{4B413B49-F68C-5EA8-1DDE-6059E5A2D029}"/>
              </a:ext>
            </a:extLst>
          </p:cNvPr>
          <p:cNvGrpSpPr/>
          <p:nvPr/>
        </p:nvGrpSpPr>
        <p:grpSpPr>
          <a:xfrm>
            <a:off x="8646048" y="720288"/>
            <a:ext cx="969480" cy="569160"/>
            <a:chOff x="8646048" y="720288"/>
            <a:chExt cx="969480" cy="569160"/>
          </a:xfrm>
        </p:grpSpPr>
        <mc:AlternateContent xmlns:mc="http://schemas.openxmlformats.org/markup-compatibility/2006" xmlns:p14="http://schemas.microsoft.com/office/powerpoint/2010/main">
          <mc:Choice Requires="p14">
            <p:contentPart p14:bwMode="auto" r:id="rId167">
              <p14:nvContentPartPr>
                <p14:cNvPr id="110" name="Ink 109">
                  <a:extLst>
                    <a:ext uri="{FF2B5EF4-FFF2-40B4-BE49-F238E27FC236}">
                      <a16:creationId xmlns:a16="http://schemas.microsoft.com/office/drawing/2014/main" id="{D7D4C311-4C13-F54A-C189-DEDCF0807F4D}"/>
                    </a:ext>
                  </a:extLst>
                </p14:cNvPr>
                <p14:cNvContentPartPr/>
                <p14:nvPr/>
              </p14:nvContentPartPr>
              <p14:xfrm>
                <a:off x="8646048" y="749448"/>
                <a:ext cx="237240" cy="356400"/>
              </p14:xfrm>
            </p:contentPart>
          </mc:Choice>
          <mc:Fallback xmlns="">
            <p:pic>
              <p:nvPicPr>
                <p:cNvPr id="110" name="Ink 109">
                  <a:extLst>
                    <a:ext uri="{FF2B5EF4-FFF2-40B4-BE49-F238E27FC236}">
                      <a16:creationId xmlns:a16="http://schemas.microsoft.com/office/drawing/2014/main" id="{D7D4C311-4C13-F54A-C189-DEDCF0807F4D}"/>
                    </a:ext>
                  </a:extLst>
                </p:cNvPr>
                <p:cNvPicPr/>
                <p:nvPr/>
              </p:nvPicPr>
              <p:blipFill>
                <a:blip r:embed="rId168"/>
                <a:stretch>
                  <a:fillRect/>
                </a:stretch>
              </p:blipFill>
              <p:spPr>
                <a:xfrm>
                  <a:off x="8637048" y="740448"/>
                  <a:ext cx="25488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11" name="Ink 110">
                  <a:extLst>
                    <a:ext uri="{FF2B5EF4-FFF2-40B4-BE49-F238E27FC236}">
                      <a16:creationId xmlns:a16="http://schemas.microsoft.com/office/drawing/2014/main" id="{74C0ED4B-A195-DD5C-3B00-E58756803745}"/>
                    </a:ext>
                  </a:extLst>
                </p14:cNvPr>
                <p14:cNvContentPartPr/>
                <p14:nvPr/>
              </p14:nvContentPartPr>
              <p14:xfrm>
                <a:off x="8739648" y="1024848"/>
                <a:ext cx="150120" cy="264600"/>
              </p14:xfrm>
            </p:contentPart>
          </mc:Choice>
          <mc:Fallback xmlns="">
            <p:pic>
              <p:nvPicPr>
                <p:cNvPr id="111" name="Ink 110">
                  <a:extLst>
                    <a:ext uri="{FF2B5EF4-FFF2-40B4-BE49-F238E27FC236}">
                      <a16:creationId xmlns:a16="http://schemas.microsoft.com/office/drawing/2014/main" id="{74C0ED4B-A195-DD5C-3B00-E58756803745}"/>
                    </a:ext>
                  </a:extLst>
                </p:cNvPr>
                <p:cNvPicPr/>
                <p:nvPr/>
              </p:nvPicPr>
              <p:blipFill>
                <a:blip r:embed="rId170"/>
                <a:stretch>
                  <a:fillRect/>
                </a:stretch>
              </p:blipFill>
              <p:spPr>
                <a:xfrm>
                  <a:off x="8730670" y="1015848"/>
                  <a:ext cx="167718"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2" name="Ink 111">
                  <a:extLst>
                    <a:ext uri="{FF2B5EF4-FFF2-40B4-BE49-F238E27FC236}">
                      <a16:creationId xmlns:a16="http://schemas.microsoft.com/office/drawing/2014/main" id="{373B7065-AC98-74C2-FB33-1632135801B4}"/>
                    </a:ext>
                  </a:extLst>
                </p14:cNvPr>
                <p14:cNvContentPartPr/>
                <p14:nvPr/>
              </p14:nvContentPartPr>
              <p14:xfrm>
                <a:off x="8736048" y="1206648"/>
                <a:ext cx="159480" cy="20520"/>
              </p14:xfrm>
            </p:contentPart>
          </mc:Choice>
          <mc:Fallback xmlns="">
            <p:pic>
              <p:nvPicPr>
                <p:cNvPr id="112" name="Ink 111">
                  <a:extLst>
                    <a:ext uri="{FF2B5EF4-FFF2-40B4-BE49-F238E27FC236}">
                      <a16:creationId xmlns:a16="http://schemas.microsoft.com/office/drawing/2014/main" id="{373B7065-AC98-74C2-FB33-1632135801B4}"/>
                    </a:ext>
                  </a:extLst>
                </p:cNvPr>
                <p:cNvPicPr/>
                <p:nvPr/>
              </p:nvPicPr>
              <p:blipFill>
                <a:blip r:embed="rId172"/>
                <a:stretch>
                  <a:fillRect/>
                </a:stretch>
              </p:blipFill>
              <p:spPr>
                <a:xfrm>
                  <a:off x="8727048" y="1197648"/>
                  <a:ext cx="177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13" name="Ink 112">
                  <a:extLst>
                    <a:ext uri="{FF2B5EF4-FFF2-40B4-BE49-F238E27FC236}">
                      <a16:creationId xmlns:a16="http://schemas.microsoft.com/office/drawing/2014/main" id="{F624C9EF-4929-1538-37A3-3639B7EFFB62}"/>
                    </a:ext>
                  </a:extLst>
                </p14:cNvPr>
                <p14:cNvContentPartPr/>
                <p14:nvPr/>
              </p14:nvContentPartPr>
              <p14:xfrm>
                <a:off x="8994528" y="909648"/>
                <a:ext cx="164880" cy="31320"/>
              </p14:xfrm>
            </p:contentPart>
          </mc:Choice>
          <mc:Fallback xmlns="">
            <p:pic>
              <p:nvPicPr>
                <p:cNvPr id="113" name="Ink 112">
                  <a:extLst>
                    <a:ext uri="{FF2B5EF4-FFF2-40B4-BE49-F238E27FC236}">
                      <a16:creationId xmlns:a16="http://schemas.microsoft.com/office/drawing/2014/main" id="{F624C9EF-4929-1538-37A3-3639B7EFFB62}"/>
                    </a:ext>
                  </a:extLst>
                </p:cNvPr>
                <p:cNvPicPr/>
                <p:nvPr/>
              </p:nvPicPr>
              <p:blipFill>
                <a:blip r:embed="rId174"/>
                <a:stretch>
                  <a:fillRect/>
                </a:stretch>
              </p:blipFill>
              <p:spPr>
                <a:xfrm>
                  <a:off x="8985528" y="900648"/>
                  <a:ext cx="18252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14" name="Ink 113">
                  <a:extLst>
                    <a:ext uri="{FF2B5EF4-FFF2-40B4-BE49-F238E27FC236}">
                      <a16:creationId xmlns:a16="http://schemas.microsoft.com/office/drawing/2014/main" id="{CB66492B-F7D1-D125-CD87-2EA4482F0822}"/>
                    </a:ext>
                  </a:extLst>
                </p14:cNvPr>
                <p14:cNvContentPartPr/>
                <p14:nvPr/>
              </p14:nvContentPartPr>
              <p14:xfrm>
                <a:off x="8970408" y="973008"/>
                <a:ext cx="182160" cy="30960"/>
              </p14:xfrm>
            </p:contentPart>
          </mc:Choice>
          <mc:Fallback xmlns="">
            <p:pic>
              <p:nvPicPr>
                <p:cNvPr id="114" name="Ink 113">
                  <a:extLst>
                    <a:ext uri="{FF2B5EF4-FFF2-40B4-BE49-F238E27FC236}">
                      <a16:creationId xmlns:a16="http://schemas.microsoft.com/office/drawing/2014/main" id="{CB66492B-F7D1-D125-CD87-2EA4482F0822}"/>
                    </a:ext>
                  </a:extLst>
                </p:cNvPr>
                <p:cNvPicPr/>
                <p:nvPr/>
              </p:nvPicPr>
              <p:blipFill>
                <a:blip r:embed="rId176"/>
                <a:stretch>
                  <a:fillRect/>
                </a:stretch>
              </p:blipFill>
              <p:spPr>
                <a:xfrm>
                  <a:off x="8961408" y="964008"/>
                  <a:ext cx="1998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15" name="Ink 114">
                  <a:extLst>
                    <a:ext uri="{FF2B5EF4-FFF2-40B4-BE49-F238E27FC236}">
                      <a16:creationId xmlns:a16="http://schemas.microsoft.com/office/drawing/2014/main" id="{8BA74C95-8D5B-5070-6C96-37EB52A0F88A}"/>
                    </a:ext>
                  </a:extLst>
                </p14:cNvPr>
                <p14:cNvContentPartPr/>
                <p14:nvPr/>
              </p14:nvContentPartPr>
              <p14:xfrm>
                <a:off x="9232488" y="734328"/>
                <a:ext cx="123480" cy="237240"/>
              </p14:xfrm>
            </p:contentPart>
          </mc:Choice>
          <mc:Fallback xmlns="">
            <p:pic>
              <p:nvPicPr>
                <p:cNvPr id="115" name="Ink 114">
                  <a:extLst>
                    <a:ext uri="{FF2B5EF4-FFF2-40B4-BE49-F238E27FC236}">
                      <a16:creationId xmlns:a16="http://schemas.microsoft.com/office/drawing/2014/main" id="{8BA74C95-8D5B-5070-6C96-37EB52A0F88A}"/>
                    </a:ext>
                  </a:extLst>
                </p:cNvPr>
                <p:cNvPicPr/>
                <p:nvPr/>
              </p:nvPicPr>
              <p:blipFill>
                <a:blip r:embed="rId178"/>
                <a:stretch>
                  <a:fillRect/>
                </a:stretch>
              </p:blipFill>
              <p:spPr>
                <a:xfrm>
                  <a:off x="9223462" y="725328"/>
                  <a:ext cx="141172"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6" name="Ink 115">
                  <a:extLst>
                    <a:ext uri="{FF2B5EF4-FFF2-40B4-BE49-F238E27FC236}">
                      <a16:creationId xmlns:a16="http://schemas.microsoft.com/office/drawing/2014/main" id="{2E0A37D6-7A0F-E3E2-E6EA-8055154D02B4}"/>
                    </a:ext>
                  </a:extLst>
                </p14:cNvPr>
                <p14:cNvContentPartPr/>
                <p14:nvPr/>
              </p14:nvContentPartPr>
              <p14:xfrm>
                <a:off x="9177408" y="720288"/>
                <a:ext cx="438120" cy="251280"/>
              </p14:xfrm>
            </p:contentPart>
          </mc:Choice>
          <mc:Fallback xmlns="">
            <p:pic>
              <p:nvPicPr>
                <p:cNvPr id="116" name="Ink 115">
                  <a:extLst>
                    <a:ext uri="{FF2B5EF4-FFF2-40B4-BE49-F238E27FC236}">
                      <a16:creationId xmlns:a16="http://schemas.microsoft.com/office/drawing/2014/main" id="{2E0A37D6-7A0F-E3E2-E6EA-8055154D02B4}"/>
                    </a:ext>
                  </a:extLst>
                </p:cNvPr>
                <p:cNvPicPr/>
                <p:nvPr/>
              </p:nvPicPr>
              <p:blipFill>
                <a:blip r:embed="rId180"/>
                <a:stretch>
                  <a:fillRect/>
                </a:stretch>
              </p:blipFill>
              <p:spPr>
                <a:xfrm>
                  <a:off x="9168401" y="711275"/>
                  <a:ext cx="455775" cy="268945"/>
                </a:xfrm>
                <a:prstGeom prst="rect">
                  <a:avLst/>
                </a:prstGeom>
              </p:spPr>
            </p:pic>
          </mc:Fallback>
        </mc:AlternateContent>
      </p:grpSp>
      <p:grpSp>
        <p:nvGrpSpPr>
          <p:cNvPr id="124" name="Group 123">
            <a:extLst>
              <a:ext uri="{FF2B5EF4-FFF2-40B4-BE49-F238E27FC236}">
                <a16:creationId xmlns:a16="http://schemas.microsoft.com/office/drawing/2014/main" id="{239A4A99-2083-EA1A-2476-94290342C80D}"/>
              </a:ext>
            </a:extLst>
          </p:cNvPr>
          <p:cNvGrpSpPr/>
          <p:nvPr/>
        </p:nvGrpSpPr>
        <p:grpSpPr>
          <a:xfrm>
            <a:off x="10135008" y="669528"/>
            <a:ext cx="442080" cy="513720"/>
            <a:chOff x="10135008" y="669528"/>
            <a:chExt cx="442080" cy="513720"/>
          </a:xfrm>
        </p:grpSpPr>
        <mc:AlternateContent xmlns:mc="http://schemas.openxmlformats.org/markup-compatibility/2006" xmlns:p14="http://schemas.microsoft.com/office/powerpoint/2010/main">
          <mc:Choice Requires="p14">
            <p:contentPart p14:bwMode="auto" r:id="rId181">
              <p14:nvContentPartPr>
                <p14:cNvPr id="119" name="Ink 118">
                  <a:extLst>
                    <a:ext uri="{FF2B5EF4-FFF2-40B4-BE49-F238E27FC236}">
                      <a16:creationId xmlns:a16="http://schemas.microsoft.com/office/drawing/2014/main" id="{838DC910-BB83-FB9B-EDDD-A0DCCDA91DD9}"/>
                    </a:ext>
                  </a:extLst>
                </p14:cNvPr>
                <p14:cNvContentPartPr/>
                <p14:nvPr/>
              </p14:nvContentPartPr>
              <p14:xfrm>
                <a:off x="10176768" y="669528"/>
                <a:ext cx="79560" cy="513720"/>
              </p14:xfrm>
            </p:contentPart>
          </mc:Choice>
          <mc:Fallback xmlns="">
            <p:pic>
              <p:nvPicPr>
                <p:cNvPr id="119" name="Ink 118">
                  <a:extLst>
                    <a:ext uri="{FF2B5EF4-FFF2-40B4-BE49-F238E27FC236}">
                      <a16:creationId xmlns:a16="http://schemas.microsoft.com/office/drawing/2014/main" id="{838DC910-BB83-FB9B-EDDD-A0DCCDA91DD9}"/>
                    </a:ext>
                  </a:extLst>
                </p:cNvPr>
                <p:cNvPicPr/>
                <p:nvPr/>
              </p:nvPicPr>
              <p:blipFill>
                <a:blip r:embed="rId182"/>
                <a:stretch>
                  <a:fillRect/>
                </a:stretch>
              </p:blipFill>
              <p:spPr>
                <a:xfrm>
                  <a:off x="10167768" y="660522"/>
                  <a:ext cx="97200" cy="531372"/>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20" name="Ink 119">
                  <a:extLst>
                    <a:ext uri="{FF2B5EF4-FFF2-40B4-BE49-F238E27FC236}">
                      <a16:creationId xmlns:a16="http://schemas.microsoft.com/office/drawing/2014/main" id="{C3412D57-2B9E-5B8D-B317-44046A0CEFE3}"/>
                    </a:ext>
                  </a:extLst>
                </p14:cNvPr>
                <p14:cNvContentPartPr/>
                <p14:nvPr/>
              </p14:nvContentPartPr>
              <p14:xfrm>
                <a:off x="10135008" y="676008"/>
                <a:ext cx="211320" cy="213840"/>
              </p14:xfrm>
            </p:contentPart>
          </mc:Choice>
          <mc:Fallback xmlns="">
            <p:pic>
              <p:nvPicPr>
                <p:cNvPr id="120" name="Ink 119">
                  <a:extLst>
                    <a:ext uri="{FF2B5EF4-FFF2-40B4-BE49-F238E27FC236}">
                      <a16:creationId xmlns:a16="http://schemas.microsoft.com/office/drawing/2014/main" id="{C3412D57-2B9E-5B8D-B317-44046A0CEFE3}"/>
                    </a:ext>
                  </a:extLst>
                </p:cNvPr>
                <p:cNvPicPr/>
                <p:nvPr/>
              </p:nvPicPr>
              <p:blipFill>
                <a:blip r:embed="rId184"/>
                <a:stretch>
                  <a:fillRect/>
                </a:stretch>
              </p:blipFill>
              <p:spPr>
                <a:xfrm>
                  <a:off x="10126008" y="667008"/>
                  <a:ext cx="2289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21" name="Ink 120">
                  <a:extLst>
                    <a:ext uri="{FF2B5EF4-FFF2-40B4-BE49-F238E27FC236}">
                      <a16:creationId xmlns:a16="http://schemas.microsoft.com/office/drawing/2014/main" id="{73723D6E-9C61-A091-F58C-5D8612976F11}"/>
                    </a:ext>
                  </a:extLst>
                </p14:cNvPr>
                <p14:cNvContentPartPr/>
                <p14:nvPr/>
              </p14:nvContentPartPr>
              <p14:xfrm>
                <a:off x="10432728" y="727488"/>
                <a:ext cx="144360" cy="22320"/>
              </p14:xfrm>
            </p:contentPart>
          </mc:Choice>
          <mc:Fallback xmlns="">
            <p:pic>
              <p:nvPicPr>
                <p:cNvPr id="121" name="Ink 120">
                  <a:extLst>
                    <a:ext uri="{FF2B5EF4-FFF2-40B4-BE49-F238E27FC236}">
                      <a16:creationId xmlns:a16="http://schemas.microsoft.com/office/drawing/2014/main" id="{73723D6E-9C61-A091-F58C-5D8612976F11}"/>
                    </a:ext>
                  </a:extLst>
                </p:cNvPr>
                <p:cNvPicPr/>
                <p:nvPr/>
              </p:nvPicPr>
              <p:blipFill>
                <a:blip r:embed="rId186"/>
                <a:stretch>
                  <a:fillRect/>
                </a:stretch>
              </p:blipFill>
              <p:spPr>
                <a:xfrm>
                  <a:off x="10423728" y="718340"/>
                  <a:ext cx="162000" cy="40249"/>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22" name="Ink 121">
                  <a:extLst>
                    <a:ext uri="{FF2B5EF4-FFF2-40B4-BE49-F238E27FC236}">
                      <a16:creationId xmlns:a16="http://schemas.microsoft.com/office/drawing/2014/main" id="{A927498B-4314-FC4A-5B1C-72C40F6E03CD}"/>
                    </a:ext>
                  </a:extLst>
                </p14:cNvPr>
                <p14:cNvContentPartPr/>
                <p14:nvPr/>
              </p14:nvContentPartPr>
              <p14:xfrm>
                <a:off x="10437048" y="832968"/>
                <a:ext cx="119880" cy="20880"/>
              </p14:xfrm>
            </p:contentPart>
          </mc:Choice>
          <mc:Fallback xmlns="">
            <p:pic>
              <p:nvPicPr>
                <p:cNvPr id="122" name="Ink 121">
                  <a:extLst>
                    <a:ext uri="{FF2B5EF4-FFF2-40B4-BE49-F238E27FC236}">
                      <a16:creationId xmlns:a16="http://schemas.microsoft.com/office/drawing/2014/main" id="{A927498B-4314-FC4A-5B1C-72C40F6E03CD}"/>
                    </a:ext>
                  </a:extLst>
                </p:cNvPr>
                <p:cNvPicPr/>
                <p:nvPr/>
              </p:nvPicPr>
              <p:blipFill>
                <a:blip r:embed="rId188"/>
                <a:stretch>
                  <a:fillRect/>
                </a:stretch>
              </p:blipFill>
              <p:spPr>
                <a:xfrm>
                  <a:off x="10428048" y="823968"/>
                  <a:ext cx="137520" cy="38520"/>
                </a:xfrm>
                <a:prstGeom prst="rect">
                  <a:avLst/>
                </a:prstGeom>
              </p:spPr>
            </p:pic>
          </mc:Fallback>
        </mc:AlternateContent>
      </p:grpSp>
      <p:grpSp>
        <p:nvGrpSpPr>
          <p:cNvPr id="126" name="Group 125">
            <a:extLst>
              <a:ext uri="{FF2B5EF4-FFF2-40B4-BE49-F238E27FC236}">
                <a16:creationId xmlns:a16="http://schemas.microsoft.com/office/drawing/2014/main" id="{9DB5D75B-02AC-6BC4-34C5-21B52178C2DD}"/>
              </a:ext>
            </a:extLst>
          </p:cNvPr>
          <p:cNvGrpSpPr/>
          <p:nvPr/>
        </p:nvGrpSpPr>
        <p:grpSpPr>
          <a:xfrm>
            <a:off x="10779408" y="641088"/>
            <a:ext cx="462240" cy="253080"/>
            <a:chOff x="10779408" y="641088"/>
            <a:chExt cx="462240" cy="253080"/>
          </a:xfrm>
        </p:grpSpPr>
        <mc:AlternateContent xmlns:mc="http://schemas.openxmlformats.org/markup-compatibility/2006" xmlns:p14="http://schemas.microsoft.com/office/powerpoint/2010/main">
          <mc:Choice Requires="p14">
            <p:contentPart p14:bwMode="auto" r:id="rId189">
              <p14:nvContentPartPr>
                <p14:cNvPr id="123" name="Ink 122">
                  <a:extLst>
                    <a:ext uri="{FF2B5EF4-FFF2-40B4-BE49-F238E27FC236}">
                      <a16:creationId xmlns:a16="http://schemas.microsoft.com/office/drawing/2014/main" id="{99F681B2-39C2-5B3D-D9E7-D5859CBD838D}"/>
                    </a:ext>
                  </a:extLst>
                </p14:cNvPr>
                <p14:cNvContentPartPr/>
                <p14:nvPr/>
              </p14:nvContentPartPr>
              <p14:xfrm>
                <a:off x="10779408" y="641088"/>
                <a:ext cx="50400" cy="253080"/>
              </p14:xfrm>
            </p:contentPart>
          </mc:Choice>
          <mc:Fallback xmlns="">
            <p:pic>
              <p:nvPicPr>
                <p:cNvPr id="123" name="Ink 122">
                  <a:extLst>
                    <a:ext uri="{FF2B5EF4-FFF2-40B4-BE49-F238E27FC236}">
                      <a16:creationId xmlns:a16="http://schemas.microsoft.com/office/drawing/2014/main" id="{99F681B2-39C2-5B3D-D9E7-D5859CBD838D}"/>
                    </a:ext>
                  </a:extLst>
                </p:cNvPr>
                <p:cNvPicPr/>
                <p:nvPr/>
              </p:nvPicPr>
              <p:blipFill>
                <a:blip r:embed="rId190"/>
                <a:stretch>
                  <a:fillRect/>
                </a:stretch>
              </p:blipFill>
              <p:spPr>
                <a:xfrm>
                  <a:off x="10770408" y="632101"/>
                  <a:ext cx="68040" cy="270695"/>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25" name="Ink 124">
                  <a:extLst>
                    <a:ext uri="{FF2B5EF4-FFF2-40B4-BE49-F238E27FC236}">
                      <a16:creationId xmlns:a16="http://schemas.microsoft.com/office/drawing/2014/main" id="{BD24947B-9E73-C593-0335-169B555452C9}"/>
                    </a:ext>
                  </a:extLst>
                </p14:cNvPr>
                <p14:cNvContentPartPr/>
                <p14:nvPr/>
              </p14:nvContentPartPr>
              <p14:xfrm>
                <a:off x="10912248" y="666648"/>
                <a:ext cx="329400" cy="190800"/>
              </p14:xfrm>
            </p:contentPart>
          </mc:Choice>
          <mc:Fallback xmlns="">
            <p:pic>
              <p:nvPicPr>
                <p:cNvPr id="125" name="Ink 124">
                  <a:extLst>
                    <a:ext uri="{FF2B5EF4-FFF2-40B4-BE49-F238E27FC236}">
                      <a16:creationId xmlns:a16="http://schemas.microsoft.com/office/drawing/2014/main" id="{BD24947B-9E73-C593-0335-169B555452C9}"/>
                    </a:ext>
                  </a:extLst>
                </p:cNvPr>
                <p:cNvPicPr/>
                <p:nvPr/>
              </p:nvPicPr>
              <p:blipFill>
                <a:blip r:embed="rId192"/>
                <a:stretch>
                  <a:fillRect/>
                </a:stretch>
              </p:blipFill>
              <p:spPr>
                <a:xfrm>
                  <a:off x="10903238" y="657648"/>
                  <a:ext cx="347059" cy="208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3">
            <p14:nvContentPartPr>
              <p14:cNvPr id="10" name="Ink 9">
                <a:extLst>
                  <a:ext uri="{FF2B5EF4-FFF2-40B4-BE49-F238E27FC236}">
                    <a16:creationId xmlns:a16="http://schemas.microsoft.com/office/drawing/2014/main" id="{9B3555EF-68E9-0ED7-DC3A-7CC1DA730884}"/>
                  </a:ext>
                </a:extLst>
              </p14:cNvPr>
              <p14:cNvContentPartPr/>
              <p14:nvPr/>
            </p14:nvContentPartPr>
            <p14:xfrm>
              <a:off x="6701760" y="1418040"/>
              <a:ext cx="5015520" cy="3680640"/>
            </p14:xfrm>
          </p:contentPart>
        </mc:Choice>
        <mc:Fallback>
          <p:pic>
            <p:nvPicPr>
              <p:cNvPr id="10" name="Ink 9">
                <a:extLst>
                  <a:ext uri="{FF2B5EF4-FFF2-40B4-BE49-F238E27FC236}">
                    <a16:creationId xmlns:a16="http://schemas.microsoft.com/office/drawing/2014/main" id="{9B3555EF-68E9-0ED7-DC3A-7CC1DA730884}"/>
                  </a:ext>
                </a:extLst>
              </p:cNvPr>
              <p:cNvPicPr/>
              <p:nvPr/>
            </p:nvPicPr>
            <p:blipFill>
              <a:blip r:embed="rId194"/>
              <a:stretch>
                <a:fillRect/>
              </a:stretch>
            </p:blipFill>
            <p:spPr>
              <a:xfrm>
                <a:off x="6692400" y="1408680"/>
                <a:ext cx="5034240" cy="3699360"/>
              </a:xfrm>
              <a:prstGeom prst="rect">
                <a:avLst/>
              </a:prstGeom>
            </p:spPr>
          </p:pic>
        </mc:Fallback>
      </mc:AlternateContent>
    </p:spTree>
    <p:extLst>
      <p:ext uri="{BB962C8B-B14F-4D97-AF65-F5344CB8AC3E}">
        <p14:creationId xmlns:p14="http://schemas.microsoft.com/office/powerpoint/2010/main" val="13806495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pPr marL="0" indent="0">
              <a:buNone/>
            </a:pPr>
            <a:r>
              <a:rPr lang="en-AU" sz="2800">
                <a:latin typeface="Arial" panose="020B0604020202020204" pitchFamily="34" charset="0"/>
                <a:cs typeface="Arial" panose="020B0604020202020204" pitchFamily="34" charset="0"/>
              </a:rPr>
              <a:t> </a:t>
            </a:r>
          </a:p>
          <a:p>
            <a:endParaRPr lang="en-AU" b="0" baseline="-25000">
              <a:latin typeface="+mn-lt"/>
            </a:endParaRPr>
          </a:p>
          <a:p>
            <a:endParaRPr lang="en-AU" baseline="-25000"/>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2CBE4457-F569-39DA-05A4-50D782A4462E}"/>
                  </a:ext>
                </a:extLst>
              </p14:cNvPr>
              <p14:cNvContentPartPr/>
              <p14:nvPr/>
            </p14:nvContentPartPr>
            <p14:xfrm>
              <a:off x="2840040" y="613440"/>
              <a:ext cx="6798240" cy="655200"/>
            </p14:xfrm>
          </p:contentPart>
        </mc:Choice>
        <mc:Fallback>
          <p:pic>
            <p:nvPicPr>
              <p:cNvPr id="3" name="Ink 2">
                <a:extLst>
                  <a:ext uri="{FF2B5EF4-FFF2-40B4-BE49-F238E27FC236}">
                    <a16:creationId xmlns:a16="http://schemas.microsoft.com/office/drawing/2014/main" id="{2CBE4457-F569-39DA-05A4-50D782A4462E}"/>
                  </a:ext>
                </a:extLst>
              </p:cNvPr>
              <p:cNvPicPr/>
              <p:nvPr/>
            </p:nvPicPr>
            <p:blipFill>
              <a:blip r:embed="rId4"/>
              <a:stretch>
                <a:fillRect/>
              </a:stretch>
            </p:blipFill>
            <p:spPr>
              <a:xfrm>
                <a:off x="2830680" y="604080"/>
                <a:ext cx="6816960" cy="673920"/>
              </a:xfrm>
              <a:prstGeom prst="rect">
                <a:avLst/>
              </a:prstGeom>
            </p:spPr>
          </p:pic>
        </mc:Fallback>
      </mc:AlternateContent>
    </p:spTree>
    <p:extLst>
      <p:ext uri="{BB962C8B-B14F-4D97-AF65-F5344CB8AC3E}">
        <p14:creationId xmlns:p14="http://schemas.microsoft.com/office/powerpoint/2010/main" val="1201656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404</TotalTime>
  <Words>1911</Words>
  <Application>Microsoft Office PowerPoint</Application>
  <PresentationFormat>Widescreen</PresentationFormat>
  <Paragraphs>858</Paragraphs>
  <Slides>44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Arial</vt:lpstr>
      <vt:lpstr>Arial Black</vt:lpstr>
      <vt:lpstr>Calibri</vt:lpstr>
      <vt:lpstr>Calibri Light</vt:lpstr>
      <vt:lpstr>Cambria Math</vt:lpstr>
      <vt:lpstr>Courier New</vt:lpstr>
      <vt:lpstr>Wingdings</vt:lpstr>
      <vt:lpstr>Office Theme</vt:lpstr>
      <vt:lpstr>WEEK 3  Transistor Model - BJT</vt:lpstr>
      <vt:lpstr>PowerPoint Presentation</vt:lpstr>
      <vt:lpstr>Learning Outcomes</vt:lpstr>
      <vt:lpstr>Transistor Circuit Model - BJT</vt:lpstr>
      <vt:lpstr>Transistor Circuit Model - BJT</vt:lpstr>
      <vt:lpstr>Transistor Circuit Model - BJT</vt:lpstr>
      <vt:lpstr>Transistor Circuit Model - BJT</vt:lpstr>
      <vt:lpstr>Transistor Circuit Model - BJT</vt:lpstr>
      <vt:lpstr>Transistor Circuit Model - BJT</vt:lpstr>
      <vt:lpstr>Transistor Circuit Model - BJT</vt:lpstr>
      <vt:lpstr>Transistor Circuit Model - BJT</vt:lpstr>
      <vt:lpstr>Transistor Circuit Model - BJT</vt:lpstr>
      <vt:lpstr> Transistor Model - BJT</vt:lpstr>
      <vt:lpstr> Transistor Model - BJT</vt:lpstr>
      <vt:lpstr> Transistor Model - BJT</vt:lpstr>
      <vt:lpstr> Transistor Model - BJT</vt:lpstr>
      <vt:lpstr> Transistor Model - BJT</vt:lpstr>
      <vt:lpstr> BJT Amplifier – AC Analysis</vt:lpstr>
      <vt:lpstr> BJT Amplifier – AC Analysis</vt:lpstr>
      <vt:lpstr> BJT Amplifier – AC Analysis</vt:lpstr>
      <vt:lpstr> BJT Amplifier – AC Analysis</vt:lpstr>
      <vt:lpstr> BJT Amplifier – AC Analysis</vt:lpstr>
      <vt:lpstr> BJT Amplifier – AC Analysis</vt:lpstr>
      <vt:lpstr> BJT Amplifier – AC Analysis</vt:lpstr>
      <vt:lpstr> BJT Amplifier – AC Analysis</vt:lpstr>
      <vt:lpstr> BJT Amplifier – DC Analysis</vt:lpstr>
      <vt:lpstr> Transistor Model - BJT</vt:lpstr>
      <vt:lpstr> Transistor Model - BJT</vt:lpstr>
      <vt:lpstr> Transistor Model - BJT</vt:lpstr>
      <vt:lpstr> Transistor Model - BJT</vt:lpstr>
      <vt:lpstr> Transistor Model - BJT</vt:lpstr>
      <vt:lpstr> Transistor Model - BJT</vt:lpstr>
      <vt:lpstr> Transistor Model - BJT</vt:lpstr>
      <vt:lpstr> Transistor Model - BJT</vt:lpstr>
      <vt:lpstr> BJT Amplifier – Current Mirror</vt:lpstr>
      <vt:lpstr> BJE Amplifier – Current Mirror</vt:lpstr>
      <vt:lpstr> BJT Amplifier – Current Mirror</vt:lpstr>
      <vt:lpstr> BJT Amplifier – Current Mirror</vt:lpstr>
      <vt:lpstr> BJT Amplifier – Current Mirror</vt:lpstr>
      <vt:lpstr> BJT Amplifier – Current Mirror</vt:lpstr>
      <vt:lpstr> BJT Amplifier – Current Mirror</vt:lpstr>
      <vt:lpstr> BJT Amplifier – Current Mirror</vt:lpstr>
      <vt:lpstr> BJT Amplifier – Current Mirror</vt:lpstr>
      <vt:lpstr> BJT Amplifier – Current Mirror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Aron Michael</cp:lastModifiedBy>
  <cp:revision>2</cp:revision>
  <dcterms:created xsi:type="dcterms:W3CDTF">2018-04-12T05:54:00Z</dcterms:created>
  <dcterms:modified xsi:type="dcterms:W3CDTF">2023-06-20T08:04:30Z</dcterms:modified>
</cp:coreProperties>
</file>