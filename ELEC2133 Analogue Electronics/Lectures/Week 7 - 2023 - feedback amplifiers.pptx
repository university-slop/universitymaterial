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3"/>
  </p:notesMasterIdLst>
  <p:sldIdLst>
    <p:sldId id="256" r:id="rId2"/>
    <p:sldId id="276" r:id="rId3"/>
    <p:sldId id="267" r:id="rId4"/>
    <p:sldId id="292" r:id="rId5"/>
    <p:sldId id="293" r:id="rId6"/>
    <p:sldId id="294" r:id="rId7"/>
    <p:sldId id="327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309" r:id="rId21"/>
    <p:sldId id="310" r:id="rId22"/>
    <p:sldId id="312" r:id="rId23"/>
    <p:sldId id="311" r:id="rId24"/>
    <p:sldId id="313" r:id="rId25"/>
    <p:sldId id="314" r:id="rId26"/>
    <p:sldId id="315" r:id="rId27"/>
    <p:sldId id="316" r:id="rId28"/>
    <p:sldId id="328" r:id="rId29"/>
    <p:sldId id="329" r:id="rId30"/>
    <p:sldId id="317" r:id="rId31"/>
    <p:sldId id="318" r:id="rId32"/>
    <p:sldId id="319" r:id="rId33"/>
    <p:sldId id="320" r:id="rId34"/>
    <p:sldId id="321" r:id="rId35"/>
    <p:sldId id="322" r:id="rId36"/>
    <p:sldId id="323" r:id="rId37"/>
    <p:sldId id="324" r:id="rId38"/>
    <p:sldId id="325" r:id="rId39"/>
    <p:sldId id="326" r:id="rId40"/>
    <p:sldId id="330" r:id="rId41"/>
    <p:sldId id="332" r:id="rId42"/>
    <p:sldId id="333" r:id="rId43"/>
    <p:sldId id="334" r:id="rId44"/>
    <p:sldId id="335" r:id="rId45"/>
    <p:sldId id="336" r:id="rId46"/>
    <p:sldId id="339" r:id="rId47"/>
    <p:sldId id="337" r:id="rId48"/>
    <p:sldId id="338" r:id="rId49"/>
    <p:sldId id="364" r:id="rId50"/>
    <p:sldId id="340" r:id="rId51"/>
    <p:sldId id="341" r:id="rId52"/>
    <p:sldId id="342" r:id="rId53"/>
    <p:sldId id="343" r:id="rId54"/>
    <p:sldId id="344" r:id="rId55"/>
    <p:sldId id="365" r:id="rId56"/>
    <p:sldId id="345" r:id="rId57"/>
    <p:sldId id="346" r:id="rId58"/>
    <p:sldId id="347" r:id="rId59"/>
    <p:sldId id="348" r:id="rId60"/>
    <p:sldId id="349" r:id="rId61"/>
    <p:sldId id="350" r:id="rId62"/>
    <p:sldId id="366" r:id="rId63"/>
    <p:sldId id="351" r:id="rId64"/>
    <p:sldId id="352" r:id="rId65"/>
    <p:sldId id="353" r:id="rId66"/>
    <p:sldId id="354" r:id="rId67"/>
    <p:sldId id="355" r:id="rId68"/>
    <p:sldId id="368" r:id="rId69"/>
    <p:sldId id="356" r:id="rId70"/>
    <p:sldId id="367" r:id="rId71"/>
    <p:sldId id="357" r:id="rId72"/>
    <p:sldId id="358" r:id="rId73"/>
    <p:sldId id="369" r:id="rId74"/>
    <p:sldId id="361" r:id="rId75"/>
    <p:sldId id="360" r:id="rId76"/>
    <p:sldId id="359" r:id="rId77"/>
    <p:sldId id="370" r:id="rId78"/>
    <p:sldId id="371" r:id="rId79"/>
    <p:sldId id="372" r:id="rId80"/>
    <p:sldId id="362" r:id="rId81"/>
    <p:sldId id="363" r:id="rId8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2121"/>
    <a:srgbClr val="FFFFFF"/>
    <a:srgbClr val="9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88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on Michael" userId="a6335a5c-3af6-488f-9ef1-dea14714a451" providerId="ADAL" clId="{1805139D-B27E-481C-8978-5F1EDA53266C}"/>
    <pc:docChg chg="undo custSel modSld">
      <pc:chgData name="Aron Michael" userId="a6335a5c-3af6-488f-9ef1-dea14714a451" providerId="ADAL" clId="{1805139D-B27E-481C-8978-5F1EDA53266C}" dt="2023-07-09T02:14:39.222" v="99" actId="478"/>
      <pc:docMkLst>
        <pc:docMk/>
      </pc:docMkLst>
      <pc:sldChg chg="modSp mod">
        <pc:chgData name="Aron Michael" userId="a6335a5c-3af6-488f-9ef1-dea14714a451" providerId="ADAL" clId="{1805139D-B27E-481C-8978-5F1EDA53266C}" dt="2023-07-09T01:59:29.289" v="1" actId="20577"/>
        <pc:sldMkLst>
          <pc:docMk/>
          <pc:sldMk cId="535187678" sldId="256"/>
        </pc:sldMkLst>
        <pc:spChg chg="mod">
          <ac:chgData name="Aron Michael" userId="a6335a5c-3af6-488f-9ef1-dea14714a451" providerId="ADAL" clId="{1805139D-B27E-481C-8978-5F1EDA53266C}" dt="2023-07-09T01:59:29.289" v="1" actId="20577"/>
          <ac:spMkLst>
            <pc:docMk/>
            <pc:sldMk cId="535187678" sldId="256"/>
            <ac:spMk id="3" creationId="{00000000-0000-0000-0000-000000000000}"/>
          </ac:spMkLst>
        </pc:spChg>
      </pc:sldChg>
      <pc:sldChg chg="delSp mod">
        <pc:chgData name="Aron Michael" userId="a6335a5c-3af6-488f-9ef1-dea14714a451" providerId="ADAL" clId="{1805139D-B27E-481C-8978-5F1EDA53266C}" dt="2023-07-09T02:00:04.924" v="2" actId="478"/>
        <pc:sldMkLst>
          <pc:docMk/>
          <pc:sldMk cId="2613337309" sldId="292"/>
        </pc:sldMkLst>
        <pc:inkChg chg="del">
          <ac:chgData name="Aron Michael" userId="a6335a5c-3af6-488f-9ef1-dea14714a451" providerId="ADAL" clId="{1805139D-B27E-481C-8978-5F1EDA53266C}" dt="2023-07-09T02:00:04.924" v="2" actId="478"/>
          <ac:inkMkLst>
            <pc:docMk/>
            <pc:sldMk cId="2613337309" sldId="292"/>
            <ac:inkMk id="3" creationId="{F174E416-4655-3C0F-162C-1DC12279D618}"/>
          </ac:inkMkLst>
        </pc:inkChg>
      </pc:sldChg>
      <pc:sldChg chg="delSp mod">
        <pc:chgData name="Aron Michael" userId="a6335a5c-3af6-488f-9ef1-dea14714a451" providerId="ADAL" clId="{1805139D-B27E-481C-8978-5F1EDA53266C}" dt="2023-07-09T02:00:09.540" v="3" actId="478"/>
        <pc:sldMkLst>
          <pc:docMk/>
          <pc:sldMk cId="4038201089" sldId="293"/>
        </pc:sldMkLst>
        <pc:inkChg chg="del">
          <ac:chgData name="Aron Michael" userId="a6335a5c-3af6-488f-9ef1-dea14714a451" providerId="ADAL" clId="{1805139D-B27E-481C-8978-5F1EDA53266C}" dt="2023-07-09T02:00:09.540" v="3" actId="478"/>
          <ac:inkMkLst>
            <pc:docMk/>
            <pc:sldMk cId="4038201089" sldId="293"/>
            <ac:inkMk id="3" creationId="{2C4FA4E3-528D-526C-9A1C-35A1CD26CC9C}"/>
          </ac:inkMkLst>
        </pc:inkChg>
      </pc:sldChg>
      <pc:sldChg chg="delSp mod">
        <pc:chgData name="Aron Michael" userId="a6335a5c-3af6-488f-9ef1-dea14714a451" providerId="ADAL" clId="{1805139D-B27E-481C-8978-5F1EDA53266C}" dt="2023-07-09T02:00:14.708" v="4" actId="478"/>
        <pc:sldMkLst>
          <pc:docMk/>
          <pc:sldMk cId="1024005632" sldId="294"/>
        </pc:sldMkLst>
        <pc:inkChg chg="del">
          <ac:chgData name="Aron Michael" userId="a6335a5c-3af6-488f-9ef1-dea14714a451" providerId="ADAL" clId="{1805139D-B27E-481C-8978-5F1EDA53266C}" dt="2023-07-09T02:00:14.708" v="4" actId="478"/>
          <ac:inkMkLst>
            <pc:docMk/>
            <pc:sldMk cId="1024005632" sldId="294"/>
            <ac:inkMk id="3" creationId="{61EF13A8-716F-AC61-F9C7-BF787CE0D355}"/>
          </ac:inkMkLst>
        </pc:inkChg>
      </pc:sldChg>
      <pc:sldChg chg="delSp mod">
        <pc:chgData name="Aron Michael" userId="a6335a5c-3af6-488f-9ef1-dea14714a451" providerId="ADAL" clId="{1805139D-B27E-481C-8978-5F1EDA53266C}" dt="2023-07-09T02:00:27.234" v="6" actId="478"/>
        <pc:sldMkLst>
          <pc:docMk/>
          <pc:sldMk cId="689649462" sldId="297"/>
        </pc:sldMkLst>
        <pc:inkChg chg="del">
          <ac:chgData name="Aron Michael" userId="a6335a5c-3af6-488f-9ef1-dea14714a451" providerId="ADAL" clId="{1805139D-B27E-481C-8978-5F1EDA53266C}" dt="2023-07-09T02:00:27.234" v="6" actId="478"/>
          <ac:inkMkLst>
            <pc:docMk/>
            <pc:sldMk cId="689649462" sldId="297"/>
            <ac:inkMk id="3" creationId="{D1CA6F8E-4EF9-2F6D-E2F2-42602DCD4742}"/>
          </ac:inkMkLst>
        </pc:inkChg>
      </pc:sldChg>
      <pc:sldChg chg="delSp mod">
        <pc:chgData name="Aron Michael" userId="a6335a5c-3af6-488f-9ef1-dea14714a451" providerId="ADAL" clId="{1805139D-B27E-481C-8978-5F1EDA53266C}" dt="2023-07-09T02:00:32.417" v="7" actId="478"/>
        <pc:sldMkLst>
          <pc:docMk/>
          <pc:sldMk cId="521129700" sldId="298"/>
        </pc:sldMkLst>
        <pc:inkChg chg="del">
          <ac:chgData name="Aron Michael" userId="a6335a5c-3af6-488f-9ef1-dea14714a451" providerId="ADAL" clId="{1805139D-B27E-481C-8978-5F1EDA53266C}" dt="2023-07-09T02:00:32.417" v="7" actId="478"/>
          <ac:inkMkLst>
            <pc:docMk/>
            <pc:sldMk cId="521129700" sldId="298"/>
            <ac:inkMk id="3" creationId="{AF31F768-2641-77DD-CB69-C1AD5CA18E1D}"/>
          </ac:inkMkLst>
        </pc:inkChg>
      </pc:sldChg>
      <pc:sldChg chg="delSp mod">
        <pc:chgData name="Aron Michael" userId="a6335a5c-3af6-488f-9ef1-dea14714a451" providerId="ADAL" clId="{1805139D-B27E-481C-8978-5F1EDA53266C}" dt="2023-07-09T02:00:38.509" v="8" actId="478"/>
        <pc:sldMkLst>
          <pc:docMk/>
          <pc:sldMk cId="2324187097" sldId="299"/>
        </pc:sldMkLst>
        <pc:inkChg chg="del">
          <ac:chgData name="Aron Michael" userId="a6335a5c-3af6-488f-9ef1-dea14714a451" providerId="ADAL" clId="{1805139D-B27E-481C-8978-5F1EDA53266C}" dt="2023-07-09T02:00:38.509" v="8" actId="478"/>
          <ac:inkMkLst>
            <pc:docMk/>
            <pc:sldMk cId="2324187097" sldId="299"/>
            <ac:inkMk id="3" creationId="{FF7FC976-4AC4-88DD-E95B-D40ED904FDFD}"/>
          </ac:inkMkLst>
        </pc:inkChg>
      </pc:sldChg>
      <pc:sldChg chg="delSp mod">
        <pc:chgData name="Aron Michael" userId="a6335a5c-3af6-488f-9ef1-dea14714a451" providerId="ADAL" clId="{1805139D-B27E-481C-8978-5F1EDA53266C}" dt="2023-07-09T02:00:43.642" v="9" actId="478"/>
        <pc:sldMkLst>
          <pc:docMk/>
          <pc:sldMk cId="159822130" sldId="300"/>
        </pc:sldMkLst>
        <pc:inkChg chg="del">
          <ac:chgData name="Aron Michael" userId="a6335a5c-3af6-488f-9ef1-dea14714a451" providerId="ADAL" clId="{1805139D-B27E-481C-8978-5F1EDA53266C}" dt="2023-07-09T02:00:43.642" v="9" actId="478"/>
          <ac:inkMkLst>
            <pc:docMk/>
            <pc:sldMk cId="159822130" sldId="300"/>
            <ac:inkMk id="3" creationId="{D28F6DB4-0E64-2791-12C5-5341AB6C8385}"/>
          </ac:inkMkLst>
        </pc:inkChg>
      </pc:sldChg>
      <pc:sldChg chg="delSp mod">
        <pc:chgData name="Aron Michael" userId="a6335a5c-3af6-488f-9ef1-dea14714a451" providerId="ADAL" clId="{1805139D-B27E-481C-8978-5F1EDA53266C}" dt="2023-07-09T02:00:57.714" v="10" actId="478"/>
        <pc:sldMkLst>
          <pc:docMk/>
          <pc:sldMk cId="3648094190" sldId="303"/>
        </pc:sldMkLst>
        <pc:inkChg chg="del">
          <ac:chgData name="Aron Michael" userId="a6335a5c-3af6-488f-9ef1-dea14714a451" providerId="ADAL" clId="{1805139D-B27E-481C-8978-5F1EDA53266C}" dt="2023-07-09T02:00:57.714" v="10" actId="478"/>
          <ac:inkMkLst>
            <pc:docMk/>
            <pc:sldMk cId="3648094190" sldId="303"/>
            <ac:inkMk id="3" creationId="{888AACC7-D5A4-34C8-E9A9-E13B99BBB163}"/>
          </ac:inkMkLst>
        </pc:inkChg>
      </pc:sldChg>
      <pc:sldChg chg="delSp mod">
        <pc:chgData name="Aron Michael" userId="a6335a5c-3af6-488f-9ef1-dea14714a451" providerId="ADAL" clId="{1805139D-B27E-481C-8978-5F1EDA53266C}" dt="2023-07-09T02:01:08.898" v="11" actId="478"/>
        <pc:sldMkLst>
          <pc:docMk/>
          <pc:sldMk cId="1539236969" sldId="306"/>
        </pc:sldMkLst>
        <pc:inkChg chg="del">
          <ac:chgData name="Aron Michael" userId="a6335a5c-3af6-488f-9ef1-dea14714a451" providerId="ADAL" clId="{1805139D-B27E-481C-8978-5F1EDA53266C}" dt="2023-07-09T02:01:08.898" v="11" actId="478"/>
          <ac:inkMkLst>
            <pc:docMk/>
            <pc:sldMk cId="1539236969" sldId="306"/>
            <ac:inkMk id="3" creationId="{CBE015A0-37B8-FD34-22F3-164E615455F2}"/>
          </ac:inkMkLst>
        </pc:inkChg>
      </pc:sldChg>
      <pc:sldChg chg="delSp mod">
        <pc:chgData name="Aron Michael" userId="a6335a5c-3af6-488f-9ef1-dea14714a451" providerId="ADAL" clId="{1805139D-B27E-481C-8978-5F1EDA53266C}" dt="2023-07-09T02:01:53.698" v="12" actId="478"/>
        <pc:sldMkLst>
          <pc:docMk/>
          <pc:sldMk cId="793799604" sldId="311"/>
        </pc:sldMkLst>
        <pc:inkChg chg="del">
          <ac:chgData name="Aron Michael" userId="a6335a5c-3af6-488f-9ef1-dea14714a451" providerId="ADAL" clId="{1805139D-B27E-481C-8978-5F1EDA53266C}" dt="2023-07-09T02:01:53.698" v="12" actId="478"/>
          <ac:inkMkLst>
            <pc:docMk/>
            <pc:sldMk cId="793799604" sldId="311"/>
            <ac:inkMk id="3" creationId="{80AD72AD-52AD-4A97-7521-5CC14C527411}"/>
          </ac:inkMkLst>
        </pc:inkChg>
      </pc:sldChg>
      <pc:sldChg chg="delSp mod">
        <pc:chgData name="Aron Michael" userId="a6335a5c-3af6-488f-9ef1-dea14714a451" providerId="ADAL" clId="{1805139D-B27E-481C-8978-5F1EDA53266C}" dt="2023-07-09T02:01:58.502" v="13" actId="478"/>
        <pc:sldMkLst>
          <pc:docMk/>
          <pc:sldMk cId="3531843326" sldId="313"/>
        </pc:sldMkLst>
        <pc:inkChg chg="del">
          <ac:chgData name="Aron Michael" userId="a6335a5c-3af6-488f-9ef1-dea14714a451" providerId="ADAL" clId="{1805139D-B27E-481C-8978-5F1EDA53266C}" dt="2023-07-09T02:01:58.502" v="13" actId="478"/>
          <ac:inkMkLst>
            <pc:docMk/>
            <pc:sldMk cId="3531843326" sldId="313"/>
            <ac:inkMk id="3" creationId="{B478B9B7-EE67-1F76-2E16-996615D0852E}"/>
          </ac:inkMkLst>
        </pc:inkChg>
      </pc:sldChg>
      <pc:sldChg chg="delSp mod">
        <pc:chgData name="Aron Michael" userId="a6335a5c-3af6-488f-9ef1-dea14714a451" providerId="ADAL" clId="{1805139D-B27E-481C-8978-5F1EDA53266C}" dt="2023-07-09T02:02:02.626" v="14" actId="478"/>
        <pc:sldMkLst>
          <pc:docMk/>
          <pc:sldMk cId="1009815524" sldId="314"/>
        </pc:sldMkLst>
        <pc:inkChg chg="del">
          <ac:chgData name="Aron Michael" userId="a6335a5c-3af6-488f-9ef1-dea14714a451" providerId="ADAL" clId="{1805139D-B27E-481C-8978-5F1EDA53266C}" dt="2023-07-09T02:02:02.626" v="14" actId="478"/>
          <ac:inkMkLst>
            <pc:docMk/>
            <pc:sldMk cId="1009815524" sldId="314"/>
            <ac:inkMk id="3" creationId="{8ADB846E-016C-3252-9D6A-C5888A070171}"/>
          </ac:inkMkLst>
        </pc:inkChg>
      </pc:sldChg>
      <pc:sldChg chg="delSp mod">
        <pc:chgData name="Aron Michael" userId="a6335a5c-3af6-488f-9ef1-dea14714a451" providerId="ADAL" clId="{1805139D-B27E-481C-8978-5F1EDA53266C}" dt="2023-07-09T02:02:11.347" v="15" actId="478"/>
        <pc:sldMkLst>
          <pc:docMk/>
          <pc:sldMk cId="2358829850" sldId="315"/>
        </pc:sldMkLst>
        <pc:inkChg chg="del">
          <ac:chgData name="Aron Michael" userId="a6335a5c-3af6-488f-9ef1-dea14714a451" providerId="ADAL" clId="{1805139D-B27E-481C-8978-5F1EDA53266C}" dt="2023-07-09T02:02:11.347" v="15" actId="478"/>
          <ac:inkMkLst>
            <pc:docMk/>
            <pc:sldMk cId="2358829850" sldId="315"/>
            <ac:inkMk id="3" creationId="{4BFCB168-EB8A-C128-B707-6FBE96F37F31}"/>
          </ac:inkMkLst>
        </pc:inkChg>
      </pc:sldChg>
      <pc:sldChg chg="delSp mod">
        <pc:chgData name="Aron Michael" userId="a6335a5c-3af6-488f-9ef1-dea14714a451" providerId="ADAL" clId="{1805139D-B27E-481C-8978-5F1EDA53266C}" dt="2023-07-09T02:02:47.929" v="17" actId="478"/>
        <pc:sldMkLst>
          <pc:docMk/>
          <pc:sldMk cId="1410619049" sldId="316"/>
        </pc:sldMkLst>
        <pc:inkChg chg="del">
          <ac:chgData name="Aron Michael" userId="a6335a5c-3af6-488f-9ef1-dea14714a451" providerId="ADAL" clId="{1805139D-B27E-481C-8978-5F1EDA53266C}" dt="2023-07-09T02:02:47.929" v="17" actId="478"/>
          <ac:inkMkLst>
            <pc:docMk/>
            <pc:sldMk cId="1410619049" sldId="316"/>
            <ac:inkMk id="3" creationId="{8CC7F6AB-DFD6-AC50-FAB6-B8D2EEA9BF12}"/>
          </ac:inkMkLst>
        </pc:inkChg>
      </pc:sldChg>
      <pc:sldChg chg="delSp mod">
        <pc:chgData name="Aron Michael" userId="a6335a5c-3af6-488f-9ef1-dea14714a451" providerId="ADAL" clId="{1805139D-B27E-481C-8978-5F1EDA53266C}" dt="2023-07-09T02:03:04.298" v="19" actId="478"/>
        <pc:sldMkLst>
          <pc:docMk/>
          <pc:sldMk cId="1198577508" sldId="317"/>
        </pc:sldMkLst>
        <pc:inkChg chg="del">
          <ac:chgData name="Aron Michael" userId="a6335a5c-3af6-488f-9ef1-dea14714a451" providerId="ADAL" clId="{1805139D-B27E-481C-8978-5F1EDA53266C}" dt="2023-07-09T02:03:04.298" v="19" actId="478"/>
          <ac:inkMkLst>
            <pc:docMk/>
            <pc:sldMk cId="1198577508" sldId="317"/>
            <ac:inkMk id="8" creationId="{317264E8-2F4A-1710-9F25-752D50808CD4}"/>
          </ac:inkMkLst>
        </pc:inkChg>
      </pc:sldChg>
      <pc:sldChg chg="delSp mod">
        <pc:chgData name="Aron Michael" userId="a6335a5c-3af6-488f-9ef1-dea14714a451" providerId="ADAL" clId="{1805139D-B27E-481C-8978-5F1EDA53266C}" dt="2023-07-09T02:03:09.296" v="20" actId="478"/>
        <pc:sldMkLst>
          <pc:docMk/>
          <pc:sldMk cId="795011127" sldId="318"/>
        </pc:sldMkLst>
        <pc:inkChg chg="del">
          <ac:chgData name="Aron Michael" userId="a6335a5c-3af6-488f-9ef1-dea14714a451" providerId="ADAL" clId="{1805139D-B27E-481C-8978-5F1EDA53266C}" dt="2023-07-09T02:03:09.296" v="20" actId="478"/>
          <ac:inkMkLst>
            <pc:docMk/>
            <pc:sldMk cId="795011127" sldId="318"/>
            <ac:inkMk id="3" creationId="{93199EBB-455F-54C6-5AC4-1DF2AFC5774E}"/>
          </ac:inkMkLst>
        </pc:inkChg>
      </pc:sldChg>
      <pc:sldChg chg="delSp mod">
        <pc:chgData name="Aron Michael" userId="a6335a5c-3af6-488f-9ef1-dea14714a451" providerId="ADAL" clId="{1805139D-B27E-481C-8978-5F1EDA53266C}" dt="2023-07-09T02:03:16.625" v="21" actId="478"/>
        <pc:sldMkLst>
          <pc:docMk/>
          <pc:sldMk cId="3483182424" sldId="320"/>
        </pc:sldMkLst>
        <pc:inkChg chg="del">
          <ac:chgData name="Aron Michael" userId="a6335a5c-3af6-488f-9ef1-dea14714a451" providerId="ADAL" clId="{1805139D-B27E-481C-8978-5F1EDA53266C}" dt="2023-07-09T02:03:16.625" v="21" actId="478"/>
          <ac:inkMkLst>
            <pc:docMk/>
            <pc:sldMk cId="3483182424" sldId="320"/>
            <ac:inkMk id="3" creationId="{91EDD342-2B7A-6ECC-13F7-3B108A9131C0}"/>
          </ac:inkMkLst>
        </pc:inkChg>
      </pc:sldChg>
      <pc:sldChg chg="delSp mod">
        <pc:chgData name="Aron Michael" userId="a6335a5c-3af6-488f-9ef1-dea14714a451" providerId="ADAL" clId="{1805139D-B27E-481C-8978-5F1EDA53266C}" dt="2023-07-09T02:03:21.696" v="22" actId="478"/>
        <pc:sldMkLst>
          <pc:docMk/>
          <pc:sldMk cId="1373107317" sldId="321"/>
        </pc:sldMkLst>
        <pc:inkChg chg="del">
          <ac:chgData name="Aron Michael" userId="a6335a5c-3af6-488f-9ef1-dea14714a451" providerId="ADAL" clId="{1805139D-B27E-481C-8978-5F1EDA53266C}" dt="2023-07-09T02:03:21.696" v="22" actId="478"/>
          <ac:inkMkLst>
            <pc:docMk/>
            <pc:sldMk cId="1373107317" sldId="321"/>
            <ac:inkMk id="3" creationId="{4FE054D9-3939-FB3E-908C-1F17F38E117E}"/>
          </ac:inkMkLst>
        </pc:inkChg>
      </pc:sldChg>
      <pc:sldChg chg="delSp mod">
        <pc:chgData name="Aron Michael" userId="a6335a5c-3af6-488f-9ef1-dea14714a451" providerId="ADAL" clId="{1805139D-B27E-481C-8978-5F1EDA53266C}" dt="2023-07-09T02:03:26.871" v="23" actId="478"/>
        <pc:sldMkLst>
          <pc:docMk/>
          <pc:sldMk cId="2618821247" sldId="322"/>
        </pc:sldMkLst>
        <pc:inkChg chg="del">
          <ac:chgData name="Aron Michael" userId="a6335a5c-3af6-488f-9ef1-dea14714a451" providerId="ADAL" clId="{1805139D-B27E-481C-8978-5F1EDA53266C}" dt="2023-07-09T02:03:26.871" v="23" actId="478"/>
          <ac:inkMkLst>
            <pc:docMk/>
            <pc:sldMk cId="2618821247" sldId="322"/>
            <ac:inkMk id="3" creationId="{A39FE95A-F6D3-42B6-D25D-B9200E8CF494}"/>
          </ac:inkMkLst>
        </pc:inkChg>
      </pc:sldChg>
      <pc:sldChg chg="delSp mod">
        <pc:chgData name="Aron Michael" userId="a6335a5c-3af6-488f-9ef1-dea14714a451" providerId="ADAL" clId="{1805139D-B27E-481C-8978-5F1EDA53266C}" dt="2023-07-09T02:03:36.234" v="24" actId="478"/>
        <pc:sldMkLst>
          <pc:docMk/>
          <pc:sldMk cId="4076804657" sldId="323"/>
        </pc:sldMkLst>
        <pc:inkChg chg="del">
          <ac:chgData name="Aron Michael" userId="a6335a5c-3af6-488f-9ef1-dea14714a451" providerId="ADAL" clId="{1805139D-B27E-481C-8978-5F1EDA53266C}" dt="2023-07-09T02:03:36.234" v="24" actId="478"/>
          <ac:inkMkLst>
            <pc:docMk/>
            <pc:sldMk cId="4076804657" sldId="323"/>
            <ac:inkMk id="3" creationId="{59441F9F-D4AE-E0D5-3353-DB977C1EF033}"/>
          </ac:inkMkLst>
        </pc:inkChg>
      </pc:sldChg>
      <pc:sldChg chg="delSp mod">
        <pc:chgData name="Aron Michael" userId="a6335a5c-3af6-488f-9ef1-dea14714a451" providerId="ADAL" clId="{1805139D-B27E-481C-8978-5F1EDA53266C}" dt="2023-07-09T02:03:43.840" v="25" actId="478"/>
        <pc:sldMkLst>
          <pc:docMk/>
          <pc:sldMk cId="4186970449" sldId="324"/>
        </pc:sldMkLst>
        <pc:inkChg chg="del">
          <ac:chgData name="Aron Michael" userId="a6335a5c-3af6-488f-9ef1-dea14714a451" providerId="ADAL" clId="{1805139D-B27E-481C-8978-5F1EDA53266C}" dt="2023-07-09T02:03:43.840" v="25" actId="478"/>
          <ac:inkMkLst>
            <pc:docMk/>
            <pc:sldMk cId="4186970449" sldId="324"/>
            <ac:inkMk id="3" creationId="{CFBC3805-888F-1D86-0273-99009BF96522}"/>
          </ac:inkMkLst>
        </pc:inkChg>
      </pc:sldChg>
      <pc:sldChg chg="delSp mod">
        <pc:chgData name="Aron Michael" userId="a6335a5c-3af6-488f-9ef1-dea14714a451" providerId="ADAL" clId="{1805139D-B27E-481C-8978-5F1EDA53266C}" dt="2023-07-09T02:03:49.852" v="26" actId="478"/>
        <pc:sldMkLst>
          <pc:docMk/>
          <pc:sldMk cId="1079399613" sldId="325"/>
        </pc:sldMkLst>
        <pc:inkChg chg="del">
          <ac:chgData name="Aron Michael" userId="a6335a5c-3af6-488f-9ef1-dea14714a451" providerId="ADAL" clId="{1805139D-B27E-481C-8978-5F1EDA53266C}" dt="2023-07-09T02:03:49.852" v="26" actId="478"/>
          <ac:inkMkLst>
            <pc:docMk/>
            <pc:sldMk cId="1079399613" sldId="325"/>
            <ac:inkMk id="3" creationId="{3E06E8A7-C961-F0A9-9FC5-F9ADDA47DDB5}"/>
          </ac:inkMkLst>
        </pc:inkChg>
      </pc:sldChg>
      <pc:sldChg chg="delSp mod">
        <pc:chgData name="Aron Michael" userId="a6335a5c-3af6-488f-9ef1-dea14714a451" providerId="ADAL" clId="{1805139D-B27E-481C-8978-5F1EDA53266C}" dt="2023-07-09T02:03:57.475" v="27" actId="478"/>
        <pc:sldMkLst>
          <pc:docMk/>
          <pc:sldMk cId="2159161249" sldId="326"/>
        </pc:sldMkLst>
        <pc:inkChg chg="del">
          <ac:chgData name="Aron Michael" userId="a6335a5c-3af6-488f-9ef1-dea14714a451" providerId="ADAL" clId="{1805139D-B27E-481C-8978-5F1EDA53266C}" dt="2023-07-09T02:03:57.475" v="27" actId="478"/>
          <ac:inkMkLst>
            <pc:docMk/>
            <pc:sldMk cId="2159161249" sldId="326"/>
            <ac:inkMk id="9" creationId="{D86011B8-6957-2BD9-7943-02C21A7DF04A}"/>
          </ac:inkMkLst>
        </pc:inkChg>
      </pc:sldChg>
      <pc:sldChg chg="delSp mod">
        <pc:chgData name="Aron Michael" userId="a6335a5c-3af6-488f-9ef1-dea14714a451" providerId="ADAL" clId="{1805139D-B27E-481C-8978-5F1EDA53266C}" dt="2023-07-09T02:00:20.185" v="5" actId="478"/>
        <pc:sldMkLst>
          <pc:docMk/>
          <pc:sldMk cId="161590025" sldId="327"/>
        </pc:sldMkLst>
        <pc:inkChg chg="del">
          <ac:chgData name="Aron Michael" userId="a6335a5c-3af6-488f-9ef1-dea14714a451" providerId="ADAL" clId="{1805139D-B27E-481C-8978-5F1EDA53266C}" dt="2023-07-09T02:00:20.185" v="5" actId="478"/>
          <ac:inkMkLst>
            <pc:docMk/>
            <pc:sldMk cId="161590025" sldId="327"/>
            <ac:inkMk id="2" creationId="{C77C92C8-E4F0-2A9B-3948-B8EDC1FFADA2}"/>
          </ac:inkMkLst>
        </pc:inkChg>
      </pc:sldChg>
      <pc:sldChg chg="delSp mod">
        <pc:chgData name="Aron Michael" userId="a6335a5c-3af6-488f-9ef1-dea14714a451" providerId="ADAL" clId="{1805139D-B27E-481C-8978-5F1EDA53266C}" dt="2023-07-09T02:02:16.225" v="16" actId="478"/>
        <pc:sldMkLst>
          <pc:docMk/>
          <pc:sldMk cId="2896195789" sldId="328"/>
        </pc:sldMkLst>
        <pc:inkChg chg="del">
          <ac:chgData name="Aron Michael" userId="a6335a5c-3af6-488f-9ef1-dea14714a451" providerId="ADAL" clId="{1805139D-B27E-481C-8978-5F1EDA53266C}" dt="2023-07-09T02:02:16.225" v="16" actId="478"/>
          <ac:inkMkLst>
            <pc:docMk/>
            <pc:sldMk cId="2896195789" sldId="328"/>
            <ac:inkMk id="149" creationId="{F244D8F0-0848-6CF7-B00A-3051F50D13E2}"/>
          </ac:inkMkLst>
        </pc:inkChg>
      </pc:sldChg>
      <pc:sldChg chg="delSp mod">
        <pc:chgData name="Aron Michael" userId="a6335a5c-3af6-488f-9ef1-dea14714a451" providerId="ADAL" clId="{1805139D-B27E-481C-8978-5F1EDA53266C}" dt="2023-07-09T02:02:54.714" v="18" actId="478"/>
        <pc:sldMkLst>
          <pc:docMk/>
          <pc:sldMk cId="2745637069" sldId="329"/>
        </pc:sldMkLst>
        <pc:inkChg chg="del">
          <ac:chgData name="Aron Michael" userId="a6335a5c-3af6-488f-9ef1-dea14714a451" providerId="ADAL" clId="{1805139D-B27E-481C-8978-5F1EDA53266C}" dt="2023-07-09T02:02:54.714" v="18" actId="478"/>
          <ac:inkMkLst>
            <pc:docMk/>
            <pc:sldMk cId="2745637069" sldId="329"/>
            <ac:inkMk id="254" creationId="{B4B27DDE-CB44-D9FF-E805-4DF035820599}"/>
          </ac:inkMkLst>
        </pc:inkChg>
      </pc:sldChg>
      <pc:sldChg chg="delSp mod">
        <pc:chgData name="Aron Michael" userId="a6335a5c-3af6-488f-9ef1-dea14714a451" providerId="ADAL" clId="{1805139D-B27E-481C-8978-5F1EDA53266C}" dt="2023-07-09T02:04:02.614" v="28" actId="478"/>
        <pc:sldMkLst>
          <pc:docMk/>
          <pc:sldMk cId="3621554442" sldId="330"/>
        </pc:sldMkLst>
        <pc:inkChg chg="del">
          <ac:chgData name="Aron Michael" userId="a6335a5c-3af6-488f-9ef1-dea14714a451" providerId="ADAL" clId="{1805139D-B27E-481C-8978-5F1EDA53266C}" dt="2023-07-09T02:04:02.614" v="28" actId="478"/>
          <ac:inkMkLst>
            <pc:docMk/>
            <pc:sldMk cId="3621554442" sldId="330"/>
            <ac:inkMk id="3" creationId="{08FD1DF9-BB06-7CAB-BCFA-166E5D21D565}"/>
          </ac:inkMkLst>
        </pc:inkChg>
      </pc:sldChg>
      <pc:sldChg chg="delSp mod">
        <pc:chgData name="Aron Michael" userId="a6335a5c-3af6-488f-9ef1-dea14714a451" providerId="ADAL" clId="{1805139D-B27E-481C-8978-5F1EDA53266C}" dt="2023-07-09T02:04:13.340" v="29" actId="478"/>
        <pc:sldMkLst>
          <pc:docMk/>
          <pc:sldMk cId="2990317070" sldId="332"/>
        </pc:sldMkLst>
        <pc:inkChg chg="del">
          <ac:chgData name="Aron Michael" userId="a6335a5c-3af6-488f-9ef1-dea14714a451" providerId="ADAL" clId="{1805139D-B27E-481C-8978-5F1EDA53266C}" dt="2023-07-09T02:04:13.340" v="29" actId="478"/>
          <ac:inkMkLst>
            <pc:docMk/>
            <pc:sldMk cId="2990317070" sldId="332"/>
            <ac:inkMk id="3" creationId="{724DB1FA-9B46-BFED-E5EB-0E081D5944FB}"/>
          </ac:inkMkLst>
        </pc:inkChg>
      </pc:sldChg>
      <pc:sldChg chg="delSp mod">
        <pc:chgData name="Aron Michael" userId="a6335a5c-3af6-488f-9ef1-dea14714a451" providerId="ADAL" clId="{1805139D-B27E-481C-8978-5F1EDA53266C}" dt="2023-07-09T02:04:30.832" v="30" actId="478"/>
        <pc:sldMkLst>
          <pc:docMk/>
          <pc:sldMk cId="4034232991" sldId="333"/>
        </pc:sldMkLst>
        <pc:inkChg chg="del">
          <ac:chgData name="Aron Michael" userId="a6335a5c-3af6-488f-9ef1-dea14714a451" providerId="ADAL" clId="{1805139D-B27E-481C-8978-5F1EDA53266C}" dt="2023-07-09T02:04:30.832" v="30" actId="478"/>
          <ac:inkMkLst>
            <pc:docMk/>
            <pc:sldMk cId="4034232991" sldId="333"/>
            <ac:inkMk id="3" creationId="{9816054D-E9D6-94A4-2428-7C8BB3FC6541}"/>
          </ac:inkMkLst>
        </pc:inkChg>
      </pc:sldChg>
      <pc:sldChg chg="delSp mod">
        <pc:chgData name="Aron Michael" userId="a6335a5c-3af6-488f-9ef1-dea14714a451" providerId="ADAL" clId="{1805139D-B27E-481C-8978-5F1EDA53266C}" dt="2023-07-09T02:04:38.979" v="31" actId="478"/>
        <pc:sldMkLst>
          <pc:docMk/>
          <pc:sldMk cId="3113453514" sldId="334"/>
        </pc:sldMkLst>
        <pc:inkChg chg="del">
          <ac:chgData name="Aron Michael" userId="a6335a5c-3af6-488f-9ef1-dea14714a451" providerId="ADAL" clId="{1805139D-B27E-481C-8978-5F1EDA53266C}" dt="2023-07-09T02:04:38.979" v="31" actId="478"/>
          <ac:inkMkLst>
            <pc:docMk/>
            <pc:sldMk cId="3113453514" sldId="334"/>
            <ac:inkMk id="3" creationId="{6CC2155E-A1E9-6520-70D9-86AC879E949C}"/>
          </ac:inkMkLst>
        </pc:inkChg>
      </pc:sldChg>
      <pc:sldChg chg="delSp mod">
        <pc:chgData name="Aron Michael" userId="a6335a5c-3af6-488f-9ef1-dea14714a451" providerId="ADAL" clId="{1805139D-B27E-481C-8978-5F1EDA53266C}" dt="2023-07-09T02:05:02.575" v="34" actId="478"/>
        <pc:sldMkLst>
          <pc:docMk/>
          <pc:sldMk cId="1923757678" sldId="335"/>
        </pc:sldMkLst>
        <pc:inkChg chg="del">
          <ac:chgData name="Aron Michael" userId="a6335a5c-3af6-488f-9ef1-dea14714a451" providerId="ADAL" clId="{1805139D-B27E-481C-8978-5F1EDA53266C}" dt="2023-07-09T02:04:44.087" v="32" actId="478"/>
          <ac:inkMkLst>
            <pc:docMk/>
            <pc:sldMk cId="1923757678" sldId="335"/>
            <ac:inkMk id="3" creationId="{DD35B5BA-2B70-3D03-9E20-7D8B48699EA1}"/>
          </ac:inkMkLst>
        </pc:inkChg>
        <pc:inkChg chg="del">
          <ac:chgData name="Aron Michael" userId="a6335a5c-3af6-488f-9ef1-dea14714a451" providerId="ADAL" clId="{1805139D-B27E-481C-8978-5F1EDA53266C}" dt="2023-07-09T02:05:02.575" v="34" actId="478"/>
          <ac:inkMkLst>
            <pc:docMk/>
            <pc:sldMk cId="1923757678" sldId="335"/>
            <ac:inkMk id="9" creationId="{5F3C3575-113E-E948-2E30-981620B710D8}"/>
          </ac:inkMkLst>
        </pc:inkChg>
      </pc:sldChg>
      <pc:sldChg chg="delSp mod">
        <pc:chgData name="Aron Michael" userId="a6335a5c-3af6-488f-9ef1-dea14714a451" providerId="ADAL" clId="{1805139D-B27E-481C-8978-5F1EDA53266C}" dt="2023-07-09T02:04:50.135" v="33" actId="478"/>
        <pc:sldMkLst>
          <pc:docMk/>
          <pc:sldMk cId="2097467734" sldId="336"/>
        </pc:sldMkLst>
        <pc:inkChg chg="del">
          <ac:chgData name="Aron Michael" userId="a6335a5c-3af6-488f-9ef1-dea14714a451" providerId="ADAL" clId="{1805139D-B27E-481C-8978-5F1EDA53266C}" dt="2023-07-09T02:04:50.135" v="33" actId="478"/>
          <ac:inkMkLst>
            <pc:docMk/>
            <pc:sldMk cId="2097467734" sldId="336"/>
            <ac:inkMk id="3" creationId="{57283064-B6AE-BFAE-6AB2-F7D0FF2E8905}"/>
          </ac:inkMkLst>
        </pc:inkChg>
      </pc:sldChg>
      <pc:sldChg chg="delSp mod">
        <pc:chgData name="Aron Michael" userId="a6335a5c-3af6-488f-9ef1-dea14714a451" providerId="ADAL" clId="{1805139D-B27E-481C-8978-5F1EDA53266C}" dt="2023-07-09T02:07:14.538" v="37" actId="478"/>
        <pc:sldMkLst>
          <pc:docMk/>
          <pc:sldMk cId="941247509" sldId="337"/>
        </pc:sldMkLst>
        <pc:inkChg chg="del">
          <ac:chgData name="Aron Michael" userId="a6335a5c-3af6-488f-9ef1-dea14714a451" providerId="ADAL" clId="{1805139D-B27E-481C-8978-5F1EDA53266C}" dt="2023-07-09T02:07:14.538" v="37" actId="478"/>
          <ac:inkMkLst>
            <pc:docMk/>
            <pc:sldMk cId="941247509" sldId="337"/>
            <ac:inkMk id="3" creationId="{D396A48E-E605-9600-10AE-61B136556907}"/>
          </ac:inkMkLst>
        </pc:inkChg>
      </pc:sldChg>
      <pc:sldChg chg="delSp mod">
        <pc:chgData name="Aron Michael" userId="a6335a5c-3af6-488f-9ef1-dea14714a451" providerId="ADAL" clId="{1805139D-B27E-481C-8978-5F1EDA53266C}" dt="2023-07-09T02:07:20.260" v="38" actId="478"/>
        <pc:sldMkLst>
          <pc:docMk/>
          <pc:sldMk cId="642688981" sldId="338"/>
        </pc:sldMkLst>
        <pc:inkChg chg="del">
          <ac:chgData name="Aron Michael" userId="a6335a5c-3af6-488f-9ef1-dea14714a451" providerId="ADAL" clId="{1805139D-B27E-481C-8978-5F1EDA53266C}" dt="2023-07-09T02:07:20.260" v="38" actId="478"/>
          <ac:inkMkLst>
            <pc:docMk/>
            <pc:sldMk cId="642688981" sldId="338"/>
            <ac:inkMk id="3" creationId="{62EF840A-D661-73DB-632A-4975A36DE1E3}"/>
          </ac:inkMkLst>
        </pc:inkChg>
      </pc:sldChg>
      <pc:sldChg chg="addSp delSp mod">
        <pc:chgData name="Aron Michael" userId="a6335a5c-3af6-488f-9ef1-dea14714a451" providerId="ADAL" clId="{1805139D-B27E-481C-8978-5F1EDA53266C}" dt="2023-07-09T02:05:14.876" v="36" actId="478"/>
        <pc:sldMkLst>
          <pc:docMk/>
          <pc:sldMk cId="3375027905" sldId="339"/>
        </pc:sldMkLst>
        <pc:inkChg chg="add del">
          <ac:chgData name="Aron Michael" userId="a6335a5c-3af6-488f-9ef1-dea14714a451" providerId="ADAL" clId="{1805139D-B27E-481C-8978-5F1EDA53266C}" dt="2023-07-09T02:05:14.876" v="36" actId="478"/>
          <ac:inkMkLst>
            <pc:docMk/>
            <pc:sldMk cId="3375027905" sldId="339"/>
            <ac:inkMk id="3" creationId="{03C672DE-566B-9FA6-BE53-3FEB11A4E5FE}"/>
          </ac:inkMkLst>
        </pc:inkChg>
      </pc:sldChg>
      <pc:sldChg chg="delSp mod">
        <pc:chgData name="Aron Michael" userId="a6335a5c-3af6-488f-9ef1-dea14714a451" providerId="ADAL" clId="{1805139D-B27E-481C-8978-5F1EDA53266C}" dt="2023-07-09T02:07:57.525" v="40" actId="478"/>
        <pc:sldMkLst>
          <pc:docMk/>
          <pc:sldMk cId="488990982" sldId="340"/>
        </pc:sldMkLst>
        <pc:inkChg chg="del">
          <ac:chgData name="Aron Michael" userId="a6335a5c-3af6-488f-9ef1-dea14714a451" providerId="ADAL" clId="{1805139D-B27E-481C-8978-5F1EDA53266C}" dt="2023-07-09T02:07:57.525" v="40" actId="478"/>
          <ac:inkMkLst>
            <pc:docMk/>
            <pc:sldMk cId="488990982" sldId="340"/>
            <ac:inkMk id="3" creationId="{9B36EA90-0293-167C-E2EB-8CCDCAB729B3}"/>
          </ac:inkMkLst>
        </pc:inkChg>
      </pc:sldChg>
      <pc:sldChg chg="delSp mod">
        <pc:chgData name="Aron Michael" userId="a6335a5c-3af6-488f-9ef1-dea14714a451" providerId="ADAL" clId="{1805139D-B27E-481C-8978-5F1EDA53266C}" dt="2023-07-09T02:08:01.697" v="41" actId="478"/>
        <pc:sldMkLst>
          <pc:docMk/>
          <pc:sldMk cId="619851535" sldId="341"/>
        </pc:sldMkLst>
        <pc:inkChg chg="del">
          <ac:chgData name="Aron Michael" userId="a6335a5c-3af6-488f-9ef1-dea14714a451" providerId="ADAL" clId="{1805139D-B27E-481C-8978-5F1EDA53266C}" dt="2023-07-09T02:08:01.697" v="41" actId="478"/>
          <ac:inkMkLst>
            <pc:docMk/>
            <pc:sldMk cId="619851535" sldId="341"/>
            <ac:inkMk id="3" creationId="{B1596318-E61C-AAA6-B762-AC90BA64BE32}"/>
          </ac:inkMkLst>
        </pc:inkChg>
      </pc:sldChg>
      <pc:sldChg chg="delSp mod">
        <pc:chgData name="Aron Michael" userId="a6335a5c-3af6-488f-9ef1-dea14714a451" providerId="ADAL" clId="{1805139D-B27E-481C-8978-5F1EDA53266C}" dt="2023-07-09T02:08:06.777" v="42" actId="478"/>
        <pc:sldMkLst>
          <pc:docMk/>
          <pc:sldMk cId="1693947985" sldId="342"/>
        </pc:sldMkLst>
        <pc:inkChg chg="del">
          <ac:chgData name="Aron Michael" userId="a6335a5c-3af6-488f-9ef1-dea14714a451" providerId="ADAL" clId="{1805139D-B27E-481C-8978-5F1EDA53266C}" dt="2023-07-09T02:08:06.777" v="42" actId="478"/>
          <ac:inkMkLst>
            <pc:docMk/>
            <pc:sldMk cId="1693947985" sldId="342"/>
            <ac:inkMk id="3" creationId="{C1650F94-A3CE-B405-1AC5-FF1A3888ECAB}"/>
          </ac:inkMkLst>
        </pc:inkChg>
      </pc:sldChg>
      <pc:sldChg chg="delSp mod">
        <pc:chgData name="Aron Michael" userId="a6335a5c-3af6-488f-9ef1-dea14714a451" providerId="ADAL" clId="{1805139D-B27E-481C-8978-5F1EDA53266C}" dt="2023-07-09T02:08:16.086" v="43" actId="478"/>
        <pc:sldMkLst>
          <pc:docMk/>
          <pc:sldMk cId="1616962171" sldId="343"/>
        </pc:sldMkLst>
        <pc:inkChg chg="del">
          <ac:chgData name="Aron Michael" userId="a6335a5c-3af6-488f-9ef1-dea14714a451" providerId="ADAL" clId="{1805139D-B27E-481C-8978-5F1EDA53266C}" dt="2023-07-09T02:08:16.086" v="43" actId="478"/>
          <ac:inkMkLst>
            <pc:docMk/>
            <pc:sldMk cId="1616962171" sldId="343"/>
            <ac:inkMk id="13" creationId="{1822A82B-B61C-5661-0974-19DF119136E7}"/>
          </ac:inkMkLst>
        </pc:inkChg>
      </pc:sldChg>
      <pc:sldChg chg="delSp mod">
        <pc:chgData name="Aron Michael" userId="a6335a5c-3af6-488f-9ef1-dea14714a451" providerId="ADAL" clId="{1805139D-B27E-481C-8978-5F1EDA53266C}" dt="2023-07-09T02:08:20.908" v="44" actId="478"/>
        <pc:sldMkLst>
          <pc:docMk/>
          <pc:sldMk cId="1796960124" sldId="344"/>
        </pc:sldMkLst>
        <pc:inkChg chg="del">
          <ac:chgData name="Aron Michael" userId="a6335a5c-3af6-488f-9ef1-dea14714a451" providerId="ADAL" clId="{1805139D-B27E-481C-8978-5F1EDA53266C}" dt="2023-07-09T02:08:20.908" v="44" actId="478"/>
          <ac:inkMkLst>
            <pc:docMk/>
            <pc:sldMk cId="1796960124" sldId="344"/>
            <ac:inkMk id="3" creationId="{B56CDB5C-902B-54A7-5157-0E4F2944E228}"/>
          </ac:inkMkLst>
        </pc:inkChg>
      </pc:sldChg>
      <pc:sldChg chg="delSp mod">
        <pc:chgData name="Aron Michael" userId="a6335a5c-3af6-488f-9ef1-dea14714a451" providerId="ADAL" clId="{1805139D-B27E-481C-8978-5F1EDA53266C}" dt="2023-07-09T02:08:46.134" v="46" actId="478"/>
        <pc:sldMkLst>
          <pc:docMk/>
          <pc:sldMk cId="25280046" sldId="345"/>
        </pc:sldMkLst>
        <pc:inkChg chg="del">
          <ac:chgData name="Aron Michael" userId="a6335a5c-3af6-488f-9ef1-dea14714a451" providerId="ADAL" clId="{1805139D-B27E-481C-8978-5F1EDA53266C}" dt="2023-07-09T02:08:46.134" v="46" actId="478"/>
          <ac:inkMkLst>
            <pc:docMk/>
            <pc:sldMk cId="25280046" sldId="345"/>
            <ac:inkMk id="3" creationId="{81F842A2-ACEE-3EAF-C573-25DB7196301D}"/>
          </ac:inkMkLst>
        </pc:inkChg>
      </pc:sldChg>
      <pc:sldChg chg="delSp mod">
        <pc:chgData name="Aron Michael" userId="a6335a5c-3af6-488f-9ef1-dea14714a451" providerId="ADAL" clId="{1805139D-B27E-481C-8978-5F1EDA53266C}" dt="2023-07-09T02:08:58.267" v="47" actId="478"/>
        <pc:sldMkLst>
          <pc:docMk/>
          <pc:sldMk cId="675843616" sldId="346"/>
        </pc:sldMkLst>
        <pc:inkChg chg="del">
          <ac:chgData name="Aron Michael" userId="a6335a5c-3af6-488f-9ef1-dea14714a451" providerId="ADAL" clId="{1805139D-B27E-481C-8978-5F1EDA53266C}" dt="2023-07-09T02:08:58.267" v="47" actId="478"/>
          <ac:inkMkLst>
            <pc:docMk/>
            <pc:sldMk cId="675843616" sldId="346"/>
            <ac:inkMk id="3" creationId="{0C48937A-8699-A43F-F01B-1BE89F5F59B9}"/>
          </ac:inkMkLst>
        </pc:inkChg>
      </pc:sldChg>
      <pc:sldChg chg="delSp mod">
        <pc:chgData name="Aron Michael" userId="a6335a5c-3af6-488f-9ef1-dea14714a451" providerId="ADAL" clId="{1805139D-B27E-481C-8978-5F1EDA53266C}" dt="2023-07-09T02:09:04.348" v="48" actId="478"/>
        <pc:sldMkLst>
          <pc:docMk/>
          <pc:sldMk cId="409452253" sldId="347"/>
        </pc:sldMkLst>
        <pc:inkChg chg="del">
          <ac:chgData name="Aron Michael" userId="a6335a5c-3af6-488f-9ef1-dea14714a451" providerId="ADAL" clId="{1805139D-B27E-481C-8978-5F1EDA53266C}" dt="2023-07-09T02:09:04.348" v="48" actId="478"/>
          <ac:inkMkLst>
            <pc:docMk/>
            <pc:sldMk cId="409452253" sldId="347"/>
            <ac:inkMk id="3" creationId="{817F343F-3089-B934-97C4-A74DC4D3E4F1}"/>
          </ac:inkMkLst>
        </pc:inkChg>
      </pc:sldChg>
      <pc:sldChg chg="delSp mod">
        <pc:chgData name="Aron Michael" userId="a6335a5c-3af6-488f-9ef1-dea14714a451" providerId="ADAL" clId="{1805139D-B27E-481C-8978-5F1EDA53266C}" dt="2023-07-09T02:09:09.400" v="49" actId="478"/>
        <pc:sldMkLst>
          <pc:docMk/>
          <pc:sldMk cId="1835567520" sldId="348"/>
        </pc:sldMkLst>
        <pc:inkChg chg="del">
          <ac:chgData name="Aron Michael" userId="a6335a5c-3af6-488f-9ef1-dea14714a451" providerId="ADAL" clId="{1805139D-B27E-481C-8978-5F1EDA53266C}" dt="2023-07-09T02:09:09.400" v="49" actId="478"/>
          <ac:inkMkLst>
            <pc:docMk/>
            <pc:sldMk cId="1835567520" sldId="348"/>
            <ac:inkMk id="9" creationId="{B9250D4E-82DB-0833-6D3E-E5F040D88DF9}"/>
          </ac:inkMkLst>
        </pc:inkChg>
      </pc:sldChg>
      <pc:sldChg chg="delSp mod">
        <pc:chgData name="Aron Michael" userId="a6335a5c-3af6-488f-9ef1-dea14714a451" providerId="ADAL" clId="{1805139D-B27E-481C-8978-5F1EDA53266C}" dt="2023-07-09T02:09:22.046" v="52" actId="478"/>
        <pc:sldMkLst>
          <pc:docMk/>
          <pc:sldMk cId="3071570686" sldId="349"/>
        </pc:sldMkLst>
        <pc:inkChg chg="del">
          <ac:chgData name="Aron Michael" userId="a6335a5c-3af6-488f-9ef1-dea14714a451" providerId="ADAL" clId="{1805139D-B27E-481C-8978-5F1EDA53266C}" dt="2023-07-09T02:09:22.046" v="52" actId="478"/>
          <ac:inkMkLst>
            <pc:docMk/>
            <pc:sldMk cId="3071570686" sldId="349"/>
            <ac:inkMk id="3" creationId="{DFC74B93-588C-FB1A-2437-49A4225AD9D9}"/>
          </ac:inkMkLst>
        </pc:inkChg>
        <pc:inkChg chg="del">
          <ac:chgData name="Aron Michael" userId="a6335a5c-3af6-488f-9ef1-dea14714a451" providerId="ADAL" clId="{1805139D-B27E-481C-8978-5F1EDA53266C}" dt="2023-07-09T02:09:16.660" v="50" actId="478"/>
          <ac:inkMkLst>
            <pc:docMk/>
            <pc:sldMk cId="3071570686" sldId="349"/>
            <ac:inkMk id="10" creationId="{A14C6FA6-83AB-59C5-E29C-B4317D211999}"/>
          </ac:inkMkLst>
        </pc:inkChg>
        <pc:inkChg chg="del">
          <ac:chgData name="Aron Michael" userId="a6335a5c-3af6-488f-9ef1-dea14714a451" providerId="ADAL" clId="{1805139D-B27E-481C-8978-5F1EDA53266C}" dt="2023-07-09T02:09:19.082" v="51" actId="478"/>
          <ac:inkMkLst>
            <pc:docMk/>
            <pc:sldMk cId="3071570686" sldId="349"/>
            <ac:inkMk id="11" creationId="{3D9BD9E5-E2A9-6B4A-BA56-88EE58902341}"/>
          </ac:inkMkLst>
        </pc:inkChg>
      </pc:sldChg>
      <pc:sldChg chg="delSp mod">
        <pc:chgData name="Aron Michael" userId="a6335a5c-3af6-488f-9ef1-dea14714a451" providerId="ADAL" clId="{1805139D-B27E-481C-8978-5F1EDA53266C}" dt="2023-07-09T02:09:30.477" v="53" actId="478"/>
        <pc:sldMkLst>
          <pc:docMk/>
          <pc:sldMk cId="1470167790" sldId="350"/>
        </pc:sldMkLst>
        <pc:inkChg chg="del">
          <ac:chgData name="Aron Michael" userId="a6335a5c-3af6-488f-9ef1-dea14714a451" providerId="ADAL" clId="{1805139D-B27E-481C-8978-5F1EDA53266C}" dt="2023-07-09T02:09:30.477" v="53" actId="478"/>
          <ac:inkMkLst>
            <pc:docMk/>
            <pc:sldMk cId="1470167790" sldId="350"/>
            <ac:inkMk id="3" creationId="{A2CFAA89-5385-418B-8EC7-B8614D60C1D3}"/>
          </ac:inkMkLst>
        </pc:inkChg>
      </pc:sldChg>
      <pc:sldChg chg="delSp mod">
        <pc:chgData name="Aron Michael" userId="a6335a5c-3af6-488f-9ef1-dea14714a451" providerId="ADAL" clId="{1805139D-B27E-481C-8978-5F1EDA53266C}" dt="2023-07-09T02:10:09.015" v="55" actId="478"/>
        <pc:sldMkLst>
          <pc:docMk/>
          <pc:sldMk cId="1153517993" sldId="351"/>
        </pc:sldMkLst>
        <pc:inkChg chg="del">
          <ac:chgData name="Aron Michael" userId="a6335a5c-3af6-488f-9ef1-dea14714a451" providerId="ADAL" clId="{1805139D-B27E-481C-8978-5F1EDA53266C}" dt="2023-07-09T02:10:09.015" v="55" actId="478"/>
          <ac:inkMkLst>
            <pc:docMk/>
            <pc:sldMk cId="1153517993" sldId="351"/>
            <ac:inkMk id="3" creationId="{6CDFCCD3-2DC8-0FF2-B579-ADB9455A4B0E}"/>
          </ac:inkMkLst>
        </pc:inkChg>
      </pc:sldChg>
      <pc:sldChg chg="delSp mod">
        <pc:chgData name="Aron Michael" userId="a6335a5c-3af6-488f-9ef1-dea14714a451" providerId="ADAL" clId="{1805139D-B27E-481C-8978-5F1EDA53266C}" dt="2023-07-09T02:10:13.598" v="56" actId="478"/>
        <pc:sldMkLst>
          <pc:docMk/>
          <pc:sldMk cId="4072998223" sldId="352"/>
        </pc:sldMkLst>
        <pc:inkChg chg="del">
          <ac:chgData name="Aron Michael" userId="a6335a5c-3af6-488f-9ef1-dea14714a451" providerId="ADAL" clId="{1805139D-B27E-481C-8978-5F1EDA53266C}" dt="2023-07-09T02:10:13.598" v="56" actId="478"/>
          <ac:inkMkLst>
            <pc:docMk/>
            <pc:sldMk cId="4072998223" sldId="352"/>
            <ac:inkMk id="3" creationId="{6F3AE478-F483-7DCA-8A5F-50231CD0EDE7}"/>
          </ac:inkMkLst>
        </pc:inkChg>
      </pc:sldChg>
      <pc:sldChg chg="delSp mod">
        <pc:chgData name="Aron Michael" userId="a6335a5c-3af6-488f-9ef1-dea14714a451" providerId="ADAL" clId="{1805139D-B27E-481C-8978-5F1EDA53266C}" dt="2023-07-09T02:10:20.215" v="57" actId="478"/>
        <pc:sldMkLst>
          <pc:docMk/>
          <pc:sldMk cId="2679665444" sldId="353"/>
        </pc:sldMkLst>
        <pc:inkChg chg="del">
          <ac:chgData name="Aron Michael" userId="a6335a5c-3af6-488f-9ef1-dea14714a451" providerId="ADAL" clId="{1805139D-B27E-481C-8978-5F1EDA53266C}" dt="2023-07-09T02:10:20.215" v="57" actId="478"/>
          <ac:inkMkLst>
            <pc:docMk/>
            <pc:sldMk cId="2679665444" sldId="353"/>
            <ac:inkMk id="3" creationId="{E8BFD514-8053-D6CF-B1AB-FDBA1AF23D21}"/>
          </ac:inkMkLst>
        </pc:inkChg>
      </pc:sldChg>
      <pc:sldChg chg="delSp mod">
        <pc:chgData name="Aron Michael" userId="a6335a5c-3af6-488f-9ef1-dea14714a451" providerId="ADAL" clId="{1805139D-B27E-481C-8978-5F1EDA53266C}" dt="2023-07-09T02:10:25.245" v="58" actId="478"/>
        <pc:sldMkLst>
          <pc:docMk/>
          <pc:sldMk cId="2555955702" sldId="354"/>
        </pc:sldMkLst>
        <pc:inkChg chg="del">
          <ac:chgData name="Aron Michael" userId="a6335a5c-3af6-488f-9ef1-dea14714a451" providerId="ADAL" clId="{1805139D-B27E-481C-8978-5F1EDA53266C}" dt="2023-07-09T02:10:25.245" v="58" actId="478"/>
          <ac:inkMkLst>
            <pc:docMk/>
            <pc:sldMk cId="2555955702" sldId="354"/>
            <ac:inkMk id="3" creationId="{2C4F9049-AFFD-4315-2539-D212ECE0B4B7}"/>
          </ac:inkMkLst>
        </pc:inkChg>
      </pc:sldChg>
      <pc:sldChg chg="delSp mod">
        <pc:chgData name="Aron Michael" userId="a6335a5c-3af6-488f-9ef1-dea14714a451" providerId="ADAL" clId="{1805139D-B27E-481C-8978-5F1EDA53266C}" dt="2023-07-09T02:10:52.081" v="63" actId="478"/>
        <pc:sldMkLst>
          <pc:docMk/>
          <pc:sldMk cId="3447305298" sldId="355"/>
        </pc:sldMkLst>
        <pc:inkChg chg="del">
          <ac:chgData name="Aron Michael" userId="a6335a5c-3af6-488f-9ef1-dea14714a451" providerId="ADAL" clId="{1805139D-B27E-481C-8978-5F1EDA53266C}" dt="2023-07-09T02:10:43.338" v="60" actId="478"/>
          <ac:inkMkLst>
            <pc:docMk/>
            <pc:sldMk cId="3447305298" sldId="355"/>
            <ac:inkMk id="12" creationId="{4F45566A-09AF-6600-F6DF-EDADC7FCF8CD}"/>
          </ac:inkMkLst>
        </pc:inkChg>
        <pc:inkChg chg="del">
          <ac:chgData name="Aron Michael" userId="a6335a5c-3af6-488f-9ef1-dea14714a451" providerId="ADAL" clId="{1805139D-B27E-481C-8978-5F1EDA53266C}" dt="2023-07-09T02:10:49.624" v="62" actId="478"/>
          <ac:inkMkLst>
            <pc:docMk/>
            <pc:sldMk cId="3447305298" sldId="355"/>
            <ac:inkMk id="13" creationId="{5BE17607-7368-3C18-E9F9-9F72BC0F2A87}"/>
          </ac:inkMkLst>
        </pc:inkChg>
        <pc:inkChg chg="del">
          <ac:chgData name="Aron Michael" userId="a6335a5c-3af6-488f-9ef1-dea14714a451" providerId="ADAL" clId="{1805139D-B27E-481C-8978-5F1EDA53266C}" dt="2023-07-09T02:10:47.016" v="61" actId="478"/>
          <ac:inkMkLst>
            <pc:docMk/>
            <pc:sldMk cId="3447305298" sldId="355"/>
            <ac:inkMk id="14" creationId="{66302690-7BCA-37B9-1CD1-ADDD57E6761D}"/>
          </ac:inkMkLst>
        </pc:inkChg>
        <pc:inkChg chg="del">
          <ac:chgData name="Aron Michael" userId="a6335a5c-3af6-488f-9ef1-dea14714a451" providerId="ADAL" clId="{1805139D-B27E-481C-8978-5F1EDA53266C}" dt="2023-07-09T02:10:52.081" v="63" actId="478"/>
          <ac:inkMkLst>
            <pc:docMk/>
            <pc:sldMk cId="3447305298" sldId="355"/>
            <ac:inkMk id="15" creationId="{922CAD2A-68FD-07FC-8686-33DA730FC18A}"/>
          </ac:inkMkLst>
        </pc:inkChg>
        <pc:inkChg chg="del">
          <ac:chgData name="Aron Michael" userId="a6335a5c-3af6-488f-9ef1-dea14714a451" providerId="ADAL" clId="{1805139D-B27E-481C-8978-5F1EDA53266C}" dt="2023-07-09T02:10:37.644" v="59" actId="478"/>
          <ac:inkMkLst>
            <pc:docMk/>
            <pc:sldMk cId="3447305298" sldId="355"/>
            <ac:inkMk id="16" creationId="{8191660F-8053-F313-6698-CD4AA120AC90}"/>
          </ac:inkMkLst>
        </pc:inkChg>
      </pc:sldChg>
      <pc:sldChg chg="delSp mod">
        <pc:chgData name="Aron Michael" userId="a6335a5c-3af6-488f-9ef1-dea14714a451" providerId="ADAL" clId="{1805139D-B27E-481C-8978-5F1EDA53266C}" dt="2023-07-09T02:12:05.532" v="64" actId="478"/>
        <pc:sldMkLst>
          <pc:docMk/>
          <pc:sldMk cId="2829002282" sldId="356"/>
        </pc:sldMkLst>
        <pc:inkChg chg="del">
          <ac:chgData name="Aron Michael" userId="a6335a5c-3af6-488f-9ef1-dea14714a451" providerId="ADAL" clId="{1805139D-B27E-481C-8978-5F1EDA53266C}" dt="2023-07-09T02:12:05.532" v="64" actId="478"/>
          <ac:inkMkLst>
            <pc:docMk/>
            <pc:sldMk cId="2829002282" sldId="356"/>
            <ac:inkMk id="3" creationId="{12783353-3A05-FC7A-81CA-5B1598EA5C33}"/>
          </ac:inkMkLst>
        </pc:inkChg>
      </pc:sldChg>
      <pc:sldChg chg="delSp mod">
        <pc:chgData name="Aron Michael" userId="a6335a5c-3af6-488f-9ef1-dea14714a451" providerId="ADAL" clId="{1805139D-B27E-481C-8978-5F1EDA53266C}" dt="2023-07-09T02:12:36.257" v="68" actId="478"/>
        <pc:sldMkLst>
          <pc:docMk/>
          <pc:sldMk cId="3516984752" sldId="358"/>
        </pc:sldMkLst>
        <pc:inkChg chg="del">
          <ac:chgData name="Aron Michael" userId="a6335a5c-3af6-488f-9ef1-dea14714a451" providerId="ADAL" clId="{1805139D-B27E-481C-8978-5F1EDA53266C}" dt="2023-07-09T02:12:36.257" v="68" actId="478"/>
          <ac:inkMkLst>
            <pc:docMk/>
            <pc:sldMk cId="3516984752" sldId="358"/>
            <ac:inkMk id="3" creationId="{9D44500C-4FE6-ED06-81B7-D7B38C9CA01A}"/>
          </ac:inkMkLst>
        </pc:inkChg>
      </pc:sldChg>
      <pc:sldChg chg="delSp mod">
        <pc:chgData name="Aron Michael" userId="a6335a5c-3af6-488f-9ef1-dea14714a451" providerId="ADAL" clId="{1805139D-B27E-481C-8978-5F1EDA53266C}" dt="2023-07-09T02:12:54.677" v="71" actId="478"/>
        <pc:sldMkLst>
          <pc:docMk/>
          <pc:sldMk cId="1609299568" sldId="360"/>
        </pc:sldMkLst>
        <pc:inkChg chg="del">
          <ac:chgData name="Aron Michael" userId="a6335a5c-3af6-488f-9ef1-dea14714a451" providerId="ADAL" clId="{1805139D-B27E-481C-8978-5F1EDA53266C}" dt="2023-07-09T02:12:54.677" v="71" actId="478"/>
          <ac:inkMkLst>
            <pc:docMk/>
            <pc:sldMk cId="1609299568" sldId="360"/>
            <ac:inkMk id="3" creationId="{9C31263E-B19F-DD40-150E-662AE01C6E8E}"/>
          </ac:inkMkLst>
        </pc:inkChg>
      </pc:sldChg>
      <pc:sldChg chg="delSp mod">
        <pc:chgData name="Aron Michael" userId="a6335a5c-3af6-488f-9ef1-dea14714a451" providerId="ADAL" clId="{1805139D-B27E-481C-8978-5F1EDA53266C}" dt="2023-07-09T02:12:46.027" v="70" actId="478"/>
        <pc:sldMkLst>
          <pc:docMk/>
          <pc:sldMk cId="3268480623" sldId="361"/>
        </pc:sldMkLst>
        <pc:inkChg chg="del">
          <ac:chgData name="Aron Michael" userId="a6335a5c-3af6-488f-9ef1-dea14714a451" providerId="ADAL" clId="{1805139D-B27E-481C-8978-5F1EDA53266C}" dt="2023-07-09T02:12:46.027" v="70" actId="478"/>
          <ac:inkMkLst>
            <pc:docMk/>
            <pc:sldMk cId="3268480623" sldId="361"/>
            <ac:inkMk id="3" creationId="{02A91EF8-FD13-DA88-21F1-2E7E79085466}"/>
          </ac:inkMkLst>
        </pc:inkChg>
      </pc:sldChg>
      <pc:sldChg chg="delSp mod">
        <pc:chgData name="Aron Michael" userId="a6335a5c-3af6-488f-9ef1-dea14714a451" providerId="ADAL" clId="{1805139D-B27E-481C-8978-5F1EDA53266C}" dt="2023-07-09T02:14:34.508" v="98" actId="478"/>
        <pc:sldMkLst>
          <pc:docMk/>
          <pc:sldMk cId="1190742082" sldId="362"/>
        </pc:sldMkLst>
        <pc:inkChg chg="del">
          <ac:chgData name="Aron Michael" userId="a6335a5c-3af6-488f-9ef1-dea14714a451" providerId="ADAL" clId="{1805139D-B27E-481C-8978-5F1EDA53266C}" dt="2023-07-09T02:14:24.836" v="93" actId="478"/>
          <ac:inkMkLst>
            <pc:docMk/>
            <pc:sldMk cId="1190742082" sldId="362"/>
            <ac:inkMk id="9" creationId="{FABD28F0-C6A6-63A9-FFA0-9E1E70191372}"/>
          </ac:inkMkLst>
        </pc:inkChg>
        <pc:inkChg chg="del">
          <ac:chgData name="Aron Michael" userId="a6335a5c-3af6-488f-9ef1-dea14714a451" providerId="ADAL" clId="{1805139D-B27E-481C-8978-5F1EDA53266C}" dt="2023-07-09T02:14:26.772" v="94" actId="478"/>
          <ac:inkMkLst>
            <pc:docMk/>
            <pc:sldMk cId="1190742082" sldId="362"/>
            <ac:inkMk id="10" creationId="{FD7A1DF8-2C63-F7C6-C1E3-CA5E673830A2}"/>
          </ac:inkMkLst>
        </pc:inkChg>
        <pc:inkChg chg="del">
          <ac:chgData name="Aron Michael" userId="a6335a5c-3af6-488f-9ef1-dea14714a451" providerId="ADAL" clId="{1805139D-B27E-481C-8978-5F1EDA53266C}" dt="2023-07-09T02:14:34.508" v="98" actId="478"/>
          <ac:inkMkLst>
            <pc:docMk/>
            <pc:sldMk cId="1190742082" sldId="362"/>
            <ac:inkMk id="11" creationId="{55698E46-FCD5-005E-99BD-681D980F9B48}"/>
          </ac:inkMkLst>
        </pc:inkChg>
        <pc:inkChg chg="del">
          <ac:chgData name="Aron Michael" userId="a6335a5c-3af6-488f-9ef1-dea14714a451" providerId="ADAL" clId="{1805139D-B27E-481C-8978-5F1EDA53266C}" dt="2023-07-09T02:14:30.454" v="96" actId="478"/>
          <ac:inkMkLst>
            <pc:docMk/>
            <pc:sldMk cId="1190742082" sldId="362"/>
            <ac:inkMk id="12" creationId="{5022E4E1-BC7B-9C50-7475-3029A62C762F}"/>
          </ac:inkMkLst>
        </pc:inkChg>
        <pc:inkChg chg="del">
          <ac:chgData name="Aron Michael" userId="a6335a5c-3af6-488f-9ef1-dea14714a451" providerId="ADAL" clId="{1805139D-B27E-481C-8978-5F1EDA53266C}" dt="2023-07-09T02:14:32.311" v="97" actId="478"/>
          <ac:inkMkLst>
            <pc:docMk/>
            <pc:sldMk cId="1190742082" sldId="362"/>
            <ac:inkMk id="13" creationId="{3D211A53-74C1-6892-68D0-A174426B23C1}"/>
          </ac:inkMkLst>
        </pc:inkChg>
        <pc:inkChg chg="del">
          <ac:chgData name="Aron Michael" userId="a6335a5c-3af6-488f-9ef1-dea14714a451" providerId="ADAL" clId="{1805139D-B27E-481C-8978-5F1EDA53266C}" dt="2023-07-09T02:14:28.769" v="95" actId="478"/>
          <ac:inkMkLst>
            <pc:docMk/>
            <pc:sldMk cId="1190742082" sldId="362"/>
            <ac:inkMk id="14" creationId="{085C8817-75B8-8D90-5E8A-19202121028D}"/>
          </ac:inkMkLst>
        </pc:inkChg>
        <pc:inkChg chg="del">
          <ac:chgData name="Aron Michael" userId="a6335a5c-3af6-488f-9ef1-dea14714a451" providerId="ADAL" clId="{1805139D-B27E-481C-8978-5F1EDA53266C}" dt="2023-07-09T02:14:20.414" v="91" actId="478"/>
          <ac:inkMkLst>
            <pc:docMk/>
            <pc:sldMk cId="1190742082" sldId="362"/>
            <ac:inkMk id="15" creationId="{081A8EA7-9CC9-FD9C-C8B5-D1A47C906DD0}"/>
          </ac:inkMkLst>
        </pc:inkChg>
        <pc:inkChg chg="del">
          <ac:chgData name="Aron Michael" userId="a6335a5c-3af6-488f-9ef1-dea14714a451" providerId="ADAL" clId="{1805139D-B27E-481C-8978-5F1EDA53266C}" dt="2023-07-09T02:14:14.158" v="89" actId="478"/>
          <ac:inkMkLst>
            <pc:docMk/>
            <pc:sldMk cId="1190742082" sldId="362"/>
            <ac:inkMk id="16" creationId="{54E94A01-205D-8833-BF07-75F3E41AD0C1}"/>
          </ac:inkMkLst>
        </pc:inkChg>
        <pc:inkChg chg="del">
          <ac:chgData name="Aron Michael" userId="a6335a5c-3af6-488f-9ef1-dea14714a451" providerId="ADAL" clId="{1805139D-B27E-481C-8978-5F1EDA53266C}" dt="2023-07-09T02:14:22.278" v="92" actId="478"/>
          <ac:inkMkLst>
            <pc:docMk/>
            <pc:sldMk cId="1190742082" sldId="362"/>
            <ac:inkMk id="17" creationId="{21358CC2-24A2-4F29-6D3F-BE7A35B4DD2D}"/>
          </ac:inkMkLst>
        </pc:inkChg>
        <pc:inkChg chg="del">
          <ac:chgData name="Aron Michael" userId="a6335a5c-3af6-488f-9ef1-dea14714a451" providerId="ADAL" clId="{1805139D-B27E-481C-8978-5F1EDA53266C}" dt="2023-07-09T02:14:09.552" v="88" actId="478"/>
          <ac:inkMkLst>
            <pc:docMk/>
            <pc:sldMk cId="1190742082" sldId="362"/>
            <ac:inkMk id="18" creationId="{DEE1C797-3732-48ED-699B-876FDC394066}"/>
          </ac:inkMkLst>
        </pc:inkChg>
        <pc:inkChg chg="del">
          <ac:chgData name="Aron Michael" userId="a6335a5c-3af6-488f-9ef1-dea14714a451" providerId="ADAL" clId="{1805139D-B27E-481C-8978-5F1EDA53266C}" dt="2023-07-09T02:14:16.607" v="90" actId="478"/>
          <ac:inkMkLst>
            <pc:docMk/>
            <pc:sldMk cId="1190742082" sldId="362"/>
            <ac:inkMk id="20" creationId="{05CCFB3D-66EB-835D-D273-FE656FFED3C1}"/>
          </ac:inkMkLst>
        </pc:inkChg>
      </pc:sldChg>
      <pc:sldChg chg="delSp mod">
        <pc:chgData name="Aron Michael" userId="a6335a5c-3af6-488f-9ef1-dea14714a451" providerId="ADAL" clId="{1805139D-B27E-481C-8978-5F1EDA53266C}" dt="2023-07-09T02:14:39.222" v="99" actId="478"/>
        <pc:sldMkLst>
          <pc:docMk/>
          <pc:sldMk cId="3143487146" sldId="363"/>
        </pc:sldMkLst>
        <pc:inkChg chg="del">
          <ac:chgData name="Aron Michael" userId="a6335a5c-3af6-488f-9ef1-dea14714a451" providerId="ADAL" clId="{1805139D-B27E-481C-8978-5F1EDA53266C}" dt="2023-07-09T02:14:39.222" v="99" actId="478"/>
          <ac:inkMkLst>
            <pc:docMk/>
            <pc:sldMk cId="3143487146" sldId="363"/>
            <ac:inkMk id="11" creationId="{6D583DDE-1A2F-89B2-594C-A2E7AC7A5A46}"/>
          </ac:inkMkLst>
        </pc:inkChg>
      </pc:sldChg>
      <pc:sldChg chg="delSp mod">
        <pc:chgData name="Aron Michael" userId="a6335a5c-3af6-488f-9ef1-dea14714a451" providerId="ADAL" clId="{1805139D-B27E-481C-8978-5F1EDA53266C}" dt="2023-07-09T02:07:52.888" v="39" actId="478"/>
        <pc:sldMkLst>
          <pc:docMk/>
          <pc:sldMk cId="1950021096" sldId="364"/>
        </pc:sldMkLst>
        <pc:inkChg chg="del">
          <ac:chgData name="Aron Michael" userId="a6335a5c-3af6-488f-9ef1-dea14714a451" providerId="ADAL" clId="{1805139D-B27E-481C-8978-5F1EDA53266C}" dt="2023-07-09T02:07:52.888" v="39" actId="478"/>
          <ac:inkMkLst>
            <pc:docMk/>
            <pc:sldMk cId="1950021096" sldId="364"/>
            <ac:inkMk id="3" creationId="{006F183F-6BF4-F72D-09EC-9C6A012D57A1}"/>
          </ac:inkMkLst>
        </pc:inkChg>
      </pc:sldChg>
      <pc:sldChg chg="delSp mod">
        <pc:chgData name="Aron Michael" userId="a6335a5c-3af6-488f-9ef1-dea14714a451" providerId="ADAL" clId="{1805139D-B27E-481C-8978-5F1EDA53266C}" dt="2023-07-09T02:08:40.755" v="45" actId="478"/>
        <pc:sldMkLst>
          <pc:docMk/>
          <pc:sldMk cId="1991795982" sldId="365"/>
        </pc:sldMkLst>
        <pc:inkChg chg="del">
          <ac:chgData name="Aron Michael" userId="a6335a5c-3af6-488f-9ef1-dea14714a451" providerId="ADAL" clId="{1805139D-B27E-481C-8978-5F1EDA53266C}" dt="2023-07-09T02:08:40.755" v="45" actId="478"/>
          <ac:inkMkLst>
            <pc:docMk/>
            <pc:sldMk cId="1991795982" sldId="365"/>
            <ac:inkMk id="3" creationId="{1C374C63-CF0C-CBC9-B94F-C941B9D5BBE7}"/>
          </ac:inkMkLst>
        </pc:inkChg>
      </pc:sldChg>
      <pc:sldChg chg="delSp mod">
        <pc:chgData name="Aron Michael" userId="a6335a5c-3af6-488f-9ef1-dea14714a451" providerId="ADAL" clId="{1805139D-B27E-481C-8978-5F1EDA53266C}" dt="2023-07-09T02:10:01.750" v="54" actId="478"/>
        <pc:sldMkLst>
          <pc:docMk/>
          <pc:sldMk cId="772824804" sldId="366"/>
        </pc:sldMkLst>
        <pc:inkChg chg="del">
          <ac:chgData name="Aron Michael" userId="a6335a5c-3af6-488f-9ef1-dea14714a451" providerId="ADAL" clId="{1805139D-B27E-481C-8978-5F1EDA53266C}" dt="2023-07-09T02:10:01.750" v="54" actId="478"/>
          <ac:inkMkLst>
            <pc:docMk/>
            <pc:sldMk cId="772824804" sldId="366"/>
            <ac:inkMk id="3" creationId="{2C9F842C-FFE2-4302-76A7-D30C8C0F4DD3}"/>
          </ac:inkMkLst>
        </pc:inkChg>
      </pc:sldChg>
      <pc:sldChg chg="delSp mod">
        <pc:chgData name="Aron Michael" userId="a6335a5c-3af6-488f-9ef1-dea14714a451" providerId="ADAL" clId="{1805139D-B27E-481C-8978-5F1EDA53266C}" dt="2023-07-09T02:12:23.859" v="67" actId="478"/>
        <pc:sldMkLst>
          <pc:docMk/>
          <pc:sldMk cId="205525111" sldId="368"/>
        </pc:sldMkLst>
        <pc:spChg chg="del">
          <ac:chgData name="Aron Michael" userId="a6335a5c-3af6-488f-9ef1-dea14714a451" providerId="ADAL" clId="{1805139D-B27E-481C-8978-5F1EDA53266C}" dt="2023-07-09T02:12:20.600" v="66" actId="478"/>
          <ac:spMkLst>
            <pc:docMk/>
            <pc:sldMk cId="205525111" sldId="368"/>
            <ac:spMk id="28" creationId="{73D84C1A-0323-7A03-0A6D-FC9C158E4761}"/>
          </ac:spMkLst>
        </pc:spChg>
        <pc:inkChg chg="del">
          <ac:chgData name="Aron Michael" userId="a6335a5c-3af6-488f-9ef1-dea14714a451" providerId="ADAL" clId="{1805139D-B27E-481C-8978-5F1EDA53266C}" dt="2023-07-09T02:12:23.859" v="67" actId="478"/>
          <ac:inkMkLst>
            <pc:docMk/>
            <pc:sldMk cId="205525111" sldId="368"/>
            <ac:inkMk id="3" creationId="{6AC697B2-E2F9-5971-9E66-A660E8BAA7D0}"/>
          </ac:inkMkLst>
        </pc:inkChg>
        <pc:inkChg chg="del">
          <ac:chgData name="Aron Michael" userId="a6335a5c-3af6-488f-9ef1-dea14714a451" providerId="ADAL" clId="{1805139D-B27E-481C-8978-5F1EDA53266C}" dt="2023-07-09T02:12:17.334" v="65" actId="478"/>
          <ac:inkMkLst>
            <pc:docMk/>
            <pc:sldMk cId="205525111" sldId="368"/>
            <ac:inkMk id="9" creationId="{0C9951EF-FFDE-8308-FD63-E83717928691}"/>
          </ac:inkMkLst>
        </pc:inkChg>
      </pc:sldChg>
      <pc:sldChg chg="delSp mod">
        <pc:chgData name="Aron Michael" userId="a6335a5c-3af6-488f-9ef1-dea14714a451" providerId="ADAL" clId="{1805139D-B27E-481C-8978-5F1EDA53266C}" dt="2023-07-09T02:12:41.079" v="69" actId="478"/>
        <pc:sldMkLst>
          <pc:docMk/>
          <pc:sldMk cId="256093760" sldId="369"/>
        </pc:sldMkLst>
        <pc:inkChg chg="del">
          <ac:chgData name="Aron Michael" userId="a6335a5c-3af6-488f-9ef1-dea14714a451" providerId="ADAL" clId="{1805139D-B27E-481C-8978-5F1EDA53266C}" dt="2023-07-09T02:12:41.079" v="69" actId="478"/>
          <ac:inkMkLst>
            <pc:docMk/>
            <pc:sldMk cId="256093760" sldId="369"/>
            <ac:inkMk id="3" creationId="{20F606F2-CDD1-CBD1-5915-B43E7FBB8EE3}"/>
          </ac:inkMkLst>
        </pc:inkChg>
      </pc:sldChg>
      <pc:sldChg chg="delSp mod">
        <pc:chgData name="Aron Michael" userId="a6335a5c-3af6-488f-9ef1-dea14714a451" providerId="ADAL" clId="{1805139D-B27E-481C-8978-5F1EDA53266C}" dt="2023-07-09T02:13:27.719" v="83" actId="478"/>
        <pc:sldMkLst>
          <pc:docMk/>
          <pc:sldMk cId="1401878626" sldId="370"/>
        </pc:sldMkLst>
        <pc:inkChg chg="del">
          <ac:chgData name="Aron Michael" userId="a6335a5c-3af6-488f-9ef1-dea14714a451" providerId="ADAL" clId="{1805139D-B27E-481C-8978-5F1EDA53266C}" dt="2023-07-09T02:13:08.061" v="75" actId="478"/>
          <ac:inkMkLst>
            <pc:docMk/>
            <pc:sldMk cId="1401878626" sldId="370"/>
            <ac:inkMk id="3" creationId="{C837DC86-01B8-6AFE-8EE2-1FBFB40E3466}"/>
          </ac:inkMkLst>
        </pc:inkChg>
        <pc:inkChg chg="del">
          <ac:chgData name="Aron Michael" userId="a6335a5c-3af6-488f-9ef1-dea14714a451" providerId="ADAL" clId="{1805139D-B27E-481C-8978-5F1EDA53266C}" dt="2023-07-09T02:13:05.136" v="74" actId="478"/>
          <ac:inkMkLst>
            <pc:docMk/>
            <pc:sldMk cId="1401878626" sldId="370"/>
            <ac:inkMk id="9" creationId="{28151882-57BB-C8D7-637F-2BD71B8E801C}"/>
          </ac:inkMkLst>
        </pc:inkChg>
        <pc:inkChg chg="del">
          <ac:chgData name="Aron Michael" userId="a6335a5c-3af6-488f-9ef1-dea14714a451" providerId="ADAL" clId="{1805139D-B27E-481C-8978-5F1EDA53266C}" dt="2023-07-09T02:13:19.488" v="80" actId="478"/>
          <ac:inkMkLst>
            <pc:docMk/>
            <pc:sldMk cId="1401878626" sldId="370"/>
            <ac:inkMk id="10" creationId="{8A8A0FA7-EDAF-C36B-3E1D-D85B1DB70460}"/>
          </ac:inkMkLst>
        </pc:inkChg>
        <pc:inkChg chg="del">
          <ac:chgData name="Aron Michael" userId="a6335a5c-3af6-488f-9ef1-dea14714a451" providerId="ADAL" clId="{1805139D-B27E-481C-8978-5F1EDA53266C}" dt="2023-07-09T02:13:25.240" v="82" actId="478"/>
          <ac:inkMkLst>
            <pc:docMk/>
            <pc:sldMk cId="1401878626" sldId="370"/>
            <ac:inkMk id="11" creationId="{BDEEFE34-63B6-8251-1E61-0114BB49FE04}"/>
          </ac:inkMkLst>
        </pc:inkChg>
        <pc:inkChg chg="del">
          <ac:chgData name="Aron Michael" userId="a6335a5c-3af6-488f-9ef1-dea14714a451" providerId="ADAL" clId="{1805139D-B27E-481C-8978-5F1EDA53266C}" dt="2023-07-09T02:13:27.719" v="83" actId="478"/>
          <ac:inkMkLst>
            <pc:docMk/>
            <pc:sldMk cId="1401878626" sldId="370"/>
            <ac:inkMk id="12" creationId="{9A6E4AD2-78CA-96D6-D108-3FCFC2AC7768}"/>
          </ac:inkMkLst>
        </pc:inkChg>
        <pc:inkChg chg="del">
          <ac:chgData name="Aron Michael" userId="a6335a5c-3af6-488f-9ef1-dea14714a451" providerId="ADAL" clId="{1805139D-B27E-481C-8978-5F1EDA53266C}" dt="2023-07-09T02:13:17.364" v="79" actId="478"/>
          <ac:inkMkLst>
            <pc:docMk/>
            <pc:sldMk cId="1401878626" sldId="370"/>
            <ac:inkMk id="13" creationId="{49E08DC4-528B-DC4F-4AEE-8BEDF4A0597C}"/>
          </ac:inkMkLst>
        </pc:inkChg>
        <pc:inkChg chg="del">
          <ac:chgData name="Aron Michael" userId="a6335a5c-3af6-488f-9ef1-dea14714a451" providerId="ADAL" clId="{1805139D-B27E-481C-8978-5F1EDA53266C}" dt="2023-07-09T02:13:15.444" v="78" actId="478"/>
          <ac:inkMkLst>
            <pc:docMk/>
            <pc:sldMk cId="1401878626" sldId="370"/>
            <ac:inkMk id="14" creationId="{BEE7093B-7E10-C558-888F-446F98890831}"/>
          </ac:inkMkLst>
        </pc:inkChg>
        <pc:inkChg chg="del">
          <ac:chgData name="Aron Michael" userId="a6335a5c-3af6-488f-9ef1-dea14714a451" providerId="ADAL" clId="{1805139D-B27E-481C-8978-5F1EDA53266C}" dt="2023-07-09T02:13:21.719" v="81" actId="478"/>
          <ac:inkMkLst>
            <pc:docMk/>
            <pc:sldMk cId="1401878626" sldId="370"/>
            <ac:inkMk id="15" creationId="{D31794F9-F88E-A27B-ED82-CB066BCFC457}"/>
          </ac:inkMkLst>
        </pc:inkChg>
        <pc:inkChg chg="del">
          <ac:chgData name="Aron Michael" userId="a6335a5c-3af6-488f-9ef1-dea14714a451" providerId="ADAL" clId="{1805139D-B27E-481C-8978-5F1EDA53266C}" dt="2023-07-09T02:12:59.958" v="72" actId="478"/>
          <ac:inkMkLst>
            <pc:docMk/>
            <pc:sldMk cId="1401878626" sldId="370"/>
            <ac:inkMk id="16" creationId="{70CA0904-96AD-D735-2B62-0C9B6DF865D5}"/>
          </ac:inkMkLst>
        </pc:inkChg>
        <pc:inkChg chg="del">
          <ac:chgData name="Aron Michael" userId="a6335a5c-3af6-488f-9ef1-dea14714a451" providerId="ADAL" clId="{1805139D-B27E-481C-8978-5F1EDA53266C}" dt="2023-07-09T02:13:12.897" v="77" actId="478"/>
          <ac:inkMkLst>
            <pc:docMk/>
            <pc:sldMk cId="1401878626" sldId="370"/>
            <ac:inkMk id="17" creationId="{8F1E354C-D140-23EE-8C31-8B641D438254}"/>
          </ac:inkMkLst>
        </pc:inkChg>
        <pc:inkChg chg="del">
          <ac:chgData name="Aron Michael" userId="a6335a5c-3af6-488f-9ef1-dea14714a451" providerId="ADAL" clId="{1805139D-B27E-481C-8978-5F1EDA53266C}" dt="2023-07-09T02:13:10.582" v="76" actId="478"/>
          <ac:inkMkLst>
            <pc:docMk/>
            <pc:sldMk cId="1401878626" sldId="370"/>
            <ac:inkMk id="18" creationId="{689648A4-B45B-2389-442B-4E6ABB5925CC}"/>
          </ac:inkMkLst>
        </pc:inkChg>
        <pc:inkChg chg="del">
          <ac:chgData name="Aron Michael" userId="a6335a5c-3af6-488f-9ef1-dea14714a451" providerId="ADAL" clId="{1805139D-B27E-481C-8978-5F1EDA53266C}" dt="2023-07-09T02:13:02.572" v="73" actId="478"/>
          <ac:inkMkLst>
            <pc:docMk/>
            <pc:sldMk cId="1401878626" sldId="370"/>
            <ac:inkMk id="20" creationId="{7CC4947E-E722-C209-57A4-637F92B176A9}"/>
          </ac:inkMkLst>
        </pc:inkChg>
      </pc:sldChg>
      <pc:sldChg chg="delSp mod">
        <pc:chgData name="Aron Michael" userId="a6335a5c-3af6-488f-9ef1-dea14714a451" providerId="ADAL" clId="{1805139D-B27E-481C-8978-5F1EDA53266C}" dt="2023-07-09T02:13:38.795" v="84" actId="478"/>
        <pc:sldMkLst>
          <pc:docMk/>
          <pc:sldMk cId="3556758412" sldId="371"/>
        </pc:sldMkLst>
        <pc:inkChg chg="del">
          <ac:chgData name="Aron Michael" userId="a6335a5c-3af6-488f-9ef1-dea14714a451" providerId="ADAL" clId="{1805139D-B27E-481C-8978-5F1EDA53266C}" dt="2023-07-09T02:13:38.795" v="84" actId="478"/>
          <ac:inkMkLst>
            <pc:docMk/>
            <pc:sldMk cId="3556758412" sldId="371"/>
            <ac:inkMk id="3" creationId="{F50C16F5-A0FA-D6B7-C9C1-3F81DD25A3AA}"/>
          </ac:inkMkLst>
        </pc:inkChg>
      </pc:sldChg>
      <pc:sldChg chg="delSp mod">
        <pc:chgData name="Aron Michael" userId="a6335a5c-3af6-488f-9ef1-dea14714a451" providerId="ADAL" clId="{1805139D-B27E-481C-8978-5F1EDA53266C}" dt="2023-07-09T02:14:05.491" v="87" actId="478"/>
        <pc:sldMkLst>
          <pc:docMk/>
          <pc:sldMk cId="1382802705" sldId="372"/>
        </pc:sldMkLst>
        <pc:inkChg chg="del">
          <ac:chgData name="Aron Michael" userId="a6335a5c-3af6-488f-9ef1-dea14714a451" providerId="ADAL" clId="{1805139D-B27E-481C-8978-5F1EDA53266C}" dt="2023-07-09T02:14:05.491" v="87" actId="478"/>
          <ac:inkMkLst>
            <pc:docMk/>
            <pc:sldMk cId="1382802705" sldId="372"/>
            <ac:inkMk id="3" creationId="{1FF309E0-017A-A036-7A34-24A5F370165D}"/>
          </ac:inkMkLst>
        </pc:inkChg>
        <pc:inkChg chg="del">
          <ac:chgData name="Aron Michael" userId="a6335a5c-3af6-488f-9ef1-dea14714a451" providerId="ADAL" clId="{1805139D-B27E-481C-8978-5F1EDA53266C}" dt="2023-07-09T02:14:03.100" v="86" actId="478"/>
          <ac:inkMkLst>
            <pc:docMk/>
            <pc:sldMk cId="1382802705" sldId="372"/>
            <ac:inkMk id="8" creationId="{C807C122-9968-E6AE-4AC3-497D788938B8}"/>
          </ac:inkMkLst>
        </pc:inkChg>
        <pc:inkChg chg="del">
          <ac:chgData name="Aron Michael" userId="a6335a5c-3af6-488f-9ef1-dea14714a451" providerId="ADAL" clId="{1805139D-B27E-481C-8978-5F1EDA53266C}" dt="2023-07-09T02:14:00.723" v="85" actId="478"/>
          <ac:inkMkLst>
            <pc:docMk/>
            <pc:sldMk cId="1382802705" sldId="372"/>
            <ac:inkMk id="9" creationId="{4954CEC0-C9CA-3A27-7835-286977A23BB8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8:23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11 249 416 0 0,'0'0'4537'0'0,"-5"-24"2294"0"0,5 24-6756 0 0,-1-1 1 0 0,1 1-1 0 0,-1-1 0 0 0,1 1 1 0 0,0 0-1 0 0,-1-1 1 0 0,1 1-1 0 0,0-1 0 0 0,-1 1 1 0 0,1-1-1 0 0,0 1 0 0 0,-1-1 1 0 0,1 1-1 0 0,0-1 1 0 0,0 1-1 0 0,0-1 0 0 0,0 1 1 0 0,0-1-1 0 0,-1 0 1 0 0,1 1-1 0 0,0-1 0 0 0,0 1 1 0 0,0-1-1 0 0,1 1 1 0 0,-1-1-1 0 0,0 0 0 0 0,0 1 1 0 0,0-1-1 0 0,0 1 0 0 0,0-1 1 0 0,1 1-1 0 0,-1-1 1 0 0,1 0-1 0 0,0 0-3 0 0,0-1 1 0 0,1 1-1 0 0,-1 0 1 0 0,1-1-1 0 0,-1 1 0 0 0,1 0 1 0 0,0 0-1 0 0,-1 0 1 0 0,1 0-1 0 0,2 0 0 0 0,6-3-25 0 0,0 1 0 0 0,0 0 0 0 0,13-1 0 0 0,142-11 783 0 0,-26 4-385 0 0,235-8-216 0 0,-372 19-227 0 0,214 7 55 0 0,-142-2 1 0 0,0-3 0 0 0,138-14 0 0 0,-180 6-56 0 0,35-10 0 0 0,-54 13 25 0 0,-1-2 1 0 0,0 1-1 0 0,-1-2 1 0 0,1 1-1 0 0,20-16 1 0 0,-10-4 86 0 0,-22 24-107 0 0,1 0 0 0 0,0 0 0 0 0,0 1 0 0 0,-1-1 0 0 0,1 0 0 0 0,-1 0 0 0 0,1 0 0 0 0,-1 0 0 0 0,1-1 0 0 0,-1 1 0 0 0,1 0 0 0 0,-1 0 0 0 0,0 0 0 0 0,0 0 0 0 0,0 0 0 0 0,0 0 0 0 0,0-1 0 0 0,0 1 0 0 0,0 0 0 0 0,0 0 0 0 0,0 0 0 0 0,0 0 0 0 0,0 0 0 0 0,-1 0 0 0 0,0-2 0 0 0,0 2-7 0 0,0 1-1 0 0,0 0 1 0 0,0-1 0 0 0,0 1 0 0 0,-1 0-1 0 0,1 0 1 0 0,0 0 0 0 0,0 0-1 0 0,-1 0 1 0 0,1 0 0 0 0,0 0-1 0 0,0 0 1 0 0,0 0 0 0 0,-1 0-1 0 0,1 1 1 0 0,0-1 0 0 0,0 1-1 0 0,0-1 1 0 0,0 1 0 0 0,-2 0-1 0 0,-22 11 12 0 0,20-8-11 0 0,1 0 1 0 0,-1-1-1 0 0,1 2 0 0 0,-1-1 1 0 0,1 0-1 0 0,1 1 0 0 0,-1 0 1 0 0,0 0-1 0 0,-2 5 0 0 0,-23 52 35 0 0,18-36-25 0 0,11-25 8 0 0,-1 1 1 0 0,0-1-1 0 0,0 1 1 0 0,1-1-1 0 0,-1 1 0 0 0,1-1 1 0 0,-1 1-1 0 0,1 0 0 0 0,0-1 1 0 0,-1 1-1 0 0,1 0 0 0 0,0-1 1 0 0,0 1-1 0 0,0 0 1 0 0,1-1-1 0 0,-1 1 0 0 0,0 0 1 0 0,1-1-1 0 0,-1 1 0 0 0,0-1 1 0 0,1 1-1 0 0,0-1 1 0 0,-1 1-1 0 0,1-1 0 0 0,0 1 1 0 0,0-1-1 0 0,0 1 0 0 0,0-1 1 0 0,0 0-1 0 0,0 0 0 0 0,0 1 1 0 0,1-1-1 0 0,-1 0 1 0 0,0 0-1 0 0,1 0 0 0 0,-1 0 1 0 0,1-1-1 0 0,-1 1 0 0 0,1 0 1 0 0,-1 0-1 0 0,1-1 0 0 0,-1 1 1 0 0,1-1-1 0 0,3 1 1 0 0,3 0 16 0 0,0 1 0 0 0,0-1 0 0 0,0-1 1 0 0,0 1-1 0 0,1-1 0 0 0,-1-1 1 0 0,0 0-1 0 0,9-1 0 0 0,-1-2-8 0 0,-1-1-1 0 0,0-1 0 0 0,0 0 0 0 0,0 0 1 0 0,-1-2-1 0 0,23-15 0 0 0,-33 20-15 0 0,-1-1 0 0 0,1 0 0 0 0,-1 0-1 0 0,0 0 1 0 0,0 0 0 0 0,-1-1 0 0 0,1 1-1 0 0,-1-1 1 0 0,0 0 0 0 0,0 1 0 0 0,0-1-1 0 0,-1 0 1 0 0,0 0 0 0 0,0 0 0 0 0,0-6-1 0 0,0 7-5 0 0,-1 0-1 0 0,0 1 0 0 0,0-1 1 0 0,-1 1-1 0 0,1-1 0 0 0,-1 0 1 0 0,0 1-1 0 0,-1-6 0 0 0,1 7-5 0 0,0 1 0 0 0,1-1-1 0 0,-1 1 1 0 0,0 0 0 0 0,0 0-1 0 0,0-1 1 0 0,0 1 0 0 0,0 0-1 0 0,0 0 1 0 0,0 0 0 0 0,-1 0-1 0 0,1 0 1 0 0,0 1-1 0 0,0-1 1 0 0,-1 0 0 0 0,1 0-1 0 0,0 1 1 0 0,-1-1 0 0 0,1 1-1 0 0,-1-1 1 0 0,1 1 0 0 0,-3-1-1 0 0,-3 0-1 0 0,1-1-1 0 0,0 0 1 0 0,0 0 0 0 0,0 0-1 0 0,-6-4 1 0 0,7 3-3 0 0,-1 0 0 0 0,1 1 0 0 0,-1 0 0 0 0,0 0 1 0 0,0 0-1 0 0,-9-1 0 0 0,7 3 3 0 0,1-1 0 0 0,-1 1 0 0 0,0 1 1 0 0,0-1-1 0 0,1 1 0 0 0,-1 0 0 0 0,1 1 0 0 0,-1 0 0 0 0,1 0 0 0 0,-1 1 0 0 0,1 0 0 0 0,0 0 1 0 0,0 1-1 0 0,1 0 0 0 0,-1 0 0 0 0,1 0 0 0 0,-10 9 0 0 0,11-7 8 0 0,1-1 1 0 0,-1 1-1 0 0,1 1 1 0 0,-3 5-1 0 0,6-10-2 0 0,0-1 1 0 0,0 1 0 0 0,1-1-1 0 0,-1 1 1 0 0,0 0-1 0 0,1-1 1 0 0,-1 1 0 0 0,1-1-1 0 0,0 1 1 0 0,-1 0-1 0 0,1 0 1 0 0,0-1 0 0 0,0 1-1 0 0,0 0 1 0 0,0-1-1 0 0,1 1 1 0 0,-1 0-1 0 0,0-1 1 0 0,1 1 0 0 0,-1 0-1 0 0,1-1 1 0 0,0 3-1 0 0,1-2-86 0 0,0 0-1 0 0,0-1 1 0 0,0 0-1 0 0,0 1 1 0 0,-1-1-1 0 0,2 0 0 0 0,-1 0 1 0 0,0 0-1 0 0,0 0 1 0 0,0 0-1 0 0,0-1 0 0 0,1 1 1 0 0,3 0-1 0 0,32 2-2571 0 0,-36-3 2504 0 0,19 0-2046 0 0,0-1-1357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9:41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557 47 3753 0 0,'0'0'1139'0'0,"0"-7"3131"0"0,-1-17-195 0 0,0 23-3990 0 0,0 0 0 0 0,0 0 0 0 0,0-1 0 0 0,0 1-1 0 0,0 0 1 0 0,0 0 0 0 0,0 0 0 0 0,-1 0 0 0 0,1 1-1 0 0,0-1 1 0 0,-1 0 0 0 0,1 0 0 0 0,-1 1 0 0 0,1-1-1 0 0,-1 1 1 0 0,1-1 0 0 0,-1 1 0 0 0,1 0 0 0 0,-1 0-1 0 0,-2 0 1 0 0,-37 0-144 0 0,30 1 170 0 0,-15 2-51 0 0,0 1 0 0 0,1 2 1 0 0,-49 16-1 0 0,-1 1 18 0 0,8-3 251 0 0,41-10 65 0 0,-30 5 0 0 0,53-15-378 0 0,1 1-1 0 0,-1-1 1 0 0,1 1 0 0 0,-1 0-1 0 0,1 0 1 0 0,-1 0-1 0 0,1 1 1 0 0,0-1 0 0 0,-1 1-1 0 0,1-1 1 0 0,0 1-1 0 0,0-1 1 0 0,0 1 0 0 0,0 0-1 0 0,1 0 1 0 0,-1 0-1 0 0,0 0 1 0 0,1 1 0 0 0,-1-1-1 0 0,1 0 1 0 0,0 1-1 0 0,0-1 1 0 0,0 0-1 0 0,-1 4 1 0 0,-1 0-11 0 0,-6 15 5 0 0,1 0-1 0 0,1 1 1 0 0,0 0 0 0 0,2 0 0 0 0,1 1 0 0 0,1 0-1 0 0,0-1 1 0 0,2 44 0 0 0,14 325-22 0 0,-5-206 83 0 0,0-82-10 0 0,3 0-1 0 0,42 165 1 0 0,-46-238-25 0 0,42 204 84 0 0,-42-170-52 0 0,-2-1 0 0 0,-6 108-1 0 0,-1-124 283 0 0,3 0 0 0 0,8 63 0 0 0,-7-99-389 0 0,5 51 143 0 0,18 63 0 0 0,-17-104 23 0 0,-7-18-101 0 0,0 0 0 0 0,1 0 0 0 0,-1 0 1 0 0,0 1-1 0 0,-1-1 0 0 0,1 0 0 0 0,-1 1 1 0 0,1 4-1 0 0,-1-8-22 0 0,0 0 0 0 0,0 1 0 0 0,0-1 0 0 0,0 0 0 0 0,0 0 0 0 0,0 1 0 0 0,0-1 0 0 0,0 0 1 0 0,0 0-1 0 0,0 1 0 0 0,0-1 0 0 0,0 0 0 0 0,0 0 0 0 0,0 0 0 0 0,0 1 0 0 0,0-1 0 0 0,1 0 0 0 0,-1 0 0 0 0,0 1 0 0 0,0-1 0 0 0,0 0 1 0 0,0 0-1 0 0,1 0 0 0 0,-1 1 0 0 0,0-1 0 0 0,0 0 0 0 0,0 0 0 0 0,1 0 0 0 0,-1 0 0 0 0,0 0 0 0 0,0 0 0 0 0,0 1 0 0 0,1-1 1 0 0,-1 0-1 0 0,0 0 0 0 0,0 0 0 0 0,1 0 0 0 0,-1 0 0 0 0,0 0 0 0 0,0 0 0 0 0,1 0 0 0 0,-1 0 0 0 0,0 0 0 0 0,0 0 0 0 0,1 0 1 0 0,-1 0-1 0 0,0 0 0 0 0,0 0 0 0 0,1 0 0 0 0,-1-1 0 0 0,0 1 0 0 0,1 0-19 0 0,0 0-6 0 0,0-13 55 0 0,0 11-29 0 0,-1 1 0 0 0,0-1 0 0 0,1 1 0 0 0,-1 0 0 0 0,0-1 0 0 0,0 1 0 0 0,0-1 0 0 0,0 1 0 0 0,0-1 0 0 0,0 1 0 0 0,-1-1 0 0 0,1 1 1 0 0,0-1-1 0 0,-1 1 0 0 0,1-1 0 0 0,-1 1 0 0 0,0 0 0 0 0,1-1 0 0 0,-1 1 0 0 0,0 0 0 0 0,-1-3 0 0 0,-3 1-16 0 0,3 7-14 0 0,-1 10-2 0 0,2-8 708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7:20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75 261 2048 0 0,'0'0'-136'0'0,"-8"-15"2776"0"0,-2-28-925 0 0,3 0 0 0 0,2 0 0 0 0,0-71 0 0 0,5 114-1699 0 0,-1 0 0 0 0,1 0 0 0 0,0 1 0 0 0,0-1 0 0 0,0 0 0 0 0,0 0 0 0 0,0 0 0 0 0,0 1 0 0 0,-1-1 1 0 0,1 0-1 0 0,0 0 0 0 0,0 0 0 0 0,0 0 0 0 0,-1 0 0 0 0,1 1 0 0 0,0-1 0 0 0,0 0 0 0 0,0 0 0 0 0,-1 0 0 0 0,1 0 0 0 0,0 0 1 0 0,0 0-1 0 0,-1 0 0 0 0,1 0 0 0 0,0 0 0 0 0,0 0 0 0 0,0 0 0 0 0,-1 0 0 0 0,1 0 0 0 0,0 0 0 0 0,0 0 0 0 0,-1 0 0 0 0,1 0 1 0 0,0 0-1 0 0,0 0 0 0 0,-1 0 0 0 0,1 0 0 0 0,0 0 0 0 0,0 0 0 0 0,0-1 0 0 0,-1 1 0 0 0,1 0 0 0 0,0 0 0 0 0,0 0 0 0 0,0 0 0 0 0,0 0 1 0 0,-1-1-1 0 0,1 1 0 0 0,0 0 0 0 0,0 0 0 0 0,0 0 0 0 0,0-1 0 0 0,0 1 0 0 0,-1 0 0 0 0,1 0 0 0 0,0-1 0 0 0,0 1 0 0 0,0 0 1 0 0,0 0-1 0 0,0 0 0 0 0,0-1 0 0 0,0 1 0 0 0,0 0 0 0 0,0 0 0 0 0,0-1 0 0 0,-12 17 380 0 0,7 3-278 0 0,1 0-1 0 0,1 1 1 0 0,0-1 0 0 0,2 1-1 0 0,0 0 1 0 0,4 36-1 0 0,-2-2-62 0 0,9 216 56 0 0,-3-30 108 0 0,-8-183-208 0 0,3-22-7 0 0,8 47 0 0 0,-1-10 2 0 0,20 441 56 0 0,-9-131 526 0 0,-1-101-451 0 0,-27-8-56 0 0,1 34-3 0 0,7-223-96 0 0,5 5 518 0 0,23 134 0 0 0,-22-183-519 0 0,-5-31-204 0 0,4 14 635 0 0,2-10-3779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7:20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33 417 2545 0 0,'-22'19'5369'0'0,"11"-6"-1868"0"0,22-26-1851 0 0,32-40-1450 0 0,-31 39-181 0 0,0 0-1 0 0,-1 0 1 0 0,-1-1-1 0 0,12-22 1 0 0,-9 10 2 0 0,0-2 1 0 0,-2 1 0 0 0,8-34-1 0 0,-15 47-15 0 0,1 0 1 0 0,7-14-1 0 0,7-22 199 0 0,-8 30 161 0 0,-11 20-354 0 0,0 1 0 0 0,0-1 0 0 0,1 0-1 0 0,-1 1 1 0 0,0-1 0 0 0,0 1 0 0 0,1-1 0 0 0,-1 1 0 0 0,0-1 0 0 0,1 1 0 0 0,-1-1 0 0 0,1 1 0 0 0,-1-1 0 0 0,0 1 0 0 0,1 0-1 0 0,-1-1 1 0 0,1 1 0 0 0,-1 0 0 0 0,1-1 0 0 0,0 1 0 0 0,-1 0 0 0 0,1 0 0 0 0,-1-1 0 0 0,1 1 0 0 0,-1 0 0 0 0,1 0-1 0 0,0 0 1 0 0,-1 0 0 0 0,1 0 0 0 0,-1 0 0 0 0,2 0 0 0 0,-1 1-8 0 0,-1 0 0 0 0,1 0 0 0 0,-1 0 0 0 0,1 1 0 0 0,-1-1 1 0 0,1 0-1 0 0,-1 1 0 0 0,0-1 0 0 0,1 0 0 0 0,-1 1 0 0 0,0-1 0 0 0,0 0 0 0 0,0 1 0 0 0,-1 1 0 0 0,2 2 12 0 0,4 39 109 0 0,23 126 767 0 0,-23-148-734 0 0,1-1-1 0 0,1 0 0 0 0,2 0 0 0 0,0-1 1 0 0,20 34-1 0 0,-25-49-126 0 0,0 1 0 0 0,1-1-1 0 0,-1-1 1 0 0,1 1 0 0 0,0-1 0 0 0,0 1 0 0 0,1-2-1 0 0,-1 1 1 0 0,1 0 0 0 0,0-1 0 0 0,0 0 0 0 0,0-1 0 0 0,0 1-1 0 0,7 1 1 0 0,1 1 40 0 0,-11-4-289 0 0,1 1 1 0 0,-1-1-1 0 0,0 1 0 0 0,0 0 0 0 0,0 0 0 0 0,0 0 1 0 0,0 0-1 0 0,3 4 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7:23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649 26 976 0 0,'0'0'7945'0'0,"-22"-5"-5360"0"0,10 3-2395 0 0,-1 1-1 0 0,0 1 0 0 0,1 0 0 0 0,-1 1 0 0 0,0 1 0 0 0,1-1 0 0 0,0 2 0 0 0,-1 0 0 0 0,-17 7 0 0 0,-1 2 274 0 0,2 1 1 0 0,-44 28-1 0 0,51-28-300 0 0,13-7-103 0 0,0 0 1 0 0,-1-1-1 0 0,-16 8 0 0 0,18-10-22 0 0,0 1-1 0 0,1 1 1 0 0,-1-1 0 0 0,1 1-1 0 0,0 1 1 0 0,1-1-1 0 0,-1 1 1 0 0,1 1 0 0 0,-9 11-1 0 0,-27 24 239 0 0,30-32-235 0 0,0 1 0 0 0,1 1 0 0 0,1 0 0 0 0,0 0-1 0 0,0 1 1 0 0,1 0 0 0 0,1 1 0 0 0,1 0 0 0 0,-10 21-1 0 0,10-11 10 0 0,6-19-43 0 0,0-1 0 0 0,0 0 0 0 0,-1 1-1 0 0,1-1 1 0 0,-1 0 0 0 0,-3 5 0 0 0,1-2-2 0 0,0 1 0 0 0,1 0 0 0 0,-1 0 0 0 0,1 0 1 0 0,1 0-1 0 0,0 1 0 0 0,0-1 0 0 0,0 1 0 0 0,1-1 0 0 0,1 1 0 0 0,-1 0 1 0 0,2-1-1 0 0,-1 1 0 0 0,1 0 0 0 0,0-1 0 0 0,5 17 0 0 0,4 8 50 0 0,1-1-1 0 0,2-1 1 0 0,18 32 0 0 0,-7-14 11 0 0,1 1 107 0 0,53 80 1 0 0,-65-109-107 0 0,-9-14-53 0 0,0 0 1 0 0,1-1-1 0 0,0 1 0 0 0,9 8 0 0 0,13 9 56 0 0,0-2 0 0 0,2-1 0 0 0,0-1 0 0 0,1-1 0 0 0,1-2-1 0 0,1-1 1 0 0,46 16 0 0 0,-21-18 4 0 0,-44-11-39 0 0,0 0-1 0 0,-1 1 0 0 0,1 0 0 0 0,16 8 1 0 0,-16-7-22 0 0,-1 0 1 0 0,1 0 0 0 0,0-2 0 0 0,0 1 0 0 0,0-2 0 0 0,0 0-1 0 0,0 0 1 0 0,1-1 0 0 0,-1-1 0 0 0,0 0 0 0 0,1-1 0 0 0,-1 0-1 0 0,0-1 1 0 0,21-6 0 0 0,-3-1-2 0 0,-1-1-1 0 0,0-1 1 0 0,-1-1 0 0 0,-1-2-1 0 0,31-20 1 0 0,-42 24 22 0 0,-4 3-39 0 0,-1-1 0 0 0,0 0 0 0 0,0-1 0 0 0,-1 0 0 0 0,0 0 0 0 0,15-18 0 0 0,-3-1 43 0 0,-11 15-24 0 0,-1-1 1 0 0,-1 0 0 0 0,16-26 0 0 0,20-38 20 0 0,-36 64-34 0 0,0-1 0 0 0,-1 0 0 0 0,-1 0 0 0 0,0-1 1 0 0,-1 0-1 0 0,-1 0 0 0 0,0-1 0 0 0,3-20 0 0 0,-7 29 7 0 0,0 0 0 0 0,1 0 0 0 0,0 1 0 0 0,6-15 0 0 0,-4 13-4 0 0,-1 1-1 0 0,-1-1 1 0 0,5-17 0 0 0,-6 15 4 0 0,0-1 0 0 0,-2 1 0 0 0,1-1 0 0 0,-1 0 0 0 0,-1 1 0 0 0,0-1 0 0 0,-1 0 0 0 0,0 1 0 0 0,-7-22 1 0 0,1 12 5 0 0,-1 0 1 0 0,-1 0 0 0 0,-1 0 0 0 0,-13-19 0 0 0,-4-18 3 0 0,-13 2-40 0 0,-76-78 0 0 0,105 122 22 0 0,0 1 0 0 0,-1 0-1 0 0,-1 1 1 0 0,0 0 0 0 0,0 1-1 0 0,-1 1 1 0 0,0 0 0 0 0,0 1 0 0 0,-1 0-1 0 0,0 2 1 0 0,0 0 0 0 0,-18-4-1 0 0,25 7 0 0 0,0-1 0 0 0,0 0-1 0 0,-14-7 1 0 0,15 6 0 0 0,0 1 0 0 0,0-1 1 0 0,0 2-1 0 0,-17-5 0 0 0,-5 4-1 0 0,-1 1 0 0 0,1 2 0 0 0,-1 1 0 0 0,1 1 1 0 0,0 2-1 0 0,0 0 0 0 0,0 2 0 0 0,0 2 0 0 0,1 1 0 0 0,0 1 0 0 0,-35 17 0 0 0,35-15-18 0 0,23-10 16 0 0,0 1 1 0 0,0-1-1 0 0,1 1 0 0 0,-1 0 1 0 0,1 0-1 0 0,0 0 1 0 0,-9 8-1 0 0,-136 136-922 0 0,145-143 566 0 0,1 0 0 0 0,-1 1 0 0 0,1-1 0 0 0,1 1 0 0 0,-1 0 0 0 0,1 0 1 0 0,-1 0-1 0 0,2 0 0 0 0,-1 1 0 0 0,0-1 0 0 0,1 1 0 0 0,0-1 0 0 0,0 1 0 0 0,-1 8 0 0 0,1 6-3233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7:23.6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68 7122 0 0,'-14'-23'2960'0'0,"11"15"-2447"0"0,2 5-127 0 0,-1-1 0 0 0,0 0 0 0 0,1 1 0 0 0,-1-1 0 0 0,-1 1 1 0 0,1-1-1 0 0,0 1 0 0 0,-6-6 0 0 0,7 9-357 0 0,1 0 1 0 0,-1 0-1 0 0,1 0 0 0 0,0 1 1 0 0,-1-1-1 0 0,1 0 1 0 0,0 0-1 0 0,-1 0 1 0 0,1 0-1 0 0,0 0 0 0 0,-1 0 1 0 0,1 1-1 0 0,0-1 1 0 0,-1 0-1 0 0,1 0 1 0 0,0 0-1 0 0,-1 1 0 0 0,1-1 1 0 0,0 0-1 0 0,0 1 1 0 0,0-1-1 0 0,-1 0 1 0 0,1 0-1 0 0,0 1 0 0 0,0-1 1 0 0,0 0-1 0 0,-1 1 1 0 0,1-1-1 0 0,0 0 1 0 0,0 1-1 0 0,0-1 0 0 0,0 0 1 0 0,0 1-1 0 0,0-1 1 0 0,0 1-1 0 0,0-1 1 0 0,0 0-1 0 0,0 1 0 0 0,0-1 1 0 0,-2 19-14 0 0,2-17 44 0 0,-5 72 129 0 0,3 0-1 0 0,10 88 1 0 0,-5-104-112 0 0,6 37 203 0 0,-1-12-962 0 0,-6-28-4565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7:24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32 7362 0 0,'0'0'174'0'0,"-3"-32"7331"0"0,4 33-7465 0 0,-1-1 0 0 0,1 0 0 0 0,-1 0 0 0 0,1 0 0 0 0,-1 0 0 0 0,1 1 0 0 0,-1-1 0 0 0,1 0 0 0 0,-1 1 0 0 0,0-1 0 0 0,1 0 0 0 0,-1 1 0 0 0,1-1 0 0 0,-1 0 0 0 0,0 1 0 0 0,1-1 0 0 0,-1 1 0 0 0,0-1 0 0 0,0 1 0 0 0,1-1 0 0 0,-1 1 0 0 0,0 0 0 0 0,15 34 108 0 0,-1 1 0 0 0,17 75 1 0 0,-21-69 22 0 0,2 0 0 0 0,20 46 1 0 0,-31-85-173 0 0,2 3 108 0 0,0 0-1 0 0,0 0 1 0 0,0 0 0 0 0,7 8-1 0 0,-9-13-89 0 0,-1-1-1 0 0,1 1 0 0 0,-1 0 0 0 0,1 0 1 0 0,0-1-1 0 0,0 1 0 0 0,-1 0 1 0 0,1-1-1 0 0,0 1 0 0 0,0-1 0 0 0,0 1 1 0 0,-1-1-1 0 0,1 1 0 0 0,0-1 1 0 0,0 1-1 0 0,0-1 0 0 0,0 0 1 0 0,0 0-1 0 0,0 0 0 0 0,0 1 0 0 0,0-1 1 0 0,0 0-1 0 0,0 0 0 0 0,0 0 1 0 0,0 0-1 0 0,0-1 0 0 0,0 1 0 0 0,0 0 1 0 0,0 0-1 0 0,0 0 0 0 0,0-1 1 0 0,0 1-1 0 0,0-1 0 0 0,0 1 0 0 0,-1-1 1 0 0,1 1-1 0 0,0-1 0 0 0,0 1 1 0 0,1-2-1 0 0,0-1-6 0 0,1 0-1 0 0,-1-1 1 0 0,0 1 0 0 0,0-1-1 0 0,0 0 1 0 0,0 1 0 0 0,-1-1-1 0 0,1 0 1 0 0,1-7 0 0 0,0-1 16 0 0,16-36 46 0 0,34-66 0 0 0,-36 86-58 0 0,4-9-2 0 0,-18 33-93 0 0,0 0 1 0 0,0 0-1 0 0,0 0 0 0 0,0 0 0 0 0,1 0 1 0 0,4-3-1 0 0,-2 1-2206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7:26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618 42 3881 0 0,'-22'-22'4218'0'0,"17"17"-3487"0"0,-12-9 1894 0 0,16 13-2587 0 0,1 1 0 0 0,-1 0 0 0 0,1 0 1 0 0,-1 0-1 0 0,1 0 0 0 0,-1 0 0 0 0,1 1 1 0 0,-1-1-1 0 0,1 0 0 0 0,-1 0 0 0 0,1 0 1 0 0,-1 0-1 0 0,1 0 0 0 0,-1 1 0 0 0,1-1 1 0 0,-1 0-1 0 0,1 0 0 0 0,0 1 0 0 0,-1-1 1 0 0,1 0-1 0 0,-1 1 0 0 0,1-1 1 0 0,0 1-1 0 0,-1-1 0 0 0,1 0 0 0 0,0 1 1 0 0,-1-1-1 0 0,1 1 0 0 0,0-1 0 0 0,0 1 1 0 0,0-1-1 0 0,-1 1 0 0 0,1-1 0 0 0,0 1 1 0 0,0-1-1 0 0,0 1 0 0 0,0-1 0 0 0,0 1 1 0 0,0-1-1 0 0,0 1 0 0 0,0 0 0 0 0,-6 26 204 0 0,2 0 0 0 0,1 1-1 0 0,1-1 1 0 0,1 1 0 0 0,5 43-1 0 0,29 140-204 0 0,-9-72 77 0 0,21 375 45 0 0,-40-425-166 0 0,2 168 98 0 0,-7-212-38 0 0,0 14 84 0 0,-7 63 1 0 0,-4-16 691 0 0,8-88-771 0 0,2-10-38 0 0,0-1-1 0 0,-1 1 1 0 0,0-1 0 0 0,0 0-1 0 0,-4 8 1 0 0,2-6 230 0 0,1-4 436 0 0,-11-5-604 0 0,-212 17 76 0 0,98-5-94 0 0,34 2 159 0 0,62-9 56 0 0,-61 4 0 0 0,92-9-277 0 0,-1 0 1 0 0,1 0 0 0 0,0 0 0 0 0,-1 1 0 0 0,1-1 0 0 0,0 0 0 0 0,-1 1 0 0 0,1-1 0 0 0,0 1-1 0 0,0 0 1 0 0,0-1 0 0 0,-1 1 0 0 0,1 0 0 0 0,0-1 0 0 0,0 1 0 0 0,0 0 0 0 0,0 0 0 0 0,0 0-1 0 0,1 0 1 0 0,-1 0 0 0 0,0 0 0 0 0,0 0 0 0 0,1 1 0 0 0,-1-1 0 0 0,0 0 0 0 0,1 0 0 0 0,-1 1-1 0 0,1-1 1 0 0,0 0 0 0 0,-1 0 0 0 0,1 1 0 0 0,0 1 0 0 0,-1 7 8 0 0,0-1 1 0 0,0 1 0 0 0,2 16-1 0 0,0-8-30 0 0,6 361 67 0 0,8-244-68 0 0,-3-45 179 0 0,-12-88-142 0 0,0 0 0 0 0,0 0 0 0 0,0 0 0 0 0,1 0 0 0 0,-1-1 0 0 0,1 1 0 0 0,-1 0 1 0 0,1 0-1 0 0,-1-1 0 0 0,1 1 0 0 0,0 0 0 0 0,0-1 0 0 0,0 1 0 0 0,0-1 0 0 0,0 1 0 0 0,0-1 0 0 0,1 0 0 0 0,-1 1 0 0 0,0-1 0 0 0,1 0 0 0 0,-1 0 1 0 0,1 0-1 0 0,-1 0 0 0 0,1 0 0 0 0,0 0 0 0 0,-1 0 0 0 0,1 0 0 0 0,0-1 0 0 0,-1 1 0 0 0,1-1 0 0 0,0 1 0 0 0,0-1 0 0 0,0 0 0 0 0,3 0 0 0 0,6 1 2 0 0,0-1 0 0 0,0 0 0 0 0,-1-1 0 0 0,1 0 0 0 0,0-1 0 0 0,0 0 0 0 0,0 0 0 0 0,-1-2-1 0 0,1 1 1 0 0,12-7 0 0 0,-4 3 17 0 0,31-8 0 0 0,-36 14-26 0 0,4-2-891 0 0,-7-4-3995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7:27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54 6209 0 0,'-4'-26'3633'0'0,"3"23"-3319"0"0,-3-22 3994 0 0,4 40-4150 0 0,16 679 1250 0 0,-15-555-2481 0 0,1-133-1415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7:28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12 110 392 0 0,'0'0'840'0'0,"-11"-26"9801"0"0,35 24-10204 0 0,0 0 0 0 0,1-2 0 0 0,-1-1 1 0 0,-1-1-1 0 0,28-11 0 0 0,-25 8-332 0 0,0 2-1 0 0,1 0 1 0 0,48-5 0 0 0,46 15 86 0 0,-35 1 100 0 0,-85-5-280 0 0,1 1 1 0 0,0 0-1 0 0,0 0 1 0 0,0-1-1 0 0,-1 1 1 0 0,1 0-1 0 0,0-1 1 0 0,0 0-1 0 0,-1 1 1 0 0,1-1-1 0 0,-1 0 1 0 0,1 0-1 0 0,-1 0 0 0 0,3-2 1 0 0,9-6 32 0 0,-12 9-28 0 0,0 0 17 0 0,-6 25 487 0 0,-8 80-218 0 0,0 133-1 0 0,12 223 199 0 0,5-323 78 0 0,0-54-1673 0 0,-3-29-2706 0 0,-1-51 1372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7:31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293 418 1752 0 0,'0'0'398'0'0,"-21"-3"2818"0"0,1 3-2270 0 0,0 1-1 0 0,0 0 0 0 0,0 2 0 0 0,0 0 0 0 0,1 1 0 0 0,-1 1 0 0 0,-33 14 0 0 0,44-17-439 0 0,0 0 0 0 0,-1-1-1 0 0,1 0 1 0 0,0 0 0 0 0,-1-1 0 0 0,-10-1 0 0 0,16 1-269 0 0,61-12-206 0 0,-19 4-24 0 0,0 1 0 0 0,1 2 0 0 0,-1 2 0 0 0,52 1 1 0 0,339 13 10 0 0,-61-8 672 0 0,-359-3-675 0 0,0 0 1 0 0,0-1-1 0 0,0-1 1 0 0,10-3-1 0 0,-15 5 2 0 0,-1-1-1 0 0,1-1 1 0 0,-1 1-1 0 0,0 0 1 0 0,0-1-1 0 0,0 0 1 0 0,1 1-1 0 0,-2-1 1 0 0,1 0-1 0 0,0-1 0 0 0,0 1 1 0 0,-1 0-1 0 0,4-4 1 0 0,-5 2-5 0 0,0 1-1 0 0,0-1 1 0 0,0 1 0 0 0,0-1 0 0 0,-1 0-1 0 0,1 1 1 0 0,-1-8 0 0 0,1-5-4 0 0,14-103 73 0 0,-9 55-78 0 0,19-79 0 0 0,-17 124-57 0 0,-2 17 67 0 0,-2 13 38 0 0,27 165-34 0 0,-21-136-14 0 0,1 0-1 0 0,22 52 1 0 0,0-4 32 0 0,15 30 29 0 0,-47-116-47 0 0,0 0 1 0 0,1 0-1 0 0,-1 0 0 0 0,1 0 1 0 0,-1 0-1 0 0,1 0 1 0 0,0 0-1 0 0,0 0 1 0 0,0-1-1 0 0,0 1 1 0 0,0-1-1 0 0,0 1 1 0 0,0-1-1 0 0,1 0 1 0 0,3 2-1 0 0,-5-3-9 0 0,1 0-1 0 0,-1 1 1 0 0,0-1-1 0 0,0 0 1 0 0,1 0 0 0 0,-1 0-1 0 0,0 0 1 0 0,0 0-1 0 0,0 0 1 0 0,1 0-1 0 0,-1-1 1 0 0,0 1-1 0 0,0 0 1 0 0,0-1-1 0 0,1 1 1 0 0,-1-1-1 0 0,0 1 1 0 0,0-1-1 0 0,0 0 1 0 0,0 1-1 0 0,0-1 1 0 0,0 0 0 0 0,0 0-1 0 0,0 1 1 0 0,-1-1-1 0 0,1 0 1 0 0,0 0-1 0 0,0 0 1 0 0,-1 0-1 0 0,1 0 1 0 0,-1 0-1 0 0,1-1 1 0 0,-1 1-1 0 0,1 0 1 0 0,0-2-1 0 0,11-35 5 0 0,-2-1-1 0 0,-2-1 0 0 0,6-66 1 0 0,-6 44 17 0 0,-1-8 4 0 0,-3 35-34 0 0,0-1 0 0 0,15-51-1 0 0,-19 84-1 0 0,1 1-1 0 0,0 0 1 0 0,0 0-1 0 0,0 0 1 0 0,1 0-1 0 0,-1 0 1 0 0,0 0-1 0 0,1 1 1 0 0,-1-1-1 0 0,1 0 1 0 0,2-2-1 0 0,-3 3 2 0 0,0 1 1 0 0,0-1-1 0 0,0 0 1 0 0,0 1-1 0 0,0-1 0 0 0,0 1 1 0 0,0-1-1 0 0,1 1 0 0 0,-1 0 1 0 0,0-1-1 0 0,0 1 1 0 0,0 0-1 0 0,0 0 0 0 0,0 0 1 0 0,1 0-1 0 0,-1 0 1 0 0,0 0-1 0 0,0 0 0 0 0,0 0 1 0 0,0 0-1 0 0,0 0 0 0 0,1 1 1 0 0,-1-1-1 0 0,1 1 1 0 0,0 1 1 0 0,-1 0 0 0 0,1 0 0 0 0,-1 0 0 0 0,0 0 0 0 0,0 0 0 0 0,1 1 0 0 0,-2-1 0 0 0,1 0 0 0 0,0 1 0 0 0,0-1 0 0 0,-1 1 0 0 0,1-1 0 0 0,-1 1 0 0 0,0-1 0 0 0,0 5 0 0 0,1 2 1 0 0,20 151 25 0 0,22 117 35 0 0,-40-267-41 0 0,-1 0 1 0 0,1-1-1 0 0,1 1 1 0 0,0-1-1 0 0,0 1 1 0 0,1-1 0 0 0,0 0-1 0 0,1-1 1 0 0,0 0-1 0 0,0 1 1 0 0,11 9-1 0 0,-15-16-5 0 0,1 0-1 0 0,0 0 0 0 0,0 0 0 0 0,0 0 0 0 0,0-1 0 0 0,0 1 1 0 0,0-1-1 0 0,1 0 0 0 0,-1 0 0 0 0,0 0 0 0 0,7 1 0 0 0,-8-2-10 0 0,-1 0 0 0 0,1-1-1 0 0,-1 1 1 0 0,1 0 0 0 0,-1 0-1 0 0,1-1 1 0 0,-1 1 0 0 0,1-1-1 0 0,-1 1 1 0 0,1-1 0 0 0,-1 1-1 0 0,0-1 1 0 0,1 0 0 0 0,-1 0-1 0 0,0 0 1 0 0,0 0 0 0 0,1 0-1 0 0,-1 0 1 0 0,0 0 0 0 0,0 0-1 0 0,0 0 1 0 0,0 0 0 0 0,0-1-1 0 0,-1 1 1 0 0,1 0 0 0 0,0-1-1 0 0,-1 1 1 0 0,1 0 0 0 0,0-3-1 0 0,9-28 13 0 0,9-63-1 0 0,-3 15-23 0 0,-3 6 18 0 0,-9 48 1 0 0,1-1 1 0 0,17-48-1 0 0,-21 71-11 0 0,2 0 0 0 0,-1 0 0 0 0,0-1 0 0 0,1 2 0 0 0,5-8-1 0 0,-7 10-2 0 0,-1 0 0 0 0,1 0-1 0 0,0 0 1 0 0,0 1-1 0 0,0-1 1 0 0,0 0-1 0 0,0 0 1 0 0,0 0-1 0 0,0 1 1 0 0,0-1-1 0 0,0 1 1 0 0,0-1-1 0 0,0 1 1 0 0,1-1-1 0 0,-1 1 1 0 0,0 0-1 0 0,0-1 1 0 0,1 1-1 0 0,-1 0 1 0 0,0 0-1 0 0,0 0 1 0 0,1 0-1 0 0,-1 0 1 0 0,2 0-1 0 0,-2 1 4 0 0,-1 0 1 0 0,1 0-1 0 0,0 0 0 0 0,-1 0 1 0 0,1 0-1 0 0,0 0 0 0 0,-1 0 0 0 0,1 0 1 0 0,-1 0-1 0 0,1 0 0 0 0,-1 0 0 0 0,0 0 1 0 0,1 0-1 0 0,-1 1 0 0 0,0-1 1 0 0,0 0-1 0 0,0 0 0 0 0,0 2 0 0 0,3 11 14 0 0,55 112 6 0 0,-52-111-7 0 0,8 20 6 0 0,29 53 1 0 0,-40-85-18 0 0,1 0 0 0 0,0 0 1 0 0,-1 0-1 0 0,1-1 0 0 0,0 1 1 0 0,0-1-1 0 0,1 0 0 0 0,-1 0 1 0 0,0-1-1 0 0,1 0 0 0 0,4 2 1 0 0,11 0 4 0 0,-1-1-1 0 0,0 0 1 0 0,0-2 0 0 0,1 0 0 0 0,21-4 0 0 0,26 1-10 0 0,142-11-79 0 0,-150 8 116 0 0,0 0-38 0 0,-31 2 12 0 0,1 1 0 0 0,0 1 1 0 0,0 1-1 0 0,-1 2 0 0 0,35 5 1 0 0,-8 8-1 0 0,-40-9-5 0 0,1-1 1 0 0,1 0-1 0 0,-1-1 1 0 0,26 1-1 0 0,-2-6 5 0 0,-1-2 0 0 0,0-1 0 0 0,71-20 0 0 0,-84 20-7 0 0,0 1-1 0 0,50-1 1 0 0,8 0 25 0 0,-31 1-17 0 0,79 4-1 0 0,-48 2 2 0 0,74-2 89 0 0,-153 2-1128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7:34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142 550 2016 0 0,'-1'-5'402'0'0,"0"0"-1"0"0,-1-1 0 0 0,1 1 0 0 0,-1 0 0 0 0,0 0 0 0 0,-4-6 0 0 0,0-3 414 0 0,2 5-148 0 0,0-1 0 0 0,1 1 1 0 0,0-1-1 0 0,1 0 0 0 0,0 0 1 0 0,-1-19-1 0 0,1 16 548 0 0,-4 16-299 0 0,-4 21-506 0 0,-7 56 90 0 0,4 1 1 0 0,-3 108-1 0 0,12-140-233 0 0,4-9-68 0 0,1-30-113 0 0,-1 0-1 0 0,-1 0 1 0 0,1 0 0 0 0,-3 11 0 0 0,3-21-79 0 0,0 1 0 0 0,0-1 1 0 0,0 0-1 0 0,0 0 0 0 0,0 0 0 0 0,0 0 0 0 0,0 1 0 0 0,0-1 0 0 0,0 0 0 0 0,0 0 1 0 0,0 0-1 0 0,0 1 0 0 0,0-1 0 0 0,0 0 0 0 0,0 0 0 0 0,0 0 0 0 0,0 1 0 0 0,0-1 1 0 0,-1 0-1 0 0,1 0 0 0 0,0 0 0 0 0,0 0 0 0 0,0 1 0 0 0,0-1 0 0 0,0 0 0 0 0,0 0 1 0 0,0 0-1 0 0,-1 0 0 0 0,1 0 0 0 0,0 0 0 0 0,0 1 0 0 0,0-1 0 0 0,0 0 0 0 0,-1 0 0 0 0,1 0 1 0 0,0 0-1 0 0,0 0 0 0 0,0 0 0 0 0,0 0 0 0 0,-1 0 0 0 0,1 0 0 0 0,0 0 0 0 0,0 0 1 0 0,0 0-1 0 0,-1 0 0 0 0,1 0 0 0 0,0 0 0 0 0,0 0 0 0 0,0 0 0 0 0,-1 0 0 0 0,1 0 1 0 0,0 0-1 0 0,0 0 0 0 0,0 0 0 0 0,-1 0 0 0 0,-4-14 166 0 0,-4-66-107 0 0,4 0-1 0 0,3 0 0 0 0,3 0 1 0 0,15-96-1 0 0,-12 142-55 0 0,1 1 0 0 0,1 0 0 0 0,2 1 1 0 0,2-1-1 0 0,1 2 0 0 0,17-36 0 0 0,-18 44-11 0 0,-9 19 2 0 0,1 0 1 0 0,-1 0-1 0 0,1 0 1 0 0,0 0-1 0 0,0 1 1 0 0,1-1-1 0 0,3-4 0 0 0,10-10 35 0 0,-12 13-31 0 0,0-1 0 0 0,1 1 0 0 0,0 0 0 0 0,0 1 0 0 0,0-1 0 0 0,0 1 0 0 0,1 0 0 0 0,7-4-1 0 0,5-1 14 0 0,-11 5 2 0 0,0 0 0 0 0,0 1 0 0 0,0 0 0 0 0,0 0 0 0 0,9-1 0 0 0,-15 3-16 0 0,0 1 0 0 0,1 0 0 0 0,-1 0 0 0 0,0 0 0 0 0,1 0 0 0 0,-1 0 0 0 0,0 0-1 0 0,1 0 1 0 0,-1 0 0 0 0,0 0 0 0 0,1 1 0 0 0,-1-1 0 0 0,0 1 0 0 0,0-1 0 0 0,1 1 0 0 0,-1-1 0 0 0,0 1 0 0 0,0-1 0 0 0,0 1 0 0 0,0 0-1 0 0,0 0 1 0 0,0 0 0 0 0,0 0 0 0 0,0 0 0 0 0,0 0 0 0 0,0 0 0 0 0,0 0 0 0 0,0 0 0 0 0,-1 0 0 0 0,1 0 0 0 0,-1 0 0 0 0,1 1-1 0 0,0-1 1 0 0,-1 0 0 0 0,1 3 0 0 0,5 18 37 0 0,-1 0 0 0 0,-1 1-1 0 0,1 26 1 0 0,-4-42-38 0 0,0 1 0 0 0,1-1 0 0 0,0 0 0 0 0,0 1 0 0 0,0-1 0 0 0,4 7 0 0 0,-2-6 7 0 0,-1 0 0 0 0,0 0 0 0 0,-1 1 0 0 0,2 10 0 0 0,-3-6 3 0 0,0-1 0 0 0,-1 1 0 0 0,-1 0 1 0 0,0 0-1 0 0,-1-1 0 0 0,0 1 0 0 0,0-1 1 0 0,-2 1-1 0 0,0-1 0 0 0,0 0 0 0 0,-1 0 0 0 0,0-1 1 0 0,-13 21-1 0 0,15-27-3 0 0,-1 0 0 0 0,1 0 0 0 0,-1 0 0 0 0,0 0 0 0 0,0-1 1 0 0,0 0-1 0 0,-1 0 0 0 0,1 0 0 0 0,-1 0 0 0 0,0-1 0 0 0,0 1 0 0 0,0-1 0 0 0,-8 3 0 0 0,-58 32 160 0 0,71-38-170 0 0,0 1 0 0 0,1-1 1 0 0,-1 1-1 0 0,0-1 0 0 0,0 1 1 0 0,1-1-1 0 0,-1 1 0 0 0,0-1 1 0 0,1 1-1 0 0,-1-1 0 0 0,1 1 1 0 0,-1-1-1 0 0,0 0 0 0 0,1 1 1 0 0,-1-1-1 0 0,1 1 0 0 0,-1-1 0 0 0,1 0 1 0 0,-1 0-1 0 0,1 1 0 0 0,-1-1 1 0 0,1 0-1 0 0,0 0 0 0 0,-1 0 1 0 0,1 1-1 0 0,18 8 13 0 0,-19-9-13 0 0,96 40-51 0 0,-65-29 90 0 0,-1 1 1 0 0,0 2-1 0 0,54 35 1 0 0,-81-47-35 0 0,0 0 1 0 0,0 0-1 0 0,0 1 1 0 0,-1-1-1 0 0,1 1 1 0 0,-1-1-1 0 0,1 1 1 0 0,-1 0-1 0 0,0 0 1 0 0,0 0-1 0 0,-1 0 1 0 0,1 1-1 0 0,-1-1 1 0 0,1 0-1 0 0,0 7 1 0 0,9 9 3 0 0,-3-7-3166 0 0,-6-9 343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7:35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51 4961 0 0,'0'0'2350'0'0,"-20"-5"2407"0"0,23 93-3173 0 0,-1-53-1222 0 0,-1 1 0 0 0,-6 50 0 0 0,4-72-273 0 0,-21 186 1452 0 0,21-151-945 0 0,6-39-495 0 0,-5-10-97 0 0,1 0-1 0 0,-1 0 0 0 0,0 0 0 0 0,0 1 0 0 0,0-1 1 0 0,1 0-1 0 0,-1 0 0 0 0,0 0 0 0 0,0 0 0 0 0,0 0 1 0 0,1 0-1 0 0,-1 0 0 0 0,0 0 0 0 0,0 0 1 0 0,1 0-1 0 0,-1 0 0 0 0,0 0 0 0 0,0 0 0 0 0,1 0 1 0 0,-1 0-1 0 0,0 0 0 0 0,0 0 0 0 0,0 0 0 0 0,1-1 1 0 0,-1 1-1 0 0,0 0 0 0 0,0 0 0 0 0,0 0 0 0 0,1 0 1 0 0,-1 0-1 0 0,0 0 0 0 0,0-1 0 0 0,0 1 1 0 0,0 0-1 0 0,0 0 0 0 0,1 0 0 0 0,-1 0 0 0 0,0-1 1 0 0,0 1-1 0 0,0 0 0 0 0,0 0 0 0 0,0-1 0 0 0,0 1 1 0 0,0 0-1 0 0,0 0 0 0 0,0 0 0 0 0,0-1 1 0 0,0 1-1 0 0,1 0 0 0 0,-1 0 0 0 0,0-1 0 0 0,-1 1 1 0 0,1 0-1 0 0,0 0 0 0 0,0 0 0 0 0,0-1 0 0 0,0 1 1 0 0,6-45-6 0 0,-1 0 0 0 0,-3-65 0 0 0,-1 46 9 0 0,-1 1 32 0 0,-1 34-44 0 0,1 1 1 0 0,1-1 0 0 0,7-36-1 0 0,-7 63 5 0 0,0 0 0 0 0,0 0 1 0 0,0 0-1 0 0,0 0 0 0 0,0 0 0 0 0,0 0 0 0 0,1 0 0 0 0,-1 1 0 0 0,1-1 0 0 0,-1 0 0 0 0,1 1 0 0 0,0-1 0 0 0,-1 1 0 0 0,1 0 0 0 0,0-1 0 0 0,0 1 0 0 0,0 0 0 0 0,0 0 0 0 0,0 0 0 0 0,0 0 0 0 0,0 1 1 0 0,0-1-1 0 0,1 1 0 0 0,-1-1 0 0 0,4 0 0 0 0,23-10-32 0 0,-21 7 42 0 0,0 0-1 0 0,1 0 1 0 0,-1 0 0 0 0,1 1 0 0 0,-1 0 0 0 0,1 1 0 0 0,13-2 0 0 0,4 1 61 0 0,34 2 1 0 0,-50 1-29 0 0,-9 0-50 0 0,0 0 0 0 0,-1 0 0 0 0,1 0-1 0 0,0 0 1 0 0,-1 0 0 0 0,1 1 0 0 0,-1-1 0 0 0,1 0 0 0 0,0 0-1 0 0,-1 1 1 0 0,1-1 0 0 0,-1 0 0 0 0,1 1 0 0 0,-1-1 0 0 0,1 1-1 0 0,-1-1 1 0 0,1 0 0 0 0,-1 1 0 0 0,1-1 0 0 0,-1 1 0 0 0,1 0-1 0 0,-1-1 1 0 0,0 1 0 0 0,1-1 0 0 0,-1 1 0 0 0,0-1 0 0 0,0 1-1 0 0,1 0 1 0 0,1 12-4435 0 0,-2-10 2305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7:35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1 9138 0 0,'-2'0'464'0'0,"-24"1"2487"0"0,25-1-2884 0 0,0 0 0 0 0,1 0 0 0 0,-1 0 0 0 0,0 0 0 0 0,1 1-1 0 0,-1-1 1 0 0,0 0 0 0 0,0 0 0 0 0,1 0 0 0 0,-1 1-1 0 0,0-1 1 0 0,1 0 0 0 0,-1 1 0 0 0,1-1 0 0 0,-1 1-1 0 0,0-1 1 0 0,1 1 0 0 0,-1-1 0 0 0,1 1 0 0 0,-1-1-1 0 0,1 1 1 0 0,-1-1 0 0 0,1 1 0 0 0,0-1 0 0 0,-1 1 0 0 0,1 0-1 0 0,0-1 1 0 0,-1 1 0 0 0,1 1 0 0 0,1-1-10 0 0,-1 0 0 0 0,1 0 0 0 0,0 0 1 0 0,-1 0-1 0 0,1-1 0 0 0,0 1 0 0 0,0 0 0 0 0,0-1 1 0 0,0 1-1 0 0,0 0 0 0 0,0-1 0 0 0,0 1 1 0 0,0-1-1 0 0,0 1 0 0 0,0-1 0 0 0,0 0 0 0 0,2 1 1 0 0,-1 0 3 0 0,15 4 33 0 0,0-1 0 0 0,0 0 0 0 0,1-1 0 0 0,-1-1 0 0 0,0-1 1 0 0,19-1-1 0 0,35 4 54 0 0,-19-1 60 0 0,-29-5-5715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7:38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75 308 3097 0 0,'0'0'173'0'0,"-1"-6"3242"0"0,0-11-2553 0 0,-4-35 1262 0 0,4-91 0 0 0,2 69-195 0 0,6 61-1458 0 0,-7 13-468 0 0,0 0 1 0 0,0 0 0 0 0,0 0-1 0 0,1-1 1 0 0,-1 1 0 0 0,0 0-1 0 0,0 0 1 0 0,0 0-1 0 0,0 0 1 0 0,1-1 0 0 0,-1 1-1 0 0,0 0 1 0 0,0 0-1 0 0,0 0 1 0 0,1 0 0 0 0,-1 0-1 0 0,0 0 1 0 0,0 0-1 0 0,1 0 1 0 0,-1 0 0 0 0,0 0-1 0 0,0 0 1 0 0,0 0 0 0 0,1 0-1 0 0,-1 0 1 0 0,0 0-1 0 0,0 0 1 0 0,1 0 0 0 0,-1 0-1 0 0,0 0 1 0 0,0 0-1 0 0,0 0 1 0 0,1 0 0 0 0,-1 0-1 0 0,0 0 1 0 0,0 0 0 0 0,0 0-1 0 0,1 1 1 0 0,-1-1-1 0 0,0 0 1 0 0,0 0 0 0 0,0 0-1 0 0,1 0 1 0 0,-1 1-1 0 0,0-1 1 0 0,0 0 0 0 0,0 0-1 0 0,0 0 1 0 0,0 1 0 0 0,0-1-1 0 0,0 0 1 0 0,1 0-1 0 0,-1 0 1 0 0,0 1 0 0 0,0-1-1 0 0,0 0 1 0 0,0 0-1 0 0,0 1 1 0 0,0-1 0 0 0,0 0-1 0 0,0 0 1 0 0,0 0 0 0 0,0 1-1 0 0,0-1 1 0 0,6 34 26 0 0,-1-1-1 0 0,-2 1 1 0 0,-1 0 0 0 0,-2 0 0 0 0,-6 59 0 0 0,-5-16 43 0 0,-31 106 0 0 0,41-176-152 0 0,-9 22 878 0 0,10-28-734 0 0,-1 0-1 0 0,1 0 0 0 0,0 0 0 0 0,-1 0 0 0 0,0 0 0 0 0,1 0 1 0 0,-1 0-1 0 0,0 0 0 0 0,1 0 0 0 0,-1-1 0 0 0,0 1 0 0 0,0 0 1 0 0,0-1-1 0 0,1 1 0 0 0,-1 0 0 0 0,0-1 0 0 0,0 1 0 0 0,0-1 1 0 0,0 1-1 0 0,0-1 0 0 0,0 0 0 0 0,0 1 0 0 0,0-1 0 0 0,-2 0 1 0 0,3 0-55 0 0,-1 0 1 0 0,1 0 0 0 0,-1 0-1 0 0,1 0 1 0 0,-1 0 0 0 0,1-1 0 0 0,0 1-1 0 0,-1 0 1 0 0,1 0 0 0 0,-1 0-1 0 0,1-1 1 0 0,0 1 0 0 0,-1 0-1 0 0,1-1 1 0 0,0 1 0 0 0,-1 0-1 0 0,1-1 1 0 0,0 1 0 0 0,-1 0 0 0 0,1-1-1 0 0,0 1 1 0 0,0-1 0 0 0,-1 1-1 0 0,1 0 1 0 0,0-1 0 0 0,0 1-1 0 0,0-1 1 0 0,0 1 0 0 0,0-1-1 0 0,0 1 1 0 0,-1-1 0 0 0,1 1 0 0 0,0 0-1 0 0,0-1 1 0 0,0 1 0 0 0,1-1-1 0 0,-1 1 1 0 0,0-1 0 0 0,0 1-1 0 0,0-1 1 0 0,0 1 0 0 0,0-1 0 0 0,0 1-1 0 0,1 0 1 0 0,-1-1 0 0 0,0 1-1 0 0,0-1 1 0 0,1 1 0 0 0,-1-1-1 0 0,1-1-5 0 0,0 0 0 0 0,0 0-1 0 0,0 0 1 0 0,0 0-1 0 0,0 1 1 0 0,0-1 0 0 0,1 0-1 0 0,-1 0 1 0 0,1 1-1 0 0,1-3 1 0 0,20-6 10 0 0,0 0 1 0 0,1 1-1 0 0,0 1 0 0 0,28-4 0 0 0,5-3 21 0 0,-14 6-19 0 0,-35 8-13 0 0,0 0 0 0 0,0 0 0 0 0,0-1 0 0 0,0-1 0 0 0,-1 1 0 0 0,15-8 0 0 0,5-1 349 0 0,-8 4-1443 0 0,-9 0-3724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7:38.5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65 191 8690 0 0,'-4'-1'392'0'0,"1"0"-1"0"0,0 0 1 0 0,-1-1 0 0 0,1 1 0 0 0,0-1-1 0 0,-4-3 1 0 0,-3-1 437 0 0,8 5-596 0 0,-1 0 0 0 0,1-1-1 0 0,0 1 1 0 0,0 0 0 0 0,-1-1-1 0 0,1 0 1 0 0,0 1 0 0 0,1-1-1 0 0,-1 0 1 0 0,-2-2 0 0 0,4 3-198 0 0,-1 0 0 0 0,1 0 0 0 0,0 0 0 0 0,-1 0 0 0 0,1 0 0 0 0,0 0 0 0 0,0 0 0 0 0,-1 0 1 0 0,1 0-1 0 0,0 0 0 0 0,0 0 0 0 0,0 0 0 0 0,0 0 0 0 0,1 0 0 0 0,-1 0 0 0 0,0 0 0 0 0,0 0 0 0 0,0 0 1 0 0,1 0-1 0 0,-1 1 0 0 0,0-1 0 0 0,1 0 0 0 0,-1 0 0 0 0,1 0 0 0 0,-1 0 0 0 0,1 0 0 0 0,0 1 0 0 0,-1-1 1 0 0,1 0-1 0 0,1-1 0 0 0,4-2 12 0 0,0 0-1 0 0,1 0 1 0 0,-1 0 0 0 0,1 1 0 0 0,-1 0-1 0 0,1 0 1 0 0,0 1 0 0 0,1 0 0 0 0,-1 0 0 0 0,14-2-1 0 0,2-1 32 0 0,179-36 307 0 0,-187 38-352 0 0,0 0 0 0 0,27-11 0 0 0,-31 10-20 0 0,0 0 1 0 0,1 0-1 0 0,-1 1 0 0 0,1 1 1 0 0,0 0-1 0 0,14 0 0 0 0,-17 2-215 0 0,22 2 721 0 0,-29-1-793 0 0,-1-1 0 0 0,1 1 1 0 0,0 0-1 0 0,-1 0 0 0 0,1-1 1 0 0,-1 1-1 0 0,1 0 0 0 0,-1 1 0 0 0,3 1 1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7:40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56 2264 0 0,'-2'-3'771'0'0,"0"0"-1"0"0,0 0 0 0 0,0 0 0 0 0,1-1 0 0 0,-1 1 0 0 0,1 0 0 0 0,-1-1 0 0 0,1 1 1 0 0,1-1-1 0 0,-1 0 0 0 0,0 1 0 0 0,1-1 0 0 0,-1 0 0 0 0,1-4 0 0 0,-4 151-186 0 0,0-70-310 0 0,10 119-1 0 0,-6-188-264 0 0,83 659 601 0 0,-75-612-231 0 0,2 67 1 0 0,-10-115-359 0 0,1 1 1 0 0,0-1-1 0 0,0 0 0 0 0,0 0 1 0 0,0 0-1 0 0,3 5 0 0 0,3 9 78 0 0,-5-4-41 0 0,-1 0 1 0 0,0-1-1 0 0,-1 1 0 0 0,-1 20 1 0 0,0 3-58 0 0,-2 0-10 0 0,1-28 4 0 0,1 0 0 0 0,1 0 0 0 0,0 0-1 0 0,0 1 1 0 0,0-1 0 0 0,3 10 0 0 0,6-5 64 0 0,-9-12-51 0 0,1 0 0 0 0,0-1 0 0 0,-1 1 0 0 0,1 0 1 0 0,0 0-1 0 0,-1 0 0 0 0,1 0 0 0 0,-1-1 0 0 0,1 1 0 0 0,-1 0 0 0 0,1 0 1 0 0,-1 0-1 0 0,0 0 0 0 0,1 0 0 0 0,-1 0 0 0 0,0 2 0 0 0,3 26 660 0 0,-3-29-672 0 0,0 24-1479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7:44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50 303 2048 0 0,'0'-12'1086'0'0,"-8"-57"788"0"0,-3-69 1624 0 0,9 54-831 0 0,1 104-2515 0 0,-1 0 0 0 0,-4 20-1 0 0,-4 29-10 0 0,3 431 304 0 0,5-107 864 0 0,1-253 98 0 0,1-140-1404 0 0,0-10-5295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7:44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512 48 6193 0 0,'-14'-1'1224'0'0,"1"0"-1"0"0,-21-5 0 0 0,27 4-1098 0 0,1 0 0 0 0,-1 1 0 0 0,0 0 0 0 0,0 0 0 0 0,0 0 0 0 0,0 1 0 0 0,0 0 0 0 0,0 1-1 0 0,0-1 1 0 0,1 1 0 0 0,-1 1 0 0 0,0-1 0 0 0,-11 5 0 0 0,-53 29 818 0 0,66-32-853 0 0,-1 1 0 0 0,1 0 0 0 0,0 1 0 0 0,0-1 0 0 0,0 1 0 0 0,0 0 0 0 0,1 0 1 0 0,0 0-1 0 0,0 1 0 0 0,-4 7 0 0 0,-14 17 204 0 0,5-10-146 0 0,1 0 1 0 0,0 1-1 0 0,1 1 0 0 0,2 0 0 0 0,0 1 0 0 0,2 0 1 0 0,-16 44-1 0 0,17-30-90 0 0,2 0 0 0 0,2 1 0 0 0,-3 61 0 0 0,8-89-56 0 0,0-1 0 0 0,-1 1 0 0 0,0-1 0 0 0,-1 0 0 0 0,-4 10 1 0 0,3-9 12 0 0,1-1 0 0 0,0 1 1 0 0,1-1-1 0 0,-3 21 0 0 0,5-14-11 0 0,0 1 0 0 0,1 0 0 0 0,1-1 0 0 0,1 0-1 0 0,1 1 1 0 0,0-1 0 0 0,10 26 0 0 0,8 7-4 0 0,28 49 0 0 0,-12-27 4 0 0,-28-49 0 0 0,-2-6-4 0 0,0 0 0 0 0,1 0 1 0 0,0-1-1 0 0,1 0 0 0 0,14 14 0 0 0,-10-14-3 0 0,0 0-1 0 0,1-1 0 0 0,25 16 1 0 0,-32-24 2 0 0,0-2 0 0 0,0 1 1 0 0,1-1-1 0 0,0 0 0 0 0,0-1 1 0 0,0 0-1 0 0,0 0 0 0 0,0-1 1 0 0,17 2-1 0 0,-21-3 4 0 0,1 0 0 0 0,0 1 0 0 0,0-1 0 0 0,-1 1 0 0 0,1 0 0 0 0,9 6 1 0 0,-9-5 4 0 0,1 0 1 0 0,-1 0 0 0 0,1 0 0 0 0,9 1-1 0 0,2-1 6 0 0,-1-1-1 0 0,1-1 1 0 0,0-1-1 0 0,-1-1 1 0 0,1 0-1 0 0,-1-1 1 0 0,22-5-1 0 0,-14 0 22 0 0,0 0-1 0 0,0-2 1 0 0,0-1-1 0 0,26-14 0 0 0,-25 12 11 0 0,-21 10-34 0 0,0 0 1 0 0,0 0-1 0 0,0-1 1 0 0,0 1-1 0 0,-1-1 0 0 0,1 0 1 0 0,7-8-1 0 0,25-30 68 0 0,35-49 0 0 0,-46 56-97 0 0,-13 15 43 0 0,0-1 1 0 0,-1 0-1 0 0,-2-1 0 0 0,0 0 0 0 0,-1-1 0 0 0,-1 0 0 0 0,0 0 0 0 0,-2-1 0 0 0,4-33 0 0 0,-9 50-19 0 0,1 1-1 0 0,-1-1 1 0 0,1 1 0 0 0,0-1-1 0 0,0 1 1 0 0,4-6-1 0 0,-3 5 7 0 0,0 0 0 0 0,-1 0-1 0 0,0 0 1 0 0,3-11-1 0 0,-2-4 12 0 0,-1 0 0 0 0,-1 0 0 0 0,-1 0 0 0 0,-1 0 0 0 0,-1-1-1 0 0,-7-30 1 0 0,-40-124 50 0 0,35 136-57 0 0,-1 1 0 0 0,-29-53 0 0 0,32 67 22 0 0,11 21-32 0 0,-1 0 1 0 0,0 0-1 0 0,1 0 1 0 0,-2 1-1 0 0,1-1 1 0 0,0 0-1 0 0,-1 1 0 0 0,1 0 1 0 0,-5-4-1 0 0,-17-11 8 0 0,-1 1 0 0 0,-1 1 0 0 0,-1 2 0 0 0,-50-21 0 0 0,77 35-14 0 0,-38-16 25 0 0,0 2 1 0 0,-51-12 0 0 0,39 10 0 0 0,38 12-30 0 0,0 0 0 0 0,-23-5 0 0 0,30 9 3 0 0,0-1 0 0 0,0 1 0 0 0,-1 0-1 0 0,1 0 1 0 0,0 1 0 0 0,0 0 0 0 0,0 0 0 0 0,0 0 0 0 0,0 0-1 0 0,-8 4 1 0 0,6-2-51 0 0,0 1 0 0 0,0 0 0 0 0,0 1 0 0 0,1-1 0 0 0,-1 1 0 0 0,1 1 0 0 0,1-1 0 0 0,-1 1 0 0 0,1 0 0 0 0,0 0 0 0 0,0 1 0 0 0,-6 10 0 0 0,-3 8-878 0 0,2 1-1 0 0,-11 30 1 0 0,21-51 740 0 0,-13 35-1805 0 0,-1 2-1217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7:45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14 3401 0 0,'-3'-3'5085'0'0,"-5"-7"-2886"0"0,9 11-2116 0 0,0 0 0 0 0,0-1 1 0 0,0 1-1 0 0,0 0 0 0 0,0 0 0 0 0,-1 0 0 0 0,1 1 0 0 0,0-1 1 0 0,0 0-1 0 0,-1 0 0 0 0,1 0 0 0 0,0 1 0 0 0,-1-1 1 0 0,0 0-1 0 0,1 0 0 0 0,-1 1 0 0 0,0-1 0 0 0,1 2 1 0 0,0 0-14 0 0,6 25 162 0 0,0 0 0 0 0,-2 0 0 0 0,-1 1 0 0 0,0 48 0 0 0,-5-19 218 0 0,-10 76-1 0 0,-9-31-56 0 0,20-103-339 0 0,-4 12-1721 0 0,0-11-886 0 0,0-10-914 0 0,0-5 1441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7:46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88 299 6545 0 0,'-5'1'447'0'0,"1"1"0"0"0,0 1 0 0 0,-1-1 0 0 0,1 1 0 0 0,-7 4 0 0 0,5-2 385 0 0,-36 26 1837 0 0,42-31-2651 0 0,0 0 0 0 0,-1 0 0 0 0,1 0 0 0 0,0 0 0 0 0,-1 0 0 0 0,1 0 1 0 0,0 0-1 0 0,0-1 0 0 0,-1 1 0 0 0,1 0 0 0 0,0 0 0 0 0,-1 0 0 0 0,1 0 0 0 0,0 0 0 0 0,0-1 0 0 0,-1 1 0 0 0,1 0 0 0 0,0 0 0 0 0,0-1 0 0 0,0 1 0 0 0,-1 0 1 0 0,1 0-1 0 0,0-1 0 0 0,0 1 0 0 0,0 0 0 0 0,0-1 0 0 0,0 1 0 0 0,-1 0 0 0 0,1 0 0 0 0,0-1 0 0 0,0 1 0 0 0,0 0 0 0 0,0-1 0 0 0,0 1 0 0 0,0 0 0 0 0,0-1 1 0 0,0 1-1 0 0,0 0 0 0 0,0-1 0 0 0,0 1 0 0 0,0 0 0 0 0,1 0 0 0 0,-1-1 0 0 0,0-21-41 0 0,0 17 87 0 0,2-35-13 0 0,2 1 0 0 0,2-1-1 0 0,11-38 1 0 0,2-18 260 0 0,-19 95-257 0 0,0-1 1 0 0,1 0 0 0 0,-1 1-1 0 0,0-1 1 0 0,1 0 0 0 0,0 1-1 0 0,-1-1 1 0 0,1 1 0 0 0,0-1-1 0 0,0 1 1 0 0,1-3 0 0 0,6 3 290 0 0,3 11-306 0 0,-3 3-12 0 0,0 0 0 0 0,-1 1 0 0 0,-1-1-1 0 0,9 26 1 0 0,-2 5-3950 0 0,-10-34 244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7:47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1 336 3481 0 0,'0'0'96'0'0,"2"-11"233"0"0,8-14 267 0 0,1 0 0 0 0,25-39 0 0 0,5-10 1134 0 0,-32 54-1127 0 0,-2 7 76 0 0,0-1 0 0 0,-2 0 0 0 0,1 0 0 0 0,-2 0 0 0 0,4-16 0 0 0,-4 12 926 0 0,-1 23-994 0 0,-1 32-634 0 0,-1-28 131 0 0,11 101 77 0 0,-5-57-52 0 0,0 78 0 0 0,-8-97-60 0 0,-1 1 1 0 0,-1-1 0 0 0,-2 0 0 0 0,-2 0 0 0 0,-1-1 0 0 0,-1 1-1 0 0,-27 61 1 0 0,33-91-44 0 0,1 0-1 0 0,0 0 0 0 0,-1-1 0 0 0,0 1 1 0 0,1-1-1 0 0,-1 0 0 0 0,-1 0 1 0 0,1 0-1 0 0,0 0 0 0 0,-1 0 1 0 0,0-1-1 0 0,1 1 0 0 0,-8 2 0 0 0,-13 10 1200 0 0,24-15-1225 0 0,0 0-1 0 0,0 0 1 0 0,0 0-1 0 0,0 0 1 0 0,0 0-1 0 0,0 0 0 0 0,0 0 1 0 0,0 0-1 0 0,1 0 1 0 0,-1 0-1 0 0,0 0 1 0 0,0 0-1 0 0,0 0 1 0 0,0 0-1 0 0,0 0 0 0 0,0 0 1 0 0,0 0-1 0 0,0 0 1 0 0,0 1-1 0 0,0-1 1 0 0,0 0-1 0 0,0 0 1 0 0,0 0-1 0 0,0 0 0 0 0,0 0 1 0 0,0 0-1 0 0,0 0 1 0 0,0 0-1 0 0,0 0 1 0 0,0 0-1 0 0,0 0 1 0 0,0 0-1 0 0,0 1 0 0 0,0-1 1 0 0,0 0-1 0 0,0 0 1 0 0,0 0-1 0 0,0 0 1 0 0,0 0-1 0 0,0 0 1 0 0,0 0-1 0 0,0 0 0 0 0,0 0 1 0 0,0 0-1 0 0,0 0 1 0 0,0 0-1 0 0,-1 0 1 0 0,1 0-1 0 0,0 0 1 0 0,0 1-1 0 0,14-3 51 0 0,27-7-75 0 0,-30 7 43 0 0,34-6-51 0 0,0 2-1 0 0,84 1 1 0 0,-128 5-161 0 0,-1-1 0 0 0,1 1 0 0 0,0 0 0 0 0,-1 0 0 0 0,1 0 0 0 0,0 0 1 0 0,0-1-1 0 0,-1 1 0 0 0,1 0 0 0 0,0-1 0 0 0,-1 1 0 0 0,1 0 0 0 0,0-1 0 0 0,-1 1 0 0 0,1-1 0 0 0,-1 1 0 0 0,1-1 0 0 0,-1 1 0 0 0,1-1 0 0 0,-1 0 0 0 0,1 1 1 0 0,-1-1-1 0 0,0 0 0 0 0,1 1 0 0 0,-1-1 0 0 0,0 0 0 0 0,0 1 0 0 0,1-1 0 0 0,-1 0 0 0 0,0 1 0 0 0,0-1 0 0 0,0 0 0 0 0,0 0 0 0 0,0 1 0 0 0,0-3 1 0 0,0-10-1837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7:47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5 113 9594 0 0,'0'0'524'0'0,"-4"-13"3518"0"0,6 10-3954 0 0,0 0-1 0 0,0 0 0 0 0,0 0 0 0 0,0 1 0 0 0,1-1 0 0 0,0 1 0 0 0,-1-1 1 0 0,1 1-1 0 0,0 0 0 0 0,0 0 0 0 0,0 0 0 0 0,0 0 0 0 0,1 1 1 0 0,-1 0-1 0 0,4-2 0 0 0,10-2-7 0 0,33-6-1 0 0,-25 6 40 0 0,14 0-111 0 0,-32 4-9 0 0,0 1 1 0 0,1-1-1 0 0,-1 0 0 0 0,0-1 1 0 0,0 1-1 0 0,-1-2 1 0 0,1 1-1 0 0,7-4 0 0 0,-9 3-123 0 0,1 0-1 0 0,0 1 0 0 0,-1-1 0 0 0,1 1 0 0 0,0 1 1 0 0,12-3-1 0 0,-15 3-328 0 0,0 1 0 0 0,0 0 0 0 0,0 0 0 0 0,1 0 0 0 0,-1 0 0 0 0,0 1 1 0 0,0-1-1 0 0,0 1 0 0 0,4 1 0 0 0,4 3-1890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7:48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1 8650 0 0,'-5'0'4121'0'0,"-16"1"-4032"0"0,16 0-52 0 0,1-1-1 0 0,-1 1 0 0 0,0 1 1 0 0,0-1-1 0 0,0 1 1 0 0,1-1-1 0 0,-1 1 1 0 0,0 1-1 0 0,1-1 1 0 0,0 1-1 0 0,0-1 1 0 0,-7 7-1 0 0,6-4-17 0 0,0 1 0 0 0,0 0 0 0 0,1 0 0 0 0,-1 0 0 0 0,2 1 0 0 0,-1-1 0 0 0,-4 12 0 0 0,6-12 7 0 0,-10 19 118 0 0,1 1 1 0 0,2 1 0 0 0,1 0-1 0 0,-8 40 1 0 0,15-62-136 0 0,0 1-1 0 0,-1-1 0 0 0,0 1 1 0 0,0-1-1 0 0,-5 8 1 0 0,5-10 1 0 0,1 0 0 0 0,-1 0 0 0 0,0-1 0 0 0,1 1 0 0 0,0 0 0 0 0,0 0 0 0 0,0 1 0 0 0,0-1 0 0 0,0 0 0 0 0,0 0-1 0 0,1 0 1 0 0,0 1 0 0 0,0-1 0 0 0,0 0 0 0 0,0 0 0 0 0,0 1 0 0 0,0-1 0 0 0,1 0 0 0 0,0 0 0 0 0,2 7 0 0 0,-2-9 20 0 0,1 1 0 0 0,0-1 1 0 0,1 1-1 0 0,-1-1 0 0 0,0 0 0 0 0,0 0 0 0 0,1 0 0 0 0,-1 0 1 0 0,0 0-1 0 0,1 0 0 0 0,-1-1 0 0 0,1 1 0 0 0,-1-1 0 0 0,4 1 1 0 0,4 1 54 0 0,-1 0 56 0 0,0 1 0 0 0,0 1 0 0 0,0-1 0 0 0,-1 2 0 0 0,15 8 0 0 0,-21-12-71 0 0,0 0 1 0 0,0 0-1 0 0,0 1 1 0 0,0-1 0 0 0,0 1-1 0 0,0 0 1 0 0,-1-1-1 0 0,1 1 1 0 0,0 0 0 0 0,-1 0-1 0 0,1 0 1 0 0,-1 0 0 0 0,0 0-1 0 0,0 0 1 0 0,0 1-1 0 0,0-1 1 0 0,0 0 0 0 0,0 1-1 0 0,0-1 1 0 0,-1 0 0 0 0,1 1-1 0 0,-1-1 1 0 0,0 1-1 0 0,0-1 1 0 0,0 1 0 0 0,0-1-1 0 0,-1 4 1 0 0,1-5-61 0 0,-1 0 0 0 0,1 0 0 0 0,-1 0 0 0 0,0 0 0 0 0,0 0 0 0 0,1 0 0 0 0,-1 0 0 0 0,0 0 0 0 0,0 0 0 0 0,0 0 1 0 0,0 0-1 0 0,0-1 0 0 0,0 1 0 0 0,0-1 0 0 0,-1 1 0 0 0,1 0 0 0 0,0-1 0 0 0,0 0 0 0 0,0 1 0 0 0,-2-1 0 0 0,-30 6-8 0 0,26-5 10 0 0,4 0-12 0 0,-5 0-18 0 0,1 0-1 0 0,-1 0 1 0 0,0 1 0 0 0,1 0 0 0 0,0 0 0 0 0,-1 1 0 0 0,-6 3 0 0 0,8-2-139 0 0,0-2 0 0 0,-1 1 1 0 0,1-1-1 0 0,-11 3 0 0 0,-12-1-3624 0 0,16-3 532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7:48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81 3825 0 0,'-1'0'249'0'0,"-1"0"1"0"0,0-1-1 0 0,0 1 0 0 0,0-1 1 0 0,1 1-1 0 0,-1-1 0 0 0,0 0 1 0 0,1 1-1 0 0,-1-1 0 0 0,0 0 1 0 0,1 0-1 0 0,-1 0 0 0 0,1 0 1 0 0,0-1-1 0 0,-1 1 0 0 0,0-2 1 0 0,-21-26 2203 0 0,13 15-931 0 0,1 0-215 0 0,2 6 23 0 0,7 24-913 0 0,17 103-270 0 0,8 83 64 0 0,-24-162-180 0 0,6 191 139 0 0,-8-163-14 0 0,-14 95-1 0 0,-27 127 548 0 0,32-227-718 0 0,-4 26 188 0 0,11-29-2853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7:49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15 4169 0 0,'-26'4'7156'0'0,"8"-7"-4778"0"0,14 1-1352 0 0,12-1-782 0 0,25 0-203 0 0,0 2 0 0 0,65 6 0 0 0,0 1 30 0 0,116-15 130 0 0,-1 0 48 0 0,-212 9-434 0 0,0 0 1 0 0,0 1 0 0 0,0-1 0 0 0,0 0-1 0 0,0 0 1 0 0,0 1 0 0 0,-1-1 0 0 0,1 1-1 0 0,0-1 1 0 0,0 1 0 0 0,0-1 0 0 0,0 1-1 0 0,-1-1 1 0 0,1 1 0 0 0,0 0-1 0 0,0 0 1 0 0,0 1 0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7:49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31 13147 0 0,'-19'3'1678'0'0,"14"-1"-1911"0"0,13-3-268 0 0,41-14-1690 0 0,-37 11 1488 0 0,0 0-1 0 0,0 1 1 0 0,1 0 0 0 0,-1 0 0 0 0,19 0-1 0 0,-31 3 793 0 0,1 0-1 0 0,0 1 0 0 0,-1-1 0 0 0,1 0 0 0 0,0 0 1 0 0,-1 1-1 0 0,1-1 0 0 0,-1 0 0 0 0,1 1 0 0 0,0-1 1 0 0,-1 1-1 0 0,1-1 0 0 0,-1 1 0 0 0,1-1 1 0 0,-1 1-1 0 0,0-1 0 0 0,1 1 0 0 0,-1-1 0 0 0,1 1 1 0 0,-1 0-1 0 0,0-1 0 0 0,1 2 0 0 0,3 3-379 0 0,-3-3-621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7:51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174 104 664 0 0,'0'0'708'0'0,"-3"-16"1414"0"0,-14 13 1164 0 0,-3-9-2728 0 0,15 9-332 0 0,-41-26 2426 0 0,31 23-1540 0 0,13 6-973 0 0,0-1-1 0 0,0 0 1 0 0,0 0 0 0 0,0 0 0 0 0,0 0 0 0 0,0 0 0 0 0,0-1-1 0 0,0 1 1 0 0,-3-3 0 0 0,4 2 3 0 0,-1 0-1 0 0,1 0 1 0 0,-1 1-1 0 0,0-1 1 0 0,0 1-1 0 0,1-1 0 0 0,-1 1 1 0 0,0 0-1 0 0,0 0 1 0 0,0 0-1 0 0,0 0 1 0 0,-1 0-1 0 0,1 0 1 0 0,0 0-1 0 0,0 1 1 0 0,-1-1-1 0 0,1 1 1 0 0,0 0-1 0 0,0 0 1 0 0,-4 0-1 0 0,6 0-19 0 0,2 2-99 0 0,-1 1 0 0 0,1-1 1 0 0,0 0-1 0 0,0 1 0 0 0,0-1 0 0 0,0 0 1 0 0,0 0-1 0 0,4 2 0 0 0,-5-4-21 0 0,0 0 1 0 0,0 0-1 0 0,-1 0 0 0 0,1 0 1 0 0,0 0-1 0 0,0 0 1 0 0,0 0-1 0 0,0 0 0 0 0,-1 0 1 0 0,1 0-1 0 0,0 1 0 0 0,0-1 1 0 0,-1 0-1 0 0,1 0 0 0 0,0 1 1 0 0,0-1-1 0 0,-1 1 0 0 0,1-1 1 0 0,0 1-1 0 0,-1-1 0 0 0,1 1 1 0 0,-1-1-1 0 0,1 1 0 0 0,0-1 1 0 0,-1 1-1 0 0,1 0 0 0 0,-1-1 1 0 0,1 2-1 0 0,-7-1-1298 0 0,6-1 1131 0 0,0 0 0 0 0,-1 0-1 0 0,1 0 1 0 0,0 0 0 0 0,-1 1 0 0 0,1-1 0 0 0,0 0 0 0 0,0 0 0 0 0,-1 0 0 0 0,1 1 0 0 0,0-1 0 0 0,0 0 0 0 0,-1 0 0 0 0,1 1 0 0 0,0-1-1 0 0,0 0 1 0 0,0 0 0 0 0,-1 1 0 0 0,1-1 0 0 0,0 0 0 0 0,0 1 0 0 0,0-1 0 0 0,0 0 0 0 0,0 1 0 0 0,0-1 0 0 0,0 0 0 0 0,0 1 0 0 0,0 2-2263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7:54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1121 1528 0 0,'-15'4'5344'0'0,"-4"0"-3335"0"0,18-4-1918 0 0,0 0 1 0 0,0 0-1 0 0,0 0 1 0 0,1 0 0 0 0,-1 0-1 0 0,0-1 1 0 0,0 1 0 0 0,0 0-1 0 0,0-1 1 0 0,0 1 0 0 0,0-1-1 0 0,0 1 1 0 0,0-1 0 0 0,1 1-1 0 0,-1-1 1 0 0,0 0-1 0 0,0 1 1 0 0,1-1 0 0 0,-1 0-1 0 0,0 0 1 0 0,0-1 0 0 0,0 0-2 0 0,-1-1 0 0 0,1 0 1 0 0,0 1-1 0 0,0-1 1 0 0,0 0-1 0 0,0 0 0 0 0,-1-3 1 0 0,1-5 116 0 0,0 0 1 0 0,0-22 0 0 0,5-11 95 0 0,2-1-1 0 0,11-46 1 0 0,-6 43 43 0 0,6-78 0 0 0,-14-46-314 0 0,5-65 32 0 0,-5 169-48 0 0,-9 390 36 0 0,-4 39-9 0 0,10-360-41 0 0,0-1 0 0 0,0 1-1 0 0,0 0 1 0 0,0-1 0 0 0,0 1 0 0 0,0-1 0 0 0,0 1 0 0 0,0-1 0 0 0,0 1 0 0 0,0 0 0 0 0,1-1 0 0 0,-1 1 0 0 0,0-1 0 0 0,0 1 0 0 0,1-1 0 0 0,-1 1 0 0 0,0-1-1 0 0,0 1 1 0 0,2 0 0 0 0,5-3 56 0 0,8-16-12 0 0,-6-2-20 0 0,-1-1 0 0 0,0 0 0 0 0,-2 0 0 0 0,0 0 0 0 0,-1-1 0 0 0,2-28 0 0 0,0-135-25 0 0,-6 147 18 0 0,-2 0-1 0 0,-2 0 1 0 0,-1 0 0 0 0,-2 0-1 0 0,-2 1 1 0 0,-17-51 0 0 0,24 83-13 0 0,0 0 0 0 0,0 0 1 0 0,0 0-1 0 0,1 0 1 0 0,0 0-1 0 0,0 1 0 0 0,0-1 1 0 0,1 0-1 0 0,-1 0 0 0 0,1 0 1 0 0,0 0-1 0 0,1 0 1 0 0,-1 1-1 0 0,1-1 0 0 0,0 0 1 0 0,0 1-1 0 0,1-1 0 0 0,-1 1 1 0 0,1 0-1 0 0,0 0 0 0 0,3-4 1 0 0,-5 8 3 0 0,-1-1-1 0 0,1 1 1 0 0,-1-1 0 0 0,0 1 0 0 0,1 0-1 0 0,-1-1 1 0 0,0 1 0 0 0,1-1 0 0 0,-1 1 0 0 0,0-1-1 0 0,0 1 1 0 0,1-1 0 0 0,-1 1 0 0 0,0-1 0 0 0,0 1-1 0 0,0-1 1 0 0,0 0 0 0 0,0 1 0 0 0,0-1-1 0 0,0 1 1 0 0,0-1 0 0 0,0 1 0 0 0,0-1 0 0 0,0 1-1 0 0,0-1 1 0 0,0 0 0 0 0,0 1 0 0 0,0-1-1 0 0,-1 1 1 0 0,1-1 0 0 0,0 1 0 0 0,0-1 0 0 0,-1 1-1 0 0,1-1 1 0 0,0 1 0 0 0,-1 0 0 0 0,0-1-1 0 0,0-4 501 0 0,13 3-318 0 0,191 0-57 0 0,119 1-84 0 0,-320 1-51 0 0,490 2 41 0 0,-335-2 0 0 0,-66 1 66 0 0,-88-1-106 0 0,0 0-1 0 0,1-1 1 0 0,-1 1-1 0 0,0-1 1 0 0,1 0-1 0 0,-1 0 1 0 0,0 0-1 0 0,0-1 1 0 0,0 1-1 0 0,4-2 1 0 0,-2 0-2 0 0,5 1 11 0 0,-9 2-8 0 0,0-1-1 0 0,0 1 0 0 0,-1 0 0 0 0,1 0 1 0 0,0 0-1 0 0,-1 0 0 0 0,1 0 1 0 0,0-1-1 0 0,0 1 0 0 0,-1 0 1 0 0,1 0-1 0 0,0-1 0 0 0,-1 1 1 0 0,1-1-1 0 0,-1 1 0 0 0,1-1 1 0 0,0 1-1 0 0,0-1 0 0 0,2-1 2 0 0,1 1-1 0 0,-1 0 0 0 0,1 0 1 0 0,-1 1-1 0 0,1-1 1 0 0,-1 1-1 0 0,1 0 1 0 0,-1 0-1 0 0,1 0 1 0 0,0 0-1 0 0,4 2 1 0 0,8-2 31 0 0,-16 0-50 0 0,0 0 13 0 0,1 0 5 0 0,-1 0-17 0 0,6 1 15 0 0,-6-1 0 0 0,0 0 1 0 0,0 0-1 0 0,1 0 0 0 0,-1 0 0 0 0,0 0 0 0 0,0 0 0 0 0,0 0 0 0 0,1 0 0 0 0,-1 0 0 0 0,0 0 0 0 0,0 0 0 0 0,1 0 1 0 0,-1 0-1 0 0,0 0 0 0 0,0 0 0 0 0,0 0 0 0 0,1 0 0 0 0,-1 0 0 0 0,0 0 0 0 0,0 0 0 0 0,0 1 0 0 0,1-1 1 0 0,-1 0-1 0 0,0 0 0 0 0,0 0 0 0 0,0 0 0 0 0,0 1 0 0 0,0-1 0 0 0,1 0 0 0 0,-1 0 0 0 0,0 0 0 0 0,0 1 1 0 0,0-1-1 0 0,0 0 0 0 0,0 0 0 0 0,0 0 0 0 0,0 1 0 0 0,0-1 0 0 0,0 0 0 0 0,0 0 0 0 0,0 0 0 0 0,0 1 0 0 0,0-1 1 0 0,0 0-1 0 0,0 0 0 0 0,0 1 0 0 0,0-1 0 0 0,0 0 0 0 0,0 0 0 0 0,0 0 0 0 0,0 1 0 0 0,0-1 0 0 0,4 1 4 0 0,0 0-1 0 0,0-1 1 0 0,0 0-1 0 0,0 1 1 0 0,7-2-1 0 0,-9 1 16 0 0,25-1-18 0 0,36-6 0 0 0,-56 6 15 0 0,5-1-41 0 0,-9 2 27 0 0,-1 0-1 0 0,1-1 1 0 0,0 1 0 0 0,-1-1 0 0 0,0 1 0 0 0,1-1 0 0 0,-1 0-1 0 0,1 0 1 0 0,-1 0 0 0 0,0 0 0 0 0,0-1 0 0 0,3-1-1 0 0,-1 1-4 0 0,1 0 0 0 0,-1 0 0 0 0,1 0-1 0 0,0 1 1 0 0,0-1 0 0 0,8 0 0 0 0,10-4 29 0 0,-13 4-21 0 0,1 1-1 0 0,0 0 0 0 0,0 0 1 0 0,-1 1-1 0 0,16 2 0 0 0,3-1-32 0 0,-29-1 106 0 0,0 0-120 0 0,1 0 0 0 0,-1 0 1 0 0,1 0-1 0 0,0 0 1 0 0,-1 0-1 0 0,1 0 1 0 0,-1 0-1 0 0,1 0 1 0 0,-1 0-1 0 0,1-1 1 0 0,-1 1-1 0 0,1 0 1 0 0,-1 0-1 0 0,1-1 1 0 0,-1 1-1 0 0,0 0 1 0 0,1-1-1 0 0,-1 1 1 0 0,1-1-1 0 0,-1 1 1 0 0,0 0-1 0 0,1-1 1 0 0,-1 1-1 0 0,0-1 1 0 0,1 1-1 0 0,-1-1 1 0 0,0 1-1 0 0,0-1 1 0 0,0 1-1 0 0,1-1 1 0 0,-1 1-1 0 0,0-1 1 0 0,0 1-1 0 0,0-1 1 0 0,0 0-1 0 0,-5 1-3045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7:58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48 102 1312 0 0,'-10'0'4345'0'0,"-11"0"-2514"0"0,5-1-537 0 0,16 1-1276 0 0,0 0 0 0 0,0 0 0 0 0,0 0 0 0 0,0 0 0 0 0,0 0 0 0 0,0 0 0 0 0,0 0 1 0 0,0 0-1 0 0,0 0 0 0 0,0 0 0 0 0,0-1 0 0 0,0 1 0 0 0,0 0 0 0 0,0 0 0 0 0,0 0 0 0 0,0 0 1 0 0,0 0-1 0 0,0 0 0 0 0,0 0 0 0 0,0 0 0 0 0,0 0 0 0 0,0 0 0 0 0,0 0 0 0 0,0 0 0 0 0,0 0 0 0 0,0 0 1 0 0,0 0-1 0 0,0 0 0 0 0,0 0 0 0 0,0-1 0 0 0,0 1 0 0 0,0 0 0 0 0,0 0 0 0 0,0 0 0 0 0,0 0 1 0 0,0 0-1 0 0,0 0 0 0 0,0 0 0 0 0,0 0 0 0 0,0 0 0 0 0,0 0 0 0 0,0 0 0 0 0,0 0 0 0 0,0 0 0 0 0,0 0 1 0 0,0 0-1 0 0,-1 0 0 0 0,1 0 0 0 0,0 0 0 0 0,0 0 0 0 0,0 0 0 0 0,0 0 0 0 0,0 0 0 0 0,25-7 983 0 0,-5 2-1072 0 0,10-2 234 0 0,0 1 0 0 0,1 2 0 0 0,38-2 0 0 0,-33 4 565 0 0,62-12 0 0 0,-88 13-673 0 0,-1-1 0 0 0,0-1 0 0 0,0 1 0 0 0,-1-2-1 0 0,1 1 1 0 0,-1-1 0 0 0,1 0 0 0 0,-1-1 0 0 0,0 0-1 0 0,7-7 1 0 0,-10 11-55 0 0,-1 1-1 0 0,1-1 1 0 0,-1 0-1 0 0,1 1 1 0 0,-1 0-1 0 0,1 0 1 0 0,-1 1-1 0 0,1-1 1 0 0,4 2 0 0 0,-7-2 8 0 0,19 5-1858 0 0,-9 1-2865 0 0,-8-4 2676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7:59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74 133 1136 0 0,'-25'-7'5079'0'0,"-8"5"-3097"0"0,17 2 433 0 0,34-1-1323 0 0,79-3-137 0 0,109-20 0 0 0,-108 11-861 0 0,19 0-80 0 0,103-15 132 0 0,-166 11-140 0 0,-44 13 23 0 0,-1 0-1 0 0,1 1 1 0 0,-1 0-1 0 0,1 1 1 0 0,0 0-1 0 0,10 0 1 0 0,-11-2-639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8:01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293 89 1928 0 0,'0'0'953'0'0,"0"-32"5993"0"0,0 29-6706 0 0,1 0-1 0 0,-1 0 0 0 0,1 0 1 0 0,0 0-1 0 0,0 1 1 0 0,0-1-1 0 0,1 0 0 0 0,2-4 1 0 0,-2 5-14 0 0,-1-1 0 0 0,1 1 0 0 0,-1 0 0 0 0,0-1 0 0 0,0 1 0 0 0,0-1 0 0 0,0 0 0 0 0,0-4 0 0 0,-11 40-176 0 0,-7 62 178 0 0,-9 176 0 0 0,15-117-163 0 0,0-49 3 0 0,-11 148 272 0 0,20-110 519 0 0,3-89 67 0 0,-1-53-925 0 0,-1-1 0 0 0,1 1 0 0 0,-1 0 0 0 0,1-1 0 0 0,0 1 0 0 0,-1-1 1 0 0,1 1-1 0 0,-1-1 0 0 0,1 1 0 0 0,-1-1 0 0 0,1 1 0 0 0,-1-1 0 0 0,1 0 1 0 0,-1 1-1 0 0,0-1 0 0 0,1 0 0 0 0,-1 1 0 0 0,0-1 0 0 0,1 0 0 0 0,-1 0 1 0 0,1 0-1 0 0,-1 1 0 0 0,0-1 0 0 0,0 0 0 0 0,-22 4 20 0 0,18-4-22 0 0,-39 7 61 0 0,-73 1 1 0 0,117-8-33 0 0,25 0-11 0 0,133 5 22 0 0,-137-4-14 0 0,-1 1 0 0 0,1 1 0 0 0,-1 1 0 0 0,0 1 1 0 0,22 7-1 0 0,-39-10-24 0 0,0-1 1 0 0,-1 1-1 0 0,1 0 1 0 0,0-1-1 0 0,-1 1 1 0 0,1 0 0 0 0,-1 0-1 0 0,1 1 1 0 0,-1-1-1 0 0,0 1 1 0 0,0-1-1 0 0,2 4 1 0 0,17 36 109 0 0,-10-17-18 0 0,-10-24-92 0 0,-1 1 1 0 0,1-1 0 0 0,0 1-1 0 0,-1-1 1 0 0,1 1 0 0 0,-1-1-1 0 0,0 1 1 0 0,1 0 0 0 0,-1-1-1 0 0,0 1 1 0 0,0 0-1 0 0,0-1 1 0 0,0 1 0 0 0,0 0-1 0 0,0-1 1 0 0,-1 1 0 0 0,1-1-1 0 0,-1 1 1 0 0,1 0 0 0 0,-1-1-1 0 0,0 3 1 0 0,-1-2 5 0 0,0 1-1 0 0,0-1 1 0 0,0 1 0 0 0,0-1 0 0 0,-1 0-1 0 0,1 0 1 0 0,-1 0 0 0 0,1 0 0 0 0,-1 0-1 0 0,-4 2 1 0 0,-7 3 24 0 0,-1-1 0 0 0,0-1 0 0 0,-25 6-1 0 0,32-9-27 0 0,-37 7 11 0 0,-65 4 1 0 0,75-10-12 0 0,34-3-3 0 0,0 0 0 0 0,0 0 0 0 0,0 0 0 0 0,0 0 0 0 0,0 0 0 0 0,0 0-1 0 0,0 0 1 0 0,0 1 0 0 0,0-1 0 0 0,0 0 0 0 0,0 1 0 0 0,0-1 0 0 0,0 0 0 0 0,0 1 0 0 0,0-1 0 0 0,0 1 0 0 0,1 0 0 0 0,-3 0 0 0 0,4 0 0 0 0,-1 0 0 0 0,0-1 0 0 0,1 1 0 0 0,-1-1 0 0 0,1 1-1 0 0,-1-1 1 0 0,1 1 0 0 0,-1-1 0 0 0,1 1 0 0 0,-1-1 0 0 0,1 1 0 0 0,-1-1 0 0 0,1 0 0 0 0,-1 1 0 0 0,1-1 0 0 0,0 0 0 0 0,-1 0 0 0 0,1 1 0 0 0,1-1-1 0 0,45 14 4 0 0,-46-13-2 0 0,101 17 19 0 0,-79-16-14 0 0,0 2 0 0 0,0 0 1 0 0,0 2-1 0 0,-1 0 0 0 0,0 2 0 0 0,35 16 0 0 0,-13 4 2 0 0,11 7 1 0 0,-54-34-2 0 0,1 1 0 0 0,-1 0 0 0 0,1-1 0 0 0,-1 1-1 0 0,0 0 1 0 0,0-1 0 0 0,0 1 0 0 0,0 0 0 0 0,0 0 0 0 0,0 0 0 0 0,0 0 0 0 0,0 0-1 0 0,-1 0 1 0 0,1 0 0 0 0,-1 0 0 0 0,0 0 0 0 0,0 1 0 0 0,1-1 0 0 0,-1 0 0 0 0,0 0-1 0 0,-1 0 1 0 0,1 0 0 0 0,0 0 0 0 0,-1 1 0 0 0,0 1 0 0 0,0-2-9 0 0,-1-1 0 0 0,1 1 0 0 0,0-1 0 0 0,-1 1 0 0 0,1-1 1 0 0,-1 1-1 0 0,0-1 0 0 0,1 0 0 0 0,-1 0 0 0 0,0 0 0 0 0,0 0 0 0 0,0 0 0 0 0,-2 0 0 0 0,-31 10-5 0 0,20-6 11 0 0,-50 14 27 0 0,0-3 0 0 0,-96 10 0 0 0,95-16-22 0 0,64-10-12 0 0,0 1 1 0 0,0-1-1 0 0,0 1 1 0 0,0 0-1 0 0,0 0 0 0 0,0 0 1 0 0,0-1-1 0 0,0 2 1 0 0,0-1-1 0 0,1 0 1 0 0,-1 0-1 0 0,1 0 1 0 0,-1 1-1 0 0,1-1 0 0 0,-1 1 1 0 0,1 0-1 0 0,0-1 1 0 0,-1 1-1 0 0,0 2 1 0 0,2-4 3 0 0,0 1 0 0 0,-1 0 0 0 0,1 0 1 0 0,0-1-1 0 0,0 1 0 0 0,-1 0 0 0 0,1 0 1 0 0,0-1-1 0 0,0 1 0 0 0,0 0 0 0 0,0 0 1 0 0,0-1-1 0 0,0 1 0 0 0,0 0 1 0 0,1 0-1 0 0,-1-1 0 0 0,0 1 0 0 0,0 0 1 0 0,1 0-1 0 0,-1 1 0 0 0,1-1 0 0 0,0 0 0 0 0,0 0-1 0 0,0 0 1 0 0,0 0 0 0 0,0-1 0 0 0,0 1-1 0 0,0 0 1 0 0,1 0 0 0 0,-1-1 0 0 0,0 1-1 0 0,0 0 1 0 0,1-1 0 0 0,-1 1 0 0 0,0-1-1 0 0,1 0 1 0 0,0 1 0 0 0,13 2-24 0 0,13 4 13 0 0,44 5-1 0 0,-65-11 18 0 0,0 1-1 0 0,1 0 1 0 0,-1 0 0 0 0,-1 0 0 0 0,13 7 0 0 0,21 7 29 0 0,25-2-59 0 0,21 7 82 0 0,-84-20-51 0 0,-1-1 0 0 0,0 0 0 0 0,1 1 0 0 0,-1 0 0 0 0,1-1 0 0 0,-1 1 0 0 0,0 0 0 0 0,0 0 0 0 0,1-1 0 0 0,-1 1-1 0 0,0 0 1 0 0,0 0 0 0 0,0 0 0 0 0,0 1 0 0 0,0-1 0 0 0,1 2 0 0 0,-1-2-3 0 0,-1 0-1 0 0,0 0 1 0 0,0 0-1 0 0,1 0 1 0 0,-1 0-1 0 0,0 0 1 0 0,0 0 0 0 0,0 0-1 0 0,0 0 1 0 0,0 0-1 0 0,0-1 1 0 0,-1 1-1 0 0,1 0 1 0 0,0 0-1 0 0,0 0 1 0 0,-1 0 0 0 0,1 0-1 0 0,0 0 1 0 0,-2 1-1 0 0,0 1-1 0 0,0 1 0 0 0,-1-1 0 0 0,0 0 0 0 0,0 0 0 0 0,0 0 0 0 0,0-1 0 0 0,0 1 0 0 0,0-1 0 0 0,-1 1 0 0 0,-5 2 0 0 0,-23 12-3 0 0,22-10 8 0 0,-1-1 0 0 0,-1 0 0 0 0,-18 6 0 0 0,15-6 11 0 0,-1 0 0 0 0,-25 17 0 0 0,28-16-22 0 0,-1 1 0 0 0,1-2 0 0 0,-1 0-1 0 0,-15 4 1 0 0,9-4 7 0 0,1 0 0 0 0,0 0 0 0 0,-32 18-1 0 0,45-21-10 0 0,0 1-1 0 0,-1-1 1 0 0,2 2 0 0 0,-1-1-1 0 0,0 0 1 0 0,1 1-1 0 0,0 0 1 0 0,0 1 0 0 0,0-1-1 0 0,1 1 1 0 0,0 0-1 0 0,0 0 1 0 0,0 0 0 0 0,-2 7-1 0 0,5-12 8 0 0,1 1 0 0 0,-1-1 0 0 0,1 1 0 0 0,0-1-1 0 0,0 1 1 0 0,-1-1 0 0 0,1 1 0 0 0,0-1 0 0 0,0 1 0 0 0,1-1-1 0 0,-1 1 1 0 0,0-1 0 0 0,0 1 0 0 0,1-1 0 0 0,-1 1-1 0 0,1-1 1 0 0,-1 0 0 0 0,1 1 0 0 0,0-1 0 0 0,-1 0 0 0 0,1 1-1 0 0,0-1 1 0 0,0 0 0 0 0,0 0 0 0 0,0 0 0 0 0,0 0 0 0 0,0 0-1 0 0,0 0 1 0 0,1 0 0 0 0,-1 0 0 0 0,0 0 0 0 0,1 0 0 0 0,-1-1-1 0 0,0 1 1 0 0,3 0 0 0 0,6 3 7 0 0,0 0 0 0 0,0-1 0 0 0,21 4 0 0 0,-23-6 3 0 0,-5 0-6 0 0,4 0-5 0 0,1 0 1 0 0,-1 1 0 0 0,0 0-1 0 0,0 1 1 0 0,14 6 0 0 0,-13-5-2 0 0,0 0 1 0 0,1 0 0 0 0,-1-1-1 0 0,1 0 1 0 0,0-1 0 0 0,0 0 0 0 0,10 1-1 0 0,65 1 13 0 0,-65-5-12 0 0,1 2 0 0 0,-1 0 0 0 0,0 1-1 0 0,24 6 1 0 0,-42-8 3 0 0,0 0-1 0 0,0 0 1 0 0,0 0 0 0 0,0 0-1 0 0,0 1 1 0 0,0-1-1 0 0,-1 0 1 0 0,1 1 0 0 0,0-1-1 0 0,0 1 1 0 0,-1-1-1 0 0,1 1 1 0 0,0-1 0 0 0,0 1-1 0 0,-1-1 1 0 0,1 1-1 0 0,-1 0 1 0 0,1-1 0 0 0,0 1-1 0 0,-1 0 1 0 0,1 0-1 0 0,-1-1 1 0 0,0 1-1 0 0,1 0 1 0 0,-1 0 0 0 0,0 0-1 0 0,1-1 1 0 0,-1 1-1 0 0,0 0 1 0 0,0 2 0 0 0,0 0 6 0 0,-1 0 0 0 0,1 0 1 0 0,-1 0-1 0 0,0 0 1 0 0,0 0-1 0 0,0-1 0 0 0,-3 5 1 0 0,-1 5 0 0 0,2-8-11 0 0,1 0 1 0 0,-1 0 0 0 0,0 0 0 0 0,-1 0-1 0 0,1 0 1 0 0,0-1 0 0 0,-1 1 0 0 0,0-1 0 0 0,0 0-1 0 0,-6 4 1 0 0,5-4-1 0 0,1 0 1 0 0,-1 1-1 0 0,0-1 0 0 0,1 1 0 0 0,0 0 1 0 0,0 1-1 0 0,1-1 0 0 0,-4 6 0 0 0,2-2 20 0 0,-1 2-21 0 0,1-1 1 0 0,0 0-1 0 0,1 1 0 0 0,0 0 0 0 0,0 0 1 0 0,1 1-1 0 0,0-1 0 0 0,1 0 1 0 0,-1 14-1 0 0,2 19 10 0 0,6 46 0 0 0,0 28 11 0 0,-22 129-43 0 0,-1 49 53 0 0,-9 95-39 0 0,19-228 73 0 0,7-82-84 0 0,-1 151 45 0 0,3-141 118 0 0,-1-84-123 0 0,1 0 1 0 0,-1 0-1 0 0,1 0 0 0 0,1 0 0 0 0,-1 0 1 0 0,1 0-1 0 0,0-1 0 0 0,1 1 0 0 0,2 5 1 0 0,-3-6-24 0 0,-1 0 1 0 0,0 0 0 0 0,-1 1 0 0 0,1-1-1 0 0,-1 0 1 0 0,0 0 0 0 0,0 0 0 0 0,-2 7-1 0 0,1 8 9 0 0,1-8-641 0 0,-2 41 1522 0 0,-2-36-3460 0 0,-3-3-3578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8:02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28 123 3129 0 0,'0'0'1007'0'0,"-28"-1"8009"0"0,28 0-8963 0 0,1 0 0 0 0,-1 1-1 0 0,0-1 1 0 0,1 0 0 0 0,-1 1 0 0 0,1-1-1 0 0,-1 0 1 0 0,0 1 0 0 0,1-1-1 0 0,0 1 1 0 0,-1-1 0 0 0,1 0 0 0 0,-1 1-1 0 0,1 0 1 0 0,0-1 0 0 0,-1 1 0 0 0,1-1-1 0 0,0 1 1 0 0,-1 0 0 0 0,2-1-1 0 0,19-8-93 0 0,-15 7 147 0 0,28-9 137 0 0,0 2 0 0 0,1 1 0 0 0,0 1 0 0 0,42-2 0 0 0,8-1 120 0 0,30-15 218 0 0,-37 8-282 0 0,-54 15-754 0 0,-12 4 44 0 0,-12-2 401 0 0,1 0 1 0 0,-1 0 0 0 0,0 0-1 0 0,0 0 1 0 0,0 0 0 0 0,0 0-1 0 0,1 0 1 0 0,-1 0 0 0 0,0 0-1 0 0,0 0 1 0 0,0 1 0 0 0,0-1-1 0 0,0 0 1 0 0,0 0 0 0 0,1 0-1 0 0,-1 0 1 0 0,0 0 0 0 0,0 1-1 0 0,0-1 1 0 0,0 0 0 0 0,0 0-1 0 0,0 0 1 0 0,0 0 0 0 0,0 1-1 0 0,0-1 1 0 0,0 0-1 0 0,0 0 1 0 0,0 0 0 0 0,0 1-1 0 0,0-1 1 0 0,0 0 0 0 0,0 0-1 0 0,0 0 1 0 0,0 0 0 0 0,0 1-1 0 0,0-1 1 0 0,0 0 0 0 0,0 0-1 0 0,0 0 1 0 0,0 1 0 0 0,0-1-1 0 0,-11 10-4263 0 0,-15 0 2367 0 0,16-6 748 0 0,-5 3-283 0 0,1-1-143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8:02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8274 0 0,'0'0'1924'0'0,"9"-9"465"0"0,13 1-2589 0 0,27-7 571 0 0,-13 11-3655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8:05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192 414 288 0 0,'-3'-8'1439'0'0,"-6"-20"226"0"0,3 0 0 0 0,0-1 0 0 0,2 0 0 0 0,1 1 0 0 0,0-43 0 0 0,3 71-1648 0 0,0 0 1 0 0,0 0-1 0 0,0 0 0 0 0,0 0 1 0 0,0 0-1 0 0,0 1 0 0 0,-1-1 0 0 0,1 0 1 0 0,0 0-1 0 0,0 0 0 0 0,0 0 0 0 0,0 0 1 0 0,0 0-1 0 0,0 0 0 0 0,-1 0 0 0 0,1 0 1 0 0,0 0-1 0 0,0 0 0 0 0,0 0 1 0 0,0 0-1 0 0,0 0 0 0 0,0 0 0 0 0,-1 0 1 0 0,1 0-1 0 0,0 0 0 0 0,0 0 0 0 0,0 0 1 0 0,0 0-1 0 0,0 0 0 0 0,0 0 0 0 0,-1 0 1 0 0,1-1-1 0 0,0 1 0 0 0,0 0 1 0 0,0 0-1 0 0,0 0 0 0 0,0 0 0 0 0,0 0 1 0 0,0 0-1 0 0,0 0 0 0 0,-1 0 0 0 0,1 0 1 0 0,0-1-1 0 0,0 1 0 0 0,0 0 1 0 0,0 0-1 0 0,0 0 0 0 0,0 0 0 0 0,0 0 1 0 0,0 0-1 0 0,0-1 0 0 0,0 1 0 0 0,0 0 1 0 0,0 0-1 0 0,0 0 0 0 0,0 0 0 0 0,0 0 1 0 0,0 0-1 0 0,0-1 0 0 0,0 1 1 0 0,0 0-1 0 0,-7 12 316 0 0,-11 40 52 0 0,3 0 0 0 0,-15 92 0 0 0,18-77 317 0 0,-25 78-1 0 0,36-144-695 0 0,-9 29 449 0 0,-9 46-1 0 0,15-59-158 0 0,5-34-72 0 0,0 3-260 0 0,20-242 78 0 0,8 23-21 0 0,-20 190-10 0 0,25-75 1 0 0,-31 111-14 0 0,-1-1 0 0 0,2 1 0 0 0,-1 1 0 0 0,1-1 0 0 0,7-11 0 0 0,-9 16 1 0 0,0 0 0 0 0,0-1 1 0 0,0 1-1 0 0,1 0 0 0 0,-1 0 0 0 0,0 0 1 0 0,1 1-1 0 0,0-1 0 0 0,-1 1 1 0 0,1-1-1 0 0,0 1 0 0 0,0 0 0 0 0,0 0 1 0 0,0 0-1 0 0,0 0 0 0 0,3 0 1 0 0,-1 0 0 0 0,0 0 1 0 0,0-1-1 0 0,0 1 1 0 0,0-1-1 0 0,5-3 1 0 0,-6 3 0 0 0,0 0-1 0 0,0 1 1 0 0,0-1-1 0 0,1 1 1 0 0,-1 0-1 0 0,0 0 1 0 0,1 0-1 0 0,5 0 1 0 0,-7 1 4 0 0,-1 0 0 0 0,0 0 0 0 0,1 0 1 0 0,-1 0-1 0 0,1 0 0 0 0,-1 1 0 0 0,0-1 0 0 0,1 1 1 0 0,-1 0-1 0 0,0 0 0 0 0,1-1 0 0 0,-1 2 0 0 0,0-1 1 0 0,0 0-1 0 0,4 3 0 0 0,-3 0 9 0 0,0 0-1 0 0,0 0 1 0 0,0 0 0 0 0,-1 1-1 0 0,1-1 1 0 0,2 7-1 0 0,-1-4 1 0 0,-1 0-1 0 0,1 0 0 0 0,-1 1 1 0 0,-1-1-1 0 0,0 0 0 0 0,0 1 1 0 0,0 0-1 0 0,-1-1 0 0 0,0 1 1 0 0,0 0-1 0 0,-1 0 0 0 0,-1 13 1 0 0,0-13-1 0 0,-1 0 1 0 0,-1-1-1 0 0,1 0 1 0 0,-1 1-1 0 0,0-1 1 0 0,-5 8-1 0 0,-7 14 19 0 0,12-22-17 0 0,-1-1-1 0 0,0 1 0 0 0,0-1 0 0 0,0 0 0 0 0,-1-1 0 0 0,-9 11 1 0 0,-39 29 18 0 0,44-37-42 0 0,-27 19 75 0 0,-72 42 0 0 0,102-66-38 0 0,1 0 0 0 0,-1 0-1 0 0,1 1 1 0 0,0 0-1 0 0,-7 7 1 0 0,10-9-26 0 0,1-1 0 0 0,0 0 1 0 0,0 1-1 0 0,1-1 0 0 0,-1 1 1 0 0,0-1-1 0 0,0 1 0 0 0,1-1 0 0 0,-1 1 1 0 0,1-1-1 0 0,-1 1 0 0 0,1 0 1 0 0,0-1-1 0 0,0 1 0 0 0,-1 0 0 0 0,1-1 1 0 0,0 1-1 0 0,1 0 0 0 0,-1-1 1 0 0,0 1-1 0 0,0 0 0 0 0,1-1 0 0 0,-1 1 1 0 0,1-1-1 0 0,-1 1 0 0 0,1 0 1 0 0,1 1-1 0 0,0-1 3 0 0,1 0 0 0 0,0-1-1 0 0,0 1 1 0 0,-1-1 0 0 0,1 1 0 0 0,0-1 0 0 0,0 0 0 0 0,1 0 0 0 0,3 1 0 0 0,6 2-9 0 0,90 51 67 0 0,-9-5 133 0 0,-55-32-114 0 0,3 1-414 0 0,-15-6-5142 0 0,-23-11 3024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8:05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362 40 8898 0 0,'-18'-17'3415'0'0,"14"15"-3236"0"0,-4-2 162 0 0,-1 0-1 0 0,1 1 1 0 0,-13-4 0 0 0,18 6-281 0 0,0 0 0 0 0,0 1 1 0 0,0 0-1 0 0,0-1 0 0 0,0 1 1 0 0,0 0-1 0 0,0 1 0 0 0,0-1 0 0 0,0 0 1 0 0,0 1-1 0 0,0 0 0 0 0,0 0 1 0 0,0 0-1 0 0,-5 2 0 0 0,1 1 32 0 0,0 1 0 0 0,0 0 0 0 0,0 0 0 0 0,1 0 0 0 0,-1 1 0 0 0,1-1 0 0 0,1 2 0 0 0,-1-1 0 0 0,1 1 0 0 0,0-1 0 0 0,-6 14 0 0 0,6-10-37 0 0,0 0-1 0 0,1 0 1 0 0,0 0-1 0 0,1 0 1 0 0,0 1-1 0 0,1 0 1 0 0,-2 14-1 0 0,3-19-19 0 0,0 0-1 0 0,-1-1 1 0 0,0 1 0 0 0,-4 10-1 0 0,4-13-29 0 0,0 0 0 0 0,1 0-1 0 0,0 0 1 0 0,-1 0 0 0 0,1 0-1 0 0,1 0 1 0 0,-1 1 0 0 0,0-1 0 0 0,1 0-1 0 0,-1 1 1 0 0,1-1 0 0 0,0 0 0 0 0,0 1-1 0 0,1-1 1 0 0,-1 0 0 0 0,1 1 0 0 0,-1-1-1 0 0,3 6 1 0 0,-1-6 4 0 0,-1 1 0 0 0,1 0 0 0 0,1-1 0 0 0,-1 1 1 0 0,0-1-1 0 0,1 0 0 0 0,0 1 0 0 0,0-1 0 0 0,0-1 0 0 0,0 1 0 0 0,6 4 0 0 0,1-1 26 0 0,1 0 1 0 0,19 7-1 0 0,-19-9-11 0 0,0 0 0 0 0,-1 1-1 0 0,19 12 1 0 0,-28-16-45 0 0,36 31 729 0 0,-35-31-654 0 0,-1 1 0 0 0,1-1-1 0 0,-1 1 1 0 0,0 0 0 0 0,1-1 0 0 0,-1 1 0 0 0,0 0 0 0 0,0 0 0 0 0,0 0 0 0 0,-1 0-1 0 0,1 0 1 0 0,0 0 0 0 0,-1 0 0 0 0,1 0 0 0 0,-1 0 0 0 0,0 0 0 0 0,1 0 0 0 0,-1 0-1 0 0,0 0 1 0 0,0 0 0 0 0,-1 3 0 0 0,0-4-49 0 0,0 1 1 0 0,-1 0-1 0 0,1-1 0 0 0,-1 0 1 0 0,1 1-1 0 0,-1-1 0 0 0,0 0 1 0 0,1 0-1 0 0,-1 0 0 0 0,0 0 0 0 0,0 0 1 0 0,0 0-1 0 0,1 0 0 0 0,-1 0 1 0 0,0-1-1 0 0,0 1 0 0 0,0-1 1 0 0,-3 0-1 0 0,-2 3-5 0 0,-145 38-338 0 0,48-25-4010 0 0,85-14 1936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8:08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236 104 576 0 0,'0'0'2171'0'0,"-24"0"2102"0"0,-9-2-2091 0 0,-34-5 0 0 0,35 3-1044 0 0,-34-1 0 0 0,65 5-1116 0 0,1 0 0 0 0,0 0-1 0 0,-1 1 1 0 0,1-1-1 0 0,-1 0 1 0 0,1 0 0 0 0,-1 0-1 0 0,1 0 1 0 0,0 0 0 0 0,-1 0-1 0 0,1 0 1 0 0,-1-1-1 0 0,1 1 1 0 0,0 0 0 0 0,-1 0-1 0 0,1 0 1 0 0,-1 0 0 0 0,1 0-1 0 0,0-1 1 0 0,-1 1-1 0 0,1 0 1 0 0,0 0 0 0 0,-1 0-1 0 0,1-1 1 0 0,0 1 0 0 0,-1 0-1 0 0,1-1 1 0 0,0 1-1 0 0,0 0 1 0 0,-1-1 0 0 0,1 1-1 0 0,0 0 1 0 0,0-1 0 0 0,-1 1-1 0 0,1-1 1 0 0,0 1-1 0 0,0 0 1 0 0,0-1 0 0 0,0 1-1 0 0,0-1 1 0 0,0 1 0 0 0,0 0-1 0 0,0-1 1 0 0,0 1-1 0 0,0-1 1 0 0,0-1-5 0 0,1 1 0 0 0,-1 0-1 0 0,1 0 1 0 0,-1 0 0 0 0,1 0 0 0 0,0 0 0 0 0,-1 0-1 0 0,1 0 1 0 0,0 0 0 0 0,0 1 0 0 0,0-1 0 0 0,0 0-1 0 0,0 0 1 0 0,0 1 0 0 0,0-1 0 0 0,1-1 0 0 0,5-1 7 0 0,1-1 0 0 0,-1 1 0 0 0,1 0 0 0 0,-1 0 0 0 0,1 1 0 0 0,0 0 0 0 0,0 0 0 0 0,0 1 0 0 0,0 0 0 0 0,0 1 0 0 0,0 0 0 0 0,0 0 0 0 0,0 0 0 0 0,0 1 0 0 0,10 2 0 0 0,-2 0 108 0 0,-1-2 1 0 0,1 1-1 0 0,0-2 1 0 0,0-1-1 0 0,0 0 1 0 0,0 0-1 0 0,17-5 1 0 0,-7 2-98 0 0,39-2 1 0 0,-24 8-11 0 0,43 8 1 0 0,-43-5-1 0 0,46 1 0 0 0,-14-7-5 0 0,-21 0-12 0 0,1 1 0 0 0,74 12 0 0 0,-68-4 27 0 0,1-2-1 0 0,102-2 1 0 0,-23-7 4 0 0,191-9 13 0 0,-266 9-19 0 0,1 2 1 0 0,75 10 0 0 0,123 2 22 0 0,-103-1 13 0 0,86-21-43 0 0,-133-11 11 0 0,-77 13-11 0 0,45-4 0 0 0,-11 13-2 0 0,-53 1-9 0 0,1-1-1 0 0,31-3 1 0 0,-39 1-21 0 0,-1-1 0 0 0,1-1 0 0 0,-1 1 0 0 0,17-10 0 0 0,-16 8-96 0 0,-9 5 69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8:08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91 1712 0 0,'0'0'240'0'0,"-8"-22"2905"0"0,9-47 4066 0 0,-2 177-6944 0 0,-2-30 16 0 0,16 146-1 0 0,3-107 515 0 0,3 158 0 0 0,-19-273-791 0 0,0 0 0 0 0,0 0 0 0 0,-1 0 0 0 0,1 0 0 0 0,0 0 0 0 0,-1 0-1 0 0,0 0 1 0 0,1 0 0 0 0,-1 0 0 0 0,0 0 0 0 0,0 0 0 0 0,-2 3 0 0 0,-6 5-5306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8:10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35 302 4881 0 0,'0'0'205'0'0,"-23"-22"4538"0"0,12 17-1899 0 0,23 6-803 0 0,28-3-1873 0 0,1-2 0 0 0,54-12 0 0 0,18-3 91 0 0,-73 15-105 0 0,0-2-1 0 0,-1-2 1 0 0,0-2 0 0 0,57-21 0 0 0,-77 24-100 0 0,1 1-1 0 0,0 0 1 0 0,0 1-1 0 0,0 2 1 0 0,1 0-1 0 0,-1 1 1 0 0,29 1-1 0 0,-48 1-53 0 0,-27 0-2012 0 0,0 3 1633 0 0,1 2 0 0 0,-1 0 0 0 0,1 2 1 0 0,1 0-1 0 0,-25 12 0 0 0,12-5-156 0 0,-40 9 1 0 0,-74 5 369 0 0,-17 3 854 0 0,126-25 2205 0 0,42-6-2754 0 0,0 1-112 0 0,1-1 0 0 0,-1 1-1 0 0,0 0 1 0 0,1-1 0 0 0,-1 1 0 0 0,0-1 0 0 0,1 1 0 0 0,-1-1-1 0 0,1 1 1 0 0,-1-1 0 0 0,1 1 0 0 0,-1-1 0 0 0,1 1 0 0 0,-1-1 0 0 0,1 1-1 0 0,0-1 1 0 0,-1 0 0 0 0,1 0 0 0 0,-1 1 0 0 0,1-1 0 0 0,0 0-1 0 0,0 0 1 0 0,-1 1 0 0 0,1-1 0 0 0,0 0 0 0 0,0 0 0 0 0,23 3 4 0 0,-21-3 47 0 0,36 3 213 0 0,0-1 0 0 0,0-3 0 0 0,70-9 0 0 0,112-40 28 0 0,-136 27-221 0 0,164-24 1 0 0,-21 31-6 0 0,-119 8-65 0 0,58-1 37 0 0,-149 9-44 0 0,54 0 16 0 0,98-12 1 0 0,-66-9 24 0 0,-71 13-51 0 0,0 1 0 0 0,1 2 0 0 0,44-2-1 0 0,89-3 18 0 0,0 1-18 0 0,-50 12 13 0 0,-46 0-23 0 0,76-8 0 0 0,-107 2 43 0 0,162-23 25 0 0,-6 2 61 0 0,-156 19-75 0 0,1 2 1 0 0,46 2-1 0 0,-69 1-23 0 0,10-5 690 0 0,-28 28-3331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8:12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28 5305 0 0,'-29'-21'6590'0'0,"26"21"-6033"0"0,2 0-501 0 0,1 1 1 0 0,0-1-1 0 0,0 0 0 0 0,-1 0 1 0 0,1 0-1 0 0,0 0 1 0 0,0 0-1 0 0,-1 0 0 0 0,1 0 1 0 0,0 0-1 0 0,0 0 0 0 0,-1 0 1 0 0,1 0-1 0 0,0 0 1 0 0,0 0-1 0 0,-1 0 0 0 0,1 0 1 0 0,0-1-1 0 0,0 1 1 0 0,0 0-1 0 0,-1 0 0 0 0,1 0 1 0 0,0 0-1 0 0,0 0 0 0 0,0 0 1 0 0,-1-1-1 0 0,1 1 1 0 0,0 0-1 0 0,0 0 0 0 0,0 0 1 0 0,0 0-1 0 0,-1-1 0 0 0,1 1 1 0 0,0 0-1 0 0,0 0 1 0 0,0 0-1 0 0,0-1 0 0 0,0 1 1 0 0,0 0-1 0 0,0 0 0 0 0,0-1 1 0 0,0 1-1 0 0,0 0 1 0 0,0 0-1 0 0,-1-1 0 0 0,1 1 1 0 0,1 0-1 0 0,-1 0 1 0 0,0-1-1 0 0,0 1 0 0 0,20 19 252 0 0,-13-13-271 0 0,1 0-1 0 0,0-1 0 0 0,0-1 0 0 0,0 1 0 0 0,1-1 0 0 0,14 4 1 0 0,56 12 180 0 0,-32-10-165 0 0,-17 5 111 0 0,-29-14-116 0 0,0-1 0 0 0,0 1 0 0 0,0 0 0 0 0,0-1 0 0 0,-1 1 0 0 0,1 0 0 0 0,0 0 0 0 0,0-1 0 0 0,0 1 0 0 0,0 0 1 0 0,-1 0-1 0 0,1 0 0 0 0,0 0 0 0 0,-1 0 0 0 0,1 0 0 0 0,-1 0 0 0 0,1 0 0 0 0,-1 1 0 0 0,0-1 0 0 0,1 0 0 0 0,-1 0 0 0 0,0 0 0 0 0,0 0 0 0 0,0 2 0 0 0,-2 0-8 0 0,0-1-1 0 0,0 1 0 0 0,0 0 1 0 0,-1-1-1 0 0,0 0 1 0 0,1 0-1 0 0,-1 1 1 0 0,0-2-1 0 0,0 1 1 0 0,0 0-1 0 0,0 0 0 0 0,0-1 1 0 0,-5 2-1 0 0,-6 4 51 0 0,-25 14 101 0 0,6-4-140 0 0,-57 41 1 0 0,84-54-228 0 0,4-3-100 0 0,0 1-1 0 0,-1 0 0 0 0,1-1 1 0 0,0 1-1 0 0,0 0 1 0 0,1 0-1 0 0,-1 0 1 0 0,0 1-1 0 0,1-1 0 0 0,-1 0 1 0 0,1 1-1 0 0,-2 3 1 0 0,-1 4-3255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8:15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53 1232 0 0,'0'0'1403'0'0,"0"-24"4189"0"0,-2 22-5361 0 0,1 1-1 0 0,-1-1 0 0 0,1 0 1 0 0,-1 1-1 0 0,1 0 1 0 0,-1-1-1 0 0,0 1 1 0 0,0 0-1 0 0,0-1 0 0 0,0 1 1 0 0,0 0-1 0 0,0 1 1 0 0,0-1-1 0 0,0 0 0 0 0,0 0 1 0 0,0 1-1 0 0,0 0 1 0 0,-1-1-1 0 0,1 1 1 0 0,0 0-1 0 0,0 0 0 0 0,-5 0 1 0 0,6 0-190 0 0,0 1 1 0 0,0-1-1 0 0,0 0 1 0 0,0 0-1 0 0,0-1 0 0 0,0 1 1 0 0,0 0-1 0 0,-1 0 1 0 0,1 0-1 0 0,0-1 0 0 0,0 1 1 0 0,0 0-1 0 0,0-1 1 0 0,0 1-1 0 0,0-1 0 0 0,0 0 1 0 0,1 1-1 0 0,-1-1 1 0 0,0 0-1 0 0,-1-1 1001 0 0,1 17-952 0 0,-7 68-4 0 0,4 97 0 0 0,2-50-54 0 0,-33 261 258 0 0,18-249-168 0 0,9-56 41 0 0,3 40 306 0 0,1-7-62 0 0,2 64-231 0 0,4-91-53 0 0,0-50 11 0 0,13 71 0 0 0,-8-71-107 0 0,3 74-1 0 0,-11-84-20 0 0,0-17 53 0 0,1 0-1 0 0,2 26 1 0 0,1-27 25 0 0,2 30-3 0 0,-5-43-183 0 0,0 15-39 0 0,0-6-5968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8:15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199 108 7434 0 0,'-198'0'7048'0'0,"198"0"-6900"0"0,9 0 331 0 0,9 0-448 0 0,222-3 1042 0 0,-163-2-606 0 0,87-16-1 0 0,1-9-210 0 0,1 8 0 0 0,195-1-1 0 0,-314 21-187 0 0,-31 1-34 0 0,1 0 1 0 0,0 1-1 0 0,0 1 1 0 0,0 0-1 0 0,32 8 1 0 0,-49-9-43 0 0,0 0 0 0 0,0 0 1 0 0,0 0-1 0 0,0 0 0 0 0,0 0 1 0 0,0 0-1 0 0,1 0 0 0 0,-1 0 0 0 0,0 0 1 0 0,0 0-1 0 0,0 0 0 0 0,0 0 1 0 0,0 0-1 0 0,0 0 0 0 0,0 0 0 0 0,0 0 1 0 0,1 1-1 0 0,-1-1 0 0 0,0 0 1 0 0,0 0-1 0 0,0 0 0 0 0,0 0 0 0 0,0 0 1 0 0,0 0-1 0 0,0 0 0 0 0,0 0 1 0 0,0 0-1 0 0,0 0 0 0 0,0 0 1 0 0,1 0-1 0 0,-1 1 0 0 0,0-1 0 0 0,0 0 1 0 0,0 0-1 0 0,0 0 0 0 0,0 0 1 0 0,0 0-1 0 0,0 0 0 0 0,0 0 0 0 0,0 0 1 0 0,0 1-1 0 0,0-1 0 0 0,0 0 1 0 0,0 0-1 0 0,0 0 0 0 0,0 0 0 0 0,0 0 1 0 0,0 0-1 0 0,0 0 0 0 0,0 1 1 0 0,0-1-1 0 0,0 0 0 0 0,0 0 0 0 0,-1 0 1 0 0,-7 4-821 0 0,-15 2-1010 0 0,20-5 1531 0 0,-33 12-5339 0 0,27-8 2638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8:16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9 7330 0 0,'-15'3'7402'0'0,"19"-1"-7273"0"0,0-1 0 0 0,0 0 0 0 0,0 0 0 0 0,0 0 0 0 0,0 0 0 0 0,0-1 0 0 0,0 1 0 0 0,0-1 0 0 0,0 0-1 0 0,0 0 1 0 0,6-1 0 0 0,1 0 78 0 0,264-11-188 0 0,-225 7-4136 0 0,-46 5 2147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8:16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68 10858 0 0,'0'0'2417'0'0,"10"0"-1177"0"0,55-4-901 0 0,-1-2 0 0 0,100-23-1 0 0,-152 26-860 0 0,-1 0 0 0 0,1-1 0 0 0,14-6 0 0 0,-9 1-3183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8:18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418 492 2481 0 0,'0'-17'1987'0'0,"2"-20"-126"0"0,1-1 0 0 0,9-42 0 0 0,-12 77-1706 0 0,1 0 0 0 0,-1 0-1 0 0,1-1 1 0 0,-1 1-1 0 0,0 0 1 0 0,0-1 0 0 0,0 1-1 0 0,-1 0 1 0 0,1-1-1 0 0,-1 1 1 0 0,0 0 0 0 0,0 0-1 0 0,0-1 1 0 0,0 1-1 0 0,0 0 1 0 0,-1 0 0 0 0,1 0-1 0 0,-1 1 1 0 0,-3-5-1 0 0,3 5-92 0 0,-1-1 0 0 0,-1 1 0 0 0,1-1-1 0 0,0 1 1 0 0,0 0 0 0 0,-1 0 0 0 0,1 1 0 0 0,-1-1-1 0 0,0 1 1 0 0,1-1 0 0 0,-1 1 0 0 0,0 0 0 0 0,0 1-1 0 0,0-1 1 0 0,1 1 0 0 0,-7-1 0 0 0,-1 2 49 0 0,0-1 0 0 0,1 2 0 0 0,-1 0 0 0 0,0 0 0 0 0,0 1 0 0 0,1 0 0 0 0,-1 0 0 0 0,1 2 0 0 0,-16 8 1 0 0,-23 8 72 0 0,41-18-172 0 0,1 1 1 0 0,0 0 0 0 0,1 0 0 0 0,-1 1 0 0 0,1-1 0 0 0,0 1-1 0 0,0 1 1 0 0,0 0 0 0 0,1-1 0 0 0,-9 13 0 0 0,3-2-12 0 0,0 0 1 0 0,2 0 0 0 0,-12 27 0 0 0,17-30 27 0 0,-1 0 1 0 0,-2 18-1 0 0,5-21-12 0 0,0-1 0 0 0,0 1-1 0 0,-1-1 1 0 0,-1 1 0 0 0,-5 10 0 0 0,6-14 18 0 0,1-1 0 0 0,0 0 0 0 0,0 1 0 0 0,0-1 0 0 0,1 1 0 0 0,-1 0 0 0 0,1-1 0 0 0,1 1 0 0 0,-1 0 0 0 0,1 0 0 0 0,0-1 0 0 0,0 1 0 0 0,1 0 0 0 0,1 6 0 0 0,-1-8-6 0 0,0 1 0 0 0,0-1 1 0 0,0 0-1 0 0,0 0 1 0 0,1 0-1 0 0,0 0 0 0 0,0 0 1 0 0,0 0-1 0 0,0 0 0 0 0,1-1 1 0 0,-1 1-1 0 0,1-1 1 0 0,0 1-1 0 0,0-1 0 0 0,1 0 1 0 0,-1 0-1 0 0,0-1 1 0 0,8 5-1 0 0,1-2 23 0 0,1 0 0 0 0,-1-1-1 0 0,25 5 1 0 0,-23-6-13 0 0,0 0-1 0 0,0 1 1 0 0,14 7-1 0 0,-19-7-12 0 0,1-1 1 0 0,-1 0-1 0 0,1-1 0 0 0,-1 1 0 0 0,1-2 0 0 0,0 0 0 0 0,0 0 0 0 0,0 0 0 0 0,0-1 0 0 0,0-1 0 0 0,19-3 0 0 0,-16 1 7 0 0,-1 0-1 0 0,1-1 1 0 0,-1 0-1 0 0,0-1 1 0 0,0 0-1 0 0,0-1 1 0 0,-1 0-1 0 0,21-16 1 0 0,-26 17-18 0 0,0-1 0 0 0,0-1 0 0 0,-1 1 0 0 0,0-1 1 0 0,0 0-1 0 0,0 0 0 0 0,-1 0 0 0 0,0-1 0 0 0,0 1 0 0 0,3-12 1 0 0,1-6 27 0 0,-1 0 1 0 0,5-29-1 0 0,-9 35-20 0 0,-2 7-9 0 0,2 0 0 0 0,-1 0 0 0 0,2 1 1 0 0,6-18-1 0 0,-6 18 1 0 0,0-1 1 0 0,-1 1 0 0 0,0-1 0 0 0,-1 0-1 0 0,0 0 1 0 0,-1 0 0 0 0,0 0 0 0 0,-1 0-1 0 0,0 0 1 0 0,-1 0 0 0 0,-5-24 0 0 0,0 10 40 0 0,-1-1 1 0 0,-1 2-1 0 0,-1-1 1 0 0,-17-30 0 0 0,18 37-45 0 0,7 16-11 0 0,0-1 0 0 0,-1 1 0 0 0,1-1 1 0 0,-1 1-1 0 0,0-1 0 0 0,0 1 0 0 0,0 0 0 0 0,-1 0 0 0 0,1 0 0 0 0,-1 0 0 0 0,-4-3 0 0 0,0 1-7 0 0,-1 1 0 0 0,0 0 0 0 0,-1 0 0 0 0,1 1 1 0 0,-9-2-1 0 0,-25-11-79 0 0,36 13 75 0 0,1 1 0 0 0,-1 0 0 0 0,0 1 1 0 0,0-1-1 0 0,0 1 0 0 0,0 0 0 0 0,0 1 0 0 0,0-1 0 0 0,0 1 0 0 0,0 0 1 0 0,0 1-1 0 0,-7 0 0 0 0,-3 3-39 0 0,0 0 1 0 0,0 1-1 0 0,-18 8 0 0 0,28-10 40 0 0,-1 1 0 0 0,0 0 0 0 0,1 0 0 0 0,0 1 0 0 0,0 0-1 0 0,0 0 1 0 0,1 0 0 0 0,0 1 0 0 0,0 0 0 0 0,0 0 0 0 0,1 0 0 0 0,-1 0-1 0 0,-3 9 1 0 0,2-3 1 0 0,1-1-1 0 0,0 1 0 0 0,0 0 1 0 0,2 0-1 0 0,-1 0 0 0 0,1 0 1 0 0,-1 17-1 0 0,3-24 5 0 0,0 0 0 0 0,0 0 0 0 0,0 0 0 0 0,-1 0 0 0 0,-4 9 0 0 0,4-10 7 0 0,0 1 1 0 0,0-1-1 0 0,1 1 1 0 0,-1-1 0 0 0,1 1-1 0 0,0-1 1 0 0,0 1-1 0 0,1 5 1 0 0,0-6-5 0 0,0 1 0 0 0,1-1 0 0 0,-1 1 0 0 0,1-1 0 0 0,1 1 0 0 0,-1-1 0 0 0,0 0 0 0 0,1 1 0 0 0,0-1 0 0 0,0 0 0 0 0,0 0 1 0 0,1 0-1 0 0,-1 0 0 0 0,1-1 0 0 0,4 5 0 0 0,5 4-11 0 0,0-1 1 0 0,27 19-1 0 0,-27-22 8 0 0,-1 1-1 0 0,0 0 1 0 0,0 0-1 0 0,12 16 1 0 0,28 39 109 0 0,67 66-1 0 0,-110-124 13 0 0,0 1-1 0 0,1-1 1 0 0,0 0 0 0 0,15 7-1 0 0,11 7 620 0 0,-31-17-651 0 0,-4-2-78 0 0,1-1-1 0 0,0 1 0 0 0,0-1 1 0 0,0 1-1 0 0,-1-1 1 0 0,1 1-1 0 0,0-1 1 0 0,0 0-1 0 0,0 1 1 0 0,0-1-1 0 0,0 0 1 0 0,0 0-1 0 0,-1 0 1 0 0,1 1-1 0 0,0-1 0 0 0,1 0 1 0 0,0 5-149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9:20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102 198 72 0 0,'2'-194'10009'0'0,"-1"190"-9183"0"0,0 6-339 0 0,4 13-216 0 0,2 22-307 0 0,6 255 1097 0 0,-3-24-497 0 0,106 523-248 0 0,-58-382 4 0 0,-57-151 359 0 0,-1-33-393 0 0,8-83-190 0 0,-3-69-64 0 0,4 118 506 0 0,4-64-456 0 0,-13 47-88 0 0,5-161 221 0 0,-5-13-199 0 0,1 1-1 0 0,-1-1 1 0 0,0 1 0 0 0,1 0-1 0 0,-1-1 1 0 0,1 1 0 0 0,-1 0 0 0 0,0-1-1 0 0,1 1 1 0 0,-1 0 0 0 0,0 0 0 0 0,0-1-1 0 0,0 1 1 0 0,0 0 0 0 0,0 0-1 0 0,1-1 1 0 0,-1 1 0 0 0,0 0 0 0 0,-1 0-1 0 0,1 0 1 0 0,0-1 0 0 0,0 1-1 0 0,0 0 1 0 0,0 0 0 0 0,-1-1 0 0 0,1 1-1 0 0,0 0 1 0 0,-1-1 0 0 0,1 1-1 0 0,0 0 1 0 0,-1-1 0 0 0,1 1 0 0 0,-1-1-1 0 0,1 1 1 0 0,-1 0 0 0 0,1-1-1 0 0,-1 1 1 0 0,0-1 0 0 0,1 1 0 0 0,-1-1-1 0 0,1 0 1 0 0,-1 1 0 0 0,-1-1 0 0 0,-23 16 273 0 0,-1-2 0 0 0,0-2 1 0 0,-1 0-1 0 0,-49 14 1 0 0,-66 14 579 0 0,122-32-842 0 0,19-8-31 0 0,1 1 1 0 0,-1-1-1 0 0,1 0 1 0 0,-1 1-1 0 0,1-1 1 0 0,0 0-1 0 0,-1 1 1 0 0,1-1-1 0 0,0 1 0 0 0,-1-1 1 0 0,1 1-1 0 0,0-1 1 0 0,-1 1-1 0 0,1-1 1 0 0,0 1-1 0 0,0-1 1 0 0,0 1-1 0 0,0-1 1 0 0,-1 1-1 0 0,1 0 1 0 0,1 1-2 0 0,-1-1 1 0 0,1 1-1 0 0,0-1 0 0 0,-1 0 1 0 0,1 1-1 0 0,0-1 1 0 0,0 0-1 0 0,0 1 1 0 0,0-1-1 0 0,0 0 0 0 0,0 0 1 0 0,0 0-1 0 0,0 0 1 0 0,1 0-1 0 0,-1 0 1 0 0,0 0-1 0 0,1-1 0 0 0,-1 1 1 0 0,3 1-1 0 0,13 6-15 0 0,0-1 1 0 0,1-1-1 0 0,-1 0 0 0 0,1-1 0 0 0,31 4 0 0 0,97 4 22 0 0,-54-7 10 0 0,-33-1 35 0 0,0 2 1 0 0,-1 4-1 0 0,95 29 0 0 0,-150-40-27 0 0,-1 1 0 0 0,0 0-1 0 0,0 0 1 0 0,0 0 0 0 0,0 1 0 0 0,0-1-1 0 0,0 0 1 0 0,0 1 0 0 0,0 0 0 0 0,0-1-1 0 0,0 1 1 0 0,-1 0 0 0 0,1 0-1 0 0,-1 0 1 0 0,2 3 0 0 0,-2-4-14 0 0,-1 0 1 0 0,0 0 0 0 0,1 1-1 0 0,-1-1 1 0 0,0 1 0 0 0,0-1-1 0 0,0 0 1 0 0,1 1 0 0 0,-2-1-1 0 0,1 0 1 0 0,0 1 0 0 0,0-1-1 0 0,0 1 1 0 0,-1-1-1 0 0,1 0 1 0 0,0 1 0 0 0,-1-1-1 0 0,1 0 1 0 0,-1 0 0 0 0,0 1-1 0 0,1-1 1 0 0,-1 0 0 0 0,0 0-1 0 0,0 0 1 0 0,0 0 0 0 0,0 0-1 0 0,0 0 1 0 0,0 0-1 0 0,-1 1 1 0 0,-7 4-3 0 0,-1-1 1 0 0,1 0-1 0 0,-1-1 0 0 0,0 0 1 0 0,0 0-1 0 0,0-1 0 0 0,-12 2 0 0 0,1 1 1 0 0,-70 22 83 0 0,-161 44-110 0 0,213-65 33 0 0,31-7-5 0 0,0 1 0 0 0,0 0 0 0 0,1 1 0 0 0,-1 0 0 0 0,0 0-1 0 0,1 0 1 0 0,-1 1 0 0 0,1 0 0 0 0,-13 8 0 0 0,18-9-10 0 0,0 0 1 0 0,0 0-1 0 0,0 0 1 0 0,0 0-1 0 0,0 0 1 0 0,0 1-1 0 0,1-1 1 0 0,-1 0-1 0 0,1 1 1 0 0,0 0-1 0 0,0-1 1 0 0,0 1-1 0 0,0 0 1 0 0,0-1-1 0 0,0 1 1 0 0,1 0-1 0 0,-1 0 1 0 0,1 0-1 0 0,0 0 1 0 0,0-1-1 0 0,0 1 1 0 0,0 0-1 0 0,0 0 1 0 0,1 0-1 0 0,-1 0 1 0 0,1-1-1 0 0,0 1 1 0 0,2 5-1 0 0,-1-6 1 0 0,0 0 0 0 0,1 0 0 0 0,-1 0 0 0 0,1 0 0 0 0,0 0 0 0 0,-1-1 0 0 0,1 1 0 0 0,0-1 0 0 0,0 0 0 0 0,6 2 0 0 0,9 4-14 0 0,-8-2 18 0 0,0-1 0 0 0,0 0 0 0 0,0 0 0 0 0,0-1 0 0 0,1 0-1 0 0,-1-1 1 0 0,15 1 0 0 0,79 1-3 0 0,-48-3 27 0 0,-27 0-36 0 0,121 11 77 0 0,-140-11-58 0 0,-1 1 0 0 0,1 0 0 0 0,-1 1-1 0 0,1 0 1 0 0,-1 0 0 0 0,17 9 0 0 0,-23-10-4 0 0,-1 0 1 0 0,0 0 0 0 0,0 0-1 0 0,0 0 1 0 0,0 0-1 0 0,0 1 1 0 0,0-1-1 0 0,0 1 1 0 0,-1-1 0 0 0,0 1-1 0 0,1-1 1 0 0,-1 1-1 0 0,0 0 1 0 0,0 0-1 0 0,0 0 1 0 0,-1-1 0 0 0,1 1-1 0 0,-1 0 1 0 0,1 0-1 0 0,-1 0 1 0 0,0 0 0 0 0,0 0-1 0 0,0 0 1 0 0,-1 0-1 0 0,1 0 1 0 0,-1 0-1 0 0,0 0 1 0 0,1 0 0 0 0,-1-1-1 0 0,-3 6 1 0 0,1-1 4 0 0,0-1 1 0 0,0 1 0 0 0,0-1-1 0 0,-1 0 1 0 0,0 0-1 0 0,-1 0 1 0 0,1 0 0 0 0,-1-1-1 0 0,0 0 1 0 0,-1 0 0 0 0,-8 7-1 0 0,-42 19 40 0 0,-92 38 0 0 0,-10 5-73 0 0,117-52 50 0 0,-72 42-67 0 0,109-61 32 0 0,0-1 0 0 0,1 1 0 0 0,-1 0 0 0 0,1 1 0 0 0,0-1 0 0 0,0 0 0 0 0,0 1 0 0 0,0 0 0 0 0,-2 5 0 0 0,3-7 1 0 0,1 1 1 0 0,0-1 0 0 0,0 1 0 0 0,0-1-1 0 0,0 1 1 0 0,0 0 0 0 0,1-1 0 0 0,-1 1-1 0 0,1 0 1 0 0,0 0 0 0 0,-1-1 0 0 0,1 1-1 0 0,0 0 1 0 0,1 0 0 0 0,-1-1 0 0 0,1 5 0 0 0,1-6 3 0 0,-1 0 1 0 0,1 0 0 0 0,0 0 0 0 0,-1-1-1 0 0,1 1 1 0 0,0 0 0 0 0,-1-1 0 0 0,1 0-1 0 0,0 1 1 0 0,0-1 0 0 0,-1 0 0 0 0,1 0-1 0 0,0 0 1 0 0,2 0 0 0 0,15 3-14 0 0,-4 4 15 0 0,-6-3 2 0 0,-1 0 1 0 0,1-1 0 0 0,0 0-1 0 0,0-1 1 0 0,0 1 0 0 0,0-1-1 0 0,11 0 1 0 0,25-3 17 0 0,-34 0-12 0 0,0 1 1 0 0,1 0-1 0 0,-1 0 1 0 0,0 1 0 0 0,15 4-1 0 0,-25-5-4 0 0,1 1 0 0 0,-1 0-1 0 0,0-1 1 0 0,1 1 0 0 0,-1 0 0 0 0,0 0-1 0 0,0 0 1 0 0,1 0 0 0 0,-1 0 0 0 0,0 1-1 0 0,0-1 1 0 0,0 0 0 0 0,-1 0-1 0 0,1 1 1 0 0,0-1 0 0 0,0 1 0 0 0,-1-1-1 0 0,1 0 1 0 0,-1 1 0 0 0,1 2 0 0 0,7 12 8 0 0,-3-6-13 0 0,0-1 0 0 0,0 1 0 0 0,-1 0 0 0 0,-1 0 0 0 0,0 0-1 0 0,0 1 1 0 0,1 13 0 0 0,4 79-13 0 0,-5-46 38 0 0,3 162 13 0 0,5 48-27 0 0,30 146-25 0 0,-11-43 70 0 0,-13-242 42 0 0,-4-32-26 0 0,-8-52-6 0 0,13 54-1 0 0,-15-88-354 0 0,0 0 1 0 0,0 0-1 0 0,1-1 0 0 0,9 17 0 0 0,-10-23-1444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9:20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1 1448 0 0,'-74'4'2904'0'0,"45"-2"1148"0"0,12-1 3641 0 0,172 13-6724 0 0,87 6 122 0 0,-178-18-901 0 0,115-11 0 0 0,-42 1 138 0 0,-78 8-7848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9:21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13715 0 0,'-1'0'20'0'0,"0"1"1"0"0,1-1-1 0 0,-1 1 1 0 0,0 0-1 0 0,1-1 1 0 0,-1 1-1 0 0,1-1 1 0 0,-1 1-1 0 0,1 0 1 0 0,-1 0-1 0 0,1-1 1 0 0,-1 1-1 0 0,1 0 1 0 0,0 0-1 0 0,-1-1 1 0 0,1 1-1 0 0,0 0 1 0 0,0 0-1 0 0,0 1 1 0 0,0-1-26 0 0,1 0 1 0 0,0 0-1 0 0,0 0 0 0 0,-1 0 1 0 0,1 0-1 0 0,0 0 0 0 0,0 0 1 0 0,0 0-1 0 0,0-1 0 0 0,0 1 1 0 0,0 0-1 0 0,0-1 0 0 0,1 1 1 0 0,0 0-1 0 0,5 2-29 0 0,0 0 1 0 0,0 0-1 0 0,0-1 0 0 0,0 0 1 0 0,1 0-1 0 0,-1-1 0 0 0,0 0 1 0 0,1 0-1 0 0,7 0 0 0 0,-7-1-614 0 0,0-1 0 0 0,0 0-1 0 0,0 0 1 0 0,0-1 0 0 0,9-2 0 0 0,9-5-4476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9:22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115 188 4969 0 0,'0'0'375'0'0,"1"-8"2287"0"0,2-10-638 0 0,-3-69 4143 0 0,-2 86-5839 0 0,-2 6-166 0 0,-2 7-53 0 0,-6 25 57 0 0,2 1-1 0 0,-9 66 1 0 0,3 82-10 0 0,12-131-109 0 0,-36 292 609 0 0,38-336-656 0 0,1-7-4 0 0,0 0-1 0 0,0 0 1 0 0,1 1-1 0 0,0-1 1 0 0,-1 0 0 0 0,1 1-1 0 0,1-1 1 0 0,-1 0-1 0 0,2 6 1 0 0,-2-10 5 0 0,0 0-1 0 0,0 0 1 0 0,0 0 0 0 0,0 0 0 0 0,0 0-1 0 0,0 0 1 0 0,0 0 0 0 0,0 1 0 0 0,0-1-1 0 0,0 0 1 0 0,0 0 0 0 0,0 0 0 0 0,0 0-1 0 0,0 0 1 0 0,1 0 0 0 0,-1 0 0 0 0,0 0 0 0 0,0 0-1 0 0,0 0 1 0 0,0 0 0 0 0,0 0 0 0 0,0 0-1 0 0,0 0 1 0 0,0 0 0 0 0,0 0 0 0 0,0 0-1 0 0,0 0 1 0 0,1 0 0 0 0,-1 0 0 0 0,0 0-1 0 0,0 0 1 0 0,0 0 0 0 0,0 0 0 0 0,0 0-1 0 0,0 0 1 0 0,0 0 0 0 0,0 0 0 0 0,0 0-1 0 0,0 0 1 0 0,1 0 0 0 0,-1 0 0 0 0,0 0-1 0 0,0 0 1 0 0,0 0 0 0 0,0 0 0 0 0,0-1-1 0 0,0 1 1 0 0,0 0 0 0 0,0 0 0 0 0,0 0 0 0 0,0 0-1 0 0,0 0 1 0 0,0 0 0 0 0,0 0 0 0 0,0 0-1 0 0,0 0 1 0 0,0 0 0 0 0,0-1 0 0 0,5-7 6 0 0,0-9-12 0 0,3-18 8 0 0,-2 1 1 0 0,-1-1 0 0 0,-1-47 0 0 0,-9-107 36 0 0,-1 32-46 0 0,6 124-6 0 0,2-1-1 0 0,5-33 1 0 0,-5 54 2 0 0,1 0 0 0 0,1 0 0 0 0,0 1-1 0 0,0-1 1 0 0,2 1 0 0 0,-1 0 0 0 0,1 0 0 0 0,9-12 0 0 0,-11 18 11 0 0,-1 1-1 0 0,1-1 1 0 0,1 1 0 0 0,-1 0 0 0 0,1 0 0 0 0,-1 0 0 0 0,2 1-1 0 0,-1-1 1 0 0,0 1 0 0 0,1 1 0 0 0,0-1 0 0 0,-1 1-1 0 0,1 0 1 0 0,1 0 0 0 0,-1 0 0 0 0,0 1 0 0 0,12-2 0 0 0,-11 2 19 0 0,0 0 1 0 0,0 0 0 0 0,12-5 0 0 0,-16 5 5 0 0,0 0 0 0 0,0 1-1 0 0,0-1 1 0 0,1 1 0 0 0,-1 0 0 0 0,0 0-1 0 0,1 0 1 0 0,-1 1 0 0 0,1-1 0 0 0,0 1-1 0 0,-1 0 1 0 0,1 0 0 0 0,-1 0 0 0 0,1 0-1 0 0,-1 0 1 0 0,1 1 0 0 0,-1 0 0 0 0,1 0 0 0 0,6 2-1 0 0,-10-2-17 0 0,1 0 0 0 0,0-1 0 0 0,0 1 0 0 0,0 0 0 0 0,-1 0 0 0 0,1 0 0 0 0,0 0 0 0 0,-1 0 0 0 0,1 0 0 0 0,-1 0-1 0 0,1 0 1 0 0,-1 0 0 0 0,1 0 0 0 0,-1 1 0 0 0,0-1 0 0 0,0 0 0 0 0,1 0 0 0 0,-1 0 0 0 0,0 3 0 0 0,3 9 24 0 0,5 7 18 0 0,-4-12-28 0 0,-1 0 0 0 0,0 1 0 0 0,0-1 0 0 0,-1 1 0 0 0,1 0 0 0 0,-2 0 0 0 0,0 0 0 0 0,1 16 0 0 0,-2-17-15 0 0,-1 0 0 0 0,0 0 0 0 0,0 0 0 0 0,-1 0 0 0 0,0-1 0 0 0,0 1 1 0 0,0-1-1 0 0,-1 1 0 0 0,-1-1 0 0 0,1 0 0 0 0,-1 0 0 0 0,0 0 0 0 0,0-1 0 0 0,-1 1 0 0 0,0-1 0 0 0,0 0 0 0 0,-1 0 0 0 0,0-1 0 0 0,-8 7 0 0 0,-4-2 18 0 0,0-1-1 0 0,-28 11 1 0 0,41-18-21 0 0,0 1 1 0 0,-1 0 0 0 0,1 0-1 0 0,0 0 1 0 0,0 1 0 0 0,1 0-1 0 0,-1-1 1 0 0,1 2 0 0 0,0-1-1 0 0,0 0 1 0 0,0 1 0 0 0,-6 9-1 0 0,9-11 6 0 0,-1 0-1 0 0,1 0 0 0 0,-1 0 1 0 0,1-1-1 0 0,0 1 1 0 0,0 1-1 0 0,0-1 0 0 0,1 0 1 0 0,-1 0-1 0 0,1 0 0 0 0,-1 0 1 0 0,1 1-1 0 0,0-1 0 0 0,1 0 1 0 0,-1 0-1 0 0,0 0 1 0 0,1 0-1 0 0,0 1 0 0 0,-1-1 1 0 0,1 0-1 0 0,1 0 0 0 0,-1 0 1 0 0,0-1-1 0 0,1 1 1 0 0,2 4-1 0 0,2-2 5 0 0,0 0 0 0 0,0 0 0 0 0,0-1 0 0 0,1 0 0 0 0,0 0 0 0 0,0-1 0 0 0,0 0 0 0 0,9 3 0 0 0,9 5 44 0 0,25 13 81 0 0,5 3-228 0 0,-18-8-4970 0 0,-31-15 2040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9:22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8 11290 0 0,'-2'0'202'0'0,"1"0"-1"0"0,-1 0 0 0 0,1 0 1 0 0,-1 0-1 0 0,1 0 1 0 0,-1-1-1 0 0,1 1 0 0 0,0 0 1 0 0,-1-1-1 0 0,1 1 0 0 0,-1-1 1 0 0,-1-1-1 0 0,-2-1 607 0 0,7 25 2222 0 0,0 31-2523 0 0,-2 0 0 0 0,-9 71-1 0 0,0 4-82 0 0,18 83 84 0 0,-4-148-482 0 0,-5-52-106 0 0,0-9-108 0 0,-1 0 0 0 0,1 0 0 0 0,0 0 0 0 0,1 0 0 0 0,-1 1 0 0 0,0-1 0 0 0,1 0 0 0 0,-1 0 0 0 0,2 4 0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9:30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59 223 2048 0 0,'-8'-171'7513'0'0,"8"167"-7171"0"0,-6-26 2069 0 0,6 29-2335 0 0,0 0 0 0 0,0 0 0 0 0,-1 0 0 0 0,1 0-1 0 0,-1 1 1 0 0,1-1 0 0 0,0 0 0 0 0,-1 0-1 0 0,0 0 1 0 0,1 1 0 0 0,-1-1 0 0 0,1 0 0 0 0,-1 0-1 0 0,0 1 1 0 0,0-1 0 0 0,1 1 0 0 0,-1-1 0 0 0,0 0-1 0 0,0 1 1 0 0,0 0 0 0 0,1-1 0 0 0,-1 1-1 0 0,0-1 1 0 0,0 1 0 0 0,0 0 0 0 0,0 0 0 0 0,-2-1-1 0 0,3 2-49 0 0,-1-1 0 0 0,1 0 0 0 0,-1 0 0 0 0,1 1-1 0 0,0-1 1 0 0,-1 0 0 0 0,1 1 0 0 0,-1-1 0 0 0,1 0-1 0 0,0 1 1 0 0,-1-1 0 0 0,1 0 0 0 0,0 1 0 0 0,-1-1-1 0 0,1 1 1 0 0,0-1 0 0 0,0 1 0 0 0,-1-1-1 0 0,1 1 1 0 0,0-1 0 0 0,0 1 0 0 0,0-1 0 0 0,0 1-1 0 0,0-1 1 0 0,0 2 0 0 0,-3 15 6 0 0,2-13 27 0 0,-7 70 142 0 0,3 1 0 0 0,7 120 0 0 0,4-135-38 0 0,27 109 0 0 0,-5-33 16 0 0,-16-65-137 0 0,57 402 231 0 0,-60-275-208 0 0,-8-125 202 0 0,3 0 1 0 0,15 78-1 0 0,30 72 42 0 0,-45-213-415 0 0,-3-7 12 0 0,0 0 0 0 0,0 0 0 0 0,0 0-1 0 0,0 0 1 0 0,0 0 0 0 0,-1 1-1 0 0,1-1 1 0 0,-1 0 0 0 0,0 0 0 0 0,0 0-1 0 0,0 0 1 0 0,0 1 0 0 0,-1 2-1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9:31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48 126 6961 0 0,'-16'-13'3441'0'0,"11"5"-2750"0"0,0-1-1 0 0,0 0 0 0 0,-6-15 1 0 0,10 22-520 0 0,0-1 0 0 0,0 1 0 0 0,1-1 0 0 0,-1 0 1 0 0,0 1-1 0 0,1-1 0 0 0,0 0 0 0 0,0 1 0 0 0,0-1 1 0 0,0 0-1 0 0,0 1 0 0 0,0-1 0 0 0,1 0 0 0 0,-1 0 1 0 0,1 1-1 0 0,-1-1 0 0 0,1 1 0 0 0,0-1 0 0 0,2-2 1 0 0,-2 4-149 0 0,0 0 1 0 0,0 1 0 0 0,0-1-1 0 0,0 0 1 0 0,0 1 0 0 0,0-1 0 0 0,0 1-1 0 0,0-1 1 0 0,1 1 0 0 0,-1 0 0 0 0,0-1-1 0 0,0 1 1 0 0,1 0 0 0 0,-1 0-1 0 0,0 0 1 0 0,0 0 0 0 0,1 0 0 0 0,-1 0-1 0 0,0 0 1 0 0,1 0 0 0 0,-1 0 0 0 0,0 1-1 0 0,0-1 1 0 0,2 1 0 0 0,31 11-12 0 0,-32-11 12 0 0,207 96 217 0 0,-177-80-207 0 0,-19-10-15 0 0,-1-1 1 0 0,1 0-1 0 0,17 5 0 0 0,-17-8-13 0 0,0 1-1 0 0,-1 0 1 0 0,0 1 0 0 0,0 0-1 0 0,0 1 1 0 0,-1 0 0 0 0,20 15-1 0 0,27 26 50 0 0,68 72 0 0 0,-80-73-35 0 0,2-1-1 0 0,73 51 0 0 0,-80-69-7 0 0,2-3 0 0 0,1-1 0 0 0,1-2-1 0 0,61 20 1 0 0,32 6 31 0 0,141 70 1 0 0,-190-68 76 0 0,128 93 0 0 0,-168-108-93 0 0,-40-27-16 0 0,0 0 0 0 0,0 0 1 0 0,-1 1-1 0 0,0 1 0 0 0,0 0 1 0 0,-1 0-1 0 0,0 0 1 0 0,0 1-1 0 0,-1-1 0 0 0,-1 2 1 0 0,1-1-1 0 0,3 12 1 0 0,5 3 51 0 0,-10-18-44 0 0,0 0 1 0 0,0 0-1 0 0,5 12 0 0 0,-8-17-14 0 0,-1 0 0 0 0,1 0 0 0 0,-1-1 0 0 0,0 1 0 0 0,1 0-1 0 0,-1 0 1 0 0,0-1 0 0 0,0 1 0 0 0,0 0 0 0 0,0 0 0 0 0,-1 0 0 0 0,1-1 0 0 0,0 1 0 0 0,-1 0 0 0 0,1 0 0 0 0,-1-1 0 0 0,0 1 0 0 0,1 0 0 0 0,-1-1 0 0 0,0 1 0 0 0,-2 2 0 0 0,-4 3 8 0 0,0 1 0 0 0,-1-1 0 0 0,1 0 0 0 0,-2 0 0 0 0,1-1 0 0 0,-1 0 0 0 0,-14 6 1 0 0,-73 31 17 0 0,69-33-56 0 0,-91 41 62 0 0,3 6 0 0 0,-200 131 1 0 0,-30 50 472 0 0,210-134-334 0 0,79-58-79 0 0,43-36-31 0 0,0 2 1 0 0,1-1 0 0 0,0 1 0 0 0,0 1 0 0 0,-18 28 0 0 0,27-36-4 0 0,1 1-1 0 0,-1-1 1 0 0,0 0 0 0 0,-1 0-1 0 0,1 0 1 0 0,-1 0 0 0 0,0-1-1 0 0,0 0 1 0 0,-1 1 0 0 0,1-1-1 0 0,-1-1 1 0 0,0 1 0 0 0,-6 3-1 0 0,-57 30 125 0 0,55-27-51 0 0,11-8-109 0 0,0 0 0 0 0,0-1 0 0 0,0 1 1 0 0,0-1-1 0 0,-1 1 0 0 0,1-1 0 0 0,0 0 0 0 0,-5 1 0 0 0,4-1-113 0 0,1 0 0 0 0,-1 0-1 0 0,1 0 1 0 0,-1 1 0 0 0,1-1-1 0 0,0 0 1 0 0,-1 1-1 0 0,-2 2 1 0 0,-6 11-7700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9:33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1207 56 96 0 0,'0'0'5052'0'0,"9"-7"553"0"0,9-7-3138 0 0,-18 13-2416 0 0,1 1 0 0 0,-1 0 0 0 0,1-1-1 0 0,-1 1 1 0 0,1 0 0 0 0,-1-1 0 0 0,1 1 0 0 0,-1-1 0 0 0,0 1-1 0 0,1-1 1 0 0,-1 1 0 0 0,0-1 0 0 0,1 1 0 0 0,-1-1-1 0 0,0 1 1 0 0,0-1 0 0 0,0 1 0 0 0,1-1 0 0 0,-1 1-1 0 0,0-1 1 0 0,0 1 0 0 0,0-1 0 0 0,0 0 0 0 0,0 1 0 0 0,0-1-1 0 0,0 1 1 0 0,0-1 0 0 0,0 0 0 0 0,0 1 0 0 0,-1-1-1 0 0,1 1 1 0 0,0-1 0 0 0,0 1 0 0 0,0-1 0 0 0,-1 0 0 0 0,-1 0-12 0 0,1-1 1 0 0,-1 1 0 0 0,1 0 0 0 0,-1 0 0 0 0,0 1-1 0 0,1-1 1 0 0,-1 0 0 0 0,0 0 0 0 0,0 1 0 0 0,1-1-1 0 0,-4 1 1 0 0,-7-2 20 0 0,-1 0 0 0 0,-17 1 0 0 0,-335 9 458 0 0,203-5-320 0 0,105-4-79 0 0,-1 2 0 0 0,1 3 0 0 0,-58 12 1 0 0,13 9 237 0 0,62-14 36 0 0,-1-1 0 0 0,0-2 0 0 0,-81 5 0 0 0,123 7-425 0 0,34 116-3 0 0,-9-33 18 0 0,8 53 59 0 0,-10-41 245 0 0,49 142 0 0 0,-22-144 151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9:33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40 7538 0 0,'-2'0'566'0'0,"-18"2"1690"0"0,19-2-2174 0 0,1 0-1 0 0,-1 0 0 0 0,1 0 0 0 0,-1 0 0 0 0,0 0 1 0 0,1 0-1 0 0,-1 0 0 0 0,1 0 0 0 0,-1 0 0 0 0,1 1 1 0 0,-1-1-1 0 0,1 0 0 0 0,-1 0 0 0 0,1 1 0 0 0,0-1 1 0 0,-1 0-1 0 0,1 1 0 0 0,-1-1 0 0 0,1 1 0 0 0,0-1 0 0 0,-1 0 1 0 0,1 1-1 0 0,0-1 0 0 0,-1 1 0 0 0,1-1 0 0 0,0 1 1 0 0,0-1-1 0 0,-1 1 0 0 0,1-1 0 0 0,0 1 0 0 0,13 0 1793 0 0,26-4-1064 0 0,0-1 0 0 0,65-15 1 0 0,-59 9-656 0 0,76-6 1 0 0,66 17 273 0 0,-69 1-3269 0 0,-112 0-594 0 0,-2 0 820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9:33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24 11955 0 0,'-8'4'2115'0'0,"60"-24"-2971"0"0,-47 18 267 0 0,0 0 1 0 0,0 1-1 0 0,0 0 1 0 0,1 0 0 0 0,-1 1-1 0 0,0 0 1 0 0,1 0-1 0 0,7 0 1 0 0,-13 0 548 0 0,1 1 0 0 0,0-1 0 0 0,-1 0 0 0 0,1 0-1 0 0,0 0 1 0 0,-1 1 0 0 0,1-1 0 0 0,-1 0 0 0 0,1 1 0 0 0,0-1 0 0 0,-1 1 0 0 0,1-1 0 0 0,-1 0 0 0 0,1 1 0 0 0,-1-1 0 0 0,1 1 0 0 0,-1-1 0 0 0,0 1 0 0 0,1 0 0 0 0,-1-1 0 0 0,1 1 0 0 0,-1-1 0 0 0,0 1 0 0 0,0 0 0 0 0,1-1 0 0 0,-1 1 0 0 0,0 1 0 0 0,0 21 1815 0 0,-1-1 658 0 0,1-21-2376 0 0,0 0 0 0 0,0-1 0 0 0,0 1 0 0 0,0 0 1 0 0,0-1-1 0 0,1 1 0 0 0,-1 0 0 0 0,0-1 0 0 0,0 1 1 0 0,1-1-1 0 0,-1 1 0 0 0,0-1 0 0 0,1 1 1 0 0,-1-1-1 0 0,1 1 0 0 0,-1-1 0 0 0,1 1 0 0 0,-1-1 1 0 0,1 1-1 0 0,-1-1 0 0 0,1 0 0 0 0,-1 1 0 0 0,1-1 1 0 0,0 0-1 0 0,0 1 0 0 0,29 5-1088 0 0,-10-4-444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9:35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1 7378 0 0,'-24'0'8408'0'0,"123"0"-6407"0"0,-49 1-3043 0 0,-1-1-5581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9:35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3 7634 0 0,'-11'-1'2174'0'0,"11"1"-2059"0"0,-1-1 0 0 0,0 1 1 0 0,0 0-1 0 0,0 0 0 0 0,0 0 0 0 0,0-1 0 0 0,1 1 1 0 0,-1 0-1 0 0,0 0 0 0 0,0 0 0 0 0,0 0 1 0 0,0 1-1 0 0,0-1 0 0 0,0 0 0 0 0,1 0 0 0 0,-1 0 1 0 0,0 1-1 0 0,0-1 0 0 0,0 0 0 0 0,0 1 1 0 0,1-1-1 0 0,-1 1 0 0 0,0-1 0 0 0,1 1 1 0 0,-1-1-1 0 0,0 1 0 0 0,1 0 0 0 0,-1-1 0 0 0,0 1 1 0 0,1 0-1 0 0,-1-1 0 0 0,1 1 0 0 0,-1 0 1 0 0,1 0-1 0 0,0-1 0 0 0,-1 1 0 0 0,1 0 1 0 0,-1 2-1 0 0,-1 7-83 0 0,-1 0 1 0 0,2 0 0 0 0,-1 1 0 0 0,1-1-1 0 0,1 1 1 0 0,0-1 0 0 0,1 1-1 0 0,2 15 1 0 0,4 8-719 0 0,13 41 0 0 0,-8-33-2014 0 0,-5-19-174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9:36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52 10906 0 0,'-1'0'5156'0'0,"20"-1"-4856"0"0,0-2 1 0 0,1 0-1 0 0,-1-1 0 0 0,33-11 1 0 0,-34 9-876 0 0,1 1 1 0 0,0 0-1 0 0,0 1 1 0 0,35-2-1 0 0,-48 6-1601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9:38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140 135 912 0 0,'0'0'384'0'0,"-26"17"5672"0"0,15-13-5009 0 0,0 0 1 0 0,0 1-1 0 0,0 0 0 0 0,1 1 0 0 0,0 0 1 0 0,0 1-1 0 0,-16 14 0 0 0,18-15-905 0 0,2-1 400 0 0,18-3-240 0 0,125-7-184 0 0,40 1 49 0 0,185 5-188 0 0,150-40 811 0 0,-256 8-616 0 0,-10-6 60 0 0,-10 0 167 0 0,-210 36-386 0 0,0 1 1 0 0,0 2 0 0 0,0 0 0 0 0,0 2 0 0 0,-1 1 0 0 0,49 15-1 0 0,-33-10-10 0 0,0-1 0 0 0,0-3 0 0 0,0-1 0 0 0,74-1-1 0 0,168-25 56 0 0,-80 3 4 0 0,-26 0-36 0 0,-16 1 16 0 0,38-6 24 0 0,-135 14-89 0 0,12-4 76 0 0,-40 6-29 0 0,0 2-1 0 0,42-1 0 0 0,99 8 539 0 0,-175-2-534 0 0,-1 0 1 0 0,0 0-1 0 0,0 1 1 0 0,0-1-1 0 0,0 0 1 0 0,1 1-1 0 0,-1-1 0 0 0,0 1 1 0 0,0 0-1 0 0,0-1 1 0 0,0 1-1 0 0,0 0 1 0 0,1 1-1 0 0,-1-1-162 0 0,0 0 0 0 0,0-1-1 0 0,0 1 1 0 0,0 0 0 0 0,-1-1-1 0 0,1 1 1 0 0,0-1 0 0 0,0 1 0 0 0,1-1-1 0 0,-1 1 1 0 0,0-1 0 0 0,0 0 0 0 0,2 1-1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9:46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65 351 4785 0 0,'-1'-15'663'0'0,"-1"0"-1"0"0,0 0 0 0 0,-5-16 1 0 0,-3-18 943 0 0,6 7 14 0 0,3 23-147 0 0,1 16-395 0 0,-1 6 306 0 0,-3 191-553 0 0,-6 117 816 0 0,8-182-1287 0 0,2-82-117 0 0,-3-39-222 0 0,2-7-21 0 0,1-1 1 0 0,0 0-1 0 0,0 0 1 0 0,0 0-1 0 0,-1 0 0 0 0,1 0 1 0 0,0 0-1 0 0,0 0 0 0 0,0 0 1 0 0,-1 0-1 0 0,1 0 0 0 0,0 0 1 0 0,0 0-1 0 0,0 0 1 0 0,-1 0-1 0 0,1 0 0 0 0,0 0 1 0 0,0 0-1 0 0,0-1 0 0 0,-1 1 1 0 0,1 0-1 0 0,0 0 0 0 0,0 0 1 0 0,0 0-1 0 0,0 0 1 0 0,-1 0-1 0 0,1 0 0 0 0,0-1 1 0 0,0 1-1 0 0,0 0 0 0 0,0 0 1 0 0,0 0-1 0 0,0 0 0 0 0,-1-1 1 0 0,1 1-1 0 0,0 0 1 0 0,0 0-1 0 0,0 0 0 0 0,0-1 1 0 0,0 1-1 0 0,0 0 0 0 0,0 0 1 0 0,0 0-1 0 0,0-1 0 0 0,0 1 1 0 0,0 0-1 0 0,0 0 1 0 0,0 0-1 0 0,0-1 0 0 0,0 1 1 0 0,0 0-1 0 0,0 0 0 0 0,0 0 1 0 0,0-1-1 0 0,1 1 0 0 0,-7-33 17 0 0,3 0-1 0 0,1-1 0 0 0,2-35 0 0 0,13-103 110 0 0,-7 110-121 0 0,17-121 13 0 0,-19 159 24 0 0,2 0 0 0 0,1 0 0 0 0,1 1 0 0 0,0 0 0 0 0,16-29 0 0 0,-22 48-29 0 0,0 0-1 0 0,0 1 1 0 0,0-1 0 0 0,1 1 0 0 0,-1-1-1 0 0,1 1 1 0 0,-1 0 0 0 0,1-1-1 0 0,0 2 1 0 0,1-1 0 0 0,-1 0 0 0 0,0 1-1 0 0,1-1 1 0 0,-1 1 0 0 0,1 0-1 0 0,0 0 1 0 0,0 0 0 0 0,0 1 0 0 0,0-1-1 0 0,0 1 1 0 0,0 0 0 0 0,0 0 0 0 0,7 0-1 0 0,-2-1 13 0 0,0 1-10 0 0,0 0 0 0 0,0-1 0 0 0,0-1 0 0 0,-1 1 0 0 0,11-6 0 0 0,-14 6-11 0 0,0 0 1 0 0,0 0-1 0 0,0 1 0 0 0,0-1 0 0 0,0 1 1 0 0,1 0-1 0 0,-1 0 0 0 0,0 1 0 0 0,0 0 1 0 0,1 0-1 0 0,6 0 0 0 0,-10 1 3 0 0,1-1-1 0 0,-1 0 0 0 0,1 1 1 0 0,-1 0-1 0 0,0 0 1 0 0,1-1-1 0 0,-1 1 0 0 0,0 0 1 0 0,0 1-1 0 0,1-1 0 0 0,-1 0 1 0 0,0 1-1 0 0,0-1 1 0 0,0 1-1 0 0,-1 0 0 0 0,1-1 1 0 0,0 1-1 0 0,-1 0 1 0 0,1 0-1 0 0,-1 0 0 0 0,1 0 1 0 0,-1 1-1 0 0,0-1 1 0 0,0 0-1 0 0,1 4 0 0 0,2 10 18 0 0,-2-9 2 0 0,0 0 1 0 0,1 0-1 0 0,6 13 1 0 0,-6-13-14 0 0,-1-1 0 0 0,0 1 0 0 0,0 0 0 0 0,0 0 0 0 0,-1 0 0 0 0,0 0 0 0 0,0 1 0 0 0,-1-1 0 0 0,0 0 1 0 0,0 0-1 0 0,-1 0 0 0 0,0 0 0 0 0,0 0 0 0 0,-1 0 0 0 0,1 0 0 0 0,-1 0 0 0 0,-1 0 0 0 0,0 0 0 0 0,0-1 0 0 0,0 1 0 0 0,0-1 0 0 0,-1 0 1 0 0,0 0-1 0 0,-1 0 0 0 0,-8 8 0 0 0,0-3 15 0 0,-9 9 1 0 0,0-1-1 0 0,-2-1 1 0 0,0-2-1 0 0,-35 19 0 0 0,57-34-30 0 0,0 0-1 0 0,-1-1 0 0 0,1 1 0 0 0,0 0 1 0 0,0 0-1 0 0,0 0 0 0 0,1 1 0 0 0,-1-1 1 0 0,0 0-1 0 0,0 1 0 0 0,1-1 0 0 0,-1 1 1 0 0,1 0-1 0 0,-1-1 0 0 0,1 1 0 0 0,0 0 1 0 0,-1 0-1 0 0,1 0 0 0 0,0 0 0 0 0,0 0 1 0 0,0 0-1 0 0,1 0 0 0 0,-1 1 0 0 0,1-1 0 0 0,-1 0 1 0 0,1 0-1 0 0,-1 0 0 0 0,1 4 0 0 0,0-2 8 0 0,0 1 0 0 0,0-1 0 0 0,1 0 0 0 0,-1 1 0 0 0,1-1 0 0 0,0 0 0 0 0,0 1 0 0 0,0-1 0 0 0,1 0 0 0 0,-1 0 0 0 0,1 0 0 0 0,0 0 0 0 0,0 0 0 0 0,1-1 0 0 0,-1 1 0 0 0,1 0 0 0 0,0-1 0 0 0,0 0 0 0 0,0 0 0 0 0,0 0 0 0 0,0 0 0 0 0,1 0 0 0 0,0-1 0 0 0,5 4 0 0 0,9 3 48 0 0,0 0 0 0 0,0-1 1 0 0,1-1-1 0 0,22 5 0 0 0,-16-4 7 0 0,14 3 196 0 0,74 9 0 0 0,-44-9-74 0 0,-64-9-346 0 0,1 0 1 0 0,-1 0 0 0 0,0 1 0 0 0,-1-1 0 0 0,1 1-1 0 0,0 0 1 0 0,-1 0 0 0 0,1 1 0 0 0,6 6-1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9:47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83 4233 0 0,'0'0'3203'0'0,"-6"-21"3399"0"0,6 17-6340 0 0,0 1 0 0 0,0 0 0 0 0,0 0 0 0 0,1-1 1 0 0,-1 1-1 0 0,1 0 0 0 0,0 0 0 0 0,0 0 0 0 0,0 0 1 0 0,0 0-1 0 0,4-5 0 0 0,-4 6-231 0 0,0 1-1 0 0,1-1 0 0 0,-1 1 1 0 0,1-1-1 0 0,-1 1 1 0 0,1 0-1 0 0,0 0 1 0 0,-1 0-1 0 0,1 0 1 0 0,0 0-1 0 0,0 0 1 0 0,0 0-1 0 0,-1 0 1 0 0,1 1-1 0 0,0-1 1 0 0,0 1-1 0 0,0 0 1 0 0,0-1-1 0 0,0 1 1 0 0,0 0-1 0 0,2 0 0 0 0,-2 0 6 0 0,1 0 0 0 0,-1 0 0 0 0,0 0 0 0 0,0 1 0 0 0,0-1-1 0 0,0 0 1 0 0,0 1 0 0 0,0 0 0 0 0,0-1 0 0 0,0 1 0 0 0,-1 0-1 0 0,1 0 1 0 0,0 0 0 0 0,0 0 0 0 0,-1 0 0 0 0,1 0 0 0 0,0 1-1 0 0,-1-1 1 0 0,1 0 0 0 0,1 4 0 0 0,-1-3-18 0 0,0 1 0 0 0,-1 0 0 0 0,0 0 0 0 0,0 0 0 0 0,0 0 0 0 0,0 0 0 0 0,0 1 0 0 0,0-1 0 0 0,-1 0 0 0 0,1 0 0 0 0,-1 0 0 0 0,0 4 0 0 0,-1 2-2 0 0,1 0 0 0 0,-2 0 0 0 0,1 0-1 0 0,-1 0 1 0 0,-1 0 0 0 0,1 0 0 0 0,-1 0 0 0 0,-7 12 0 0 0,-2 4 22 0 0,10-19-30 0 0,0 0 1 0 0,-1 0-1 0 0,0-1 1 0 0,-5 8-1 0 0,-28 31 96 0 0,21-27 61 0 0,1 0-1 0 0,1 1 0 0 0,-17 30 1 0 0,30-48-157 0 0,-1 1 0 0 0,1-1 0 0 0,0 1 0 0 0,0-1 0 0 0,0 1 1 0 0,0-1-1 0 0,0 0 0 0 0,0 1 0 0 0,-1-1 0 0 0,1 1 0 0 0,0-1 1 0 0,0 1-1 0 0,1-1 0 0 0,-1 1 0 0 0,0-1 0 0 0,0 1 0 0 0,0-1 1 0 0,0 1-1 0 0,0-1 0 0 0,0 0 0 0 0,1 1 0 0 0,-1-1 0 0 0,0 1 1 0 0,0-1-1 0 0,1 0 0 0 0,-1 1 0 0 0,0-1 0 0 0,0 1 0 0 0,1-1 0 0 0,-1 0 1 0 0,1 1-1 0 0,-1-1 0 0 0,0 0 0 0 0,1 0 0 0 0,-1 1 0 0 0,1-1 1 0 0,-1 0-1 0 0,0 0 0 0 0,1 0 0 0 0,-1 0 0 0 0,1 1 0 0 0,-1-1 1 0 0,1 0-1 0 0,-1 0 0 0 0,1 0 0 0 0,25 3 121 0 0,-23-3-109 0 0,15 0 58 0 0,-1-1 1 0 0,1-1 0 0 0,26-6 0 0 0,-26 4 55 0 0,1 1 0 0 0,30-1 0 0 0,-41 4-29 0 0,-5-1-2 0 0,-1 1 0 0 0,1 0 0 0 0,-1 0 0 0 0,1 0 0 0 0,-1 1 0 0 0,1-1 0 0 0,-1 1 0 0 0,4 0 0 0 0,-5 0-159 0 0,0 0 0 0 0,0-1 0 0 0,0 1 0 0 0,-1 0 0 0 0,1 0 0 0 0,0-1 0 0 0,-1 1 0 0 0,1 0 0 0 0,0 0 0 0 0,-1 0 0 0 0,1 0 0 0 0,-1 0 0 0 0,0 0 0 0 0,1 0-1 0 0,-1 0 1 0 0,0 0 0 0 0,1 0 0 0 0,-1 0 0 0 0,0 0 0 0 0,0 0 0 0 0,0 0 0 0 0,0 0 0 0 0,0 0 0 0 0,0 2 0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9:55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32 586 3929 0 0,'0'0'372'0'0,"-11"0"5191"0"0,-10 1-1687 0 0,36-2-3726 0 0,0 0-1 0 0,29-8 1 0 0,5-1-133 0 0,150-12 339 0 0,71-11 328 0 0,-28-13-415 0 0,-22 2-82 0 0,-62 23-172 0 0,292-1 1 0 0,-348 23-40 0 0,-2 0 738 0 0,139-15 0 0 0,109-6-438 0 0,-187 16-237 0 0,25-6 366 0 0,-186 10-400 0 0,1 0 1 0 0,0 0-1 0 0,-1-1 0 0 0,1 1 1 0 0,-1 0-1 0 0,1-1 0 0 0,-1 1 0 0 0,1 0 1 0 0,-1-1-1 0 0,1 1 0 0 0,-1-1 1 0 0,0 1-1 0 0,1-1 0 0 0,-1 1 0 0 0,0-1 1 0 0,1 1-1 0 0,-1-1 0 0 0,0 1 0 0 0,1-1 1 0 0,-1 1-1 0 0,0-1 0 0 0,0 0 1 0 0,0 1-1 0 0,0-1 0 0 0,0 0 0 0 0,0 1 1 0 0,1-1-1 0 0,-1 1 0 0 0,-1-2 0 0 0,2-24-33 0 0,-1 20 22 0 0,0-134 142 0 0,0 140-129 0 0,0-1 0 0 0,0 0-1 0 0,0 0 1 0 0,0 0 0 0 0,0 0-1 0 0,1 0 1 0 0,-1 1 0 0 0,0-1-1 0 0,1 0 1 0 0,-1 0 0 0 0,0 1-1 0 0,1-1 1 0 0,-1 0 0 0 0,1 0 0 0 0,0 1-1 0 0,-1-1 1 0 0,1 0 0 0 0,-1 1-1 0 0,1-1 1 0 0,0 1 0 0 0,-1-1-1 0 0,1 1 1 0 0,0-1 0 0 0,0 1-1 0 0,0 0 1 0 0,-1-1 0 0 0,1 1-1 0 0,0 0 1 0 0,0-1 0 0 0,0 1 0 0 0,0 0-1 0 0,-1 0 1 0 0,1 0 0 0 0,0 0-1 0 0,0 0 1 0 0,0 0 0 0 0,0 0-1 0 0,0 0 1 0 0,-1 0 0 0 0,3 1-1 0 0,-1-1 0 0 0,1 0 0 0 0,-1 1 0 0 0,1-1 0 0 0,-1 1 0 0 0,1 0 0 0 0,-1 0 0 0 0,1 0-1 0 0,-1 0 1 0 0,0 0 0 0 0,0 0 0 0 0,1 1 0 0 0,3 2 0 0 0,-3 1 1 0 0,0 1 0 0 0,0-1 0 0 0,0 1 0 0 0,0 0 1 0 0,-1 0-1 0 0,0 0 0 0 0,2 9 0 0 0,3 9 24 0 0,17 39 1 0 0,52 125 63 0 0,-68-171-55 0 0,2-1 0 0 0,16 23 0 0 0,-21-32-8 0 0,1-1 0 0 0,-1 1 1 0 0,1-2-1 0 0,0 1 0 0 0,1 0 1 0 0,-1-1-1 0 0,1-1 0 0 0,8 6 0 0 0,-4-5 32 0 0,-5-1-52 0 0,1-1 1 0 0,0 1 0 0 0,0-1-1 0 0,0-1 1 0 0,0 1 0 0 0,1-1-1 0 0,-1-1 1 0 0,12 2 0 0 0,-18-3-8 0 0,1 0 0 0 0,-1 0 1 0 0,0-1-1 0 0,1 1 0 0 0,-1 0 0 0 0,0-1 1 0 0,0 1-1 0 0,0-1 0 0 0,0 0 0 0 0,1 1 1 0 0,-1-1-1 0 0,0 0 0 0 0,0 0 0 0 0,0 1 1 0 0,0-1-1 0 0,0 0 0 0 0,-1 0 0 0 0,1 0 1 0 0,0 0-1 0 0,0 0 0 0 0,-1 0 0 0 0,1-1 1 0 0,0 1-1 0 0,-1 0 0 0 0,1 0 0 0 0,-1 0 1 0 0,0-1-1 0 0,1 1 0 0 0,-1 0 0 0 0,0 0 1 0 0,0-2-1 0 0,2-8 10 0 0,-1 1-1 0 0,0-1 1 0 0,-1-11 0 0 0,1-1 35 0 0,1 13-41 0 0,0 1 1 0 0,1-1-1 0 0,0 1 0 0 0,0-1 1 0 0,8-13-1 0 0,-5 11-4 0 0,-1-1 1 0 0,6-20-1 0 0,18-152-28 0 0,-16 84 16 0 0,-12 93 1 0 0,0-14-52 0 0,-1 22 58 0 0,0-1 1 0 0,0 1-1 0 0,0 0 1 0 0,0-1-1 0 0,0 1 1 0 0,0 0-1 0 0,0 0 0 0 0,0-1 1 0 0,0 1-1 0 0,0 0 1 0 0,0-1-1 0 0,0 1 1 0 0,0 0-1 0 0,1-1 1 0 0,-1 1-1 0 0,0 0 0 0 0,0 0 1 0 0,0-1-1 0 0,0 1 1 0 0,0 0-1 0 0,1 0 1 0 0,-1-1-1 0 0,0 1 1 0 0,0 0-1 0 0,0 0 0 0 0,1-1 1 0 0,-1 1-1 0 0,0 0 1 0 0,0 0-1 0 0,1 0 1 0 0,-1 0-1 0 0,0-1 1 0 0,1 1-1 0 0,-1 0 1 0 0,0 0-1 0 0,0 0 0 0 0,1 0 1 0 0,-1 0-1 0 0,0 0 1 0 0,1 0-1 0 0,-1 0 1 0 0,0 0-1 0 0,1 0 1 0 0,0 1-1 0 0,0 1 0 0 0,0-1 0 0 0,0 1 0 0 0,0-1 0 0 0,-1 1 0 0 0,1 0 0 0 0,0-1 0 0 0,-1 1 0 0 0,1 3 1 0 0,1 0 6 0 0,61 217 44 0 0,-28-87-8 0 0,-29-108-30 0 0,-5-20 7 0 0,1 0 1 0 0,-1 0 0 0 0,2 1-1 0 0,-1-1 1 0 0,1-1 0 0 0,3 8 0 0 0,-6-14-17 0 0,1 1 1 0 0,-1-1-1 0 0,0 0 1 0 0,0 1-1 0 0,0-1 1 0 0,1 0-1 0 0,-1 0 1 0 0,0 1-1 0 0,0-1 1 0 0,1 0-1 0 0,-1 1 1 0 0,0-1-1 0 0,1 0 1 0 0,-1 0-1 0 0,0 0 1 0 0,1 1-1 0 0,-1-1 1 0 0,0 0 0 0 0,1 0-1 0 0,-1 0 1 0 0,1 0-1 0 0,-1 0 1 0 0,0 0-1 0 0,1 0 1 0 0,-1 0-1 0 0,1 0 1 0 0,-1 0-1 0 0,0 0 1 0 0,1 0-1 0 0,-1 0 1 0 0,1 0-1 0 0,-1 0 1 0 0,1 0-1 0 0,11-12 33 0 0,3-22-36 0 0,-14 33 10 0 0,10-33 13 0 0,-2 0-1 0 0,10-68 1 0 0,-4 14-31 0 0,-10 61 6 0 0,0 1-16 0 0,0 0-1 0 0,2 0 1 0 0,1 1 0 0 0,1 0-1 0 0,15-29 1 0 0,-23 52 8 0 0,0 0-1 0 0,1 0 1 0 0,0 0-1 0 0,-1 1 1 0 0,1-1-1 0 0,0 1 1 0 0,0-1 0 0 0,0 1-1 0 0,0 0 1 0 0,0 0-1 0 0,0 0 1 0 0,0 0 0 0 0,0 0-1 0 0,0 0 1 0 0,5-1-1 0 0,-6 2 9 0 0,0 0 0 0 0,1-1 0 0 0,-1 1 0 0 0,0 0 0 0 0,1 0 0 0 0,-1 0 0 0 0,1 0 0 0 0,-1 0-1 0 0,0 0 1 0 0,1 0 0 0 0,-1 1 0 0 0,0-1 0 0 0,1 0 0 0 0,-1 1 0 0 0,0-1 0 0 0,1 1 0 0 0,-1-1-1 0 0,0 1 1 0 0,0 0 0 0 0,0 0 0 0 0,1-1 0 0 0,-1 1 0 0 0,0 0 0 0 0,0 0 0 0 0,0 0 0 0 0,0 0-1 0 0,-1 0 1 0 0,3 2 0 0 0,5 16 6 0 0,0 1 0 0 0,6 20 0 0 0,4 11-2 0 0,-12-32-6 0 0,0 0 0 0 0,-2 0 0 0 0,3 23 0 0 0,9 35 29 0 0,-3-28-21 0 0,-6-19 0 0 0,18 46 0 0 0,-14-46 19 0 0,-7-20-2 0 0,0 0 0 0 0,0 0-1 0 0,8 13 1 0 0,-9-20-13 0 0,-1 1 1 0 0,1 0-1 0 0,0-1 1 0 0,0 0-1 0 0,1 0 0 0 0,-1 0 1 0 0,1 0-1 0 0,0 0 1 0 0,-1-1-1 0 0,1 0 1 0 0,7 4-1 0 0,2 0 26 0 0,-9-3-22 0 0,1-1 0 0 0,0 0 1 0 0,-1 0-1 0 0,1 0 0 0 0,0 0 0 0 0,6 0 0 0 0,-10-2-9 0 0,1 1 0 0 0,-1-1 0 0 0,1 0-1 0 0,-1-1 1 0 0,1 1 0 0 0,-1 0 0 0 0,1 0-1 0 0,-1-1 1 0 0,1 1 0 0 0,-1 0 0 0 0,1-1-1 0 0,-1 0 1 0 0,0 1 0 0 0,1-1-1 0 0,-1 0 1 0 0,0 0 0 0 0,0 1 0 0 0,1-1-1 0 0,-1 0 1 0 0,0 0 0 0 0,0-1 0 0 0,0 1-1 0 0,0 0 1 0 0,0 0 0 0 0,0 0 0 0 0,-1-1-1 0 0,2-1 1 0 0,6-13 2 0 0,-2 0-1 0 0,0-1 1 0 0,0 0-1 0 0,4-26 1 0 0,9-27 21 0 0,-12 48-43 0 0,8-24 18 0 0,1 1 0 0 0,2 1 0 0 0,43-73 0 0 0,-56 108-11 0 0,2 0 0 0 0,-1 1 0 0 0,1 0 0 0 0,0 0 0 0 0,1 1 0 0 0,0 0 0 0 0,0 0 0 0 0,0 1 0 0 0,1 0 0 0 0,0 1 0 0 0,12-7 0 0 0,-19 12 6 0 0,1-1-1 0 0,-1 0 1 0 0,0 0 0 0 0,1 1 0 0 0,-1 0 0 0 0,0-1 0 0 0,1 1 0 0 0,-1 0 0 0 0,0 0-1 0 0,1 0 1 0 0,-1 1 0 0 0,0-1 0 0 0,1 0 0 0 0,-1 1 0 0 0,0 0 0 0 0,1-1 0 0 0,-1 1 0 0 0,0 0-1 0 0,0 0 1 0 0,0 0 0 0 0,0 0 0 0 0,0 1 0 0 0,2 1 0 0 0,1 2-1 0 0,1 1 0 0 0,-2 0-1 0 0,1 0 1 0 0,-1 0 0 0 0,7 12 0 0 0,12 18 21 0 0,-16-28-15 0 0,-1 0 0 0 0,1-1 0 0 0,1 1-1 0 0,-1-1 1 0 0,1-1 0 0 0,0 0 0 0 0,1 0 0 0 0,-1 0 0 0 0,1-1-1 0 0,0 0 1 0 0,1-1 0 0 0,-1 0 0 0 0,1 0 0 0 0,0-1 0 0 0,0-1 0 0 0,0 0-1 0 0,13 2 1 0 0,-15-4-2 0 0,0 1-1 0 0,0 0 1 0 0,0 0 0 0 0,-1 1-1 0 0,1 0 1 0 0,-1 0-1 0 0,1 1 1 0 0,6 4-1 0 0,-3-3 3 0 0,-1 1-1 0 0,1-2 0 0 0,0 1 0 0 0,0-2 0 0 0,0 1 1 0 0,0-2-1 0 0,1 1 0 0 0,-1-1 0 0 0,17-2 1 0 0,14-1-17 0 0,49-10 0 0 0,-69 9 38 0 0,101-16-46 0 0,401-52 48 0 0,-50 50-38 0 0,-429 21 8 0 0,433-20 59 0 0,-263-19-47 0 0,-135 22-6 0 0,-32 10-6 0 0,78-2 0 0 0,22-2 27 0 0,-120 8 7 0 0,48 1 0 0 0,-54 3-7 0 0,1-2-1 0 0,-1 0 1 0 0,41-8-1 0 0,45-8-2 0 0,-101 13-899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9:59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0 104 0 0,'2'0'40'0'0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9:59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32 0 0,'0'0'0'0'0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0:06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1714 59 1272 0 0,'0'0'1449'0'0,"6"-23"6090"0"0,-3 21-6953 0 0,13-14 1552 0 0,-16 16-2097 0 0,1 0 1 0 0,-1-1 0 0 0,0 1-1 0 0,1 0 1 0 0,-1 0-1 0 0,0-1 1 0 0,0 1 0 0 0,1 0-1 0 0,-1 0 1 0 0,0-1-1 0 0,0 1 1 0 0,0 0 0 0 0,1-1-1 0 0,-1 1 1 0 0,0 0-1 0 0,0-1 1 0 0,0 1 0 0 0,0 0-1 0 0,0-1 1 0 0,1 1 0 0 0,-1-1-1 0 0,0 1 1 0 0,0 0-1 0 0,0-1 1 0 0,0 1 0 0 0,0 0-1 0 0,0-1 1 0 0,0 1-1 0 0,-1-1 1 0 0,1 1 0 0 0,0 0-1 0 0,0-1 1 0 0,0 1 0 0 0,0 0-1 0 0,0-1 1 0 0,0 1-1 0 0,-1 0 1 0 0,1-1 0 0 0,0 1-1 0 0,-1-1 1 0 0,-1 0-22 0 0,-1 1 1 0 0,0-1 0 0 0,0 1-1 0 0,1-1 1 0 0,-1 1 0 0 0,0 0-1 0 0,0 0 1 0 0,0 0 0 0 0,-3 1-1 0 0,-5-1 21 0 0,-26 2 83 0 0,-66 12 0 0 0,-14 1-20 0 0,-317-12 84 0 0,235-4 68 0 0,193 1-263 0 0,0 2-1 0 0,-1-1 1 0 0,1 1 0 0 0,0-1 0 0 0,0 2 0 0 0,0-1 0 0 0,0 1 0 0 0,0 0 0 0 0,-6 4-1 0 0,-27 12 800 0 0,25-12-69 0 0,13-6-691 0 0,-1 0 0 0 0,1 0 1 0 0,0 0-1 0 0,-1-1 0 0 0,1 1 1 0 0,-1 0-1 0 0,1-1 0 0 0,-1 1 1 0 0,0-1-1 0 0,1 0 0 0 0,-3 1 1 0 0,-2 27-52 0 0,-23 117 32 0 0,-10 181-1 0 0,5-81-19 0 0,-3 52 245 0 0,37-209 498 0 0,6-73-1430 0 0,-1-11-1772 0 0,-3-12-91 0 0,3-56 2241 0 0,-3 49 528 0 0,0-1 1 0 0,-1 1 0 0 0,-2-28 0 0 0,1 41-145 0 0,-1 0 0 0 0,1 1 1 0 0,-1-1-1 0 0,0 1 0 0 0,1-1 0 0 0,-1 1 1 0 0,0 0-1 0 0,0-1 0 0 0,0 1 0 0 0,0 0 1 0 0,0-1-1 0 0,0 1 0 0 0,-1 0 0 0 0,1 0 1 0 0,0 0-1 0 0,0 0 0 0 0,-1 0 0 0 0,1 0 1 0 0,-1 1-1 0 0,1-1 0 0 0,-1 0 0 0 0,1 1 1 0 0,-1-1-1 0 0,-3 0 0 0 0,-12-7 200 0 0,11 4-201 0 0,-1 1 1 0 0,1 0 0 0 0,-1 0 0 0 0,0 1 0 0 0,1 0 0 0 0,-1 0 0 0 0,0 1 0 0 0,0 0-1 0 0,0 0 1 0 0,-1 0 0 0 0,1 1 0 0 0,0 0 0 0 0,-8 1 0 0 0,2 1 10 0 0,0 0 1 0 0,0 1 0 0 0,1 1-1 0 0,-1 0 1 0 0,1 0-1 0 0,-15 9 1 0 0,-2-1 144 0 0,23-10-178 0 0,0 0 1 0 0,1 0 0 0 0,-1 1-1 0 0,1-1 1 0 0,0 1 0 0 0,0 1-1 0 0,-7 5 1 0 0,-4 6 7 0 0,0 0 1 0 0,1 2-1 0 0,1 0 0 0 0,1 0 1 0 0,0 2-1 0 0,2-1 0 0 0,0 1 1 0 0,1 1-1 0 0,1 0 1 0 0,0 1-1 0 0,2-1 0 0 0,0 1 1 0 0,2 1-1 0 0,-5 28 0 0 0,8-39-49 0 0,0 1 0 0 0,-1-1-1 0 0,-1 0 1 0 0,-6 16 0 0 0,5-16 3 0 0,0 1-1 0 0,2 0 1 0 0,-1 0 0 0 0,-2 19-1 0 0,5-9 12 0 0,0 1 0 0 0,2 0 0 0 0,1-1 0 0 0,0 1 0 0 0,2-1 0 0 0,1 0 0 0 0,0 0 0 0 0,14 33 0 0 0,3-3 4 0 0,2-1 0 0 0,38 61 0 0 0,-46-76 1 0 0,-13-30-29 0 0,-1 1 0 0 0,1-1-1 0 0,0 0 1 0 0,8 12 0 0 0,2-1 33 0 0,0-1 0 0 0,2 0 0 0 0,-1-1 0 0 0,2 0 0 0 0,0-2 0 0 0,1 0 0 0 0,0 0-1 0 0,1-2 1 0 0,0 0 0 0 0,1-1 0 0 0,0-1 0 0 0,1-1 0 0 0,-1-1 0 0 0,2 0 0 0 0,-1-1 0 0 0,1-2-1 0 0,37 5 1 0 0,-48-8-11 0 0,-1 0-1 0 0,0 1 0 0 0,1 1 1 0 0,-1 0-1 0 0,9 4 0 0 0,-7-3 0 0 0,1 0-1 0 0,19 4 0 0 0,-9-6-15 0 0,1 0-1 0 0,-1-2 1 0 0,1 0 0 0 0,0-1-1 0 0,-1-2 1 0 0,0 0 0 0 0,30-8-1 0 0,-12-1 27 0 0,-1-1 0 0 0,0-2-1 0 0,40-22 1 0 0,-63 29 6 0 0,-1 0-1 0 0,24-19 0 0 0,-33 22-21 0 0,0 0-1 0 0,0-1 0 0 0,-1 0 0 0 0,0 0 0 0 0,0 0 0 0 0,0-1 0 0 0,-1 1 0 0 0,4-9 0 0 0,-2 0 20 0 0,0 0-1 0 0,-1 0 1 0 0,4-21-1 0 0,-5 19-10 0 0,0 0-1 0 0,10-21 0 0 0,-10 26-4 0 0,0-1 0 0 0,0-1 0 0 0,-1 1 0 0 0,-1 0 0 0 0,0 0 0 0 0,-1-1 0 0 0,-1 1 0 0 0,0-1 0 0 0,0 0 0 0 0,-2 1 0 0 0,-3-19 0 0 0,-2-3 6 0 0,-2 1-1 0 0,-2 0 1 0 0,-17-38 0 0 0,-5-2 11 0 0,25 53-20 0 0,-1 1 0 0 0,-1 0 0 0 0,-1 1 0 0 0,0 0 0 0 0,-2 0 0 0 0,0 2 0 0 0,-1-1 0 0 0,-17-15 0 0 0,-14-11-10 0 0,-82-62 0 0 0,95 83-29 0 0,-44-26-1 0 0,63 42 21 0 0,0 0 0 0 0,-1 1 0 0 0,1 1-1 0 0,-1 0 1 0 0,0 1 0 0 0,-28-5 0 0 0,30 7-23 0 0,0-1 0 0 0,-21-7 0 0 0,24 7-17 0 0,0 0 0 0 0,0 0 0 0 0,0 1 0 0 0,-1 0 0 0 0,1 1 0 0 0,-12-1 0 0 0,6 4-338 0 0,0 0 0 0 0,0 1 0 0 0,0 0 0 0 0,0 1 0 0 0,1 1 0 0 0,0 0 0 0 0,0 1 0 0 0,-22 13 0 0 0,31-16 166 0 0,-6 3-429 0 0,1 1-1 0 0,1 0 1 0 0,0 0-1 0 0,0 1 1 0 0,0 1-1 0 0,1-1 1 0 0,0 1-1 0 0,0 1 1 0 0,-7 12-1 0 0,2-5-597 0 0,-14 19-2365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0:07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82 137 2905 0 0,'0'0'17'0'0,"-5"-25"1969"0"0,-9-49 1402 0 0,12 36 2044 0 0,-11 116-4588 0 0,-4 123 1 0 0,6-36 362 0 0,1 32-551 0 0,10-195-825 0 0,-1 17-675 0 0,1-19 664 0 0,0 0 0 0 0,0 1 0 0 0,0-1-1 0 0,0 0 1 0 0,0 1 0 0 0,0-1-1 0 0,0 0 1 0 0,0 1 0 0 0,0-1-1 0 0,0 0 1 0 0,0 1 0 0 0,0-1-1 0 0,0 0 1 0 0,0 0 0 0 0,0 1-1 0 0,-1-1 1 0 0,1 0 0 0 0,0 0-1 0 0,0 1 1 0 0,0-1 0 0 0,0 0-1 0 0,-1 0 1 0 0,1 1 0 0 0,0-1-1 0 0,0 0 1 0 0,-1 0 0 0 0,1 0-1 0 0,0 1 1 0 0,0-1 0 0 0,-1 0-1 0 0,1 0 1 0 0,0 0 0 0 0,0 0 0 0 0,-1 0-1 0 0,1 1 1 0 0,0-1 0 0 0,-1 0-1 0 0,1 0 1 0 0,0 0 0 0 0,-1 0-1 0 0,1 0 1 0 0,0 0 0 0 0,-1 0-1 0 0,1 0 1 0 0,0 0 0 0 0,-1-1-1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0:07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70 241 1576 0 0,'-6'-10'5459'0'0,"-14"-3"-3640"0"0,16 10-1122 0 0,-5-1 201 0 0,6 3-550 0 0,1 0 1 0 0,0 0-1 0 0,-1 0 0 0 0,1 0 1 0 0,0 0-1 0 0,0-1 1 0 0,-1 1-1 0 0,1-1 0 0 0,0 1 1 0 0,1-1-1 0 0,-1 0 0 0 0,-2-2 1 0 0,4 3-96 0 0,8-2 735 0 0,22-7-702 0 0,0 0-1 0 0,-1-2 1 0 0,52-30 0 0 0,-39 20-139 0 0,-7 3-100 0 0,-23 12-36 0 0,0 0 1 0 0,0 1-1 0 0,0 0 1 0 0,1 1-1 0 0,0 0 1 0 0,0 1-1 0 0,22-3 1 0 0,-32 6-9 0 0,0 0-1 0 0,1 1 1 0 0,-1-2 0 0 0,0 1-1 0 0,0 0 1 0 0,0-1 0 0 0,1 1 0 0 0,2-3-1 0 0,-4 3-1 0 0,-1-1-1 0 0,1 1 0 0 0,0 0 0 0 0,0 0 1 0 0,0 0-1 0 0,0 0 0 0 0,1 0 0 0 0,-1 1 1 0 0,0-1-1 0 0,0 1 0 0 0,0-1 0 0 0,0 1 0 0 0,1 0 1 0 0,-1 0-1 0 0,0 0 0 0 0,1 0 0 0 0,-1 0 1 0 0,0 0-1 0 0,3 1 0 0 0,-2 2 6 0 0,-1-1 1 0 0,0 1-1 0 0,0 0 0 0 0,0 0 0 0 0,-1 0 0 0 0,1 0 1 0 0,2 6-1 0 0,-1-2 0 0 0,1 3-236 0 0,0 0 1 0 0,0 0-1 0 0,-1 0 0 0 0,0 1 0 0 0,-1-1 1 0 0,-1 1-1 0 0,1 0 0 0 0,-2 0 0 0 0,0 17 1 0 0,2 15-3218 0 0,0-24 1260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0:08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123 147 8594 0 0,'-4'-7'1164'0'0,"-1"-2"-753"0"0,-1-3 372 0 0,0 1-1 0 0,-7-24 1 0 0,12 32-673 0 0,1 0 1 0 0,-1 0 0 0 0,0 0-1 0 0,1 0 1 0 0,-1 0 0 0 0,1 0-1 0 0,0 0 1 0 0,0 0 0 0 0,0-1-1 0 0,1 1 1 0 0,-1 0 0 0 0,1 0-1 0 0,0 0 1 0 0,0 0-1 0 0,0 0 1 0 0,0 0 0 0 0,3-5-1 0 0,-3 7-25 0 0,1 0 0 0 0,0-1 0 0 0,0 1 0 0 0,0 0 0 0 0,0 0 0 0 0,0 0 0 0 0,0 1 0 0 0,0-1 0 0 0,2 0 0 0 0,-3 0-60 0 0,0 1 0 0 0,-1 0 1 0 0,1-1-1 0 0,0 1 0 0 0,-1 0 1 0 0,1 0-1 0 0,0 0 1 0 0,-1 0-1 0 0,1 0 0 0 0,0 0 1 0 0,0 0-1 0 0,-1 0 1 0 0,1 0-1 0 0,0 0 0 0 0,-1 0 1 0 0,1 0-1 0 0,0 0 1 0 0,-1 0-1 0 0,1 1 0 0 0,0-1 1 0 0,-1 0-1 0 0,1 1 0 0 0,0-1 1 0 0,-1 0-1 0 0,1 1 1 0 0,-1-1-1 0 0,1 1 0 0 0,0-1 1 0 0,-1 1-1 0 0,1-1 1 0 0,-1 1-1 0 0,0-1 0 0 0,1 1 1 0 0,-1-1-1 0 0,1 2 0 0 0,7 55 256 0 0,5-21-201 0 0,-8-24-52 0 0,-1 1 1 0 0,0 0-1 0 0,-1 0 1 0 0,3 18-1 0 0,-3 13 70 0 0,-3 1 0 0 0,-10 86 0 0 0,-28 89 177 0 0,27-165-234 0 0,-96 458 720 0 0,106-508-1006 0 0,-14 83 748 0 0,13-49-6502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0:08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80 11731 0 0,'-21'0'1928'0'0,"18"0"-880"0"0,14 0-454 0 0,210-5 1349 0 0,-161 1-1702 0 0,101-22 0 0 0,-131 20-468 0 0,119-24 696 0 0,-120 26-1920 0 0,42 0 0 0 0,-66 5-1666 0 0,-2 1 714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0:08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0 12059 0 0,'0'0'2016'0'0,"-2"0"-1392"0"0,1 0-272 0 0,-1 0-280 0 0,0 0-240 0 0,1 0 80 0 0,1 2 56 0 0,0-1 0 0 0,1 1 80 0 0,1 0-176 0 0,0-1-136 0 0,1 1-48 0 0,5 0-616 0 0,3 1-593 0 0,0-2-175 0 0</inkml:trace>
  <inkml:trace contextRef="#ctx0" brushRef="#br0" timeOffset="1">19 121 6369 0 0,'-1'0'1185'0'0,"-2"2"383"0"0,1-1-648 0 0,-1 1-280 0 0,0 0-240 0 0,1-1 32 0 0,0 1-119 0 0,1-1-81 0 0,-1-1-112 0 0,4 0-136 0 0,-1 0 56 0 0,9-3-416 0 0,17-8-665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0:16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116 253 288 0 0,'0'0'3334'0'0,"-5"-1"140"0"0,-9-1-2410 0 0,9 1-805 0 0,-3 1 159 0 0,1-1-1 0 0,-1 1 0 0 0,1-2 0 0 0,-1 1 0 0 0,1-1 1 0 0,0 0-1 0 0,-10-5 0 0 0,13 2 142 0 0,0 0-1 0 0,1 0 1 0 0,0 0 0 0 0,-4-9-1 0 0,7 14-528 0 0,0 0-9 0 0,-1 0-1 0 0,1-1 0 0 0,0 1 0 0 0,0 0 0 0 0,0 0 0 0 0,0-1 0 0 0,0 1 0 0 0,0 0 0 0 0,0 0 0 0 0,0-1 1 0 0,0 1-1 0 0,0 0 0 0 0,0-1 0 0 0,0 1 0 0 0,0 0 0 0 0,0 0 0 0 0,0-1 0 0 0,0 1 0 0 0,0 0 1 0 0,0 0-1 0 0,1-1 0 0 0,-1 1 0 0 0,0 0 0 0 0,0 0 0 0 0,0-1 0 0 0,0 1 0 0 0,0 0 0 0 0,1 0 0 0 0,-1 0 1 0 0,0 0-1 0 0,0-1 0 0 0,0 1 0 0 0,1 0 0 0 0,12-6 263 0 0,20 1-168 0 0,-27 5-10 0 0,30-5 82 0 0,155-25 375 0 0,10-9-332 0 0,17 4-40 0 0,-63 12-93 0 0,-45 6-44 0 0,217-4-1 0 0,-236 21 299 0 0,-72-7-262 0 0,-16 4-87 0 0,-15 4-37 0 0,-35 15-5755 0 0,32-10 1221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0:18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128 130 3377 0 0,'0'-2'248'0'0,"1"0"0"0"0,-1 1 0 0 0,1-1 0 0 0,0 0 1 0 0,0 0-1 0 0,0 0 0 0 0,0 1 0 0 0,0-1 0 0 0,0 1 0 0 0,1-1 1 0 0,1-1-1 0 0,6-10 2298 0 0,5-17 978 0 0,-9 16-2637 0 0,1 1-1 0 0,10-14 1 0 0,-16 26-833 0 0,0 1 0 0 0,0-1 1 0 0,1 0-1 0 0,-1 1 0 0 0,1-1 1 0 0,-1 0-1 0 0,1 1 0 0 0,-1-1 1 0 0,1 1-1 0 0,-1-1 0 0 0,1 1 1 0 0,-1-1-1 0 0,1 1 0 0 0,0-1 1 0 0,-1 1-1 0 0,1 0 1 0 0,0-1-1 0 0,-1 1 0 0 0,1 0 1 0 0,0 0-1 0 0,0-1 0 0 0,0 1-26 0 0,-1 1 0 0 0,1-1-1 0 0,-1 0 1 0 0,1 1 0 0 0,-1-1-1 0 0,0 0 1 0 0,1 1 0 0 0,-1-1-1 0 0,0 1 1 0 0,1-1 0 0 0,-1 0-1 0 0,0 1 1 0 0,1-1 0 0 0,-1 1-1 0 0,0-1 1 0 0,0 1 0 0 0,0-1-1 0 0,0 1 1 0 0,1-1 0 0 0,-1 1-1 0 0,0-1 1 0 0,0 2 0 0 0,2 39 400 0 0,-3-35-353 0 0,1 21 75 0 0,-15 464 420 0 0,10-449-330 0 0,2 0 0 0 0,2 0 0 0 0,9 83 0 0 0,-4-97 2 0 0,-1 53 0 0 0,-4-79-232 0 0,1 0-1 0 0,-1-1 1 0 0,1 1 0 0 0,-1-1-1 0 0,0 1 1 0 0,0-1 0 0 0,0 1-1 0 0,0-1 1 0 0,0 1 0 0 0,0-1-1 0 0,0 0 1 0 0,0 1 0 0 0,0-1-1 0 0,-1 0 1 0 0,1 0 0 0 0,-1 0-1 0 0,1 0 1 0 0,-1 0 0 0 0,1 0-1 0 0,-1 0 1 0 0,-1 0 0 0 0,-37 15 41 0 0,38-15-48 0 0,-13 4 20 0 0,0-1 0 0 0,0 0 0 0 0,0-1 0 0 0,-1 0 0 0 0,-22 0 1 0 0,37-3-23 0 0,0 0 1 0 0,0 0-1 0 0,1 0 1 0 0,-1 0-1 0 0,0 0 1 0 0,0 0 0 0 0,1 0-1 0 0,-1 0 1 0 0,0 0-1 0 0,1 0 1 0 0,-1 1-1 0 0,0-1 1 0 0,0 0 0 0 0,1 0-1 0 0,-1 1 1 0 0,1-1-1 0 0,-1 0 1 0 0,0 1-1 0 0,1-1 1 0 0,-1 1 0 0 0,1-1-1 0 0,-1 1 1 0 0,1-1-1 0 0,-1 1 1 0 0,1-1-1 0 0,-1 1 1 0 0,0 1 0 0 0,1-1-4 0 0,0 0 1 0 0,0 0 0 0 0,0 0-1 0 0,0 0 1 0 0,0 0 0 0 0,0 0-1 0 0,0 0 1 0 0,0 1 0 0 0,1-1-1 0 0,-1 0 1 0 0,0 0 0 0 0,1 0 0 0 0,-1 0-1 0 0,1 0 1 0 0,-1 0 0 0 0,1 1-1 0 0,2 1 3 0 0,-1 1 0 0 0,1 0-1 0 0,0-1 1 0 0,-1 0 0 0 0,2 0-1 0 0,-1 0 1 0 0,0 0 0 0 0,6 4 0 0 0,228 98 67 0 0,-129-58-11 0 0,-103-45-52 0 0,0 0-1 0 0,-1 1 1 0 0,1 0-1 0 0,-1 0 1 0 0,0 1 0 0 0,0-1-1 0 0,0 1 1 0 0,0 0-1 0 0,-1 0 1 0 0,0 0 0 0 0,0 0-1 0 0,0 1 1 0 0,0-1-1 0 0,0 1 1 0 0,-1 0-1 0 0,0 0 1 0 0,2 5 0 0 0,-4-8-1 0 0,1-1 1 0 0,-1 1-1 0 0,0 0 1 0 0,1 0 0 0 0,-1 0-1 0 0,0 0 1 0 0,0 0-1 0 0,0-1 1 0 0,0 1-1 0 0,-1 0 1 0 0,1 0 0 0 0,-1 0-1 0 0,1 0 1 0 0,-1-1-1 0 0,1 1 1 0 0,-1 0-1 0 0,0 0 1 0 0,0-1 0 0 0,0 1-1 0 0,0-1 1 0 0,0 1-1 0 0,0-1 1 0 0,0 1 0 0 0,0-1-1 0 0,-1 1 1 0 0,1-1-1 0 0,-1 0 1 0 0,1 0-1 0 0,-4 2 1 0 0,-3 1-2 0 0,0 0-1 0 0,0-1 1 0 0,-1 0 0 0 0,0 0 0 0 0,-9 1-1 0 0,-12 5-15 0 0,-31 11 5 0 0,36-13 21 0 0,1 1 0 0 0,0 2 1 0 0,-32 17-1 0 0,46-21-10 0 0,-32 22 16 0 0,39-26-18 0 0,0 1 0 0 0,0-1 0 0 0,0 1 0 0 0,1 0 0 0 0,0 0 0 0 0,-1 0 0 0 0,1 0 0 0 0,0 0 0 0 0,0 1 0 0 0,-2 6 0 0 0,4-10 0 0 0,0 1-1 0 0,0 0 0 0 0,0-1 0 0 0,-1 1 0 0 0,1 0 0 0 0,0-1 1 0 0,0 1-1 0 0,1 0 0 0 0,-1-1 0 0 0,0 1 0 0 0,0-1 1 0 0,0 1-1 0 0,0 0 0 0 0,1-1 0 0 0,-1 1 0 0 0,0 0 0 0 0,0-1 1 0 0,1 1-1 0 0,-1-1 0 0 0,0 1 0 0 0,1-1 0 0 0,-1 1 1 0 0,1-1-1 0 0,-1 1 0 0 0,1-1 0 0 0,-1 1 0 0 0,1-1 1 0 0,-1 0-1 0 0,1 1 0 0 0,-1-1 0 0 0,1 0 0 0 0,-1 1 0 0 0,1-1 1 0 0,0 0-1 0 0,-1 0 0 0 0,1 0 0 0 0,0 1 0 0 0,32 5 12 0 0,-19-3-8 0 0,106 30 76 0 0,36 9-77 0 0,-140-38 9 0 0,0 0 1 0 0,26 11-1 0 0,-36-13-10 0 0,0 1 0 0 0,0 1 1 0 0,-1-1-1 0 0,1 1 0 0 0,-1 0 0 0 0,0 0 0 0 0,0 0 0 0 0,-1 1 0 0 0,8 9 0 0 0,-7-9 3 0 0,-1 1-1 0 0,0 0 1 0 0,0 1-1 0 0,4 10 0 0 0,-7-14 1 0 0,0-1-1 0 0,-1 1 1 0 0,1 0-1 0 0,0 0 1 0 0,-1 0-1 0 0,0 0 1 0 0,0 0-1 0 0,0-1 1 0 0,0 1-1 0 0,0 0 1 0 0,0 0-1 0 0,-1 0 1 0 0,0 0-1 0 0,-1 5 1 0 0,0-2-4 0 0,-1 0 0 0 0,1 0 0 0 0,-1 0-1 0 0,-1 0 1 0 0,1-1 0 0 0,-1 1 0 0 0,0-1 0 0 0,0 0 0 0 0,-1 0 0 0 0,1 0 0 0 0,-1-1 0 0 0,-7 6 0 0 0,-15 10 11 0 0,-1-2 0 0 0,-1 0 0 0 0,-56 23 1 0 0,14-6 68 0 0,64-31-77 0 0,0-1 0 0 0,0 2-1 0 0,1-1 1 0 0,-1 1 0 0 0,1 0-1 0 0,0 0 1 0 0,1 0 0 0 0,-8 10-1 0 0,11-12-5 0 0,0 0-1 0 0,0 0 1 0 0,1 0-1 0 0,-1 0 0 0 0,1 0 1 0 0,0 0-1 0 0,0 0 1 0 0,0 1-1 0 0,0-1 0 0 0,0 0 1 0 0,1 1-1 0 0,0-1 1 0 0,-1 1-1 0 0,1-1 1 0 0,0 0-1 0 0,1 1 0 0 0,-1-1 1 0 0,1 1-1 0 0,0-1 1 0 0,-1 0-1 0 0,4 6 0 0 0,5 18 0 0 0,-1 0 0 0 0,-1 0 0 0 0,-1 0-1 0 0,-1 1 1 0 0,-2 0 0 0 0,0 43 0 0 0,-19 223 24 0 0,0 0-1 0 0,16-258-13 0 0,1-1 0 0 0,2 0 0 0 0,1 0 1 0 0,1 0-1 0 0,19 60 0 0 0,3-27 151 0 0,-27-63-288 0 0,0 0 0 0 0,0 0 0 0 0,-1 0 0 0 0,0 0 0 0 0,0 0 0 0 0,0-1-1 0 0,-1 1 1 0 0,1 0 0 0 0,-1-1 0 0 0,0 1 0 0 0,0-1 0 0 0,-6 8-1 0 0,1 2-4953 0 0,5-11 2338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0:19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84 176 5233 0 0,'-24'-2'4856'0'0,"13"1"-4138"0"0,-1-1 0 0 0,1 0 0 0 0,-15-6 0 0 0,26 8-667 0 0,1 0-1 0 0,-1 0 0 0 0,0 0 1 0 0,1 0-1 0 0,-1 0 0 0 0,0 0 1 0 0,0 0-1 0 0,0-1 0 0 0,1 1 0 0 0,-1 0 1 0 0,0 0-1 0 0,0 0 0 0 0,1 0 1 0 0,-1-1-1 0 0,0 1 0 0 0,0 0 1 0 0,0 0-1 0 0,0 0 0 0 0,1-1 1 0 0,-1 1-1 0 0,0 0 0 0 0,0 0 0 0 0,0-1 1 0 0,0 1-1 0 0,0 0 0 0 0,0 0 1 0 0,0-1-1 0 0,0 1 0 0 0,1 0 1 0 0,-1 0-1 0 0,0-1 0 0 0,0 1 0 0 0,0 0 1 0 0,0 0-1 0 0,0-1 0 0 0,-1 1 1 0 0,1 0-1 0 0,0 0 0 0 0,0-1 1 0 0,0 1-1 0 0,0 0 0 0 0,0 0 0 0 0,0-1 1 0 0,0 1-1 0 0,0 0 0 0 0,-1 0 1 0 0,1-1-1 0 0,0 1 0 0 0,0 0 1 0 0,0 0-1 0 0,0 0 0 0 0,-1-1 1 0 0,1 1-1 0 0,0 0 0 0 0,0 0 0 0 0,0 0 1 0 0,-1 0-1 0 0,1 0 0 0 0,0-1 1 0 0,0 1-1 0 0,-1 0 0 0 0,1 0 1 0 0,21-6 552 0 0,30-6 256 0 0,54-19-1 0 0,-59 15-497 0 0,82-15 0 0 0,-90 25-319 0 0,-13 4-22 0 0,0-2 0 0 0,-1-2 1 0 0,38-11-1 0 0,-49 12-24 0 0,0 2-1 0 0,0 0 1 0 0,0 0-1 0 0,0 1 1 0 0,1 1-1 0 0,-1 0 0 0 0,1 1 1 0 0,-1 0-1 0 0,26 5 1 0 0,-12 0 16 0 0,0 1 1 0 0,-1 1-1 0 0,48 20 0 0 0,-57-18-278 0 0,-8-2-1816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0:19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32 10722 0 0,'0'0'690'0'0,"-2"-1"325"0"0,8 5-4761 0 0,-6-3 4082 0 0,1-1-1 0 0,-1 1 0 0 0,1 0 0 0 0,0-1 1 0 0,0 1-1 0 0,-1 0 0 0 0,1-1 0 0 0,0 1 1 0 0,0-1-1 0 0,0 1 0 0 0,0-1 0 0 0,0 1 1 0 0,1 0-1 0 0,11 1-202 0 0,0 0 0 0 0,0-1 1 0 0,0-1-1 0 0,0 0 0 0 0,1 0 0 0 0,19-4 1 0 0,79-23-3118 0 0,-85 20 1521 0 0,13-4-2613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0:20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139 286 1320 0 0,'-5'-130'12534'0'0,"5"129"-12330"0"0,0 12 357 0 0,-5 98 322 0 0,-28 149-1 0 0,28-227-716 0 0,-1 8 75 0 0,-1 9 341 0 0,-1-1 0 0 0,-17 49 0 0 0,25-95-566 0 0,0-1 0 0 0,0 1 0 0 0,0-1-1 0 0,0 1 1 0 0,0 0 0 0 0,-1-1 0 0 0,1 1-1 0 0,0-1 1 0 0,0 1 0 0 0,-1-1 0 0 0,1 1-1 0 0,0-1 1 0 0,-1 1 0 0 0,1-1 0 0 0,0 0-1 0 0,-1 1 1 0 0,1-1 0 0 0,-1 1 0 0 0,1-1-1 0 0,-1 0 1 0 0,1 1 0 0 0,-2-1 0 0 0,-5-7 84 0 0,-4-23-136 0 0,11 28 51 0 0,-6-23-28 0 0,1 0 1 0 0,2 0 0 0 0,-2-44-1 0 0,10-79-16 0 0,-3 107 48 0 0,-1 34-12 0 0,11-134 1 0 0,-9 124-18 0 0,0-1 0 0 0,2 1 0 0 0,0 0 0 0 0,0 0-1 0 0,16-30 1 0 0,-12 29-3 0 0,-7 14 11 0 0,-1 1 1 0 0,1-1-1 0 0,-1 1 0 0 0,1-1 1 0 0,0 1-1 0 0,0 0 0 0 0,1 0 1 0 0,-1 0-1 0 0,1 1 1 0 0,-1-1-1 0 0,1 0 0 0 0,6-3 1 0 0,8-4 4 0 0,1 0 0 0 0,0 2 0 0 0,1 0 0 0 0,0 1 0 0 0,0 1 0 0 0,23-4 0 0 0,9-5 4 0 0,-41 11-3 0 0,0 1 1 0 0,0 0-1 0 0,18-2 1 0 0,-24 4-5 0 0,0 1 1 0 0,0 0 0 0 0,0 0 0 0 0,0 1 0 0 0,0-1 0 0 0,0 1 0 0 0,0 0 0 0 0,0 0 0 0 0,0 0 0 0 0,0 1 0 0 0,0-1 0 0 0,0 1-1 0 0,4 2 1 0 0,-7-2-3 0 0,1 0-1 0 0,0 0 1 0 0,-1 0 0 0 0,1 1-1 0 0,-1-1 1 0 0,0 0-1 0 0,0 0 1 0 0,0 1-1 0 0,0-1 1 0 0,1 5-1 0 0,3 6-10 0 0,-2-9 13 0 0,-1 1 0 0 0,0 0 0 0 0,0 0 0 0 0,-1 0 0 0 0,1 0-1 0 0,-1 0 1 0 0,0 1 0 0 0,-1-1 0 0 0,1 0 0 0 0,-1 1 0 0 0,0-1 0 0 0,-1 8-1 0 0,-2 1 5 0 0,0-1-1 0 0,-1 1 0 0 0,-7 16 0 0 0,-1 2 0 0 0,11-29 0 0 0,-1 1 0 0 0,0-1 1 0 0,1 0-1 0 0,-2 0 1 0 0,1 0-1 0 0,0 0 0 0 0,-1 0 1 0 0,1 0-1 0 0,-1 0 0 0 0,0-1 1 0 0,-3 3-1 0 0,-40 25 69 0 0,23-16-46 0 0,-8 4 16 0 0,-1-1 0 0 0,-60 22 0 0 0,89-37-30 0 0,1-1 1 0 0,-1 0-1 0 0,0 1 0 0 0,1 0 1 0 0,-1 0-1 0 0,1 0 0 0 0,-1 0 1 0 0,1 0-1 0 0,-3 3 1 0 0,4-4 0 0 0,0 0 1 0 0,1 0 0 0 0,-1 0-1 0 0,0 0 1 0 0,0 0 0 0 0,1 0-1 0 0,-1 0 1 0 0,1 1 0 0 0,-1-1-1 0 0,1 0 1 0 0,0 0-1 0 0,-1 1 1 0 0,1-1 0 0 0,0 0-1 0 0,0 0 1 0 0,0 1 0 0 0,0-1-1 0 0,0 0 1 0 0,0 0 0 0 0,0 1-1 0 0,0-1 1 0 0,0 0 0 0 0,1 0-1 0 0,-1 1 1 0 0,1 0 0 0 0,1 0 2 0 0,-1-1 0 0 0,1 1 1 0 0,0-1-1 0 0,0 1 0 0 0,-1-1 1 0 0,1 0-1 0 0,0 0 0 0 0,0 0 1 0 0,0 0-1 0 0,1 0 0 0 0,-1-1 1 0 0,0 1-1 0 0,2 0 0 0 0,4 1 16 0 0,30 13 34 0 0,0 1 0 0 0,0 1 1 0 0,-2 2-1 0 0,35 25 1 0 0,-29-18 67 0 0,-26-17-1344 0 0,30 24 0 0 0,-39-27-692 0 0,1-1 1 0 0,1 1 0 0 0,16 7-1 0 0,-12-7-314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0:20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418 45 6225 0 0,'-2'-3'6260'0'0,"-7"-12"-4726"0"0,5 12-1434 0 0,-1 0-1 0 0,0 0 1 0 0,0 0 0 0 0,0 0-1 0 0,-1 1 1 0 0,1 0 0 0 0,-1 0-1 0 0,1 1 1 0 0,-1-1 0 0 0,1 1-1 0 0,-1 0 1 0 0,0 1 0 0 0,0-1-1 0 0,0 1 1 0 0,1 0 0 0 0,-1 1-1 0 0,-11 1 1 0 0,4 1 43 0 0,0 0 0 0 0,0 1 0 0 0,1 0 0 0 0,0 1 0 0 0,-1 1 0 0 0,-20 12 0 0 0,29-15-106 0 0,-1 1 0 0 0,1-1 0 0 0,0 1-1 0 0,0 0 1 0 0,1 0 0 0 0,-1 0 0 0 0,1 0-1 0 0,0 1 1 0 0,0-1 0 0 0,-4 9 0 0 0,-1 5 129 0 0,-9 32-1 0 0,13-34-91 0 0,-1-1 0 0 0,-11 22 0 0 0,13-33-35 0 0,1 1 1 0 0,0 0-1 0 0,1 0 1 0 0,-1 0-1 0 0,1 0 1 0 0,0 0-1 0 0,0 0 1 0 0,1 0-1 0 0,-1 0 1 0 0,1 0-1 0 0,0 1 1 0 0,1-1-1 0 0,-1 0 1 0 0,1 0-1 0 0,0 0 1 0 0,0 0-1 0 0,2 5 1 0 0,-2-8-23 0 0,0-1 1 0 0,0 1-1 0 0,0-1 1 0 0,0 0 0 0 0,0 1-1 0 0,0-1 1 0 0,0 0-1 0 0,1 0 1 0 0,-1 0 0 0 0,0 0-1 0 0,1 0 1 0 0,-1 0-1 0 0,0 0 1 0 0,1 0 0 0 0,-1 0-1 0 0,3 0 1 0 0,32 12 165 0 0,-17-7-61 0 0,15 7 283 0 0,55 11 0 0 0,17 5-10 0 0,-103-28-372 0 0,0 1-1 0 0,-1-1 1 0 0,1 0-1 0 0,0 1 1 0 0,0 0-1 0 0,-1 0 0 0 0,1 0 1 0 0,-1 0-1 0 0,1 0 1 0 0,-1 0-1 0 0,4 5 1 0 0,-5-5-11 0 0,0-1 0 0 0,0 1 0 0 0,-1-1 0 0 0,1 1 0 0 0,0 0 0 0 0,-1-1 0 0 0,1 1 1 0 0,-1 0-1 0 0,1-1 0 0 0,-1 1 0 0 0,0 0 0 0 0,0 0 0 0 0,0 0 0 0 0,0-1 1 0 0,0 1-1 0 0,0 0 0 0 0,0 0 0 0 0,-1-1 0 0 0,1 1 0 0 0,-1 0 0 0 0,0 2 0 0 0,0-3-10 0 0,1 0-1 0 0,0-1 0 0 0,-1 1 1 0 0,1-1-1 0 0,-1 1 0 0 0,1 0 1 0 0,-1-1-1 0 0,1 1 0 0 0,-1-1 1 0 0,1 1-1 0 0,-1-1 0 0 0,1 1 1 0 0,-1-1-1 0 0,1 0 0 0 0,-1 1 1 0 0,0-1-1 0 0,1 0 0 0 0,-2 1 1 0 0,-26 9-42 0 0,-1-2 0 0 0,-40 7 1 0 0,-3 1-610 0 0,-97 27-3013 0 0,113-29 537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0:21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284 204 6121 0 0,'-2'-102'2872'0'0,"1"1"2978"0"0,12 230-4611 0 0,-10-79-1141 0 0,-10 88 0 0 0,6-118-71 0 0,0 0 0 0 0,-2 0 0 0 0,-1 0 0 0 0,0-1 0 0 0,-1 0 0 0 0,-1 0 0 0 0,-13 21 0 0 0,14-26 0 0 0,5-10-13 0 0,0 0-1 0 0,-1 0 1 0 0,1 0 0 0 0,-1 0 0 0 0,0 0 0 0 0,0-1-1 0 0,0 1 1 0 0,-5 3 0 0 0,1-1 23 0 0,-1-1 0 0 0,0 0 0 0 0,0-1 0 0 0,0 1 0 0 0,0-2 0 0 0,-1 1 1 0 0,0-1-1 0 0,1 0 0 0 0,-1-1 0 0 0,-10 2 0 0 0,15-3 52 0 0,-1 0 1 0 0,1 0-1 0 0,0 0 1 0 0,0 1-1 0 0,0-1 1 0 0,-5 4-1 0 0,6-3 65 0 0,-1-1 0 0 0,1 1 1 0 0,-1-1-1 0 0,1 1 0 0 0,-1-1 0 0 0,0 0 1 0 0,1 0-1 0 0,-1-1 0 0 0,-5 1 0 0 0,8-1-124 0 0,1 0-1 0 0,-1 0 0 0 0,1 0 1 0 0,-1 0-1 0 0,1 0 0 0 0,-1 0 1 0 0,0 0-1 0 0,1 0 0 0 0,-1 0 1 0 0,1 0-1 0 0,-1 0 0 0 0,1 0 1 0 0,-1-1-1 0 0,1 1 0 0 0,-1 0 1 0 0,1 0-1 0 0,-1-1 0 0 0,1 1 1 0 0,-1 0-1 0 0,1 0 0 0 0,-1-1 1 0 0,5-8 289 0 0,17-6-209 0 0,-1 5-83 0 0,-1 1-1 0 0,1 0 1 0 0,1 2-1 0 0,-1 0 1 0 0,26-4 0 0 0,3 3 19 0 0,57-4 0 0 0,-92 13-177 0 0,12-1 385 0 0,-26 0-423 0 0,1 0-1 0 0,0 0 1 0 0,0 0 0 0 0,0 0-1 0 0,0 0 1 0 0,0 0 0 0 0,0-1 0 0 0,-1 1-1 0 0,1 0 1 0 0,0-1 0 0 0,0 1-1 0 0,0 0 1 0 0,-1-1 0 0 0,1 1-1 0 0,0-1 1 0 0,-1 1 0 0 0,1-1 0 0 0,0 1-1 0 0,-1-1 1 0 0,2 0 0 0 0,-2-1-414 0 0,0 0 1 0 0,0 1-1 0 0,0-1 1 0 0,0 1 0 0 0,0-1-1 0 0,0 0 1 0 0,-1 1-1 0 0,1-1 1 0 0,0 1-1 0 0,-1-1 1 0 0,1 0-1 0 0,-2-1 1 0 0,1 0-140 0 0,-2-7-1315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0:22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69 10250 0 0,'-9'-16'5857'0'0,"9"15"-5822"0"0,0 0 0 0 0,1 0-1 0 0,-1 0 1 0 0,0 0-1 0 0,1 0 1 0 0,-1 0-1 0 0,1 0 1 0 0,-1 0 0 0 0,1 0-1 0 0,0 0 1 0 0,-1 0-1 0 0,1 0 1 0 0,0 0-1 0 0,0 1 1 0 0,0-1 0 0 0,-1 0-1 0 0,1 1 1 0 0,0-1-1 0 0,0 0 1 0 0,1 0 0 0 0,25-12 754 0 0,-21 11-720 0 0,1-2-578 0 0,1 1 0 0 0,-1 1-1 0 0,1 0 1 0 0,-1 0 0 0 0,1 0 0 0 0,0 1 0 0 0,0 0 0 0 0,0 0 0 0 0,0 1 0 0 0,-1 0 0 0 0,13 2-1 0 0,-10-1-3198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0:22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378 1 10490 0 0,'-11'0'1505'0'0,"0"2"-1331"0"0,-1 0 0 0 0,1 1 0 0 0,0 1 0 0 0,0 0 0 0 0,0 0 0 0 0,0 1 0 0 0,1 1 0 0 0,-15 9 1 0 0,14-8-23 0 0,8-5-114 0 0,0 0-1 0 0,0 0 1 0 0,0 0-1 0 0,0 0 1 0 0,0 1-1 0 0,0-1 1 0 0,1 1-1 0 0,-1 0 1 0 0,1 0-1 0 0,0 0 0 0 0,0 0 1 0 0,0 0-1 0 0,0 0 1 0 0,0 0-1 0 0,-2 8 1 0 0,-7 18 149 0 0,9-25-128 0 0,-1 0 0 0 0,2 0 0 0 0,-1 1 0 0 0,0-1 0 0 0,1 1 0 0 0,0-1 0 0 0,0 1 0 0 0,0 0 0 0 0,0-1 0 0 0,1 1 0 0 0,0 0-1 0 0,0-1 1 0 0,0 1 0 0 0,1 0 0 0 0,-1-1 0 0 0,1 1 0 0 0,2 6 0 0 0,-1-6 21 0 0,0-1-1 0 0,1 1 1 0 0,-1 0-1 0 0,1-1 1 0 0,0 1-1 0 0,0-1 1 0 0,0 0-1 0 0,1 0 1 0 0,-1 0-1 0 0,1 0 1 0 0,0-1-1 0 0,0 0 1 0 0,1 1-1 0 0,-1-1 1 0 0,8 3-1 0 0,102 62 1602 0 0,-109-64-1533 0 0,1 1 0 0 0,-1-1 0 0 0,0 1 0 0 0,-1 0 0 0 0,1 1 0 0 0,-1-1 0 0 0,0 1 0 0 0,0 0 0 0 0,-1 0 0 0 0,6 12 0 0 0,-8-16-137 0 0,-1-1 0 0 0,1 1 0 0 0,0-1 0 0 0,0 1 0 0 0,-1-1-1 0 0,1 1 1 0 0,-1 0 0 0 0,1-1 0 0 0,-1 1 0 0 0,0 0 0 0 0,0 0 0 0 0,0-1 0 0 0,0 1 0 0 0,0 0 0 0 0,0-1 0 0 0,0 1-1 0 0,0 0 1 0 0,-1-1 0 0 0,1 1 0 0 0,-1 0 0 0 0,1-1 0 0 0,-1 1 0 0 0,0 0 0 0 0,1-1 0 0 0,-1 1 0 0 0,0-1 0 0 0,0 0-1 0 0,0 1 1 0 0,0-1 0 0 0,0 0 0 0 0,-1 1 0 0 0,1-1 0 0 0,0 0 0 0 0,-3 2 0 0 0,-4 1-19 0 0,1 0 0 0 0,0-1 0 0 0,-1 0 0 0 0,0 0 1 0 0,-14 3-1 0 0,-129 28-1184 0 0,49-17-2408 0 0,58-8 391 0 0,5 2-3219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9:11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 6161 0 0,'-27'3'6094'0'0,"26"0"-5964"0"0,0 1 0 0 0,1-1 1 0 0,-1 1-1 0 0,1-1 1 0 0,0 1-1 0 0,0-1 0 0 0,1 8 1 0 0,0 2 61 0 0,3 57 318 0 0,3 0 1 0 0,16 71 0 0 0,34 76-194 0 0,-35-142-261 0 0,17 93-1 0 0,-25-84-33 0 0,12 117 61 0 0,-19-99-51 0 0,26 135 0 0 0,-28-202 119 0 0,-1 1-1 0 0,-3 63 0 0 0,-1-62-141 0 0,0-35 12 0 0,1 0 0 0 0,-1 0-1 0 0,1 0 1 0 0,-1 0 0 0 0,1 0-1 0 0,0 0 1 0 0,-1 0-1 0 0,3 4 1 0 0,3 11-4033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9:12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23 5833 0 0,'0'0'156'0'0,"-26"17"6288"0"0,21-8-5397 0 0,13-9-436 0 0,3-1-674 0 0,60 0 717 0 0,119-17-1 0 0,-110 6-7 0 0,142-5 1 0 0,-196 20-103 0 0,-26-3-598 0 0,1-1-1 0 0,0 1 1 0 0,-1 0-1 0 0,1 0 1 0 0,-1 0-1 0 0,1 1 1 0 0,-1-1-1 0 0,1 0 1 0 0,-1 0-1 0 0,1 0 1 0 0,-1 0-1 0 0,1 0 1 0 0,-1 1-1 0 0,1-1 1 0 0,-1 0-1 0 0,1 0 1 0 0,-1 1-1 0 0,1-1 1 0 0,-1 0-1 0 0,1 1 0 0 0,-1-1 1 0 0,0 0-1 0 0,1 1 1 0 0,-1-1-1 0 0,0 1 1 0 0,1-1-1 0 0,-1 1 1 0 0,0-1-1 0 0,0 1 1 0 0,1-1-1 0 0,-1 1 1 0 0,0-1-1 0 0,0 1 1 0 0,0-1-1 0 0,0 1 1 0 0,1-1-1 0 0,-1 1 1 0 0,0-1-1 0 0,0 1 1 0 0,0-1-1 0 0,0 1 1 0 0,0-1-1 0 0,-1 2 1 0 0,-2 1-2256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9:12.5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7 6265 0 0,'-25'-4'6911'0'0,"16"1"-6228"0"0,17 4-338 0 0,39 9-227 0 0,0 2-1 0 0,-1 1 0 0 0,52 24 1 0 0,-92-34-89 0 0,-4-3-10 0 0,1 1 0 0 0,-1-1 0 0 0,0 1 0 0 0,0 0 0 0 0,1 0 1 0 0,-1 0-1 0 0,0 0 0 0 0,0 0 0 0 0,0 0 0 0 0,0 1 0 0 0,-1-1 0 0 0,1 1 0 0 0,0-1 0 0 0,-1 1 0 0 0,1 0 0 0 0,0 0 0 0 0,-1 0 0 0 0,0-1 0 0 0,2 4 1 0 0,7 25 225 0 0,-8-27-225 0 0,-1 0 0 0 0,1 1 0 0 0,-1-1 0 0 0,0 1 1 0 0,0-1-1 0 0,0 0 0 0 0,-1 1 0 0 0,1 0 0 0 0,-1-1 0 0 0,0 1 0 0 0,0-1 0 0 0,0 1 0 0 0,0 0 0 0 0,0-1 0 0 0,-1 1 0 0 0,-1 5 0 0 0,-1-4 3 0 0,1 0-1 0 0,-1 1 0 0 0,0-1 0 0 0,0 0 1 0 0,-1-1-1 0 0,0 1 0 0 0,0 0 0 0 0,0-1 1 0 0,0 0-1 0 0,0 0 0 0 0,-1 0 0 0 0,0-1 1 0 0,-8 6-1 0 0,-9 2-31 0 0,1 0 1 0 0,-25 7-1 0 0,24-9 26 0 0,-1-1-139 0 0,-16 7-11 0 0,37-14-426 0 0,-1 0 0 0 0,1 1 0 0 0,0-1 0 0 0,0 1 0 0 0,0 0 1 0 0,0 0-1 0 0,-3 3 0 0 0,3-2-1223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9:12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8 7042 0 0,'0'0'677'0'0,"-9"-2"4504"0"0,-9-1-1659 0 0,18 2-3497 0 0,-1 1 0 0 0,1 0 0 0 0,0 0 0 0 0,0-1 1 0 0,-1 1-1 0 0,1 0 0 0 0,0 0 0 0 0,-1 0 0 0 0,1 0 0 0 0,0 0 0 0 0,-1-1 0 0 0,1 1 0 0 0,0 0 0 0 0,-1 0 0 0 0,1 0 0 0 0,0 0 0 0 0,-1 0 0 0 0,1 0 1 0 0,0 0-1 0 0,-1 0 0 0 0,1 0 0 0 0,0 0 0 0 0,-1 0 0 0 0,1 0 0 0 0,0 0 0 0 0,-1 1 0 0 0,1-1 0 0 0,0 0 0 0 0,-1 0 0 0 0,1 0 0 0 0,0 0 0 0 0,0 1 1 0 0,-1-1-1 0 0,1 0 0 0 0,0 0 0 0 0,-1 0 0 0 0,1 1 0 0 0,0-1 0 0 0,0 0 0 0 0,0 1 0 0 0,-1-1 0 0 0,1 0 0 0 0,0 0 0 0 0,0 1 0 0 0,0-1 0 0 0,0 0 1 0 0,0 1-1 0 0,-1-1 0 0 0,1 0 0 0 0,0 1 0 0 0,0-1 0 0 0,0 0 0 0 0,0 1 0 0 0,0-1 0 0 0,0 0 0 0 0,0 1 0 0 0,0-1 0 0 0,0 1 0 0 0,0-1 0 0 0,1 0 1 0 0,-1 1-1 0 0,0-1 0 0 0,0 1 0 0 0,7 27-122 0 0,-6-23 204 0 0,14 48-67 0 0,69 297 320 0 0,-64-172-1308 0 0,-2 264 0 0 0,-16-435-3102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29:13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23 196 2561 0 0,'0'0'2954'0'0,"-3"-6"1487"0"0,-2-10-3040 0 0,-10-158 3984 0 0,76 749-4850 0 0,-29-414 196 0 0,-7-41-422 0 0,-25-119-415 0 0,4 16 868 0 0,0-10-1836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0:41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31 150 2048 0 0,'0'0'-256'0'0,"-13"-25"8458"0"0,13 25-8039 0 0,-1 0-1 0 0,1 0 1 0 0,-1 0-1 0 0,1 0 1 0 0,-1 0 0 0 0,1 0-1 0 0,-1 0 1 0 0,1 0-1 0 0,-1 0 1 0 0,1 0-1 0 0,-1 0 1 0 0,1 0-1 0 0,0 0 1 0 0,-1 0 0 0 0,1 0-1 0 0,-1 0 1 0 0,1 1-1 0 0,-1-1 1 0 0,1 0-1 0 0,-1 0 1 0 0,1 1-1 0 0,0-1 1 0 0,-1 0 0 0 0,1 0-1 0 0,-1 1 1 0 0,1-1-1 0 0,0 0 1 0 0,-1 1-1 0 0,1-1 1 0 0,0 1 0 0 0,0-1-1 0 0,-1 1 1 0 0,-3 7 494 0 0,4-8-622 0 0,1 1 0 0 0,-1-1 0 0 0,0 0 0 0 0,1 1 0 0 0,-1-1 0 0 0,0 0 0 0 0,1 1 0 0 0,-1-1 0 0 0,0 0 0 0 0,1 0 0 0 0,-1 1 0 0 0,1-1 0 0 0,-1 0-1 0 0,0 0 1 0 0,1 0 0 0 0,-1 0 0 0 0,1 0 0 0 0,-1 1 0 0 0,1-1 0 0 0,-1 0 0 0 0,1 0 0 0 0,-1 0 0 0 0,0 0 0 0 0,1 0 0 0 0,0-1 0 0 0,31 2 52 0 0,0-2 0 0 0,0-1-1 0 0,0-2 1 0 0,37-9 0 0 0,125-45 80 0 0,-147 42-123 0 0,1 3-1 0 0,0 2 0 0 0,1 2 1 0 0,0 2-1 0 0,88-2 0 0 0,-137 9-30 0 0,1 0-1 0 0,-1 0 1 0 0,1 0-1 0 0,-1 0 1 0 0,1 0-1 0 0,-1 0 1 0 0,1 0-1 0 0,-1 0 1 0 0,0 0-1 0 0,1 0 0 0 0,-1 0 1 0 0,1 0-1 0 0,-1 0 1 0 0,1 0-1 0 0,-1 1 1 0 0,1-1-1 0 0,-1 0 1 0 0,1 0-1 0 0,-1 0 0 0 0,0 1 1 0 0,1-1-1 0 0,-1 0 1 0 0,1 1-1 0 0,-1-1 1 0 0,0 0-1 0 0,1 1 1 0 0,-1-1-1 0 0,0 0 1 0 0,0 1-1 0 0,1-1 0 0 0,-1 1 1 0 0,0-1-1 0 0,0 1 1 0 0,1-1-1 0 0,-1 0 1 0 0,0 1-1 0 0,0-1 1 0 0,0 1-1 0 0,0-1 1 0 0,0 1-1 0 0,0-1 0 0 0,0 1 1 0 0,0-1-1 0 0,0 1 1 0 0,-4 10-669 0 0,-3-1-3499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0:43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81 541 2200 0 0,'0'-16'2654'0'0,"-5"-73"-39"0"0,-26-149 0 0 0,12 119-650 0 0,17 105-1445 0 0,2 7-251 0 0,-1 0-1 0 0,0-1 1 0 0,0 1-1 0 0,-1 0 0 0 0,0 0 1 0 0,-1 0-1 0 0,-3-7 0 0 0,6 14-255 0 0,0 0-1 0 0,0 0 1 0 0,0 0-1 0 0,0 0 0 0 0,0 0 1 0 0,0 0-1 0 0,0 0 0 0 0,0 0 1 0 0,0-1-1 0 0,0 1 0 0 0,-1 0 1 0 0,1 0-1 0 0,0 0 0 0 0,0 0 1 0 0,0 0-1 0 0,0 0 0 0 0,0 0 1 0 0,0 0-1 0 0,0 0 0 0 0,0 0 1 0 0,-1 0-1 0 0,1 0 1 0 0,0 1-1 0 0,0-1 0 0 0,0 0 1 0 0,0 0-1 0 0,0 0 0 0 0,0 0 1 0 0,0 0-1 0 0,0 0 0 0 0,0 0 1 0 0,0 0-1 0 0,0 0 0 0 0,-1 0 1 0 0,1 0-1 0 0,0 0 0 0 0,0 0 1 0 0,0 0-1 0 0,0 0 1 0 0,0 1-1 0 0,0-1 0 0 0,0 0 1 0 0,0 0-1 0 0,0 0 0 0 0,0 0 1 0 0,0 0-1 0 0,0 0 0 0 0,0 0 1 0 0,0 0-1 0 0,0 0 0 0 0,0 1 1 0 0,0-1-1 0 0,0 0 0 0 0,0 0 1 0 0,0 0-1 0 0,0 0 0 0 0,0 0 1 0 0,0 0-1 0 0,0 0 1 0 0,0 0-1 0 0,0 0 0 0 0,0 1 1 0 0,-2 13 210 0 0,-1 18-70 0 0,7 37 294 0 0,2-1 0 0 0,28 123 0 0 0,-21-131-411 0 0,19 193 6 0 0,-22 2 59 0 0,7 91 13 0 0,11 33 45 0 0,-17-209-115 0 0,-4 7 37 0 0,-5-78 27 0 0,18 120-1 0 0,-16-205-72 0 0,0 0 1 0 0,0 1 0 0 0,11 20-1 0 0,-9-21 188 0 0,0 0-1 0 0,7 27 0 0 0,-8-22 394 0 0,-5-18-728 0 0,1-1 1 0 0,-1 1-1 0 0,0-1 1 0 0,0 1-1 0 0,0-1 1 0 0,0 1-1 0 0,0-1 1 0 0,1 1 0 0 0,-1-1-1 0 0,0 0 1 0 0,0 1-1 0 0,1-1 1 0 0,-1 1-1 0 0,0-1 1 0 0,1 0-1 0 0,-1 1 1 0 0,1-1-1 0 0,-1 0 1 0 0,0 1 0 0 0,1-1-1 0 0,-1 0 1 0 0,1 1-1 0 0,-1-1 1 0 0,1 0-1 0 0,-1 0 1 0 0,0 0-1 0 0,1 0 1 0 0,-1 1 0 0 0,1-1-1 0 0,-1 0 1 0 0,1 0-1 0 0,-1 0 1 0 0,2 0-1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0:43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150 603 256 0 0,'-19'5'4172'0'0,"-7"2"-1325"0"0,1 2 1 0 0,-32 15 0 0 0,49-18-1284 0 0,-2 2 348 0 0,10-8-1892 0 0,-1-1 1 0 0,1 1-1 0 0,0 0 0 0 0,-1 0 1 0 0,1 0-1 0 0,0-1 1 0 0,0 1-1 0 0,-1 0 0 0 0,1-1 1 0 0,0 1-1 0 0,0 0 0 0 0,0 0 1 0 0,-1-1-1 0 0,1 1 1 0 0,0 0-1 0 0,0-1 0 0 0,0 1 1 0 0,0-1-1 0 0,0 1 1 0 0,0 0-1 0 0,0-1 0 0 0,0 1 1 0 0,0 0-1 0 0,0-1 0 0 0,0 1 1 0 0,0 0-1 0 0,0-1 1 0 0,0 1-1 0 0,0-1 0 0 0,0 1 1 0 0,0 0-1 0 0,0-1 1 0 0,0 1-1 0 0,0 0 0 0 0,1-1 1 0 0,-1 1-1 0 0,3-20 30 0 0,1 1 0 0 0,1 0-1 0 0,0 0 1 0 0,2 0 0 0 0,9-19 0 0 0,52-88 20 0 0,-63 116-63 0 0,0 0-1 0 0,5-19 0 0 0,6-9 6 0 0,60-146 15 0 0,-53 121-1 0 0,-21 57-7 0 0,1 1-1 0 0,0 0 1 0 0,0 0-1 0 0,0 1 1 0 0,1-1-1 0 0,-1 0 1 0 0,7-4-1 0 0,-10 8-2 0 0,1 0 1 0 0,0 0-1 0 0,-1 0 0 0 0,1 0 0 0 0,0 1 0 0 0,0-1 0 0 0,0 0 0 0 0,0 1 0 0 0,0-1 0 0 0,0 0 0 0 0,0 1 0 0 0,0-1 1 0 0,0 1-1 0 0,0 0 0 0 0,0-1 0 0 0,0 1 0 0 0,0 0 0 0 0,0 0 0 0 0,1-1 0 0 0,-1 1 0 0 0,0 0 0 0 0,0 0 1 0 0,0 0-1 0 0,0 0 0 0 0,0 1 0 0 0,0-1 0 0 0,1 0 0 0 0,-1 0 0 0 0,0 1 0 0 0,0-1 0 0 0,0 1 0 0 0,0-1 0 0 0,0 1 1 0 0,0-1-1 0 0,0 1 0 0 0,0-1 0 0 0,0 1 0 0 0,0 0 0 0 0,-1 0 0 0 0,1-1 0 0 0,0 1 0 0 0,0 0 0 0 0,-1 0 1 0 0,2 1-1 0 0,11 21 172 0 0,15 35 0 0 0,-4-8-38 0 0,-19-40-167 0 0,0 0 0 0 0,0 0 0 0 0,1-1 0 0 0,0 0-1 0 0,1 0 1 0 0,0 0 0 0 0,0-1 0 0 0,1 0 0 0 0,16 14-1 0 0,11 1-3120 0 0,-24-14 1134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0:44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1 333 6513 0 0,'1'-59'1628'0'0,"2"0"0"0"0,2 1 0 0 0,20-86 0 0 0,-25 144-1554 0 0,0-1 0 0 0,0 0 0 0 0,0 1 0 0 0,1-1 0 0 0,-1 0 0 0 0,0 1 0 0 0,0-1 0 0 0,0 1 0 0 0,1-1 0 0 0,-1 0 0 0 0,0 1 0 0 0,1-1 0 0 0,-1 1 0 0 0,0-1 0 0 0,1 1 0 0 0,-1-1-1 0 0,1 1 1 0 0,-1-1 0 0 0,1 1 0 0 0,-1 0 0 0 0,1-1 0 0 0,0 0 0 0 0,0 1-19 0 0,0 0 0 0 0,-1 0-1 0 0,1 1 1 0 0,-1-1 0 0 0,1 0 0 0 0,-1 0-1 0 0,1 0 1 0 0,-1 0 0 0 0,1 1 0 0 0,-1-1-1 0 0,1 0 1 0 0,-1 1 0 0 0,0-1 0 0 0,1 0 0 0 0,-1 1-1 0 0,1-1 1 0 0,-1 0 0 0 0,0 1 0 0 0,1-1-1 0 0,0 2 1 0 0,13 26 481 0 0,-2 12-315 0 0,-2 1 1 0 0,-1 0 0 0 0,5 82 0 0 0,-8-61-125 0 0,5 201 496 0 0,-11-262-581 0 0,0 0 1 0 0,0-1-1 0 0,0 1 0 0 0,0 0 0 0 0,0 0 0 0 0,0-1 1 0 0,0 1-1 0 0,0 0 0 0 0,-1 0 0 0 0,1-1 0 0 0,0 1 0 0 0,0 0 1 0 0,-1-1-1 0 0,1 1 0 0 0,-1 0 0 0 0,1-1 0 0 0,0 1 1 0 0,-1 0-1 0 0,1-1 0 0 0,-1 1 0 0 0,1-1 0 0 0,-1 1 1 0 0,0-1-1 0 0,1 1 0 0 0,-1-1 0 0 0,0 1 0 0 0,-1-1-3 0 0,1 1 0 0 0,-1-1 0 0 0,1 0-1 0 0,-1 1 1 0 0,1-1 0 0 0,-1 0-1 0 0,0 0 1 0 0,1 0 0 0 0,-1 0 0 0 0,1-1-1 0 0,-1 1 1 0 0,-1-1 0 0 0,-2 0 4 0 0,0-1 1 0 0,0 0-1 0 0,0 0 0 0 0,1 0 1 0 0,-1 0-1 0 0,-7-6 0 0 0,8 3 59 0 0,1 0-1 0 0,0 1 0 0 0,0-1 0 0 0,0-1 1 0 0,1 1-1 0 0,-1 0 0 0 0,1-1 0 0 0,-1-6 1 0 0,1-5 355 0 0,2 11-272 0 0,1 8-84 0 0,3 24 5 0 0,1-1 1 0 0,1 0-1 0 0,1 0 0 0 0,1-1 0 0 0,13 25 1 0 0,-17-45 3 0 0,0 0 0 0 0,0-1 1 0 0,0 1-1 0 0,1-1 0 0 0,0 0 1 0 0,-1-1-1 0 0,1 1 0 0 0,0-1 1 0 0,0 0-1 0 0,1 0 1 0 0,9 2-1 0 0,-12-3-51 0 0,0 0 1 0 0,0 0 0 0 0,0-1-1 0 0,0 1 1 0 0,0-1-1 0 0,0 0 1 0 0,0 0-1 0 0,0 0 1 0 0,0-1-1 0 0,0 1 1 0 0,0-1 0 0 0,0 1-1 0 0,0-1 1 0 0,0 0-1 0 0,0 0 1 0 0,0 0-1 0 0,0-1 1 0 0,-1 1 0 0 0,6-4-1 0 0,-5 2-15 0 0,-1 0 0 0 0,1 0 0 0 0,-1 0 1 0 0,1-1-1 0 0,-1 1 0 0 0,0-1 0 0 0,0 1 0 0 0,0-1 0 0 0,-1 0 0 0 0,1 0 0 0 0,-1 0 0 0 0,0 0 1 0 0,0 0-1 0 0,0-5 0 0 0,0 4-12 0 0,1 0 0 0 0,0-1 1 0 0,0 1-1 0 0,0 0 1 0 0,0 0-1 0 0,5-5 0 0 0,-5 6-57 0 0,1 0-1 0 0,-1-1 0 0 0,0 1 0 0 0,0 0 1 0 0,0-1-1 0 0,-1 1 0 0 0,0-1 1 0 0,1 1-1 0 0,-2-1 0 0 0,2-6 1 0 0,-2 1-1247 0 0,0 0-3898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0:45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21 10962 0 0,'-1'-1'310'0'0,"1"-1"0"0"0,0 1 0 0 0,-1 0 0 0 0,1-1 0 0 0,-1 1 0 0 0,1 0 0 0 0,-1 0 0 0 0,0-1 0 0 0,1 1 0 0 0,-1 0 0 0 0,0 0 0 0 0,0 0 0 0 0,-1-1 0 0 0,-6 0 1421 0 0,2 13-986 0 0,-8 121 234 0 0,0-4-611 0 0,3-65-133 0 0,2 1 0 0 0,0 74 0 0 0,9-137-228 0 0,0-1 1 0 0,0 1-1 0 0,0 0 1 0 0,-1-1-1 0 0,1 1 1 0 0,0 0-1 0 0,0-1 1 0 0,0 1 0 0 0,-1-1-1 0 0,1 1 1 0 0,0-1-1 0 0,-1 1 1 0 0,1 0-1 0 0,-1-1 1 0 0,1 1-1 0 0,0-1 1 0 0,-1 0 0 0 0,1 1-1 0 0,-1-1 1 0 0,1 1-1 0 0,-1-1 1 0 0,0 0-1 0 0,1 1 1 0 0,-1-1-1 0 0,1 0 1 0 0,-1 0 0 0 0,0 1-1 0 0,1-1 1 0 0,-1 0-1 0 0,0 0 1 0 0,-21 2 761 0 0,22-2-718 0 0,-1 0 3 0 0,12 0 125 0 0,22 3-215 0 0,0 0-154 0 0,1-1 1 0 0,0-2-1 0 0,0-1 0 0 0,66-11 0 0 0,-98 11-105 0 0,-1 1-1 0 0,0-1 0 0 0,0 0 0 0 0,1 0 0 0 0,-1 1 1 0 0,0-1-1 0 0,0 0 0 0 0,0 0 0 0 0,0 0 1 0 0,0 0-1 0 0,0-1 0 0 0,-1 1 0 0 0,1 0 1 0 0,0 0-1 0 0,-1 0 0 0 0,1-1 0 0 0,0 1 1 0 0,-1 0-1 0 0,1-1 0 0 0,-1 1 0 0 0,0-1 0 0 0,0 1 1 0 0,1 0-1 0 0,-1-1 0 0 0,0 1 0 0 0,0-3 1 0 0,0-8-3250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0:45.5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1 128 12283 0 0,'0'-2'223'0'0,"0"0"1"0"0,0 0-1 0 0,1 0 1 0 0,-1 0-1 0 0,1 0 1 0 0,-1 0-1 0 0,1 0 1 0 0,0 1-1 0 0,-1-1 1 0 0,1 0-1 0 0,0 0 1 0 0,0 1-1 0 0,1-1 1 0 0,-1 0-1 0 0,0 1 1 0 0,0-1-1 0 0,1 1 1 0 0,-1-1-1 0 0,1 1 1 0 0,-1 0-1 0 0,1 0 1 0 0,0 0-1 0 0,-1 0 1 0 0,1 0-1 0 0,3-1 1 0 0,4-2-184 0 0,1 1 0 0 0,-1 0 0 0 0,0 1 0 0 0,11-1 1 0 0,-8 1 281 0 0,62-12-6 0 0,84-3-1 0 0,-149 16-322 0 0,0-1 0 0 0,0 1-1 0 0,-1-2 1 0 0,1 1 0 0 0,15-8 0 0 0,-16 7-211 0 0,0 0 0 0 0,0 0 0 0 0,1 0-1 0 0,-1 1 1 0 0,1 0 0 0 0,9 0 0 0 0,-9 1-1097 0 0,0 1-1 0 0,1 1 1 0 0,10 1-1 0 0,-9 0-1690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0:45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0 9834 0 0,'0'0'135'0'0,"-7"14"3799"0"0,-34 55-2098 0 0,22-38-1171 0 0,-19 40 0 0 0,34-62-510 0 0,1 0-1 0 0,-1 0 1 0 0,1 0 0 0 0,1 0 0 0 0,0 1 0 0 0,0-1 0 0 0,1 1 0 0 0,0 0-1 0 0,1 13 1 0 0,1-21-96 0 0,-1 0-1 0 0,1 0 1 0 0,0 0-1 0 0,0 0 1 0 0,-1 0-1 0 0,2 0 1 0 0,-1 0 0 0 0,0 0-1 0 0,0 0 1 0 0,0-1-1 0 0,1 1 1 0 0,-1-1-1 0 0,1 1 1 0 0,-1-1-1 0 0,1 1 1 0 0,0-1-1 0 0,-1 0 1 0 0,1 0-1 0 0,0 0 1 0 0,0 0-1 0 0,0 0 1 0 0,0 0-1 0 0,0 0 1 0 0,0-1-1 0 0,4 1 1 0 0,1 1 12 0 0,0 0-1 0 0,0-1 1 0 0,1 0 0 0 0,-1 0-1 0 0,1-1 1 0 0,8 0 0 0 0,-4-2 44 0 0,0 0 1 0 0,0-1-1 0 0,-1 0 1 0 0,1-1-1 0 0,-1 0 0 0 0,11-6 1 0 0,62-39 559 0 0,-59 34-479 0 0,-21 14-162 0 0,0-1 0 0 0,0 0-1 0 0,-1 0 1 0 0,1 0 0 0 0,-1 0 0 0 0,1 0 0 0 0,-1-1 0 0 0,0 0 0 0 0,0 0 0 0 0,0 0 0 0 0,0 0 0 0 0,-1 0 0 0 0,1 0 0 0 0,-1-1-1 0 0,0 1 1 0 0,0-1 0 0 0,0 1 0 0 0,0-1 0 0 0,-1 0 0 0 0,2-6 0 0 0,8-17 105 0 0,-8 21-126 0 0,0 0 0 0 0,0 0 0 0 0,-1 0-1 0 0,0 0 1 0 0,1-7 0 0 0,-3 11-15 0 0,0 0-1 0 0,1 1 1 0 0,-1-1 0 0 0,-1 1-1 0 0,1-1 1 0 0,0 1-1 0 0,0-1 1 0 0,0 1-1 0 0,-1-1 1 0 0,1 0-1 0 0,-1 1 1 0 0,1 0 0 0 0,-1-1-1 0 0,0 1 1 0 0,1-1-1 0 0,-1 1 1 0 0,0 0-1 0 0,0-1 1 0 0,0 1 0 0 0,0 0-1 0 0,0 0 1 0 0,0 0-1 0 0,0 0 1 0 0,-1 0-1 0 0,1 0 1 0 0,-2-1 0 0 0,-4-2-91 0 0,0 0 0 0 0,-1 0 0 0 0,1 1 0 0 0,-1 0 0 0 0,0 1 0 0 0,0-1-1 0 0,0 2 1 0 0,-1-1 0 0 0,-7 0 0 0 0,-1 1-1045 0 0,0 1-1 0 0,1 0 0 0 0,-31 6 0 0 0,6 1-3516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37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81 529 2048 0 0,'0'0'3732'0'0,"-25"-20"269"0"0,22 19-3522 0 0,-2-1 1 0 0,1 1-1 0 0,0 0 0 0 0,0 0 1 0 0,0 0-1 0 0,-1 0 0 0 0,1 1 1 0 0,0 0-1 0 0,-8 0 0 0 0,5 0-188 0 0,15-8-291 0 0,6-2 22 0 0,12-2-21 0 0,1 0-1 0 0,0 2 1 0 0,1 0-1 0 0,46-8 1 0 0,-14 8 1 0 0,73-4 0 0 0,-18 9 30 0 0,-51 4 18 0 0,1-4-1 0 0,92-17 1 0 0,-142 19 32 0 0,3-1 191 0 0,0 0 0 0 0,0-2 0 0 0,23-9 0 0 0,-39 13-227 0 0,0 1 0 0 0,0-1 0 0 0,0 0 0 0 0,0 0 0 0 0,0 0 0 0 0,0-1 1 0 0,-1 1-1 0 0,1 0 0 0 0,-1-1 0 0 0,0 1 0 0 0,1-1 0 0 0,-1 1 0 0 0,0-1 0 0 0,-1 1 0 0 0,1-1 0 0 0,0 0 1 0 0,0-4-1 0 0,1-5-59 0 0,-1 0 1 0 0,1-18-1 0 0,-9-160 24 0 0,7 189-10 0 0,0 0 1 0 0,0 1-1 0 0,0-1 1 0 0,0 1 0 0 0,0-1-1 0 0,1 0 1 0 0,-1 1-1 0 0,0-1 1 0 0,0 1-1 0 0,0-1 1 0 0,1 1 0 0 0,-1-1-1 0 0,0 1 1 0 0,1-1-1 0 0,-1 0 1 0 0,0 1-1 0 0,1 0 1 0 0,-1-1 0 0 0,1 1-1 0 0,-1-1 1 0 0,1 1-1 0 0,-1 0 1 0 0,1-1-1 0 0,-1 1 1 0 0,1 0 0 0 0,-1-1-1 0 0,1 1 1 0 0,-1 0-1 0 0,1 0 1 0 0,0-1 0 0 0,-1 1-1 0 0,1 0 1 0 0,-1 0-1 0 0,1 0 1 0 0,0 0-1 0 0,-1 0 1 0 0,1 0 0 0 0,0 0-1 0 0,-1 0 1 0 0,1 0-1 0 0,-1 0 1 0 0,1 0-1 0 0,0 1 1 0 0,-1-1 0 0 0,1 0-1 0 0,-1 0 1 0 0,1 1-1 0 0,-1-1 1 0 0,1 0-1 0 0,0 1 1 0 0,3 0 4 0 0,-1 1-1 0 0,1-1 1 0 0,-1 1 0 0 0,1 0-1 0 0,-1 0 1 0 0,6 5 0 0 0,-6-2 0 0 0,1 0 0 0 0,0 1 0 0 0,-1-1-1 0 0,0 1 1 0 0,3 7 0 0 0,7 12-28 0 0,17 33 56 0 0,-19-37-21 0 0,18 28-1 0 0,-1-5-3 0 0,-20-29 34 0 0,1-1-1 0 0,1 0 1 0 0,0 0-1 0 0,1-1 1 0 0,0 0-1 0 0,23 19 0 0 0,-16-17 156 0 0,8 4 413 0 0,-25-19-598 0 0,-1 0 0 0 0,1 0 1 0 0,-1 0-1 0 0,1 0 1 0 0,-1 0-1 0 0,1 0 0 0 0,-1 0 1 0 0,1 0-1 0 0,-1 0 1 0 0,1 0-1 0 0,-1-1 0 0 0,1 1 1 0 0,-1 0-1 0 0,1 0 1 0 0,-1-1-1 0 0,1 1 0 0 0,-1 0 1 0 0,0-1-1 0 0,1 1 1 0 0,-1 0-1 0 0,0-1 0 0 0,1 1 1 0 0,-1-1-1 0 0,0 1 1 0 0,1 0-1 0 0,-1-1 0 0 0,0 1 1 0 0,0-1-1 0 0,1 1 1 0 0,-1-1-1 0 0,9-18-8 0 0,-8 16 16 0 0,6-15-4 0 0,0-1 0 0 0,-2 1 0 0 0,7-39 0 0 0,2-60 29 0 0,-13 97-61 0 0,3-19-55 0 0,13-61 0 0 0,-17 99 62 0 0,0 0 0 0 0,1 1 1 0 0,-1-1-1 0 0,0 0 1 0 0,0 0-1 0 0,0 1 0 0 0,1-1 1 0 0,-1 0-1 0 0,0 1 0 0 0,1-1 1 0 0,-1 0-1 0 0,1 1 0 0 0,-1-1 1 0 0,1 1-1 0 0,-1-1 1 0 0,1 0-1 0 0,-1 1 0 0 0,1 0 1 0 0,-1-1-1 0 0,1 1 0 0 0,0-1 1 0 0,0 1 5 0 0,0 0 0 0 0,-1 0 0 0 0,1 0 1 0 0,-1 0-1 0 0,1 0 0 0 0,-1 0 0 0 0,1 0 0 0 0,0 0 0 0 0,-1 0 1 0 0,1 0-1 0 0,-1 1 0 0 0,1-1 0 0 0,-1 0 0 0 0,1 0 1 0 0,-1 1-1 0 0,1-1 0 0 0,-1 0 0 0 0,1 1 0 0 0,-1-1 1 0 0,1 1-1 0 0,2 2 0 0 0,-1 0 0 0 0,0-1 0 0 0,0 1 0 0 0,0 0 0 0 0,0 0 0 0 0,0 1 0 0 0,1 3 0 0 0,0 2 8 0 0,61 152 9 0 0,-54-141 1 0 0,1 0-1 0 0,1-1 1 0 0,1 0-1 0 0,0-1 0 0 0,27 27 1 0 0,1 14 442 0 0,-40-58-435 0 0,0 0 0 0 0,-1 0-1 0 0,1 0 1 0 0,0 0-1 0 0,0 0 1 0 0,0 0 0 0 0,1 0-1 0 0,-1 0 1 0 0,0 0-1 0 0,0-1 1 0 0,0 1 0 0 0,1 0-1 0 0,-1-1 1 0 0,0 1-1 0 0,0-1 1 0 0,1 1-1 0 0,-1-1 1 0 0,1 0 0 0 0,-1 0-1 0 0,0 1 1 0 0,1-1-1 0 0,-1 0 1 0 0,1 0 0 0 0,-1 0-1 0 0,0-1 1 0 0,1 1-1 0 0,-1 0 1 0 0,1 0 0 0 0,-1-1-1 0 0,0 1 1 0 0,1-1-1 0 0,1 0 1 0 0,8-4-32 0 0,0 0 0 0 0,0 1-1 0 0,0 1 1 0 0,1 0 0 0 0,-1 1 0 0 0,21-2 0 0 0,75 3-97 0 0,-8 1 55 0 0,60-24 54 0 0,-27 3-1 0 0,139-26-65 0 0,-225 33 84 0 0,0-2 0 0 0,52-26 0 0 0,31-12-32 0 0,-106 46 30 0 0,0 2 1 0 0,1 0-1 0 0,44-5 1 0 0,71 6 40 0 0,-115 3 74 0 0,37-9 1 0 0,-55 8-1625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39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112 191 4553 0 0,'-9'-17'7116'0'0,"8"16"-7012"0"0,1-1 0 0 0,0 1-1 0 0,-1 0 1 0 0,0-1 0 0 0,1 1 0 0 0,-1 0 0 0 0,0-1 0 0 0,0 1 0 0 0,0 0-1 0 0,0 0 1 0 0,0 0 0 0 0,0 0 0 0 0,0 0 0 0 0,-1-1 0 0 0,1 2-74 0 0,0 1 0 0 0,1-1 0 0 0,-1 1 0 0 0,0 0 0 0 0,1-1 0 0 0,-1 1 0 0 0,1 0 0 0 0,-1-1 0 0 0,1 1 0 0 0,0 0 0 0 0,-1 0 0 0 0,1-1 0 0 0,-1 1 0 0 0,1 0 0 0 0,0 0 0 0 0,0 0 0 0 0,0 0 0 0 0,0-1 0 0 0,-1 1 0 0 0,1 0 0 0 0,0 0 0 0 0,1 1 0 0 0,-2 0 12 0 0,-3 32 135 0 0,1-1-1 0 0,2 1 1 0 0,4 43-1 0 0,17 105 183 0 0,-9-97-261 0 0,2 127 1782 0 0,-13-212-1862 0 0,0 1-1 0 0,0-1 0 0 0,0 0 1 0 0,0 1-1 0 0,0-1 1 0 0,0 0-1 0 0,0 1 0 0 0,0-1 1 0 0,0 0-1 0 0,0 1 1 0 0,0-1-1 0 0,0 0 0 0 0,-1 1 1 0 0,1-1-1 0 0,0 0 1 0 0,0 0-1 0 0,0 1 0 0 0,-1-1 1 0 0,1 0-1 0 0,0 0 1 0 0,0 1-1 0 0,-1-1 0 0 0,1 0 1 0 0,0 0-1 0 0,0 1 0 0 0,-1-1 1 0 0,1 0-1 0 0,0 0 1 0 0,-1 0-1 0 0,1 0 0 0 0,0 0 1 0 0,-1 1-1 0 0,0-1-15 0 0,1-1 1 0 0,-1 1-1 0 0,1 0 0 0 0,-1 0 0 0 0,1 0 1 0 0,0 0-1 0 0,-1 0 0 0 0,1-1 0 0 0,-1 1 1 0 0,1 0-1 0 0,0 0 0 0 0,-1-1 0 0 0,1 1 1 0 0,0 0-1 0 0,-1-1 0 0 0,1 1 0 0 0,0 0 0 0 0,0-1 1 0 0,-1 1-1 0 0,1 0 0 0 0,0-1 0 0 0,0 1 1 0 0,-1-1-1 0 0,1 1 0 0 0,0 0 0 0 0,0-1 1 0 0,0 1-1 0 0,0-1 0 0 0,0 1 0 0 0,0-1 1 0 0,0 0-1 0 0,-20-83 32 0 0,6 24-6 0 0,-11-88 0 0 0,23 136-32 0 0,0 1-1 0 0,-1-1 0 0 0,0 1 1 0 0,-8-18-1 0 0,6 16 1 0 0,1 1-1 0 0,0-1 1 0 0,-3-19-1 0 0,5 16-9 0 0,0 0 0 0 0,1 0 0 0 0,1 0 0 0 0,1 0 0 0 0,0 0 0 0 0,1 0 0 0 0,1 1 1 0 0,1-1-1 0 0,0 1 0 0 0,0-1 0 0 0,2 1 0 0 0,11-22 0 0 0,-7 17 4 0 0,-7 13 7 0 0,0 1 0 0 0,0 0 0 0 0,1 0 0 0 0,0 0-1 0 0,0 0 1 0 0,0 0 0 0 0,7-6 0 0 0,-3 6 4 0 0,0-1-1 0 0,0 1 1 0 0,0 1-1 0 0,1-1 1 0 0,0 2 0 0 0,0-1-1 0 0,1 1 1 0 0,-1 0 0 0 0,1 1-1 0 0,12-3 1 0 0,-15 5 0 0 0,0-2 0 0 0,0 1 0 0 0,0-1 0 0 0,8-4 0 0 0,-8 4 2 0 0,-1 0 0 0 0,1 0 1 0 0,-1 1-1 0 0,1 0 0 0 0,9-2 0 0 0,-11 3 8 0 0,0 1 1 0 0,0-1 0 0 0,0 1-1 0 0,1 0 1 0 0,-1 0 0 0 0,0 0 0 0 0,0 1-1 0 0,1 0 1 0 0,-1 0 0 0 0,8 3-1 0 0,-10-3 7 0 0,0 1-1 0 0,0 0 0 0 0,0 0 1 0 0,-1 0-1 0 0,1 0 0 0 0,-1 0 0 0 0,1 1 1 0 0,-1-1-1 0 0,0 1 0 0 0,0 0 1 0 0,0-1-1 0 0,0 1 0 0 0,0 0 1 0 0,-1 0-1 0 0,1 0 0 0 0,-1 0 1 0 0,2 6-1 0 0,-2-5-3 0 0,0 0-1 0 0,0 0 1 0 0,0 0 0 0 0,-1 0-1 0 0,1 0 1 0 0,-1 0 0 0 0,0 1-1 0 0,-1-1 1 0 0,1 0 0 0 0,-1 0 0 0 0,1 0-1 0 0,-1 0 1 0 0,0 1 0 0 0,-1-1-1 0 0,1-1 1 0 0,-1 1 0 0 0,0 0-1 0 0,1 0 1 0 0,-2 0 0 0 0,1-1 0 0 0,0 0-1 0 0,-1 1 1 0 0,0-1 0 0 0,-4 5-1 0 0,-8 5 26 0 0,0 0 0 0 0,-1-1 1 0 0,-34 20-1 0 0,28-18-19 0 0,-75 37 141 0 0,95-50-166 0 0,1 0 1 0 0,-1 1-1 0 0,0-1 0 0 0,0 1 0 0 0,1 0 1 0 0,-1 0-1 0 0,1 0 0 0 0,0-1 0 0 0,-1 1 1 0 0,1 0-1 0 0,0 1 0 0 0,0-1 1 0 0,0 0-1 0 0,0 0 0 0 0,1 0 0 0 0,-1 1 1 0 0,1-1-1 0 0,-1 0 0 0 0,1 1 1 0 0,0-1-1 0 0,0 0 0 0 0,0 1 0 0 0,0-1 1 0 0,0 3-1 0 0,0-2 5 0 0,1 0-1 0 0,-1 0 1 0 0,1 0 0 0 0,0 0 0 0 0,0 0-1 0 0,0 0 1 0 0,0 0 0 0 0,0 0 0 0 0,0 0-1 0 0,1 0 1 0 0,0-1 0 0 0,-1 1 0 0 0,1-1-1 0 0,0 1 1 0 0,0-1 0 0 0,1 0 0 0 0,4 5-1 0 0,4-2 30 0 0,0 0 0 0 0,1 0 0 0 0,0-1 0 0 0,0-1 0 0 0,0 0 0 0 0,1 0-1 0 0,15 0 1 0 0,12 4 16 0 0,158 23 233 0 0,-192-29-272 0 0,0 1 0 0 0,0-1 0 0 0,0 1 0 0 0,-1 0 0 0 0,1 1 0 0 0,4 2 0 0 0,-5-2-342 0 0,0-1 0 0 0,0 0 0 0 0,1 0 0 0 0,-1 0 0 0 0,0 0 1 0 0,1-1-1 0 0,-1 0 0 0 0,10 1 0 0 0,-11-2-240 0 0,1-1-1 0 0,0 1 1 0 0,0-1 0 0 0,0 0-1 0 0,0 0 1 0 0,0 0 0 0 0,0-1-1 0 0,-1 0 1 0 0,1 1 0 0 0,-1-2-1 0 0,1 1 1 0 0,6-5 0 0 0,-1-2 13 0 0,0 0 0 0 0,0 0 0 0 0,11-14 0 0 0,13-14 496 0 0,-17 19 256 0 0,-2 0 1 0 0,0-1 0 0 0,22-39-1 0 0,-23 36 529 0 0,-9 13-205 0 0,-1 0 0 0 0,0-1 0 0 0,5-14 0 0 0,9-20 1807 0 0,-17 43-2252 0 0,-1 0 0 0 0,1 1 0 0 0,-1-1-1 0 0,0 0 1 0 0,1 1 0 0 0,-1-1 0 0 0,0 0 0 0 0,1 1 0 0 0,-1-1 0 0 0,0 0 0 0 0,0 0 0 0 0,1 1 0 0 0,-1-1 0 0 0,0 0 0 0 0,0 0 0 0 0,0 0 0 0 0,0 1 0 0 0,0-1 0 0 0,0 0 0 0 0,0 0 0 0 0,-1 1 0 0 0,1-1 0 0 0,0 0 0 0 0,0 0 0 0 0,-1 1 0 0 0,1-1 0 0 0,0 0 0 0 0,-1 0 0 0 0,0 0 0 0 0,0 0-33 0 0,0 0 1 0 0,0 1 0 0 0,-1-1-1 0 0,1 0 1 0 0,0 1 0 0 0,-1-1-1 0 0,1 1 1 0 0,0 0 0 0 0,-1-1-1 0 0,1 1 1 0 0,-1 0-1 0 0,1 0 1 0 0,-1 0 0 0 0,-1 0-1 0 0,-4 0-8 0 0,0 1 0 0 0,0 0-1 0 0,0 0 1 0 0,0 1 0 0 0,-12 4 0 0 0,14-4-16 0 0,0 0 0 0 0,1 1 0 0 0,-1-1 1 0 0,1 1-1 0 0,-1 0 0 0 0,1 0 0 0 0,0 0 1 0 0,0 1-1 0 0,0-1 0 0 0,1 1 0 0 0,-1 0 1 0 0,1 0-1 0 0,0 0 0 0 0,0 1 1 0 0,1-1-1 0 0,-1 1 0 0 0,1-1 0 0 0,0 1 1 0 0,-3 10-1 0 0,-8 20-10 0 0,11-31 5 0 0,0-1 1 0 0,0 1-1 0 0,1 0 0 0 0,0 0 1 0 0,-1 0-1 0 0,1 0 0 0 0,0 0 1 0 0,1 0-1 0 0,-1 0 0 0 0,1 0 1 0 0,0 0-1 0 0,0 0 0 0 0,0 0 1 0 0,0 0-1 0 0,1 0 1 0 0,0 0-1 0 0,0 0 0 0 0,0 0 1 0 0,2 7-1 0 0,-1-10 2 0 0,-1 1 0 0 0,0-1 0 0 0,0 0 0 0 0,1 1 0 0 0,-1-1 0 0 0,1 0 0 0 0,-1 0 0 0 0,1 1-1 0 0,0-1 1 0 0,-1 0 0 0 0,1-1 0 0 0,0 1 0 0 0,0 0 0 0 0,0-1 0 0 0,3 2 0 0 0,35 6 149 0 0,-27-5-72 0 0,9 1 74 0 0,52 13 276 0 0,-67-15-376 0 0,-1 0 0 0 0,0 1 0 0 0,1-1 0 0 0,-1 2 0 0 0,0-1 0 0 0,-1 1 0 0 0,1-1 0 0 0,9 9 0 0 0,-13-9 75 0 0,1 0 1 0 0,-1 0 0 0 0,0 0 0 0 0,0 1-1 0 0,0-1 1 0 0,0 1 0 0 0,0-1 0 0 0,-1 1 0 0 0,1-1-1 0 0,-1 1 1 0 0,1 7 0 0 0,-1-9-93 0 0,-1 1 1 0 0,1-1-1 0 0,-1 1 0 0 0,0 0 1 0 0,0-1-1 0 0,-1 1 0 0 0,1-1 1 0 0,0 1-1 0 0,-1 0 0 0 0,1-1 1 0 0,-1 1-1 0 0,0-1 0 0 0,0 1 1 0 0,0-1-1 0 0,0 0 0 0 0,0 1 1 0 0,-1-1-1 0 0,-1 2 0 0 0,-3 2-28 0 0,-1-1 0 0 0,0 0 0 0 0,0 0 0 0 0,0-1 0 0 0,0 0 0 0 0,-1 0 0 0 0,1 0 1 0 0,-1-1-1 0 0,-15 4 0 0 0,-18 8 40 0 0,-97 40-1319 0 0,46-24-3492 0 0,64-18 1193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40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338 153 4177 0 0,'0'0'304'0'0,"-6"-20"3940"0"0,4-14-686 0 0,2-64 0 0 0,10 113-3069 0 0,10 63-354 0 0,-2 1 0 0 0,-5 0 0 0 0,5 90 0 0 0,7 72 8 0 0,-19-177-120 0 0,7 187 325 0 0,-14-209 81 0 0,1 125 619 0 0,4-129-840 0 0,2 27 175 0 0,-6-63-390 0 0,0-1 8 0 0,-1 0 0 0 0,1 0 0 0 0,0 0-1 0 0,0-1 1 0 0,0 1 0 0 0,0 0 0 0 0,0 0-1 0 0,0 0 1 0 0,0 0 0 0 0,0 0 0 0 0,1 0-1 0 0,-1 0 1 0 0,0-1 0 0 0,0 1 0 0 0,1 0-1 0 0,-1 0 1 0 0,0 0 0 0 0,1-1 0 0 0,-1 1-1 0 0,1 0 1 0 0,-1 0 0 0 0,1-1 0 0 0,0 1-1 0 0,-1 0 1 0 0,1-1 0 0 0,1 2-1 0 0,-2-2 27 0 0,0-2-15 0 0,0 1-1 0 0,-1-1 0 0 0,1 1 1 0 0,0 0-1 0 0,-1-1 0 0 0,1 1 1 0 0,-1 0-1 0 0,1-1 1 0 0,-1 1-1 0 0,0 0 0 0 0,0 0 1 0 0,1 0-1 0 0,-1 0 0 0 0,0 0 1 0 0,0-1-1 0 0,0 2 0 0 0,0-1 1 0 0,0 0-1 0 0,0 0 1 0 0,-1 0-1 0 0,1 0 0 0 0,0 1 1 0 0,0-1-1 0 0,0 0 0 0 0,-1 1 1 0 0,1-1-1 0 0,0 1 1 0 0,-2-1-1 0 0,-43-11-25 0 0,43 12 25 0 0,-15-4-9 0 0,0 2-1 0 0,0 0 1 0 0,0 1 0 0 0,-30 2 0 0 0,37 0 23 0 0,1 1 1 0 0,-1 0 0 0 0,1 1 0 0 0,0 0 0 0 0,-1 0-1 0 0,2 1 1 0 0,-1 1 0 0 0,0-1 0 0 0,-11 9 0 0 0,15-10-24 0 0,1 1 1 0 0,-1-1 0 0 0,1 1-1 0 0,0 1 1 0 0,0-1 0 0 0,0 1-1 0 0,1 0 1 0 0,-1 0 0 0 0,1 0-1 0 0,1 0 1 0 0,-7 11 0 0 0,3 0-11 0 0,0 1 1 0 0,0 0 0 0 0,2 1-1 0 0,-7 35 1 0 0,-3 77-3 0 0,10-75-7 0 0,3-42 14 0 0,0 1 0 0 0,-2-1 0 0 0,-7 21 1 0 0,6-22 6 0 0,1 0 0 0 0,1 0 0 0 0,0 0 0 0 0,0 0 0 0 0,0 18 0 0 0,3 1-13 0 0,1-1 1 0 0,2 1-1 0 0,1 0 0 0 0,2-1 1 0 0,11 39-1 0 0,-3-29 22 0 0,1 0 0 0 0,1-2 0 0 0,30 50 0 0 0,-34-61-14 0 0,-10-23-3 0 0,0 1 0 0 0,0-1 0 0 0,0 1-1 0 0,1-1 1 0 0,-1 0 0 0 0,1 0 0 0 0,5 5-1 0 0,3 3 0 0 0,0-1-1 0 0,1 0 0 0 0,0-1 1 0 0,1-1-1 0 0,0 0 0 0 0,1 0 1 0 0,0-2-1 0 0,0 1 0 0 0,0-2 1 0 0,1 0-1 0 0,17 4 0 0 0,-21-7-7 0 0,6 1 8 0 0,-1 1 0 0 0,29 11 0 0 0,-37-12 6 0 0,1-1-1 0 0,-1 0 0 0 0,1-1 0 0 0,0 0 1 0 0,0 0-1 0 0,0-1 0 0 0,0 0 1 0 0,0-1-1 0 0,0 0 0 0 0,0-1 1 0 0,15-1-1 0 0,-6-2-2 0 0,-1 0 0 0 0,1 0 1 0 0,-1-2-1 0 0,30-13 0 0 0,-28 11 6 0 0,-16 7 0 0 0,1 0-1 0 0,-1 0 0 0 0,0-1 0 0 0,0 1 0 0 0,1-1 0 0 0,-1 0 0 0 0,-1 0 1 0 0,1 0-1 0 0,4-3 0 0 0,31-34 42 0 0,-20 23-18 0 0,-2-1-1 0 0,1-1 1 0 0,-2 0-1 0 0,-1-1 1 0 0,21-35-1 0 0,-20 23-4 0 0,-2-1 0 0 0,0 0 0 0 0,-2 0 1 0 0,-2-1-1 0 0,-1 0 0 0 0,-2-1 0 0 0,3-40 0 0 0,-7 62-9 0 0,0 1-1 0 0,0-1 0 0 0,2 0 1 0 0,7-21-1 0 0,-6 21-6 0 0,-1 0 0 0 0,0 0 0 0 0,-1 0 0 0 0,2-18 0 0 0,-3-2 15 0 0,-2 1-1 0 0,-1-1 0 0 0,-2 1 0 0 0,-1 0 0 0 0,-1-1 0 0 0,-2 2 0 0 0,-1-1 0 0 0,-1 1 1 0 0,-14-29-1 0 0,17 47-13 0 0,1-1 26 0 0,-2 0-1 0 0,-10-17 0 0 0,14 25-22 0 0,-1 1 1 0 0,0 0-1 0 0,0-1 0 0 0,0 1 0 0 0,0 1 1 0 0,-1-1-1 0 0,1 1 0 0 0,-1-1 0 0 0,-6-2 0 0 0,-2 0-12 0 0,0 0-1 0 0,-1 0 1 0 0,0 2-1 0 0,0 0 1 0 0,0 0-1 0 0,-1 1 1 0 0,-15-1-1 0 0,18 3-60 0 0,0-2 0 0 0,0 1 0 0 0,-18-7 0 0 0,19 5-107 0 0,-1 0 1 0 0,0 1-1 0 0,-20-2 1 0 0,13 5-284 0 0,0 1 1 0 0,-1 0 0 0 0,1 2-1 0 0,0 0 1 0 0,1 1-1 0 0,-37 13 1 0 0,-7 1-1636 0 0,-3-7-1321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41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55 218 648 0 0,'-1'-21'1420'0'0,"0"0"-1"0"0,-1-1 1 0 0,-1 1-1 0 0,-1 1 0 0 0,-1-1 1 0 0,-1 0-1 0 0,-14-33 1 0 0,11 39 762 0 0,5 13-1231 0 0,5 25-739 0 0,0-13-123 0 0,48 438 931 0 0,-38-394-468 0 0,26 75-1 0 0,-37-129-540 0 0,0 1 0 0 0,0 0 0 0 0,1-1 1 0 0,-1 1-1 0 0,0 0 0 0 0,0 0 0 0 0,1-1 0 0 0,-1 1 0 0 0,0 0 0 0 0,1-1 0 0 0,-1 1 0 0 0,0-1 0 0 0,1 1 1 0 0,-1-1-1 0 0,1 1 0 0 0,-1-1 0 0 0,1 1 0 0 0,0-1 0 0 0,-1 1 0 0 0,1-1 0 0 0,-1 1 0 0 0,1-1 1 0 0,0 0-1 0 0,-1 1 0 0 0,1-1 0 0 0,0 0 0 0 0,-1 0 0 0 0,1 0 0 0 0,0 1 0 0 0,-1-1 0 0 0,1 0 0 0 0,0 0 1 0 0,0 0-1 0 0,-1 0 0 0 0,1 0 0 0 0,0 0 0 0 0,0-1 0 0 0,1 1 14 0 0,-1-1-1 0 0,1 0 1 0 0,-1 0-1 0 0,1 0 1 0 0,-1 0-1 0 0,0 0 1 0 0,1 0-1 0 0,-1 0 1 0 0,0 0-1 0 0,0 0 1 0 0,0-1-1 0 0,0 1 1 0 0,0 0-1 0 0,0-1 1 0 0,0 1-1 0 0,0-3 1 0 0,33-77 294 0 0,-5-1-1 0 0,32-141 1 0 0,-51 171-301 0 0,9-39 119 0 0,-11 78-1474 0 0,-1 6-3777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41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320 0 11474 0 0,'-5'1'138'0'0,"0"0"-1"0"0,0 0 0 0 0,0 0 0 0 0,0 0 1 0 0,0 1-1 0 0,1-1 0 0 0,-1 1 0 0 0,1 1 1 0 0,-1-1-1 0 0,-5 4 0 0 0,-10 5 121 0 0,14-7-228 0 0,-1 0 1 0 0,1 1-1 0 0,0-1 1 0 0,0 1 0 0 0,0 1-1 0 0,1-1 1 0 0,0 1 0 0 0,0 0-1 0 0,0 0 1 0 0,-3 8 0 0 0,-9 13 31 0 0,-13 31 0 0 0,26-49-49 0 0,-28 81 18 0 0,30-85-26 0 0,0-1 1 0 0,0 1-1 0 0,1-1 0 0 0,-1 1 1 0 0,1 0-1 0 0,1-1 0 0 0,-1 1 1 0 0,1 0-1 0 0,-1 0 0 0 0,2 0 1 0 0,-1-1-1 0 0,0 1 0 0 0,1 0 1 0 0,0 0-1 0 0,0-1 0 0 0,0 1 1 0 0,1 0-1 0 0,-1-1 0 0 0,1 1 1 0 0,0-1-1 0 0,0 0 0 0 0,1 0 1 0 0,2 4-1 0 0,-2-5 5 0 0,-1-1 0 0 0,1 0 0 0 0,0 0 1 0 0,0 0-1 0 0,0-1 0 0 0,0 1 0 0 0,0-1 0 0 0,0 0 0 0 0,0 1 1 0 0,1-1-1 0 0,-1-1 0 0 0,0 1 0 0 0,1 0 0 0 0,-1-1 1 0 0,4 0-1 0 0,11 4 91 0 0,-17-4-82 0 0,10 2 327 0 0,0 1-1 0 0,0 0 0 0 0,0 1 1 0 0,-1 1-1 0 0,1-1 0 0 0,16 12 1 0 0,-26-15-248 0 0,0 0 0 0 0,0 0 0 0 0,0 0 0 0 0,0 0 0 0 0,0 1 0 0 0,0-1 0 0 0,0 0 0 0 0,0 1 1 0 0,0-1-1 0 0,-1 1 0 0 0,1-1 0 0 0,-1 1 0 0 0,1-1 0 0 0,-1 1 0 0 0,0 0 0 0 0,1-1 0 0 0,-1 1 1 0 0,0-1-1 0 0,0 1 0 0 0,0 0 0 0 0,0-1 0 0 0,0 1 0 0 0,-1-1 0 0 0,1 1 0 0 0,0-1 0 0 0,-1 1 1 0 0,1 0-1 0 0,-1-1 0 0 0,0 0 0 0 0,0 3 0 0 0,-1 0-106 0 0,0 0 0 0 0,-1 0 0 0 0,1 0 0 0 0,-1 0 0 0 0,1-1-1 0 0,-1 1 1 0 0,0-1 0 0 0,-1 0 0 0 0,-3 4 0 0 0,-107 62 55 0 0,-4 3-5096 0 0,106-61 2670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42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47 7442 0 0,'-2'-2'978'0'0,"-9"-9"2345"0"0,9 9-3173 0 0,1 0 0 0 0,-1 0 0 0 0,0 0 0 0 0,1 0 0 0 0,0 0 0 0 0,-1 0-1 0 0,1 0 1 0 0,0 0 0 0 0,0-1 0 0 0,0 1 0 0 0,0 0 0 0 0,1-1 0 0 0,-2-3 456 0 0,6 14 790 0 0,9 29-1039 0 0,-1 1 0 0 0,-1 1 1 0 0,-3 0-1 0 0,-1 0 0 0 0,3 67 0 0 0,-13 395 965 0 0,1-421-1053 0 0,2 79-30 0 0,0-85-3157 0 0,2-67-1762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42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13 116 12931 0 0,'-3'0'1053'0'0,"-7"-1"1252"0"0,23-8-2108 0 0,11-3-164 0 0,2 1-1 0 0,-1 1 1 0 0,1 1-1 0 0,48-10 1 0 0,114-8 46 0 0,-45 9-2119 0 0,-125 19-3815 0 0,-18-1 5714 0 0,1 0 0 0 0,-1 0 0 0 0,1 1 0 0 0,-1-1 0 0 0,0 0 0 0 0,1 0 0 0 0,-1 1 0 0 0,0-1 0 0 0,0 0 0 0 0,1 1-1 0 0,-1-1 1 0 0,0 0 0 0 0,0 1 0 0 0,1-1 0 0 0,-1 0 0 0 0,0 1 0 0 0,0-1 0 0 0,0 0 0 0 0,0 1 0 0 0,0-1 0 0 0,1 1 0 0 0,-1-1-1 0 0,0 0 1 0 0,0 1 0 0 0,0 0 0 0 0,-1 2 40 0 0,1 0-1 0 0,-1 0 0 0 0,0 0 1 0 0,0 0-1 0 0,0 0 0 0 0,-1 0 1 0 0,1 0-1 0 0,-3 4 0 0 0,0 1 393 0 0,0-1 0 0 0,0 0-1 0 0,-1 1 1 0 0,0-2 0 0 0,-1 1 0 0 0,-7 8-1 0 0,-12 5 1421 0 0,17-14-995 0 0,0 0 0 0 0,1 0 0 0 0,-1 1 0 0 0,1 0 0 0 0,1 0-1 0 0,0 0 1 0 0,-8 12 0 0 0,14-19-713 0 0,0 1 1 0 0,0-1-1 0 0,0 0 1 0 0,0 1-1 0 0,0-1 1 0 0,0 0-1 0 0,0 1 1 0 0,0-1-1 0 0,0 0 1 0 0,0 1-1 0 0,0-1 0 0 0,0 0 1 0 0,0 1-1 0 0,0-1 1 0 0,0 0-1 0 0,0 1 1 0 0,0-1-1 0 0,0 0 1 0 0,0 1-1 0 0,0-1 1 0 0,0 0-1 0 0,1 1 1 0 0,-1-1-1 0 0,0 0 0 0 0,0 0 1 0 0,0 1-1 0 0,1-1 1 0 0,-1 0-1 0 0,0 1 1 0 0,0-1-1 0 0,1 0 1 0 0,-1 0-1 0 0,0 0 1 0 0,1 1-1 0 0,-1-1 1 0 0,0 0-1 0 0,1 0 0 0 0,-1 0 1 0 0,0 0-1 0 0,1 0 1 0 0,-1 0-1 0 0,0 0 1 0 0,1 1-1 0 0,-1-1 1 0 0,0 0-1 0 0,1 0 1 0 0,-1 0-1 0 0,0 0 1 0 0,1 0-1 0 0,-1-1 0 0 0,1 1 1 0 0,21 0-100 0 0,-20-1 71 0 0,24-4-649 0 0,1-7-527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52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398 50 760 0 0,'0'0'1427'0'0,"-22"-26"5427"0"0,19 22-5486 0 0,-13-13 1649 0 0,16 17-2995 0 0,0 0 0 0 0,-1 0 0 0 0,1-1 0 0 0,0 1-1 0 0,0 0 1 0 0,-1 0 0 0 0,1 0 0 0 0,0 0 0 0 0,0-1 0 0 0,-1 1 0 0 0,1 0-1 0 0,0 0 1 0 0,-1 0 0 0 0,1 0 0 0 0,0 0 0 0 0,-1 0 0 0 0,1 0 0 0 0,0 0-1 0 0,-1 0 1 0 0,1 0 0 0 0,0 0 0 0 0,-1 0 0 0 0,1 0 0 0 0,0 0 0 0 0,-1 0-1 0 0,1 0 1 0 0,0 0 0 0 0,-1 0 0 0 0,1 1 0 0 0,0-1 0 0 0,0 0-1 0 0,-1 0 1 0 0,1 0 0 0 0,0 1 0 0 0,0-1 0 0 0,-1 0 0 0 0,1 0 0 0 0,0 0-1 0 0,0 1 1 0 0,-1-1 0 0 0,1 0 0 0 0,0 1 0 0 0,0-1 0 0 0,0 0 0 0 0,0 0-1 0 0,0 1 1 0 0,-1-1 0 0 0,1 0 0 0 0,0 1 0 0 0,0-1 0 0 0,0 0-1 0 0,0 1 1 0 0,0-1 0 0 0,0 0 0 0 0,0 1 0 0 0,0-1 0 0 0,0 0 0 0 0,0 1-1 0 0,0-1 1 0 0,0 1 0 0 0,-4 43 65 0 0,2 0 0 0 0,2 0 0 0 0,9 74 0 0 0,-1-14 52 0 0,-3 308 639 0 0,-6-291 694 0 0,1-120-1466 0 0,0-1 0 0 0,0 1 0 0 0,0-1 0 0 0,-1 1 0 0 0,1-1 0 0 0,0 1 0 0 0,0-1 0 0 0,-1 1 0 0 0,1-1 0 0 0,0 1 0 0 0,-1-1 0 0 0,1 0 0 0 0,-1 1 1 0 0,1-1-1 0 0,-1 0 0 0 0,1 1 0 0 0,-1-1 0 0 0,1 0 0 0 0,-1 1 0 0 0,1-1 0 0 0,-1 0 0 0 0,1 0 0 0 0,-1 0 0 0 0,1 1 0 0 0,-1-1 0 0 0,0 0 0 0 0,-21 4 11 0 0,15-3 11 0 0,-191 39 452 0 0,177-33-537 0 0,21-7 56 0 0,-1 0 0 0 0,1 1 0 0 0,0-1 0 0 0,-1 0 0 0 0,1 0 0 0 0,0 0 0 0 0,-1 1 0 0 0,1-1 0 0 0,0 0 0 0 0,-1 1 0 0 0,1-1 0 0 0,0 0 0 0 0,0 0 0 0 0,-1 1 0 0 0,1-1 0 0 0,0 0 0 0 0,0 1 0 0 0,0-1 0 0 0,-1 1 0 0 0,1-1 0 0 0,0 0 0 0 0,0 1 0 0 0,0-1 0 0 0,0 0 0 0 0,0 1 0 0 0,0-1 0 0 0,0 1 0 0 0,0-1 0 0 0,0 0 0 0 0,0 1 0 0 0,0-1 0 0 0,0 1 0 0 0,0-1 0 0 0,0 0 0 0 0,0 1 0 0 0,0-1 0 0 0,1 1 0 0 0,-1-1 0 0 0,0 0 1 0 0,0 1-1 0 0,0-1 0 0 0,1 0 0 0 0,-1 1 0 0 0,0-1 0 0 0,0 0 0 0 0,1 0 0 0 0,-1 1 0 0 0,0-1 0 0 0,1 0 0 0 0,-1 0 0 0 0,0 1 0 0 0,1-1 0 0 0,-1 0 0 0 0,0 0 0 0 0,1 0 0 0 0,-1 0 0 0 0,0 1 0 0 0,1-1 0 0 0,0 0 0 0 0,4 2 0 0 0,1 1 1 0 0,-1-2 0 0 0,1 1-1 0 0,-1 0 1 0 0,1-1 0 0 0,0 0-1 0 0,-1 0 1 0 0,1-1-1 0 0,6 0 1 0 0,-4 0-1 0 0,0 1 0 0 0,-1 0 0 0 0,1 0-1 0 0,-1 0 1 0 0,13 5 0 0 0,6 6-15 0 0,-7-3 8 0 0,1-1 0 0 0,31 8 0 0 0,30 1-8 0 0,-44-11 28 0 0,0 3-1 0 0,60 20 1 0 0,-59-15 45 0 0,-23-9 48 0 0,0 1 0 0 0,0 0 0 0 0,23 14 0 0 0,-38-20-81 0 0,0 0 0 0 0,1 0 0 0 0,-1 0 0 0 0,0 0 0 0 0,0 1 0 0 0,1-1-1 0 0,-1 0 1 0 0,0 0 0 0 0,0 0 0 0 0,0 1 0 0 0,1-1 0 0 0,-1 0 0 0 0,0 0 0 0 0,0 1-1 0 0,0-1 1 0 0,1 0 0 0 0,-1 1 0 0 0,0-1 0 0 0,0 0 0 0 0,0 0 0 0 0,0 1 0 0 0,0-1 0 0 0,0 0-1 0 0,0 1 1 0 0,0-1 0 0 0,0 0 0 0 0,0 1 0 0 0,0-1 0 0 0,0 0 0 0 0,0 1 0 0 0,0-1-1 0 0,0 0 1 0 0,0 1 0 0 0,-10 8 171 0 0,-18 5-309 0 0,25-13 181 0 0,-46 17-23 0 0,-80 16 0 0 0,31-8-33 0 0,-124 35 44 0 0,202-52-165 0 0,19-2 10 0 0,12 3 95 0 0,0-5 1 0 0,0 1 1 0 0,0-1-1 0 0,0-1 0 0 0,0 0 1 0 0,1-1-1 0 0,17 3 0 0 0,78 6-41 0 0,-25-4 28 0 0,-68-6 19 0 0,18 2 29 0 0,-1 2 0 0 0,1 1 1 0 0,41 15-1 0 0,-71-22-22 0 0,-1 1 1 0 0,0 0-1 0 0,0 0 1 0 0,0-1-1 0 0,0 1 1 0 0,0 0-1 0 0,0 0 1 0 0,0 0-1 0 0,0 0 1 0 0,0 1 0 0 0,-1-1-1 0 0,1 0 1 0 0,0 0-1 0 0,-1 0 1 0 0,1 1-1 0 0,-1-1 1 0 0,1 0-1 0 0,-1 1 1 0 0,0-1-1 0 0,1 0 1 0 0,-1 1-1 0 0,0-1 1 0 0,0 0-1 0 0,0 1 1 0 0,0-1-1 0 0,0 0 1 0 0,0 1-1 0 0,0-1 1 0 0,-1 1-1 0 0,1-1 1 0 0,0 0-1 0 0,-1 1 1 0 0,1-1-1 0 0,-2 2 1 0 0,1 1-2 0 0,-1 0 0 0 0,0 0 0 0 0,0 0 0 0 0,0 0-1 0 0,0 0 1 0 0,0-1 0 0 0,-1 1 0 0 0,0-1 0 0 0,0 0 0 0 0,-5 5 0 0 0,-9 4 40 0 0,-36 15 0 0 0,15-8-35 0 0,-13 6 27 0 0,-61 20-1 0 0,101-41-40 0 0,-35 11 17 0 0,23-8-16 0 0,-38 18 0 0 0,19-4-16 0 0,-53 20 1 0 0,89-39 5 0 0,-1 0-1 0 0,1 1 1 0 0,0 0-1 0 0,0 0 1 0 0,-10 7-1 0 0,14-8-1 0 0,0-1 1 0 0,1 0-1 0 0,0 1 0 0 0,-1-1 0 0 0,1 1 0 0 0,0-1 0 0 0,0 1 0 0 0,0-1 0 0 0,0 1 0 0 0,0 0 0 0 0,0 0 0 0 0,0 0 0 0 0,0-1 0 0 0,1 1 0 0 0,-1 0 0 0 0,1 0 0 0 0,-1 0 0 0 0,1 0 0 0 0,0 0 0 0 0,0 0 0 0 0,0 0 0 0 0,0 0 0 0 0,1 3 1 0 0,-1-3 5 0 0,6 4-14 0 0,4 0 10 0 0,0-1 1 0 0,0 0-1 0 0,1 0 0 0 0,0-1 0 0 0,0-1 1 0 0,0 1-1 0 0,0-2 0 0 0,21 3 0 0 0,9-2-3 0 0,49-3-1 0 0,-52-1 22 0 0,60 6 1 0 0,-50 2 24 0 0,-1 2 0 0 0,0 2 0 0 0,70 25 0 0 0,-116-36-20 0 0,0 0 1 0 0,-1 0-1 0 0,1 1 1 0 0,0-1-1 0 0,-1 0 1 0 0,1 0-1 0 0,0 1 1 0 0,-1-1-1 0 0,1 1 1 0 0,0-1-1 0 0,-1 0 1 0 0,1 1-1 0 0,-1-1 1 0 0,1 1-1 0 0,-1 0 1 0 0,1-1-1 0 0,-1 1 1 0 0,1-1-1 0 0,-1 1 1 0 0,1 0-1 0 0,-1-1 1 0 0,0 1-1 0 0,1 0 1 0 0,-1-1-1 0 0,0 1 1 0 0,0 0-1 0 0,1 0 1 0 0,-2 0-8 0 0,1 0 0 0 0,0 0 0 0 0,-1 0 0 0 0,1 0 0 0 0,-1 0 0 0 0,1 0 0 0 0,-1 0 0 0 0,1 0 0 0 0,-1 0-1 0 0,0-1 1 0 0,1 1 0 0 0,-1 0 0 0 0,0-1 0 0 0,0 1 0 0 0,0 0 0 0 0,-1 0 0 0 0,-4 3 0 0 0,-1 0 0 0 0,0-1 1 0 0,-11 5-1 0 0,-21 6 42 0 0,-114 35-7 0 0,140-47-25 0 0,-18 5-128 0 0,30-6 100 0 0,0-1 0 0 0,0 0 0 0 0,1 1 1 0 0,-1-1-1 0 0,0 1 0 0 0,0-1 0 0 0,0 1 0 0 0,0 0 0 0 0,1-1 0 0 0,-1 1 1 0 0,0 0-1 0 0,1-1 0 0 0,-1 1 0 0 0,0 0 0 0 0,1 0 0 0 0,-1 0 0 0 0,1-1 1 0 0,-1 1-1 0 0,1 0 0 0 0,0 0 0 0 0,-1 0 0 0 0,1 0 0 0 0,0 0 0 0 0,0 0 1 0 0,-1 0-1 0 0,1 2 0 0 0,1-1 10 0 0,-1 1 1 0 0,1 0 0 0 0,0-1-1 0 0,0 1 1 0 0,0-1-1 0 0,0 1 1 0 0,1-1-1 0 0,1 3 1 0 0,4 8-2 0 0,15 30 9 0 0,-16-34-1 0 0,0 1-1 0 0,-1 1 1 0 0,-1-1-1 0 0,1 1 1 0 0,4 20-1 0 0,-2 33-1 0 0,-6-50 1 0 0,0-1-1 0 0,1 1 0 0 0,0-1 0 0 0,1 0 0 0 0,0 0 0 0 0,9 20 1 0 0,-7-20 7 0 0,-1 0 1 0 0,0-1-1 0 0,0 2 1 0 0,-1-1 0 0 0,-1 0-1 0 0,0 0 1 0 0,-1 1 0 0 0,-1 25-1 0 0,-4 10 40 0 0,-9 51 1 0 0,9-77 6 0 0,-6 44 22 0 0,3 1 1 0 0,3 0-1 0 0,9 129 0 0 0,0-36 129 0 0,-5-130-214 0 0,1-27 14 0 0,0 0-1 0 0,0 0 0 0 0,1 0 0 0 0,-1 0 0 0 0,1 0 1 0 0,0 0-1 0 0,0-1 0 0 0,0 1 0 0 0,1-1 1 0 0,0 1-1 0 0,-1-1 0 0 0,5 4 0 0 0,11 16 40 0 0,-16-20-385 0 0,20 30 672 0 0,-11-20-5207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54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416 0 5401 0 0,'-23'2'1666'0'0,"-1"0"-1"0"0,-33 9 0 0 0,-23 2 18 0 0,49-11-1037 0 0,-2 0 402 0 0,0 1-1 0 0,1 1 1 0 0,-54 15 0 0 0,71-10-750 0 0,15-9-299 0 0,0 0-1 0 0,-1 1 1 0 0,1-1 0 0 0,0 0 0 0 0,0 1 0 0 0,0-1 0 0 0,0 1 0 0 0,0-1 0 0 0,0 0-1 0 0,-1 1 1 0 0,1-1 0 0 0,0 0 0 0 0,0 1 0 0 0,0-1 0 0 0,0 1 0 0 0,0-1 0 0 0,0 0-1 0 0,1 1 1 0 0,-1-1 0 0 0,0 1 0 0 0,0-1 0 0 0,0 0 0 0 0,0 1 0 0 0,0-1-1 0 0,0 0 1 0 0,1 1 0 0 0,-1-1 0 0 0,0 0 0 0 0,0 1 0 0 0,1-1 0 0 0,-1 0 0 0 0,0 1-1 0 0,0-1 1 0 0,1 0 0 0 0,-1 0 0 0 0,0 1 0 0 0,1-1 0 0 0,-1 0 0 0 0,0 0 0 0 0,1 0-1 0 0,-1 0 1 0 0,0 1 0 0 0,1-1 0 0 0,2 1 2 0 0,0 0-1 0 0,-1 0 1 0 0,1 0-1 0 0,0 0 1 0 0,-1 0-1 0 0,1-1 1 0 0,0 1 0 0 0,4 0-1 0 0,15 2 8 0 0,4 6-1 0 0,-13-4-3 0 0,1-1 0 0 0,-1 0-1 0 0,1-1 1 0 0,-1-1 0 0 0,26 2 0 0 0,21-8 107 0 0,0-2-1 0 0,72-16 1 0 0,64-7 35 0 0,-108 26 12 0 0,154 14 1 0 0,-238-11-281 0 0,16 2 925 0 0,-20-2-873 0 0,1 0 1 0 0,-1 0-1 0 0,1 0 1 0 0,-1 0-1 0 0,1 1 1 0 0,-1-1-1 0 0,1 0 1 0 0,-1 0-1 0 0,1 0 1 0 0,-1 0-1 0 0,1 1 1 0 0,-1-1 0 0 0,1 0-1 0 0,-1 1 1 0 0,1-1-1 0 0,-1 0 1 0 0,0 1-1 0 0,1-1 1 0 0,-1 0-1 0 0,0 1 1 0 0,1-1-1 0 0,-1 1 1 0 0,0-1-1 0 0,0 1 1 0 0,1-1-1 0 0,-1 1 1 0 0,0-1-1 0 0,0 1 1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54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11939 0 0,'0'0'472'0'0,"4"-1"893"0"0,42-6-738 0 0,-3-3-507 0 0,-8 1-324 0 0,1 2 1 0 0,0 2 0 0 0,40-1 0 0 0,-75 6 124 0 0,-1 0 1 0 0,1 0 0 0 0,0 0 0 0 0,0 0-1 0 0,-1 1 1 0 0,1-1 0 0 0,0 0 0 0 0,-1 1-1 0 0,1-1 1 0 0,0 0 0 0 0,-1 1 0 0 0,1-1-1 0 0,0 1 1 0 0,-1-1 0 0 0,1 1 0 0 0,-1-1-1 0 0,1 1 1 0 0,-1-1 0 0 0,1 1-1 0 0,-1-1 1 0 0,0 1 0 0 0,1 0 0 0 0,-1-1-1 0 0,1 1 1 0 0,-1 0 0 0 0,0 0 0 0 0,0-1-1 0 0,0 1 1 0 0,1 0 0 0 0,-1-1 0 0 0,0 1-1 0 0,0 0 1 0 0,0 0 0 0 0,0-1 0 0 0,0 1-1 0 0,0 0 1 0 0,0 0 0 0 0,0-1 0 0 0,-1 1-1 0 0,1 0 1 0 0,-1 1 0 0 0,1 1 83 0 0,-1 0 1 0 0,0 1-1 0 0,0-1 0 0 0,0 0 1 0 0,0 0-1 0 0,0 0 1 0 0,-1 0-1 0 0,1 0 0 0 0,-3 3 1 0 0,0-3 16 0 0,0 0-1 0 0,1 0 1 0 0,-1-1-1 0 0,0 1 1 0 0,-1-1 0 0 0,1 0-1 0 0,-6 2 1 0 0,6-3 66 0 0,1 0-1 0 0,-1 0 1 0 0,1 1 0 0 0,0 0-1 0 0,-1-1 1 0 0,1 1 0 0 0,0 0 0 0 0,0 0-1 0 0,0 1 1 0 0,0-1 0 0 0,0 1 0 0 0,1-1-1 0 0,-1 1 1 0 0,1 0 0 0 0,0 0 0 0 0,-3 4-1 0 0,5-7-96 0 0,0 1-1 0 0,0-1 1 0 0,0 0 0 0 0,0 0-1 0 0,0 0 1 0 0,0 0 0 0 0,0 0-1 0 0,0 0 1 0 0,0 0-1 0 0,0 1 1 0 0,0-1 0 0 0,0 0-1 0 0,0 0 1 0 0,0 0-1 0 0,0 0 1 0 0,0 0 0 0 0,0 0-1 0 0,0 0 1 0 0,0 1-1 0 0,0-1 1 0 0,0 0 0 0 0,0 0-1 0 0,0 0 1 0 0,0 0-1 0 0,0 0 1 0 0,0 0 0 0 0,0 0-1 0 0,0 0 1 0 0,0 1-1 0 0,0-1 1 0 0,0 0 0 0 0,0 0-1 0 0,1 0 1 0 0,-1 0-1 0 0,0 0 1 0 0,0 0 0 0 0,0 0-1 0 0,0 0 1 0 0,0 0 0 0 0,0 0-1 0 0,0 0 1 0 0,0 0-1 0 0,1 0 1 0 0,-1 0 0 0 0,0 0-1 0 0,0 0 1 0 0,0 0-1 0 0,0 1 1 0 0,0-1 0 0 0,0 0-1 0 0,0 0 1 0 0,1 0-1 0 0,-1-1 1 0 0,0 1 0 0 0,0 0-1 0 0,0 0 1 0 0,0 0-1 0 0,0 0 1 0 0,0 0 0 0 0,0 0-1 0 0,0 0 1 0 0,1 0-1 0 0,-1 0 1 0 0,0 0 0 0 0,0 0-1 0 0,0 0 1 0 0,0 0 0 0 0,0 0-1 0 0,7-2-1049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56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104 726 3737 0 0,'-3'-4'117'0'0,"0"0"1"0"0,1 0 0 0 0,-1 0-1 0 0,1-1 1 0 0,0 1 0 0 0,0-1-1 0 0,1 0 1 0 0,-1 1 0 0 0,1-1-1 0 0,-1-8 1 0 0,0 1 101 0 0,-4-16 23 0 0,2 1-1 0 0,1-1 1 0 0,2 0-1 0 0,1-31 0 0 0,17-112 433 0 0,-1 12 554 0 0,-13 42 3529 0 0,-3 117-4742 0 0,0 0 0 0 0,0 0 0 0 0,0 0 0 0 0,0 0 0 0 0,0 0 0 0 0,0 0 0 0 0,0 0 0 0 0,0 0 0 0 0,0 0 0 0 0,0 0 0 0 0,0 0 0 0 0,0 0 0 0 0,0 0 0 0 0,0 0 0 0 0,0 0 0 0 0,0 0-1 0 0,1 0 1 0 0,-1 0 0 0 0,0 0 0 0 0,0 0 0 0 0,0 0 0 0 0,0 0 0 0 0,0 0 0 0 0,0 0 0 0 0,0 0 0 0 0,0 0 0 0 0,0 0 0 0 0,0 0 0 0 0,0 0 0 0 0,0 0 0 0 0,0 0 0 0 0,0 0 0 0 0,0 0 0 0 0,0 0 0 0 0,0 0 0 0 0,1 0 0 0 0,-1 0 0 0 0,0 0 0 0 0,0 0 0 0 0,0 0 0 0 0,0 0 0 0 0,0 0-1 0 0,0 0 1 0 0,0 0 0 0 0,0 0 0 0 0,0 0 0 0 0,0 0 0 0 0,0 0 0 0 0,0 0 0 0 0,0 0 0 0 0,0 0 0 0 0,0 0 0 0 0,0 0 0 0 0,0 0 0 0 0,0 0 0 0 0,0-1 0 0 0,0 1 0 0 0,0 0 0 0 0,3 11 248 0 0,0 63 22 0 0,-3 0 1 0 0,-4 0 0 0 0,-2 0-1 0 0,-32 140 1 0 0,14-142 153 0 0,15-45-161 0 0,0 0 0 0 0,-6 38 1 0 0,12-50-8 0 0,4-35-154 0 0,-1 1-100 0 0,-1-115-2 0 0,6-189-14 0 0,-2 303-27 0 0,0 1 0 0 0,2-1 0 0 0,0 1 0 0 0,1 0 0 0 0,1 0 0 0 0,0 1 0 0 0,2-1 0 0 0,0 2 0 0 0,22-32 0 0 0,-29 46 19 0 0,1 1 0 0 0,-1 0 0 0 0,1-1 1 0 0,-1 1-1 0 0,1 0 0 0 0,0 0 0 0 0,0 0 0 0 0,0 1 0 0 0,0-1 0 0 0,0 1 0 0 0,0 0 1 0 0,6-2-1 0 0,18-9-23 0 0,-24 10 31 0 0,-1 0 0 0 0,1 1 0 0 0,0 0-1 0 0,0-1 1 0 0,0 1 0 0 0,0 1 0 0 0,0-1-1 0 0,0 0 1 0 0,5 0 0 0 0,-7 1 4 0 0,1 0 1 0 0,-1 0-1 0 0,0 0 1 0 0,1 0-1 0 0,-1 0 1 0 0,0 0-1 0 0,1 1 1 0 0,-1-1-1 0 0,0 0 0 0 0,0 1 1 0 0,1-1-1 0 0,-1 1 1 0 0,0 0-1 0 0,0-1 1 0 0,0 1-1 0 0,0 0 1 0 0,0-1-1 0 0,0 1 0 0 0,0 0 1 0 0,0 0-1 0 0,0 0 1 0 0,0 0-1 0 0,0 0 1 0 0,0 0-1 0 0,-1 0 1 0 0,2 2-1 0 0,0 2 2 0 0,-1-1-1 0 0,1 1 1 0 0,-1 0-1 0 0,1 10 1 0 0,5 19 3 0 0,3-9 8 0 0,-6-16-1 0 0,0 1-1 0 0,0 0 1 0 0,-1 0 0 0 0,0 0 0 0 0,-1 0 0 0 0,0 0-1 0 0,-1 1 1 0 0,0 20 0 0 0,-2-15 11 0 0,-2 1 1 0 0,-1-1-1 0 0,0 0 1 0 0,0 0-1 0 0,-2 0 1 0 0,0-1-1 0 0,-1 0 1 0 0,-14 25-1 0 0,18-36-19 0 0,-1-1 0 0 0,1 1-1 0 0,0-1 1 0 0,-1 0 0 0 0,0 0-1 0 0,1 0 1 0 0,-1 0 0 0 0,0-1 0 0 0,-1 1-1 0 0,1-1 1 0 0,0 0 0 0 0,-9 2 0 0 0,-23 15 89 0 0,23-12-76 0 0,8-5-14 0 0,1 0-1 0 0,0 0 1 0 0,0 1-1 0 0,0-1 1 0 0,1 1 0 0 0,-1 0-1 0 0,-5 6 1 0 0,9-9-7 0 0,0 1 0 0 0,0 0 0 0 0,-1 0 0 0 0,2-1 0 0 0,-1 1 0 0 0,0 0 0 0 0,0 0 0 0 0,0 0 0 0 0,0-1 0 0 0,0 1 0 0 0,1 0 0 0 0,-1-1 0 0 0,0 1 0 0 0,1 0 0 0 0,-1-1 0 0 0,0 1 0 0 0,1 0 0 0 0,-1-1 0 0 0,1 1 0 0 0,-1 0 0 0 0,1-1 0 0 0,-1 1 1 0 0,1-1-1 0 0,0 1 0 0 0,-1-1 0 0 0,1 0 0 0 0,0 1 0 0 0,21 13 27 0 0,-20-12-25 0 0,175 114-11 0 0,-166-110-514 0 0,31 22 1468 0 0,-17-6-8392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56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15 6161 0 0,'-19'-15'5415'0'0,"17"17"-5326"0"0,0-1 1 0 0,0 1-1 0 0,0-1 0 0 0,0 1 1 0 0,0 0-1 0 0,0 0 1 0 0,1 0-1 0 0,-1 0 1 0 0,1 0-1 0 0,-1 0 0 0 0,1 0 1 0 0,0 0-1 0 0,0 0 1 0 0,0 1-1 0 0,-1 4 0 0 0,-4 6 179 0 0,-2 3 62 0 0,0 1 0 0 0,1 0 0 0 0,1 1 0 0 0,1-1 0 0 0,-6 34 0 0 0,10-44-254 0 0,-1-1 0 0 0,0 1 1 0 0,0-1-1 0 0,-1 0 0 0 0,-4 9 0 0 0,4-10-16 0 0,0 1 1 0 0,1-1-1 0 0,-1 1 1 0 0,1 0-1 0 0,1 0 0 0 0,-1 0 1 0 0,-1 9-1 0 0,3-10-23 0 0,0 0 0 0 0,0 0 0 0 0,0 0 1 0 0,0 0-1 0 0,1 0 0 0 0,0 0 0 0 0,0 0 0 0 0,0-1 0 0 0,1 1 0 0 0,-1 0 0 0 0,5 7 1 0 0,-4-11-29 0 0,-1 1 1 0 0,1-1 0 0 0,0 1 0 0 0,0-1 0 0 0,0 0 0 0 0,0 0 0 0 0,0 0 0 0 0,0 0 0 0 0,4 1 0 0 0,6 3 11 0 0,-5-2-10 0 0,0 0 1 0 0,0 0-1 0 0,1-1 0 0 0,-1 0 1 0 0,1 0-1 0 0,-1-1 1 0 0,1 0-1 0 0,0 0 1 0 0,0-1-1 0 0,-1 0 1 0 0,16-2-1 0 0,7-2 46 0 0,49-14-1 0 0,-66 15-37 0 0,-2 0 93 0 0,-4 1-245 0 0,1 0 1 0 0,-1 0 0 0 0,1-1 0 0 0,11-6-1 0 0,-17 8-188 0 0,0 0-1 0 0,0 0 1 0 0,-1-1-1 0 0,1 1 1 0 0,-1-1-1 0 0,1 1 1 0 0,-1-1-1 0 0,0 1 1 0 0,2-3-1 0 0,-2 2-297 0 0,0 0 0 0 0,0 0 0 0 0,-1 0 0 0 0,1 0 1 0 0,0 0-1 0 0,-1 0 0 0 0,1 0 0 0 0,-1 0 0 0 0,0 0 0 0 0,0-3 0 0 0,0-1-1740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57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68 3209 0 0,'-2'0'4563'0'0,"-5"0"446"0"0,21-2-4487 0 0,0 0 0 0 0,1 0-1 0 0,-1-1 1 0 0,0-1 0 0 0,16-6-1 0 0,21-6-95 0 0,-15 7-304 0 0,0 2 1 0 0,1 1-1 0 0,0 2 1 0 0,0 1-1 0 0,39 3 1 0 0,-44 4-480 0 0,-13 3-6620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57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57 6689 0 0,'-14'-5'5086'0'0,"12"4"-4695"0"0,-1 0-1 0 0,1 0 1 0 0,0 0-1 0 0,0-1 1 0 0,0 1-1 0 0,0 0 1 0 0,1-1-1 0 0,-4-2 1 0 0,5 4-371 0 0,0-1 1 0 0,0 1-1 0 0,0 0 0 0 0,0 0 1 0 0,0 0-1 0 0,0-1 1 0 0,0 1-1 0 0,0 0 0 0 0,0 0 1 0 0,1 0-1 0 0,-1-1 1 0 0,0 1-1 0 0,0 0 0 0 0,0 0 1 0 0,0 0-1 0 0,0-1 1 0 0,0 1-1 0 0,0 0 0 0 0,1 0 1 0 0,-1 0-1 0 0,0 0 0 0 0,0 0 1 0 0,0-1-1 0 0,0 1 1 0 0,0 0-1 0 0,1 0 0 0 0,-1 0 1 0 0,0 0-1 0 0,0 0 1 0 0,0 0-1 0 0,1 0 0 0 0,-1 0 1 0 0,0 0-1 0 0,0 0 0 0 0,0 0 1 0 0,1 0-1 0 0,-1 0 1 0 0,0 0-1 0 0,3-2 58 0 0,11-4 48 0 0,1 1 0 0 0,0 0 0 0 0,1 1 0 0 0,-1 0 0 0 0,1 1 0 0 0,24-1 0 0 0,100 6 176 0 0,-22 1-3275 0 0,-89-4-95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18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331 546 216 0 0,'9'-182'3532'0'0,"1"0"211"0"0,-18 21 234 0 0,4 145-3730 0 0,1 11 42 0 0,2 12 615 0 0,-1 27-166 0 0,-7 44 1 0 0,-1 16-344 0 0,12 204-80 0 0,4 130 53 0 0,-8-317-308 0 0,-2 47 18 0 0,-4-23 104 0 0,5-62-80 0 0,-12 75 0 0 0,10-113 354 0 0,-2 68-1 0 0,7-99-441 0 0,-1 1 0 0 0,0 0 0 0 0,0-1 0 0 0,0 1-1 0 0,-1-1 1 0 0,0 1 0 0 0,0-1 0 0 0,0 0 0 0 0,-5 7 0 0 0,-1 4 78 0 0,3 2-47 0 0,5-15-37 0 0,0 0 1 0 0,-1 0-1 0 0,1-1 0 0 0,-1 1 1 0 0,1 0-1 0 0,-1 0 0 0 0,0-1 1 0 0,0 1-1 0 0,0-1 0 0 0,0 1 0 0 0,0 0 1 0 0,0-1-1 0 0,-1 2 0 0 0,1-2-7 0 0,0 0 0 0 0,0 0 0 0 0,0 0 0 0 0,0 0 0 0 0,0 0 0 0 0,0 0-1 0 0,0 0 1 0 0,0 1 0 0 0,1-1 0 0 0,-1 0 0 0 0,0 1 0 0 0,1-1 0 0 0,-1 0-1 0 0,1 1 1 0 0,0-1 0 0 0,-1 2 0 0 0,1-2 3 0 0,0-1 0 0 0,0 1-1 0 0,0-1 1 0 0,-1 0 0 0 0,1 1 0 0 0,0-1-1 0 0,0 1 1 0 0,0-1 0 0 0,-1 0 0 0 0,1 1-1 0 0,0-1 1 0 0,0 0 0 0 0,-1 1 0 0 0,1-1 0 0 0,0 0-1 0 0,-1 0 1 0 0,1 1 0 0 0,0-1 0 0 0,-1 0-1 0 0,1 0 1 0 0,0 1 0 0 0,-1-1 0 0 0,1 0-1 0 0,0 0 1 0 0,-1 0 0 0 0,1 0 0 0 0,-1 0-1 0 0,1 0 1 0 0,-1 1 0 0 0,1-1 0 0 0,0 0 0 0 0,-1 0-1 0 0,-21 0 58 0 0,1 1-87 0 0,-5 10 24 0 0,11-10 403 0 0,14-1-68 0 0,10 2-348 0 0,157 17 73 0 0,4 2 3 0 0,-155-19-44 0 0,-6 0 11 0 0,-1-1 0 0 0,1 1 0 0 0,-1 0 0 0 0,1 1 0 0 0,15 7 0 0 0,-24-10-23 0 0,1 0 0 0 0,-1 1-1 0 0,1-1 1 0 0,-1 0-1 0 0,1 1 1 0 0,-1-1 0 0 0,0 0-1 0 0,1 1 1 0 0,-1-1 0 0 0,1 1-1 0 0,-1-1 1 0 0,0 0-1 0 0,0 1 1 0 0,1-1 0 0 0,-1 1-1 0 0,0-1 1 0 0,0 1 0 0 0,1-1-1 0 0,-1 1 1 0 0,0-1-1 0 0,0 1 1 0 0,0 0 0 0 0,0-1-1 0 0,0 1 1 0 0,0-1 0 0 0,0 1-1 0 0,0-1 1 0 0,0 1 0 0 0,0-1-1 0 0,0 1 1 0 0,0-1-1 0 0,0 1 1 0 0,-1-1 0 0 0,1 1-1 0 0,0-1 1 0 0,0 1 0 0 0,-1-1-1 0 0,1 1 1 0 0,0-1-1 0 0,0 1 1 0 0,-1-1 0 0 0,1 1-1 0 0,-1-1 1 0 0,1 0 0 0 0,0 1-1 0 0,-1-1 1 0 0,1 0-1 0 0,-1 1 1 0 0,1-1 0 0 0,-1 0-1 0 0,1 0 1 0 0,-1 1 0 0 0,1-1-1 0 0,-1 0 1 0 0,-32 16 61 0 0,30-15-53 0 0,-229 71 82 0 0,101-36-20 0 0,93-25 1 0 0,22-8 56 0 0,0 2 0 0 0,0 0 0 0 0,1 1-1 0 0,-23 11 1 0 0,37-16-128 0 0,0 1-1 0 0,0-1 1 0 0,0 0-1 0 0,0 0 1 0 0,0 1 0 0 0,0-1-1 0 0,1 0 1 0 0,-1 1-1 0 0,0-1 1 0 0,1 1-1 0 0,-1-1 1 0 0,1 1 0 0 0,-1-1-1 0 0,1 1 1 0 0,0 1-1 0 0,-1-2-4 0 0,1 0 1 0 0,0 0-1 0 0,0 0 0 0 0,0 0 0 0 0,0 0 0 0 0,0-1 1 0 0,0 1-1 0 0,0 0 0 0 0,0 0 0 0 0,0 0 0 0 0,0 0 1 0 0,1-1-1 0 0,-1 1 0 0 0,0 0 0 0 0,0 0 0 0 0,1 0 1 0 0,-1-1-1 0 0,1 1 0 0 0,-1 0 0 0 0,1 0 0 0 0,-1-1 1 0 0,1 1-1 0 0,-1-1 0 0 0,1 1 0 0 0,-1 0 0 0 0,1-1 1 0 0,0 1-1 0 0,-1-1 0 0 0,1 1 0 0 0,0-1 0 0 0,0 0 1 0 0,1 1-1 0 0,25 5-5 0 0,-18-4 11 0 0,0 0 0 0 0,-1 0 0 0 0,1 1 0 0 0,15 6 0 0 0,-14-4-3 0 0,1-1-1 0 0,0 0 1 0 0,1 0 0 0 0,-1-1 0 0 0,1-1 0 0 0,-1 0 0 0 0,22 1 0 0 0,87-7 15 0 0,-87 1-14 0 0,0 1 0 0 0,37 4 0 0 0,-62-1 3 0 0,-1-1 0 0 0,0 2 0 0 0,0-1-1 0 0,0 1 1 0 0,0 0 0 0 0,0 1 0 0 0,0 0 0 0 0,0 0 0 0 0,8 5 0 0 0,-13-6-6 0 0,-1-1 0 0 0,0 1 0 0 0,1-1 0 0 0,-1 1 1 0 0,0 0-1 0 0,0-1 0 0 0,0 1 0 0 0,-1 0 1 0 0,1 0-1 0 0,0 0 0 0 0,-1 0 0 0 0,2 2 0 0 0,5 15-8 0 0,-5-16 12 0 0,0 0 0 0 0,0-1 0 0 0,0 1 0 0 0,-1 0 0 0 0,0 0 0 0 0,1 0 0 0 0,-1 0 0 0 0,0 1 0 0 0,-1-1 0 0 0,1 0 0 0 0,0 0 0 0 0,-1 0 1 0 0,0 1-1 0 0,0-1 0 0 0,0 0 0 0 0,0 4 0 0 0,-2 2 17 0 0,0 1 1 0 0,-1-1 0 0 0,1 0-1 0 0,-6 9 1 0 0,7-15-19 0 0,-1 1 0 0 0,0-1-1 0 0,-1 0 1 0 0,1 0-1 0 0,-1 0 1 0 0,0 0-1 0 0,0 0 1 0 0,0-1-1 0 0,0 1 0 0 0,0-1 1 0 0,0 0-1 0 0,-1 1 1 0 0,1-2-1 0 0,-7 4 1 0 0,-9 5 9 0 0,-17 10 7 0 0,1-1 1 0 0,-43 15-1 0 0,66-29-18 0 0,-41 12-7 0 0,39-14 13 0 0,0 1 1 0 0,1 1-1 0 0,-24 12 1 0 0,32-13-12 0 0,-1 0 1 0 0,1 1 0 0 0,1 0 0 0 0,-1 0 0 0 0,1 0-1 0 0,0 0 1 0 0,0 1 0 0 0,0-1 0 0 0,1 1 0 0 0,0 0-1 0 0,0 0 1 0 0,0 1 0 0 0,1-1 0 0 0,-3 13 0 0 0,5-17 4 0 0,-1 0 0 0 0,1 0 0 0 0,0 1 0 0 0,0-1 0 0 0,0 0 0 0 0,0 0 0 0 0,0 0 0 0 0,0 0 0 0 0,0 0 0 0 0,1 0 1 0 0,-1 0-1 0 0,1 0 0 0 0,0 0 0 0 0,-1 0 0 0 0,1 0 0 0 0,0 0 0 0 0,0 0 0 0 0,0 0 0 0 0,3 3 0 0 0,-1-3 1 0 0,0 0-1 0 0,0-1 1 0 0,0 1-1 0 0,0-1 0 0 0,0 1 1 0 0,0-1-1 0 0,1 0 1 0 0,-1 0-1 0 0,0-1 0 0 0,1 1 1 0 0,5 0-1 0 0,-3 0 5 0 0,1 1 0 0 0,0 0-1 0 0,0 0 1 0 0,-1 1 0 0 0,9 4 0 0 0,-8-3-3 0 0,0-1 1 0 0,1 0-1 0 0,-1 0 1 0 0,0 0 0 0 0,10 1-1 0 0,7-2 10 0 0,0-1-1 0 0,0-2 0 0 0,39-4 0 0 0,24 0 10 0 0,-87 5-21 0 0,1-1-1 0 0,-1 1 1 0 0,0 1-1 0 0,1-1 1 0 0,-1 0-1 0 0,0 0 1 0 0,0 0-1 0 0,1 0 1 0 0,-1 0-1 0 0,0 0 1 0 0,0 0-1 0 0,1 0 1 0 0,-1 0-1 0 0,0 0 1 0 0,0 1-1 0 0,1-1 1 0 0,-1 0-1 0 0,0 0 1 0 0,0 0-1 0 0,1 0 1 0 0,-1 1-1 0 0,0-1 1 0 0,0 0-1 0 0,0 0 1 0 0,0 1-1 0 0,1-1 1 0 0,-1 0-1 0 0,0 0 1 0 0,0 1-1 0 0,0-1 1 0 0,0 0-1 0 0,0 0 1 0 0,0 1-1 0 0,-1 12 39 0 0,-11 14 21 0 0,12-26-60 0 0,-18 33-6 0 0,11-24 6 0 0,1 2 0 0 0,0-1 0 0 0,1 1 0 0 0,-6 21 1 0 0,4-2-6 0 0,3 0 1 0 0,-3 54-1 0 0,9 65-11 0 0,1-43 72 0 0,-3-59-47 0 0,-3 220 25 0 0,1-116-36 0 0,-6 98 11 0 0,1-40 179 0 0,7-178-98 0 0,-1-1 320 0 0,1 0-4194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19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822 34 968 0 0,'0'0'304'0'0,"0"-32"10865"0"0,-1 31-11097 0 0,1 1-1 0 0,0 0 0 0 0,-1 0 0 0 0,1 0 1 0 0,-1 0-1 0 0,1 0 0 0 0,-1 0 1 0 0,1 0-1 0 0,-1 0 0 0 0,1 0 0 0 0,-1 0 1 0 0,1 0-1 0 0,0 0 0 0 0,-1 0 0 0 0,1 1 1 0 0,-1-1-1 0 0,1 0 0 0 0,-1 0 1 0 0,1 0-1 0 0,0 1 0 0 0,-1-1 0 0 0,1 0 1 0 0,0 0-1 0 0,-1 1 0 0 0,1-1 0 0 0,0 0 1 0 0,-1 1-1 0 0,1-1 0 0 0,0 0 1 0 0,0 1-1 0 0,-1-1 0 0 0,1 1 0 0 0,-16 16 198 0 0,14-15-196 0 0,-21 25 134 0 0,3-3-54 0 0,-34 30-1 0 0,-83 67 207 0 0,-80 66 442 0 0,170-151-445 0 0,-1-3 0 0 0,-98 52-1 0 0,56-42 475 0 0,89-42-854 0 0,0 0 0 0 0,1 0 1 0 0,-1 0-1 0 0,0 0 0 0 0,0 1 0 0 0,1-1 0 0 0,-1 0 1 0 0,0 1-1 0 0,1-1 0 0 0,0 1 0 0 0,-1-1 1 0 0,1 0-1 0 0,0 1 0 0 0,-1-1 0 0 0,1 1 0 0 0,0-1 1 0 0,0 2-1 0 0,2 8-3794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19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31 185 5489 0 0,'0'-6'133'0'0,"-1"-1"1"0"0,0 1-1 0 0,0-1 0 0 0,-1 1 0 0 0,-3-10 0 0 0,-4-16 228 0 0,4 6 2100 0 0,2 0-1 0 0,0-27 1 0 0,10 88-1127 0 0,0 212-814 0 0,1 18-184 0 0,100 499-83 0 0,-105-745-223 0 0,30 124 482 0 0,-1-7 129 0 0,-31-128-668 0 0,0 0 0 0 0,0 0 0 0 0,-1 14 0 0 0,-5-4-3896 0 0,2-11 1811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20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6 7562 0 0,'0'0'264'0'0,"-12"-4"6165"0"0,16 4-6242 0 0,1-1 0 0 0,0 1 0 0 0,0-1 0 0 0,9 2 0 0 0,8 2-141 0 0,0 0 1 0 0,0 2 0 0 0,-1 0-1 0 0,0 1 1 0 0,22 11-1 0 0,98 50 115 0 0,-90-47-118 0 0,-41-17-23 0 0,0 0 0 0 0,1 1 1 0 0,15 9-1 0 0,31 23 326 0 0,2-3 1 0 0,86 36-1 0 0,58 14 545 0 0,-196-81-859 0 0,0 1 0 0 0,0 0 0 0 0,-1 1 0 0 0,0 0 0 0 0,0 0 0 0 0,0 0 0 0 0,0 0 0 0 0,0 1 0 0 0,-1 0 0 0 0,0 0 0 0 0,0 1 0 0 0,0 0 0 0 0,-1-1 0 0 0,0 1 0 0 0,0 1 0 0 0,6 12 0 0 0,-10-4-4660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20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0 8490 0 0,'-11'1'2344'0'0,"11"1"-838"0"0,16 5-292 0 0,2-1-1192 0 0,-14-3-7 0 0,-1-2 43 0 0,0 0-1 0 0,0 1 0 0 0,0 0 0 0 0,0-1 1 0 0,0 1-1 0 0,0 0 0 0 0,-1 1 0 0 0,1-1 1 0 0,-1 0-1 0 0,1 1 0 0 0,-1 0 0 0 0,0-1 1 0 0,0 1-1 0 0,0 0 0 0 0,0 0 0 0 0,0 0 1 0 0,1 4-1 0 0,21 62 1182 0 0,-22-66-1201 0 0,0 1-1 0 0,-1 0 1 0 0,0 0 0 0 0,0 1 0 0 0,0-1-1 0 0,0 0 1 0 0,-1 0 0 0 0,0 0 0 0 0,0 0 0 0 0,0 1-1 0 0,0-1 1 0 0,-1 0 0 0 0,1 0 0 0 0,-1 0-1 0 0,0 0 1 0 0,0 1 0 0 0,-1-1 0 0 0,1-1 0 0 0,-3 6-1 0 0,0-2-13 0 0,0 0 1 0 0,0 0-1 0 0,0-1 0 0 0,-1 1 0 0 0,0-1 0 0 0,0 0 0 0 0,-1 0 0 0 0,0-1 0 0 0,-7 6 0 0 0,-2 0 2 0 0,-79 54 113 0 0,88-60-159 0 0,-1-1 0 0 0,1 1-1 0 0,0 0 1 0 0,1 0 0 0 0,-9 10-1 0 0,-9 17-6431 0 0,20-26 3214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21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64 3521 0 0,'0'0'100'0'0,"-23"-16"7072"0"0,19 14-6491 0 0,0 0 0 0 0,0-1-1 0 0,1 0 1 0 0,-1 0 0 0 0,1 0 0 0 0,-1 0-1 0 0,-4-7 1 0 0,-6-6 628 0 0,13 16-1279 0 0,1 0 1 0 0,-1-1 0 0 0,1 1-1 0 0,-1 0 1 0 0,0 0-1 0 0,1-1 1 0 0,-1 1 0 0 0,1 0-1 0 0,-1 0 1 0 0,1 0-1 0 0,-1 0 1 0 0,0 0 0 0 0,1 0-1 0 0,-1 0 1 0 0,1 0 0 0 0,-1 0-1 0 0,0 0 1 0 0,1 0-1 0 0,-1 0 1 0 0,1 1 0 0 0,-1-1-1 0 0,0 0 1 0 0,1 0-1 0 0,-1 1 1 0 0,1-1 0 0 0,-1 0-1 0 0,1 0 1 0 0,-1 1-1 0 0,1-1 1 0 0,0 1 0 0 0,-1-1-1 0 0,1 0 1 0 0,-1 1 0 0 0,1-1-1 0 0,0 1 1 0 0,-1-1-1 0 0,1 1 1 0 0,0-1 0 0 0,-1 1-1 0 0,1 0 1 0 0,0 0-1 0 0,0-1 0 0 0,0 31 175 0 0,29 117-136 0 0,-3-24-49 0 0,22 326-25 0 0,-4 33 66 0 0,-4-94 63 0 0,-37-209 112 0 0,-3-132-21 0 0,0-47-228 0 0,0 1 0 0 0,-1-1-1 0 0,1 0 1 0 0,-1 1 0 0 0,1-1 0 0 0,-1 0-1 0 0,1 1 1 0 0,-1-1 0 0 0,0 0-1 0 0,0 0 1 0 0,-1 2 0 0 0,-3 3-3217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22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419 143 1040 0 0,'-5'-1'345'0'0,"1"0"0"0"0,-1 0 0 0 0,1 0 0 0 0,-1-1 0 0 0,1 0 0 0 0,-1 0 0 0 0,1 0 0 0 0,0 0 0 0 0,0 0 0 0 0,0-1 0 0 0,0 0 0 0 0,0 0 0 0 0,-4-5 0 0 0,2 3 301 0 0,0 1 0 0 0,-1-1 1 0 0,-12-6-1 0 0,-93-39 2612 0 0,104 47-3052 0 0,0 1-1 0 0,-1-1 1 0 0,1 1 0 0 0,-1 1-1 0 0,1 0 1 0 0,-1 0 0 0 0,1 1-1 0 0,-1 0 1 0 0,-8 1 0 0 0,-79 13 2331 0 0,93-13-2390 0 0,3-1-135 0 0,-1 0-1 0 0,0 0 1 0 0,1 0-1 0 0,-1 0 1 0 0,1 0-1 0 0,-1 0 1 0 0,1 1-1 0 0,-1-1 1 0 0,1 0-1 0 0,-1 0 1 0 0,0 0-1 0 0,1 1 1 0 0,-1-1-1 0 0,1 0 1 0 0,0 1-1 0 0,-1-1 1 0 0,1 0-1 0 0,-1 1 1 0 0,1-1 0 0 0,-1 0-1 0 0,1 1 1 0 0,0-1-1 0 0,-1 1 1 0 0,1 0-1 0 0,6 9 189 0 0,21 3-126 0 0,-11-8-40 0 0,0 0 1 0 0,0-1 0 0 0,0-1-1 0 0,1 0 1 0 0,32 0-1 0 0,85-10 153 0 0,62-29 163 0 0,-42 6-139 0 0,-56 21-47 0 0,132 2 0 0 0,-224 7-155 0 0,1-2-2342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23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67 2272 0 0,'1'-18'2220'0'0,"0"13"-1119"0"0,-1 0 1 0 0,0 0 0 0 0,0 0 0 0 0,0 0-1 0 0,0 0 1 0 0,-2-5 0 0 0,2 9-1038 0 0,-1 1-1 0 0,1-1 1 0 0,-1 1-1 0 0,1-1 1 0 0,0 0-1 0 0,-1 1 1 0 0,1-1-1 0 0,-1 1 1 0 0,1 0 0 0 0,-1-1-1 0 0,0 1 1 0 0,1-1-1 0 0,-1 1 1 0 0,1 0-1 0 0,-1-1 1 0 0,0 1 0 0 0,1 0-1 0 0,-1 0 1 0 0,0 0-1 0 0,1-1 1 0 0,-1 1-1 0 0,0 0 1 0 0,1 0 0 0 0,-1 0-1 0 0,0 0 1 0 0,1 0-1 0 0,-1 0 1 0 0,0 0-1 0 0,1 0 1 0 0,-1 0-1 0 0,0 1 1 0 0,1-1 0 0 0,-1 0-1 0 0,0 0 1 0 0,1 1-1 0 0,-2 0 1 0 0,-27 13 221 0 0,24-11-35 0 0,2-1-207 0 0,-1 1 1 0 0,1 0-1 0 0,0 0 0 0 0,0 0 0 0 0,1 0 1 0 0,-1 0-1 0 0,1 1 0 0 0,-1-1 0 0 0,1 1 1 0 0,0-1-1 0 0,1 1 0 0 0,-1 0 1 0 0,1 0-1 0 0,-1 0 0 0 0,0 7 0 0 0,-13 26 99 0 0,12-34-118 0 0,1 1 0 0 0,0-1-1 0 0,0 1 1 0 0,1 0 0 0 0,-1 0 0 0 0,1 0 0 0 0,0 0 0 0 0,0 0 0 0 0,0 0 0 0 0,0 0 0 0 0,1 0-1 0 0,-1 0 1 0 0,1 0 0 0 0,0 1 0 0 0,1-1 0 0 0,-1 0 0 0 0,1 0 0 0 0,0 0 0 0 0,0 0 0 0 0,0 0 0 0 0,0 0-1 0 0,1 0 1 0 0,2 5 0 0 0,-2-7 3 0 0,0-1 0 0 0,0 1 0 0 0,0-1 1 0 0,0 0-1 0 0,1 0 0 0 0,-1 0 0 0 0,0 0 0 0 0,1 0 0 0 0,-1 0 0 0 0,1 0 0 0 0,-1-1 0 0 0,1 1 0 0 0,-1-1 1 0 0,1 0-1 0 0,-1 0 0 0 0,1 0 0 0 0,3 0 0 0 0,22 3 167 0 0,-4 7-17 0 0,-17-7-116 0 0,-1 0 0 0 0,0-1 1 0 0,1 0-1 0 0,0 0 1 0 0,-1 0-1 0 0,1-1 0 0 0,8 1 1 0 0,-3-3-4 0 0,0 1-1 0 0,0-1 1 0 0,0-1 0 0 0,-1 0 0 0 0,1-1 0 0 0,0 0-1 0 0,-1-1 1 0 0,0 0 0 0 0,1-1 0 0 0,-2 0 0 0 0,18-11-1 0 0,-26 14-41 0 0,0 0 0 0 0,-1 1-1 0 0,1-1 1 0 0,0 0 0 0 0,-1 0-1 0 0,1 0 1 0 0,-1 0 0 0 0,0 0-1 0 0,0-1 1 0 0,1 1 0 0 0,-1 0-1 0 0,-1 0 1 0 0,1-1 0 0 0,1-3 0 0 0,6-15 150 0 0,-6 18-144 0 0,0 0 0 0 0,-1-1 0 0 0,1 1 0 0 0,-1-1 0 0 0,0 1 0 0 0,0-1 0 0 0,0 1 0 0 0,0-1 0 0 0,-1 0-1 0 0,1 1 1 0 0,-1-1 0 0 0,0 0 0 0 0,0 0 0 0 0,0 1 0 0 0,-1-1 0 0 0,1 0 0 0 0,-1 1 0 0 0,0-1 0 0 0,0 0 0 0 0,0 1 0 0 0,-1-1 0 0 0,1 1 0 0 0,-1 0 0 0 0,-4-7 0 0 0,5 9-17 0 0,0 0-1 0 0,-1 0 1 0 0,1 0-1 0 0,-1-1 1 0 0,1 1-1 0 0,-1 1 1 0 0,1-1-1 0 0,-1 0 1 0 0,0 0-1 0 0,1 1 1 0 0,-1-1-1 0 0,0 1 1 0 0,0-1-1 0 0,-1 1 1 0 0,-31-5-55 0 0,25 4 7 0 0,4 0-150 0 0,-1 0-1 0 0,0-1 1 0 0,1 0 0 0 0,-10-3-1 0 0,11 2-299 0 0,-1 1-1 0 0,0 1 0 0 0,0-1 0 0 0,0 1 0 0 0,0-1 0 0 0,0 1 1 0 0,-7 0-1 0 0,-2 1-2212 0 0,4 2-976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24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12 7594 0 0,'-21'-11'5209'0'0,"21"11"-5176"0"0,-1 1 1 0 0,0-1 0 0 0,1 0 0 0 0,-1 1-1 0 0,1-1 1 0 0,-1 0 0 0 0,1 1 0 0 0,-1-1-1 0 0,1 1 1 0 0,-1-1 0 0 0,1 1 0 0 0,-1-1-1 0 0,1 1 1 0 0,0 0 0 0 0,-1-1 0 0 0,1 1-1 0 0,0-1 1 0 0,-1 1 0 0 0,1 0 0 0 0,0-1-1 0 0,0 2 1 0 0,-6 16 82 0 0,5-15-70 0 0,-3 17 60 0 0,1-1 0 0 0,0 1-1 0 0,1 1 1 0 0,2 31 0 0 0,11 84 179 0 0,-7-100-172 0 0,2 19 517 0 0,2 1 1 0 0,28 100-1 0 0,-36-155-605 0 0,1 0 1 0 0,-1 0-1 0 0,0-1 1 0 0,1 1-1 0 0,-1 0 1 0 0,1-1-1 0 0,-1 1 1 0 0,1 0-1 0 0,-1-1 1 0 0,1 1-1 0 0,-1-1 1 0 0,1 1-1 0 0,0-1 1 0 0,-1 1-1 0 0,1-1 1 0 0,0 1-1 0 0,-1-1 1 0 0,1 0-1 0 0,0 1 1 0 0,0-1-1 0 0,-1 0 1 0 0,1 1-1 0 0,0-1 1 0 0,0 0-1 0 0,0 0 1 0 0,-1 0-1 0 0,1 0 1 0 0,0 0-1 0 0,0 0 0 0 0,0 0 1 0 0,-1 0-1 0 0,1 0 1 0 0,0 0-1 0 0,0-1 1 0 0,-1 1-1 0 0,2 0 1 0 0,0-1-10 0 0,0 0-1 0 0,-1 1 1 0 0,1-1 0 0 0,0 0 0 0 0,-1 0 0 0 0,1 0-1 0 0,-1 0 1 0 0,0 0 0 0 0,1 0 0 0 0,-1 0-1 0 0,0-1 1 0 0,1 1 0 0 0,-1 0 0 0 0,0-1-1 0 0,0 1 1 0 0,0-1 0 0 0,1-1 0 0 0,22-66 57 0 0,-2-1 1 0 0,-4-1 0 0 0,-2-1-1 0 0,-4 0 1 0 0,3-77-1 0 0,-14 145-73 0 0,0 0-1 0 0,-1 0 1 0 0,2 0 0 0 0,-1 0-1 0 0,0 0 1 0 0,1 0-1 0 0,-1 1 1 0 0,1-1 0 0 0,3-5-1 0 0,10-21 11 0 0,-15 16-2092 0 0,-1 14 1885 0 0,1 0 0 0 0,0 0 0 0 0,-1 0 0 0 0,1 0 0 0 0,0 0 0 0 0,-1 0 0 0 0,1 0 0 0 0,-1 0 0 0 0,1 0 0 0 0,0 1 0 0 0,-1-1 0 0 0,1 0 0 0 0,0 0 0 0 0,-1 0 1 0 0,1 1-1 0 0,0-1 0 0 0,0 0 0 0 0,-1 0 0 0 0,1 1 0 0 0,0-1 0 0 0,0 0 0 0 0,-1 1 0 0 0,1-1 0 0 0,0 0 0 0 0,0 1 0 0 0,0-1 0 0 0,0 0 0 0 0,-1 1 0 0 0,1-1 0 0 0,0 0 1 0 0,0 1-1 0 0,0-1 0 0 0,0 1 0 0 0,0-1 0 0 0,0 0 0 0 0,0 1 0 0 0,-9 19-4304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24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58 6913 0 0,'0'0'761'0'0,"0"-33"3893"0"0,0 32-4607 0 0,-1 0 1 0 0,0-1-1 0 0,1 1 0 0 0,-1-1 1 0 0,0 1-1 0 0,0 0 0 0 0,0 0 1 0 0,0-1-1 0 0,0 1 0 0 0,0 0 0 0 0,0 0 1 0 0,0 0-1 0 0,0 0 0 0 0,-1 0 1 0 0,1 0-1 0 0,0 1 0 0 0,0-1 1 0 0,-1 0-1 0 0,1 1 0 0 0,-1-1 1 0 0,1 0-1 0 0,-1 1 0 0 0,1 0 1 0 0,-1-1-1 0 0,1 1 0 0 0,-1 0 1 0 0,1 0-1 0 0,-4 0 0 0 0,-1 0-58 0 0,0 0-1 0 0,1 0 0 0 0,-1 0 1 0 0,0 1-1 0 0,0 0 1 0 0,-8 2-1 0 0,11 0 58 0 0,0-1-1 0 0,0 1 1 0 0,1 0 0 0 0,-1-1 0 0 0,1 1 0 0 0,0 0-1 0 0,0 1 1 0 0,0-1 0 0 0,0 0 0 0 0,1 1 0 0 0,-1-1-1 0 0,1 0 1 0 0,0 1 0 0 0,-1 4 0 0 0,1-5 38 0 0,1 0 1 0 0,-1 1-1 0 0,1-1 0 0 0,0 1 1 0 0,0-1-1 0 0,0 1 1 0 0,0-1-1 0 0,1 1 0 0 0,-1-1 1 0 0,1 1-1 0 0,0-1 1 0 0,0 1-1 0 0,2 4 1 0 0,2 1 184 0 0,0 0 0 0 0,1 1 0 0 0,6 7 0 0 0,-7-11-162 0 0,-1-1 0 0 0,0 1-1 0 0,0 0 1 0 0,-1 1-1 0 0,1-1 1 0 0,-1 0 0 0 0,-1 1-1 0 0,1 0 1 0 0,0 6-1 0 0,-2-10-89 0 0,-1 0 0 0 0,0 0 0 0 0,0 0-1 0 0,-1 1 1 0 0,1-1 0 0 0,0 0 0 0 0,-1 0-1 0 0,0-1 1 0 0,0 1 0 0 0,0 0 0 0 0,0 0 0 0 0,0 0-1 0 0,-1 0 1 0 0,1-1 0 0 0,-1 1 0 0 0,0-1-1 0 0,1 1 1 0 0,-1-1 0 0 0,0 0 0 0 0,-1 0-1 0 0,1 1 1 0 0,0-1 0 0 0,-1-1 0 0 0,-2 3-1 0 0,-8 4-63 0 0,0 0 0 0 0,0-2 0 0 0,-25 10 0 0 0,20-9-202 0 0,-20 9-1038 0 0,0 0-435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27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186 107 2048 0 0,'-2'-13'6526'0'0,"-4"-1"-3656"0"0,5 13-2835 0 0,1 1 0 0 0,-1-1 0 0 0,1 0 0 0 0,-1 1 0 0 0,1-1 1 0 0,-1 1-1 0 0,1-1 0 0 0,-1 1 0 0 0,1-1 0 0 0,-1 1 0 0 0,1-1 0 0 0,-1 1 0 0 0,0-1 1 0 0,1 1-1 0 0,-1 0 0 0 0,0-1 0 0 0,0 1 0 0 0,1 0 0 0 0,-1 0 0 0 0,0 0 1 0 0,0-1-1 0 0,1 1 0 0 0,-1 0 0 0 0,0 0 0 0 0,0 0 0 0 0,1 0 0 0 0,-1 0 0 0 0,0 0 1 0 0,0 1-1 0 0,1-1 0 0 0,-1 0 0 0 0,0 0 0 0 0,0 0 0 0 0,-1 1 0 0 0,1 1-17 0 0,-1 0 0 0 0,1 0-1 0 0,-1 0 1 0 0,1 1 0 0 0,0-1-1 0 0,0 0 1 0 0,0 1 0 0 0,0-1-1 0 0,0 0 1 0 0,1 1 0 0 0,-1-1 0 0 0,1 1-1 0 0,-1-1 1 0 0,1 5 0 0 0,-2 4 35 0 0,-8 36 276 0 0,-6 97-1 0 0,11-79-61 0 0,3-53-198 0 0,-1 0 0 0 0,0 0 0 0 0,0-1 0 0 0,-7 15-1 0 0,5-13 52 0 0,1 0 0 0 0,0 0-1 0 0,-3 18 1 0 0,4-2 68 0 0,3-19-100 0 0,-1-1 1 0 0,0 1-1 0 0,0 0 0 0 0,-5 13 1 0 0,6-23-69 0 0,0 1 1 0 0,0 0-1 0 0,0-1 1 0 0,0 1-1 0 0,-1-1 1 0 0,1 1-1 0 0,0 0 1 0 0,-1-1 0 0 0,1 1-1 0 0,0-1 1 0 0,-1 1-1 0 0,1-1 1 0 0,-1 1-1 0 0,1-1 1 0 0,-1 1-1 0 0,1-1 1 0 0,-1 0-1 0 0,1 1 1 0 0,-1-1 0 0 0,0 1-1 0 0,0-1-14 0 0,1 0 0 0 0,0 0 0 0 0,-1-1 0 0 0,1 1 0 0 0,0 0 0 0 0,-1 0 0 0 0,1 0 0 0 0,0 0 0 0 0,-1-1 0 0 0,1 1-1 0 0,0 0 1 0 0,-1 0 0 0 0,1-1 0 0 0,0 1 0 0 0,-1 0 0 0 0,1-1 0 0 0,0 1 0 0 0,0 0 0 0 0,-1-1 0 0 0,1 1 0 0 0,0 0 0 0 0,0-1 0 0 0,0 0 0 0 0,-11-30-33 0 0,10 25 61 0 0,-8-36-35 0 0,2-1 0 0 0,2 0 0 0 0,1-1 0 0 0,3-44 0 0 0,1 72-27 0 0,1 1 1 0 0,0-1 0 0 0,1 1-1 0 0,0 0 1 0 0,1 0-1 0 0,1 0 1 0 0,0 0 0 0 0,2 0-1 0 0,-1 1 1 0 0,13-21-1 0 0,-6 11-28 0 0,-11 21 46 0 0,1-1 1 0 0,-1 0-1 0 0,1 0 1 0 0,0 1-1 0 0,0-1 1 0 0,1 1-1 0 0,-1 0 1 0 0,1 0-1 0 0,0 0 1 0 0,0 0-1 0 0,0 0 1 0 0,0 0 0 0 0,0 1-1 0 0,6-4 1 0 0,3 1-20 0 0,0 0 0 0 0,1 1 0 0 0,16-4 0 0 0,-17 6 55 0 0,0-2 0 0 0,-1 1 0 0 0,15-8 0 0 0,-20 9-6 0 0,0-1 0 0 0,0 1 0 0 0,0 0 0 0 0,1 0 0 0 0,-1 1 0 0 0,0 0 1 0 0,9-1-1 0 0,-12 2-7 0 0,0 0 1 0 0,0 0 0 0 0,0 0-1 0 0,1 0 1 0 0,-1 0 0 0 0,0 1-1 0 0,0-1 1 0 0,0 1 0 0 0,0 0-1 0 0,0 0 1 0 0,0 0 0 0 0,-1 0-1 0 0,1 1 1 0 0,0-1 0 0 0,0 1-1 0 0,4 3 1 0 0,-5-2 4 0 0,-1-1 0 0 0,1 1-1 0 0,-1 0 1 0 0,1-1 0 0 0,-1 1 0 0 0,0 0-1 0 0,0 0 1 0 0,1 3 0 0 0,4 11 62 0 0,-4-12-55 0 0,1 1-1 0 0,-2-1 1 0 0,1 1 0 0 0,0-1 0 0 0,-1 1-1 0 0,0-1 1 0 0,-1 1 0 0 0,1 0-1 0 0,-1 0 1 0 0,0-1 0 0 0,0 1-1 0 0,-1 0 1 0 0,0-1 0 0 0,0 1-1 0 0,0 0 1 0 0,-1-1 0 0 0,1 1-1 0 0,-1-1 1 0 0,-3 6 0 0 0,0-1-4 0 0,0-1 0 0 0,0 0 1 0 0,-1 0-1 0 0,0-1 0 0 0,0 1 1 0 0,-1-1-1 0 0,0-1 0 0 0,-1 1 1 0 0,-12 9-1 0 0,-111 63 75 0 0,93-58-99 0 0,9-2-12 0 0,-8 3-19 0 0,37-23 33 0 0,-1 0 1 0 0,1 0-1 0 0,-1 1 1 0 0,0-1-1 0 0,1 0 1 0 0,-1 1-1 0 0,1-1 1 0 0,-1 0-1 0 0,1 1 1 0 0,-1-1-1 0 0,1 0 0 0 0,-1 1 1 0 0,1-1-1 0 0,-1 1 1 0 0,1-1-1 0 0,0 1 1 0 0,-1-1-1 0 0,1 1 1 0 0,0-1-1 0 0,-1 1 1 0 0,1-1-1 0 0,0 1 0 0 0,0 0 1 0 0,-1-1-1 0 0,1 1 1 0 0,0-1-1 0 0,0 1 1 0 0,0 0-1 0 0,0-1 1 0 0,0 1-1 0 0,0 0 1 0 0,0-1-1 0 0,0 1 1 0 0,0-1-1 0 0,0 1 0 0 0,0 0 1 0 0,0-1-1 0 0,1 1 1 0 0,-1-1-1 0 0,0 1 1 0 0,0 0-1 0 0,1-1 1 0 0,-1 1-1 0 0,0-1 1 0 0,1 1-1 0 0,-1-1 1 0 0,1 1-1 0 0,-1-1 0 0 0,0 1 1 0 0,1-1-1 0 0,-1 0 1 0 0,1 1-1 0 0,-1-1 1 0 0,1 0-1 0 0,-1 1 1 0 0,1-1-1 0 0,0 0 1 0 0,-1 1-1 0 0,1-1 0 0 0,-1 0 1 0 0,1 0-1 0 0,0 0 1 0 0,0 0-1 0 0,22 5 147 0 0,0-2-1 0 0,0-1 1 0 0,1 0 0 0 0,-1-2-1 0 0,0-1 1 0 0,36-5-1 0 0,-24 2 72 0 0,64 2 0 0 0,-95 2-379 0 0,0 0 0 0 0,0 1 0 0 0,0 0 0 0 0,0 0 0 0 0,0 0 0 0 0,-1 0 0 0 0,5 2 0 0 0,-6-2-476 0 0,-1 0 0 0 0,1 0 0 0 0,-1 0 1 0 0,0 0-1 0 0,1 0 0 0 0,-1 0 0 0 0,0 0 0 0 0,0 0 0 0 0,0 0 0 0 0,0 1 1 0 0,2 2-1 0 0,2 5-4502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27.4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24 9402 0 0,'-19'-12'3479'0'0,"13"9"-3339"0"0,0 1-1 0 0,0 0 0 0 0,0 1 0 0 0,0 0 0 0 0,0 0 1 0 0,0 0-1 0 0,0 0 0 0 0,0 1 0 0 0,0 0 0 0 0,-9 1 1 0 0,12 0-92 0 0,-1-1 1 0 0,1 1 0 0 0,0 0-1 0 0,-1 0 1 0 0,1 0 0 0 0,0 0 0 0 0,0 1-1 0 0,0-1 1 0 0,0 1 0 0 0,0 0-1 0 0,0 0 1 0 0,1 0 0 0 0,-1 0-1 0 0,1 0 1 0 0,-1 1 0 0 0,1-1 0 0 0,0 1-1 0 0,0 0 1 0 0,0-1 0 0 0,-3 6-1 0 0,2 1 100 0 0,-1 0-1 0 0,1 0 1 0 0,1 0 0 0 0,-2 12-1 0 0,2-13-38 0 0,1 0 0 0 0,-1-1 0 0 0,0 1 0 0 0,-1-1-1 0 0,-6 14 1 0 0,6-16-42 0 0,1 1 0 0 0,-1 0 0 0 0,1 0 0 0 0,0 0 0 0 0,0 1 0 0 0,1-1 0 0 0,0 0 0 0 0,0 1 0 0 0,0 8 0 0 0,1-13-50 0 0,0 1-1 0 0,0-1 0 0 0,0 0 0 0 0,0 0 1 0 0,0 1-1 0 0,1-1 0 0 0,-1 0 0 0 0,1 0 1 0 0,-1 1-1 0 0,1-1 0 0 0,0 0 0 0 0,0 0 1 0 0,0 0-1 0 0,0 0 0 0 0,0 0 0 0 0,0 0 1 0 0,1 0-1 0 0,-1-1 0 0 0,1 1 1 0 0,-1 0-1 0 0,1-1 0 0 0,-1 1 0 0 0,1-1 1 0 0,0 1-1 0 0,0-1 0 0 0,0 0 0 0 0,0 0 1 0 0,4 2-1 0 0,25 10 68 0 0,-27-11-296 0 0,1 1 1 0 0,-1-1 0 0 0,1 0-1 0 0,0-1 1 0 0,0 1-1 0 0,0-1 1 0 0,-1 0 0 0 0,1 0-1 0 0,8 0 1 0 0,-2-1-681 0 0,0-1-1 0 0,0-1 1 0 0,0 1 0 0 0,0-2-1 0 0,-1 1 1 0 0,1-2 0 0 0,-1 1-1 0 0,13-7 1 0 0,-4 0-1806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27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62 800 0 0,'0'0'487'0'0,"0"-10"5084"0"0,0-10-2686 0 0,0 18-2314 0 0,-1-18 2497 0 0,1 20-3025 0 0,0 0-1 0 0,0-1 0 0 0,0 1 1 0 0,0 0-1 0 0,0-1 1 0 0,0 1-1 0 0,0 0 1 0 0,0-1-1 0 0,0 1 0 0 0,0 0 1 0 0,0-1-1 0 0,0 1 1 0 0,0 0-1 0 0,0-1 0 0 0,0 1 1 0 0,0 0-1 0 0,-1 0 1 0 0,1-1-1 0 0,0 1 0 0 0,0 0 1 0 0,0-1-1 0 0,-1 1 1 0 0,1 0-1 0 0,0 0 0 0 0,0-1 1 0 0,0 1-1 0 0,-1 0 1 0 0,1 0-1 0 0,0 0 0 0 0,-1-1 1 0 0,1 1-1 0 0,0 0 1 0 0,0 0-1 0 0,-1 0 0 0 0,1 0 1 0 0,0 0-1 0 0,-1 0 1 0 0,1 0-1 0 0,0-1 0 0 0,-1 1 1 0 0,1 0-1 0 0,0 0 1 0 0,-1 0-1 0 0,1 0 0 0 0,0 0 1 0 0,-1 1-1 0 0,-1 1 35 0 0,1 1 1 0 0,0 0-1 0 0,0 0 0 0 0,0 0 0 0 0,0 0 0 0 0,0 0 0 0 0,0 0 0 0 0,1 0 1 0 0,0 0-1 0 0,0 0 0 0 0,-1 0 0 0 0,2 4 0 0 0,-2-1 37 0 0,-2 95-289 0 0,18 191 0 0 0,-14-272-1428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28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16 569 6401 0 0,'0'0'11'0'0,"-16"6"6269"0"0,25-19-3329 0 0,23-37-3056 0 0,113-106 184 0 0,-4 4 51 0 0,-92 97-59 0 0,-32 38-43 0 0,-2 0 1 0 0,0-1-1 0 0,-1-1 1 0 0,16-29 0 0 0,-28 45 11 0 0,-1 0 1 0 0,1 0 0 0 0,0 0 0 0 0,0 1-1 0 0,1-1 1 0 0,3-3 0 0 0,-6 5-27 0 0,1 0 1 0 0,0 1 0 0 0,-1-1 0 0 0,1 1-1 0 0,0-1 1 0 0,-1 1 0 0 0,1-1 0 0 0,0 1-1 0 0,0 0 1 0 0,0-1 0 0 0,-1 1 0 0 0,1 0 0 0 0,0 0-1 0 0,0-1 1 0 0,0 1 0 0 0,0 0 0 0 0,0 0-1 0 0,0 0 1 0 0,-1 0 0 0 0,1 0 0 0 0,0 0-1 0 0,0 0 1 0 0,0 1 0 0 0,0-1 0 0 0,0 0-1 0 0,-1 0 1 0 0,1 1 0 0 0,0-1 0 0 0,0 0 0 0 0,0 1-1 0 0,-1-1 1 0 0,1 1 0 0 0,1 0 0 0 0,-1 0-3 0 0,0 0 0 0 0,-1 0 1 0 0,1 1-1 0 0,0-1 1 0 0,0 0-1 0 0,-1 0 1 0 0,1 1-1 0 0,-1-1 1 0 0,1 0-1 0 0,-1 1 1 0 0,1-1-1 0 0,-1 1 0 0 0,0-1 1 0 0,0 0-1 0 0,0 3 1 0 0,1 3 17 0 0,8 23-46 0 0,1 0 1 0 0,1-1-1 0 0,1 0 1 0 0,2 0-1 0 0,0-1 1 0 0,2-1-1 0 0,2-1 0 0 0,33 41 1 0 0,-39-54-2371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30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29 680 0 0,'0'0'7275'0'0,"-24"0"-3314"0"0,-7 3-1460 0 0,-31-2 0 0 0,61-1-2431 0 0,15 0-14 0 0,516-26 692 0 0,-286 22-579 0 0,607 7 99 0 0,-554-7-54 0 0,-292 3-210 0 0,157 0 716 0 0,-85 2-486 0 0,-76-1-167 0 0,-2 1-68 0 0,1 0 4 0 0,0 0-1 0 0,0-1 0 0 0,0 1 0 0 0,0-1 0 0 0,-1 1 0 0 0,1 0 0 0 0,0-1 0 0 0,0 1 0 0 0,0 0 1 0 0,0-1-1 0 0,1 1 0 0 0,-1 0 0 0 0,0-1 0 0 0,0 1 0 0 0,0-1 0 0 0,0 1 0 0 0,1 0 0 0 0,-1-1 1 0 0,0 1-1 0 0,0-1 0 0 0,1 1 0 0 0,-1 0 0 0 0,0-1 0 0 0,1 1 0 0 0,-1-1 0 0 0,1 0 0 0 0,-1 1 1 0 0,1-1-1 0 0,-1 1 0 0 0,1-1 0 0 0,-1 0 0 0 0,1 1 0 0 0,-1-1 0 0 0,1 0 0 0 0,0 1 0 0 0,0-1 1 0 0,-1 0 21 0 0,0 2-6 0 0,0-2 160 0 0,0 8-2430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31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22 534 2777 0 0,'-7'-43'3509'0'0,"1"11"-2543"0"0,-3-138 1679 0 0,11 89-823 0 0,15-96-1 0 0,-16 170-1594 0 0,3-17 703 0 0,-3 43-808 0 0,13 298-69 0 0,0-38-100 0 0,1 42 232 0 0,-6-179 166 0 0,-9-141-348 0 0,2 28 165 0 0,-1 1 0 0 0,-1-1 0 0 0,-8 49-1 0 0,8-76-217 0 0,0-1-75 0 0,0 1 0 0 0,-1-1 1 0 0,1 0-1 0 0,0 0 1 0 0,-1 0-1 0 0,1 0 0 0 0,-1 1 1 0 0,1-1-1 0 0,-1 0 1 0 0,1 0-1 0 0,-1 0 1 0 0,0 0-1 0 0,-1 2 0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32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 9226 0 0,'0'0'597'0'0,"-26"3"5382"0"0,26-2-5934 0 0,1 0 0 0 0,-1-1 0 0 0,1 1 1 0 0,-1 0-1 0 0,1 0 0 0 0,-1-1 0 0 0,1 1 0 0 0,0 0 0 0 0,-1-1 0 0 0,1 1 0 0 0,0 0 1 0 0,-1-1-1 0 0,1 1 0 0 0,0-1 0 0 0,0 1 0 0 0,-1-1 0 0 0,1 0 0 0 0,0 1 1 0 0,0-1-1 0 0,0 0 0 0 0,0 1 0 0 0,0-1 0 0 0,-1 0 0 0 0,1 0 0 0 0,0 0 0 0 0,0 0 1 0 0,2 0-1 0 0,4 2 10 0 0,18 9 50 0 0,-1 1 1 0 0,34 22-1 0 0,25 14-4 0 0,-36-27-46 0 0,102 51 189 0 0,-81-39-153 0 0,-30-15-3 0 0,40 26 1 0 0,-70-40-73 0 0,-3-1 18 0 0,1 0 0 0 0,-1 0 0 0 0,0 1 0 0 0,0-1 0 0 0,-1 1 0 0 0,1 0 0 0 0,-1 1 0 0 0,0-1 0 0 0,0 1 0 0 0,0-1 0 0 0,-1 1 0 0 0,1 0 0 0 0,-1 1 0 0 0,3 6 0 0 0,2 1-743 0 0,-3-8-2308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32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14 7698 0 0,'-31'-13'5463'0'0,"33"14"-5410"0"0,0 0-1 0 0,0 0 0 0 0,0 1 1 0 0,0-1-1 0 0,0 0 0 0 0,-1 1 0 0 0,1 0 1 0 0,-1-1-1 0 0,1 1 0 0 0,-1 0 0 0 0,0 0 1 0 0,1 0-1 0 0,-1 0 0 0 0,0 0 0 0 0,0 0 1 0 0,1 3-1 0 0,0-1 16 0 0,-1 0-1 0 0,1 1 1 0 0,0-1 0 0 0,-1 0 0 0 0,0 1-1 0 0,0-1 1 0 0,0 1 0 0 0,-1-1-1 0 0,1 9 1 0 0,-2-9-45 0 0,0-1 0 0 0,1 1 0 0 0,-1-1 0 0 0,0 1 0 0 0,-1-1 0 0 0,1 1 0 0 0,-1-1 0 0 0,1 0 0 0 0,-1 0 0 0 0,0 0 0 0 0,0 0 0 0 0,-1 0 0 0 0,1 0 0 0 0,0 0 0 0 0,-1-1 0 0 0,0 1 0 0 0,-5 3 0 0 0,-2 0 5 0 0,0-1 0 0 0,-1 0 0 0 0,0 0 0 0 0,-13 4 1 0 0,14-7-27 0 0,0 2 1 0 0,1 0 0 0 0,-1 0-1 0 0,1 0 1 0 0,0 1 0 0 0,1 1 0 0 0,-10 6-1 0 0,-7 15-178 0 0,12-5-4554 0 0,11-17 2079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33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98 5625 0 0,'0'0'454'0'0,"-10"-15"2950"0"0,-3-6-1787 0 0,8 14-723 0 0,0 0-1 0 0,1-1 0 0 0,-7-14 1 0 0,4 4 160 0 0,5 26-333 0 0,6 35-166 0 0,-3-33-615 0 0,17 335 814 0 0,-18-196-6340 0 0,0-138 2716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33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81 10250 0 0,'0'0'1175'0'0,"9"0"1214"0"0,33-3-1907 0 0,0-1 0 0 0,-1-3 0 0 0,73-21 1 0 0,56-9-473 0 0,-137 35-4937 0 0,-29 2 2055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33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8562 0 0,'2'0'5444'0'0,"14"0"-4435"0"0,161-8-555 0 0,-171 8-2144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34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28 372 1216 0 0,'0'0'1194'0'0,"-9"5"5003"0"0,-9 6-1792 0 0,36-18-1577 0 0,54-15-2162 0 0,-57 17-591 0 0,0-1 0 0 0,0-1 0 0 0,-1 0 0 0 0,19-14 0 0 0,2 0 85 0 0,148-95 451 0 0,21-12-283 0 0,-157 91 52 0 0,-39 35-259 0 0,-2 0-580 0 0,-5-4-4115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37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338 946 1600 0 0,'-2'-10'1950'0'0,"-4"-34"-905"0"0,1 0 1 0 0,2-58-1 0 0,12-90 276 0 0,0-9-21 0 0,-9 194-1243 0 0,1-23 594 0 0,-1-1 0 0 0,-2 1 0 0 0,-1 0 0 0 0,-1 1 0 0 0,-14-52-1 0 0,15 70-381 0 0,-1-1-1 0 0,-1 0 1 0 0,0 1-1 0 0,0 0 0 0 0,-1 0 1 0 0,-1 1-1 0 0,0 0 0 0 0,-12-15 1 0 0,19 25-271 0 0,0 0 0 0 0,0 0 0 0 0,0 0 0 0 0,0 0 0 0 0,0 0 0 0 0,-1 0 0 0 0,1-1 0 0 0,0 1 0 0 0,0 0 1 0 0,0 0-1 0 0,0 0 0 0 0,0 0 0 0 0,0 0 0 0 0,-1 0 0 0 0,1 0 0 0 0,0 0 0 0 0,0 0 0 0 0,0 0 0 0 0,0 0 0 0 0,0 0 0 0 0,0 0 0 0 0,-1 0 1 0 0,1 0-1 0 0,0 0 0 0 0,0 0 0 0 0,0 0 0 0 0,0 0 0 0 0,-1 0 0 0 0,1 0 0 0 0,0 0 0 0 0,0 0 0 0 0,0 0 0 0 0,0 0 0 0 0,0 0 1 0 0,-1 0-1 0 0,1 0 0 0 0,0 0 0 0 0,0 0 0 0 0,0 0 0 0 0,0 0 0 0 0,0 0 0 0 0,0 0 0 0 0,0 1 0 0 0,-1-1 0 0 0,-2 9-7 0 0,2 14 51 0 0,1-22-44 0 0,2 19 8 0 0,0-1 1 0 0,1 0 0 0 0,0 0 0 0 0,10 26-1 0 0,5 25-31 0 0,-6-8 28 0 0,27 189 52 0 0,-31 9 356 0 0,-8-258-404 0 0,0 0 1 0 0,-1 0-1 0 0,1 0 1 0 0,0-1-1 0 0,-1 1 0 0 0,0 0 1 0 0,1-1-1 0 0,-1 1 0 0 0,0 0 1 0 0,0-1-1 0 0,0 1 1 0 0,0-1-1 0 0,0 1 0 0 0,-1-1 1 0 0,1 0-1 0 0,0 1 0 0 0,-1-1 1 0 0,1 0-1 0 0,0 0 0 0 0,-1 0 1 0 0,-2 1-1 0 0,-40 19 61 0 0,30-16 28 0 0,-3 1 31 0 0,0 0 0 0 0,-25 4 0 0 0,29-8-29 0 0,0 1-1 0 0,0 0 1 0 0,0 1-1 0 0,0 1 1 0 0,1 0-1 0 0,-14 8 1 0 0,6-2 23 0 0,13-8-71 0 0,1 1 1 0 0,-1 0 0 0 0,-9 7-1 0 0,14-10-55 0 0,1 1 0 0 0,-1-1 0 0 0,1 1 0 0 0,0-1-1 0 0,-1 1 1 0 0,1 0 0 0 0,0-1 0 0 0,0 1 0 0 0,0 0 0 0 0,0 0-1 0 0,1 0 1 0 0,-1 0 0 0 0,0 0 0 0 0,1-1 0 0 0,-1 1 0 0 0,1 0-1 0 0,0 0 1 0 0,0 3 0 0 0,1-3 6 0 0,0 0 0 0 0,0-1 0 0 0,0 1 0 0 0,0-1 0 0 0,1 1 0 0 0,-1-1 0 0 0,1 1 0 0 0,-1-1 0 0 0,1 0 0 0 0,0 0 0 0 0,-1 0 0 0 0,1 0 0 0 0,0 0 1 0 0,0 0-1 0 0,0 0 0 0 0,3 0 0 0 0,-2 1 1 0 0,15 4 3 0 0,0-1 0 0 0,1 0 0 0 0,-1-1 1 0 0,1-1-1 0 0,-1-1 0 0 0,31 0 0 0 0,27 4 55 0 0,-52-4-36 0 0,0 2 1 0 0,0 1-1 0 0,0 1 0 0 0,-1 1 0 0 0,32 14 1 0 0,-53-20-6 0 0,0 0 1 0 0,-1 0 0 0 0,0 0-1 0 0,1 1 1 0 0,-1-1 0 0 0,0 1-1 0 0,1-1 1 0 0,-1 1 0 0 0,0-1-1 0 0,0 1 1 0 0,0 0 0 0 0,-1-1 0 0 0,1 1-1 0 0,0 0 1 0 0,0 0 0 0 0,-1 0-1 0 0,0 0 1 0 0,1-1 0 0 0,-1 1-1 0 0,0 0 1 0 0,0 0 0 0 0,0 0 0 0 0,0 3-1 0 0,0-1-7 0 0,0-1 0 0 0,-1 0 0 0 0,1 0 0 0 0,-1 0 0 0 0,1 0 0 0 0,-1 1 0 0 0,0-1 0 0 0,-1 0 0 0 0,1-1 0 0 0,0 1 0 0 0,-1 0 0 0 0,1 0 0 0 0,-1 0 0 0 0,-2 2 0 0 0,-4 1-3 0 0,0 0 1 0 0,-1-1-1 0 0,1 0 1 0 0,-1 0 0 0 0,0-1-1 0 0,0 0 1 0 0,-10 3-1 0 0,-11 5 20 0 0,-219 101 223 0 0,173-67-204 0 0,74-44-58 0 0,0-1 0 0 0,1 1 0 0 0,-1 0 0 0 0,1-1 0 0 0,-1 1 1 0 0,1 0-1 0 0,0 0 0 0 0,0 0 0 0 0,0 0 0 0 0,0 0 0 0 0,-1 3 0 0 0,1-4 5 0 0,1 0-1 0 0,0 0 1 0 0,-1 0-1 0 0,1 0 1 0 0,0 0-1 0 0,-1 0 1 0 0,1 0-1 0 0,0 0 1 0 0,0 0-1 0 0,0 0 1 0 0,0 0-1 0 0,0 0 1 0 0,0 0-1 0 0,0 0 1 0 0,1 0-1 0 0,-1 0 1 0 0,0 0-1 0 0,0 0 1 0 0,1 0-1 0 0,-1 0 1 0 0,0 0-1 0 0,1 0 1 0 0,-1-1-1 0 0,1 1 1 0 0,0 0-1 0 0,-1 0 1 0 0,1 0-1 0 0,0-1 1 0 0,0 2-1 0 0,6 2 16 0 0,0-1 0 0 0,1 0 0 0 0,-1 0 0 0 0,0-1 0 0 0,1 0 0 0 0,0 0 0 0 0,-1 0 0 0 0,1-1 0 0 0,0 0 0 0 0,0-1 0 0 0,13-1 0 0 0,13-1 85 0 0,49-12 1 0 0,-23 4-24 0 0,-25 7 0 0 0,37 1 1 0 0,-65 2-36 0 0,-6 0-27 0 0,-1 1-1 0 0,1-1 0 0 0,0 0 0 0 0,0 1 0 0 0,0-1 0 0 0,-1 1 0 0 0,1-1 0 0 0,0 1 0 0 0,-1-1 0 0 0,1 1 0 0 0,0 0 0 0 0,-1-1 0 0 0,1 1 0 0 0,-1 0 0 0 0,1-1 1 0 0,-1 1-1 0 0,1 0 0 0 0,-1 0 0 0 0,1 0 0 0 0,-1-1 0 0 0,0 1 0 0 0,0 0 0 0 0,1 0 0 0 0,-1 0 0 0 0,0 0 0 0 0,0 0 0 0 0,0 0 0 0 0,0 1 0 0 0,2 26 79 0 0,-3-23-75 0 0,0 0-1 0 0,0 0 0 0 0,0 0 1 0 0,-1 0-1 0 0,1 0 0 0 0,-1 0 1 0 0,0 0-1 0 0,-1-1 0 0 0,1 1 1 0 0,-1-1-1 0 0,0 1 0 0 0,0-1 1 0 0,0 0-1 0 0,-7 6 0 0 0,-2 1 0 0 0,-2 0 1 0 0,1-2-1 0 0,-19 11 0 0 0,16-10-10 0 0,1 0 0 0 0,-20 16 0 0 0,26-19 9 0 0,8-6-18 0 0,-1 0 0 0 0,1-1 0 0 0,0 1 0 0 0,0 0 0 0 0,-1 0 0 0 0,1 0 0 0 0,0 0-1 0 0,0 0 1 0 0,0 0 0 0 0,0 0 0 0 0,0 0 0 0 0,0 0 0 0 0,1 1 0 0 0,-1-1-1 0 0,0 0 1 0 0,1 0 0 0 0,-1 1 0 0 0,0-1 0 0 0,1 1 0 0 0,0-1 0 0 0,-1 0 0 0 0,1 1-1 0 0,0-1 1 0 0,0 1 0 0 0,0-1 0 0 0,0 3 0 0 0,2-3-1 0 0,0 0 0 0 0,1 0 0 0 0,-1 0 0 0 0,0 0 1 0 0,1 0-1 0 0,0-1 0 0 0,-1 1 0 0 0,1-1 0 0 0,-1 1 0 0 0,1-1 0 0 0,0 0 1 0 0,4 0-1 0 0,-1 0-1 0 0,10 1-9 0 0,-8-1 19 0 0,-1 1-1 0 0,0-1 0 0 0,0 2 1 0 0,13 3-1 0 0,-18-5-1 0 0,0 1 1 0 0,-1 0-1 0 0,1-1 1 0 0,-1 1-1 0 0,1 0 1 0 0,-1 0-1 0 0,1 0 0 0 0,-1 0 1 0 0,1 1-1 0 0,-1-1 1 0 0,0 0-1 0 0,0 1 0 0 0,0-1 1 0 0,0 0-1 0 0,0 1 1 0 0,0-1-1 0 0,0 1 1 0 0,0 0-1 0 0,-1-1 0 0 0,1 1 1 0 0,0 0-1 0 0,-1-1 1 0 0,0 1-1 0 0,1 3 1 0 0,1 2 5 0 0,0 0 0 0 0,0 1-1 0 0,0-1 1 0 0,1 0 0 0 0,5 10 0 0 0,10 27 22 0 0,-10-3-31 0 0,-1 1 0 0 0,1 64 0 0 0,-1-9-3 0 0,15 258 143 0 0,-19-118 44 0 0,-1-210-79 0 0,1 1-1 0 0,1-1 1 0 0,1 0 0 0 0,11 31-1 0 0,-6-24 35 0 0,8 63 0 0 0,-18-76-276 0 0,2 12 465 0 0,-1-32-843 0 0,-1 1 1 0 0,1-1 0 0 0,-1 1 0 0 0,1-1-1 0 0,-1 1 1 0 0,1-1 0 0 0,0 0 0 0 0,0 1-1 0 0,0-1 1 0 0,2 2 0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37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50 10034 0 0,'-15'-10'3053'0'0,"15"10"-3012"0"0,-1 0 0 0 0,1 0 0 0 0,0 0 0 0 0,-1 0 0 0 0,1 0 0 0 0,-1 0 0 0 0,1 0 0 0 0,-1 0 0 0 0,1 0 0 0 0,-1 0 0 0 0,1 0 0 0 0,0 1 0 0 0,-1-1 1 0 0,1 0-1 0 0,-1 0 0 0 0,1 0 0 0 0,0 0 0 0 0,-1 1 0 0 0,1-1 0 0 0,-1 0 0 0 0,1 0 0 0 0,-1 1 0 0 0,-1 2-73 0 0,1-1 1 0 0,-1 1-1 0 0,1-1 1 0 0,0 1 0 0 0,-1 0-1 0 0,1 0 1 0 0,0 0-1 0 0,0 3 1 0 0,-2 1 235 0 0,-5 21-123 0 0,1 0 1 0 0,-6 57-1 0 0,4 60 672 0 0,5-64-79 0 0,-1-20-221 0 0,-1 43 263 0 0,4-91-486 0 0,2-13-226 0 0,-1 0 0 0 0,1 0 0 0 0,0 0 0 0 0,0 0 0 0 0,0 0 0 0 0,0 1 0 0 0,0-1 0 0 0,0 0 0 0 0,-1 0 0 0 0,1 0 0 0 0,0 0 0 0 0,0 0 0 0 0,0 0 0 0 0,0 0 0 0 0,-1 0 0 0 0,1 0 0 0 0,0 0 0 0 0,0 0 0 0 0,0 0 0 0 0,0 0 0 0 0,-1 0 0 0 0,1 0 0 0 0,0 0 0 0 0,0 0 0 0 0,0 0 0 0 0,0 0 0 0 0,-1 0 0 0 0,1 0 0 0 0,0 0 0 0 0,0 0 0 0 0,0 0 0 0 0,0 0 0 0 0,0 0 0 0 0,-1 0 0 0 0,1-1 0 0 0,0 1 0 0 0,0 0 0 0 0,0 0 0 0 0,-2-1 1 0 0,1-1 0 0 0,-1 0 0 0 0,1 1 0 0 0,0-1 0 0 0,0 0 0 0 0,0 0 0 0 0,0 0 0 0 0,0 0 0 0 0,-1-2 0 0 0,-5-16-11 0 0,2 0 1 0 0,0-1-1 0 0,1 1 1 0 0,2-1 0 0 0,0 0-1 0 0,1-29 1 0 0,2 20-12 0 0,1 0 1 0 0,2 0-1 0 0,14-56 1 0 0,13 7-36 0 0,-28 74 49 0 0,-1 0 1 0 0,1 0 0 0 0,-1 0 0 0 0,1 0-1 0 0,1 0 1 0 0,-1 1 0 0 0,1 0 0 0 0,-1-1-1 0 0,1 1 1 0 0,0 0 0 0 0,6-3 0 0 0,10-9 88 0 0,27-13 1 0 0,-32 19-27 0 0,-3 4 9 0 0,0 0 1 0 0,19-7-1 0 0,-19 8-21 0 0,1 0 0 0 0,16-10 0 0 0,-27 14-37 0 0,0-1-1 0 0,0 1 1 0 0,0 0-1 0 0,1 0 1 0 0,-1 0-1 0 0,0 0 0 0 0,1 0 1 0 0,-1 1-1 0 0,0-1 1 0 0,1 1-1 0 0,-1-1 1 0 0,1 1-1 0 0,-1 0 0 0 0,4 0 1 0 0,-4 0 1 0 0,-1 1 1 0 0,0-1-1 0 0,0 1 0 0 0,0-1 1 0 0,0 1-1 0 0,0 0 0 0 0,0-1 1 0 0,0 1-1 0 0,0 0 0 0 0,0 0 1 0 0,0 0-1 0 0,0-1 1 0 0,0 1-1 0 0,0 0 0 0 0,-1 0 1 0 0,1 0-1 0 0,0 0 0 0 0,-1 1 1 0 0,1-1-1 0 0,-1 0 0 0 0,1 0 1 0 0,-1 0-1 0 0,0 0 0 0 0,1 1 1 0 0,-1-1-1 0 0,0 0 1 0 0,0 0-1 0 0,0 3 0 0 0,0 2 1 0 0,0-1 1 0 0,0 1-1 0 0,-1 0 0 0 0,0 0 0 0 0,0-1 0 0 0,0 1 0 0 0,-1 0 1 0 0,0-1-1 0 0,0 0 0 0 0,0 1 0 0 0,-5 6 0 0 0,-2 10 21 0 0,5-14-24 0 0,0 0 0 0 0,-1 0-1 0 0,0-1 1 0 0,0 0 0 0 0,0 0 0 0 0,-11 10-1 0 0,-44 38 68 0 0,17-17-44 0 0,10-9-21 0 0,-20 23-36 0 0,47-44-6 0 0,1 1 1 0 0,0 0 0 0 0,-7 16-1 0 0,11-25 31 0 0,1 1 0 0 0,-1 0 0 0 0,1 0 0 0 0,-1 0-1 0 0,1 0 1 0 0,-1 0 0 0 0,1 0 0 0 0,0 0 0 0 0,-1 0 0 0 0,1 0-1 0 0,0 0 1 0 0,0 0 0 0 0,0 0 0 0 0,-1 0 0 0 0,1 0 0 0 0,0 0-1 0 0,1 0 1 0 0,-1 0 0 0 0,0 0 0 0 0,0 0 0 0 0,0 0-1 0 0,1 0 1 0 0,-1 0 0 0 0,0 0 0 0 0,1 0 0 0 0,-1 0 0 0 0,1 0-1 0 0,-1 0 1 0 0,1 0 0 0 0,-1 0 0 0 0,2 1 0 0 0,1-1 29 0 0,0 0 0 0 0,0 0 0 0 0,-1 0 0 0 0,1 0 0 0 0,0 0 0 0 0,0-1 0 0 0,0 1 0 0 0,0-1 0 0 0,3 0 0 0 0,25 5 167 0 0,0 8 24 0 0,-15-6-99 0 0,0 0 0 0 0,1-2 0 0 0,17 5 0 0 0,31-3 116 0 0,-49-6-213 0 0,0 1 0 0 0,0 0 0 0 0,0 1-1 0 0,28 9 1 0 0,-35-8-2072 0 0,0 3-4892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38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22 10242 0 0,'-7'-1'451'0'0,"0"0"0"0"0,0 0-1 0 0,0-1 1 0 0,-13-4 0 0 0,13 4-168 0 0,-1-1-1 0 0,0 1 1 0 0,-12-1 0 0 0,10 2-113 0 0,0 1 0 0 0,0 0 0 0 0,0 1 0 0 0,0 0 0 0 0,-12 3 0 0 0,19-3-121 0 0,0 0 0 0 0,-1 0 0 0 0,1 0 0 0 0,0 0 0 0 0,0 1 0 0 0,-1 0 0 0 0,1-1 0 0 0,0 1 1 0 0,1 0-1 0 0,-1 0 0 0 0,0 1 0 0 0,1-1 0 0 0,-1 0 0 0 0,1 1 0 0 0,-1 0 0 0 0,1-1 0 0 0,-3 7 0 0 0,-6 12 219 0 0,1 0 1 0 0,2 0-1 0 0,0 1 0 0 0,-10 45 1 0 0,17-60-227 0 0,-1 1 1 0 0,-1-1 0 0 0,1 1 0 0 0,-6 8 0 0 0,6-10 13 0 0,-1-1 0 0 0,1 1 0 0 0,0 0-1 0 0,0 0 1 0 0,0 1 0 0 0,1-1 0 0 0,0 0 0 0 0,0 8 0 0 0,0-11-30 0 0,1 0 1 0 0,0-1-1 0 0,0 1 1 0 0,0-1-1 0 0,1 1 0 0 0,-1-1 1 0 0,1 1-1 0 0,-1-1 1 0 0,1 1-1 0 0,0-1 0 0 0,0 1 1 0 0,0-1-1 0 0,0 0 1 0 0,0 0-1 0 0,1 1 0 0 0,-1-1 1 0 0,3 3-1 0 0,-2-4-11 0 0,1 1 0 0 0,0 0-1 0 0,0-1 1 0 0,0 1 0 0 0,0-1 0 0 0,0 0-1 0 0,0 0 1 0 0,0 0 0 0 0,1-1 0 0 0,-1 1-1 0 0,0-1 1 0 0,6 1 0 0 0,-4-1 0 0 0,-1 1 0 0 0,1 1-1 0 0,-1-1 1 0 0,1 0 0 0 0,-1 1 0 0 0,0 0 0 0 0,5 3 0 0 0,26 9-1090 0 0,-29-13 507 0 0,1 0 1 0 0,-1 0 0 0 0,1 0-1 0 0,11-2 1 0 0,5-1-1893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38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44 11546 0 0,'-3'-15'2597'0'0,"4"13"-2533"0"0,1 0 0 0 0,-1 0 0 0 0,1-1 0 0 0,0 1 0 0 0,0 1 0 0 0,0-1 0 0 0,0 0 0 0 0,0 0 0 0 0,1 1 0 0 0,-1 0 0 0 0,0-1-1 0 0,1 1 1 0 0,-1 0 0 0 0,1 0 0 0 0,-1 0 0 0 0,1 0 0 0 0,-1 1 0 0 0,1-1 0 0 0,0 1 0 0 0,-1-1 0 0 0,6 1 0 0 0,-8 0-59 0 0,1 0 0 0 0,-1 1-1 0 0,1-1 1 0 0,-1 0 0 0 0,1 0 0 0 0,-1 0-1 0 0,1 1 1 0 0,-1-1 0 0 0,0 0 0 0 0,1 1-1 0 0,-1-1 1 0 0,1 0 0 0 0,-1 1 0 0 0,0-1 0 0 0,0 1-1 0 0,1-1 1 0 0,-1 0 0 0 0,0 1 0 0 0,0-1-1 0 0,1 1 1 0 0,-1-1 0 0 0,0 1 0 0 0,2 3 12 0 0,2 4 26 0 0,0 0-1 0 0,-1 1 1 0 0,0-1 0 0 0,0 1 0 0 0,-1 0 0 0 0,0 0 0 0 0,-1 0 0 0 0,0 0 0 0 0,0 0-1 0 0,-1 0 1 0 0,0 0 0 0 0,0 1 0 0 0,-1-1 0 0 0,-4 16 0 0 0,-4 8 411 0 0,-1 0 0 0 0,-24 52-1 0 0,14-38 5 0 0,20-46-415 0 0,-1 0 1 0 0,1 0 0 0 0,-1 0-1 0 0,1 0 1 0 0,0 0 0 0 0,-1 0-1 0 0,1 0 1 0 0,0 0 0 0 0,0 0-1 0 0,0 0 1 0 0,0 1 0 0 0,0-1-1 0 0,0 0 1 0 0,0 0 0 0 0,0 0-1 0 0,0 0 1 0 0,1 0 0 0 0,-1 0-1 0 0,0 0 1 0 0,1 0 0 0 0,-1 0-1 0 0,1 0 1 0 0,-1 0 0 0 0,1 0-1 0 0,-1 0 1 0 0,1 0 0 0 0,0 0-1 0 0,0 1 1 0 0,1-1-9 0 0,1 1 0 0 0,-1-1 1 0 0,0 0-1 0 0,1 0 0 0 0,-1 0 0 0 0,0 0 1 0 0,1 0-1 0 0,-1 0 0 0 0,1-1 0 0 0,-1 1 1 0 0,6 0-1 0 0,5-1 21 0 0,1 0 0 0 0,-1-1 0 0 0,25-4 0 0 0,-2-3 112 0 0,41-16-1 0 0,-72 23-159 0 0,5-4-3151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40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142 120 1856 0 0,'0'0'368'0'0,"-22"-1"3436"0"0,-57-1 2214 0 0,39 4-1095 0 0,149 7-4718 0 0,1-4-1 0 0,0-5 1 0 0,169-23 0 0 0,-125 5 1 0 0,175 1 0 0 0,-249 17-173 0 0,171-3 120 0 0,-174-1-102 0 0,95-18 0 0 0,-150 18-64 0 0,71-13 89 0 0,105-7 0 0 0,-35 24 120 0 0,-154 1-176 0 0,0 0 1 0 0,0 1 0 0 0,15 4 0 0 0,-7-1 50 0 0,-7-2 93 0 0,-1 1-408 0 0,-1-4-3458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41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95 239 4705 0 0,'-2'-38'3645'0'0,"-12"-71"1"0"0,11 99-3046 0 0,0-1 1 0 0,-1 0-1 0 0,0 1 1 0 0,-1 0-1 0 0,0 0 1 0 0,-10-15-1 0 0,15 25-598 0 0,0 0-1 0 0,0 0 0 0 0,0-1 0 0 0,0 1 0 0 0,0 0 0 0 0,0 0 1 0 0,0-1-1 0 0,-1 1 0 0 0,1 0 0 0 0,0 0 0 0 0,0-1 0 0 0,0 1 0 0 0,-1 0 1 0 0,1 0-1 0 0,0 0 0 0 0,0 0 0 0 0,0 0 0 0 0,-1-1 0 0 0,1 1 0 0 0,0 0 1 0 0,0 0-1 0 0,-1 0 0 0 0,1 0 0 0 0,0 0 0 0 0,0 0 0 0 0,-1 0 1 0 0,1 0-1 0 0,0 0 0 0 0,-1 0 0 0 0,1 0 0 0 0,0 0 0 0 0,-1 0 0 0 0,-3 8 57 0 0,1 16-16 0 0,3-23-58 0 0,-3 97 36 0 0,10 101 0 0 0,-1-103 40 0 0,-8 120 0 0 0,-32 462 588 0 0,34-674-612 0 0,1 0-1 0 0,-1-1 1 0 0,1 1 0 0 0,0 0-1 0 0,0 0 1 0 0,0 0 0 0 0,0-1-1 0 0,1 1 1 0 0,0 0-1 0 0,0-1 1 0 0,3 6 0 0 0,5 9-431 0 0,-9-17 206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41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6361 0 0,'0'0'286'0'0,"1"-31"7263"0"0,-1 31-7478 0 0,1-1 1 0 0,0 1-1 0 0,-1-1 0 0 0,1 1 0 0 0,0 0 0 0 0,0-1 0 0 0,-1 1 0 0 0,1 0 0 0 0,0-1 0 0 0,0 1 1 0 0,-1 0-1 0 0,1 0 0 0 0,0 0 0 0 0,0 0 0 0 0,0 0 0 0 0,0 0 0 0 0,-1 0 0 0 0,1 0 0 0 0,1 0 1 0 0,19 3 200 0 0,-20-3-209 0 0,17 3 86 0 0,0 2 1 0 0,-1 0-1 0 0,0 1 0 0 0,28 13 1 0 0,63 42 78 0 0,-19-11-101 0 0,-22-19 233 0 0,80 25 1 0 0,4 1 411 0 0,-145-55-895 0 0,7 4 601 0 0,-9 0-3188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42.0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21 10234 0 0,'-13'-15'2733'0'0,"9"10"-1959"0"0,11 15-437 0 0,2 2-161 0 0,-1 1 0 0 0,0 0 0 0 0,-1 0 0 0 0,-1 1 1 0 0,0 0-1 0 0,0 0 0 0 0,4 21 0 0 0,-9-30-129 0 0,0 0-1 0 0,0-1 0 0 0,0 1 1 0 0,-1 0-1 0 0,0 0 0 0 0,0-1 0 0 0,0 1 1 0 0,0 0-1 0 0,-1-1 0 0 0,0 1 1 0 0,0 0-1 0 0,0-1 0 0 0,0 1 0 0 0,-1-1 1 0 0,0 1-1 0 0,0-1 0 0 0,0 0 1 0 0,0 0-1 0 0,-1 0 0 0 0,0 0 1 0 0,1 0-1 0 0,-1 0 0 0 0,-1-1 0 0 0,1 1 1 0 0,0-1-1 0 0,-1 0 0 0 0,-7 5 1 0 0,-40 17 30 0 0,38-19-223 0 0,0 0 1 0 0,1 1 0 0 0,-23 16-1 0 0,31-16-3016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43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72 3457 0 0,'0'0'196'0'0,"-16"-6"6108"0"0,13 4-5770 0 0,-7-8 132 0 0,10 9-606 0 0,-1 1-1 0 0,1 0 1 0 0,0 0-1 0 0,0-1 1 0 0,-1 1-1 0 0,1 0 1 0 0,0 0 0 0 0,0-1-1 0 0,0 1 1 0 0,0 0-1 0 0,-1-1 1 0 0,1 1-1 0 0,0 0 1 0 0,0-1-1 0 0,0 1 1 0 0,0 0 0 0 0,0-1-1 0 0,0 1 1 0 0,0 0-1 0 0,0-1 1 0 0,0 1-1 0 0,0 0 1 0 0,0-1-1 0 0,0 1 1 0 0,0 0-1 0 0,0-1 1 0 0,0 1 0 0 0,0 0-1 0 0,0-1 1 0 0,1 1-1 0 0,-1-1 1 0 0,-7 5 668 0 0,7-4-694 0 0,0 0-1 0 0,-1 0 0 0 0,1 0 0 0 0,0 0 0 0 0,-1 1 0 0 0,1-1 0 0 0,0 0 1 0 0,0 0-1 0 0,-1 0 0 0 0,1 1 0 0 0,0-1 0 0 0,0 0 0 0 0,-1 0 0 0 0,1 1 0 0 0,0-1 1 0 0,0 0-1 0 0,0 0 0 0 0,0 1 0 0 0,-1-1 0 0 0,1 0 0 0 0,0 1 0 0 0,0-1 1 0 0,0 0-1 0 0,0 0 0 0 0,0 1 0 0 0,0-1 0 0 0,0 0 0 0 0,0 1 0 0 0,0-1 0 0 0,0 0 1 0 0,0 1-1 0 0,0-1 0 0 0,0 0 0 0 0,0 1 0 0 0,0-1 0 0 0,0 0 0 0 0,0 1 0 0 0,0-1 1 0 0,0 0-1 0 0,1 1 0 0 0,-2 5 226 0 0,1-5-223 0 0,0-1 0 0 0,0 0 0 0 0,0 0 0 0 0,0 1 0 0 0,0-1 0 0 0,0 0 0 0 0,0 0 0 0 0,0 1 0 0 0,0-1 0 0 0,-1 0 0 0 0,1 0-1 0 0,0 1 1 0 0,0-1 0 0 0,0 0 0 0 0,0 1 0 0 0,1-1 0 0 0,-1 0 0 0 0,0 0 0 0 0,0 1 0 0 0,0-1 0 0 0,0 0 0 0 0,0 0 0 0 0,0 1 0 0 0,0-1 0 0 0,0 0 0 0 0,1 0 0 0 0,-1 0-1 0 0,0 1 1 0 0,0-1 0 0 0,0 0 0 0 0,0 0 0 0 0,1 0 0 0 0,-1 1 0 0 0,0-1 0 0 0,0 0 0 0 0,0 0 0 0 0,1 0 0 0 0,-1 0 0 0 0,0 0 0 0 0,0 1 0 0 0,1-1 0 0 0,-1 0 0 0 0,0 0-1 0 0,0 0 1 0 0,1 0 0 0 0,0 0-62 0 0,-1-34 1375 0 0,-1 31-1342 0 0,1 0 0 0 0,1 0-1 0 0,-1-1 1 0 0,0 1 0 0 0,1 0-1 0 0,0 0 1 0 0,-1 0 0 0 0,4-6-1 0 0,-1 4 532 0 0,-4 8 186 0 0,-1 10-607 0 0,-4 63-56 0 0,6 102 0 0 0,1-75-12 0 0,6 758 0 0 0,-2-648-21 0 0,36 224 0 0 0,-35-392 26 0 0,-2 1 0 0 0,-3-1-1 0 0,-4 60 1 0 0,-1-78-2381 0 0,-11 46 0 0 0,13-66-843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44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43 328 784 0 0,'0'0'923'0'0,"-14"-6"7461"0"0,9 6-7008 0 0,-14 0 857 0 0,15-2-1345 0 0,10-4 174 0 0,376-186 516 0 0,-347 176-1488 0 0,-9 3-27 0 0,1 1 0 0 0,0 1 0 0 0,0 2 0 0 0,54-11 0 0 0,-75 18-16 0 0,0 0 0 0 0,0 0 0 0 0,0 0 0 0 0,0-1 0 0 0,0 0 0 0 0,0 0 0 0 0,-1 0 0 0 0,0-1 0 0 0,0 0 1 0 0,6-5-1 0 0,-11 9-42 0 0,0 0 1 0 0,0-1 0 0 0,0 1 0 0 0,0 0 0 0 0,0 0 0 0 0,0 0 0 0 0,0 0-1 0 0,0 0 1 0 0,0-1 0 0 0,1 1 0 0 0,-1 0 0 0 0,0 0 0 0 0,0 0 0 0 0,0 0 0 0 0,0 0-1 0 0,0 0 1 0 0,0-1 0 0 0,0 1 0 0 0,0 0 0 0 0,1 0 0 0 0,-1 0 0 0 0,0 0-1 0 0,0 0 1 0 0,0 0 0 0 0,0 0 0 0 0,0 0 0 0 0,1 0 0 0 0,-1 0 0 0 0,0 0 0 0 0,0 0-1 0 0,0 0 1 0 0,0 0 0 0 0,0-1 0 0 0,1 1 0 0 0,-1 0 0 0 0,0 1 0 0 0,0-1-1 0 0,0 0 1 0 0,0 0 0 0 0,1 0 0 0 0,-1 0 0 0 0,0 0 0 0 0,0 0 0 0 0,0 0 0 0 0,0 0-1 0 0,0 0 1 0 0,1 0 0 0 0,-1 0 0 0 0,0 0 0 0 0,0 0 0 0 0,0 0 0 0 0,0 1-1 0 0,0-1 1 0 0,0 0 0 0 0,0 0 0 0 0,1 0 0 0 0,-6 10-1459 0 0,3-8 383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46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93 614 3225 0 0,'-2'-29'450'0'0,"-1"-1"0"0"0,-9-37 1 0 0,3 18 553 0 0,-15-86 1994 0 0,-18-133 2494 0 0,41 240-4762 0 0,1 20-498 0 0,1 21-185 0 0,6 42 319 0 0,17 69 0 0 0,-12-68-230 0 0,6 69 0 0 0,-13 255 63 0 0,-5-76-139 0 0,0-140-62 0 0,-2-93 62 0 0,12 125 0 0 0,-8-183-6 0 0,-2-10 3 0 0,0 0 0 0 0,0 0 0 0 0,0 0 0 0 0,1 0-1 0 0,0 0 1 0 0,-1 0 0 0 0,1 0 0 0 0,0 0 0 0 0,1 0-1 0 0,-1 0 1 0 0,0 0 0 0 0,1-1 0 0 0,-1 1 0 0 0,4 3-1 0 0,-1 7 346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46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30 268 7514 0 0,'-7'2'4142'0'0,"-8"4"-2406"0"0,14-6-1660 0 0,1 0 0 0 0,-1 1 0 0 0,1-1 0 0 0,-1 1 0 0 0,1-1 0 0 0,-1 0 0 0 0,1 1 0 0 0,0 0 0 0 0,-1-1 0 0 0,1 1 0 0 0,0-1 0 0 0,-1 1 0 0 0,1-1 0 0 0,0 1 0 0 0,-1 0 0 0 0,1-1 0 0 0,0 1 0 0 0,0-1 0 0 0,0 1-1 0 0,0 0 1 0 0,0-1 0 0 0,0 1 0 0 0,0 1 0 0 0,0-2-46 0 0,0 1-1 0 0,0-1 0 0 0,0 0 0 0 0,1 0 1 0 0,-1 1-1 0 0,0-1 0 0 0,0 0 1 0 0,1 1-1 0 0,-1-1 0 0 0,0 0 0 0 0,1 0 1 0 0,-1 0-1 0 0,0 1 0 0 0,0-1 1 0 0,1 0-1 0 0,-1 0 0 0 0,1 0 0 0 0,-1 0 1 0 0,0 0-1 0 0,1 0 0 0 0,-1 0 0 0 0,0 1 1 0 0,1-1-1 0 0,-1 0 0 0 0,0 0 1 0 0,1 0-1 0 0,-1 0 0 0 0,1-1 0 0 0,-1 1 1 0 0,0 0-1 0 0,1 0 0 0 0,-1 0 1 0 0,0 0-1 0 0,1 0 0 0 0,-1 0 0 0 0,0 0 1 0 0,1-1-1 0 0,-1 1 0 0 0,0 0 0 0 0,1 0 1 0 0,-1-1-1 0 0,0 1 0 0 0,0 0 1 0 0,1-1-1 0 0,6-3 34 0 0,-4 3-46 0 0,0 0 1 0 0,0-1 0 0 0,-1 1 0 0 0,1-1-1 0 0,-1 0 1 0 0,0 1 0 0 0,1-1-1 0 0,-1 0 1 0 0,0-1 0 0 0,0 1 0 0 0,0 0-1 0 0,0-1 1 0 0,0 1 0 0 0,-1-1 0 0 0,1 1-1 0 0,1-6 1 0 0,9-21 39 0 0,-1-1 1 0 0,-2 1-1 0 0,9-49 0 0 0,-17 74-33 0 0,0-1-1 0 0,0 0 1 0 0,0 1-1 0 0,1 0 0 0 0,0-1 1 0 0,0 1-1 0 0,0 0 1 0 0,0 0-1 0 0,1 0 1 0 0,-1 0-1 0 0,1 0 0 0 0,0 0 1 0 0,1 1-1 0 0,-1-1 1 0 0,5-3-1 0 0,-5 5 4 0 0,0 1 0 0 0,0-1 0 0 0,1 1 0 0 0,-1-1 0 0 0,0 1 0 0 0,1 0 0 0 0,-1 1 0 0 0,1-1 0 0 0,-1 0 0 0 0,1 1 0 0 0,-1 0 0 0 0,1 0 0 0 0,0 0 0 0 0,-1 0 0 0 0,1 0 0 0 0,-1 1 0 0 0,1 0 0 0 0,-1 0 0 0 0,1 0 0 0 0,5 2 0 0 0,5 3 49 0 0,0 0-1 0 0,0 0 1 0 0,-1 1 0 0 0,0 1-1 0 0,-1 0 1 0 0,13 11 0 0 0,-17-12-158 0 0,-1-1 1 0 0,0 2 0 0 0,-1-1-1 0 0,0 1 1 0 0,0-1-1 0 0,0 2 1 0 0,-1-1 0 0 0,0 1-1 0 0,-1-1 1 0 0,5 15-1 0 0,-3-8-1506 0 0,-1 0-315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3:47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130 320 6649 0 0,'-15'7'2596'0'0,"-22"14"-251"0"0,26-13-1485 0 0,-1-1 0 0 0,-1-1 1 0 0,-14 6-1 0 0,26-12-846 0 0,1 1-1 0 0,0-1 1 0 0,-1 0 0 0 0,1 0-1 0 0,0 0 1 0 0,-1 1-1 0 0,1-1 1 0 0,0 0 0 0 0,-1 0-1 0 0,1 0 1 0 0,0 0-1 0 0,-1 0 1 0 0,1 0-1 0 0,0 0 1 0 0,-1 0 0 0 0,1 0-1 0 0,-1 0 1 0 0,1 0-1 0 0,0 0 1 0 0,-1 0 0 0 0,1 0-1 0 0,0 0 1 0 0,-1 0-1 0 0,1 0 1 0 0,0 0 0 0 0,-1 0-1 0 0,1 0 1 0 0,0-1-1 0 0,-1 1 1 0 0,1 0 0 0 0,0 0-1 0 0,-1 0 1 0 0,1-1-1 0 0,0 1 1 0 0,-1 0-1 0 0,1 0 1 0 0,0-1 0 0 0,0 1-1 0 0,0 0 1 0 0,-1-1-1 0 0,1 1 1 0 0,0 0 0 0 0,0-1-1 0 0,0 1 1 0 0,0 0-1 0 0,-1-1 1 0 0,1 1 0 0 0,0-1-1 0 0,0 1 1 0 0,0 0-1 0 0,0-1 1 0 0,0 1 0 0 0,0 0-1 0 0,0-1 1 0 0,0 1-1 0 0,0-1 1 0 0,0 1 0 0 0,0 0-1 0 0,0-1 1 0 0,1 1-1 0 0,-1 0 1 0 0,0-1-1 0 0,0 1 1 0 0,0 0 0 0 0,0-1-1 0 0,1 1 1 0 0,-1 0-1 0 0,0-1 1 0 0,17-32-60 0 0,-12 23 124 0 0,7-11-44 0 0,0 0 0 0 0,1 1 0 0 0,1 1 0 0 0,31-33 0 0 0,-12 14 8 0 0,-23 25-31 0 0,3-2 2 0 0,-1 0 0 0 0,0-1 0 0 0,14-27-1 0 0,-24 39 23 0 0,1 0 0 0 0,-1 0 0 0 0,1 0-1 0 0,0 1 1 0 0,0-1 0 0 0,0 1-1 0 0,0 0 1 0 0,1 0 0 0 0,0 0-1 0 0,-1 0 1 0 0,1 0 0 0 0,6-2 0 0 0,-8 4-17 0 0,0 0 1 0 0,0 0 0 0 0,0 0 0 0 0,0 1 0 0 0,0-1 0 0 0,0 1 0 0 0,0-1 0 0 0,0 1-1 0 0,0 0 1 0 0,0 0 0 0 0,0 0 0 0 0,0 0 0 0 0,0 0 0 0 0,0 0 0 0 0,0 1 0 0 0,0-1-1 0 0,0 1 1 0 0,0-1 0 0 0,0 1 0 0 0,0 0 0 0 0,0-1 0 0 0,-1 1 0 0 0,1 0 0 0 0,0 0-1 0 0,0 1 1 0 0,-1-1 0 0 0,1 0 0 0 0,-1 0 0 0 0,1 1 0 0 0,1 2 0 0 0,22 30 69 0 0,-19-23-64 0 0,1-2 0 0 0,1 1 0 0 0,0-1 0 0 0,9 9 0 0 0,65 45-30 0 0,-45-38-2910 0 0,-17-11-392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4:00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203 667 712 0 0,'0'0'592'0'0,"-1"-29"8856"0"0,-5 23-8362 0 0,4 4-776 0 0,0-1 1 0 0,0 1-1 0 0,-1 0 0 0 0,1 0 0 0 0,-1 0 1 0 0,0 0-1 0 0,-4-2 0 0 0,6 3-293 0 0,1 1 0 0 0,-1 0 1 0 0,0 0-1 0 0,0 0 0 0 0,0 0 0 0 0,0 0 0 0 0,0 0 0 0 0,1 0 0 0 0,-1 0 0 0 0,0 0 0 0 0,0 0 0 0 0,0 1 0 0 0,0-1 0 0 0,1 0 0 0 0,-1 1 1 0 0,0-1-1 0 0,0 0 0 0 0,1 1 0 0 0,-1-1 0 0 0,0 1 0 0 0,0-1 0 0 0,1 1 0 0 0,-1-1 0 0 0,0 1 0 0 0,1 0 0 0 0,-1-1 0 0 0,1 1 1 0 0,-1 0-1 0 0,1-1 0 0 0,-1 1 0 0 0,1 0 0 0 0,0 0 0 0 0,-1-1 0 0 0,1 1 0 0 0,-1 1 0 0 0,-6 22 146 0 0,6-19-134 0 0,-1-1 1 0 0,1 1 0 0 0,0-1 0 0 0,-1 0 0 0 0,-3 6 0 0 0,2-5 4 0 0,0 1 0 0 0,0-1 0 0 0,1 1 0 0 0,0-1 1 0 0,-2 9-1 0 0,3-12 10 0 0,1 0 0 0 0,-1 1 0 0 0,1-1 0 0 0,-1 0-1 0 0,1 1 1 0 0,0-1 0 0 0,0 0 0 0 0,0 1 0 0 0,0-1 0 0 0,0 1 0 0 0,1-1 0 0 0,-1 0 0 0 0,1 1 0 0 0,0-1 0 0 0,1 4 0 0 0,-2-5-36 0 0,0-1 1 0 0,1 1 0 0 0,-1-1-1 0 0,0 1 1 0 0,0-1 0 0 0,1 0 0 0 0,-1 1-1 0 0,0-1 1 0 0,1 1 0 0 0,-1-1-1 0 0,0 0 1 0 0,1 1 0 0 0,-1-1-1 0 0,0 0 1 0 0,1 0 0 0 0,-1 1-1 0 0,1-1 1 0 0,-1 0 0 0 0,1 0-1 0 0,-1 1 1 0 0,1-1 0 0 0,-1 0-1 0 0,1 0 1 0 0,-1 0 0 0 0,1 0-1 0 0,-1 0 1 0 0,1 0 0 0 0,-1 0-1 0 0,1 0 1 0 0,-1 0 0 0 0,1 0-1 0 0,-1 0 1 0 0,1 0 0 0 0,-1 0-1 0 0,1 0 1 0 0,-1 0 0 0 0,1-1-1 0 0,-1 1 1 0 0,0 0 0 0 0,1 0-1 0 0,-1-1 1 0 0,1 1 0 0 0,-1 0 0 0 0,1 0-1 0 0,-1-1 1 0 0,0 1 0 0 0,1 0-1 0 0,-1-1 1 0 0,2-1-1 0 0,-1 1 0 0 0,0-1 0 0 0,0 0 0 0 0,0 1 0 0 0,0-1 0 0 0,0 0 0 0 0,-1 0 0 0 0,1 0 0 0 0,0 1 0 0 0,0-5 0 0 0,0 2 2 0 0,0 1 0 0 0,0-1 0 0 0,0 1-1 0 0,1-1 1 0 0,-1 1 0 0 0,4-6 0 0 0,8-18 136 0 0,-12 26-135 0 0,-1 0-1 0 0,0-1 1 0 0,1 1 0 0 0,-1 0-1 0 0,0-1 1 0 0,0 1 0 0 0,0 0-1 0 0,0-1 1 0 0,0 1 0 0 0,0 0-1 0 0,0-1 1 0 0,-1 1 0 0 0,1 0-1 0 0,0-1 1 0 0,-1 1 0 0 0,1 0-1 0 0,-1 0 1 0 0,-1-2 0 0 0,1 2-9 0 0,0 0 0 0 0,1 0 1 0 0,-1 0-1 0 0,0 1 1 0 0,-1-1-1 0 0,1 0 0 0 0,0 1 1 0 0,0-1-1 0 0,0 1 1 0 0,0-1-1 0 0,0 1 1 0 0,0 0-1 0 0,-1 0 0 0 0,1-1 1 0 0,0 1-1 0 0,0 0 1 0 0,-2 0-1 0 0,-21 1-7 0 0,17 0 8 0 0,1 0 0 0 0,-1 0 0 0 0,1 1 0 0 0,-1 0 0 0 0,1 1 0 0 0,-1-1 0 0 0,1 1 0 0 0,0 0 0 0 0,0 1 0 0 0,1 0 0 0 0,-7 5 0 0 0,8-7 10 0 0,1 1-1 0 0,0 0 1 0 0,0 0 0 0 0,0 1-1 0 0,0-1 1 0 0,0 0 0 0 0,1 1-1 0 0,0 0 1 0 0,0 0 0 0 0,0 0-1 0 0,0-1 1 0 0,0 2-1 0 0,1-1 1 0 0,0 0 0 0 0,0 0-1 0 0,0 0 1 0 0,0 1 0 0 0,0 4-1 0 0,8-2 26 0 0,-1-4-30 0 0,-1-1 1 0 0,0 1 0 0 0,1-1 0 0 0,0 0 0 0 0,-1-1-1 0 0,1 1 1 0 0,0-1 0 0 0,0 0 0 0 0,0 0-1 0 0,0-1 1 0 0,0 0 0 0 0,0 0 0 0 0,11-2-1 0 0,-5 0 31 0 0,-1-1-1 0 0,0 0 0 0 0,0 0 1 0 0,0-2-1 0 0,0 1 0 0 0,15-10 0 0 0,-24 12-1 0 0,0 0-1 0 0,1 0 1 0 0,-1 0-1 0 0,0-1 1 0 0,-1 1-1 0 0,1-1 1 0 0,2-5-1 0 0,-3 8-31 0 0,0-1-1 0 0,-1 0 1 0 0,0 1 0 0 0,1-1-1 0 0,-1 0 1 0 0,1 0-1 0 0,-1 1 1 0 0,0-1 0 0 0,1 0-1 0 0,-1 0 1 0 0,0 0 0 0 0,0 1-1 0 0,0-1 1 0 0,0 0-1 0 0,0 0 1 0 0,1 0 0 0 0,-2 0-1 0 0,1 0 1 0 0,0 1 0 0 0,0-1-1 0 0,0 0 1 0 0,0 0-1 0 0,0 0 1 0 0,-1 0 0 0 0,1 1-1 0 0,0-1 1 0 0,-1 0 0 0 0,1 0-1 0 0,-1 1 1 0 0,1-1-1 0 0,-1 0 1 0 0,1 0 0 0 0,-1 1-1 0 0,0-1 1 0 0,-4-2-7 0 0,1 1 1 0 0,-1 0-1 0 0,0 0 0 0 0,0 1 1 0 0,0 0-1 0 0,0 0 0 0 0,0 0 1 0 0,0 0-1 0 0,0 1 1 0 0,0 0-1 0 0,-1 0 0 0 0,-7 1 1 0 0,5 0-1 0 0,-1 1 1 0 0,0 0-1 0 0,1 1 1 0 0,-1 0-1 0 0,1 0 0 0 0,-14 8 1 0 0,18-6 13 0 0,1 0-1 0 0,-1 0 1 0 0,1 0 0 0 0,0 1-1 0 0,0-1 1 0 0,1 1 0 0 0,-3 6-1 0 0,4-11-1 0 0,1 1 0 0 0,-1 0 0 0 0,1-1 0 0 0,-1 1 0 0 0,1 0 0 0 0,0 0 0 0 0,0-1 0 0 0,0 1 0 0 0,0 0 0 0 0,0 0 0 0 0,0 0 0 0 0,0-1 0 0 0,0 1 0 0 0,1 0-1 0 0,-1 0 1 0 0,1-1 0 0 0,-1 1 0 0 0,1 0 0 0 0,0-1 0 0 0,-1 1 0 0 0,1-1 0 0 0,2 3 0 0 0,-1-2-7 0 0,0 1 1 0 0,1-1-1 0 0,-1 0 1 0 0,1 0-1 0 0,0 0 1 0 0,0 0-1 0 0,0 0 0 0 0,0-1 1 0 0,0 1-1 0 0,0-1 1 0 0,4 1-1 0 0,3 1 8 0 0,0 0 1 0 0,1-1-1 0 0,0 0 0 0 0,-1-1 0 0 0,1 0 0 0 0,17-2 0 0 0,-24 1 11 0 0,0 0 0 0 0,-1-1 0 0 0,1 1 0 0 0,-1-1 0 0 0,1 0 0 0 0,-1 0 0 0 0,1-1 0 0 0,-1 1 0 0 0,1-1 0 0 0,-1 1 0 0 0,5-5 0 0 0,-7 5-14 0 0,0 0 0 0 0,1 0 0 0 0,-1-1 1 0 0,0 1-1 0 0,0-1 0 0 0,0 1 0 0 0,0-1 1 0 0,0 1-1 0 0,-1-1 0 0 0,1 0 0 0 0,0 1 0 0 0,-1-1 1 0 0,1 0-1 0 0,-1 0 0 0 0,0 1 0 0 0,1-1 1 0 0,-1 0-1 0 0,0 0 0 0 0,0 0 0 0 0,0 1 1 0 0,-1-1-1 0 0,1 0 0 0 0,0 0 0 0 0,0 0 1 0 0,-2-2-1 0 0,2 3-10 0 0,0 0 1 0 0,0 0-1 0 0,0 0 0 0 0,0 0 1 0 0,-1 0-1 0 0,1 0 0 0 0,0 0 1 0 0,-1 0-1 0 0,1 0 1 0 0,-1 0-1 0 0,1 1 0 0 0,-1-1 1 0 0,1 0-1 0 0,-1 0 0 0 0,1 0 1 0 0,-1 0-1 0 0,0 1 1 0 0,0-1-1 0 0,1 0 0 0 0,-1 1 1 0 0,0-1-1 0 0,0 1 1 0 0,0-1-1 0 0,0 1 0 0 0,0-1 1 0 0,0 1-1 0 0,-1-1 0 0 0,-11 1 63 0 0,12 0-63 0 0,1 1 1 0 0,-1-1 0 0 0,0 0-1 0 0,0 0 1 0 0,0 0-1 0 0,0 0 1 0 0,1 0-1 0 0,-1 0 1 0 0,0 0 0 0 0,0-1-1 0 0,0 1 1 0 0,0 0-1 0 0,1 0 1 0 0,-1-1-1 0 0,0 1 1 0 0,0 0 0 0 0,0-1-1 0 0,-2-20 30 0 0,2 16 52 0 0,0-1-147 0 0,13-2 66 0 0,-5 6-5 0 0,0 0 1 0 0,1 0-1 0 0,-1 1 1 0 0,1 0-1 0 0,-1 1 0 0 0,1 0 1 0 0,0 0-1 0 0,12 2 1 0 0,8-1-6 0 0,304 7 8 0 0,-243-8 4 0 0,266-3 7 0 0,-3-28 0 0 0,-294 22 102 0 0,88-1 0 0 0,-128 11-195 0 0,23 0 152 0 0,-39-1-62 0 0,-1 0 0 0 0,1 0 0 0 0,0-1-1 0 0,0 1 1 0 0,-1 0 0 0 0,1-1-1 0 0,0 1 1 0 0,-1-1 0 0 0,1 1 0 0 0,0-1-1 0 0,-1 0 1 0 0,1 0 0 0 0,-1 0-1 0 0,0 0 1 0 0,1 0 0 0 0,-1 0-1 0 0,3-2 1 0 0,4-24 30 0 0,20-36-41 0 0,23-71 25 0 0,-25 62 13 0 0,-18 50-40 0 0,1 1-1 0 0,0 0 1 0 0,2 1-1 0 0,0-1 1 0 0,26-33-1 0 0,-31 45 18 0 0,11-11-75 0 0,-16 20 63 0 0,-1-1 1 0 0,1 1-1 0 0,-1 0 0 0 0,1 0 0 0 0,0-1 1 0 0,-1 1-1 0 0,1 0 0 0 0,-1 0 0 0 0,1 0 0 0 0,0 0 1 0 0,-1-1-1 0 0,1 1 0 0 0,0 0 0 0 0,-1 0 1 0 0,1 0-1 0 0,0 1 0 0 0,-1-1 0 0 0,1 0 1 0 0,-1 0-1 0 0,1 0 0 0 0,0 0 0 0 0,-1 1 0 0 0,1-1 1 0 0,-1 0-1 0 0,1 0 0 0 0,0 1 0 0 0,-1-1 1 0 0,1 1-1 0 0,-1-1 0 0 0,1 0 0 0 0,-1 1 1 0 0,0-1-1 0 0,1 1 0 0 0,-1-1 0 0 0,1 1 0 0 0,-1-1 1 0 0,0 1-1 0 0,1 0 0 0 0,9 13 3 0 0,-1 1 0 0 0,0 0 0 0 0,-1 0 0 0 0,-1 1-1 0 0,6 18 1 0 0,23 88-4 0 0,-26-84-10 0 0,5 17-5 0 0,-5-13 64 0 0,2 0 1 0 0,33 75 0 0 0,-44-115-37 0 0,1 0 1 0 0,-1-1-1 0 0,0 1 1 0 0,1-1-1 0 0,-1 0 1 0 0,1 1-1 0 0,-1-1 1 0 0,1 0-1 0 0,0 0 1 0 0,0 0-1 0 0,-1 0 1 0 0,1 0-1 0 0,0 0 1 0 0,0-1-1 0 0,0 1 0 0 0,0-1 1 0 0,0 1-1 0 0,0-1 1 0 0,0 0-1 0 0,0 0 1 0 0,0 0-1 0 0,0 0 1 0 0,0 0-1 0 0,0 0 1 0 0,0 0-1 0 0,0-1 1 0 0,0 1-1 0 0,0-1 1 0 0,0 1-1 0 0,0-1 1 0 0,0 0-1 0 0,0 0 1 0 0,-1 0-1 0 0,1 0 1 0 0,0 0-1 0 0,-1 0 1 0 0,1 0-1 0 0,0-1 1 0 0,-1 1-1 0 0,0-1 1 0 0,1 1-1 0 0,-1-1 0 0 0,0 1 1 0 0,0-1-1 0 0,2-2 1 0 0,5-19-4 0 0,-1 0 0 0 0,-1 0 0 0 0,-2-1 0 0 0,4-32 1 0 0,2-13-6 0 0,-2 29 8 0 0,48-217-43 0 0,-54 252 36 0 0,1-8 11 0 0,1 1 1 0 0,9-21 0 0 0,-12 31-20 0 0,1-1-1 0 0,-1 1 1 0 0,0-1 0 0 0,1 1 0 0 0,-1 0-1 0 0,1 0 1 0 0,0 0 0 0 0,0 0 0 0 0,0 0 0 0 0,0 0-1 0 0,0 0 1 0 0,0 1 0 0 0,1-1 0 0 0,-1 1-1 0 0,0-1 1 0 0,1 1 0 0 0,-1 0 0 0 0,1 0-1 0 0,2-1 1 0 0,17-6-43 0 0,-20 7 43 0 0,0 0 1 0 0,0 0 0 0 0,0 0-1 0 0,0 0 1 0 0,0 0 0 0 0,0 1-1 0 0,0-1 1 0 0,0 1 0 0 0,0-1-1 0 0,1 1 1 0 0,-1 0 0 0 0,0 0-1 0 0,0 0 1 0 0,0 0 0 0 0,1 0 0 0 0,-1 0-1 0 0,3 1 1 0 0,-4 0 5 0 0,-1-1 0 0 0,1 1 0 0 0,-1-1 0 0 0,1 1 0 0 0,-1 0 0 0 0,1-1 0 0 0,-1 1 0 0 0,1 0 0 0 0,-1-1 0 0 0,0 1 0 0 0,0 0 0 0 0,1-1 0 0 0,-1 1 0 0 0,0 0 0 0 0,0 0 0 0 0,0-1 0 0 0,1 1 0 0 0,-1 0 0 0 0,0 0 0 0 0,0-1 0 0 0,-1 3 0 0 0,2 3-5 0 0,3 16 10 0 0,48 212 3 0 0,-24-150 108 0 0,-12-37-65 0 0,-11-37-26 0 0,-1 0 0 0 0,1 0 1 0 0,1 0-1 0 0,10 15 0 0 0,-1-12 190 0 0,-15-12-210 0 0,0-1 0 0 0,0 0 0 0 0,1 1 0 0 0,-1-1 0 0 0,0 0 1 0 0,1 0-1 0 0,-1 1 0 0 0,0-1 0 0 0,1 0 0 0 0,-1 0 0 0 0,0 0 0 0 0,1 0 0 0 0,-1 1 0 0 0,1-1 0 0 0,-1 0 1 0 0,0 0-1 0 0,1 0 0 0 0,-1 0 0 0 0,1 0 0 0 0,-1 0 0 0 0,0 0 0 0 0,1 0 0 0 0,-1 0 0 0 0,1 0 0 0 0,-1 0 0 0 0,0 0 1 0 0,1-1-1 0 0,-1 1 0 0 0,1 0 0 0 0,-1 0 0 0 0,0 0 0 0 0,1 0 0 0 0,-1-1 0 0 0,0 1 0 0 0,1 0 0 0 0,-1 0 1 0 0,0-1-1 0 0,1 1 0 0 0,-1 0 0 0 0,0 0 0 0 0,0-1 0 0 0,1 1 0 0 0,-1 0 0 0 0,0-1 0 0 0,19-52-4 0 0,15-67-1 0 0,15-43-7 0 0,-36 131-23 0 0,0 0 1 0 0,24-36 0 0 0,-32 62 28 0 0,0 0 1 0 0,1 1 0 0 0,0 0 0 0 0,1 0-1 0 0,-1 0 1 0 0,1 1 0 0 0,0 0-1 0 0,0 1 1 0 0,9-4 0 0 0,5-4-84 0 0,-18 9 82 0 0,0 1 0 0 0,0 0 0 0 0,0 0 0 0 0,0 0 1 0 0,0 0-1 0 0,0 0 0 0 0,0 1 0 0 0,0-1 0 0 0,1 1 0 0 0,5 0 0 0 0,-8 0 2 0 0,0 0-1 0 0,1 0 0 0 0,-1 0 1 0 0,0 1-1 0 0,0-1 1 0 0,0 0-1 0 0,0 1 1 0 0,0-1-1 0 0,0 1 0 0 0,0-1 1 0 0,0 1-1 0 0,0-1 1 0 0,0 1-1 0 0,0 0 1 0 0,0-1-1 0 0,0 1 0 0 0,0 0 1 0 0,0 0-1 0 0,0 0 1 0 0,-1 0-1 0 0,1-1 0 0 0,0 1 1 0 0,-1 0-1 0 0,1 0 1 0 0,-1 0-1 0 0,1 1 1 0 0,-1-1-1 0 0,1 0 0 0 0,-1 0 1 0 0,0 2-1 0 0,2 10 1 0 0,1-1 0 0 0,0 1 0 0 0,1-1 0 0 0,0 0-1 0 0,1 0 1 0 0,7 13 0 0 0,-9-18-1 0 0,2-1 0 0 0,-1 0 0 0 0,1 0 1 0 0,-1 0-1 0 0,2 0 0 0 0,-1-1 0 0 0,0 0 0 0 0,1 0 0 0 0,0 0 0 0 0,1-1 0 0 0,11 7 0 0 0,-2-4-6 0 0,0 0 0 0 0,0-1 0 0 0,0-1-1 0 0,1 0 1 0 0,0-1 0 0 0,0-1-1 0 0,0-1 1 0 0,23 0 0 0 0,-30 0 11 0 0,-1-1 0 0 0,1 1 0 0 0,0 1 0 0 0,0 0 0 0 0,13 6 0 0 0,-11-5 1 0 0,-1 1 0 0 0,1-2 1 0 0,15 4-1 0 0,28-3-9 0 0,-1-1 0 0 0,82-7 0 0 0,-12 0 3 0 0,-5-2-11 0 0,197-36 0 0 0,-89 9 1 0 0,28-3 11 0 0,106-10 3 0 0,-222 32 5 0 0,195-45 0 0 0,-262 42 9 0 0,1 4 0 0 0,100-7 0 0 0,-49 20-92 0 0,-89 0-4513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4:03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22 114 928 0 0,'0'-28'5476'0'0,"-10"-57"1325"0"0,-1 206-6087 0 0,11-98-660 0 0,1 1-1 0 0,1-1 1 0 0,1 1-1 0 0,1-1 1 0 0,9 29-1 0 0,-1-5-7 0 0,-1 1-1 0 0,-2 0 0 0 0,3 79 0 0 0,-11 150 431 0 0,-3-130-110 0 0,10 193-30 0 0,-9-141-247 0 0,2 31 276 0 0,4-192-204 0 0,11 45 0 0 0,-4-29 62 0 0,33 112 38 0 0,-27-110-133 0 0,12 70 1 0 0,-26-94-89 0 0,5 21-6 0 0,-5-37-12 0 0,21 80 119 0 0,-11-41 296 0 0,-25-89-443 0 0,-4-53 23 0 0,15 87-21 0 0,0-1-1 0 0,0 0 1 0 0,0 1-1 0 0,0-1 1 0 0,-1 0-1 0 0,1 1 1 0 0,0-1-1 0 0,0 0 1 0 0,-1 1-1 0 0,1-1 1 0 0,-1 1-1 0 0,1-1 1 0 0,0 0-1 0 0,-1 1 1 0 0,1-1-1 0 0,-1 1 1 0 0,1 0-1 0 0,-1-1 1 0 0,1 1-1 0 0,-1-1 1 0 0,0 1-1 0 0,1 0 1 0 0,-1-1-1 0 0,1 1 1 0 0,-1 0-1 0 0,0-1 1 0 0,1 1-1 0 0,-1 0 1 0 0,0 0 0 0 0,-1 0-1 0 0,0 0 1 0 0,1 0-1 0 0,-1 1 1 0 0,1-1 0 0 0,-1 0-1 0 0,1 1 1 0 0,-1-1 0 0 0,1 1-1 0 0,-1 0 1 0 0,1-1 0 0 0,0 1-1 0 0,-2 1 1 0 0,-2 2 7 0 0,1-1 0 0 0,0 0 0 0 0,0 1 0 0 0,0 0 0 0 0,1 0-1 0 0,-7 8 1 0 0,4 2 80 0 0,-10 29 0 0 0,-5 9 356 0 0,21-51-392 0 0,-1 0 0 0 0,0 0 0 0 0,1 0 1 0 0,0 0-1 0 0,-1 0 0 0 0,1 0 1 0 0,0 0-1 0 0,-1 0 0 0 0,1 0 1 0 0,0 1-1 0 0,0-1 0 0 0,0 0 0 0 0,0 0 1 0 0,0 0-1 0 0,0 0 0 0 0,0 0 1 0 0,0 0-1 0 0,0 1 0 0 0,1-1 0 0 0,-1 0 1 0 0,1 0-1 0 0,-1 0 0 0 0,0 0 1 0 0,1 0-1 0 0,0 0 0 0 0,0 1 1 0 0,0-1-15 0 0,1 1 0 0 0,-1-1 1 0 0,1 0-1 0 0,0 0 1 0 0,-1 0-1 0 0,1 0 0 0 0,0 0 1 0 0,0 0-1 0 0,0 0 1 0 0,0 0-1 0 0,0-1 0 0 0,0 1 1 0 0,4 0-1 0 0,-3-1 4 0 0,1 1 0 0 0,0-1-1 0 0,0 0 1 0 0,0 0 0 0 0,0 0 0 0 0,-1 0 0 0 0,1-1-1 0 0,0 1 1 0 0,0-1 0 0 0,-1 0 0 0 0,1 0-1 0 0,0-1 1 0 0,-1 1 0 0 0,1-1 0 0 0,-1 1 0 0 0,6-5-1 0 0,-5 1-46 0 0,0 0 0 0 0,-1 0 0 0 0,1 0 0 0 0,-1-1 0 0 0,0 0 0 0 0,-1 1-1 0 0,1-1 1 0 0,-1 0 0 0 0,0 0 0 0 0,-1-1 0 0 0,0 1 0 0 0,1 0 0 0 0,-1-12 0 0 0,0 9-591 0 0,-1-1 0 0 0,-1 1 0 0 0,1-1 0 0 0,-1 1 0 0 0,-1-1 1 0 0,0 1-1 0 0,0 0 0 0 0,-6-15 0 0 0,1 10-1570 0 0,-1 3-1391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4:04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235 105 10930 0 0,'-21'-11'1798'0'0,"20"12"-1779"0"0,-1-1 1 0 0,1 1-1 0 0,0-1 0 0 0,0 1 1 0 0,0 0-1 0 0,0-1 0 0 0,0 1 1 0 0,0 0-1 0 0,0 0 0 0 0,0 0 1 0 0,0 0-1 0 0,0-1 0 0 0,1 1 1 0 0,-1 1-1 0 0,0-1 0 0 0,1 0 1 0 0,-1 0-1 0 0,0 0 0 0 0,1 0 1 0 0,-1 3-1 0 0,-1 0 18 0 0,-6 12 102 0 0,1-1 0 0 0,1 1 0 0 0,1 0 1 0 0,-6 31-1 0 0,-4 70 566 0 0,11-80-485 0 0,0 0 1 0 0,-16 54-1 0 0,11-59-70 0 0,-3 10 660 0 0,-34 77 1 0 0,46-119-802 0 0,0 0 0 0 0,0 1 1 0 0,0-1-1 0 0,0 0 0 0 0,0 0 1 0 0,-1 1-1 0 0,1-1 1 0 0,0 0-1 0 0,0 0 0 0 0,0 1 1 0 0,0-1-1 0 0,-1 0 0 0 0,1 0 1 0 0,0 1-1 0 0,0-1 1 0 0,0 0-1 0 0,-1 0 0 0 0,1 0 1 0 0,0 0-1 0 0,0 1 0 0 0,-1-1 1 0 0,1 0-1 0 0,0 0 1 0 0,-1 0-1 0 0,1 0 0 0 0,0 0 1 0 0,0 0-1 0 0,-1 0 0 0 0,1 0 1 0 0,0 0-1 0 0,-1 0 1 0 0,1 0-1 0 0,0 0 0 0 0,0 0 1 0 0,-1 0-1 0 0,1 0 0 0 0,0 0 1 0 0,-1 0-1 0 0,1 0 0 0 0,0 0 1 0 0,0 0-1 0 0,-1 0 1 0 0,1-1-1 0 0,0 1 0 0 0,0 0 1 0 0,-1 0-1 0 0,1 0 0 0 0,0 0 1 0 0,0-1-1 0 0,-1 1 1 0 0,1 0-1 0 0,0 0 0 0 0,0-1 1 0 0,0 1-1 0 0,0 0 0 0 0,-1 0 1 0 0,1-1-1 0 0,0 1 1 0 0,0 0-1 0 0,0 0 0 0 0,0-1 1 0 0,0 1-1 0 0,0-1 0 0 0,-9-20-80 0 0,8 19 104 0 0,-5-14-27 0 0,2 0 1 0 0,0 0-1 0 0,1-1 0 0 0,0 1 1 0 0,1-18-1 0 0,2-86 42 0 0,2 74-54 0 0,6-78-7 0 0,-6 110 17 0 0,1 0 0 0 0,0-1 0 0 0,1 2 0 0 0,1-1 0 0 0,0 1 0 0 0,12-22 0 0 0,-12 27 17 0 0,0-1 0 0 0,1 1 1 0 0,0 1-1 0 0,1-1 0 0 0,0 1 0 0 0,0 0 1 0 0,1 0-1 0 0,-1 1 0 0 0,1 0 0 0 0,1 0 1 0 0,-1 1-1 0 0,1 0 0 0 0,0 1 0 0 0,9-4 1 0 0,37-10 64 0 0,-40 14-58 0 0,-1 0-1 0 0,23-11 1 0 0,-32 12-25 0 0,1 1 0 0 0,0 0 1 0 0,-1 0-1 0 0,1 0 0 0 0,0 1 0 0 0,0 0 0 0 0,0 0 1 0 0,0 1-1 0 0,0-1 0 0 0,0 1 0 0 0,0 1 1 0 0,0-1-1 0 0,1 1 0 0 0,-2 0 0 0 0,1 0 1 0 0,0 1-1 0 0,0 0 0 0 0,10 4 0 0 0,-15-5 0 0 0,1 0-1 0 0,-1 0 0 0 0,1 0 1 0 0,-1 0-1 0 0,0 0 0 0 0,1 0 1 0 0,-1 1-1 0 0,0-1 0 0 0,0 0 1 0 0,0 1-1 0 0,0-1 0 0 0,0 1 1 0 0,0-1-1 0 0,0 3 1 0 0,12 29 67 0 0,-3-5-17 0 0,-6-21-36 0 0,-1-1 1 0 0,-1 1 0 0 0,0 0-1 0 0,0 0 1 0 0,0 0-1 0 0,0 0 1 0 0,-1 0-1 0 0,-1 0 1 0 0,1 0-1 0 0,-1 0 1 0 0,0 0-1 0 0,-1 1 1 0 0,1-1-1 0 0,-2 0 1 0 0,1 0-1 0 0,-1 0 1 0 0,0 0-1 0 0,0 0 1 0 0,-1-1-1 0 0,-4 10 1 0 0,-1 2 28 0 0,7-15-38 0 0,0 0 0 0 0,-1 0-1 0 0,1 0 1 0 0,-1 0 0 0 0,1-1 0 0 0,-1 1-1 0 0,0 0 1 0 0,0-1 0 0 0,0 0 0 0 0,0 1-1 0 0,-1-1 1 0 0,-2 3 0 0 0,-8 2 1 0 0,0 1 1 0 0,-1-2-1 0 0,0 0 1 0 0,0 0-1 0 0,0-2 1 0 0,-1 1 0 0 0,1-2-1 0 0,-27 3 1 0 0,7 0 20 0 0,26-4-25 0 0,1 0 1 0 0,0 1-1 0 0,0 0 0 0 0,-8 4 1 0 0,10-4-6 0 0,0-1 0 0 0,0 0 0 0 0,-1 1 0 0 0,1-2 0 0 0,-1 1 0 0 0,1-1 1 0 0,-1 0-1 0 0,-11 1 0 0 0,17-1 1 0 0,0-1 0 0 0,0 0 0 0 0,1 1 0 0 0,-1-1 0 0 0,0 0 0 0 0,0 1 0 0 0,0-1 0 0 0,0 0 0 0 0,0 0 0 0 0,0 1 0 0 0,1-1 0 0 0,-1 0 0 0 0,0 1 0 0 0,0-1 0 0 0,0 0 0 0 0,1 0 0 0 0,-1 0 0 0 0,0 1 0 0 0,0-1 0 0 0,1 0 1 0 0,-1 0-1 0 0,0 0 0 0 0,1 0 0 0 0,-1 1 0 0 0,0-1 0 0 0,1 0 0 0 0,-1 0 0 0 0,0 0 0 0 0,0 0 0 0 0,1 0 0 0 0,-1 0 0 0 0,0 0 0 0 0,1 0 0 0 0,-1 0 0 0 0,1 0 0 0 0,5 2-1 0 0,0-1 0 0 0,-1 2 0 0 0,1-1 0 0 0,0 0 0 0 0,-1 1-1 0 0,7 5 1 0 0,12 5-28 0 0,-15-9 49 0 0,34 17 22 0 0,0-3 0 0 0,1-1-1 0 0,73 18 1 0 0,-52-18-361 0 0,-25-1-5900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4:04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67 226 11426 0 0,'-1'-2'130'0'0,"-1"0"0"0"0,0 0 1 0 0,1-1-1 0 0,-1 1 0 0 0,1-1 0 0 0,0 1 0 0 0,0-1 0 0 0,0 0 0 0 0,-1-3 0 0 0,2 3 25 0 0,-1 0 0 0 0,0 1 0 0 0,0-1 0 0 0,0 1 0 0 0,0-1 0 0 0,0 1 0 0 0,-1 0 0 0 0,1-1 1 0 0,-3-2-1 0 0,4 5 35 0 0,-1 1-121 0 0,1 1-1 0 0,0-1 0 0 0,-1 1 1 0 0,1-1-1 0 0,0 0 0 0 0,0 1 1 0 0,0-1-1 0 0,0 1 0 0 0,0-1 1 0 0,0 0-1 0 0,0 1 0 0 0,0-1 1 0 0,1 3-1 0 0,0 3 17 0 0,12 122 507 0 0,0 24-98 0 0,-13-141-423 0 0,1 19 54 0 0,-1-30-106 0 0,0 0 0 0 0,0 0 0 0 0,0 0 0 0 0,0 0 0 0 0,0 0-1 0 0,0 1 1 0 0,-1-1 0 0 0,1 0 0 0 0,0 0 0 0 0,-1 0 0 0 0,1 0 0 0 0,-1 0 0 0 0,1 0 0 0 0,-1 0 0 0 0,0 0-1 0 0,1-1 1 0 0,-1 1 0 0 0,0 0 0 0 0,0 0 0 0 0,0 1 0 0 0,0-2-20 0 0,0-1-1 0 0,1 1 1 0 0,-1 0 0 0 0,0 0-1 0 0,0 0 1 0 0,1 0-1 0 0,-1 0 1 0 0,0-1 0 0 0,1 1-1 0 0,-1 0 1 0 0,0-1 0 0 0,1 1-1 0 0,-1 0 1 0 0,1-1 0 0 0,-1 1-1 0 0,1-1 1 0 0,-1 1 0 0 0,0-1-1 0 0,1 1 1 0 0,0-1-1 0 0,-1 1 1 0 0,1-1 0 0 0,-1 1-1 0 0,1-1 1 0 0,0 0 0 0 0,-1 1-1 0 0,1-2 1 0 0,-12-20-1 0 0,11 20-5 0 0,-4-11 2 0 0,-1-1 0 0 0,2 0 0 0 0,0 0 0 0 0,1 0 0 0 0,0-1 1 0 0,1 1-1 0 0,1-1 0 0 0,0-28 0 0 0,3 9-24 0 0,2 1-1 0 0,12-58 1 0 0,-13 80 94 0 0,0-1 1 0 0,1 1-1 0 0,0-1 0 0 0,0 1 0 0 0,2 0 0 0 0,-1 1 0 0 0,13-18 0 0 0,-14 23-24 0 0,0 0-1 0 0,0 0 1 0 0,1 1-1 0 0,0 0 1 0 0,0 0-1 0 0,0 0 0 0 0,0 0 1 0 0,1 1-1 0 0,-1 0 1 0 0,1 0-1 0 0,0 0 1 0 0,0 1-1 0 0,0 0 1 0 0,0 0-1 0 0,11-2 1 0 0,-9 2-15 0 0,0 0 1 0 0,-1 0-1 0 0,15-7 0 0 0,-15 6-13 0 0,-1 0 0 0 0,0 1 0 0 0,0-1-1 0 0,1 2 1 0 0,0-1 0 0 0,12-1-1 0 0,-13 3 1 0 0,0 0 1 0 0,-1 0-1 0 0,1 0 0 0 0,9 3 0 0 0,-14-3-7 0 0,1 0-1 0 0,-1 0 1 0 0,0 1-1 0 0,0-1 1 0 0,0 0-1 0 0,0 1 1 0 0,0-1-1 0 0,0 1 1 0 0,0 0-1 0 0,0-1 1 0 0,0 1-1 0 0,0 0 1 0 0,0 0-1 0 0,0 0 1 0 0,0-1-1 0 0,0 1 1 0 0,-1 0-1 0 0,1 0 1 0 0,0 0-1 0 0,-1 0 1 0 0,1 0-1 0 0,0 0 1 0 0,-1 1-1 0 0,0-1 1 0 0,1 0-1 0 0,0 2 1 0 0,8 23 81 0 0,-8-24-306 0 0,0 1 1 0 0,0 0-1 0 0,0 0 0 0 0,0-1 1 0 0,0 1-1 0 0,0 0 1 0 0,-1 0-1 0 0,1 5 1 0 0,-3 14-4902 0 0,-2-12 2774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4:04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 12435 0 0,'0'0'430'0'0,"0"0"-336"0"0,0 0-1 0 0,0 0 0 0 0,0-1 1 0 0,0 1-1 0 0,0 0 1 0 0,0 0-1 0 0,0 0 0 0 0,0 0 1 0 0,0-1-1 0 0,0 1 0 0 0,0 0 1 0 0,0 0-1 0 0,0 0 0 0 0,0 0 1 0 0,0 0-1 0 0,0-1 0 0 0,0 1 1 0 0,0 0-1 0 0,0 0 0 0 0,0 0 1 0 0,0 0-1 0 0,0 0 1 0 0,0-1-1 0 0,1 1 0 0 0,-1 0 1 0 0,0 0-1 0 0,0 0 0 0 0,0 0 1 0 0,0 0-1 0 0,0 0 0 0 0,0 0 1 0 0,1-1-1 0 0,-1 1 0 0 0,0 0 1 0 0,0 0-1 0 0,0 0 0 0 0,0 0 1 0 0,1 0-1 0 0,30-10 398 0 0,2 2 1 0 0,47-6-1 0 0,-34 6-379 0 0,-21 5-137 0 0,45-2 0 0 0,-28 5-5334 0 0,-32 0 2614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4:07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663 220 1192 0 0,'-2'-61'1924'0'0,"0"33"1727"0"0,4-58 0 0 0,6 60-1695 0 0,-8 25-1865 0 0,0 0 0 0 0,1 0 0 0 0,-1 0 1 0 0,1 0-1 0 0,-1 0 0 0 0,1 0 0 0 0,-1 0 0 0 0,1 0 0 0 0,-1 0 0 0 0,1 0 1 0 0,0 0-1 0 0,0 0 0 0 0,-1 1 0 0 0,1-1 0 0 0,0 0 0 0 0,0 0 0 0 0,0 1 1 0 0,0-1-1 0 0,0 1 0 0 0,0-1 0 0 0,1 0 0 0 0,-1 2-66 0 0,-1-1 1 0 0,1 0-1 0 0,0 1 0 0 0,-1-1 1 0 0,1 1-1 0 0,-1-1 0 0 0,1 1 1 0 0,-1 0-1 0 0,0-1 0 0 0,1 1 1 0 0,-1-1-1 0 0,1 1 0 0 0,-1 0 1 0 0,0-1-1 0 0,0 1 0 0 0,1 0 1 0 0,-1 0-1 0 0,0-1 0 0 0,0 1 1 0 0,0 0-1 0 0,0-1 0 0 0,0 1 1 0 0,0 0-1 0 0,0 0 0 0 0,0-1 1 0 0,0 2-1 0 0,0 0 13 0 0,4 89 300 0 0,-3 1 1 0 0,-16 120-1 0 0,12-183-317 0 0,-28 185 271 0 0,17-140 69 0 0,3 0 1 0 0,0 81-1 0 0,11 13 1105 0 0,-4-123-1210 0 0,1-41-2571 0 0,-1 0 379 0 0,13-2 2130 0 0,-34-2 123 0 0,0 1 0 0 0,-1 2 0 0 0,1 0 0 0 0,1 1 0 0 0,-1 2 1 0 0,1 1-1 0 0,0 0 0 0 0,-44 22 0 0 0,26-13-161 0 0,33-13-104 0 0,0 0-1 0 0,1 1 1 0 0,-17 9 0 0 0,18-8-10 0 0,-28 18 215 0 0,-53 44 0 0 0,79-59-243 0 0,1 0 1 0 0,0 0-1 0 0,1 0 0 0 0,0 1 1 0 0,0 1-1 0 0,0-1 0 0 0,1 1 1 0 0,1 0-1 0 0,0 0 0 0 0,0 1 0 0 0,-3 12 1 0 0,-9 26-29 0 0,13-40 12 0 0,0 1 0 0 0,0 1 0 0 0,1-1-1 0 0,1 0 1 0 0,0 1 0 0 0,-2 19-1 0 0,6-8 28 0 0,0 1 0 0 0,1-1-1 0 0,1 0 1 0 0,1 0 0 0 0,2 0-1 0 0,0-1 1 0 0,1 1 0 0 0,1-2-1 0 0,0 1 1 0 0,2-1 0 0 0,20 29-1 0 0,-25-41-11 0 0,0 1 0 0 0,0-1 0 0 0,1 0-1 0 0,-1 0 1 0 0,2-1 0 0 0,-1 0 0 0 0,1 0-1 0 0,0-1 1 0 0,1 0 0 0 0,16 9 0 0 0,1-3 17 0 0,0-1 0 0 0,1-2 0 0 0,0 0 1 0 0,0-2-1 0 0,1-1 0 0 0,33 3 1 0 0,-49-7-5 0 0,0 1 0 0 0,0 0 0 0 0,23 10 0 0 0,-24-9-25 0 0,1 0 1 0 0,-1 0-1 0 0,1-1 0 0 0,21 3 0 0 0,0-4 42 0 0,0-1 0 0 0,0-2 0 0 0,40-6 0 0 0,-55 5-23 0 0,1-2 1 0 0,-1 0-1 0 0,0-1 1 0 0,0-1 0 0 0,-1-1-1 0 0,0-1 1 0 0,19-10-1 0 0,-32 15-10 0 0,0 0 0 0 0,0 0 0 0 0,0-1 0 0 0,0 1 0 0 0,-1-1 0 0 0,0 1 1 0 0,0-1-1 0 0,0 0 0 0 0,0 0 0 0 0,-1-1 0 0 0,1 1 0 0 0,-1-1 0 0 0,2-5 0 0 0,-3 7-7 0 0,10-20 23 0 0,-1-1-1 0 0,-1-1 0 0 0,-2 0 0 0 0,0 0 0 0 0,-2 0 0 0 0,4-45 0 0 0,-8 62-14 0 0,1 1 0 0 0,-1-1-1 0 0,1 1 1 0 0,1 0-1 0 0,-1 0 1 0 0,5-8 0 0 0,-4 7-3 0 0,1-1 1 0 0,-1 1 0 0 0,-1 0-1 0 0,3-13 1 0 0,-3 4 3 0 0,-1 0 1 0 0,-1 0-1 0 0,-1 0 1 0 0,0 0 0 0 0,-2 0-1 0 0,1 0 1 0 0,-2 1-1 0 0,0-1 1 0 0,-1 1-1 0 0,-1 0 1 0 0,-15-30-1 0 0,9 22 3 0 0,10 19-14 0 0,-1-1 1 0 0,0 0-1 0 0,0 1 0 0 0,0-1 1 0 0,-1 1-1 0 0,1 0 0 0 0,-2 0 1 0 0,1 0-1 0 0,-8-7 0 0 0,-6 0-1 0 0,0 1-1 0 0,0 1 0 0 0,-1 1 0 0 0,0 1 0 0 0,0 0 0 0 0,-1 1 0 0 0,0 1 0 0 0,-33-5 0 0 0,-13-7-26 0 0,53 14 4 0 0,-1 0 0 0 0,0 0 0 0 0,0 1 0 0 0,-27-2 0 0 0,28 5-168 0 0,0 1 1 0 0,0 0-1 0 0,0 1 1 0 0,0 1-1 0 0,0 0 0 0 0,0 0 1 0 0,1 1-1 0 0,-21 10 1 0 0,12-5-368 0 0,17-8 353 0 0,0 1 1 0 0,-1 0-1 0 0,1 0 0 0 0,0 0 1 0 0,0 1-1 0 0,0-1 0 0 0,0 1 1 0 0,1 0-1 0 0,-7 5 0 0 0,5-1-374 0 0,-1 0 0 0 0,1 0 0 0 0,1 0 0 0 0,-1 1 0 0 0,1 0-1 0 0,1 0 1 0 0,-4 9 0 0 0,1 7-1984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4:07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71 8506 0 0,'-8'-19'3521'0'0,"7"17"-3453"0"0,-7-25 2287 0 0,8 27-2251 0 0,0-1-1 0 0,-1 0 1 0 0,1 0-1 0 0,0 0 1 0 0,0 0-1 0 0,0 0 1 0 0,0 0 0 0 0,0 0-1 0 0,0 0 1 0 0,0 1-1 0 0,0-1 1 0 0,0 0-1 0 0,0 0 1 0 0,1 0-1 0 0,-1 0 1 0 0,0 0-1 0 0,0 0 1 0 0,1 1 0 0 0,-1-1-1 0 0,1 0 1 0 0,-1 0-1 0 0,1 0 1 0 0,-1 1-1 0 0,1-1 1 0 0,1-1-1 0 0,-2 2-74 0 0,1 1-1 0 0,0-1 0 0 0,0 1 0 0 0,-1-1 0 0 0,1 0 0 0 0,0 1 1 0 0,-1-1-1 0 0,1 1 0 0 0,0 0 0 0 0,-1-1 0 0 0,1 1 1 0 0,-1-1-1 0 0,1 1 0 0 0,-1 0 0 0 0,1 0 0 0 0,-1-1 0 0 0,0 1 1 0 0,1 0-1 0 0,-1 0 0 0 0,0-1 0 0 0,0 1 0 0 0,1 0 1 0 0,-1 0-1 0 0,0 1 0 0 0,1 0 3 0 0,4 14 38 0 0,-1 1 0 0 0,0-1 0 0 0,-1 1 0 0 0,2 30 0 0 0,-6 74-9 0 0,0-53-453 0 0,-1-59-1044 0 0,-3-1-3452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4:07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 12139 0 0,'0'0'76'0'0,"3"-11"1271"0"0,-1 13-1221 0 0,0 1 0 0 0,0-1 0 0 0,0 1 1 0 0,0 0-1 0 0,-1-1 0 0 0,0 1 1 0 0,1 0-1 0 0,-1 0 0 0 0,0 0 1 0 0,0 0-1 0 0,-1 0 0 0 0,1 0 0 0 0,-1 0 1 0 0,1 4-1 0 0,1 5 196 0 0,3 8-54 0 0,-5-14-132 0 0,1 1 0 0 0,1-1 0 0 0,-1 0 0 0 0,1 0 1 0 0,0 1-1 0 0,1-1 0 0 0,0 0 0 0 0,-1-1 1 0 0,8 11-1 0 0,-3-11 116 0 0,-1-1 1 0 0,1 0-1 0 0,0-1 1 0 0,12 5 0 0 0,-13-6-189 0 0,-1-1 0 0 0,1 1 1 0 0,0-2-1 0 0,0 1 0 0 0,0 0 1 0 0,1-1-1 0 0,-1 0 0 0 0,0-1 1 0 0,0 0-1 0 0,0 1 0 0 0,0-2 1 0 0,-1 1-1 0 0,1-1 0 0 0,7-3 1 0 0,11-4 34 0 0,44-26 0 0 0,-59 30-82 0 0,-2 1-1 0 0,1 0-1 0 0,-1-1 1 0 0,0 0-1 0 0,0 0 1 0 0,0 0 0 0 0,-1-1-1 0 0,7-8 1 0 0,6-15-5716 0 0,-16 24 2364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4:08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87 173 5849 0 0,'0'-13'796'0'0,"-3"-103"2821"0"0,3 92-1430 0 0,0 23-2046 0 0,0 0-1 0 0,-1 0 1 0 0,1 0-1 0 0,0 0 0 0 0,1 0 1 0 0,-1 0-1 0 0,0 0 1 0 0,0 0-1 0 0,0 0 1 0 0,1 0-1 0 0,-1 0 0 0 0,0 0 1 0 0,1 0-1 0 0,-1 0 1 0 0,1 0-1 0 0,-1 1 1 0 0,1-1-1 0 0,-1 0 1 0 0,2-1-1 0 0,-2 11 737 0 0,2 28-648 0 0,-2 0 0 0 0,-6 44-1 0 0,-17 77 26 0 0,8-66-21 0 0,-27 274 426 0 0,37-265-224 0 0,12 166 0 0 0,-3-239-271 0 0,13 49-1 0 0,0-2 76 0 0,-16-54-1187 0 0,-1-12-4614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4:08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 10978 0 0,'32'-2'3792'0'0,"94"-13"-2325"0"0,-62 2-1164 0 0,1 3-1 0 0,97-4 1 0 0,-10 21 561 0 0,-152-7-873 0 0,-13 0-2946 0 0,-35 0-2103 0 0,30 0 2401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4:09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 16748 0 0,'14'-9'471'0'0,"19"-8"-1406"0"0,-25 13 734 0 0,11 9-188 0 0,-9-1-323 0 0,16-2-1475 0 0,-12-4-158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4:12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194 283 688 0 0,'0'0'940'0'0,"-6"-13"4810"0"0,6 12-5546 0 0,0-1 1 0 0,0 1-1 0 0,0 0 1 0 0,-1 0 0 0 0,1 0-1 0 0,0-1 1 0 0,-1 1-1 0 0,1 0 1 0 0,-1 0-1 0 0,1 0 1 0 0,-1 0 0 0 0,1 0-1 0 0,-1 0 1 0 0,0 0-1 0 0,0 0 1 0 0,1 0 0 0 0,-1 0-1 0 0,0 0 1 0 0,0 1-1 0 0,-1-2 1 0 0,-1 0-43 0 0,0 1 1 0 0,0-1-1 0 0,0 0 0 0 0,0 1 1 0 0,0 0-1 0 0,0 0 1 0 0,-4-1-1 0 0,-5 0 107 0 0,1 0 0 0 0,-1 1 1 0 0,-13 0-1 0 0,-23 4 929 0 0,8-2 188 0 0,74-8-819 0 0,57-7-381 0 0,279-37 281 0 0,-280 47-464 0 0,0 4 0 0 0,93 12-1 0 0,-49-2 42 0 0,205-2 102 0 0,-258-12-98 0 0,1-3 0 0 0,90-20 0 0 0,-80 1 905 0 0,-88 23-916 0 0,-1 0 0 0 0,0 0 0 0 0,0-1 0 0 0,0 0 0 0 0,0 1 0 0 0,-1-1 0 0 0,1 0 0 0 0,-1 0 0 0 0,0 0 0 0 0,2-6-1 0 0,-1 4-55 0 0,1-2 4 0 0,-3 5 17 0 0,0 0 0 0 0,0 0 1 0 0,1 0-1 0 0,-1 0 0 0 0,1 1 1 0 0,0-1-1 0 0,0 1 0 0 0,0-1 1 0 0,0 1-1 0 0,0 0 0 0 0,0-1 1 0 0,1 1-1 0 0,3-2 1 0 0,27-20 38 0 0,-54 67-41 0 0,-22 30 39 0 0,28-45-49 0 0,14-27 23 0 0,0 0 0 0 0,1 1-1 0 0,-1-1 1 0 0,1 0 0 0 0,-1 0-1 0 0,1 0 1 0 0,-1 1 0 0 0,1-1-1 0 0,0 0 1 0 0,-1 0 0 0 0,1 1-1 0 0,0-1 1 0 0,0 0 0 0 0,0 1-1 0 0,0-1 1 0 0,0 0 0 0 0,0 0-1 0 0,0 1 1 0 0,1-1 0 0 0,-1 0-1 0 0,0 1 1 0 0,1-1 0 0 0,-1 0-1 0 0,1 0 1 0 0,0 2 0 0 0,1-1-4 0 0,-1-1 0 0 0,1 1 0 0 0,0-1 0 0 0,0 1-1 0 0,0-1 1 0 0,0 1 0 0 0,0-1 0 0 0,0 0 0 0 0,0 0 0 0 0,0 0 0 0 0,0 0 0 0 0,5 0 0 0 0,4 2 26 0 0,1-1 1 0 0,-1-1 0 0 0,0 0 0 0 0,19-1-1 0 0,-23 0-4 0 0,0-1 0 0 0,0 0 0 0 0,0 0 0 0 0,0-1 1 0 0,0 0-1 0 0,0 0 0 0 0,0 0 0 0 0,-1-1 0 0 0,1 0 0 0 0,9-7 0 0 0,-14 8-23 0 0,0 0 0 0 0,-1 0 1 0 0,0 0-1 0 0,1 0 0 0 0,-1 0 0 0 0,0 0 1 0 0,0-1-1 0 0,0 1 0 0 0,0 0 0 0 0,0-4 1 0 0,5-10-2 0 0,-3 13 0 0 0,-1 0-1 0 0,-1 0 0 0 0,1-1 1 0 0,0 1-1 0 0,-1-1 1 0 0,0 1-1 0 0,0-1 0 0 0,0 0 1 0 0,0 1-1 0 0,-1-1 0 0 0,1 0 1 0 0,-1 0-1 0 0,0 0 0 0 0,0 1 1 0 0,0-1-1 0 0,-1 0 0 0 0,1 0 1 0 0,-1 1-1 0 0,0-1 0 0 0,-1-3 1 0 0,0 5-8 0 0,-1 0-1 0 0,1 1 1 0 0,0-1 0 0 0,0 1 0 0 0,-1 0-1 0 0,1-1 1 0 0,-1 1 0 0 0,-3-1 0 0 0,-6-3-3 0 0,6 2 4 0 0,0 0 0 0 0,0 1 0 0 0,-1-1 0 0 0,1 2 0 0 0,0-1 0 0 0,-1 1 0 0 0,1-1 1 0 0,-1 2-1 0 0,1-1 0 0 0,-1 1 0 0 0,0 0 0 0 0,1 0 0 0 0,-1 1 0 0 0,1 0 0 0 0,-1 0 0 0 0,1 1 0 0 0,0-1 0 0 0,-1 1 0 0 0,1 1 0 0 0,0-1 0 0 0,0 1 0 0 0,0 0 0 0 0,-6 5 0 0 0,7-3 8 0 0,1 0-1 0 0,0 1 0 0 0,1-1 0 0 0,-1 1 0 0 0,1 0 0 0 0,0 0 0 0 0,1 0 0 0 0,-1 0 0 0 0,-1 9 0 0 0,3-14 2 0 0,1 1 0 0 0,-1-1 0 0 0,1 1 0 0 0,0-1 0 0 0,0 1 0 0 0,-1-1 0 0 0,1 1 0 0 0,0-1 0 0 0,1 0 0 0 0,-1 1 0 0 0,0-1-1 0 0,0 1 1 0 0,0-1 0 0 0,1 1 0 0 0,-1-1 0 0 0,1 0 0 0 0,-1 1 0 0 0,1-1 0 0 0,0 0 0 0 0,-1 1 0 0 0,1-1 0 0 0,0 0 0 0 0,0 0 0 0 0,0 0 0 0 0,0 0 0 0 0,0 0 0 0 0,0 0 0 0 0,0 0-1 0 0,0 0 1 0 0,1 0 0 0 0,0 1 0 0 0,2 0 19 0 0,0-1-1 0 0,0 1 0 0 0,0-1 0 0 0,0 1 1 0 0,0-1-1 0 0,0 0 0 0 0,1-1 0 0 0,-1 1 1 0 0,8-1-1 0 0,-12 0-18 0 0,1 0 1 0 0,0 0 0 0 0,-1 0-1 0 0,1 0 1 0 0,-1-1-1 0 0,1 1 1 0 0,-1 0 0 0 0,1 0-1 0 0,-1-1 1 0 0,1 1-1 0 0,-1 0 1 0 0,1-1-1 0 0,-1 1 1 0 0,1 0 0 0 0,-1-1-1 0 0,1 1 1 0 0,-1-1-1 0 0,0 1 1 0 0,1-1 0 0 0,-1 1-11 0 0,0-1 1 0 0,0 1-1 0 0,0 0 1 0 0,0 0-1 0 0,0 0 1 0 0,0-1-1 0 0,0 1 1 0 0,0 0-1 0 0,0 0 1 0 0,0-1-1 0 0,0 1 1 0 0,0 0 0 0 0,0 0-1 0 0,0-1 1 0 0,0 1-1 0 0,0 0 1 0 0,0 0-1 0 0,0 0 1 0 0,0-1-1 0 0,0 1 1 0 0,0 0-1 0 0,-1 0 1 0 0,1 0-1 0 0,0-1 1 0 0,0 1 0 0 0,0 0-1 0 0,0 0 1 0 0,-1 0-1 0 0,1 0 1 0 0,0-1-1 0 0,0 1 1 0 0,0 0-1 0 0,-1 0 1 0 0,1 0-1 0 0,0 0 1 0 0,0 0-1 0 0,0 0 1 0 0,-1 0 0 0 0,1 0-1 0 0,0 0 1 0 0,0 0-1 0 0,-1 0 1 0 0,1-1-1 0 0,0 1 1 0 0,0 0-1 0 0,0 1 1 0 0,-1-1-1 0 0,1 0 1 0 0,0 0 0 0 0,0 0-1 0 0,-1 0 1 0 0,1 0-1 0 0,0 0 1 0 0,0 0-1 0 0,0 0 1 0 0,-1 0-1 0 0,-34 5-74 0 0,34-5 75 0 0,0 0 0 0 0,0 0-1 0 0,0 0 1 0 0,0 1-1 0 0,0-1 1 0 0,1 0-1 0 0,-1 1 1 0 0,0-1 0 0 0,0 0-1 0 0,0 1 1 0 0,1-1-1 0 0,-1 1 1 0 0,0-1-1 0 0,1 1 1 0 0,-1-1 0 0 0,0 1-1 0 0,1 0 1 0 0,-1-1-1 0 0,1 1 1 0 0,-1 0-1 0 0,1 0 1 0 0,-1-1 0 0 0,1 1-1 0 0,-1 0 1 0 0,1 0-1 0 0,0 0 1 0 0,-1-1-1 0 0,1 1 1 0 0,0 0 0 0 0,0 0-1 0 0,0 0 1 0 0,0 0-1 0 0,0 0 1 0 0,0-1-1 0 0,0 1 1 0 0,0 0 0 0 0,0 0-1 0 0,0 0 1 0 0,1 1-1 0 0,0-1 16 0 0,0 0 1 0 0,0 0-1 0 0,1 0 0 0 0,-1 0 0 0 0,1 0 0 0 0,-1 0 0 0 0,0-1 1 0 0,1 1-1 0 0,0 0 0 0 0,-1-1 0 0 0,1 1 0 0 0,-1-1 0 0 0,1 0 1 0 0,0 1-1 0 0,-1-1 0 0 0,1 0 0 0 0,0 0 0 0 0,-1 0 1 0 0,3 0-1 0 0,7-4-5539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4:12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8 278 9434 0 0,'-8'-112'2232'0'0,"10"82"-588"0"0,9-54 0 0 0,-11 82-1543 0 0,1-15 1707 0 0,-1 13-1335 0 0,-1 14-107 0 0,0 33-202 0 0,2 1 0 0 0,2-1 0 0 0,13 65-1 0 0,4 42-31 0 0,-16-73-60 0 0,13 120 291 0 0,-17-197-363 0 0,9 37 305 0 0,0-22 39 0 0,-8-14-329 0 0,-1-1 0 0 0,0 0 0 0 0,1 0 0 0 0,-1 1 0 0 0,1-1 1 0 0,-1 0-1 0 0,1 0 0 0 0,-1 0 0 0 0,1 1 0 0 0,-1-1 0 0 0,0 0 0 0 0,1 0 0 0 0,-1 0 0 0 0,1 0 0 0 0,-1 0 1 0 0,1 0-1 0 0,-1 0 0 0 0,1 0 0 0 0,-1 0 0 0 0,1 0 0 0 0,-1 0 0 0 0,1 0 0 0 0,-1-1 0 0 0,1 1 1 0 0,-1 0-1 0 0,1 0 0 0 0,-1 0 0 0 0,1-1 0 0 0,2-1-4 0 0,-1-1 1 0 0,0 1-1 0 0,0-1 0 0 0,0 0 1 0 0,0 1-1 0 0,-1-1 0 0 0,1 0 1 0 0,-1 0-1 0 0,1 0 1 0 0,-1 0-1 0 0,1-4 0 0 0,2-4 20 0 0,120-322 137 0 0,-90 236-136 0 0,33-71 50 0 0,-55 143-45 0 0,-4 8-2 0 0,1 1-1 0 0,16-25 0 0 0,-17 32-416 0 0,-4 11-2523 0 0,-3 18-3869 0 0,-1-10 6096 0 0,0 12-4230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4:13.0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92 10042 0 0,'0'-3'371'0'0,"-2"-1"0"0"0,1 1 1 0 0,0 0-1 0 0,-1-1 0 0 0,1 1 0 0 0,-4-4 0 0 0,-2-7 424 0 0,6 10-575 0 0,-1-1 127 0 0,0 1 1 0 0,0-1-1 0 0,0 1 0 0 0,0-1 0 0 0,-1 1 1 0 0,0 0-1 0 0,-3-5 0 0 0,5 9-330 0 0,0-1 0 0 0,0 0 0 0 0,0 0 0 0 0,0 1 0 0 0,0-1-1 0 0,-1 1 1 0 0,1-1 0 0 0,0 1 0 0 0,0-1 0 0 0,0 1 0 0 0,-1 0-1 0 0,1 0 1 0 0,0-1 0 0 0,0 1 0 0 0,0 0 0 0 0,-1 0 0 0 0,1 0-1 0 0,0 0 1 0 0,0 1 0 0 0,-1-1 0 0 0,1 0 0 0 0,0 0 0 0 0,0 1 0 0 0,0-1-1 0 0,-1 1 1 0 0,1-1 0 0 0,0 1 0 0 0,0-1 0 0 0,0 1 0 0 0,0 0-1 0 0,0 0 1 0 0,0-1 0 0 0,0 1 0 0 0,0 0 0 0 0,0 1 0 0 0,-3 1-14 0 0,1 0 1 0 0,0 1-1 0 0,0-1 1 0 0,0 1-1 0 0,1 0 1 0 0,-1 0-1 0 0,1 0 1 0 0,-3 8 0 0 0,-13 40 31 0 0,11-30-29 0 0,-6 29 10 0 0,10-40-5 0 0,1 1 0 0 0,-1-1-1 0 0,-1 0 1 0 0,-8 17-1 0 0,10-23 46 0 0,-1 0 0 0 0,1 0-1 0 0,0 1 1 0 0,0-1 0 0 0,0 0-1 0 0,1 1 1 0 0,0-1 0 0 0,0 1-1 0 0,0 0 1 0 0,1-1 0 0 0,0 1-1 0 0,0 0 1 0 0,0-1 0 0 0,1 1-1 0 0,0-1 1 0 0,0 1 0 0 0,0-1-1 0 0,1 1 1 0 0,0-1 0 0 0,0 1-1 0 0,0-1 1 0 0,4 6 0 0 0,-2-8 20 0 0,1 1 1 0 0,-1-1 0 0 0,1 0 0 0 0,0 0-1 0 0,-1 0 1 0 0,2-1 0 0 0,-1 0 0 0 0,10 3-1 0 0,-7-3-18 0 0,-1-2 0 0 0,0 1 0 0 0,0-1 0 0 0,0 0 0 0 0,1 0 0 0 0,-1-1 0 0 0,0 0 0 0 0,0 0 0 0 0,0-1 0 0 0,0 0 0 0 0,0 0 0 0 0,0-1 0 0 0,0 1-1 0 0,8-6 1 0 0,13-4 126 0 0,-22 10-141 0 0,0-1 1 0 0,1 0-1 0 0,-1-1 1 0 0,0 1-1 0 0,0-1 1 0 0,-1-1-1 0 0,1 1 1 0 0,-1-1-1 0 0,0 0 1 0 0,0 0-1 0 0,5-7 1 0 0,-3 1 25 0 0,0 0 1 0 0,0-1 0 0 0,-1 1 0 0 0,-1-1-1 0 0,5-15 1 0 0,-5 14-7 0 0,-3 9-52 0 0,0-1 1 0 0,-1 1-1 0 0,1-1 1 0 0,-1 1-1 0 0,1-1 1 0 0,-1 1-1 0 0,-1-1 1 0 0,1 0-1 0 0,-1 0 1 0 0,0 1-1 0 0,0-1 1 0 0,0 0-1 0 0,0 1 1 0 0,-1-1-1 0 0,0 0 1 0 0,0 1-1 0 0,0-1 1 0 0,-3-5-1 0 0,0 4-31 0 0,1-1 0 0 0,-1 2 0 0 0,-1-1 0 0 0,1 0 0 0 0,-1 1 0 0 0,0 0 0 0 0,0 0 0 0 0,-1 0-1 0 0,1 1 1 0 0,-1 0 0 0 0,0 0 0 0 0,0 0 0 0 0,-1 1 0 0 0,-9-4 0 0 0,0 1-534 0 0,0 0 1 0 0,0 1-1 0 0,0 1 0 0 0,-1 1 1 0 0,-19-2-1 0 0,-1-1-1789 0 0,1-11-1652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4:15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105 121 376 0 0,'0'0'424'0'0,"15"-4"4239"0"0,-6 1-4266 0 0,4-2 256 0 0,-1 1 0 0 0,0-2 0 0 0,0 0 0 0 0,0 0-1 0 0,-1-1 1 0 0,17-13 0 0 0,-10-6 632 0 0,-17 24-1194 0 0,0 1 0 0 0,0-1 1 0 0,0 1-1 0 0,0-1 0 0 0,0 1 1 0 0,-1-1-1 0 0,1 0 0 0 0,0 1 1 0 0,-1-1-1 0 0,0 0 0 0 0,1 0 1 0 0,-1 0-1 0 0,0 1 0 0 0,0-1 1 0 0,0-2-1 0 0,-1 3-63 0 0,1 1 0 0 0,-1-1-1 0 0,0 1 1 0 0,1 0 0 0 0,-1-1 0 0 0,0 1-1 0 0,0-1 1 0 0,0 1 0 0 0,1 0 0 0 0,-1 0-1 0 0,0-1 1 0 0,0 1 0 0 0,0 0-1 0 0,0 0 1 0 0,1 0 0 0 0,-1 0 0 0 0,0 0-1 0 0,0 0 1 0 0,0 0 0 0 0,0 0 0 0 0,1 1-1 0 0,-1-1 1 0 0,-1 1 0 0 0,-22 6 112 0 0,22-6-129 0 0,-8 3 45 0 0,1 1-1 0 0,0 0 1 0 0,-11 9-1 0 0,17-11-45 0 0,0 0-1 0 0,0 0 1 0 0,0 1-1 0 0,1-1 0 0 0,-1 0 1 0 0,1 1-1 0 0,-1 0 1 0 0,1 0-1 0 0,0 0 1 0 0,-2 8-1 0 0,-8 20 26 0 0,3-7-19 0 0,1-1 0 0 0,0 1 0 0 0,2 1 0 0 0,1 0 0 0 0,-2 26 0 0 0,6-42 3 0 0,0 0 1 0 0,-1-1 0 0 0,-1 1-1 0 0,-6 17 1 0 0,6-18-3 0 0,0 0 1 0 0,0 1-1 0 0,1 0 1 0 0,-2 16-1 0 0,3-17 36 0 0,1 1-1 0 0,0-1 1 0 0,0 0 0 0 0,1 1-1 0 0,1-1 1 0 0,-1 0 0 0 0,2 0-1 0 0,-1 0 1 0 0,1 0-1 0 0,0 0 1 0 0,1-1 0 0 0,0 1-1 0 0,1-1 1 0 0,5 9 0 0 0,-6-14-14 0 0,-1-1 0 0 0,1 1 0 0 0,0-1 0 0 0,0 1 1 0 0,0-1-1 0 0,1 0 0 0 0,-1 0 0 0 0,0-1 0 0 0,1 0 1 0 0,-1 1-1 0 0,1-1 0 0 0,0-1 0 0 0,8 1 1 0 0,25 7 116 0 0,-14 1-91 0 0,-17-6-42 0 0,-1 0 0 0 0,1 0 0 0 0,0-1 0 0 0,0 0 0 0 0,0-1 0 0 0,1 1 0 0 0,-1-1 0 0 0,0-1 0 0 0,0 1 0 0 0,14-2 0 0 0,-7-2 21 0 0,1-1 1 0 0,-1 0-1 0 0,20-9 1 0 0,19-5 89 0 0,-53 18-134 0 0,6-1 8 0 0,-1 0 0 0 0,0-1 0 0 0,0 1 0 0 0,1-1 1 0 0,-1 0-1 0 0,0 0 0 0 0,-1-1 0 0 0,1 0 0 0 0,0 0 0 0 0,-1 0 0 0 0,8-6 0 0 0,5-8 29 0 0,0 0 1 0 0,-2-2 0 0 0,0 0-1 0 0,25-40 1 0 0,-32 44-17 0 0,-1-1 1 0 0,0 0 0 0 0,-1 0 0 0 0,0 0 0 0 0,-2 0 0 0 0,0-1 0 0 0,3-32 0 0 0,-5 40-8 0 0,-1 0 0 0 0,1 0 0 0 0,1 0 1 0 0,3-8-1 0 0,-4 11-8 0 0,0 1 0 0 0,0 0 0 0 0,0-1 1 0 0,-1 1-1 0 0,1-1 0 0 0,-2 0 0 0 0,1 1 0 0 0,0-1 1 0 0,-1 0-1 0 0,0 0 0 0 0,-1 1 0 0 0,1-1 0 0 0,-1 0 1 0 0,-2-5-1 0 0,3 8-1 0 0,-1 0 1 0 0,0 1-1 0 0,0-1 1 0 0,-1 0-1 0 0,1 1 1 0 0,-1-1 0 0 0,1 1-1 0 0,-1 0 1 0 0,0-1-1 0 0,1 1 1 0 0,-1 0-1 0 0,-1 0 1 0 0,1 0-1 0 0,0 0 1 0 0,-4-2-1 0 0,1 1 3 0 0,-1 1-1 0 0,0-1 0 0 0,0 1 1 0 0,0 1-1 0 0,-9-2 0 0 0,-25-8-39 0 0,25 5 23 0 0,7 3 7 0 0,-1-1 0 0 0,0 1 0 0 0,0 0-1 0 0,0 1 1 0 0,0 0 0 0 0,0 1 0 0 0,-1 0 0 0 0,1 0-1 0 0,-12 1 1 0 0,7 1-5 0 0,-1 2 0 0 0,1 0 0 0 0,0 0 1 0 0,0 1-1 0 0,0 1 0 0 0,-22 11 0 0 0,-9 1 25 0 0,35-14-17 0 0,1 1 0 0 0,0-1 1 0 0,-1 1-1 0 0,-14 10 0 0 0,0 3-1 0 0,0 0 0 0 0,2 2 0 0 0,0 1 0 0 0,1 1 0 0 0,1 1 0 0 0,-31 43 0 0 0,20-11-115 0 0,31-53 114 0 0,0-1-1 0 0,-1 1 1 0 0,1 0-1 0 0,0 0 1 0 0,-1-1-1 0 0,1 1 1 0 0,0 0-1 0 0,0 0 1 0 0,0-1-1 0 0,0 1 1 0 0,0 0-1 0 0,-1 0 1 0 0,1 0-1 0 0,1-1 1 0 0,-1 1-1 0 0,0 0 1 0 0,0 0-1 0 0,0 0 1 0 0,0-1-1 0 0,1 1 1 0 0,-1 0-1 0 0,0-1 1 0 0,0 1-1 0 0,1 0 1 0 0,-1 0-1 0 0,1-1 1 0 0,-1 1-1 0 0,1 0 1 0 0,-1-1-1 0 0,1 1 1 0 0,-1-1-1 0 0,1 1 1 0 0,-1-1-1 0 0,1 1 1 0 0,0-1 0 0 0,-1 1-1 0 0,1-1 1 0 0,0 0-1 0 0,0 1 1 0 0,-1-1-1 0 0,1 0 1 0 0,1 1-1 0 0,3 0 21 0 0,1 1-1 0 0,-1-1 1 0 0,0 0 0 0 0,10 1 0 0 0,-14-2-19 0 0,17 0 38 0 0,-1 0 1 0 0,1-1 0 0 0,19-3-1 0 0,-24 1-17 0 0,0 2-1 0 0,0 0 0 0 0,0 0 1 0 0,-1 1-1 0 0,1 1 1 0 0,22 3-1 0 0,-25-1-5 0 0,-1 0-1 0 0,1 0 1 0 0,13 8 0 0 0,-19-9-12 0 0,0 0-1 0 0,0 0 1 0 0,-1 0 0 0 0,1 1 0 0 0,-1 0 0 0 0,0-1-1 0 0,0 1 1 0 0,0 0 0 0 0,0 1 0 0 0,3 3-1 0 0,6 13 54 0 0,0-1 0 0 0,18 22-1 0 0,-25-35-34 0 0,0 0-1 0 0,1-1 1 0 0,0 0-1 0 0,-1 0 1 0 0,2 0-1 0 0,-1-1 1 0 0,0 0-1 0 0,1 0 1 0 0,0-1-1 0 0,10 5 1 0 0,17 6 90 0 0,-28-10-828 0 0,-1-2-1 0 0,1 1 0 0 0,0-1 0 0 0,0 1 1 0 0,0-2-1 0 0,0 1 0 0 0,0-1 0 0 0,13 2 1 0 0,10-4-2762 0 0,-16 0 1064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4:16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18 161 5993 0 0,'-3'-45'2495'0'0,"2"33"-1922"0"0,0 0 0 0 0,0 0 0 0 0,3-23 0 0 0,-2 28-392 0 0,0 4 99 0 0,0 1-1 0 0,0 0 1 0 0,1-1-1 0 0,-1 1 1 0 0,0 0-1 0 0,1 0 1 0 0,-1 0-1 0 0,1-1 1 0 0,0 1 0 0 0,0 0-1 0 0,0 0 1 0 0,0 0-1 0 0,0 0 1 0 0,0 0-1 0 0,3-3 1 0 0,-4 5-256 0 0,0 0-1 0 0,0 0 1 0 0,1 0 0 0 0,-1 0-1 0 0,0 1 1 0 0,1-1 0 0 0,-1 0-1 0 0,0 0 1 0 0,0 0 0 0 0,1 0 0 0 0,-1 0-1 0 0,0 1 1 0 0,1-1 0 0 0,-1 0-1 0 0,0 0 1 0 0,0 1 0 0 0,0-1-1 0 0,1 0 1 0 0,-1 0 0 0 0,0 1-1 0 0,0-1 1 0 0,0 0 0 0 0,0 0-1 0 0,0 1 1 0 0,1-1 0 0 0,-1 0 0 0 0,0 1-1 0 0,0-1 1 0 0,0 0 0 0 0,0 0-1 0 0,0 1 1 0 0,0-1 0 0 0,0 0-1 0 0,0 1 1 0 0,0-1 0 0 0,0 0-1 0 0,0 1 1 0 0,6 20 102 0 0,-1-1 0 0 0,-1 1 1 0 0,-1 1-1 0 0,0-1 0 0 0,-2 41 0 0 0,-15 116 74 0 0,8-116-175 0 0,-15 67 241 0 0,9-74-2887 0 0,11-49 583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4:17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155 216 3385 0 0,'2'-23'2827'0'0,"1"11"-2596"0"0,1 0 0 0 0,0 1 0 0 0,8-17 0 0 0,-8 20 136 0 0,0 0 0 0 0,-1 0 0 0 0,1 0 0 0 0,-2 0 0 0 0,1 0-1 0 0,-2-1 1 0 0,1 1 0 0 0,0-11 0 0 0,-2 18-355 0 0,0 1 0 0 0,0 0 0 0 0,0 0 0 0 0,0-1 0 0 0,0 1 0 0 0,0 0 0 0 0,-1 0 0 0 0,1-1-1 0 0,0 1 1 0 0,0 0 0 0 0,0 0 0 0 0,0-1 0 0 0,-1 1 0 0 0,1 0 0 0 0,0 0 0 0 0,0 0 0 0 0,0 0 0 0 0,-1-1 0 0 0,1 1-1 0 0,0 0 1 0 0,0 0 0 0 0,-1 0 0 0 0,1 0 0 0 0,0 0 0 0 0,-1 0 0 0 0,1-1 0 0 0,0 1 0 0 0,0 0 0 0 0,-1 0 0 0 0,1 0-1 0 0,0 0 1 0 0,0 0 0 0 0,-1 0 0 0 0,1 0 0 0 0,0 0 0 0 0,-1 0 0 0 0,1 1 0 0 0,0-1 0 0 0,-1 0 0 0 0,-12 3 126 0 0,11-3-105 0 0,-2 1 7 0 0,1 0-1 0 0,-1 0 1 0 0,1 1-1 0 0,-1-1 1 0 0,1 1-1 0 0,-1 0 1 0 0,1 0-1 0 0,0 0 1 0 0,0 0-1 0 0,-4 4 1 0 0,2-1-6 0 0,1 1 1 0 0,0-1-1 0 0,1 1 1 0 0,-1-1-1 0 0,-2 9 1 0 0,-10 18 176 0 0,2 0-1 0 0,1 2 1 0 0,2-1 0 0 0,1 2-1 0 0,-7 47 1 0 0,16-76-158 0 0,-1 0-1 0 0,1-1 1 0 0,-1 1 0 0 0,-1 0 0 0 0,-3 7-1 0 0,3-7-17 0 0,0 0 0 0 0,1 0 1 0 0,-1 0-1 0 0,1 0 0 0 0,-1 8 0 0 0,2-6 41 0 0,1 1 1 0 0,-1-1-1 0 0,1 1 0 0 0,2 16 1 0 0,-1-21-33 0 0,0 0 1 0 0,0 0 0 0 0,0 0 0 0 0,0 0 0 0 0,1 0 0 0 0,-1 0 0 0 0,1 0 0 0 0,0 0 0 0 0,0-1 0 0 0,0 1 0 0 0,1-1 0 0 0,2 4-1 0 0,-2-5 15 0 0,0 0-1 0 0,0 0 0 0 0,1 0 0 0 0,-1 0 0 0 0,0-1 1 0 0,4 2-1 0 0,5 2 73 0 0,-8-3-101 0 0,0 0-1 0 0,0 0 1 0 0,0-1-1 0 0,0 0 1 0 0,1 1 0 0 0,-1-1-1 0 0,1-1 1 0 0,-1 1-1 0 0,1-1 1 0 0,-1 0-1 0 0,1 0 1 0 0,-1 0 0 0 0,1 0-1 0 0,4-2 1 0 0,2-1 9 0 0,1 0 1 0 0,-1-2 0 0 0,19-8 0 0 0,18-7 84 0 0,-41 17-110 0 0,0 1 0 0 0,-1-1 0 0 0,1 0 1 0 0,-1 0-1 0 0,1-1 0 0 0,-1 1 0 0 0,0-2 0 0 0,-1 1 0 0 0,1-1 0 0 0,-1 1 0 0 0,0-1 1 0 0,0-1-1 0 0,0 1 0 0 0,-1-1 0 0 0,0 0 0 0 0,0 0 0 0 0,0 0 0 0 0,-1 0 0 0 0,0-1 1 0 0,0 0-1 0 0,3-13 0 0 0,14-58 71 0 0,-19 69-69 0 0,2 1 0 0 0,-1-1 1 0 0,8-15-1 0 0,-7 17-11 0 0,0 0 0 0 0,-1 0 1 0 0,1 0-1 0 0,-1 0 0 0 0,-1-1 0 0 0,2-9 0 0 0,-3 7 2 0 0,0 0-1 0 0,0 0 1 0 0,-1 1-1 0 0,0-1 0 0 0,-1 0 1 0 0,0 1-1 0 0,0-1 0 0 0,-1 1 1 0 0,-1 0-1 0 0,1 0 0 0 0,-1 0 1 0 0,-9-14-1 0 0,2 5-2 0 0,10 15-4 0 0,-1 0 1 0 0,1 0 0 0 0,-1 0 0 0 0,0 0-1 0 0,0 0 1 0 0,0 0 0 0 0,0 1 0 0 0,-1-1-1 0 0,1 1 1 0 0,-1-1 0 0 0,1 1 0 0 0,-1 0-1 0 0,0 0 1 0 0,0 0 0 0 0,0 0 0 0 0,0 1 0 0 0,0-1-1 0 0,0 1 1 0 0,-6-2 0 0 0,-24-10-10 0 0,30 11 4 0 0,0 0 1 0 0,0 0-1 0 0,0 1 0 0 0,0 0 1 0 0,0-1-1 0 0,0 1 1 0 0,0 0-1 0 0,0 1 1 0 0,0-1-1 0 0,-1 0 1 0 0,1 1-1 0 0,0 0 1 0 0,0 0-1 0 0,-1 0 1 0 0,1 0-1 0 0,0 0 1 0 0,0 1-1 0 0,-1-1 1 0 0,1 1-1 0 0,0 0 1 0 0,0 0-1 0 0,-6 3 0 0 0,5-2 1 0 0,1 0 0 0 0,-1 1 0 0 0,1-1 0 0 0,-1 1 0 0 0,1 0 0 0 0,0 0-1 0 0,0 0 1 0 0,0 0 0 0 0,1 1 0 0 0,-1-1 0 0 0,1 1 0 0 0,-1 0-1 0 0,-2 6 1 0 0,2-1 3 0 0,1-1-1 0 0,-1 1 0 0 0,2 0 1 0 0,-1-1-1 0 0,0 17 0 0 0,1-18-1 0 0,0-1-1 0 0,0 0 0 0 0,-1 1 0 0 0,0-1 1 0 0,0 0-1 0 0,-4 7 0 0 0,3-6 4 0 0,0 0 1 0 0,0-1-1 0 0,1 1 0 0 0,-2 15 0 0 0,3-14 1 0 0,1 1 1 0 0,0 0-1 0 0,1 0 0 0 0,0 0 0 0 0,0-1 1 0 0,1 1-1 0 0,0 0 0 0 0,1-1 0 0 0,0 1 1 0 0,0-1-1 0 0,1 0 0 0 0,6 10 0 0 0,-4-4 2 0 0,-2-9 23 0 0,0 0 0 0 0,0 0 0 0 0,0 0 0 0 0,0-1 0 0 0,1 0 0 0 0,0 0 0 0 0,0 0 0 0 0,0-1 0 0 0,9 6 0 0 0,9 6 101 0 0,1 1 112 0 0,0-1 0 0 0,1-2-1 0 0,1 0 1 0 0,50 16 0 0 0,-70-27-219 0 0,-1 1 0 0 0,1-1 0 0 0,-1 1 0 0 0,1 0-1 0 0,-1 0 1 0 0,0 1 0 0 0,-1-1 0 0 0,1 1 0 0 0,-1 0 0 0 0,1 1-1 0 0,-1-1 1 0 0,0 1 0 0 0,-1 0 0 0 0,1 0 0 0 0,-1 0-1 0 0,0 0 1 0 0,0 0 0 0 0,-1 1 0 0 0,4 8 0 0 0,7 14-311 0 0,-7-17-3993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4:17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14 113 9730 0 0,'-1'-1'75'0'0,"0"1"-1"0"0,0-1 0 0 0,0 0 1 0 0,0 0-1 0 0,0 0 1 0 0,0 0-1 0 0,0-1 1 0 0,1 1-1 0 0,-1 0 0 0 0,0 0 1 0 0,0 0-1 0 0,1-1 1 0 0,-1 1-1 0 0,1 0 1 0 0,-1-1-1 0 0,1 1 1 0 0,0-1-1 0 0,-1 1 0 0 0,1 0 1 0 0,0-1-1 0 0,0 1 1 0 0,0-1-1 0 0,0 1 1 0 0,0 0-1 0 0,0-1 0 0 0,1 1 1 0 0,-1-1-1 0 0,0 1 1 0 0,1 0-1 0 0,-1-1 1 0 0,1 1-1 0 0,-1 0 1 0 0,1-1-1 0 0,0 1 0 0 0,0 0 1 0 0,-1 0-1 0 0,1 0 1 0 0,0 0-1 0 0,2-2 1 0 0,4-3 163 0 0,-1 1 1 0 0,1 0 0 0 0,0 1 0 0 0,0 0 0 0 0,13-6 0 0 0,-7 4-162 0 0,-7 3 0 0 0,31-13 148 0 0,-35 15-222 0 0,0 1 0 0 0,0-1 0 0 0,0 1 0 0 0,0 0 0 0 0,0 0 0 0 0,0 0 0 0 0,0 0 0 0 0,0 0 0 0 0,0 0 0 0 0,0 0 0 0 0,1 1 0 0 0,-1-1 0 0 0,0 1 0 0 0,0-1 0 0 0,0 1 0 0 0,3 2 0 0 0,-4-2-5 0 0,0-1 0 0 0,0 1 1 0 0,0 0-1 0 0,-1 0 0 0 0,1 0 0 0 0,0 0 0 0 0,-1 0 0 0 0,1 0 1 0 0,0 0-1 0 0,-1 0 0 0 0,1 0 0 0 0,-1 0 0 0 0,0 0 0 0 0,1 0 1 0 0,-1 0-1 0 0,0 0 0 0 0,0 0 0 0 0,1 1 0 0 0,-1-1 0 0 0,0 1 1 0 0,2 11 2 0 0,5 6-1 0 0,-3-12 11 0 0,-1 0 1 0 0,-1 0-1 0 0,1 1 0 0 0,-1-1 0 0 0,-1 1 0 0 0,1 0 0 0 0,-1-1 0 0 0,-1 1 0 0 0,1 0 0 0 0,-1 0 0 0 0,-2 14 0 0 0,-3-5 24 0 0,0 0 0 0 0,-1-1 0 0 0,-1 0 0 0 0,0 0-1 0 0,-2 0 1 0 0,-16 23 0 0 0,-15 34 885 0 0,36-68-641 0 0,0 1-1 0 0,0 0 1 0 0,1 0 0 0 0,0 0-1 0 0,0 1 1 0 0,-3 9-1 0 0,6-16-257 0 0,0 0 0 0 0,0 1 0 0 0,0-1 0 0 0,0 1 0 0 0,0-1 0 0 0,0 0 0 0 0,0 1 0 0 0,1-1 0 0 0,-1 0 0 0 0,0 1 0 0 0,0-1 0 0 0,0 0 0 0 0,1 0 0 0 0,-1 1 0 0 0,0-1 0 0 0,0 0 0 0 0,1 0 0 0 0,-1 1 0 0 0,0-1 0 0 0,0 0 0 0 0,1 0 0 0 0,-1 0-1 0 0,0 1 1 0 0,1-1 0 0 0,-1 0 0 0 0,0 0 0 0 0,1 0 0 0 0,-1 0 0 0 0,0 0 0 0 0,1 0 0 0 0,-1 0 0 0 0,1 0 0 0 0,15 3 7 0 0,-14-3 6 0 0,28 2 12 0 0,0-2 0 0 0,-1-2 0 0 0,1 0 0 0 0,45-11 0 0 0,38-3-703 0 0,-54 9-3088 0 0,-39 4 760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4:18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421 359 1704 0 0,'0'-14'1249'0'0,"0"-29"189"0"0,-2 1-1 0 0,-2-1 1 0 0,-1 0 0 0 0,-23-79 0 0 0,28 120-1399 0 0,-1 0 0 0 0,0-1 0 0 0,-1 1 0 0 0,1 0 0 0 0,0 0 0 0 0,0 0-1 0 0,-1 0 1 0 0,0 0 0 0 0,1 0 0 0 0,-1 0 0 0 0,0 1 0 0 0,0-1 0 0 0,0 1 0 0 0,0-1 0 0 0,0 1 0 0 0,0 0 0 0 0,0 0-1 0 0,0-1 1 0 0,0 1 0 0 0,-1 1 0 0 0,1-1 0 0 0,0 0 0 0 0,-1 1 0 0 0,1-1 0 0 0,-1 1 0 0 0,1 0 0 0 0,-1 0-1 0 0,1 0 1 0 0,-1 0 0 0 0,1 0 0 0 0,0 0 0 0 0,-1 1 0 0 0,1-1 0 0 0,-4 2 0 0 0,-1 0 23 0 0,0 0 1 0 0,0 0-1 0 0,0 1 1 0 0,-10 6-1 0 0,-6 3 101 0 0,15-7-137 0 0,0 0 0 0 0,0 0 0 0 0,1 1 0 0 0,0 1 0 0 0,1-1 0 0 0,-1 1 0 0 0,1 0 0 0 0,0 0 0 0 0,1 1 0 0 0,-5 8 0 0 0,-18 21 54 0 0,17-24-9 0 0,0 0 0 0 0,0 1 0 0 0,1 1 0 0 0,1-1 1 0 0,1 2-1 0 0,0-1 0 0 0,1 1 0 0 0,0 0 0 0 0,1 1 0 0 0,-3 16 0 0 0,7-25-52 0 0,0 0 1 0 0,-1 0 0 0 0,0-1-1 0 0,-5 11 1 0 0,5-11-1 0 0,-1 0 0 0 0,1 1 0 0 0,1-1 0 0 0,-1 0 0 0 0,0 9 0 0 0,2-7 20 0 0,0 0 1 0 0,1 0-1 0 0,0 0 0 0 0,1 0 1 0 0,-1 0-1 0 0,2 0 1 0 0,0 0-1 0 0,0 0 0 0 0,0 0 1 0 0,1-1-1 0 0,0 1 0 0 0,1-1 1 0 0,0 0-1 0 0,0 0 1 0 0,1 0-1 0 0,9 11 0 0 0,-12-16-3 0 0,1-1-1 0 0,-1 0 0 0 0,1-1 0 0 0,-1 1 0 0 0,1 0 0 0 0,-1-1 1 0 0,1 1-1 0 0,0-1 0 0 0,0 0 0 0 0,0 0 0 0 0,-1 0 1 0 0,1 0-1 0 0,0-1 0 0 0,0 1 0 0 0,1-1 0 0 0,3 0 0 0 0,25 7 221 0 0,-9 2-87 0 0,-16-6-117 0 0,0 0-1 0 0,0-1 1 0 0,0 1-1 0 0,0-1 0 0 0,0-1 1 0 0,1 0-1 0 0,-1 0 1 0 0,9 0-1 0 0,-2-2 10 0 0,-1-1-1 0 0,0 0 1 0 0,0-1 0 0 0,0-1-1 0 0,-1 0 1 0 0,1-1 0 0 0,21-11-1 0 0,7-2 60 0 0,-33 14-100 0 0,0 0 0 0 0,0-1-1 0 0,0 0 1 0 0,-1 0-1 0 0,0 0 1 0 0,0-1-1 0 0,0-1 1 0 0,-1 1-1 0 0,0-1 1 0 0,0 0-1 0 0,0 0 1 0 0,-1-1-1 0 0,6-11 1 0 0,-4 5 5 0 0,0 0 0 0 0,-2 0-1 0 0,1 0 1 0 0,-2-1 0 0 0,0 0 0 0 0,0 0 0 0 0,1-20 0 0 0,-4 26-8 0 0,1 0 0 0 0,0-1 0 0 0,1 1 0 0 0,3-9 1 0 0,-2 10-13 0 0,-1-1 0 0 0,-1 0 0 0 0,1 1 0 0 0,-2-1 1 0 0,2-11-1 0 0,-3 9 5 0 0,0 0 0 0 0,0 0 0 0 0,-1 0 0 0 0,-1 0 0 0 0,0 0 0 0 0,-1 0 0 0 0,0 0 0 0 0,0 0 0 0 0,-1 1 0 0 0,-1 0 0 0 0,-6-12 0 0 0,3 7-2 0 0,6 10-10 0 0,0 1 0 0 0,0 0 0 0 0,-1 1 0 0 0,1-1-1 0 0,-1 0 1 0 0,0 1 0 0 0,0-1 0 0 0,0 1 0 0 0,0 0 0 0 0,0 0-1 0 0,-1 0 1 0 0,1 0 0 0 0,-1 1 0 0 0,0-1 0 0 0,0 1 0 0 0,0 0-1 0 0,-5-2 1 0 0,-27-9-15 0 0,22 7 21 0 0,0 1 0 0 0,0 0 0 0 0,-22-3-1 0 0,30 7-14 0 0,0 1 0 0 0,0 0 0 0 0,0 0-1 0 0,0 0 1 0 0,0 1 0 0 0,0-1 0 0 0,0 1-1 0 0,1 1 1 0 0,-1-1 0 0 0,0 1 0 0 0,0 0-1 0 0,-6 4 1 0 0,8-4 2 0 0,0 0 0 0 0,1 0 0 0 0,-1 0 0 0 0,1 1 0 0 0,0-1 1 0 0,-1 1-1 0 0,1 0 0 0 0,0-1 0 0 0,1 2 0 0 0,-1-1 0 0 0,1 0 0 0 0,-1 0 0 0 0,1 1 0 0 0,0-1 0 0 0,0 1 0 0 0,0 0 0 0 0,1 0 0 0 0,-1 0 0 0 0,1 0 0 0 0,0 0 0 0 0,0 0 0 0 0,1 0 0 0 0,-1 5 1 0 0,-1 0-5 0 0,0 0 0 0 0,-1 0 0 0 0,-4 10 0 0 0,5-15 14 0 0,0 0-1 0 0,1 0 1 0 0,-1 0 0 0 0,1 1 0 0 0,0-1-1 0 0,0 1 1 0 0,0-1 0 0 0,1 1 0 0 0,-1-1-1 0 0,1 1 1 0 0,0-1 0 0 0,0 1 0 0 0,1 0-1 0 0,-1-1 1 0 0,1 1 0 0 0,0-1 0 0 0,1 0-1 0 0,2 8 1 0 0,4 2 16 0 0,0-1 0 0 0,1 0 0 0 0,0-1 0 0 0,1 0 0 0 0,1-1 0 0 0,0 0 0 0 0,0 0 0 0 0,23 15 0 0 0,-12-9 60 0 0,6 7 48 0 0,-1 2 0 0 0,-2 1 1 0 0,0 0-1 0 0,-2 2 0 0 0,21 32 1 0 0,-23-30 410 0 0,1 1-4849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4:19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178 206 8834 0 0,'-10'-9'397'0'0,"1"-1"1"0"0,0-1-1 0 0,1 0 1 0 0,-9-15-1 0 0,16 25-354 0 0,1-1 1 0 0,-1 0-1 0 0,1 1 1 0 0,0-1-1 0 0,-1 0 1 0 0,1 1-1 0 0,0-1 1 0 0,0 0-1 0 0,0 0 1 0 0,0 1-1 0 0,0-1 1 0 0,1 0-1 0 0,-1 0 1 0 0,0 1-1 0 0,1-1 1 0 0,-1 0-1 0 0,1 1 1 0 0,0-1-1 0 0,-1 1 1 0 0,1-1-1 0 0,0 1 1 0 0,0-1-1 0 0,0 1 1 0 0,2-2-1 0 0,0-1 42 0 0,0 0-1 0 0,0 1 0 0 0,1-1 1 0 0,0 1-1 0 0,0 0 0 0 0,7-5 1 0 0,3 1 64 0 0,-1 0 1 0 0,1 1 0 0 0,1 0 0 0 0,-1 1-1 0 0,1 1 1 0 0,24-4 0 0 0,1-4-39 0 0,-36 10-108 0 0,0 0 0 0 0,0 0 0 0 0,0 1 0 0 0,1 0 0 0 0,-1-1 1 0 0,0 1-1 0 0,1 1 0 0 0,-1-1 0 0 0,1 1 0 0 0,-1 0 0 0 0,1 0 1 0 0,-1 0-1 0 0,0 0 0 0 0,1 1 0 0 0,6 1 0 0 0,-10-1 0 0 0,1 0 0 0 0,-1 0 0 0 0,1 0-1 0 0,-1 0 1 0 0,1 0 0 0 0,-1 0 0 0 0,0 1 0 0 0,0-1-1 0 0,0 0 1 0 0,0 1 0 0 0,0-1 0 0 0,0 1 0 0 0,0-1-1 0 0,0 1 1 0 0,0 0 0 0 0,-1-1 0 0 0,1 1 0 0 0,-1 0-1 0 0,1-1 1 0 0,-1 1 0 0 0,0 0 0 0 0,1 2 0 0 0,2 10 32 0 0,4 4-6 0 0,-5-13-17 0 0,1 1-1 0 0,-1-1 0 0 0,0 1 0 0 0,-1 0 0 0 0,1 0 0 0 0,-1 0 0 0 0,0 0 0 0 0,0 0 1 0 0,-1 0-1 0 0,0 0 0 0 0,0 0 0 0 0,-1 0 0 0 0,1 0 0 0 0,-3 10 0 0 0,0-9 13 0 0,0 0-1 0 0,0 0 0 0 0,-1-1 1 0 0,0 0-1 0 0,0 1 1 0 0,0-1-1 0 0,-1-1 0 0 0,1 1 1 0 0,-2-1-1 0 0,1 1 0 0 0,0-1 1 0 0,-1-1-1 0 0,0 1 1 0 0,0-1-1 0 0,-8 4 0 0 0,-9 4 141 0 0,0-1-1 0 0,0-2 0 0 0,-28 9 0 0 0,-100 19 276 0 0,133-31-350 0 0,18-5-90 0 0,-1-1 1 0 0,1 0 0 0 0,-1 0 0 0 0,1 0 0 0 0,-1 1 0 0 0,1-1 0 0 0,-1 0 0 0 0,1 0 0 0 0,-1 1-1 0 0,1-1 1 0 0,-1 0 0 0 0,1 1 0 0 0,-1-1 0 0 0,1 1 0 0 0,0-1 0 0 0,-1 1 0 0 0,1-1-1 0 0,0 0 1 0 0,-1 1 0 0 0,1 0 0 0 0,0-1 0 0 0,0 1 0 0 0,-1-1 0 0 0,1 1 0 0 0,0-1-1 0 0,0 2 1 0 0,2-1-4 0 0,1 0 0 0 0,-1 0-1 0 0,1 0 1 0 0,0 0-1 0 0,-1 0 1 0 0,1-1 0 0 0,0 1-1 0 0,-1-1 1 0 0,1 0 0 0 0,0 1-1 0 0,4-2 1 0 0,-1 2-2 0 0,133 2-29 0 0,-86-3 56 0 0,81 10-1 0 0,-92-3 254 0 0,75 21 0 0 0,-117-28-253 0 0,1 1-1 0 0,-1-1 0 0 0,1 0 1 0 0,-1 1-1 0 0,1-1 0 0 0,-1 0 1 0 0,1 1-1 0 0,-1-1 0 0 0,1 1 1 0 0,-1-1-1 0 0,0 1 0 0 0,1-1 1 0 0,-1 1-1 0 0,0 0 0 0 0,1-1 1 0 0,-1 1-1 0 0,0-1 0 0 0,0 1 0 0 0,0 0 1 0 0,1-1-1 0 0,-1 1 0 0 0,0 0 1 0 0,0-1-1 0 0,0 1 0 0 0,0-1 1 0 0,0 1-1 0 0,0 0 0 0 0,0-1 1 0 0,0 1-1 0 0,-1 0 0 0 0,1-1 1 0 0,0 1-1 0 0,0-1 0 0 0,0 1 1 0 0,-1 0-1 0 0,1 0 0 0 0,-1 1 15 0 0,0 0 0 0 0,0 0 0 0 0,0 0 1 0 0,0 0-1 0 0,0 0 0 0 0,0-1 0 0 0,0 1 0 0 0,-1 0 0 0 0,1-1 0 0 0,-3 3 0 0 0,-11 4 44 0 0,0-1 1 0 0,0 0-1 0 0,0-2 0 0 0,-1 0 0 0 0,-21 5 1 0 0,4-2 24 0 0,-243 57 87 0 0,156-45-2873 0 0,77-12 575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1:45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43 360 608 0 0,'0'0'164'0'0,"0"-21"2327"0"0,-3-39 23 0 0,-10-63 0 0 0,9 97-1941 0 0,-1-10 843 0 0,-1-45 0 0 0,6 80-1360 0 0,0 1 0 0 0,0-1 0 0 0,0 0 0 0 0,-1 0-1 0 0,1 0 1 0 0,0 1 0 0 0,0-1 0 0 0,-1 0 0 0 0,1 0 0 0 0,0 0 0 0 0,-1 1 0 0 0,1-1 0 0 0,-1 0 0 0 0,1 1 0 0 0,-2-2 0 0 0,-1 2 417 0 0,1 9-233 0 0,18 431 346 0 0,1-291-332 0 0,11 191 1097 0 0,-28-283-158 0 0,26-71-1163 0 0,-5 4-14 0 0,0 2 0 0 0,1 0-1 0 0,0 2 1 0 0,0 0 0 0 0,0 2 0 0 0,29-3-1 0 0,-8 4 18 0 0,0 2-1 0 0,61 6 0 0 0,17 16-19 0 0,-88-13 9 0 0,17 7-49 0 0,-35-10 122 0 0,0 0 0 0 0,21 3-1 0 0,-32-7-514 0 0,1-1 1 0 0,0 0-1 0 0,0 0 0 0 0,0 0 1 0 0,0 0-1 0 0,9-3 0 0 0,-11 2-1752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1:45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2 7482 0 0,'-8'0'1467'0'0,"-71"-2"2895"0"0,79 2-4336 0 0,0 0 1 0 0,-1 0-1 0 0,1 0 1 0 0,0 0-1 0 0,0 0 1 0 0,-1 0-1 0 0,1 0 1 0 0,0 0-1 0 0,0 0 1 0 0,-1 1-1 0 0,1-1 1 0 0,0 0-1 0 0,0 0 1 0 0,0 0-1 0 0,-1 0 1 0 0,1 0-1 0 0,0 0 0 0 0,0 0 1 0 0,0 1-1 0 0,-1-1 1 0 0,1 0-1 0 0,0 0 1 0 0,0 0-1 0 0,0 0 1 0 0,0 1-1 0 0,-1-1 1 0 0,1 0-1 0 0,0 0 1 0 0,0 0-1 0 0,0 1 1 0 0,0-1-1 0 0,0 0 1 0 0,0 0-1 0 0,0 1 1 0 0,0-1-1 0 0,0 0 1 0 0,0 0-1 0 0,-1 1 1 0 0,1-1-1 0 0,4 13 428 0 0,10 8-271 0 0,-7-14-145 0 0,0-1 0 0 0,0 0 0 0 0,10 7 0 0 0,17 12 20 0 0,-14-6-45 0 0,110 115 152 0 0,-124-125-117 0 0,0 1-1 0 0,-1-1 0 0 0,0 1 1 0 0,0 0-1 0 0,5 20 0 0 0,-9-28-38 0 0,0 1-1 0 0,0-1 0 0 0,-1 1 1 0 0,0 0-1 0 0,1 0 0 0 0,-1-1 1 0 0,0 1-1 0 0,0 0 0 0 0,-1 0 1 0 0,1-1-1 0 0,0 1 1 0 0,-1 0-1 0 0,0-1 0 0 0,0 1 1 0 0,1 0-1 0 0,-2-1 0 0 0,1 1 1 0 0,0-1-1 0 0,0 1 0 0 0,-1-1 1 0 0,1 0-1 0 0,-1 0 0 0 0,0 0 1 0 0,0 0-1 0 0,-2 2 0 0 0,-4 3 4 0 0,0 0 1 0 0,0-1-1 0 0,-1-1 0 0 0,1 1 0 0 0,-12 4 0 0 0,-12 1 57 0 0,-4 2-10 0 0,26-5-293 0 0,5-1-2733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1:46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38 5161 0 0,'0'0'116'0'0,"-24"-16"4972"0"0,10 5-2909 0 0,-1 1 479 0 0,14 10-2613 0 0,0 0 0 0 0,1 0 0 0 0,-1 0 0 0 0,0 0 1 0 0,1 0-1 0 0,-1 0 0 0 0,0 0 0 0 0,1 1 0 0 0,-1-1 0 0 0,0 0 1 0 0,1 0-1 0 0,-1 1 0 0 0,1-1 0 0 0,-1 0 0 0 0,1 1 0 0 0,-1-1 1 0 0,1 1-1 0 0,-1-1 0 0 0,1 1 0 0 0,-1-1 0 0 0,1 1 0 0 0,0-1 1 0 0,-1 1-1 0 0,1-1 0 0 0,-1 1 0 0 0,1-1 0 0 0,0 1 1 0 0,0 0-1 0 0,-1 0 0 0 0,-4 9-7 0 0,1 1 0 0 0,0 0 0 0 0,0 0 0 0 0,1 0 0 0 0,1 0 0 0 0,0 0 0 0 0,0 0 0 0 0,1 1 0 0 0,1 18 0 0 0,2 16-28 0 0,10 50 0 0 0,-4-37-3 0 0,15 136 12 0 0,18 186 71 0 0,-32-254-55 0 0,13 153 81 0 0,-1-28 169 0 0,-18-143-5923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1:47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43 197 3081 0 0,'-6'-11'2675'0'0,"0"-11"-1183"0"0,-2-4-234 0 0,1 0-1 0 0,2 0 0 0 0,0-1 1 0 0,0-32 292 0 0,5 87-1027 0 0,6 125-248 0 0,13 163-149 0 0,-14-197 303 0 0,-9-108 61 0 0,1-8-1203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1:47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41 3377 0 0,'-23'1'6855'0'0,"31"0"-3741"0"0,42 0-1934 0 0,15-4 12 0 0,112-19 1 0 0,-82 7-958 0 0,-87 14-385 0 0,1 0-1 0 0,-1 0 0 0 0,1 1 1 0 0,0 0-1 0 0,14 2 0 0 0,-20-1-1557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1:48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655 18 2000 0 0,'0'0'615'0'0,"-3"-18"10853"0"0,-15 19-11024 0 0,-1 1 0 0 0,-28 7 0 0 0,-12 2 84 0 0,-38-3 108 0 0,17-1-456 0 0,-101 21-1 0 0,161-24 39 0 0,13-3-105 0 0,0 1 1 0 0,0 0 0 0 0,-1 0-1 0 0,-10 5 1 0 0,15-5-94 0 0,1-1-1 0 0,0 1 1 0 0,-1 0-1 0 0,1-1 1 0 0,0 1-1 0 0,0 0 1 0 0,0 0-1 0 0,0 1 1 0 0,0-1-1 0 0,1 0 0 0 0,-1 1 1 0 0,1-1-1 0 0,-1 1 1 0 0,1-1-1 0 0,-2 6 1 0 0,-10 36-22 0 0,1 0 0 0 0,3 1 0 0 0,1 0 0 0 0,2 0 0 0 0,3 1 0 0 0,2 68 0 0 0,43 277 35 0 0,-13-173 33 0 0,29 213 806 0 0,-56-397-2746 0 0,-2-30-58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1:49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93 174 888 0 0,'0'0'359'0'0,"-21"0"3716"0"0,11 0-3554 0 0,4 1 53 0 0,1-1-1 0 0,-1 0 1 0 0,1-1-1 0 0,0 1 1 0 0,-1-1-1 0 0,1 0 1 0 0,0 0-1 0 0,-1-1 1 0 0,-6-2-1 0 0,19 5 202 0 0,1-1-1 0 0,-1 0 0 0 0,15-1 0 0 0,0 1-518 0 0,395-27 1731 0 0,-312 17-1764 0 0,59-9 265 0 0,219-53 0 0 0,-333 61-350 0 0,0 1 0 0 0,1 3-1 0 0,84-2 1 0 0,-48 9 119 0 0,-50 0-5707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1:49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29 197 5041 0 0,'-1'-16'1013'0'0,"-1"0"-1"0"0,-1 0 1 0 0,-4-18-1 0 0,-5-23 790 0 0,9-1 2219 0 0,3 58-3794 0 0,0 17 454 0 0,1 316 570 0 0,12-213-1064 0 0,-4-54-723 0 0,-6-50-3445 0 0,-1-13 1992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1:50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67 3505 0 0,'-5'-36'4817'0'0,"4"34"-4431"0"0,1 0-1 0 0,-1 0 1 0 0,1 0 0 0 0,-1-1-1 0 0,0 1 1 0 0,0 0-1 0 0,0 0 1 0 0,0 0-1 0 0,0 0 1 0 0,0 1 0 0 0,-1-1-1 0 0,1 0 1 0 0,-3-2-1 0 0,4 4-353 0 0,0 0 0 0 0,-1 0 0 0 0,1 0 0 0 0,0 0-1 0 0,0 0 1 0 0,-1 0 0 0 0,1 0 0 0 0,0 0 0 0 0,0 0-1 0 0,-1 0 1 0 0,1 0 0 0 0,0 1 0 0 0,0-1 0 0 0,-1 0 0 0 0,1 0-1 0 0,0 0 1 0 0,0 0 0 0 0,-1 0 0 0 0,1 1 0 0 0,0-1-1 0 0,0 0 1 0 0,0 0 0 0 0,0 0 0 0 0,-1 1 0 0 0,1-1 0 0 0,0 0-1 0 0,0 0 1 0 0,0 1 0 0 0,0-1 0 0 0,0 0 0 0 0,0 0-1 0 0,0 1 1 0 0,-1-1 0 0 0,1 0 0 0 0,0 1 0 0 0,-4 11 76 0 0,4-10-28 0 0,-4 16 28 0 0,1 0 1 0 0,0 1-1 0 0,2-1 1 0 0,0 1-1 0 0,1-1 1 0 0,0 0-1 0 0,4 19 1 0 0,32 131 158 0 0,-11-58-143 0 0,73 543 131 0 0,-75-486-102 0 0,-13-42-77 0 0,-9-84 216 0 0,-2-24-2582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1:52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430 376 880 0 0,'-4'-361'12687'0'0,"-3"349"-11798"0"0,7 12-873 0 0,0 0-1 0 0,0-1 1 0 0,0 1-1 0 0,0 0 0 0 0,-1 0 1 0 0,1 0-1 0 0,0 0 0 0 0,0 0 1 0 0,0-1-1 0 0,-1 1 0 0 0,1 0 1 0 0,0 0-1 0 0,0 0 1 0 0,0 0-1 0 0,-1 0 0 0 0,1 0 1 0 0,0 0-1 0 0,0 0 0 0 0,0 0 1 0 0,-1 0-1 0 0,1 0 0 0 0,0 0 1 0 0,0 0-1 0 0,-1 0 1 0 0,1 0-1 0 0,0 0 0 0 0,0 0 1 0 0,0 0-1 0 0,-1 0 0 0 0,1 0 1 0 0,0 0-1 0 0,0 0 1 0 0,0 0-1 0 0,-1 0 0 0 0,1 1 1 0 0,0-1-1 0 0,0 0 0 0 0,0 0 1 0 0,0 0-1 0 0,-1 0 0 0 0,1 0 1 0 0,0 1-1 0 0,0-1 1 0 0,0 0-1 0 0,0 0 0 0 0,0 0 1 0 0,-1 1-1 0 0,1-1 0 0 0,0 0 1 0 0,0 0-1 0 0,0 0 0 0 0,0 1 1 0 0,0-1-1 0 0,0 0 1 0 0,0 0-1 0 0,0 0 0 0 0,0 1 1 0 0,0-1-1 0 0,0 0 0 0 0,0 0 1 0 0,0 1-1 0 0,0-1 1 0 0,0 0-1 0 0,0 0 0 0 0,0 0 1 0 0,0 1-1 0 0,-5 40 143 0 0,0 0 0 0 0,3 0 1 0 0,3 52-1 0 0,21 127-82 0 0,0 6 4 0 0,7 93 330 0 0,-25-275-57 0 0,-2 65-1 0 0,-3-62 90 0 0,1-45-418 0 0,0 1 0 0 0,-1-1 0 0 0,1 0 0 0 0,0 0 1 0 0,-1 0-1 0 0,0 0 0 0 0,1 0 0 0 0,-1 0 0 0 0,0 0 0 0 0,0 0 1 0 0,0 0-1 0 0,-1 0 0 0 0,1 0 0 0 0,0-1 0 0 0,-1 1 0 0 0,1 0 1 0 0,-1-1-1 0 0,1 1 0 0 0,-1-1 0 0 0,0 0 0 0 0,0 1 0 0 0,1-1 1 0 0,-1 0-1 0 0,0 0 0 0 0,-4 1 0 0 0,-6 3 12 0 0,0-1-1 0 0,0-1 1 0 0,-20 3 0 0 0,-2 1-38 0 0,31-6 1 0 0,-31 11 48 0 0,-1-3-1 0 0,-1-1 1 0 0,0-1 0 0 0,-61 3-1 0 0,78-8-39 0 0,15-2 57 0 0,0 1 0 0 0,-1 0 0 0 0,1-1 0 0 0,0 0 0 0 0,0 0 0 0 0,0 0-1 0 0,0 0 1 0 0,0-1 0 0 0,0 0 0 0 0,-5-1 0 0 0,8 1-63 0 0,0 1 1 0 0,0 0-1 0 0,1-1 0 0 0,-1 0 1 0 0,0 1-1 0 0,1-1 1 0 0,-1 1-1 0 0,0-1 0 0 0,1 0 1 0 0,-1 1-1 0 0,1-1 0 0 0,-1 0 1 0 0,1 0-1 0 0,-1 1 1 0 0,1-1-1 0 0,0 0 0 0 0,-1 0 1 0 0,1 0-1 0 0,0 0 1 0 0,0 0-1 0 0,-1 1 0 0 0,1-1 1 0 0,0 0-1 0 0,0-2 1 0 0,-18 2-2951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1:53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284 1 5401 0 0,'-9'1'6308'0'0,"-8"1"-4331"0"0,-162 103 1343 0 0,161-94-3150 0 0,7-5-46 0 0,1 1-1 0 0,-20 16 0 0 0,28-21-49 0 0,1 0 0 0 0,0 0-1 0 0,0 0 1 0 0,0 0-1 0 0,1 0 1 0 0,-1 0 0 0 0,0 0-1 0 0,1 1 1 0 0,0-1-1 0 0,-1 0 1 0 0,1 0 0 0 0,0 1-1 0 0,0 1 1 0 0,2 31 74 0 0,-2-35-147 0 0,2 13 45 0 0,0 1 1 0 0,1-1-1 0 0,0 0 0 0 0,1 0 1 0 0,1-1-1 0 0,11 24 1 0 0,-11-31-38 0 0,1-1 1 0 0,0 0 0 0 0,0 0 0 0 0,0 0-1 0 0,1-1 1 0 0,11 5 0 0 0,-8-4-64 0 0,0 0 1 0 0,0-1-1 0 0,0 0 0 0 0,0-1 1 0 0,18 2-1 0 0,-17-3-1206 0 0,1-1 0 0 0,21-2 0 0 0,-14-1-2603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1:56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5 128 2537 0 0,'-1'2'5581'0'0,"-3"8"-3465"0"0,6-10-2099 0 0,0 0 0 0 0,1 0-1 0 0,-1 1 1 0 0,0-1 0 0 0,0 0-1 0 0,0 1 1 0 0,0-1 0 0 0,0 1-1 0 0,0 0 1 0 0,0 0 0 0 0,3 1-1 0 0,0 1 22 0 0,-3-2-26 0 0,-2-1-11 0 0,1 0 1 0 0,-1 0 0 0 0,0 1-1 0 0,1-1 1 0 0,-1 0-1 0 0,0 0 1 0 0,1 1 0 0 0,-1-1-1 0 0,0 0 1 0 0,0 0-1 0 0,0 1 1 0 0,1-1-1 0 0,-1 0 1 0 0,0 1 0 0 0,0-1-1 0 0,0 0 1 0 0,1 1-1 0 0,-1-1 1 0 0,0 0 0 0 0,0 1-1 0 0,0-1 1 0 0,0 0-1 0 0,0 1 1 0 0,0-1-1 0 0,0 1 1 0 0,0-1 0 0 0,0 0-1 0 0,0 1 1 0 0,0-1-1 0 0,0 0 1 0 0,0 1 0 0 0,0-1-1 0 0,0 0 1 0 0,-1 1-1 0 0,1 0 1 0 0,0-1 151 0 0,0 0-136 0 0,0 0 0 0 0,-1 0 1 0 0,1 1-1 0 0,0-1 0 0 0,0 0 0 0 0,0 0 0 0 0,0 0 0 0 0,-1 0 0 0 0,1 0 0 0 0,0 0 0 0 0,0 0 0 0 0,-1 0 0 0 0,1 0 0 0 0,0 0 0 0 0,0 0 1 0 0,0 0-1 0 0,-1 0 0 0 0,1 0 0 0 0,0 0 0 0 0,0 0 0 0 0,0 0 0 0 0,-1 0 0 0 0,1 0 0 0 0,0 0 0 0 0,0 0 0 0 0,-1 0 0 0 0,1 0 1 0 0,0 0-1 0 0,0 0 0 0 0,0-1 0 0 0,0 1 0 0 0,-1 0 0 0 0,1 0 0 0 0,0 0 0 0 0,0 0 0 0 0,0 0 0 0 0,0-1 0 0 0,-1 1 0 0 0,1 0 0 0 0,0 0 1 0 0,0 0-1 0 0,0-1 0 0 0,0 1 0 0 0,0 0 0 0 0,0 0 0 0 0,0 0 0 0 0,0-1 0 0 0,0 1 0 0 0,0 0 0 0 0,0 0 0 0 0,0 0 0 0 0,0-1 1 0 0,0 1-1 0 0,-1-1 17 0 0,1 1 1 0 0,0-1-1 0 0,0 1 1 0 0,0-1-1 0 0,-1 1 1 0 0,1-1-1 0 0,0 1 1 0 0,-1 0-1 0 0,1-1 1 0 0,0 1-1 0 0,-1-1 1 0 0,1 1-1 0 0,-1 0 1 0 0,1-1-1 0 0,0 1 1 0 0,-1 0 0 0 0,1-1-1 0 0,-1 1 1 0 0,1 0-1 0 0,-1 0 1 0 0,1-1-1 0 0,-2 1 1 0 0,2 0-27 0 0,0 0 1 0 0,0 0-1 0 0,-1 0 1 0 0,1 0-1 0 0,0 0 1 0 0,0 0-1 0 0,-1-1 1 0 0,1 1-1 0 0,0 0 1 0 0,0 0-1 0 0,-1 0 1 0 0,1 0-1 0 0,0 1 1 0 0,-1-1-1 0 0,1 0 1 0 0,0 0-1 0 0,0 0 1 0 0,-1 0-1 0 0,1 0 1 0 0,0 0-1 0 0,0 0 1 0 0,0 0-1 0 0,-1 0 1 0 0,1 1-1 0 0,0-1 1 0 0,0 0-1 0 0,0 0 1 0 0,-1 0-1 0 0,1 0 1 0 0,0 1-1 0 0,0-1 1 0 0,0 0-1 0 0,0 0 1 0 0,-1 1-1 0 0,1-1 1 0 0,0 0-1 0 0,0 0 1 0 0,0 0-1 0 0,0 1 1 0 0,0-1-1 0 0,0 0 1 0 0,0 0-1 0 0,0 1 1 0 0,0-1-1 0 0,0 0 1 0 0,0 0-1 0 0,0 1 1 0 0,0-1-1 0 0,0 0 1 0 0,0 1-1 0 0,0-1 1 0 0,0 0-1 0 0,0 0 1 0 0,0 1-1 0 0,0 0 3 0 0,0 0 60 0 0,1-1 7 0 0,-1 0 1 0 0,1 0-1 0 0,0 0 0 0 0,-1 0 1 0 0,1 0-1 0 0,-1 0 0 0 0,1 0 1 0 0,-1 0-1 0 0,1 0 1 0 0,0 0-1 0 0,-1 0 0 0 0,1 1 1 0 0,-1-1-1 0 0,1 0 0 0 0,-1 0 1 0 0,1 1-1 0 0,-1-1 0 0 0,1 0 1 0 0,-1 1-1 0 0,1 0 0 0 0,-1-1-5 0 0,0 0-1 0 0,-1 1 0 0 0,1-1 0 0 0,0 0 1 0 0,0 1-1 0 0,-1-1 0 0 0,1 0 0 0 0,0 1 1 0 0,0-1-1 0 0,-1 0 0 0 0,1 0 0 0 0,0 0 1 0 0,-1 1-1 0 0,1-1 0 0 0,0 0 1 0 0,-1 0-1 0 0,1 0 0 0 0,-1 0 0 0 0,1 0 1 0 0,0 1-1 0 0,-1-1 0 0 0,1 0 0 0 0,-1 0 1 0 0,1 0-1 0 0,0 0 0 0 0,-1 0 0 0 0,1 0 1 0 0,-1 0-1 0 0,1-1 0 0 0,0 1 1 0 0,-1 0-1 0 0,1 0 0 0 0,-1 0 0 0 0,25-2 72 0 0,0 0-1 0 0,0-2 1 0 0,27-8-1 0 0,-15 4-63 0 0,195-50 78 0 0,-95 24 23 0 0,-25 5 61 0 0,-82 22-136 0 0,-20 4 53 0 0,1 0-1 0 0,-1 1 1 0 0,1 0 0 0 0,13 0 248 0 0,-23 12-343 0 0,-1 0 0 0 0,-1-1 0 0 0,0 1 0 0 0,-3 10-1 0 0,3-11-62 0 0,-1 0 1 0 0,1 0-1 0 0,1 0 0 0 0,0 0 0 0 0,0 11 0 0 0,7 41 72 0 0,26 116 1 0 0,-1-20-32 0 0,-11-43-39 0 0,3 24 30 0 0,-12-52-27 0 0,25 320 63 0 0,-35-367-70 0 0,17 381 83 0 0,16 54 96 0 0,-15-290 11 0 0,-18-179-251 0 0,1 8-445 0 0,4-7-4357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1:58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7 5049 0 0,'-25'0'3125'0'0,"18"-1"-2431"0"0,-3 1 215 0 0,0 0 0 0 0,0 1 0 0 0,-19 3 0 0 0,27-3-844 0 0,0-1 0 0 0,1 0-1 0 0,-1 1 1 0 0,1-1 0 0 0,-1 1 0 0 0,0-1 0 0 0,1 1 0 0 0,-1 0 0 0 0,1 0 0 0 0,0 0-1 0 0,-1 0 1 0 0,1 0 0 0 0,0 0 0 0 0,-1 0 0 0 0,1 0 0 0 0,0 0 0 0 0,0 1 0 0 0,0-1 0 0 0,0 0-1 0 0,0 1 1 0 0,0-1 0 0 0,0 1 0 0 0,1-1 0 0 0,-1 1 0 0 0,0-1 0 0 0,1 1 0 0 0,-1 0-1 0 0,1-1 1 0 0,0 1 0 0 0,-1 2 0 0 0,2-3-48 0 0,-1 0-1 0 0,0 0 1 0 0,1 0-1 0 0,-1 0 1 0 0,0 0-1 0 0,1-1 1 0 0,-1 1 0 0 0,1 0-1 0 0,-1 0 1 0 0,1 0-1 0 0,0-1 1 0 0,-1 1-1 0 0,1 0 1 0 0,0-1-1 0 0,-1 1 1 0 0,1-1-1 0 0,0 1 1 0 0,0-1 0 0 0,-1 1-1 0 0,1-1 1 0 0,0 1-1 0 0,0-1 1 0 0,0 0-1 0 0,0 0 1 0 0,0 1-1 0 0,0-1 1 0 0,0 0 0 0 0,-1 0-1 0 0,1 0 1 0 0,2 0-1 0 0,30 1 57 0 0,-31-1-57 0 0,0-1 1 0 0,1 1-1 0 0,-1 0 1 0 0,1-1-1 0 0,-1 0 0 0 0,1 1 1 0 0,-1-1-1 0 0,0 0 1 0 0,0-1-1 0 0,1 1 1 0 0,-1 0-1 0 0,0 0 1 0 0,0-1-1 0 0,0 1 1 0 0,0-1-1 0 0,-1 0 1 0 0,1 0-1 0 0,0 1 1 0 0,-1-1-1 0 0,1 0 1 0 0,-1 0-1 0 0,0-1 1 0 0,1 1-1 0 0,-1 0 1 0 0,0 0-1 0 0,0-1 1 0 0,-1 1-1 0 0,1 0 1 0 0,0-1-1 0 0,-1 1 1 0 0,1-1-1 0 0,-1-3 1 0 0,0 5-9 0 0,0 1 0 0 0,-1-1 0 0 0,1 0 0 0 0,0 1 1 0 0,0-1-1 0 0,-1 1 0 0 0,1-1 0 0 0,-1 1 0 0 0,1 0 0 0 0,0-1 1 0 0,-1 1-1 0 0,1-1 0 0 0,-1 1 0 0 0,1 0 0 0 0,-1-1 1 0 0,1 1-1 0 0,-1 0 0 0 0,1-1 0 0 0,-1 1 0 0 0,1 0 0 0 0,-1 0 1 0 0,0 0-1 0 0,1-1 0 0 0,-1 1 0 0 0,1 0 0 0 0,-1 0 0 0 0,0 0 1 0 0,1 0-1 0 0,-1 0 0 0 0,1 0 0 0 0,-1 0 0 0 0,0 0 1 0 0,1 0-1 0 0,-1 1 0 0 0,1-1 0 0 0,-1 0 0 0 0,0 0 0 0 0,1 0 1 0 0,-1 1-1 0 0,-25 7 35 0 0,22-6-24 0 0,1 0 0 0 0,-1 0 0 0 0,1 0 0 0 0,0 1 0 0 0,0-1 0 0 0,0 1 0 0 0,0 0 0 0 0,0 0 0 0 0,0 0 0 0 0,1 1 0 0 0,-1-1 0 0 0,1 0 0 0 0,0 1 0 0 0,0 0 0 0 0,1-1 0 0 0,-1 1 0 0 0,-1 7 0 0 0,-13 21 338 0 0,15-31-318 0 0,0 1-1 0 0,0-1 1 0 0,0 0-1 0 0,1 1 1 0 0,-1-1-1 0 0,0 1 1 0 0,1 0-1 0 0,-1-1 0 0 0,1 1 1 0 0,-1-1-1 0 0,1 1 1 0 0,0 0-1 0 0,0-1 1 0 0,0 1-1 0 0,0 3 1 0 0,0-4-19 0 0,1 0 0 0 0,-1-1 0 0 0,1 1 1 0 0,-1 0-1 0 0,1 0 0 0 0,-1 0 0 0 0,1-1 1 0 0,0 1-1 0 0,-1 0 0 0 0,1-1 0 0 0,0 1 1 0 0,0 0-1 0 0,-1-1 0 0 0,1 1 0 0 0,0-1 0 0 0,0 1 1 0 0,0-1-1 0 0,0 0 0 0 0,0 1 0 0 0,-1-1 1 0 0,1 0-1 0 0,0 1 0 0 0,0-1 0 0 0,0 0 1 0 0,2 0-1 0 0,2 1 8 0 0,0-1-1 0 0,1 0 1 0 0,-1 0 0 0 0,0 0 0 0 0,0-1 0 0 0,1 1 0 0 0,-1-1 0 0 0,8-3-1 0 0,-10 3-5 0 0,0 0-1 0 0,0 0 0 0 0,0 0 0 0 0,0-1 1 0 0,-1 1-1 0 0,1-1 0 0 0,0 0 0 0 0,-1 0 1 0 0,0 0-1 0 0,1 0 0 0 0,-1 0 1 0 0,0 0-1 0 0,0-1 0 0 0,0 1 0 0 0,3-6 1 0 0,-5 3-36 0 0,-6 7-35 0 0,-8 9-16 0 0,-2 18 30 0 0,15-29 42 0 0,1 1 0 0 0,-1 0 0 0 0,1 0 0 0 0,-1 0 0 0 0,1-1 0 0 0,0 1-1 0 0,-1 0 1 0 0,1 0 0 0 0,0 0 0 0 0,0 0 0 0 0,0 0 0 0 0,0 0 0 0 0,0 0 0 0 0,0 0 0 0 0,0 0 0 0 0,0 0 0 0 0,0 0 0 0 0,0-1 0 0 0,0 1 0 0 0,0 0 0 0 0,1 0 0 0 0,-1 0 0 0 0,0 0 0 0 0,1 0-1 0 0,-1 0 1 0 0,1-1 0 0 0,-1 1 0 0 0,1 0 0 0 0,-1 0 0 0 0,1-1 0 0 0,-1 1 0 0 0,1 0 0 0 0,1 0 0 0 0,-1-1 1 0 0,-1 0 1 0 0,1 0-1 0 0,0 0 1 0 0,0 0-1 0 0,0 0 1 0 0,-1 0-1 0 0,1-1 0 0 0,0 1 1 0 0,0 0-1 0 0,-1-1 1 0 0,1 1-1 0 0,0 0 1 0 0,-1-1-1 0 0,1 1 1 0 0,0-1-1 0 0,-1 1 0 0 0,1-1 1 0 0,0 0-1 0 0,-1 1 1 0 0,1-1-1 0 0,-1 1 1 0 0,1-1-1 0 0,-1 0 0 0 0,0 1 1 0 0,1-1-1 0 0,-1 0 1 0 0,0 0-1 0 0,1 1 1 0 0,-1-2-1 0 0,11-23 78 0 0,-11 24-88 0 0,0 0 0 0 0,1 0 0 0 0,-1 0 1 0 0,0 0-1 0 0,0 0 0 0 0,1 0 0 0 0,-1 0 0 0 0,0 0 1 0 0,0 0-1 0 0,0 0 0 0 0,0 0 0 0 0,-1-1 1 0 0,1 1-1 0 0,0 0 0 0 0,0 0 0 0 0,0 0 0 0 0,-1 0 1 0 0,1 0-1 0 0,-1 0 0 0 0,1 0 0 0 0,-1 1 1 0 0,1-1-1 0 0,-1 0 0 0 0,1 0 0 0 0,-1 0 0 0 0,0 0 1 0 0,0 1-1 0 0,1-1 0 0 0,-1 0 0 0 0,0 1 0 0 0,0-1 1 0 0,0 0-1 0 0,0 1 0 0 0,1-1 0 0 0,-1 1 1 0 0,0-1-1 0 0,0 1 0 0 0,0 0 0 0 0,0-1 0 0 0,0 1 1 0 0,0 0-1 0 0,-1 0 0 0 0,-1 0 0 0 0,2-1-1 0 0,-1 1-1 0 0,1 0 1 0 0,-1 0-1 0 0,1 0 1 0 0,-1 0-1 0 0,0 0 0 0 0,1 1 1 0 0,-1-1-1 0 0,1 0 1 0 0,-1 1-1 0 0,1-1 1 0 0,-1 1-1 0 0,1-1 0 0 0,-1 1 1 0 0,1 0-1 0 0,0 0 1 0 0,-1 0-1 0 0,1 0 1 0 0,0 0-1 0 0,0 0 0 0 0,-1 0 1 0 0,1 0-1 0 0,0 0 1 0 0,0 0-1 0 0,0 0 1 0 0,-1 4-1 0 0,2-5 5 0 0,-1 0 0 0 0,1 1-1 0 0,0-1 1 0 0,0 1 0 0 0,0-1 0 0 0,0 1-1 0 0,0-1 1 0 0,0 1 0 0 0,0-1 0 0 0,0 1 0 0 0,0-1-1 0 0,0 0 1 0 0,0 1 0 0 0,0-1 0 0 0,0 1-1 0 0,0-1 1 0 0,0 1 0 0 0,0-1 0 0 0,1 1 0 0 0,-1-1-1 0 0,0 0 1 0 0,0 1 0 0 0,1-1 0 0 0,-1 1-1 0 0,0-1 1 0 0,0 0 0 0 0,1 1 0 0 0,-1-1-1 0 0,0 0 1 0 0,1 1 0 0 0,-1-1 0 0 0,1 1 0 0 0,18 3 56 0 0,18-9 33 0 0,-35 4-85 0 0,0 1-1 0 0,0-1 1 0 0,0 0-1 0 0,0 0 0 0 0,0 0 1 0 0,-1 0-1 0 0,1 0 0 0 0,0-1 1 0 0,-1 1-1 0 0,1-1 1 0 0,0 1-1 0 0,-1-1 0 0 0,0 1 1 0 0,1-1-1 0 0,-1 0 1 0 0,0 1-1 0 0,0-1 0 0 0,0 0 1 0 0,0 0-1 0 0,0 0 1 0 0,0 0-1 0 0,-1 0 0 0 0,1 0 1 0 0,-1 0-1 0 0,1 0 1 0 0,-1-1-1 0 0,0 1 0 0 0,0 0 1 0 0,0 0-1 0 0,0 0 0 0 0,0 0 1 0 0,0 0-1 0 0,0 0 1 0 0,-1 0-1 0 0,1-1 0 0 0,-1 1 1 0 0,0 0-1 0 0,0 0 1 0 0,0 0-1 0 0,-1-2 0 0 0,2 4-3 0 0,0 0-1 0 0,0 0 0 0 0,0 0 0 0 0,0 0 0 0 0,0-1 0 0 0,0 1 0 0 0,0 0 0 0 0,0 0 0 0 0,-1 0 0 0 0,1 0 1 0 0,0-1-1 0 0,0 1 0 0 0,0 0 0 0 0,0 0 0 0 0,0 0 0 0 0,0 0 0 0 0,-1 0 0 0 0,1 0 0 0 0,0 0 0 0 0,0-1 1 0 0,0 1-1 0 0,0 0 0 0 0,-1 0 0 0 0,1 0 0 0 0,0 0 0 0 0,0 0 0 0 0,0 0 0 0 0,-1 0 0 0 0,1 0 1 0 0,0 0-1 0 0,0 0 0 0 0,0 0 0 0 0,0 0 0 0 0,-1 0 0 0 0,1 0 0 0 0,0 0 0 0 0,0 0 0 0 0,0 0 0 0 0,-1 0 1 0 0,1 1-1 0 0,0-1 0 0 0,0 0 0 0 0,0 0 0 0 0,0 0 0 0 0,0 0 0 0 0,-1 0 0 0 0,1 0 0 0 0,0 0 0 0 0,0 1 1 0 0,0-1-1 0 0,0 0 0 0 0,0 0 0 0 0,0 0 0 0 0,-1 0 0 0 0,1 0 0 0 0,0 1 0 0 0,0-1 0 0 0,0 0 1 0 0,0 0-1 0 0,0 0 0 0 0,0 0 0 0 0,0 1 0 0 0,0-1 0 0 0,0 0 0 0 0,0 1 0 0 0,-5 23 54 0 0,1 32 17 0 0,5-7-11 0 0,2-1 0 0 0,16 83-1 0 0,-6-53-8 0 0,3 48-49 0 0,2 168 1 0 0,-14-215 26 0 0,16 93 1 0 0,-8-82 0 0 0,12 98 45 0 0,-21-168-53 0 0,5 30 108 0 0,1 70 0 0 0,-10-107-604 0 0,1-7 682 0 0,0 1-1 0 0,0 0 0 0 0,1 0 0 0 0,2 10 1 0 0,-3-15-849 0 0,1 1 0 0 0,0-1 1 0 0,0 0-1 0 0,0 0 0 0 0,0 1 1 0 0,1-1-1 0 0,-1 0 0 0 0,0 0 1 0 0,1 0-1 0 0,1 1 1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1:59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27 302 4521 0 0,'0'0'571'0'0,"-24"-6"6868"0"0,24 6-7372 0 0,0 0 0 0 0,0 0 1 0 0,-1 0-1 0 0,1-1 1 0 0,0 1-1 0 0,0 0 0 0 0,0 0 1 0 0,0-1-1 0 0,0 1 0 0 0,-1 0 1 0 0,1 0-1 0 0,0-1 1 0 0,0 1-1 0 0,0 0 0 0 0,0 0 1 0 0,0-1-1 0 0,0 1 0 0 0,0 0 1 0 0,0 0-1 0 0,0-1 0 0 0,0 1 1 0 0,0 0-1 0 0,0-1 1 0 0,0 1-1 0 0,0 0 0 0 0,0 0 1 0 0,0-1-1 0 0,0 1 0 0 0,0 0 1 0 0,0 0-1 0 0,1-1 1 0 0,-1 1-1 0 0,0 0 0 0 0,0-1 1 0 0,11-7 697 0 0,16-2-770 0 0,-25 10 101 0 0,16-4-2 0 0,1 1-1 0 0,0 1 1 0 0,0 1 0 0 0,0 1 0 0 0,0 0 0 0 0,21 4 0 0 0,-2-2 16 0 0,-5 1-13 0 0,0-2 1 0 0,0-2 0 0 0,0-1 0 0 0,0-1 0 0 0,0-2 0 0 0,52-15 0 0 0,-43 6-73 0 0,0 2 0 0 0,1 2 0 0 0,1 2 0 0 0,-1 1 1 0 0,57 0-1 0 0,-31 7 56 0 0,0-4 0 0 0,0-2 0 0 0,-1-3 0 0 0,101-27 0 0 0,-58 9 195 0 0,211-23-1 0 0,-304 47-229 0 0,0-1 0 0 0,-1-1 0 0 0,19-7 0 0 0,-17 5-2 0 0,36-7 0 0 0,-47 13-183 0 0,-1 0 0 0 0,0 0 0 0 0,0 1 0 0 0,0 0 0 0 0,1 1 0 0 0,-1-1 1 0 0,0 1-1 0 0,0 1 0 0 0,0-1 0 0 0,0 1 0 0 0,10 5 0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1:59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6 4985 0 0,'0'0'734'0'0,"-13"-5"6364"0"0,16 63-6036 0 0,10 58 0 0 0,-6-58-2398 0 0,1 58 0 0 0,-8-108-1915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00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84 2328 0 0,'0'0'242'0'0,"-24"-24"9589"0"0,23 23-9787 0 0,1 1 0 0 0,0 0 0 0 0,0 0-1 0 0,0 0 1 0 0,-1-1 0 0 0,1 1 0 0 0,0 0-1 0 0,0 0 1 0 0,-1 0 0 0 0,1-1 0 0 0,0 1-1 0 0,0 0 1 0 0,-1 0 0 0 0,1 0 0 0 0,0 0-1 0 0,0 0 1 0 0,-1 0 0 0 0,1 0 0 0 0,0 0-1 0 0,-1 0 1 0 0,1 0 0 0 0,0 0 0 0 0,0 0-1 0 0,-1 0 1 0 0,1 0 0 0 0,0 0 0 0 0,-1 0 0 0 0,1 0-1 0 0,0 0 1 0 0,0 0 0 0 0,-1 0 0 0 0,1 0-1 0 0,0 0 1 0 0,-1 1 0 0 0,1-1 0 0 0,0 0-1 0 0,0 0 1 0 0,-1 0 0 0 0,1 1 0 0 0,-8 14 398 0 0,1 19-246 0 0,5-25-85 0 0,1-3-25 0 0,0-1 0 0 0,0 1-1 0 0,1 0 1 0 0,0-1 0 0 0,0 1 0 0 0,0 0 0 0 0,2 8-1 0 0,-1-13-75 0 0,-1 1-1 0 0,1-1 0 0 0,0 0 1 0 0,0 0-1 0 0,0 0 0 0 0,0 0 0 0 0,0 0 1 0 0,0 0-1 0 0,0 0 0 0 0,0 0 1 0 0,1 0-1 0 0,-1 0 0 0 0,0-1 1 0 0,1 1-1 0 0,-1 0 0 0 0,0-1 0 0 0,1 0 1 0 0,-1 1-1 0 0,0-1 0 0 0,1 0 1 0 0,-1 1-1 0 0,1-1 0 0 0,1 0 1 0 0,2 0 12 0 0,-1 1 1 0 0,1-1 0 0 0,0 0 0 0 0,-1-1-1 0 0,1 1 1 0 0,4-2 0 0 0,-4 1-8 0 0,-1-1 0 0 0,0 1 0 0 0,0-1 0 0 0,0 1 0 0 0,0-1 0 0 0,0 0 0 0 0,-1-1 0 0 0,1 1 0 0 0,-1-1-1 0 0,1 0 1 0 0,-1 1 0 0 0,0-2 0 0 0,3-3 0 0 0,-2 2 3 0 0,0-1 0 0 0,-1 1 0 0 0,0-1 0 0 0,-1 0 0 0 0,1 0 0 0 0,-1-1 0 0 0,2-11 0 0 0,10-11 67 0 0,-1-1 29 0 0,-12 29-106 0 0,-1 0 1 0 0,1-1-1 0 0,-1 1 0 0 0,0-1 0 0 0,0 1 0 0 0,0-1 0 0 0,0 1 0 0 0,0-1 1 0 0,0 1-1 0 0,0-1 0 0 0,-1 1 0 0 0,1-1 0 0 0,0 1 0 0 0,-1-1 0 0 0,1 1 1 0 0,-1 0-1 0 0,0-1 0 0 0,-1-1 0 0 0,2 3-1 0 0,-1-1 0 0 0,0 1 0 0 0,1-1-1 0 0,-1 1 1 0 0,0-1 0 0 0,1 1 0 0 0,-1 0 0 0 0,0-1 0 0 0,0 1 0 0 0,0 0 0 0 0,1 0 0 0 0,-1 0-1 0 0,0-1 1 0 0,0 1 0 0 0,0 0 0 0 0,0 0 0 0 0,1 0 0 0 0,-1 0 0 0 0,0 1 0 0 0,0-1 0 0 0,0 0-1 0 0,0 0 1 0 0,-1 1 0 0 0,1-1-4 0 0,-1 1 1 0 0,1-1-1 0 0,0 0 0 0 0,-1 1 0 0 0,1 0 0 0 0,0-1 1 0 0,0 1-1 0 0,-1 0 0 0 0,1 0 0 0 0,0-1 0 0 0,0 1 1 0 0,0 0-1 0 0,0 0 0 0 0,-2 2 0 0 0,0 5 4 0 0,0 0 0 0 0,0 0 0 0 0,1 0 0 0 0,0 1 1 0 0,-2 13-1 0 0,3-14-3 0 0,0 0 0 0 0,-1 1 1 0 0,0-1-1 0 0,-1 0 1 0 0,1 0-1 0 0,-7 11 1 0 0,-7 18 169 0 0,15-35-140 0 0,0-1 0 0 0,1 0-1 0 0,0 1 1 0 0,-1-1 0 0 0,1 0 0 0 0,0 1-1 0 0,-1-1 1 0 0,1 0 0 0 0,0 1-1 0 0,0-1 1 0 0,0 1 0 0 0,0-1-1 0 0,0 0 1 0 0,1 1 0 0 0,-1-1-1 0 0,0 1 1 0 0,1-1 0 0 0,-1 0-1 0 0,1 1 1 0 0,-1-1 0 0 0,1 0-1 0 0,0 0 1 0 0,-1 1 0 0 0,1-1-1 0 0,0 0 1 0 0,1 1 0 0 0,-1-1-20 0 0,0-1 1 0 0,0 0 0 0 0,0 1-1 0 0,1-1 1 0 0,-1 0-1 0 0,0 0 1 0 0,0 1 0 0 0,0-1-1 0 0,0 0 1 0 0,0 0-1 0 0,1-1 1 0 0,-1 1 0 0 0,0 0-1 0 0,0 0 1 0 0,0 0-1 0 0,0-1 1 0 0,0 1-1 0 0,0-1 1 0 0,0 1 0 0 0,0-1-1 0 0,0 1 1 0 0,0-1-1 0 0,0 1 1 0 0,0-1 0 0 0,0 0-1 0 0,0 0 1 0 0,0 1-1 0 0,-1-1 1 0 0,1 0-1 0 0,0 0 1 0 0,0 0 0 0 0,-1 0-1 0 0,1 0 1 0 0,0-2-1 0 0,19-34 140 0 0,-17 31-117 0 0,-1 0 1 0 0,0 0-1 0 0,-1 0 1 0 0,0 0-1 0 0,0-1 0 0 0,0 1 1 0 0,0 0-1 0 0,-1-1 1 0 0,0 1-1 0 0,-1 0 1 0 0,0-1-1 0 0,1 1 0 0 0,-2 0 1 0 0,1 0-1 0 0,-1 0 1 0 0,0-1-1 0 0,-5-8 0 0 0,7 15-36 0 0,0 0-1 0 0,0-1 0 0 0,0 1 1 0 0,0 0-1 0 0,0 0 0 0 0,0 0 1 0 0,0-1-1 0 0,0 1 0 0 0,0 0 1 0 0,0 0-1 0 0,0 0 0 0 0,-1-1 1 0 0,1 1-1 0 0,0 0 0 0 0,0 0 0 0 0,0 0 1 0 0,0 0-1 0 0,-1-1 0 0 0,1 1 1 0 0,0 0-1 0 0,0 0 0 0 0,0 0 1 0 0,0 0-1 0 0,-1 0 0 0 0,1 0 1 0 0,0 0-1 0 0,0 0 0 0 0,-1 0 0 0 0,1-1 1 0 0,0 1-1 0 0,0 0 0 0 0,0 0 1 0 0,-1 0-1 0 0,1 0 0 0 0,0 0 1 0 0,0 0-1 0 0,0 0 0 0 0,-1 0 1 0 0,1 1-1 0 0,0-1 0 0 0,0 0 1 0 0,-1 0-1 0 0,1 0 0 0 0,0 0 0 0 0,0 0 1 0 0,-4 13 28 0 0,4 17 9 0 0,1-25-25 0 0,1 0 0 0 0,-1 0 0 0 0,1 0 0 0 0,0-1 0 0 0,0 1 0 0 0,0 0 0 0 0,1-1 0 0 0,3 5 0 0 0,-5-7 21 0 0,1 0 0 0 0,0 0 0 0 0,0 0 0 0 0,-1-1 1 0 0,1 1-1 0 0,0 0 0 0 0,0-1 0 0 0,0 0 0 0 0,1 1 0 0 0,-1-1 1 0 0,0 0-1 0 0,0 0 0 0 0,1 0 0 0 0,-1-1 0 0 0,1 1 0 0 0,-1-1 1 0 0,0 1-1 0 0,1-1 0 0 0,4 0 0 0 0,-7 0-74 0 0,-7-5-4102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04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68 1384 0 0,'0'0'7827'0'0,"7"-24"-5159"0"0,-6 23-2568 0 0,0 0 1 0 0,0 0 0 0 0,0 0 0 0 0,0 0-1 0 0,-1-1 1 0 0,1 1 0 0 0,0 0 0 0 0,0 0 0 0 0,-1-1-1 0 0,1 1 1 0 0,-1 0 0 0 0,1-1 0 0 0,-1 1 0 0 0,0-1-1 0 0,1 1 1 0 0,-1 0 0 0 0,0-1 0 0 0,0 1-1 0 0,0-1 1 0 0,0-1 0 0 0,0 2-97 0 0,0 1 0 0 0,0-1 0 0 0,0 1 0 0 0,0-1 1 0 0,-1 1-1 0 0,1-1 0 0 0,1 1 0 0 0,-1-1 0 0 0,0 1 0 0 0,0-1 0 0 0,0 1 0 0 0,0-1 1 0 0,0 1-1 0 0,0-1 0 0 0,0 1 0 0 0,1-1 0 0 0,-1 1 0 0 0,0-1 0 0 0,0 1 0 0 0,1 0 0 0 0,-1-1 1 0 0,0 1-1 0 0,1-1 0 0 0,-1 1 0 0 0,0 0 0 0 0,1-1 0 0 0,-1 1 0 0 0,1 0 0 0 0,-1-1 1 0 0,1 1-1 0 0,-1 0 0 0 0,1 0 0 0 0,0-1 0 0 0,-1 1 57 0 0,-20 44 2575 0 0,17-31-2596 0 0,1 0 1 0 0,0 0 0 0 0,1 0 0 0 0,0 0 0 0 0,1 0 0 0 0,1 0 0 0 0,2 16 0 0 0,24 91 39 0 0,-5-23-63 0 0,-7-29 30 0 0,32 88 0 0 0,-27-95-4 0 0,24 122 0 0 0,-11-30-28 0 0,2 16 80 0 0,3 17-107 0 0,-4-24-33 0 0,-8-45 197 0 0,-3-22-77 0 0,-10-24-26 0 0,41 195 84 0 0,-54-266-133 0 0,38 173 45 0 0,-31-129-14 0 0,-1-1 1 0 0,-2 47-1 0 0,-4 150-835 0 0,1-254-6747 0 0,0 6 6371 0 0,0-9-1745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05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1 5369 0 0,'0'0'355'0'0,"-7"3"4565"0"0,9 7-4657 0 0,-1-1 0 0 0,1 0 0 0 0,0 1 1 0 0,1-1-1 0 0,7 16 0 0 0,1 5 67 0 0,126 486 1209 0 0,-64-99-260 0 0,-54-313-771 0 0,-6-42-62 0 0,-3 0-1 0 0,4 99 1 0 0,-11-22 110 0 0,-1-132-442 0 0,-1-1 1 0 0,1 1-1 0 0,0 0 1 0 0,0-1-1 0 0,1 0 1 0 0,4 10-1 0 0,-6-15-102 0 0,-1 0 1 0 0,1 1-1 0 0,-1-1 0 0 0,0 0 0 0 0,1 1 0 0 0,-1-1 0 0 0,0 0 0 0 0,0 1 0 0 0,0-1 1 0 0,0 0-1 0 0,0 1 0 0 0,-1-1 0 0 0,1 0 0 0 0,0 1 0 0 0,0-1 0 0 0,-1 0 0 0 0,1 1 0 0 0,-1-1 1 0 0,0 0-1 0 0,1 0 0 0 0,-1 1 0 0 0,0-1 0 0 0,1 0 0 0 0,-1 0 0 0 0,0 0 0 0 0,0 0 1 0 0,0 0-1 0 0,0 0 0 0 0,0 0 0 0 0,0-1 0 0 0,0 1 0 0 0,-1 0 0 0 0,1 0 0 0 0,0-1 1 0 0,0 1-1 0 0,-1-1 0 0 0,1 1 0 0 0,0-1 0 0 0,-1 0 0 0 0,1 1 0 0 0,0-1 0 0 0,-1 0 0 0 0,1 0 1 0 0,-2 0-1 0 0,-36 2 103 0 0,1 2 0 0 0,-43 9 0 0 0,-13 2-64 0 0,48-8-38 0 0,-1 1 0 0 0,-74 25 0 0 0,79-26 229 0 0,38-6-238 0 0,3-1-4 0 0,-1 0 0 0 0,1 0 0 0 0,-1 0 0 0 0,1 1 0 0 0,0-1 0 0 0,-1 1 0 0 0,1-1 0 0 0,0 1 0 0 0,-1-1 0 0 0,1 1 0 0 0,0 0 1 0 0,0 0-1 0 0,-1 0 0 0 0,1-1 0 0 0,0 1 0 0 0,0 0 0 0 0,0 1 0 0 0,0-1 0 0 0,0 0 0 0 0,0 0 0 0 0,1 0 0 0 0,-1 0 0 0 0,0 1 0 0 0,0-1 0 0 0,1 0 0 0 0,-1 1 1 0 0,0 1-1 0 0,-5 24-3 0 0,0 0 0 0 0,1 0 1 0 0,-1 39-1 0 0,5 89-13 0 0,2-83 13 0 0,-1-49 5 0 0,0 0 0 0 0,2 1-1 0 0,1-1 1 0 0,0 0 0 0 0,2 0 0 0 0,10 29-1 0 0,-15-50 4 0 0,1-1-1 0 0,0 0 1 0 0,0 1 0 0 0,0-1-1 0 0,0 0 1 0 0,1 0-1 0 0,-1 0 1 0 0,0 0-1 0 0,0 0 1 0 0,1 0 0 0 0,-1 0-1 0 0,0 0 1 0 0,1-1-1 0 0,-1 1 1 0 0,1-1-1 0 0,-1 1 1 0 0,1-1 0 0 0,0 1-1 0 0,-1-1 1 0 0,1 0-1 0 0,-1 0 1 0 0,1 1 0 0 0,-1-1-1 0 0,1 0 1 0 0,0-1-1 0 0,1 1 1 0 0,23 4 2 0 0,-4 6-9 0 0,-10-5 11 0 0,-1 0 0 0 0,1 0 1 0 0,0-1-1 0 0,1 0 0 0 0,13 1 0 0 0,1-2 34 0 0,0-1 0 0 0,0-2-1 0 0,29-3 1 0 0,-40 2-34 0 0,6 1-3 0 0,-11-3-2860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05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26 5121 0 0,'0'0'288'0'0,"-5"-19"6647"0"0,5 19-6891 0 0,0 0-1 0 0,0 0 1 0 0,0-1 0 0 0,0 1-1 0 0,0 0 1 0 0,0 0 0 0 0,0 0-1 0 0,0 0 1 0 0,0-1 0 0 0,0 1-1 0 0,0 0 1 0 0,0 0 0 0 0,0 0-1 0 0,0 0 1 0 0,0-1 0 0 0,0 1-1 0 0,0 0 1 0 0,0 0 0 0 0,0 0-1 0 0,0 0 1 0 0,0-1 0 0 0,0 1 0 0 0,0 0-1 0 0,0 0 1 0 0,0 0 0 0 0,0 0-1 0 0,0-1 1 0 0,0 1 0 0 0,0 0-1 0 0,1 0 1 0 0,-1 0 0 0 0,0 0-1 0 0,0 0 1 0 0,0 0 0 0 0,0-1-1 0 0,0 1 1 0 0,1 0 0 0 0,-1 0-1 0 0,0 0 1 0 0,0 0 0 0 0,0 0-1 0 0,0 0 1 0 0,1 0 0 0 0,-1 0-1 0 0,0 0 1 0 0,0 0 0 0 0,0 0-1 0 0,0 0 1 0 0,1 0 0 0 0,-1 0-1 0 0,0 0 1 0 0,0 0 0 0 0,0 0-1 0 0,0 0 1 0 0,1 0 0 0 0,9 10 703 0 0,6 15-538 0 0,-2 2 6 0 0,-2 0 1 0 0,-1 1-1 0 0,-1 0 0 0 0,-1 1 0 0 0,6 40 1 0 0,10 149 341 0 0,-23-194-503 0 0,3 4 100 0 0,0 8-2700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07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29 158 4033 0 0,'0'0'977'0'0,"-9"-1"3571"0"0,-8-1-1951 0 0,17 2-2562 0 0,0 0 0 0 0,0 0 0 0 0,0 0 1 0 0,-1 0-1 0 0,1 0 0 0 0,0 0 0 0 0,0-1 1 0 0,0 1-1 0 0,0 0 0 0 0,0 0 0 0 0,0 0 1 0 0,0 0-1 0 0,0 0 0 0 0,-1 0 0 0 0,1 0 1 0 0,0 0-1 0 0,0 0 0 0 0,0 0 1 0 0,0 0-1 0 0,0 0 0 0 0,0 0 0 0 0,0 0 1 0 0,0 0-1 0 0,0-1 0 0 0,0 1 0 0 0,0 0 1 0 0,0 0-1 0 0,0 0 0 0 0,-1 0 0 0 0,1 0 1 0 0,0 0-1 0 0,0 0 0 0 0,0 0 0 0 0,0-1 1 0 0,0 1-1 0 0,0 0 0 0 0,0 0 0 0 0,0 0 1 0 0,0 0-1 0 0,0 0 0 0 0,0 0 0 0 0,0 0 1 0 0,0 0-1 0 0,0-1 0 0 0,0 1 0 0 0,1 0 1 0 0,-1 0-1 0 0,0 0 0 0 0,0 0 1 0 0,0 0-1 0 0,0 0 0 0 0,0 0 0 0 0,0 0 1 0 0,0 0-1 0 0,0-1 0 0 0,0 1 0 0 0,0 0 1 0 0,0 0-1 0 0,0 0 0 0 0,0 0 0 0 0,1 0 1 0 0,10-4 708 0 0,21-1-780 0 0,-27 4 236 0 0,91-12 131 0 0,122-35 0 0 0,-140 26-220 0 0,1 4-1 0 0,97-9 0 0 0,-157 21 163 0 0,-17 5-257 0 0,0 0 0 0 0,0 0 1 0 0,0 0-1 0 0,0 1 0 0 0,0-1 0 0 0,0 1 0 0 0,1-1 1 0 0,-1 1-1 0 0,3 0 0 0 0,-5 0 125 0 0,-13 13-67 0 0,14 8 46 0 0,1 0 1 0 0,5 20-1 0 0,1 7 77 0 0,6 44 84 0 0,-6-46-10 0 0,3 60 0 0 0,-16 123 595 0 0,1 18-399 0 0,5-226-397 0 0,1 0 1 0 0,7 28 0 0 0,-2-33 242 0 0,0 1-901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7-11T02:32:10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31 800,'0'0'1504,"0"-7"3458,0-16 51,0 63-4641,1 0 0,2 0 0,14 69 0,-2-49-314,19 69 138,25 207-1,-45-94 618,3 25-39,-11-216-242,-1-19-341,0 37 0,-5-60-101,1-1 1,1 0-1,-1 0 0,5 13 1,-3-13 1,-1 0 0,0 0 1,0 0-1,0 14 0,-1-13-77,0-1-1,0 0 0,1 1 0,1-1 1,3 9-1,4 16-12,3 14 119,-8-31-71,-1-1-1,-1 1 1,0 0-1,1 22 1,4 7 160,-8 86 226,0-130-433,0-1-1,0 0 1,0 1 0,0-1-1,0 1 1,0-1-1,0 0 1,0 1-1,0-1 1,0 1-1,0-1 1,0 0-1,0 1 1,0-1-1,0 0 1,0 1 0,1-1-1,-1 1 1,0-1-1,0 0 1,0 1-1,1-1 1,-1 0-1,0 0 1,0 1-1,1-1 1,-1 0 0,0 1-1,1-1 1,-1 0-1,0 0 1,1 0-1,-1 1 1,0-1-1,1 0 1,-1 0-1,0 0 1,1 0 0,-1 0-1,1 0 1,-1 0-1,0 0 1,1 0-1,-1 0 1,0 0-1,1 0 1,-1 0-1,1 0 1,-1 0-1,1 0 1,3 0-19,-4 0 109,22 0 240,308 11-94,-306-11-224,0-1 0,0 0 0,0-2-1,27-6 1,-22 3 38,0 2-1,36-1 0,-39 7 428,-11-1-1502,-5-1-2520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7-11T02:32:11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9 129 4345,'-5'-9'549,"3"-4"322,1 0-1,0 0 0,2-14 1,-1 7 1518,11-14 3642,-11 34-5865,0 0-141,-1 1-1,1-1 1,0 0-1,-1 1 1,1-1-1,0 0 1,-1 1-1,1-1 1,0 1-1,-1-1 1,1 0-1,0 1 0,0-1 1,0 1-1,-1-1 1,1 1-1,0-1 1,0 1-1,0-1 1,0 1-1,0-1 1,0 1-1,0-1 1,0 1-1,0-1 1,0 1-1,0 21-63,0-16 76,2 23-7,2 0 0,0 0 0,16 54 0,1 0 27,0 25-35,8 130-1,-5 81 75,-18-270-56,2 0 1,3-1-1,1-1 0,33 81 1,-34-85 124,-6-25-5248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7-11T02:32:11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576 7 2000,'0'0'501,"25"0"5264,-21 0-5108,-1 0 0,1 0 1,-1 0-1,1 0 0,-1-1 1,1 0-1,-1 1 0,0-1 1,5-2-1,-58 11 1585,-365 95-383,362-90-1477,17-4-7,-40 15 0,75-23-371,1-1 1,0 0-1,-1 0 0,1 0 0,-1 0 0,1 0 1,0 0-1,-1 0 0,1 1 0,-1-1 0,1 0 1,0 0-1,-1 1 0,1-1 0,0 0 0,0 0 1,-1 1-1,1-1 0,0 0 0,0 1 0,-1-1 0,1 0 1,0 1-1,0-1 0,0 1 0,-1-1 0,1 0 1,0 1-1,0-1 0,0 1 0,0-1 0,0 0 1,0 1-1,0-1 0,0 1 0,0-1 0,0 1 1,0-1-1,0 0 0,0 1 0,0-1 0,1 1 1,12 14-3634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7-11T02:32:12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1 7282,'0'0'5687,"-12"16"-2375,-133 67-1838,135-77-1377,3-2-8,0 1 0,0 0 0,1 1 0,-1 0 0,1 0 0,1 0 0,-1 1 0,1 0 0,0 0 0,1 0 0,0 0-1,0 1 1,-4 11 0,8-19-70,-1 1-1,1 0 0,-1 0 0,1 0 0,0 0 0,-1 0 0,1 0 0,0 0 1,0 0-1,0 0 0,0 0 0,0 0 0,0 0 0,0 0 0,0 0 0,0 0 1,0 0-1,0 0 0,1 0 0,-1 0 0,0 0 0,1 0 0,-1 0 0,1-1 1,-1 1-1,1 0 0,-1 0 0,1 0 0,0-1 0,-1 1 0,1 0 1,0 0-1,0-1 0,-1 1 0,1-1 0,0 1 0,0-1 0,1 1 0,4 1 2,0 0-1,0-1 0,0 0 1,0 0-1,10 0 0,-11-1 2,1 0 0,-1 1-1,0 0 1,1 0 0,7 3-1,3 4-12,-5-2-15,0-1-1,1 0 1,-1 0 0,22 5 0,-19-7-612,4 1-2011,-4-3-3016,-3-1-650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7-11T02:32:12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 3577,'0'0'851,"-20"2"10615,26 5-11276,0 0 1,-1 1-1,-1 0 0,1 0 0,5 15 1,0-2 55,6 16-78,-1 0-1,-1 0 1,-3 1-1,10 50 1,11 161 235,-8-54-235,-11-84 95,-3 178 0,-10-281-252,0 0-1,0-1 1,1 1-1,0 0 1,0-1-1,3 9 1,-3-14-1179,0 1 0,1-1 0,-1 0 0,0 0 0,1 1 0,-1-1 0,4 3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14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54 292 1704 0 0,'0'0'584'0'0,"-2"-24"2809"0"0,-10-46 1068 0 0,-3-126-1 0 0,14 197-4441 0 0,1-1 1 0 0,0 0-1 0 0,0 0 1 0 0,0 0-1 0 0,0 0 1 0 0,0 0-1 0 0,-1 0 1 0 0,1 0-1 0 0,0 0 1 0 0,0 0-1 0 0,0 0 1 0 0,0 0-1 0 0,0 1 0 0 0,-1-1 1 0 0,1 0-1 0 0,0 0 1 0 0,0 0-1 0 0,0 0 1 0 0,0 0-1 0 0,-1 0 1 0 0,1-1-1 0 0,0 1 1 0 0,0 0-1 0 0,0 0 1 0 0,0 0-1 0 0,0 0 1 0 0,-1 0-1 0 0,1 0 1 0 0,0 0-1 0 0,0 0 1 0 0,0 0-1 0 0,0 0 1 0 0,0 0-1 0 0,-1 0 1 0 0,1-1-1 0 0,0 1 0 0 0,0 0 1 0 0,0 0-1 0 0,0 0 1 0 0,0 0-1 0 0,0 0 1 0 0,0 0-1 0 0,0-1 1 0 0,0 1-1 0 0,-1 0 1 0 0,1 0-1 0 0,0 0 1 0 0,0 0-1 0 0,0 0 1 0 0,0-1-1 0 0,-7 15 237 0 0,3 8-206 0 0,1 0 0 0 0,1 0 0 0 0,0 0 0 0 0,2 0 0 0 0,3 26 0 0 0,21 112 16 0 0,-2-27-50 0 0,-11 6 436 0 0,-9-86-6588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15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42 141 5249 0 0,'-12'0'6956'0'0,"-10"0"-3539"0"0,22 0-3397 0 0,-1-1 0 0 0,1 1 0 0 0,0 0 0 0 0,0 0 0 0 0,0 0-1 0 0,0 0 1 0 0,-1 0 0 0 0,1 0 0 0 0,0 0 0 0 0,0 0 0 0 0,0 0 0 0 0,-1 0 0 0 0,1 0 0 0 0,0 0 0 0 0,0 0 0 0 0,0 0 0 0 0,-1 0-1 0 0,1 0 1 0 0,0 0 0 0 0,0 0 0 0 0,0 0 0 0 0,-1 0 0 0 0,1 0 0 0 0,0 0 0 0 0,0 0 0 0 0,0 0 0 0 0,-1 0 0 0 0,1 0 0 0 0,0 1-1 0 0,0-1 1 0 0,0 0 0 0 0,0 0 0 0 0,-1 0 0 0 0,1 0 0 0 0,0 0 0 0 0,0 1 0 0 0,0-1 0 0 0,0 0 0 0 0,0 0 0 0 0,0 0 0 0 0,0 0-1 0 0,-1 1 1 0 0,11 4 212 0 0,15 3-225 0 0,-4-4 95 0 0,1-2-1 0 0,0-1 1 0 0,0 0 0 0 0,-1-2-1 0 0,34-5 1 0 0,106-26 456 0 0,-157 31-543 0 0,111-27 329 0 0,121-27-70 0 0,-169 43-197 0 0,108-6 1 0 0,-76 13 243 0 0,67-1 655 0 0,-158 13-3264 0 0,-5-4 465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17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179 154 2048 0 0,'0'0'-172'0'0,"-2"-31"4532"0"0,2 30-4320 0 0,-2-9 885 0 0,0 0-1 0 0,-1 0 1 0 0,-7-18-1 0 0,7 21 184 0 0,-4-1-408 0 0,2 5-523 0 0,2 2-129 0 0,0-1 0 0 0,0 0 1 0 0,1 1-1 0 0,-1-1 0 0 0,0 1 0 0 0,0 0 1 0 0,0 0-1 0 0,-1 0 0 0 0,1 0 1 0 0,0 1-1 0 0,0-1 0 0 0,0 1 1 0 0,-1 0-1 0 0,1 0 0 0 0,0 0 1 0 0,0 0-1 0 0,-1 0 0 0 0,1 1 1 0 0,0 0-1 0 0,0-1 0 0 0,0 1 1 0 0,0 1-1 0 0,0-1 0 0 0,0 0 1 0 0,-5 3-1 0 0,3 0 4 0 0,1 1 0 0 0,0-1 0 0 0,0 0 0 0 0,0 1 0 0 0,1 0 0 0 0,0 0 0 0 0,-1 0 0 0 0,2 0 0 0 0,-1 1 0 0 0,-2 6 1 0 0,2-6-14 0 0,0 1-2 0 0,1 1 0 0 0,-1 0 1 0 0,1 0-1 0 0,-2 16 0 0 0,3-22-15 0 0,1 1 0 0 0,0 0 0 0 0,0 0 0 0 0,0 0 0 0 0,0 0 0 0 0,0 0 0 0 0,0 0 0 0 0,1 0 0 0 0,-1 0 0 0 0,1-1 1 0 0,0 1-1 0 0,0 0 0 0 0,0 0 0 0 0,0-1 0 0 0,0 1 0 0 0,1-1 0 0 0,1 4 0 0 0,0-4 19 0 0,0 0 0 0 0,1 1 0 0 0,-1-1 0 0 0,1 0 0 0 0,-1 0 0 0 0,1-1 1 0 0,0 1-1 0 0,-1-1 0 0 0,1 0 0 0 0,0 0 0 0 0,6 1 0 0 0,-8-2-18 0 0,0 1 0 0 0,0-1 1 0 0,0 0-1 0 0,1 0 0 0 0,-1 0 0 0 0,0 0 0 0 0,0 0 0 0 0,0 0 1 0 0,0-1-1 0 0,0 1 0 0 0,0-1 0 0 0,0 1 0 0 0,0-1 1 0 0,0 0-1 0 0,0 0 0 0 0,0 0 0 0 0,0 0 0 0 0,0 0 0 0 0,-1 0 1 0 0,1 0-1 0 0,0-1 0 0 0,-1 1 0 0 0,3-3 0 0 0,12-39 127 0 0,-12 38-141 0 0,-1-1 0 0 0,0 1 0 0 0,-1-1 1 0 0,0 0-1 0 0,0 0 0 0 0,0 0 0 0 0,0 0 1 0 0,1-11-1 0 0,-2-2 70 0 0,-1-29 1 0 0,-1 16 92 0 0,1 31-163 0 0,0 0 0 0 0,0 1 0 0 0,-1-1 0 0 0,1 0 0 0 0,0 0 0 0 0,0 1 0 0 0,-1-1 0 0 0,1 0 0 0 0,0 1 0 0 0,-1-1 0 0 0,1 0 0 0 0,-1 1 0 0 0,1-1 0 0 0,-1 0 0 0 0,1 1-1 0 0,-1-1 1 0 0,1 1 0 0 0,-1-1 0 0 0,0 1 0 0 0,1 0 0 0 0,-1-1 0 0 0,0 1 0 0 0,1-1 0 0 0,-1 1 0 0 0,0 0 0 0 0,1 0 0 0 0,-1-1 0 0 0,0 1 0 0 0,0 0 0 0 0,1 0 0 0 0,-1 0 0 0 0,0 0-1 0 0,0 0 1 0 0,0 0 0 0 0,1 0 0 0 0,-1 0 0 0 0,0 0 0 0 0,0 0 0 0 0,1 1 0 0 0,-2-1 0 0 0,0 0-9 0 0,0 1-1 0 0,0-1 1 0 0,0 1-1 0 0,0-1 1 0 0,1 1-1 0 0,-1-1 1 0 0,0 1 0 0 0,1 0-1 0 0,-1 0 1 0 0,0 0-1 0 0,1 0 1 0 0,-1 0-1 0 0,1 0 1 0 0,-1 1-1 0 0,1-1 1 0 0,0 0 0 0 0,-3 3-1 0 0,0 5-5 0 0,-1 1 1 0 0,2-1-1 0 0,-1 1 0 0 0,1 0 0 0 0,-3 15 0 0 0,6-20 2 0 0,-2 0-1 0 0,1 0 0 0 0,0 0 0 0 0,-1 0 0 0 0,0-1 0 0 0,-3 7 0 0 0,3-8 1 0 0,0 0 0 0 0,1 0 0 0 0,-1 0 0 0 0,1 0 0 0 0,0 0 0 0 0,0 0 0 0 0,0 0 0 0 0,0 0 0 0 0,1 1 0 0 0,-1-1 0 0 0,1 0 0 0 0,0 0 0 0 0,0 1 0 0 0,0-1 0 0 0,0 0 0 0 0,0 0 0 0 0,2 5 0 0 0,19 4 70 0 0,-18-10-44 0 0,0 0 0 0 0,1-1 0 0 0,-1 1 0 0 0,1-1 0 0 0,-1 0 0 0 0,1 0-1 0 0,-1 0 1 0 0,1 0 0 0 0,0-1 0 0 0,-1 0 0 0 0,1 1 0 0 0,0-1 0 0 0,-1-1-1 0 0,1 1 1 0 0,0 0 0 0 0,-1-1 0 0 0,1 0 0 0 0,0 0 0 0 0,-1 0 0 0 0,1 0-1 0 0,-1 0 1 0 0,0-1 0 0 0,1 0 0 0 0,-1 0 0 0 0,0 0 0 0 0,0 0-1 0 0,0 0 1 0 0,0 0 0 0 0,0-1 0 0 0,-1 1 0 0 0,1-1 0 0 0,-1 0 0 0 0,0 0-1 0 0,0 0 1 0 0,0 0 0 0 0,0 0 0 0 0,0-1 0 0 0,2-5 0 0 0,11-25 144 0 0,-13 30-144 0 0,1-1 1 0 0,-1 0-1 0 0,0 0 1 0 0,0 0-1 0 0,0 0 1 0 0,-1 0-1 0 0,0 0 1 0 0,0 0-1 0 0,1-9 0 0 0,-2 13-20 0 0,0 0-1 0 0,0 0 0 0 0,0 0 0 0 0,0 0 1 0 0,0 0-1 0 0,0 0 0 0 0,0 0 1 0 0,0 0-1 0 0,0 0 0 0 0,-1 0 0 0 0,1 0 1 0 0,0 0-1 0 0,-1 0 0 0 0,1 0 0 0 0,0 0 1 0 0,-1 0-1 0 0,1 0 0 0 0,-1 0 0 0 0,0 0 1 0 0,1 1-1 0 0,-1-1 0 0 0,0 0 0 0 0,1 0 1 0 0,-1 1-1 0 0,0-1 0 0 0,0 1 1 0 0,0-1-1 0 0,1 1 0 0 0,-1-1 0 0 0,0 1 1 0 0,0-1-1 0 0,0 1 0 0 0,0-1 0 0 0,0 1 1 0 0,0 0-1 0 0,0 0 0 0 0,0 0 0 0 0,0-1 1 0 0,0 1-1 0 0,0 0 0 0 0,0 0 0 0 0,0 0 1 0 0,0 1-1 0 0,0-1 0 0 0,0 0 1 0 0,0 0-1 0 0,0 0 0 0 0,0 1 0 0 0,0-1 1 0 0,0 1-1 0 0,0-1 0 0 0,1 0 0 0 0,-1 1 1 0 0,0 0-1 0 0,0-1 0 0 0,0 1 0 0 0,-1 1 1 0 0,1 0-8 0 0,-1 1 0 0 0,1 0 1 0 0,0-1-1 0 0,0 1 1 0 0,0 0-1 0 0,0 0 0 0 0,0-1 1 0 0,1 1-1 0 0,-1 0 0 0 0,1 0 1 0 0,0 5-1 0 0,-2 4-4 0 0,0-1-12 0 0,2-6 16 0 0,-1 1 0 0 0,0-1-1 0 0,-1-1 1 0 0,1 1 0 0 0,-1 0 0 0 0,0 0 0 0 0,-3 5-1 0 0,4-7 8 0 0,-1 0 0 0 0,1 0 0 0 0,-1 0 0 0 0,1 0 0 0 0,0 0 0 0 0,0 0 0 0 0,0 0 0 0 0,0 0 0 0 0,1 0 0 0 0,-1 0 0 0 0,1 1 0 0 0,0-1 0 0 0,0 0 0 0 0,0 0 0 0 0,0 1 0 0 0,1-1 0 0 0,-1 0 0 0 0,1 0 0 0 0,0 0 0 0 0,0 0-1 0 0,0 0 1 0 0,2 4 0 0 0,-2-5 7 0 0,1 0 0 0 0,-1 0 0 0 0,1 0 0 0 0,0 0 1 0 0,0 0-1 0 0,0 0 0 0 0,0 0 0 0 0,0 0 0 0 0,0-1 0 0 0,0 1 0 0 0,1-1 0 0 0,-1 0 0 0 0,1 0 0 0 0,-1 0 0 0 0,1 0 0 0 0,-1 0 0 0 0,1 0 0 0 0,-1-1 0 0 0,1 1 0 0 0,0-1 0 0 0,-1 0 0 0 0,1 1 0 0 0,0-1 0 0 0,-1-1 0 0 0,1 1 0 0 0,4-1 0 0 0,-5 1 7 0 0,0-1-1 0 0,0 1 1 0 0,-1 0 0 0 0,1-1-1 0 0,0 1 1 0 0,-1-1 0 0 0,1 0-1 0 0,-1 1 1 0 0,1-1 0 0 0,-1 0-1 0 0,1 0 1 0 0,-1 0 0 0 0,0 0-1 0 0,1 0 1 0 0,-1-1 0 0 0,0 1-1 0 0,2-3 1 0 0,-1 0 8 0 0,0 1-1 0 0,0-1 1 0 0,0 0 0 0 0,-1 0-1 0 0,2-7 1 0 0,8-19 45 0 0,-8 25-50 0 0,-1 0-1 0 0,0-1 1 0 0,0 1-1 0 0,0-1 1 0 0,-1 1-1 0 0,1-1 1 0 0,-1 1-1 0 0,0-9 1 0 0,-1 11-9 0 0,1 0 0 0 0,-1 0 0 0 0,0-1 0 0 0,-1 1 0 0 0,1 0 0 0 0,0 0 0 0 0,-1 0 1 0 0,0 0-1 0 0,0 0 0 0 0,0 0 0 0 0,0 0 0 0 0,0 0 0 0 0,0 0 0 0 0,-1 1 0 0 0,0-1 0 0 0,-3-5 0 0 0,3 7-16 0 0,1-1 1 0 0,-1 1-1 0 0,0-1 0 0 0,0 1 0 0 0,0 0 0 0 0,-1 0 0 0 0,1-1 0 0 0,0 2 1 0 0,0-1-1 0 0,-1 0 0 0 0,1 0 0 0 0,0 1 0 0 0,-5-1 0 0 0,6 1-125 0 0,0 0-1 0 0,0 0 0 0 0,0 0 0 0 0,0 0 1 0 0,0 0-1 0 0,0 0 0 0 0,0 0 0 0 0,0 0 1 0 0,0 1-1 0 0,0-1 0 0 0,0 0 0 0 0,0 1 1 0 0,0-1-1 0 0,0 1 0 0 0,0 0 0 0 0,0-1 1 0 0,0 1-1 0 0,0-1 0 0 0,0 1 1 0 0,0 0-1 0 0,1 0 0 0 0,-1 0 0 0 0,0-1 1 0 0,1 1-1 0 0,-1 0 0 0 0,0 0 0 0 0,1 0 1 0 0,-1 0-1 0 0,1 0 0 0 0,0 0 0 0 0,-1 2 1 0 0,-1 3-564 0 0,1 1 0 0 0,0-1 1 0 0,1 1-1 0 0,0 0 0 0 0,0-1 1 0 0,1 11-1 0 0,0 9-2504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18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91 471 3401 0 0,'-32'0'6078'0'0,"18"-1"-4370"0"0,10 0-1101 0 0,0 1-1 0 0,0 0 1 0 0,-1 0-1 0 0,1 0 1 0 0,0 0-1 0 0,0 0 1 0 0,-7 2-1 0 0,11-2-593 0 0,0 0 0 0 0,0 0 0 0 0,-1 0 0 0 0,1 0-1 0 0,0 0 1 0 0,0 1 0 0 0,0-1 0 0 0,-1 0 0 0 0,1 0 0 0 0,0 0-1 0 0,0 0 1 0 0,0 0 0 0 0,-1 0 0 0 0,1 0 0 0 0,0 1-1 0 0,0-1 1 0 0,0 0 0 0 0,0 0 0 0 0,-1 0 0 0 0,1 0-1 0 0,0 1 1 0 0,0-1 0 0 0,0 0 0 0 0,0 0 0 0 0,0 0 0 0 0,0 0-1 0 0,0 1 1 0 0,-1-1 0 0 0,1 0 0 0 0,0 0 0 0 0,0 1-1 0 0,0-1 1 0 0,0 0 0 0 0,0 0 0 0 0,0 0 0 0 0,0 1-1 0 0,9 2 222 0 0,16-1-127 0 0,-23-2-96 0 0,56 0 42 0 0,61-10 1 0 0,3 1-16 0 0,256-24-62 0 0,-2-25 98 0 0,-310 45-54 0 0,-2-4 0 0 0,100-38 0 0 0,153-49 35 0 0,-252 89-27 0 0,1 2 0 0 0,132-8 1 0 0,-138 18 10 0 0,0-4 0 0 0,0-2 0 0 0,108-30 0 0 0,-125 26-36 0 0,1 1 1 0 0,0 3-1 0 0,0 1 1 0 0,75-2-1 0 0,-98 9 133 0 0,0-1 0 0 0,30-7-1 0 0,-30 5-1567 0 0,0 1 0 0 0,31-2 0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20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80 3385 0 0,'-1'-31'5949'0'0,"1"25"-5256"0"0,-4-21 2154 0 0,4 27-2756 0 0,0-1 1 0 0,-1 0-1 0 0,1 0 1 0 0,0 1-1 0 0,0-1 1 0 0,-1 0-1 0 0,1 1 1 0 0,0-1-1 0 0,-1 0 0 0 0,1 1 1 0 0,0-1-1 0 0,-1 0 1 0 0,1 1-1 0 0,-1-1 1 0 0,1 1-1 0 0,-1-1 1 0 0,0 1-1 0 0,1-1 0 0 0,-1 1 1 0 0,1-1-1 0 0,-1 1 1 0 0,0 0-1 0 0,1-1 1 0 0,-1 1-1 0 0,0 0 1 0 0,1-1-1 0 0,-1 1 1 0 0,-1 0-1 0 0,1 1-65 0 0,0 0 1 0 0,0 0-1 0 0,0 0 0 0 0,0 0 1 0 0,0 1-1 0 0,0-1 0 0 0,1 0 1 0 0,-1 0-1 0 0,0 1 0 0 0,1-1 1 0 0,-1 1-1 0 0,1-1 0 0 0,-1 0 1 0 0,1 1-1 0 0,-1-1 0 0 0,1 1 1 0 0,0-1-1 0 0,0 4 1 0 0,-1-2 15 0 0,-3 21 99 0 0,1 0 0 0 0,1 0 1 0 0,1 1-1 0 0,4 34 0 0 0,19 94 247 0 0,-17-127-395 0 0,13 91 118 0 0,15 73 498 0 0,-27-168-133 0 0,-2-12-361 0 0,-2 0 1 0 0,1 0 0 0 0,0 14-1 0 0,-2-22-105 0 0,-1-1-1 0 0,0 1 0 0 0,0 0 0 0 0,0 0 0 0 0,0 0 0 0 0,-1 0 0 0 0,1 0 0 0 0,0 0 0 0 0,-1 0 0 0 0,1 0 0 0 0,-1 0 0 0 0,0-1 0 0 0,1 1 0 0 0,-1 0 0 0 0,0 0 1 0 0,0-1-1 0 0,0 1 0 0 0,-1-1 0 0 0,1 1 0 0 0,0-1 0 0 0,-1 1 0 0 0,1-1 0 0 0,-3 2 0 0 0,-15 8 14 0 0,-2-1-1 0 0,1-1 1 0 0,-1-1-1 0 0,-31 8 1 0 0,48-15-23 0 0,-16 12 90 0 0,19-12-86 0 0,-1 1 0 0 0,1-1 0 0 0,-1 0 0 0 0,0 0 0 0 0,1 1 0 0 0,-1-1 0 0 0,0 0 0 0 0,0-1 0 0 0,0 1 0 0 0,0 0 0 0 0,0 0 0 0 0,-4 0 0 0 0,4 2-3 0 0,0-1-1 0 0,0 1 1 0 0,1 0 0 0 0,-1 0-1 0 0,0 0 1 0 0,1 1 0 0 0,0-1 0 0 0,0 0-1 0 0,0 0 1 0 0,-1 6 0 0 0,2-7 1 0 0,0-1 1 0 0,1 1-1 0 0,-1 0 1 0 0,1-1-1 0 0,-1 1 1 0 0,1-1-1 0 0,0 1 1 0 0,0-1 0 0 0,0 1-1 0 0,0-1 1 0 0,0 1-1 0 0,0-1 1 0 0,0 0-1 0 0,0 0 1 0 0,0 1-1 0 0,1-1 1 0 0,-1 0-1 0 0,0 0 1 0 0,1 0-1 0 0,-1 0 1 0 0,1-1-1 0 0,-1 1 1 0 0,1 0-1 0 0,-1-1 1 0 0,1 1 0 0 0,0-1-1 0 0,-1 1 1 0 0,1-1-1 0 0,0 0 1 0 0,2 1-1 0 0,8 1 7 0 0,1-1-1 0 0,24 0 1 0 0,-34-1-3 0 0,53 0 16 0 0,15-1 51 0 0,0 3 1 0 0,121 18-1 0 0,-191-20-71 0 0,2 1 53 0 0,0-1 0 0 0,0 1-1 0 0,0 0 1 0 0,-1-1 0 0 0,1 1 0 0 0,0 0 0 0 0,0 1-1 0 0,4 2 1 0 0,-5-3-34 0 0,-1 0 0 0 0,0 1 1 0 0,-1-1-1 0 0,1 1 0 0 0,0-1 0 0 0,0 1 0 0 0,-1-1 0 0 0,1 1 0 0 0,-1-1 0 0 0,1 1 0 0 0,-1 0 0 0 0,1-1 1 0 0,-1 1-1 0 0,0 0 0 0 0,0-1 0 0 0,0 1 0 0 0,0 0 0 0 0,0 1 0 0 0,-1 0-7 0 0,1 1-1 0 0,-1-1 1 0 0,1 0-1 0 0,-1 0 1 0 0,0 0-1 0 0,0 0 1 0 0,0 0 0 0 0,0 1-1 0 0,-1-2 1 0 0,1 1-1 0 0,-1 0 1 0 0,0 0-1 0 0,0 0 1 0 0,0-1-1 0 0,0 1 1 0 0,0-1 0 0 0,-1 0-1 0 0,-4 4 1 0 0,-5 3 29 0 0,-1-1 0 0 0,-26 14 0 0 0,8-6-7 0 0,-41 21-30 0 0,51-28 4 0 0,1 1 1 0 0,1 1-1 0 0,0 0 0 0 0,-25 21 0 0 0,18-12-21 0 0,21-17 2 0 0,-1 1 1 0 0,1 0 0 0 0,0 1-1 0 0,0-1 1 0 0,0 1 0 0 0,1 0-1 0 0,0 0 1 0 0,-6 9-1 0 0,9-12-3 0 0,-1 0 0 0 0,1 1-1 0 0,0-1 1 0 0,0 0 0 0 0,0 1-1 0 0,0-1 1 0 0,1 1 0 0 0,-1-1-1 0 0,0 5 1 0 0,1-6 10 0 0,1 0-1 0 0,-1 0 1 0 0,0 0 0 0 0,0 1-1 0 0,1-1 1 0 0,-1 0 0 0 0,1 0-1 0 0,-1 0 1 0 0,1 0 0 0 0,-1 0-1 0 0,1-1 1 0 0,-1 1 0 0 0,1 0 0 0 0,0 0-1 0 0,0 0 1 0 0,-1 0 0 0 0,1-1-1 0 0,0 1 1 0 0,0 0 0 0 0,0-1-1 0 0,0 1 1 0 0,0-1 0 0 0,0 1-1 0 0,1 0 1 0 0,5 2 0 0 0,0 0-1 0 0,0-1 1 0 0,1 1-1 0 0,-1-1 1 0 0,0-1-1 0 0,1 1 1 0 0,0-2-1 0 0,-1 1 1 0 0,1-1-1 0 0,7 0 1 0 0,14-3 8 0 0,39-8-1 0 0,-44 7-17 0 0,-1 0-1 0 0,28-1 1 0 0,-43 5 21 0 0,-1 0 1 0 0,1 0-1 0 0,-1 1 1 0 0,1-1-1 0 0,-1 1 0 0 0,1 1 1 0 0,-1 0-1 0 0,0 0 1 0 0,0 0-1 0 0,0 1 1 0 0,8 4-1 0 0,-14-6-5 0 0,0 0-1 0 0,0 0 1 0 0,0 1 0 0 0,0-1 0 0 0,0 0-1 0 0,-1 0 1 0 0,1 1 0 0 0,0-1-1 0 0,-1 1 1 0 0,1-1 0 0 0,-1 0-1 0 0,1 3 1 0 0,5 10 12 0 0,-4-10-1 0 0,0 0 0 0 0,0 0 0 0 0,-1-1 0 0 0,1 1 0 0 0,-1 0 0 0 0,0 0 0 0 0,0 1 0 0 0,0-1 1 0 0,0 0-1 0 0,-1 0 0 0 0,0 0 0 0 0,0 1 0 0 0,0-1 0 0 0,0 0 0 0 0,-1 0 0 0 0,1 0 0 0 0,-1 0 0 0 0,-2 6 0 0 0,1-4-5 0 0,0 0-1 0 0,0-1 1 0 0,0 1 0 0 0,-1 0-1 0 0,0-1 1 0 0,-1 0-1 0 0,1 1 1 0 0,-1-1 0 0 0,0-1-1 0 0,0 1 1 0 0,-8 7 0 0 0,-96 66 47 0 0,-34 29-4 0 0,138-104-68 0 0,1 0-1 0 0,0 0 1 0 0,-1 1-1 0 0,1-1 0 0 0,1 1 1 0 0,-1 0-1 0 0,0 0 1 0 0,1 0-1 0 0,0 0 1 0 0,0 1-1 0 0,-2 4 1 0 0,4-8 15 0 0,0-1 0 0 0,0 0 1 0 0,0 0-1 0 0,0 0 0 0 0,0 0 1 0 0,0 1-1 0 0,0-1 1 0 0,0 0-1 0 0,0 0 0 0 0,1 0 1 0 0,-1 1-1 0 0,0-1 0 0 0,0 0 1 0 0,0 0-1 0 0,0 0 1 0 0,0 0-1 0 0,0 0 0 0 0,0 1 1 0 0,1-1-1 0 0,-1 0 0 0 0,0 0 1 0 0,0 0-1 0 0,0 0 1 0 0,0 0-1 0 0,1 0 0 0 0,-1 0 1 0 0,0 0-1 0 0,0 1 0 0 0,0-1 1 0 0,0 0-1 0 0,1 0 1 0 0,-1 0-1 0 0,0 0 0 0 0,0 0 1 0 0,0 0-1 0 0,1 0 0 0 0,-1 0 1 0 0,0 0-1 0 0,0 0 1 0 0,0 0-1 0 0,1 0 0 0 0,-1 0 1 0 0,0-1-1 0 0,0 1 0 0 0,0 0 1 0 0,0 0-1 0 0,1 0 1 0 0,-1 0-1 0 0,0 0 0 0 0,0 0 1 0 0,0 0-1 0 0,0 0 0 0 0,1-1 1 0 0,-1 1-1 0 0,0 0 1 0 0,0 0-1 0 0,49-19 34 0 0,-41 16-29 0 0,-1-1 0 0 0,1 1 0 0 0,0 0 0 0 0,0 0 1 0 0,0 1-1 0 0,0 0 0 0 0,1 1 0 0 0,-1 0 0 0 0,0 0 0 0 0,10 0 1 0 0,-17 2-7 0 0,0-1 1 0 0,1 1 0 0 0,-1-1 0 0 0,0 1-1 0 0,0 0 1 0 0,1 0 0 0 0,-1 0 0 0 0,0 0 0 0 0,0-1-1 0 0,0 1 1 0 0,0 1 0 0 0,0-1 0 0 0,0 0 0 0 0,0 0-1 0 0,-1 0 1 0 0,1 0 0 0 0,0 1 0 0 0,0-1 0 0 0,-1 0-1 0 0,1 1 1 0 0,-1-1 0 0 0,1 2 0 0 0,9 39-10 0 0,-6-24 6 0 0,7 37 16 0 0,-1-1 1 0 0,2 73-1 0 0,-12-119-12 0 0,2 2 0 0 0,0 0-1 0 0,0 0 0 0 0,1 0 0 0 0,7 15 1 0 0,-6-14 2 0 0,0-1 0 0 0,-1 1 0 0 0,4 17 1 0 0,-4 19 21 0 0,-1 53 1 0 0,-2-19-17 0 0,0-52 6 0 0,1 1 0 0 0,2-1 1 0 0,1 0-1 0 0,1 0 0 0 0,1 0 1 0 0,12 32-1 0 0,-3-16 15 0 0,-2 0 1 0 0,-2 1-1 0 0,8 84 0 0 0,-7-49 47 0 0,-9-68-62 0 0,0-1-1 0 0,1 1 0 0 0,1 0 0 0 0,8 16 1 0 0,-7-17 8 0 0,0 1-1 0 0,-2 0 1 0 0,1 0 0 0 0,2 15 0 0 0,4 15-862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20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68 8202 0 0,'-11'0'1532'0'0,"-70"2"5576"0"0,89-4-6468 0 0,275-55 1380 0 0,-269 53-1944 0 0,1 2 1 0 0,-1 0 0 0 0,1 0 0 0 0,0 1 0 0 0,-1 1 0 0 0,1 1 0 0 0,0 0 0 0 0,25 5 0 0 0,-28-5-3731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22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100 277 4177 0 0,'-24'-6'5924'0'0,"23"1"-5419"0"0,0 0 0 0 0,0 0-1 0 0,1 1 1 0 0,-1-1 0 0 0,2-8 0 0 0,-3-19 461 0 0,1 29-861 0 0,0 0 0 0 0,0 0 0 0 0,-1 0 0 0 0,1 1 0 0 0,-1-1 0 0 0,-3-5 0 0 0,5 8-91 0 0,0 0 0 0 0,-1-1 0 0 0,1 1 1 0 0,0-1-1 0 0,0 1 0 0 0,-1 0 0 0 0,1-1 0 0 0,0 1 0 0 0,-1 0 0 0 0,1-1 0 0 0,0 1 1 0 0,-1 0-1 0 0,1 0 0 0 0,-1-1 0 0 0,1 1 0 0 0,-1 0 0 0 0,1 0 0 0 0,0 0 0 0 0,-1-1 1 0 0,1 1-1 0 0,-1 0 0 0 0,1 0 0 0 0,-1 0 0 0 0,1 0 0 0 0,-1 0 0 0 0,1 0 1 0 0,-1 0-1 0 0,1 0 0 0 0,-1 0 0 0 0,1 0 0 0 0,-1 0 0 0 0,1 0 0 0 0,0 1 0 0 0,-1-1 1 0 0,1 0-1 0 0,-1 0 0 0 0,1 0 0 0 0,-1 1 0 0 0,1-1 0 0 0,0 0 0 0 0,-1 0 0 0 0,1 1 1 0 0,0-1-1 0 0,-1 0 0 0 0,1 1 0 0 0,0-1 0 0 0,-1 0 0 0 0,1 1 0 0 0,0-1 0 0 0,-1 1 1 0 0,1-1-1 0 0,0 1 0 0 0,0 0 0 0 0,-7 11 31 0 0,1 0-1 0 0,1 1 1 0 0,1 0 0 0 0,-5 18-1 0 0,7-23 29 0 0,0 1 1 0 0,1-1-1 0 0,0 1 0 0 0,1-1 0 0 0,0 1 0 0 0,0-1 0 0 0,1 1 0 0 0,2 11 1 0 0,-3-19-50 0 0,1 0-1 0 0,-1 0 1 0 0,0 0 0 0 0,1 0 0 0 0,0-1 0 0 0,-1 1 0 0 0,1 0 0 0 0,-1 0 0 0 0,1-1 0 0 0,0 1 0 0 0,-1 0 0 0 0,1-1 0 0 0,0 1 0 0 0,0-1 0 0 0,0 1 0 0 0,-1-1 0 0 0,1 1 0 0 0,0-1 0 0 0,0 0 0 0 0,0 1 0 0 0,0-1 0 0 0,0 0 0 0 0,0 0 0 0 0,0 0 0 0 0,0 0 0 0 0,0 1 0 0 0,-1-1 0 0 0,1 0 0 0 0,0-1 0 0 0,0 1 0 0 0,0 0 0 0 0,0 0 0 0 0,0 0 0 0 0,0-1 0 0 0,1 1 0 0 0,2-1 18 0 0,1 0 0 0 0,-1-1 1 0 0,0 1-1 0 0,0-1 0 0 0,0 0 0 0 0,4-2 0 0 0,-4 2-21 0 0,-1-1 0 0 0,0 0-1 0 0,0 0 1 0 0,0 0 0 0 0,0-1-1 0 0,0 1 1 0 0,-1 0 0 0 0,1-1-1 0 0,-1 0 1 0 0,2-4 0 0 0,16-44 72 0 0,-9 22-55 0 0,-3 10-1 0 0,-1-1 0 0 0,6-30 0 0 0,0 14 43 0 0,-10 33-65 0 0,-1-1 0 0 0,0 0 0 0 0,0 0 0 0 0,-1 0 0 0 0,1 0 0 0 0,-1 0 0 0 0,0 0 0 0 0,0-8 0 0 0,-1 11 13 0 0,0 0 1 0 0,0-1-1 0 0,0 1 1 0 0,-1 0 0 0 0,1 0-1 0 0,0-1 1 0 0,-1 1-1 0 0,0 0 1 0 0,1 0-1 0 0,-1-1 1 0 0,0 1 0 0 0,0 0-1 0 0,0 0 1 0 0,-3-3-1 0 0,3 4-15 0 0,-1 0 0 0 0,1 0 0 0 0,0 0 0 0 0,0 0 0 0 0,0 1-1 0 0,-1-1 1 0 0,1 0 0 0 0,0 1 0 0 0,-1-1 0 0 0,1 1 0 0 0,-1 0 0 0 0,1-1-1 0 0,-1 1 1 0 0,1 0 0 0 0,0 0 0 0 0,-1 0 0 0 0,1 0 0 0 0,-1 0-1 0 0,1 0 1 0 0,-1 1 0 0 0,1-1 0 0 0,0 0 0 0 0,-1 1 0 0 0,1-1 0 0 0,-2 2-1 0 0,2-2-11 0 0,0 1-1 0 0,-1-1 0 0 0,1 1 0 0 0,0 0 0 0 0,1 0 0 0 0,-1-1 0 0 0,0 1 0 0 0,0 0 0 0 0,0 0 1 0 0,0 0-1 0 0,1 0 0 0 0,-1 0 0 0 0,0 0 0 0 0,1 0 0 0 0,-1 1 0 0 0,1-1 0 0 0,-1 0 0 0 0,1 0 0 0 0,-1 2 1 0 0,-4 27 37 0 0,3-18-35 0 0,-11 84-51 0 0,12-89 49 0 0,0 0-1 0 0,-1 0 1 0 0,0-1-1 0 0,0 1 1 0 0,0-1-1 0 0,-6 10 0 0 0,5-10 3 0 0,1 0-1 0 0,-1 0 0 0 0,1 0 1 0 0,0 0-1 0 0,0 1 0 0 0,1-1 1 0 0,0 0-1 0 0,-1 9 0 0 0,2-12 3 0 0,0 1 0 0 0,0 0 0 0 0,0-1-1 0 0,1 1 1 0 0,-1 0 0 0 0,1-1 0 0 0,0 1-1 0 0,0 0 1 0 0,0-1 0 0 0,0 1 0 0 0,4 5-1 0 0,-4-7 8 0 0,1 0 0 0 0,0-1 0 0 0,0 1-1 0 0,-1-1 1 0 0,1 0 0 0 0,0 0-1 0 0,0 1 1 0 0,0-1 0 0 0,0 0-1 0 0,0-1 1 0 0,0 1 0 0 0,1 0 0 0 0,-1-1-1 0 0,0 1 1 0 0,0-1 0 0 0,1 1-1 0 0,-1-1 1 0 0,0 0 0 0 0,0 0-1 0 0,4-1 1 0 0,-4 2-3 0 0,0-1 0 0 0,0 0-1 0 0,-1 0 1 0 0,1 0 0 0 0,0-1-1 0 0,0 1 1 0 0,0 0 0 0 0,0-1-1 0 0,0 1 1 0 0,-1-1 0 0 0,1 1-1 0 0,0-1 1 0 0,0 0 0 0 0,-1 0-1 0 0,1 0 1 0 0,0 0 0 0 0,-1 0 0 0 0,1 0-1 0 0,-1-1 1 0 0,0 1 0 0 0,1 0-1 0 0,-1-1 1 0 0,0 1 0 0 0,0-1-1 0 0,0 1 1 0 0,0-1 0 0 0,0 1-1 0 0,0-1 1 0 0,0 0 0 0 0,0 0-1 0 0,-1 1 1 0 0,1-1 0 0 0,-1 0 0 0 0,1 0-1 0 0,-1 0 1 0 0,0-3 0 0 0,12-26 113 0 0,-10 28-105 0 0,-1-1 0 0 0,1 1 0 0 0,-1-1 0 0 0,1 0-1 0 0,-1 0 1 0 0,0 0 0 0 0,-1 1 0 0 0,1-9 0 0 0,-1 11-16 0 0,0 0 0 0 0,0 0-1 0 0,0 0 1 0 0,0 0 0 0 0,0-1 0 0 0,-1 1-1 0 0,1 0 1 0 0,0 0 0 0 0,-1 0 0 0 0,1 0-1 0 0,-1 0 1 0 0,0 0 0 0 0,1 0 0 0 0,-1 0-1 0 0,1 1 1 0 0,-1-1 0 0 0,0 0-1 0 0,0 0 1 0 0,0 0 0 0 0,0 1 0 0 0,1-1-1 0 0,-1 0 1 0 0,0 1 0 0 0,0-1 0 0 0,0 1-1 0 0,0-1 1 0 0,0 1 0 0 0,0-1-1 0 0,-1 1 1 0 0,1 0 0 0 0,0 0 0 0 0,0-1-1 0 0,0 1 1 0 0,0 0 0 0 0,0 0 0 0 0,0 0-1 0 0,0 0 1 0 0,-1 0 0 0 0,-1 1 0 0 0,0-1-6 0 0,1 1 0 0 0,-1-1 1 0 0,1 1-1 0 0,-1-1 0 0 0,1 1 1 0 0,-1 0-1 0 0,1 0 0 0 0,-1 0 1 0 0,1 0-1 0 0,-1 1 0 0 0,1-1 1 0 0,0 0-1 0 0,0 1 0 0 0,0 0 1 0 0,0 0-1 0 0,0-1 0 0 0,-2 5 1 0 0,0 1-14 0 0,0 0 1 0 0,1 1 0 0 0,1 0-1 0 0,-4 11 1 0 0,-9 25-50 0 0,13-41 64 0 0,1 0 0 0 0,-1 0 0 0 0,1 1 0 0 0,0-1 0 0 0,0 0 0 0 0,0 1 0 0 0,0-1 0 0 0,0 0 1 0 0,1 1-1 0 0,0-1 0 0 0,0 1 0 0 0,0-1 0 0 0,0 6 0 0 0,1-7 4 0 0,0 0 1 0 0,-1 1 0 0 0,1-2-1 0 0,0 1 1 0 0,0 0-1 0 0,0 0 1 0 0,0 0 0 0 0,1 0-1 0 0,-1-1 1 0 0,0 1 0 0 0,1 0-1 0 0,0-1 1 0 0,-1 1 0 0 0,1-1-1 0 0,0 0 1 0 0,-1 0-1 0 0,1 1 1 0 0,0-1 0 0 0,0 0-1 0 0,0-1 1 0 0,0 1 0 0 0,3 1-1 0 0,2 0 14 0 0,0-1-1 0 0,0 0 1 0 0,0 0-1 0 0,1 0 1 0 0,-1-1 0 0 0,0 0-1 0 0,0-1 1 0 0,0 0-1 0 0,0 0 1 0 0,0 0-1 0 0,0-1 1 0 0,0 0 0 0 0,0 0-1 0 0,8-4 1 0 0,-7 3 9 0 0,-4 2-17 0 0,-1-1-1 0 0,1 0 1 0 0,0-1 0 0 0,-1 1-1 0 0,1-1 1 0 0,-1 1 0 0 0,0-1 0 0 0,0 0-1 0 0,0 0 1 0 0,0 0 0 0 0,0-1-1 0 0,2-3 1 0 0,27-51 116 0 0,-21 37-69 0 0,-9 19-34 0 0,0-1 1 0 0,-1 0-1 0 0,0 0 1 0 0,1-1-1 0 0,-1 1 1 0 0,0 0-1 0 0,-1 0 1 0 0,1-1-1 0 0,-1 1 1 0 0,1 0-1 0 0,-1-1 1 0 0,0 1-1 0 0,0 0 1 0 0,0-1-1 0 0,-1 1 1 0 0,0-6-1 0 0,0 7-8 0 0,0-1 0 0 0,-1 0 0 0 0,1 1 0 0 0,0-1 1 0 0,-1 1-1 0 0,0 0 0 0 0,1-1 0 0 0,-1 1 0 0 0,0 0 0 0 0,0 0 0 0 0,0 0 0 0 0,0 0 0 0 0,-1 0 0 0 0,1 1 0 0 0,-5-4 0 0 0,2 3-24 0 0,0 0 0 0 0,1 0 1 0 0,-1 1-1 0 0,0-1 0 0 0,0 1 0 0 0,0 0 0 0 0,0 1 0 0 0,0-1 0 0 0,0 1 1 0 0,0 0-1 0 0,0 0 0 0 0,0 0 0 0 0,0 1 0 0 0,0 0 0 0 0,0 0 0 0 0,1 0 0 0 0,-1 0 1 0 0,0 1-1 0 0,0 0 0 0 0,1 0 0 0 0,-7 4 0 0 0,9-5-236 0 0,-1 0 1 0 0,1 1-1 0 0,0 0 1 0 0,0-1-1 0 0,-1 1 0 0 0,1 0 1 0 0,0 0-1 0 0,0 1 1 0 0,1-1-1 0 0,-1 0 0 0 0,0 0 1 0 0,1 1-1 0 0,-1-1 1 0 0,0 5-1 0 0,-5 12-2362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24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200 144 3505 0 0,'0'-144'11942'0'0,"0"154"-10964"0"0,20 265-415 0 0,-3-81-407 0 0,-12-123 234 0 0,0 1 479 0 0,-5 96-1 0 0,-1-158-828 0 0,-1 0 0 0 0,1 0-1 0 0,-2 0 1 0 0,1 0 0 0 0,-1-1 0 0 0,-1 1 0 0 0,0-1 0 0 0,-8 15 0 0 0,10-23-34 0 0,1 1 1 0 0,-1-1 0 0 0,0 0 0 0 0,1 0 0 0 0,-1 0 0 0 0,0 0 0 0 0,1 0 0 0 0,-1 0 0 0 0,0 0 0 0 0,0-1 0 0 0,0 1 0 0 0,0-1 0 0 0,-2 1 0 0 0,-31 4 115 0 0,22-4-103 0 0,-26 3 260 0 0,-42-3 1 0 0,62-1-253 0 0,18 0-41 0 0,10 5-19 0 0,37 12 32 0 0,62 13 0 0 0,-84-26 3 0 0,0 0 0 0 0,0-1 0 0 0,1-2 0 0 0,41-2 0 0 0,35-15 90 0 0,-70 9-36 0 0,1 2 1 0 0,43-1-1 0 0,-75 6-49 0 0,1 0 0 0 0,-1 0 0 0 0,0 0 0 0 0,1 0 0 0 0,-1 0 0 0 0,0 0 0 0 0,1 0 0 0 0,-1 0 0 0 0,0 0 0 0 0,1 0 0 0 0,-1 0 0 0 0,0 1 0 0 0,1-1 0 0 0,-1 0 0 0 0,0 0 0 0 0,1 0 0 0 0,-1 0 0 0 0,0 1 0 0 0,0-1 0 0 0,1 0 0 0 0,-1 0 0 0 0,0 0 0 0 0,0 1 0 0 0,1-1 0 0 0,-1 0 0 0 0,0 1 0 0 0,0-1 0 0 0,0 0 0 0 0,1 0 0 0 0,-1 1-1 0 0,0-1 1 0 0,0 0 0 0 0,0 1 0 0 0,-2 13 85 0 0,-13 11-14 0 0,15-25-74 0 0,-6 6 9 0 0,0 0-1 0 0,0-1 1 0 0,0 1-1 0 0,-1-1 1 0 0,0-1 0 0 0,0 1-1 0 0,0-1 1 0 0,-1 0-1 0 0,-7 2 1 0 0,-18 11 36 0 0,0 5-33 0 0,1 2 1 0 0,1 1-1 0 0,-33 36 1 0 0,40-38-19 0 0,16-15-14 0 0,1 1 0 0 0,0-1 0 0 0,1 1 0 0 0,0 0 0 0 0,0 1 0 0 0,1 0 0 0 0,1 0 0 0 0,-7 18 0 0 0,6-20-25 0 0,-1 4-41 0 0,6-12 83 0 0,0 1 0 0 0,0-1 0 0 0,0 1 0 0 0,0-1-1 0 0,0 1 1 0 0,0-1 0 0 0,1 0 0 0 0,-1 1-1 0 0,0-1 1 0 0,0 1 0 0 0,0-1 0 0 0,1 0 0 0 0,-1 1-1 0 0,0-1 1 0 0,0 0 0 0 0,1 1 0 0 0,-1-1 0 0 0,0 0-1 0 0,0 1 1 0 0,1-1 0 0 0,-1 0 0 0 0,1 1-1 0 0,-1-1 1 0 0,0 0 0 0 0,1 0 0 0 0,-1 0 0 0 0,0 1-1 0 0,1-1 1 0 0,-1 0 0 0 0,1 0 0 0 0,0 0 0 0 0,7 3-1 0 0,1-1 0 0 0,-1 0 1 0 0,1 0-1 0 0,-1-1 0 0 0,1 0 0 0 0,0-1 1 0 0,13 0-1 0 0,67-12 12 0 0,-63 8 21 0 0,46-3 0 0 0,-68 7-14 0 0,0 0 0 0 0,-1 0 1 0 0,1 0-1 0 0,0 0 1 0 0,-1 1-1 0 0,1 0 1 0 0,0-1-1 0 0,5 4 1 0 0,-8-4-11 0 0,0 0 0 0 0,-1 1 0 0 0,1-1 0 0 0,-1 1 0 0 0,1-1 0 0 0,-1 1 1 0 0,1-1-1 0 0,-1 1 0 0 0,1-1 0 0 0,-1 1 0 0 0,1 0 0 0 0,-1-1 1 0 0,0 1-1 0 0,1 0 0 0 0,-1-1 0 0 0,0 1 0 0 0,0 0 0 0 0,0-1 1 0 0,1 2-1 0 0,-1 0-6 0 0,0 0 0 0 0,0 0 1 0 0,0 0-1 0 0,-1 0 1 0 0,1 0-1 0 0,0 0 0 0 0,-1 0 1 0 0,1-1-1 0 0,-2 4 1 0 0,0-1 6 0 0,1-1 0 0 0,-1 0 0 0 0,0-1 0 0 0,0 1 0 0 0,0 0 1 0 0,0 0-1 0 0,-1-1 0 0 0,1 1 0 0 0,-1-1 0 0 0,1 0 0 0 0,-1 0 0 0 0,0 0 1 0 0,0 0-1 0 0,0 0 0 0 0,0-1 0 0 0,0 1 0 0 0,-5 0 0 0 0,-19 13 13 0 0,-14 4 0 0 0,34-16-28 0 0,0 0-1 0 0,-1 0 1 0 0,1 1-1 0 0,-8 5 1 0 0,14-8-1 0 0,0-1-1 0 0,0 1 1 0 0,0 0-1 0 0,0-1 1 0 0,1 1-1 0 0,-1 0 1 0 0,0 0-1 0 0,0 0 1 0 0,1 0-1 0 0,-1 0 1 0 0,0 0-1 0 0,1 0 1 0 0,-1 0-1 0 0,1 0 1 0 0,-1 0-1 0 0,1 0 1 0 0,0 0-1 0 0,-1 0 1 0 0,1 0-1 0 0,0 0 1 0 0,0 1-1 0 0,0-1 1 0 0,0 0-1 0 0,0 0 1 0 0,0 0-1 0 0,0 0 1 0 0,0 2-1 0 0,2 1-1 0 0,-1 0-1 0 0,1-1 1 0 0,0 1-1 0 0,0-1 0 0 0,0 1 1 0 0,4 4-1 0 0,6 9-9 0 0,8 22 16 0 0,-3 0 0 0 0,-1 1 0 0 0,-2 0 0 0 0,11 50 1 0 0,16 109 3 0 0,-19-84 0 0 0,-12-77 14 0 0,3 0 0 0 0,0-1 0 0 0,21 39 1 0 0,3 8 36 0 0,-8-2 485 0 0,-28-79-513 0 0,1 0 1 0 0,-1-1 0 0 0,1 1 0 0 0,-1-1-1 0 0,1 1 1 0 0,0-1 0 0 0,0 0-1 0 0,3 3 1 0 0,14 17-4 0 0,13 25 103 0 0,-31-40-233 0 0,1 0 0 0 0,-2-1-1 0 0,1 1 1 0 0,-1 0 0 0 0,0 1-1 0 0,0-1 1 0 0,-3 11 0 0 0,-3-9-5420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25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78 672 0 0,'0'-31'8721'0'0,"0"25"-7571"0"0,1-19 1275 0 0,-1 24-2374 0 0,0 1 0 0 0,0-1 1 0 0,0 1-1 0 0,0-1 0 0 0,0 0 1 0 0,0 1-1 0 0,0-1 0 0 0,0 1 1 0 0,0-1-1 0 0,0 0 0 0 0,-1 1 0 0 0,1-1 1 0 0,0 1-1 0 0,0-1 0 0 0,0 1 1 0 0,-1-1-1 0 0,1 0 0 0 0,0 1 1 0 0,-1-1-1 0 0,1 1 0 0 0,-1 0 1 0 0,1-1-1 0 0,0 1 0 0 0,-1-1 0 0 0,1 1 1 0 0,-1-1-1 0 0,0 1 0 0 0,-3 21 24 0 0,2 10-63 0 0,1 0 0 0 0,1-1 0 0 0,8 55-1 0 0,-1 1 7 0 0,35 367 1830 0 0,-41-442-1676 0 0,-1-8-121 0 0,0 1 0 0 0,0 0 0 0 0,1-1 0 0 0,0 1 0 0 0,-1-1 0 0 0,1 1 0 0 0,0-1-1 0 0,1 1 1 0 0,-1-1 0 0 0,1 0 0 0 0,-1 0 0 0 0,1 0 0 0 0,4 6 0 0 0,-2 0-279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26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140 186 8626 0 0,'-25'-2'1345'0'0,"-1"0"0"0"0,0-1 1 0 0,-27-8-1 0 0,43 7-465 0 0,19 1-326 0 0,16 2-289 0 0,78 7 426 0 0,-58-2-166 0 0,0-2-1 0 0,86-7 1 0 0,263-77 696 0 0,7-1-775 0 0,-376 81-844 0 0,-25 2 354 0 0,1 0 0 0 0,-1 0 0 0 0,0 0 0 0 0,0 0 1 0 0,0 0-1 0 0,0 0 0 0 0,0 0 0 0 0,1 0 0 0 0,-1 0 0 0 0,0 0 0 0 0,0 0 1 0 0,0 0-1 0 0,0 0 0 0 0,0 0 0 0 0,1 0 0 0 0,-1 0 0 0 0,0 0 0 0 0,0 0 1 0 0,0 1-1 0 0,0-1 0 0 0,0 0 0 0 0,0 0 0 0 0,1 0 0 0 0,-1 0 1 0 0,0 0-1 0 0,0 0 0 0 0,0 0 0 0 0,0 0 0 0 0,0 0 0 0 0,0 1 0 0 0,0-1 1 0 0,0 0-1 0 0,0 0 0 0 0,0 0 0 0 0,0 0 0 0 0,1 0 0 0 0,-1 1 0 0 0,0-1 1 0 0,0 0-1 0 0,0 0 0 0 0,0 0 0 0 0,0 0 0 0 0,0 0 0 0 0,0 1 1 0 0,-13 7-2722 0 0,-26 9-575 0 0,21-10 44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26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13331 0 0,'0'0'789'0'0,"39"17"-617"0"0,-38-16-330 0 0,1-1 1 0 0,-1 0-1 0 0,1 1 0 0 0,-1-1 0 0 0,0 1 0 0 0,1-1 0 0 0,-1 1 0 0 0,0 0 0 0 0,0-1 0 0 0,1 1 0 0 0,-1 0 0 0 0,0 0 0 0 0,0 0 0 0 0,0 0 0 0 0,0 0 0 0 0,0 0 1 0 0,0 0-1 0 0,0 0 0 0 0,0 0 0 0 0,-1 1 0 0 0,1-1 0 0 0,0 0 0 0 0,-1 0 0 0 0,1 1 0 0 0,-1-1 0 0 0,1 2 0 0 0,-1-1 145 0 0,0 1-1 0 0,0-1 0 0 0,0 1 0 0 0,-1-1 1 0 0,1 1-1 0 0,-1-1 0 0 0,1 0 1 0 0,-1 1-1 0 0,0-1 0 0 0,0 0 0 0 0,0 0 1 0 0,0 1-1 0 0,-1-1 0 0 0,1 0 0 0 0,-2 2 1 0 0,2-3 64 0 0,-16 25 1056 0 0,16-25-952 0 0,1 0-1 0 0,-1 0 0 0 0,0 0 1 0 0,1 0-1 0 0,-1 0 0 0 0,1 0 1 0 0,-1 1-1 0 0,1-1 0 0 0,0 0 1 0 0,-1 0-1 0 0,1 0 0 0 0,0 1 1 0 0,0-1-1 0 0,0 0 0 0 0,0 0 1 0 0,0 1-1 0 0,0-1 0 0 0,0 0 1 0 0,1 0-1 0 0,-1 2 0 0 0,2-1-139 0 0,-1-1-1 0 0,0 0 1 0 0,1 0-1 0 0,-1 0 0 0 0,1 0 1 0 0,-1-1-1 0 0,1 1 0 0 0,0 0 1 0 0,-1-1-1 0 0,1 1 1 0 0,0-1-1 0 0,-1 1 0 0 0,1-1 1 0 0,0 0-1 0 0,2 0 1 0 0,28 0 44 0 0,-24-1-294 0 0,0-1 0 0 0,1 0 0 0 0,-1 0 0 0 0,9-5 0 0 0,10-4-1277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27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82 7026 0 0,'0'0'384'0'0,"-22"-21"5042"0"0,21 24-5383 0 0,0 0-1 0 0,0 0 1 0 0,1 0-1 0 0,-1 0 1 0 0,1 0-1 0 0,0 0 1 0 0,0 0 0 0 0,0 0-1 0 0,1 5 1 0 0,-1-1 10 0 0,0 185 498 0 0,3-94 269 0 0,-18 164 0 0 0,7-200 143 0 0,-19-378-887 0 0,17 166-83 0 0,10 127-13 0 0,1-1 1 0 0,1 1-1 0 0,1-1 0 0 0,7-30 1 0 0,7 8-28 0 0,-16 43 45 0 0,0 1 1 0 0,0 0-1 0 0,1-1 1 0 0,-1 1-1 0 0,0 0 0 0 0,1 0 1 0 0,-1 0-1 0 0,1 0 1 0 0,0 0-1 0 0,0 1 0 0 0,-1-1 1 0 0,1 0-1 0 0,0 1 1 0 0,1-1-1 0 0,3-1 0 0 0,24-8-8 0 0,-23 9 24 0 0,0-1 0 0 0,1 1-1 0 0,-1 0 1 0 0,9-1 0 0 0,-13 3-7 0 0,1-1 0 0 0,-1 2 0 0 0,1-1 0 0 0,-1 0 0 0 0,1 1 0 0 0,-1-1 0 0 0,0 1 1 0 0,1 0-1 0 0,-1 0 0 0 0,0 0 0 0 0,0 1 0 0 0,6 2 0 0 0,-6-1 18 0 0,1 0 0 0 0,0 1 0 0 0,-1-1 0 0 0,0 0-1 0 0,0 1 1 0 0,0 0 0 0 0,0 0 0 0 0,0 0 0 0 0,-1 0 0 0 0,0 0-1 0 0,1 1 1 0 0,-2-1 0 0 0,1 1 0 0 0,0-1 0 0 0,0 6 0 0 0,12 25 59 0 0,-11-30-65 0 0,-1 0 0 0 0,0 0 0 0 0,0 0 0 0 0,-1 0 0 0 0,1 0 0 0 0,-1 0 0 0 0,0 0 0 0 0,-1 1 0 0 0,1-1 0 0 0,-1 0 0 0 0,0 1 0 0 0,0-1 0 0 0,-1 0 1 0 0,0 1-1 0 0,0-1 0 0 0,0 0 0 0 0,0 0 0 0 0,-1 0 0 0 0,0 0 0 0 0,0 0 0 0 0,0 0 0 0 0,-1 0 0 0 0,1-1 0 0 0,-1 1 0 0 0,0-1 0 0 0,-1 0 0 0 0,1 0 0 0 0,-1 0 0 0 0,0 0 0 0 0,1-1 1 0 0,-2 1-1 0 0,1-1 0 0 0,-6 3 0 0 0,-10 6 19 0 0,6-4-31 0 0,0-1 0 0 0,0 0 1 0 0,0-1-1 0 0,-1 0 0 0 0,-16 3 0 0 0,27-8-8 0 0,-26 8-39 0 0,28-9 38 0 0,1 1 1 0 0,0-1 0 0 0,-1 1-1 0 0,1 0 1 0 0,0 0 0 0 0,0-1-1 0 0,0 1 1 0 0,0 0 0 0 0,0 0-1 0 0,0 0 1 0 0,0 0 0 0 0,0 0-1 0 0,0 1 1 0 0,0-1 0 0 0,0 0-1 0 0,1 0 1 0 0,-1 1 0 0 0,0-1-1 0 0,0 2 1 0 0,1-3 7 0 0,0 1 1 0 0,1-1-1 0 0,-1 1 0 0 0,0-1 1 0 0,0 1-1 0 0,0-1 0 0 0,1 1 0 0 0,-1-1 1 0 0,0 1-1 0 0,1-1 0 0 0,-1 1 1 0 0,0-1-1 0 0,1 0 0 0 0,-1 1 1 0 0,0-1-1 0 0,1 0 0 0 0,-1 1 0 0 0,1-1 1 0 0,-1 0-1 0 0,1 0 0 0 0,-1 1 1 0 0,1-1-1 0 0,-1 0 0 0 0,1 0 1 0 0,15 7 34 0 0,-14-6-28 0 0,18 5 31 0 0,0-1-1 0 0,-1-1 1 0 0,2-1-1 0 0,39 2 0 0 0,29 5 142 0 0,-58-5-159 0 0,-14-3-83 0 0,-1 1-1 0 0,0 0 1 0 0,-1 2 0 0 0,1-1-1 0 0,-1 2 1 0 0,0 0 0 0 0,15 8-1 0 0,-25-9-3658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27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15 8978 0 0,'-15'-3'3521'0'0,"16"2"-3449"0"0,0 0-1 0 0,0 0 1 0 0,0 1 0 0 0,0-1 0 0 0,0 0 0 0 0,0 0 0 0 0,0 1 0 0 0,0-1 0 0 0,0 1 0 0 0,1-1 0 0 0,-1 1 0 0 0,0-1-1 0 0,0 1 1 0 0,0 0 0 0 0,1-1 0 0 0,-1 1 0 0 0,2 0 0 0 0,23-1-137 0 0,-24 1 128 0 0,-1 0-48 0 0,0 0-1 0 0,0 0 1 0 0,1 0-1 0 0,-1 0 1 0 0,0 1 0 0 0,0-1-1 0 0,0 0 1 0 0,0 1-1 0 0,1-1 1 0 0,-1 1 0 0 0,0-1-1 0 0,0 1 1 0 0,0 0-1 0 0,0-1 1 0 0,0 1 0 0 0,0 0-1 0 0,0 0 1 0 0,0 0-1 0 0,1 1 1 0 0,11 23 255 0 0,-6-10-181 0 0,-4-9-48 0 0,-1 0 0 0 0,0 1 0 0 0,0-1 1 0 0,0 0-1 0 0,-1 1 0 0 0,0-1 0 0 0,0 1 1 0 0,0-1-1 0 0,-1 1 0 0 0,0 0 0 0 0,-1-1 0 0 0,1 1 1 0 0,-1-1-1 0 0,0 1 0 0 0,-1-1 0 0 0,0 0 1 0 0,0 1-1 0 0,0-1 0 0 0,0 0 0 0 0,-1 0 0 0 0,-7 10 1 0 0,-3 10 213 0 0,10-20-170 0 0,0 1 0 0 0,0-1-1 0 0,-1 0 1 0 0,0 0 0 0 0,0 0-1 0 0,-7 7 1 0 0,3-5 85 0 0,0-1 0 0 0,-1 0 0 0 0,0 0 0 0 0,-15 7 1 0 0,24-14-155 0 0,-1 1 1 0 0,1-1-1 0 0,-1 0 1 0 0,0 0-1 0 0,1 0 1 0 0,-1 1-1 0 0,1-1 1 0 0,-1 0-1 0 0,1 1 1 0 0,-1-1 0 0 0,1 0-1 0 0,-1 1 1 0 0,1-1-1 0 0,-1 1 1 0 0,1-1-1 0 0,-1 1 1 0 0,1-1-1 0 0,0 1 1 0 0,-1-1-1 0 0,1 1 1 0 0,0-1-1 0 0,-1 1 1 0 0,1-1 0 0 0,0 1-1 0 0,0 0 1 0 0,-1-1-1 0 0,1 1 1 0 0,0-1-1 0 0,0 1 1 0 0,0 0-1 0 0,0-1 1 0 0,0 1-1 0 0,0 0 1 0 0,0-1-1 0 0,0 1 1 0 0,0-1-1 0 0,1 2 1 0 0,-1-1 7 0 0,1-1 0 0 0,0 1 1 0 0,0 0-1 0 0,0 0 0 0 0,0-1 0 0 0,0 1 0 0 0,0 0 1 0 0,0-1-1 0 0,0 1 0 0 0,0-1 0 0 0,0 0 0 0 0,0 1 1 0 0,0-1-1 0 0,0 0 0 0 0,0 0 0 0 0,0 1 0 0 0,1-1 1 0 0,1 0-1 0 0,17-1 131 0 0,1-1 1 0 0,-1-1-1 0 0,1-1 0 0 0,-1 0 1 0 0,38-15-1 0 0,-27 9 14 0 0,42-8-1 0 0,-51 15-286 0 0,12-1 367 0 0,-15-2-6812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29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101 373 752 0 0,'0'0'7711'0'0,"-7"9"-6139"0"0,6-9-1489 0 0,1 0 0 0 0,-1 0-1 0 0,1-1 1 0 0,-1 1-1 0 0,0 0 1 0 0,1 0 0 0 0,-1-1-1 0 0,1 1 1 0 0,-1 0-1 0 0,1-1 1 0 0,-1 1-1 0 0,1-1 1 0 0,0 1 0 0 0,-1 0-1 0 0,1-1 1 0 0,-1 1-1 0 0,1-1 1 0 0,0 0 0 0 0,-1 1-1 0 0,1-1 1 0 0,0 1-1 0 0,0-1 1 0 0,-1 1 0 0 0,1-2-1 0 0,-6-24 375 0 0,2-27-438 0 0,3 27 183 0 0,0 17 148 0 0,1 1 0 0 0,0-1 0 0 0,0 0 0 0 0,3-14 0 0 0,0 13 423 0 0,-5 28-716 0 0,1-1-32 0 0,-7 286 634 0 0,7-99 585 0 0,1-204-1240 0 0,0 1 0 0 0,1-1 0 0 0,-1 0 0 0 0,0 0 0 0 0,0 0 0 0 0,0 1 0 0 0,0-1 0 0 0,0 0 0 0 0,0 0 0 0 0,0 0 0 0 0,0 1 0 0 0,0-1 0 0 0,0 0 0 0 0,0 0 0 0 0,0 0 0 0 0,0 1 0 0 0,0-1 0 0 0,0 0 0 0 0,0 0 0 0 0,0 0 0 0 0,0 1 0 0 0,0-1 0 0 0,0 0 0 0 0,-1 0 0 0 0,1 0 0 0 0,0 1 0 0 0,0-1 0 0 0,0 0 0 0 0,0 0 0 0 0,0 0 0 0 0,0 0 0 0 0,-1 1 0 0 0,1-1-1 0 0,0 0 1 0 0,0 0 0 0 0,0 0 0 0 0,0 0 0 0 0,-1 0 0 0 0,1 0 0 0 0,0 0 0 0 0,0 0 0 0 0,0 1 0 0 0,-1-1 0 0 0,1 0 0 0 0,0 0 0 0 0,0 0 0 0 0,0 0 0 0 0,-1 0 0 0 0,1 0 0 0 0,0 0 0 0 0,0 0 0 0 0,0 0 0 0 0,-1 0 0 0 0,1 0 0 0 0,0 0 0 0 0,0-1 0 0 0,-1 1 0 0 0,1 0 0 0 0,0 0 0 0 0,0 0 0 0 0,0 0 0 0 0,0 0 0 0 0,-1 0 0 0 0,1 0 0 0 0,0-1 0 0 0,-11-12-8 0 0,4-3 9 0 0,0 0 0 0 0,1 0-1 0 0,1-1 1 0 0,1 0 0 0 0,0 0-1 0 0,-1-22 1 0 0,-2-110-14 0 0,6 116 33 0 0,0 11-24 0 0,4-121-43 0 0,-2 127 21 0 0,2 0-1 0 0,0 0 0 0 0,0 1 1 0 0,1-1-1 0 0,1 1 0 0 0,13-27 1 0 0,-16 37 25 0 0,0 1 0 0 0,0 0 0 0 0,0 0 0 0 0,1 1 0 0 0,0-1 0 0 0,0 0 0 0 0,0 1 0 0 0,0 0 0 0 0,0-1 0 0 0,0 1 0 0 0,5-2 0 0 0,8-7 9 0 0,-12 9-11 0 0,1-1-1 0 0,0 1 0 0 0,0 0 0 0 0,9-4 0 0 0,15-6 7 0 0,14-5 75 0 0,-40 17-70 0 0,0 1 0 0 0,0-1 0 0 0,0 1 1 0 0,0 0-1 0 0,0 0 0 0 0,-1 0 0 0 0,1 0 0 0 0,0 0 0 0 0,0 1 0 0 0,0-1 0 0 0,0 1 1 0 0,0 0-1 0 0,4 1 0 0 0,-5 0-3 0 0,0-1-1 0 0,-1 0 1 0 0,1 1 0 0 0,-1-1 0 0 0,0 1 0 0 0,1-1 0 0 0,-1 1 0 0 0,0 0-1 0 0,0-1 1 0 0,0 1 0 0 0,1 3 0 0 0,1 0 14 0 0,0 0-1 0 0,0 1-1 0 0,0 0 1 0 0,-1 0 0 0 0,0 0-1 0 0,0 1 1 0 0,0-1-1 0 0,-1 0 1 0 0,0 1 0 0 0,0-1-1 0 0,-1 1 1 0 0,0-1-1 0 0,0 1 1 0 0,0 0 0 0 0,-1-1-1 0 0,0 0 1 0 0,0 1-1 0 0,-4 10 1 0 0,-2 2 6 0 0,0-1 0 0 0,-1 0 0 0 0,-1-1-1 0 0,-18 26 1 0 0,24-38-21 0 0,-8 12 36 0 0,-24 29 1 0 0,31-41-58 0 0,0-1 1 0 0,1 1-1 0 0,0-1 1 0 0,0 1-1 0 0,0 0 1 0 0,-2 8-1 0 0,4-12 21 0 0,0 0 0 0 0,1 1 1 0 0,-1-1-1 0 0,1 1 0 0 0,0-1 0 0 0,-1 1 1 0 0,1-1-1 0 0,0 1 0 0 0,0-1 0 0 0,0 1 0 0 0,0-1 1 0 0,0 1-1 0 0,0-1 0 0 0,0 1 0 0 0,0-1 1 0 0,1 1-1 0 0,-1-1 0 0 0,1 0 0 0 0,-1 1 0 0 0,1-1 1 0 0,-1 1-1 0 0,1-1 0 0 0,0 0 0 0 0,0 0 1 0 0,0 1-1 0 0,0-1 0 0 0,-1 0 0 0 0,2 0 1 0 0,-1 0-1 0 0,2 2 0 0 0,23 11 49 0 0,-16-10-27 0 0,-1 1 1 0 0,-1 0-1 0 0,10 6 0 0 0,-1 2 57 0 0,1 0-1 0 0,0-2 1 0 0,33 15-1 0 0,-33-17-20 0 0,5 4 49 0 0,13 5-1524 0 0,-6-14-5217 0 0,-22-4 3424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30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0 9746 0 0,'0'0'558'0'0,"-1"0"-341"0"0,0 0 0 0 0,1 0 0 0 0,-1 1 0 0 0,0-1 0 0 0,0 0 0 0 0,1 0 0 0 0,-1 0 0 0 0,0 0 0 0 0,1 1 1 0 0,-1-1-1 0 0,0 0 0 0 0,1 1 0 0 0,-1-1 0 0 0,0 0 0 0 0,1 1 0 0 0,-1-1 0 0 0,1 1 0 0 0,-1-1 0 0 0,1 1 1 0 0,-1-1-1 0 0,1 1 0 0 0,-1-1 0 0 0,0 2 0 0 0,-11 53 622 0 0,3 0-1 0 0,-3 72 1 0 0,8 118-3635 0 0,4-226 1992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31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81 176 3129 0 0,'-4'0'6107'0'0,"-9"0"-4539"0"0,2-1-804 0 0,-19 1 776 0 0,29 0-1478 0 0,0 0 0 0 0,0 0 0 0 0,-1 0 0 0 0,1 0 0 0 0,0 0 0 0 0,0 1 0 0 0,0-1 0 0 0,0 0 0 0 0,0 1 0 0 0,0-1 0 0 0,0 1 0 0 0,0-1 0 0 0,0 1 0 0 0,0 0 0 0 0,0-1 0 0 0,0 1 0 0 0,0 0 0 0 0,0 0 0 0 0,0-1 0 0 0,0 3 0 0 0,4-3 66 0 0,0 1 0 0 0,0-1 1 0 0,1 1-1 0 0,-1-1 0 0 0,0 0 1 0 0,0 0-1 0 0,1 0 0 0 0,3-1 1 0 0,33-6 356 0 0,50-14 1 0 0,-51 11-249 0 0,57-8-1 0 0,109 11-81 0 0,-134 8-42 0 0,81-10 0 0 0,-6-18-20 0 0,-85 14-32 0 0,-51 10-38 0 0,0 0 1 0 0,-1 0-1 0 0,1-1 0 0 0,0 0 1 0 0,-1-1-1 0 0,0 0 1 0 0,11-8-1 0 0,-9 6-17 0 0,5 1 71 0 0,5-3 99 0 0,-20 8-171 0 0,-1 1 0 0 0,1 0-1 0 0,-1-1 1 0 0,1 1 0 0 0,0-1 0 0 0,-1 1 0 0 0,1-1 0 0 0,-1 1-1 0 0,1-1 1 0 0,-1 1 0 0 0,1-1 0 0 0,-1 1 0 0 0,1-1-1 0 0,-1 0 1 0 0,0 1 0 0 0,1-1 0 0 0,-1 1 0 0 0,0-1-1 0 0,1 0 1 0 0,-1 0 0 0 0,0-1 0 0 0,-2 2 6 0 0,0 1 0 0 0,0-1 0 0 0,0 0 0 0 0,0 1 1 0 0,0-1-1 0 0,0 1 0 0 0,0 0 0 0 0,0-1 0 0 0,1 1 0 0 0,-4 2 1 0 0,-13 34-21 0 0,4-6 19 0 0,11-25-1 0 0,0 0-1 0 0,0 0 1 0 0,1 0 0 0 0,0 1-1 0 0,0-1 1 0 0,0 1 0 0 0,1-1-1 0 0,0 1 1 0 0,0 0 0 0 0,1 0-1 0 0,0-1 1 0 0,0 1 0 0 0,0 0-1 0 0,1 0 1 0 0,0-1 0 0 0,0 1-1 0 0,1-1 1 0 0,0 1 0 0 0,0-1-1 0 0,0 1 1 0 0,6 7 0 0 0,-7-12 20 0 0,0 0 1 0 0,1-1-1 0 0,0 0 1 0 0,-1 1-1 0 0,1-1 1 0 0,0 0-1 0 0,0 0 1 0 0,0 0 0 0 0,0 0-1 0 0,0 0 1 0 0,3 1-1 0 0,10 4 91 0 0,-11-3-98 0 0,0-1 0 0 0,1 1 0 0 0,-1-1 0 0 0,0-1 0 0 0,1 1 0 0 0,-1-1 0 0 0,1 1 0 0 0,0-1 0 0 0,-1-1 0 0 0,1 1 0 0 0,0-1 0 0 0,-1 0 0 0 0,1 0 0 0 0,0 0 0 0 0,5-1 0 0 0,-7 1-8 0 0,-1-1 0 0 0,1 0 0 0 0,-1 1 0 0 0,1-1 0 0 0,-1 0 0 0 0,1 0 0 0 0,-1-1 0 0 0,0 1 0 0 0,1 0-1 0 0,-1-1 1 0 0,0 1 0 0 0,0-1 0 0 0,0 0 0 0 0,0 0 0 0 0,0 0 0 0 0,0 0 0 0 0,-1 0 0 0 0,1 0 0 0 0,-1 0 0 0 0,1 0-1 0 0,-1-1 1 0 0,0 1 0 0 0,0-1 0 0 0,0 1 0 0 0,0-1 0 0 0,0 1 0 0 0,0-5 0 0 0,0 1 8 0 0,1 0 1 0 0,0 0-1 0 0,0 0 1 0 0,4-8-1 0 0,-3 10-3 0 0,-1-1-1 0 0,0 0 0 0 0,0 1 0 0 0,0-1 0 0 0,-1 0 0 0 0,0 0 1 0 0,0 0-1 0 0,1-9 0 0 0,-2 11-9 0 0,0 0-1 0 0,0-1 1 0 0,-1 1-1 0 0,1-1 1 0 0,-1 1-1 0 0,1 0 1 0 0,-1 0 0 0 0,0-1-1 0 0,0 1 1 0 0,-1 0-1 0 0,1 0 1 0 0,0 0 0 0 0,-1 0-1 0 0,0 0 1 0 0,-3-4-1 0 0,2 4-1 0 0,-1 1 0 0 0,1-1 1 0 0,0 1-1 0 0,-1 0 0 0 0,1 0 0 0 0,-1 0 0 0 0,0 0 0 0 0,1 1 0 0 0,-1-1 0 0 0,0 1 0 0 0,0 0 0 0 0,-6-1 0 0 0,2 0 4 0 0,0 0-1 0 0,0-1 0 0 0,1 0 0 0 0,-10-5 1 0 0,11 5-8 0 0,0 0 0 0 0,-1 0 1 0 0,0 0-1 0 0,0 1 0 0 0,0 0 1 0 0,-10-1-1 0 0,8 2-240 0 0,-31-2 431 0 0,38 3-579 0 0,0 0 0 0 0,0 0-1 0 0,0 1 1 0 0,0-1 0 0 0,0 0 0 0 0,1 1-1 0 0,-1-1 1 0 0,0 1 0 0 0,-3 1-1 0 0,5-2 155 0 0,0 1 0 0 0,-1-1 0 0 0,1 0 0 0 0,0 0-1 0 0,-1 1 1 0 0,1-1 0 0 0,0 0 0 0 0,0 1 0 0 0,0-1 0 0 0,-1 0-1 0 0,1 1 1 0 0,0-1 0 0 0,0 0 0 0 0,0 1 0 0 0,0-1-1 0 0,0 0 1 0 0,0 1 0 0 0,0-1 0 0 0,0 0 0 0 0,-1 1-1 0 0,1-1 1 0 0,0 1 0 0 0,1-1 0 0 0,-1 1 0 0 0,0 5-3916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31.6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22 9818 0 0,'-19'-9'4790'0'0,"18"11"-4754"0"0,-1 0 0 0 0,1 0-1 0 0,0 1 1 0 0,0-1 0 0 0,0 0 0 0 0,1 1-1 0 0,-1-1 1 0 0,1 1 0 0 0,-1-1-1 0 0,1 0 1 0 0,0 1 0 0 0,0 4-1 0 0,0-2 27 0 0,-1 22 123 0 0,1 1 0 0 0,1 0 0 0 0,2 0 0 0 0,9 38 0 0 0,-10-52-150 0 0,35 318 1118 0 0,-35-304-712 0 0,-2-27-422 0 0,4 25 316 0 0,-5-25-303 0 0,1-1 0 0 0,0 1 0 0 0,0-1 0 0 0,1 1 0 0 0,-1 0 0 0 0,0-1 0 0 0,0 1 0 0 0,0-1 0 0 0,0 1 0 0 0,0-1 0 0 0,1 1 0 0 0,-1 0 0 0 0,0-1-1 0 0,0 1 1 0 0,1-1 0 0 0,-1 1 0 0 0,0-1 0 0 0,1 0 0 0 0,-1 1 0 0 0,1-1 0 0 0,-1 1 0 0 0,1-1 0 0 0,-1 0 0 0 0,0 1 0 0 0,1-1 0 0 0,-1 0 0 0 0,1 1 0 0 0,0-1-1 0 0,-1 0 1 0 0,1 0 0 0 0,-1 1 0 0 0,1-1 0 0 0,-1 0 0 0 0,2 0 0 0 0,-1-1-19 0 0,0 0 0 0 0,0 0 0 0 0,0 0-1 0 0,0 0 1 0 0,0 0 0 0 0,-1 0 0 0 0,1 0 0 0 0,0 0 0 0 0,0 0 0 0 0,-1 0-1 0 0,1-1 1 0 0,-1 1 0 0 0,1 0 0 0 0,-1 0 0 0 0,0-1 0 0 0,0 1-1 0 0,1 0 1 0 0,-1-3 0 0 0,2-5 30 0 0,21-49 173 0 0,33-60-1 0 0,-36 79-113 0 0,-1 0-1 0 0,-2-2 0 0 0,-1 0 0 0 0,13-59 0 0 0,-25 80-79 0 0,-3 10-3 0 0,1 1 0 0 0,0-1-1 0 0,1 1 1 0 0,-1-1-1 0 0,8-13 1 0 0,-7 18-5 0 0,-1 0 0 0 0,1 0 1 0 0,-1-1-1 0 0,0 1 0 0 0,-1 0 0 0 0,1-1 1 0 0,-1 1-1 0 0,0-1 0 0 0,0 0 1 0 0,-1 1-1 0 0,0-1 0 0 0,0 0 0 0 0,-1-8 1 0 0,1 15-45 0 0,0-1-1 0 0,0 0 1 0 0,0 0 0 0 0,0 0 0 0 0,0 1 0 0 0,0-1-1 0 0,-1 0 1 0 0,1 0 0 0 0,0 1 0 0 0,0-1 0 0 0,0 0 0 0 0,0 0-1 0 0,0 0 1 0 0,-1 1 0 0 0,1-1 0 0 0,0 0 0 0 0,0 0-1 0 0,0 0 1 0 0,-1 0 0 0 0,1 0 0 0 0,0 1 0 0 0,0-1-1 0 0,0 0 1 0 0,-1 0 0 0 0,1 0 0 0 0,0 0 0 0 0,0 0 0 0 0,-1 0-1 0 0,1 0 1 0 0,0 0 0 0 0,0 0 0 0 0,-1 0 0 0 0,1 0-1 0 0,0 0 1 0 0,0 0 0 0 0,-1 0 0 0 0,1 0 0 0 0,0 0-1 0 0,0 0 1 0 0,-1 0 0 0 0,1 0 0 0 0,0 0 0 0 0,0 0 0 0 0,-1 0-1 0 0,1-1 1 0 0,0 1 0 0 0,0 0 0 0 0,0 0 0 0 0,-1 0-1 0 0,1 0 1 0 0,0-1 0 0 0,0 1 0 0 0,0 0 0 0 0,0 0 0 0 0,0 0-1 0 0,-1-1 1 0 0,1 1 0 0 0,0 0 0 0 0,0 0 0 0 0,0 0-1 0 0,0-1 1 0 0,0 1 0 0 0,0 0 0 0 0,0 0 0 0 0,0-1-1 0 0,0 1 1 0 0,0 0 0 0 0,-9 17-2121 0 0,2 4 23 0 0,2 1-1472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32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1 6289 0 0,'-1'0'380'0'0,"-1"0"0"0"0,1 0-1 0 0,-1 0 1 0 0,1 1-1 0 0,0-1 1 0 0,-1 1-1 0 0,1-1 1 0 0,0 1 0 0 0,0-1-1 0 0,-1 1 1 0 0,1 0-1 0 0,0-1 1 0 0,0 1 0 0 0,0 0-1 0 0,-2 2 1 0 0,-14 20 1259 0 0,12-12-1457 0 0,0 0 0 0 0,-5 19 0 0 0,-23 126 2100 0 0,26-116-1779 0 0,5-33-314 0 0,1 0-1 0 0,0 0 1 0 0,0 0-1 0 0,1 0 1 0 0,0 1-1 0 0,0-1 1 0 0,0 0 0 0 0,1 0-1 0 0,4 13 1 0 0,-4-18-162 0 0,0-1 1 0 0,0 1-1 0 0,0-1 1 0 0,0 1-1 0 0,1-1 0 0 0,-1 0 1 0 0,0 1-1 0 0,1-1 1 0 0,-1 0-1 0 0,1 0 1 0 0,0 0-1 0 0,-1 0 0 0 0,1-1 1 0 0,0 1-1 0 0,-1 0 1 0 0,1-1-1 0 0,3 2 1 0 0,32 3 182 0 0,-30-5-175 0 0,0 0-1 0 0,-1-1 1 0 0,1 0-1 0 0,0 0 1 0 0,0 0 0 0 0,-1-1-1 0 0,1 0 1 0 0,-1-1 0 0 0,13-5-1 0 0,-16 6-12 0 0,1 0 0 0 0,-1 0 0 0 0,1 0 1 0 0,-1-1-1 0 0,0 1 0 0 0,0-1 0 0 0,-1 0 0 0 0,1 1 0 0 0,0-1 0 0 0,-1-1 0 0 0,1 1 0 0 0,-1 0 0 0 0,0 0 0 0 0,0-1 0 0 0,-1 1 0 0 0,1-1 0 0 0,-1 0 0 0 0,2-6 0 0 0,-1 2 26 0 0,0 1 0 0 0,1-1 0 0 0,5-12 0 0 0,-5 14-2 0 0,-1 0 0 0 0,1-1-1 0 0,-1 1 1 0 0,0-1 0 0 0,-1 0 0 0 0,2-12 0 0 0,-3 11-20 0 0,0 0 1 0 0,-1 1-1 0 0,0-1 1 0 0,0 0-1 0 0,-1 1 1 0 0,0-1-1 0 0,0 1 1 0 0,-4-8-1 0 0,4 11-19 0 0,0 0 1 0 0,0 0-1 0 0,0 0 0 0 0,-1 0 0 0 0,1 0 0 0 0,-1 1 1 0 0,0-1-1 0 0,0 1 0 0 0,0 0 0 0 0,-1-1 0 0 0,1 2 1 0 0,-1-1-1 0 0,1 0 0 0 0,-9-3 0 0 0,-76-29 4 0 0,83 33-457 0 0,0-1 0 0 0,0 2 0 0 0,-1-1 0 0 0,1 1-1 0 0,0-1 1 0 0,-1 2 0 0 0,-10-2 0 0 0,4 2-1828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33.2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169 380 3977 0 0,'0'0'328'0'0,"-18"7"3307"0"0,-125 69 4270 0 0,138-73-7438 0 0,2-1 389 0 0,8-10-554 0 0,31-59-195 0 0,-10 24-77 0 0,-2 0-1 0 0,-1-2 1 0 0,-3 0 0 0 0,16-56-1 0 0,-32 93 2 0 0,-1 0-1 0 0,1 1 1 0 0,1-1-1 0 0,-1 1 1 0 0,1 0-1 0 0,0 0 1 0 0,1 1-1 0 0,-1-1 0 0 0,1 1 1 0 0,1 1-1 0 0,-1-1 1 0 0,1 1-1 0 0,14-9 1 0 0,-18 12-5 0 0,0 0 0 0 0,1 1 1 0 0,-1-1-1 0 0,1 1 0 0 0,-1-1 0 0 0,1 1 1 0 0,0 0-1 0 0,-1 0 0 0 0,1 1 0 0 0,0-1 1 0 0,0 1-1 0 0,-1-1 0 0 0,1 1 0 0 0,0 1 1 0 0,0-1-1 0 0,0 0 0 0 0,-1 1 0 0 0,1 0 1 0 0,0 0-1 0 0,-1 0 0 0 0,1 0 0 0 0,0 1 1 0 0,-1-1-1 0 0,0 1 0 0 0,1 0 1 0 0,-1 0-1 0 0,0 0 0 0 0,0 0 0 0 0,0 1 1 0 0,0-1-1 0 0,2 4 0 0 0,75 75 513 0 0,-37-39-377 0 0,-32-30-105 0 0,0-1-1 0 0,1 0 1 0 0,0 0 0 0 0,25 15-1 0 0,-11-9 103 0 0,-6-4-3054 0 0,-6-4 554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34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87 481 7322 0 0,'-6'2'743'0'0,"0"0"0"0"0,-1 0 0 0 0,1 1 0 0 0,0 0 0 0 0,0 0 0 0 0,0 0 0 0 0,1 1 1 0 0,-10 7-1 0 0,9-3 1 0 0,-6 5 1050 0 0,8-15-1251 0 0,2-9-622 0 0,3-58 174 0 0,14-111 0 0 0,1 30-17 0 0,-16 118-79 0 0,-1 24 11 0 0,1-1-1 0 0,0 1 0 0 0,1 0 0 0 0,0 0 0 0 0,3-16 0 0 0,-3 23-5 0 0,0-1 0 0 0,0 1 0 0 0,0-1 0 0 0,0 0 0 0 0,1 1 0 0 0,-1 0 0 0 0,0-1 0 0 0,1 1 0 0 0,-1 0 0 0 0,1 0 0 0 0,0 0 0 0 0,-1 0 0 0 0,1 0 0 0 0,0 0 0 0 0,-1 0 0 0 0,1 1 0 0 0,0-1 0 0 0,0 0 0 0 0,3 0 0 0 0,-1 0 43 0 0,0 1 0 0 0,0-1 0 0 0,-1 1-1 0 0,1-1 1 0 0,0 1 0 0 0,0 0 0 0 0,0 1 0 0 0,7 0 0 0 0,-1 3 36 0 0,-1 1 0 0 0,0 0 1 0 0,0 0-1 0 0,0 1 0 0 0,-1 0 1 0 0,0 1-1 0 0,0 0 0 0 0,-1 0 1 0 0,13 16-1 0 0,24 20 87 0 0,-19-21-165 0 0,13 10-828 0 0,-12-14-2966 0 0,-10-10-441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45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44 206 784 0 0,'0'0'634'0'0,"-7"-6"4562"0"0,-8-8-2840 0 0,6 1-530 0 0,1 0 291 0 0,5 13-1257 0 0,2 8-287 0 0,7 146-348 0 0,-5-128 42 0 0,1 0 0 0 0,1 0 0 0 0,7 28 0 0 0,-9-51-241 0 0,0 1 1 0 0,1-1-1 0 0,-1 0 0 0 0,1 1 0 0 0,-1-1 0 0 0,1 0 0 0 0,0 0 0 0 0,0 0 1 0 0,1 0-1 0 0,-1-1 0 0 0,0 1 0 0 0,1 0 0 0 0,0-1 0 0 0,0 0 0 0 0,4 4 0 0 0,-2-4-14 0 0,0 1 0 0 0,1-1 0 0 0,-1 0-1 0 0,1 0 1 0 0,-1 0 0 0 0,1-1-1 0 0,0 0 1 0 0,10 1 0 0 0,5-2 12 0 0,0-1 0 0 0,-1-1 0 0 0,0-1 0 0 0,27-6 0 0 0,310-50 165 0 0,-73 16 112 0 0,218-15-119 0 0,-316 42-149 0 0,-18 2 97 0 0,332-48 590 0 0,99-80-455 0 0,-577 134-229 0 0,0 0 0 0 0,37-21 1 0 0,-39 18-11 0 0,1 1 0 0 0,-1 1 1 0 0,26-8-1 0 0,-19 11 8 0 0,1 2 0 0 0,0 1 0 0 0,0 0 0 0 0,38 3-1 0 0,-63 0-39 0 0,29-1 29 0 0,-21 0 12 0 0,1 0 1 0 0,0 1-1 0 0,-1 0 0 0 0,18 3 1 0 0,-20 2 4 0 0,-1 1 413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46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458 89 5121 0 0,'0'0'1734'0'0,"0"-27"3974"0"0,-1 16-5161 0 0,2-17 1458 0 0,0 26-1936 0 0,-1 1 0 0 0,0 0 0 0 0,1 0 0 0 0,-1-1 0 0 0,0 1 0 0 0,1 0 0 0 0,0 0 0 0 0,-1 0 1 0 0,1 0-1 0 0,0 0 0 0 0,-1 0 0 0 0,1 0 0 0 0,0 0 0 0 0,0 0 0 0 0,0 0 0 0 0,0 0 1 0 0,0 0-1 0 0,0 1 0 0 0,2-2 0 0 0,-3 2-60 0 0,1 0 0 0 0,-1 0 1 0 0,1 1-1 0 0,-1-1 0 0 0,1 0 0 0 0,-1 1 0 0 0,1-1 1 0 0,-1 0-1 0 0,1 1 0 0 0,-1-1 0 0 0,1 0 1 0 0,-1 1-1 0 0,0-1 0 0 0,1 1 0 0 0,-1-1 1 0 0,0 1-1 0 0,1-1 0 0 0,-1 1 0 0 0,0-1 0 0 0,1 1 1 0 0,-1-1-1 0 0,0 1 0 0 0,0-1 0 0 0,0 1 1 0 0,0-1-1 0 0,0 1 0 0 0,1 0 0 0 0,-1 0 1 0 0,5 21 16 0 0,-4-21-16 0 0,9 46 57 0 0,-2 0 0 0 0,3 51 0 0 0,-3 95 150 0 0,-8-191-214 0 0,1 502 476 0 0,-3-423-19 0 0,-2 57-1844 0 0,4-137 1243 0 0,-1-1 0 0 0,1 1 0 0 0,-1-1 0 0 0,1 1 0 0 0,-1-1 0 0 0,1 0 0 0 0,-1 1 0 0 0,1-1 0 0 0,-1 0 0 0 0,1 1 0 0 0,-1-1 0 0 0,0 0 0 0 0,1 0 0 0 0,-1 1 0 0 0,1-1 0 0 0,-1 0 0 0 0,0 0 0 0 0,1 0 0 0 0,-1 0 0 0 0,0 0 0 0 0,1 0 0 0 0,-1 0 0 0 0,0 0 0 0 0,1 0 0 0 0,-1 0 0 0 0,-1-1 0 0 0,-22-1 2199 0 0,22 2-1869 0 0,-10-1-20 0 0,-1 0 1 0 0,1 1-1 0 0,-1 1 0 0 0,1 0 1 0 0,0 0-1 0 0,-1 1 1 0 0,1 1-1 0 0,0 0 1 0 0,0 1-1 0 0,0 0 1 0 0,1 1-1 0 0,-1 0 1 0 0,-16 11-1 0 0,11-7 12 0 0,13-7-136 0 0,0 0 0 0 0,0 0 0 0 0,1 1 1 0 0,-1-1-1 0 0,0 1 0 0 0,-5 5 1 0 0,-41 41 306 0 0,39-40-287 0 0,0 1-1 0 0,0 1 1 0 0,1 0-1 0 0,0 0 1 0 0,1 1-1 0 0,-12 20 1 0 0,10-11-10 0 0,2-6-37 0 0,1 0-1 0 0,1 1 1 0 0,1 0 0 0 0,0 0-1 0 0,-7 31 1 0 0,11-37-15 0 0,-1-1 0 0 0,0 1 0 0 0,0-1 0 0 0,-6 11 0 0 0,-9 29-7 0 0,13-28 11 0 0,2 1-1 0 0,1-1 1 0 0,0 1 0 0 0,2 0 0 0 0,0-1 0 0 0,2 1 0 0 0,5 33-1 0 0,7 8 124 0 0,26 75 0 0 0,-29-110-3 0 0,1 0 0 0 0,0-1 0 0 0,29 43-1 0 0,-29-47-24 0 0,-10-19-81 0 0,0 1 0 0 0,0-1 0 0 0,1 1 0 0 0,0-1 0 0 0,0 0 1 0 0,5 6-1 0 0,0-3-7 0 0,1 0 0 0 0,0-1 0 0 0,0 0 0 0 0,0 0 0 0 0,0-1 0 0 0,1 0 0 0 0,0-1 0 0 0,0 0 0 0 0,15 4 0 0 0,-1-3 22 0 0,1 0 1 0 0,49 2-1 0 0,-64-6-35 0 0,0 1 0 0 0,0 0 0 0 0,0 0 1 0 0,14 6-1 0 0,-15-4 1 0 0,2-1 0 0 0,-1-1 0 0 0,0 1 0 0 0,17 0 0 0 0,0-2 11 0 0,1-1 1 0 0,-1-1-1 0 0,1-2 1 0 0,-1-1-1 0 0,0-1 1 0 0,0-1-1 0 0,-1-1 1 0 0,0-2-1 0 0,0-1 1 0 0,47-25-1 0 0,-50 24 12 0 0,-18 9-23 0 0,0 0 0 0 0,0 0 0 0 0,-1-1 0 0 0,1 1 0 0 0,7-7 0 0 0,17-19 57 0 0,45-57 0 0 0,-62 67-32 0 0,-1 0 0 0 0,-1-1 0 0 0,-1 0 0 0 0,0 0 0 0 0,-2-1 0 0 0,0 0 1 0 0,-1-1-1 0 0,3-24 0 0 0,-5 31-4 0 0,0 1 1 0 0,8-17-1 0 0,-6 17-17 0 0,-1 1 0 0 0,-1-1-1 0 0,4-16 1 0 0,-5-1 22 0 0,0 0 0 0 0,-2-1 0 0 0,-1 1 0 0 0,-2 0 0 0 0,-1 0-1 0 0,-1 0 1 0 0,-2 0 0 0 0,0 1 0 0 0,-13-32 0 0 0,-13-15 30 0 0,11 27-9 0 0,12 32-45 0 0,-1 0 0 0 0,0 1 0 0 0,-1 0 0 0 0,-20-22 0 0 0,1 0-43 0 0,24 30 25 0 0,-13-18-57 0 0,-45-46 1 0 0,58 66 49 0 0,-1 0-1 0 0,0 0 1 0 0,0 1 0 0 0,0 0 0 0 0,-1 0 0 0 0,0 1-1 0 0,0 0 1 0 0,0 0 0 0 0,0 1 0 0 0,-1 0 0 0 0,1 0-1 0 0,-11-1 1 0 0,9 2-28 0 0,-1-1 0 0 0,-18-7 0 0 0,21 7 22 0 0,1 0-1 0 0,-1 1 0 0 0,0 0 0 0 0,0 0 0 0 0,0 1 1 0 0,-15-1-1 0 0,13 2-47 0 0,0 2 1 0 0,0-1-1 0 0,1 1 1 0 0,-1 1-1 0 0,1 0 0 0 0,-13 5 1 0 0,-5 3-352 0 0,19-8 206 0 0,1 0 0 0 0,-1 1 0 0 0,1 0 1 0 0,0 1-1 0 0,1-1 0 0 0,-1 1 0 0 0,1 1 1 0 0,0-1-1 0 0,0 1 0 0 0,0 0 1 0 0,-7 12-1 0 0,-4 7-1861 0 0,-25 50 1 0 0,19-30-454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46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22 150 10210 0 0,'-1'-4'149'0'0,"1"-1"-1"0"0,-1 1 0 0 0,0 0 1 0 0,-1 0-1 0 0,-2-8 1 0 0,-3-10 70 0 0,4 8 483 0 0,2 1 1 0 0,0-1-1 0 0,1-16 0 0 0,0 17 344 0 0,0 13-1000 0 0,0-1-1 0 0,0 1 1 0 0,0 0-1 0 0,0-1 1 0 0,0 1-1 0 0,0-1 1 0 0,0 1-1 0 0,0-1 1 0 0,0 1-1 0 0,0 0 1 0 0,1-1-1 0 0,-1 1 1 0 0,0-1-1 0 0,0 1 1 0 0,0 0-1 0 0,1-1 1 0 0,-1 1-1 0 0,0-1 1 0 0,1 1-1 0 0,-1 0 1 0 0,0 0-1 0 0,1-1 1 0 0,-1 1-1 0 0,0 0 1 0 0,1-1-1 0 0,-1 1 1 0 0,1 0-1 0 0,-1 0 1 0 0,0 0-1 0 0,1 0 1 0 0,-1-1-1 0 0,1 1 1 0 0,-1 0-1 0 0,1 0 1 0 0,-1 0-1 0 0,0 0 1 0 0,1 0-1 0 0,-1 0 1 0 0,1 0-1 0 0,-1 0 1 0 0,1 0-1 0 0,0 0-21 0 0,0 1 1 0 0,0-1-1 0 0,0 0 0 0 0,0 1 0 0 0,0-1 0 0 0,0 0 1 0 0,0 1-1 0 0,0-1 0 0 0,0 1 0 0 0,0-1 1 0 0,0 1-1 0 0,0 0 0 0 0,-1-1 0 0 0,1 1 0 0 0,0 0 1 0 0,0-1-1 0 0,-1 1 0 0 0,1 0 0 0 0,0 1 0 0 0,3 8 53 0 0,0 0 0 0 0,0 0 0 0 0,-1 1 0 0 0,-1 0-1 0 0,2 11 1 0 0,5 60 335 0 0,-8-73-383 0 0,1 1 1 0 0,0-1-1 0 0,1 1 1 0 0,0-1-1 0 0,5 11 1 0 0,-3-9 8 0 0,-1 1 0 0 0,6 21 1 0 0,-6 1-295 0 0,-1 0 0 0 0,-2 1 0 0 0,-1-1 0 0 0,-2 1 1 0 0,-5 33-1 0 0,7-68 222 0 0,0 1-385 0 0,0 1 0 0 0,0-1 1 0 0,-1 0-1 0 0,1 0 0 0 0,0 0 0 0 0,0 0 1 0 0,0 0-1 0 0,-1 0 0 0 0,1 0 0 0 0,-1 0 1 0 0,1 0-1 0 0,-1 0 0 0 0,1 0 1 0 0,-1 0-1 0 0,0 0 0 0 0,1 0 0 0 0,-1 0 1 0 0,0 0-1 0 0,-1 1 0 0 0,-1 0-1947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47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22 5425 0 0,'-5'-6'6258'0'0,"-4"-5"-3340"0"0,3 6-1593 0 0,8 15 149 0 0,15 32-1264 0 0,2 0-1 0 0,47 73 1 0 0,-65-112-149 0 0,1 0 0 0 0,1-1 0 0 0,-1 1 0 0 0,0-1 0 0 0,1 1 0 0 0,-1-1 0 0 0,1 0 0 0 0,0 0 0 0 0,0 0 0 0 0,0 0 0 0 0,0-1 0 0 0,0 1 0 0 0,0-1 0 0 0,6 2 0 0 0,5 3 139 0 0,4 1 36 0 0,-13-4-184 0 0,0-1-1 0 0,0 1 1 0 0,0-1-1 0 0,0 0 0 0 0,1-1 1 0 0,-1 1-1 0 0,1-1 0 0 0,-1-1 1 0 0,1 1-1 0 0,0-1 1 0 0,-1 1-1 0 0,1-1 0 0 0,-1-1 1 0 0,11-1-1 0 0,-3-1-4 0 0,-1 0 1 0 0,0-1-1 0 0,-1-1 0 0 0,1 0 1 0 0,-1 0-1 0 0,0-1 0 0 0,0-1 1 0 0,0 1-1 0 0,18-17 0 0 0,-11 6 30 0 0,0-1-1 0 0,-1 0 0 0 0,14-22 1 0 0,-9 16-177 0 0,-13 17-2367 0 0,-1 2-3520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48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34 111 6601 0 0,'0'0'1913'0'0,"-10"-17"2805"0"0,11-6-3165 0 0,0 15-875 0 0,0 1 1 0 0,-1 0-1 0 0,0-1 1 0 0,-1 1-1 0 0,-2-15 1 0 0,-5 12 5 0 0,7 9-680 0 0,1 1 0 0 0,0 0-1 0 0,0 0 1 0 0,0 0-1 0 0,-1 0 1 0 0,1 0 0 0 0,0 0-1 0 0,0 0 1 0 0,0 0 0 0 0,-1 0-1 0 0,1 0 1 0 0,0 0-1 0 0,0 0 1 0 0,0 0 0 0 0,-1 0-1 0 0,1 0 1 0 0,0 0 0 0 0,0 0-1 0 0,-1 0 1 0 0,1 0-1 0 0,0 0 1 0 0,0 0 0 0 0,0 0-1 0 0,-1 0 1 0 0,1 0 0 0 0,0 1-1 0 0,0-1 1 0 0,0 0-1 0 0,0 0 1 0 0,-1 0 0 0 0,1 0-1 0 0,0 0 1 0 0,0 1 0 0 0,0-1-1 0 0,0 0 1 0 0,0 0-1 0 0,0 0 1 0 0,-1 0 0 0 0,1 1-1 0 0,0-1 1 0 0,0 0 0 0 0,0 0-1 0 0,0 0 1 0 0,0 1-1 0 0,0-1 1 0 0,0 0 0 0 0,0 0-1 0 0,0 0 1 0 0,0 1-1 0 0,0-1 1 0 0,0 0 0 0 0,0 0-1 0 0,0 1 1 0 0,0-1 0 0 0,0 0-1 0 0,0 0 1 0 0,0 0-1 0 0,0 1 1 0 0,0-1 0 0 0,1 0-1 0 0,-1 0 1 0 0,0 0 0 0 0,0 1-1 0 0,0 12 7 0 0,-3 461 135 0 0,1-418-145 0 0,0 2 14 0 0,6 62 1 0 0,16 207 89 0 0,-8-48 399 0 0,-8-260-52 0 0,0-1-3820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2:50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54 149 2577 0 0,'-16'-12'6189'0'0,"10"3"-5556"0"0,-19-31 2737 0 0,24 38-3211 0 0,0 1 1 0 0,0-1-1 0 0,1 0 0 0 0,-1 0 1 0 0,0 0-1 0 0,1 0 0 0 0,-1 0 1 0 0,1 0-1 0 0,-1 0 0 0 0,1 0 1 0 0,0-1-1 0 0,0 1 1 0 0,0 0-1 0 0,0 0 0 0 0,1 0 1 0 0,-1 0-1 0 0,0 0 0 0 0,2-3 1 0 0,-2 5-126 0 0,1-1 0 0 0,0 1 0 0 0,0-1 1 0 0,-1 1-1 0 0,1-1 0 0 0,0 1 0 0 0,0 0 1 0 0,0-1-1 0 0,-1 1 0 0 0,1 0 0 0 0,0-1 1 0 0,0 1-1 0 0,0 0 0 0 0,0 0 0 0 0,0 0 0 0 0,0 0 1 0 0,0 0-1 0 0,0 0 0 0 0,0 0 0 0 0,-1 0 1 0 0,1 0-1 0 0,0 1 0 0 0,0-1 0 0 0,0 0 1 0 0,0 0-1 0 0,0 1 0 0 0,1 0 0 0 0,24 11 199 0 0,-16-3-151 0 0,1 0 0 0 0,-1 0 0 0 0,-1 1 0 0 0,17 22 0 0 0,28 52 266 0 0,-35-53 5 0 0,-12-18-113 0 0,-1 1 0 0 0,0-1 0 0 0,0 1 0 0 0,-1 0 0 0 0,3 20 0 0 0,-8-34-231 0 0,1 1-1 0 0,-1 0 1 0 0,0 0 0 0 0,0 0 0 0 0,1 0 0 0 0,-1 0-1 0 0,0 0 1 0 0,1-1 0 0 0,-1 1 0 0 0,1 0 0 0 0,-1 0-1 0 0,1-1 1 0 0,-1 1 0 0 0,1 0 0 0 0,-1-1-1 0 0,1 1 1 0 0,0 0 0 0 0,-1-1 0 0 0,1 1 0 0 0,0-1-1 0 0,0 1 1 0 0,-1-1 0 0 0,1 1 0 0 0,0-1 0 0 0,0 0-1 0 0,0 1 1 0 0,0-1 0 0 0,0 0 0 0 0,-1 0 0 0 0,1 0-1 0 0,0 1 1 0 0,0-1 0 0 0,0 0 0 0 0,0 0-1 0 0,0 0 1 0 0,0-1 0 0 0,0 1 0 0 0,0 0 0 0 0,-1 0-1 0 0,1 0 1 0 0,0-1 0 0 0,0 1 0 0 0,0 0 0 0 0,0-1-1 0 0,0 1 1 0 0,-1-1 0 0 0,1 1 0 0 0,0-1-1 0 0,-1 1 1 0 0,1-1 0 0 0,0 0 0 0 0,-1 1 0 0 0,1-1-1 0 0,0 0 1 0 0,-1 1 0 0 0,1-1 0 0 0,-1 0 0 0 0,1 0-1 0 0,-1 1 1 0 0,1-3 0 0 0,30-77 11 0 0,5-12-129 0 0,33-36-2244 0 0,-41 82-917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1T02:35:02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42 128 0 0,'0'0'6796'0'0,"-10"-18"-5410"0"0,6 16-1201 0 0,1-1 0 0 0,-1 1 0 0 0,0 0 0 0 0,-1 0 1 0 0,1 0-1 0 0,0 0 0 0 0,-1 1 0 0 0,1-1 0 0 0,-6 0 0 0 0,7 2-122 0 0,-25-3 2253 0 0,17 3-917 0 0,11 0-1393 0 0,0 0 0 0 0,0 0 0 0 0,0 0 0 0 0,0 0 0 0 0,0 0 1 0 0,0 0-1 0 0,0 0 0 0 0,0 0 0 0 0,0 1 0 0 0,0-1 0 0 0,0 0 0 0 0,0 0 0 0 0,1 0 1 0 0,-1 0-1 0 0,0 0 0 0 0,0 0 0 0 0,0 0 0 0 0,0 0 0 0 0,0 0 0 0 0,0 0 0 0 0,0 0 1 0 0,0 0-1 0 0,0 0 0 0 0,0 0 0 0 0,0 0 0 0 0,0 0 0 0 0,0 0 0 0 0,0 1 1 0 0,0-1-1 0 0,0 0 0 0 0,0 0 0 0 0,0 0 0 0 0,0 0 0 0 0,0 0 0 0 0,0 0 0 0 0,0 0 1 0 0,0 0-1 0 0,0 0 0 0 0,0 0 0 0 0,0 0 0 0 0,0 1 0 0 0,0-1 0 0 0,0 0 0 0 0,0 0 1 0 0,0 0-1 0 0,0 0 0 0 0,0 0 0 0 0,0 0 0 0 0,0 0 0 0 0,0 0 0 0 0,0 0 0 0 0,0 0 1 0 0,0 0-1 0 0,0 0 0 0 0,0 0 0 0 0,0 1 0 0 0,0-1 0 0 0,-1 0 0 0 0,22 11 67 0 0,-2 1 0 0 0,33 25 0 0 0,-24-12-11 0 0,-21-19-52 0 0,-1 0 0 0 0,1 0 1 0 0,0-1-1 0 0,0 0 0 0 0,1 0 0 0 0,13 6 0 0 0,13 3 61 0 0,-13-4-20 0 0,41 11-1 0 0,-57-20-44 0 0,-1 1 0 0 0,1 0-1 0 0,-1 0 1 0 0,1 0 0 0 0,-1 0-1 0 0,0 0 1 0 0,0 1-1 0 0,0 0 1 0 0,-1 0 0 0 0,1 0-1 0 0,-1 0 1 0 0,1 0 0 0 0,4 8-1 0 0,-7-10-2 0 0,-1 0 0 0 0,0-1 0 0 0,0 1 0 0 0,0 0 0 0 0,0 0 0 0 0,0-1 0 0 0,0 1 0 0 0,0 0 0 0 0,0 0 0 0 0,0 0 0 0 0,0-1 0 0 0,-1 1 0 0 0,1 0 0 0 0,0 0 0 0 0,0-1 0 0 0,-1 1 0 0 0,1 0 0 0 0,0-1 0 0 0,-1 1 0 0 0,1 0 0 0 0,-1-1 0 0 0,1 1 0 0 0,-1-1 0 0 0,1 1 0 0 0,-1-1 0 0 0,0 1 0 0 0,0 0 0 0 0,-21 14-23 0 0,19-13 12 0 0,-10 6 4 0 0,1-1 0 0 0,0 2-1 0 0,0 0 1 0 0,1 0 0 0 0,0 1-1 0 0,1 1 1 0 0,0 0 0 0 0,-9 12 0 0 0,-25 45 37 0 0,27-38-3521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7-11T05:06:12.2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9050 5627 344 0,'0'0'-4'0,"0"0"0"0,0 0-6 15,0 0-4-15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5T02:52:55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42 7562 0 0,'0'0'544'0'0,"-21"-21"4861"0"0,19 17-5431 0 0,-2-6 38 0 0,6 3-2980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5T02:55:03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81 12107 0 0,'0'-1'864'0'0,"-2"-1"248"0"0,-3-6-480 0 0,-9-18-592 0 0,4 5 8 0 0,5 12-128 0 0,4 4-8 0 0,-1 2 24 0 0,2 1-32 0 0,0 0-72 0 0,0 1-240 0 0,2 2-600 0 0,-1 1 8 0 0,1 1-449 0 0,6 15-151 0 0,2 5-176 0 0,-4-1-1385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5T03:02:12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65 14027 0 0,'-11'-9'1483'0'0,"8"7"-1389"0"0,0-1 1 0 0,0 1-1 0 0,1 0 0 0 0,-1-1 0 0 0,1 0 1 0 0,-4-5-1 0 0,5 7-262 0 0,1 0 0 0 0,0 0 0 0 0,-1 0 0 0 0,1 0 0 0 0,0 0 1 0 0,0 0-1 0 0,-1 0 0 0 0,1 0 0 0 0,0 0 0 0 0,0 0 0 0 0,0 0 1 0 0,0 0-1 0 0,1 0 0 0 0,-1 0 0 0 0,0 0 0 0 0,0 0 0 0 0,0 0 0 0 0,1 0 1 0 0,-1 0-1 0 0,1 0 0 0 0,-1 1 0 0 0,1-1 0 0 0,-1 0 0 0 0,1 0 0 0 0,-1 0 1 0 0,1 0-1 0 0,0 1 0 0 0,-1-1 0 0 0,1 0 0 0 0,1 0 0 0 0,1-2-1556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5T03:02:18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15 18236 0 0,'-1'-2'240'0'0,"-1"0"24"0"0,1 2-8 0 0,-11-4-88 0 0,6 0-40 0 0,3 3-280 0 0,1-1-160 0 0,0 2-24 0 0,9 7-4241 0 0,7 9 2809 0 0,2 8-2409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7-15T04:32:03.8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9824 7306 1441 0,'-7'13'-113'16,"5"3"-41"-16,-11 3-154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7-15T04:44:29.3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8404 12187 256 0,'0'0'-34'16,"0"0"23"-16,0-2-2 0,0 0 8 0,0 0 24 0,0 0-1 16,0 1-7-16,0-1-2 0,0 0 4 0,0 0 12 15,0 0-3-15,0 0 5 0,0 0 0 0,0 1 32 16,0-1-4-16,0 0 6 0,0 0-6 0,-2 0 7 0,0 0-18 15,2 0 6-15,-2 1-10 0,0-1-1 0,1 0-6 16,-1 0-3-16,0 0-1 0,0 2-5 0,0 0-11 16,0 0-2-16,0 0-4 0,2 0-2 0,0 2 1 15,0 0 1-15,0 0-1 0,0 0-3 0,2-1 11 16,0 3-2-16,0 0 5 0,2 0 3 0,-1-1-4 16,18 7 2-16,-3-3-4 0,5 4-13 0,1 0 8 15,0 0-6-15,4 2 7 0,1 2-12 0,-1 0 5 16,0 2 1-16,4 3 2 0,-3 1-2 0,1 3-4 15,0-2 3-15,-4 2-3 0,0-3 1 0,4 1 3 0,-1 0-5 16,5 2 4-16,-3 0 14 0,-5 1 9 0,-3 1 5 16,-5-4-3-16,8 4-8 0,2-4-10 0,0 2-3 15,2 2 0-15,-8-3-3 0,4 3 6 0,-4 0-6 16,-2-6 4-16,1 2-7 0,-4-7-1 0,1 2 4 0,1-2-5 16,-1-6 2-16,-1 2 6 0,0-2 1 0,-2-3 2 15,3 0 3-15,-1-1-3 0,-2 3 0 0,1-1-1 16,-3 2 1-16,0-1-5 0,-3-5 1 0,-3 1-1 15,1 0 1-15,-3-2-4 0,-1 1 1 0,0-1-2 16,-1 2 0-16,1 0 9 0,0-1-2 0,-1 1 5 16,1 0-3-16,0-2 4 0,-2 0-4 0,0-1-3 0,-1 1-73 15,1 0-284-15</inkml:trace>
  <inkml:trace contextRef="#ctx0" brushRef="#br0" timeOffset="1325.2">8992 11260 191 0,'0'-2'50'0,"-1"1"-10"0,-1-1 12 0,0 0 24 16,0 0-33-16,0 0-1 0,0 0-23 0,0 0-9 16,1 1-1-16,-1-1-10 0,-2 0 13 0,0 2-2 15,-3 0 6-15,-4 0-5 0,-2 2 16 0,0 3-5 0,7-3 9 16,-3 4 2-16,3-3-20 0,4 10 9 0,1 2-13 16,-1 2 12-16,-6-2-1 0,-1 3 0 0,5 3 0 15,-5-1-2-15,3 4 0 0,1-1-3 0,-4 5 2 16,7 1 3-16,-6 3-8 0,6 5 1 0,-5 2-6 15,-4-4 4-15,5 4-4 0,-3 0 9 0,5 2-7 16,-1-2 17-16,-1-4-4 0,2 2 1 0,1-9-2 0,1 8 3 16,-17-5 2-16,6-3-7 0,6-6 4 0,1-3-7 15,3-2 7-15,-1-6 0 0,2-2 1 0,0-2 4 16,0-1-7-16,2-2 8 0,-2 3-8 0,2-5 17 0,-1 2-18 16,-1-1 2-16,0 1-7 0,0-2 2 0,2 0-8 15,0-2 0-15,0 0-3 0,0-2-5 0,0 0-1 16,0-2 4-16,0-12-2 0,2-7 9 0,0-3-11 15,1 2 2-15,3-2-4 0,0 0 7 0,1-2-1 16,0-1-4-16,-1 1 1 0,0 4 3 0,1 3-7 16,0 3 4-16,1 1-4 0,-1 0-1 0,-1 6 5 15,1-2-6-15,-1 6 5 0,-2 1-7 0,1 3 2 16,6 1 4-16,4 0-2 0,-9-2-1 0,3-3 2 0,8-3-2 16,-14 9 2-16,1 1-6 0,5 0 5 0,-5 0-1 15,2 1 3-15,3 3 3 0,-5 0-6 0,3 7 2 16,4 8-3-16,2 5 9 0,-3-4-3 0,1 8-1 15,-2-2 0-15,-3-2-6 0,-1 0 6 0,-1-2-4 0,-2 3 4 16,-2-3 0-16,0-2 2 0,0-1 3 0,0-8-4 16,0 6-6-16,0-2 10 0,0-4-6 0,0 4 7 15,0-4-7-15,0-2 0 0,0-2 5 0,-2 1-3 16,2-3 3-16,0-1 1 0,-2 4-4 0,2-5 3 16,0 1-4-16,0-2 4 0,0 0 4 0,0 0-1 15,0 1 3-15,0 1-7 0,0-2 3 0,2 0-5 0,0 0-2 16,0-1-65-16,-1 1-15 0,3-2-23 0,0 0-121 15</inkml:trace>
  <inkml:trace contextRef="#ctx0" brushRef="#br0" timeOffset="1742.77">9070 11970 515 0,'-1'-2'56'0,"-1"0"-11"0,0 0 9 16,0 0 16-16,0 0-31 0,0 0-17 0,0-1-16 0,1-1-4 16,1 2-2-16,0-11-9 0,0 2 7 0,3 0 2 15,5 0 0-15,-5 7 0 0,16-5 5 0,1-2 1 16,3-1 2-16,-5-1 9 0,1 2-1 0,-3 8 0 16,-1-3-3-16,-2-3-12 0,-2 1 2 0,-1 5-2 0,-5 3 3 15,1 0-4-15,-2 0 14 0,-1 1-2 0,1 1 11 16,-2 2 17-16,5 15 3 0,-3 3 3 0,-4-2-4 15,-2 4-16-15,-2-1-6 0,-1-5-5 0,-3 8 1 16,1-7-2-16,0-1-2 0,-3 3 1 0,5-6-4 16,-1 0-7-16,1-2 3 0,1-2 0 0,0 0 1 15,0-2 5-15,3-1-5 0,-1-3-5 0,0 1 1 0,0-1-4 16,2 1 3-16,0-1 2 0,0-1 0 0,0-2 2 16,0 2-3-16,2-1 2 0,0 1-3 0,0-2 11 15,1 0-8-15,7 2 6 0,6-1-9 0,1-1-1 0,0-2 6 16,-1 0-3-16,1-2 5 0,0-1-4 0,0-1 4 15,-3 0 5-15,1-1-2 0,2-1-3 0,-2 0 0 16,3-1-5-16,-3 0-2 0,2-1-60 0,-4 1-98 16,0-1-17-16,0 1-33 0,-2-1-134 0</inkml:trace>
  <inkml:trace contextRef="#ctx0" brushRef="#br0" timeOffset="2086.29">9390 11892 351 0,'0'-2'41'16,"0"0"84"-16,0-2-103 0,0 2-10 0,0-11-1 15,0 0-2-15,0-2-1 0,2 4 0 0,1-2 5 0,3 0-4 16,-1 4 8-16,3-2 23 0,-6 2-5 0,14 3 12 16,1-1 4-16,2 1-7 0,-1-1 6 0,6-10-8 15,-3 8 3-15,-3 1-21 0,5 3 5 0,1 1-11 16,-2 4-4-16,0 2-6 0,1 2 0 0,-8-1-1 15,-6 1 3-15,-2 0-8 0,-3 1 3 0,9 19-3 16,-4-1 16-16,-3-1-9 0,-4 0 2 0,-2 6-5 0,-4 0-4 16,-2-6 2-16,-1 0 1 0,0-3 1 0,-3-2 8 15,-1 1-2-15,2 1 0 0,1-4-1 0,3-4-2 16,1-2 1-16,2-3-2 0,-1 1 0 0,1-1-1 16,2-3 3-16,0 7-1 0,0-7 0 0,2 1-8 0,1 0 8 15,7 1-1-15,19 7 3 0,1-7-7 0,11-3 9 16,0-4-8-16,-1-2 8 0,5-5-13 0,0-2 14 15,1-2-8-15,0-4-8 0,1 1-194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152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0" timeString="2022-07-15T05:16:59.90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1" timeString="2022-07-15T05:17:01.301"/>
    </inkml:context>
  </inkml:definitions>
  <inkml:trace contextRef="#ctx0" brushRef="#br0">23302 18409 0,'0'0'0,"0"0"15,0 0-15</inkml:trace>
  <inkml:trace contextRef="#ctx1" brushRef="#br0">15589 5662 36 0,'0'0'4'0,"0"0"8"0,0 0 19 15,0 0 7-15,0 0 4 0,0 0-3 0,0-2-18 16,0 1 2-16,0-1-5 0,0 0-9 0,0 0 15 16,2 0-5-16,-2 0 9 0,0 0 2 0,2 1-19 0,0-1 8 15,0 0-12-15,0 0 4 0,-1 0 1 0,1 0-4 16,-2 0 5-16,2 1-1 0,-2-1 3 0,2 0 4 16,-2 0 0-16,2 0 14 0,-2 0 3 0,2 0 0 0,-2 1 2 15,0-1 5-15,0 0-9 0,0 0 2 0,0 0-5 16,0 0-4-16,0 0 6 0,0 1-4 0,0-1 5 15,0 0-1-15,0 0 3 0,0 0-5 0,0 0 3 16,0 0-10-16,0 1 11 0,0-1 1 0,0 0 2 16,0 0-9-16,0 0 9 0,0 0-3 0,-2 0 5 15,0 1-11-15,0-1 1 0,0 0-2 0,0 0 2 0,1-2-7 16,-1 2-2-16,0 1-1 0,0-3 2 0,0 0-1 16,0 2-3-16,0 0 2 0,1 1-2 0,-1-1-2 15,0 0-5-15,0 0 0 0,0 0 0 0,0 0 4 16,0 0-8-16,1 1-3 0,-1-1-1 0,0 0-1 15,0 0-5-15,2 0 6 0,0 2-5 0,0 0 2 0,0 0 9 16,0 0-7-16,0 0 8 0,0 0-8 0,0 0 8 16,0 0-1-16,0 0 3 0,0 0-4 0,0 0 1 15,0 0 1-15,0 2 0 0,0 0 0 0,0 0-3 16,0 0-1-16,0-1-1 0,0 1-10 0,0 2 11 16,0 0-6-16,0-1 10 0,0 1-7 0,0 4-7 15,0-1 4-15,0 2-5 0,0-1 13 0,0-1-7 16,0 2 1-16,0 1-2 0,0 1 0 0,0-2 0 0,0-1 0 15,0 1 1-15,0 0 5 0,0 0-6 0,0 1 2 16,0-3-3-16,-2 2 1 0,0 1 8 0,0-3-3 16,1 1 5-16,-1 1-3 0,2-4 0 0,-2 3 1 15,0-1-1-15,0 1-1 0,0-3-3 0,0 1 0 16,2-2-1-16,0-1-2 0,0 1 5 0,0-2-2 16,0 2 2-16,0-3-9 0,0 3 10 0,0-2-8 0,0 0 8 15,0 0-11-15,0 0 4 0,0-1 4 0,0 1-1 16,0 0 5-16,-1 2-9 0,-1 0 4 0,2-1-5 15,0 1 8-15,0 0-2 0,0-1 0 0,0-1-1 16,0 0-4-16,0 0 4 0,0 0-5 0,0 0 5 16,0 0-3-16,0-1 3 0,0 1 4 0,0 0-1 15,0 0-5-15,0 0 3 0,0 0-3 0,0 0 3 0,0-1-2 16,0 1 3-16,0 0-4 0,2 0 1 0,-1 0-4 16,1 0 1-16,0 0 1 0,2-2 0 0,0 0 1 15,5 0 6-15,6 1-1 0,0-1 0 0,-1 0-9 0,3 0 3 16,2 0-3-16,-1 0 4 0,1-1 1 0,-2-1 3 15,-3 0-3-15,3 0 2 0,0 0-4 0,-4 0 0 16,-2 0 1-16,-2 1 0 0,4-3 6 0,0 0-8 16,-3 2 2-16,-5 0-6 0,1 2 9 0,1-1 0 15,-3 1 2-15,1 0-3 0,-3 0-5 0,2-2-1 16,0 0 4-16,-1 2 0 0,-1 0 7 0,0 0-9 16,0 0 1-16,0 0-2 0,0 0 14 0,0 0-15 15,-1 0 7-15,1 0-9 0,0 0 9 0,-2 0 1 0,0 0-1 16,0 0 1-16,0 2 5 0,0 0-87 0,0-1-32 15,0 1-40-15,0 0-284 0</inkml:trace>
  <inkml:trace contextRef="#ctx1" brushRef="#br0" timeOffset="10758.13">4169 9764 256 0,'0'0'-73'0,"0"0"47"0,0 0 5 15,0 0 10-15,0 0 83 0,-2 0 4 0,0-2-15 16,0 0 9-16,0 0-16 0,0 0-11 0,0 1-13 15,1-1-6-15,-1 0 0 0,0 0-12 0,0 0-11 16,0 0 2-16,0 0-3 0,0 1 14 0,1-1-4 16,-1 0 4-16,0 0-5 0,0 0 7 0,-2 0 5 15,1 0 4-15,-1 1 0 0,0-1 10 0,0 0-11 16,1 0 5-16,-1 2-6 0,0 0 11 0,1 0-2 0,-1 0-5 16,0 0 0-16,0 0-18 0,3 0-1 0,-1 0 0 15,0 0 0-15,0 0 1 0,0 0 5 0,0 0-5 16,0 0 4-16,2 0-2 0,0 0 8 0,0 0 3 15,2 0 0-15,0 0-4 0,0 0 3 0,2 0-2 16,11 0 2-16,7-2-5 0,0 0 2 0,0 0-6 0,4 1 4 16,-1-1-15-16,-1 2 14 0,2-2-7 0,2 0 8 15,-6 0-10-15,0 0 11 0,2 0-7 0,0 2 7 16,-1-1-11-16,1 1 2 0,-4 0 0 0,-5 0-1 16,0 0-2-16,0 0 2 0,-6 0 0 0,4 0 0 15,-2 0-3-15,-1 0-9 0,1 1 5 0,-4-1-5 16,2 0 5-16,-3 0 2 0,0 0-2 0,-3 0 4 0,3 0-2 15,-2 0 4-15,-1 0-6 0,1 0 5 0,-2 0-9 16,0 0 4-16,1 2 6 0,1 0 0 0,0 0 6 16,0 0-12-16,-1 0 4 0,1 0-5 0,-2-1 3 0,0 1 4 15,0-2-6-15,-1 2 6 0,1 0-4 0,0 0 7 16,0 0-5-16,0 0 4 0,0-1-10 0,0 1 2 16,-1 0 4-16,1 0-2 0,0 0-2 0,-2 0 7 15,0 0-2-15,0-1 4 0,0 1-11 0,0 0 6 16,0 0-4-16,0 0 7 0,-2 0-4 0,0 0-1 15,1 1 3-15,-1 1-2 0,-2 0 3 0,0 1 3 16,-7 5-4-16,-6 1 3 0,1 0-3 0,1 0 0 16,-2 4-1-16,0 0 2 0,-1 0 1 0,-6-1-7 0,3 3 2 15,5-2-4-15,-5 3 2 0,-1 1 5 0,-2 1-4 16,-6 1 4-16,4-1-2 0,6 4-2 0,1-1 0 16,-7-3 0-16,6 2 1 0,-3 1 3 0,3-1-1 15,1 0-1-15,3-1-4 0,1-1 7 0,2-1-2 0,2 3 5 16,1-5 0-16,-1-6-8 0,6 6 3 0,-1-4-6 15,0 0 2-15,5 5 5 0,-3-3-4 0,2-2 5 16,-7-2-9-16,1 0 1 0,5-3 3 0,-1-1-1 16,2-1 3-16,0-1 3 0,0 3-6 0,0 1 4 15,2 0-5-15,0-1 3 0,0-1 0 0,0-1 1 16,0 1-9-16,0-1 10 0,2 1-4 0,0-3 7 0,-2-2-3 16,8 1-4-16,10 10 3 0,6 0-3 0,2-3 1 15,2-3 4-15,-2-3-4 0,8-1 3 0,-3-1-4 16,-3-2 0-16,7-2 0 0,-9 1-1 0,8-3 0 15,-3 0 2-15,1 1-2 0,-2-1 1 0,-4 0 0 0,-2 0 5 16,-6 1-5-16,-1-1 3 0,-2 0-8 0,-2 2 4 16,-2 1 5-16,0-1-2 0,-3 0 1 0,-3 2 3 15,1 0-4-15,-3 0 3 0,1 0-2 0,0-2 5 16,0 0-5-16,-1 0 4 0,-1 0-10 0,0 1 4 16,0-1 5-16,0 0-1 0,0 2 6 0,-2 0-19 15,0 0-3-15,0 0-8 0,-2 0-22 0,0 0-9 16,0 0-7-16,0 0 0 0,-2 0-18 0,1 0-25 15,1 0-4-15,-2 0-10 0,0 0-27 0,-1 0-35 0,-3 0-14 16</inkml:trace>
  <inkml:trace contextRef="#ctx1" brushRef="#br0" timeOffset="11169.14">3970 10239 143 0,'0'0'27'0,"0"0"-3"15,0 0-1-15,0-2 3 0,0 0-12 0,-2 1-6 16,0-1-10-16,0 0 7 0,1 0-5 0,-1 0 27 0,0 0 8 16,0 0 1-16,0 1 4 0,-2-1 13 15,1 0 14-15,1 2-4 0,-6-2 5 0,-1 0-6 0,2 0-3 16,1 2 2-16,1 0-4 0,-3-2-18 0,4 2-4 15,-1 0-1-15,3 0 1 0,-2 0 4 0,2 0-18 16,-1 0 0-16,-1 0-4 0,2 0 7 0,0 0 4 16,0 0 4-16,2 0-1 0,0 0 9 0,2 0-12 15,0 0 2-15,4 0-5 0,23-7 12 0,3 0-21 16,3-1 8-16,2 1-14 0,-1 1-7 0,3 2 4 0,0 1-7 16,-8 1 7-16,8-2-5 0,-7 2 1 15,-8 0-2-15,2 1 0 0,-2 1-2 0,-5 0 4 0,3 0 3 16,-2 0 0-16,-7 0 0 0,4 0-3 0,-4 0-3 15,-2 0 0-15,-7 0 4 0,0 0-4 0,-1 0 11 16,1 0-8-16,0 0 10 0,-1 0-10 0,1 0 1 16,0 0-4-16,-2 0-23 0,0 0-114 0,-1 0-26 0,1 0-42 15,2 0-204-15</inkml:trace>
  <inkml:trace contextRef="#ctx1" brushRef="#br0" timeOffset="12004.26">4973 10527 251 0,'0'0'42'0,"0"0"-3"0,0-2 26 0,0 0-5 16,0 0-5-16,0 1-28 0,0-1-2 0,0 0 5 15,1 0-3-15,1 0 10 0,0 0 5 0,-2 0-3 0,0-1 5 16,0-1-1-16,0 0-3 0,0 1-6 0,-2 1 3 16,0 0-2-16,1 0-14 0,-1 0 3 0,0 0-8 15,0 0 1-15,-2 2-7 0,1 0 7 0,-1 0-8 16,-7 4 10-16,0 0-4 0,-1 1 3 0,3 1-1 15,0-2 9-15,1 11-11 0,-1-3-6 0,2 0 0 16,3 1 2-16,0 0-5 0,-3-4 15 0,-1 2-13 16,3-2 3-16,1 1 3 0,2-1-5 0,0 0 6 15,2 2-4-15,0-3 4 0,0-1-10 0,0-1 8 0,2 1-2 16,0-1-8-16,0-1 9 0,2 1-10 0,-2-2 2 16,-1-1 4-16,5-1-3 0,5 7 3 0,0-1 3 0,4-1-7 15,-2-3 5-15,-4-2-5 0,1 0 7 0,-1-2-3 16,2 0-10-16,2 0 0 0,6-2-50 0,-3-2-46 15,1 0-17-15,2-1-16 0,-6 1-123 0</inkml:trace>
  <inkml:trace contextRef="#ctx1" brushRef="#br0" timeOffset="12304.94">4969 10345 922 0,'-2'-2'42'16,"0"0"-10"-16,0 0 67 0,2 1 0 0,-7-16 1 0,1 4-47 15,1-4-37-15,1 8 2 0,0 0-13 0,1 1-5 16,3 4 3-16,-2-1 2 0,0 1 1 0,0 0-6 16,2 3 5-16,0-3-7 0,-2 0 4 0,0 0-15 0,2 1-82 15,0-1-7-15,0 0-33 0,0 1-101 0</inkml:trace>
  <inkml:trace contextRef="#ctx1" brushRef="#br0" timeOffset="14995.74">5489 10263 24 0,'0'0'12'0,"0"0"4"15,0 0 11-15,0 0 1 0,0-2 5 0,0 1 15 16,0-1 4-16,0 0 4 0,0-2 16 0,0 0-5 15,0 1 5-15,0-1-5 0,0 0 7 0,0-1-14 16,0-1-3-16,0 1-4 0,0-1-8 0,0 0-12 16,0 3 4-16,0-3-7 0,0 1-1 0,0 1-9 15,0 0 5-15,0 2-6 0,0 0 9 0,0 1 6 16,0-1-4-16,-2-2 6 0,0 0-5 0,0 1 7 16,0 1-5-16,-1 0 5 0,-1 0-17 0,2 2-10 0,-5-2-5 15,-1 0 0-15,1 2-5 0,-1 0-2 0,1 2 3 16,-1 2-3-16,-3 3 1 0,2 4-2 0,-2 4 2 15,2 11 0-15,-1 0 10 0,3-2-12 0,-2 8 2 16,1-6-6-16,1 0 7 0,-1 4 3 0,3-2-2 0,-6-2 1 16,-1-2-4-16,3 0 9 0,-2 0-6 0,7 0 7 15,-1 0-19-15,3 0 14 0,-4 0-4 0,5 2 7 16,-16 0-14-16,8 2 9 0,5 0-2 0,4-2 4 16,4 2-6-16,1 2-2 0,3-1 1 0,-1 3 1 15,0 3 3-15,1 2 4 0,-1-1 0 0,1-1 1 16,-3-2-5-16,-1-5 0 0,0 0-2 0,-3-2 1 0,1-2 5 15,0-1-7-15,-2-3 8 0,0-3-7 16,0-3 4-16,0-2 3 0,0 2-2 0,-2-2 5 0,0-3 14 16,1-2 14-16,-1-1-7 0,-2-1 6 0,0 1-19 0,-12-4-7 15,-1 5 6-15,-2-5-8 0,3 2-7 0,3 0 10 16,0-3-9-16,2 9 10 0,-2-3-3 0,-2 1-7 16,2-3 10-16,-2-1-8 0,11-4 8 0,-13 2-15 15,6-2-18-15,2 0 2 0,-10 0-52 0,12 0-34 16,-2 0-2-16,1 0-16 0,3-2-47 0,1 0-68 15,0 0-33-15</inkml:trace>
  <inkml:trace contextRef="#ctx1" brushRef="#br0" timeOffset="15279.34">5038 10824 680 0,'-2'0'12'16,"0"0"-1"-16,0-2 38 0,-2 0-18 0,1 0 17 15,-1 1-36-15,0-1-10 0,0 0 1 0,3 0-4 16,-1 0 6-16,0 2-1 0,2 0 14 0,0-2-8 16,0 0 37-16,2 1 13 0,1-1-8 0,20-4 7 0,-1 1-21 15,2-1-9-15,4-1-4 0,-2 1-4 0,4 2-21 16,-1 1 3-16,-3 1 4 0,-1 0-1 0,-1 0 2 0,-2 2 2 15,-2 0-10-15,-1 0 7 0,-1 0-23 0,-3 0-29 16,6 0-7-16,-1 0-9 0,1 0-46 0,-1-2-73 16,0 0-34-16</inkml:trace>
  <inkml:trace contextRef="#ctx1" brushRef="#br0" timeOffset="15749.53">6053 10295 505 0,'-2'0'5'16,"-1"0"49"-16,-7-2-6 0,-8-2 22 0,1 2-26 16,2 1-26-16,-2-1-5 0,10 0-6 0,3 2-9 0,1 0 3 15,1 0-1-15,0 0 2 0,0 0 3 0,0 0-5 16,0 0 15-16,2 0-8 0,0 0 46 0,2 0 4 15,0 0-1-15,2 0 2 0,18-6-5 0,10 3-5 16,-5-1 1-16,1-2-3 0,0 1-11 0,-2-1-15 16,0 1-2-16,-2-1-5 0,4 0-1 0,-6 3-9 15,3-1 1-15,-1 2-4 0,-4-2-1 0,-3 3 0 16,1-1 7-16,-6 2-4 0,2 0 2 0,-2 0 3 16,-5 0-8-16,-1 0 7 0,-1 0 7 0,-1 0-5 0,-2 0 1 15,1 0-4-15,1 0 2 0,0 0-7 0,-2 0-3 16,0 0-8-16,-1 0-53 0,1 0-56 0,0 2-9 15,-2-1-19-15,0 1-72 0</inkml:trace>
  <inkml:trace contextRef="#ctx1" brushRef="#br0" timeOffset="15951.39">5953 10527 482 0,'0'0'37'0,"-2"0"45"0,0 0 23 0,2 0 18 0,0 0-56 15,0 0-11-15,2 0-3 0,0 0 0 0,3 0 7 16,14-6-6-16,7-1 1 0,-4 0-5 0,6-3-6 16,2 3 6-16,-2-2-1 0,1-1 1 0,7 1-17 15,-3 0-15-15,2-1-6 0,-1 3-1 0,-3 1-11 0,-1 5 4 16,-2 1-14-16,9 0 0 0,-3 0-85 0,-1 0-153 16,8 3-66-16</inkml:trace>
  <inkml:trace contextRef="#ctx1" brushRef="#br0" timeOffset="19402.73">7993 9133 119 0,'0'0'34'0,"0"-2"37"0,0 0-1 0,0 0-20 16,0 0-3-16,0 0-6 0,-1 0-5 0,-1 1 6 16,0-3-5-16,0 0 3 0,0 0-16 0,0 1 3 15,0-1 6-15,1 0-4 0,-1 1-1 0,0-1-13 16,0 0-1-16,0 0-1 0,0 1 8 0,0-1-17 16,1 0 10-16,-1 2-12 0,0 1 7 0,2-1 2 15,0 0-3-15,0 0 4 0,0 0 9 0,0 0 2 0,0 0-1 16,0 1 1-16,2-1 6 0,0 0 1 0,-1 0 5 15,3 0-5-15,5-2-10 0,10-3-1 0,0 1-9 16,-3 3 7-16,7-1-6 0,3 0-8 0,-6 2 10 16,8 1-9-16,-6 1 5 0,-3 0 1 0,-1 0-5 0,-3 0 7 15,6 0 1-15,-3 0 4 0,-1 0-3 0,0 1 1 16,-8-1-13-16,4 2 0 0,-2 0 1 0,-5 0 0 16,-1 0 3-16,1 0 4 0,-4-2-3 0,1 2 2 15,1 1-8-15,0 1 9 0,1 5-1 0,1 4 3 16,-4 2-10-16,-2 4 4 0,-2 1-4 0,-2 1 5 15,-3 1 0-15,-4 2-4 0,-4 2 2 0,13 4-3 16,-22-3-3-16,0 3 3 0,-2-2 2 0,0 0 0 0,-2 0 3 16,-2 3 0-16,-3-7-1 0,-1 2 3 0,3 4 1 15,-1-8 7-15,6 6-3 0,0-7 3 0,0-1-14 0,4 1 6 16,-1-3-3-16,5-1 5 0,1 0-3 0,4-1 3 16,2-3-5-16,2-2 5 0,3-1-2 0,1-3-7 15,1 1 7-15,2 1-7 0,-3-2 5 0,-1 3-7 16,0-1-1-16,5-2-2 0,-1 3 9 0,2-1-7 15,0-2 2-15,2 1-2 0,-1-3 4 0,3 1 1 16,7-1 0-16,13-1-1 0,2 0 4 0,2 14-5 16,0-5 2-16,5-3-2 0,3-5 7 0,-5-3-5 15,6 0 3-15,-5-2-5 0,1 0 2 0,-1 0 8 16,-6 0-6-16,-6-2 6 0,1 0-12 0,-1 0 3 16,-1 1 3-16,-1-1-1 0,-3 0 1 0,-2 0 2 0,-3 0-3 15,-3 0 3-15,2-1 3 0,-5 3-5 0,-2 0 3 16,2-2-4-16,-3 2 8 0,3-2-10 0,0 0 4 15,0-2-8-15,-1 2-22 0,-1-1-47 0,0-1 1 0,0 2-15 16,0 0-15-16,-2 0-59 0,0 1-7 0,0-1-23 16,0 0-76-16</inkml:trace>
  <inkml:trace contextRef="#ctx1" brushRef="#br0" timeOffset="19732.43">7884 9639 439 0,'-2'0'0'0,"0"-1"7"16,0-1 2-16,-1 0 1 0,-1 0-6 0,-2 0-6 15,-1 0-1-15,3 2 0 0,-3-2 7 0,1 2-3 16,1 0 1-16,-1 0-2 0,2 0 11 0,3 0 63 15,-1 0-11-15,-2 0 28 0,0 0-15 0,1 0 4 16,1 0 2-16,0 0-2 0,0 0-11 0,2 0-14 0,0 0 1 16,2 0-4-16,0 0 3 0,0 0-23 0,24 0 0 15,7-1-8-15,0-1-8 0,4-2-12 0,1 2 4 16,-1 0-6-16,5 2 8 0,-3 0-2 0,-1 0-3 16,4 0 2-16,-8 0-7 0,1 0 13 0,2 0-6 15,-11 0 2-15,0 2-64 0,0 2-80 0,-7 0-29 0,1-1-16 16,-1 1-113-16</inkml:trace>
  <inkml:trace contextRef="#ctx1" brushRef="#br0" timeOffset="20037.93">8671 9797 264 0,'0'0'43'0,"0"0"53"0,-2 0-6 16,0 0-29-16,1 0 4 0,-1 0-15 0,0 0-17 0,0 0 4 15,0 0 0-15,0 0 4 0,0 0 3 0,-1 0-9 16,-1 0-1-16,0 0-1 0,-5 4 15 0,2 0-19 16,-3 1 6-16,3-1-12 0,-2 13 8 0,3-1-2 15,0 1 5-15,5 2-3 0,-1-1 3 0,-9-3-3 16,-1 4-5-16,5-3 2 0,1 3-6 0,3 1-7 16,1-3-2-16,0 2-1 0,2-3-1 0,0 3 1 15,2-1 4-15,0-5-5 0,0 0-8 0,-1-5 10 16,1-1-4-16,0-1 7 0,0 1-9 0,0-3 4 15,-2-2-6-15,4 2 6 0,-3-4-5 0,12 9-1 0,0-4 6 16,4 1-4-16,-2-4 15 0,2-2-23 0,1-4-22 16,3-3-8-16,-1-3-116 0,1 1-112 0,-5 0-44 15</inkml:trace>
  <inkml:trace contextRef="#ctx1" brushRef="#br0" timeOffset="20262.9">8751 9649 1372 0,'-2'-4'22'0,"-3"-15"18"0,-5-8 34 16,7 8-16-16,-1 2-7 0,2 4-6 0,2 8-32 0,0-1-15 15,0 4 10-15,0-1-11 0,0 1 5 0,0 0-1 16,0-2-1-16,0 0 0 0,0 3 6 0,2-1-4 15,0 0-14-15,0 2-2 0,-1 0-87 0,1 0-117 16,0 0-49-16</inkml:trace>
  <inkml:trace contextRef="#ctx1" brushRef="#br0" timeOffset="21433.05">9971 9270 92 0,'0'-2'15'0,"2"0"17"15,0 0 24-15,-1-1-1 0,1-1 1 0,-2 2-3 16,4-5-2-16,-2-1 0 0,0 3 1 0,-2 1-2 16,2-2-17-16,-1 1 8 0,1-1-6 0,0 1 7 0,-2-1 1 15,0 1-10-15,0-1 5 0,0 2-5 0,0 1 13 16,0-3-4-16,0 2-2 0,0 2-2 0,-2-1-13 0,0-1-3 16,1 0-4-16,-3 2 0 0,-7-3-11 0,-2 1 5 15,0 2-3-15,-8 2 3 0,3 4-3 0,-3 3-4 16,-1 5-1-16,3-1-2 0,-1-6 1 0,3 19-2 15,-1 4 2-15,-1 2-2 0,1 3 5 0,-5 1-6 16,7 3 6-16,-5 0-7 0,6-2 0 0,1 4 8 16,-5-2-4-16,8-1 5 0,0-1-6 0,1-2 2 15,5 1 2-15,1-4 0 0,-14-3 8 0,6 1 4 16,5-2-6-16,3 2 6 0,4-4-9 0,0 4 2 16,4-4 4-16,2 2-3 0,1 0 5 0,0-4-4 15,6 4 2-15,2 0-3 0,0-5-5 0,-2 5 4 0,6-6-1 16,7 1 3-16,-6-3-6 0,-1-5 4 0,1 0-3 15,-3 0 3-15,9 2-5 0,-6 4 4 0,1-10-1 16,-3-2 2-16,-5 1 2 0,2-4-1 0,-2-3-3 0,0 1-1 16,-4 6-27-16,2-3-50 0,1-1-7 0,1-2-16 15,-2-2-48-15,0 0-45 0,-2-2-13 0,2-4-15 16,0-1-75-16</inkml:trace>
  <inkml:trace contextRef="#ctx1" brushRef="#br0" timeOffset="21732.42">10357 9610 531 0,'0'0'45'0,"0"-2"-9"0,0 0 19 16,-2 0 5-16,0 0-17 0,1-1-31 0,-1-1-2 15,0 0-1-15,0 2-1 0,0 0-8 0,0 1 2 16,0-1-2-16,1 0 2 0,-1 0-2 0,0 0 18 15,0 2 3-15,0 0 5 0,0 0 2 0,0 0 7 16,1 2-10-16,-1 0 9 0,0 2-12 0,-2 1 5 16,2 16-3-16,-9 3 2 0,2 0-7 0,0-4-5 0,1 3-3 15,1-3-2-15,-1 0-12 0,3 1 9 0,1-1-3 16,0 1 4-16,-9-3-6 0,2 1 11 0,4-2-4 16,1-3 5-16,2 1-9 0,1-2 8 0,1-2-2 15,0-1 3-15,2-1 1 0,0-2-23 0,0 1-31 16,0-3-6-16,2 1-160 0</inkml:trace>
  <inkml:trace contextRef="#ctx1" brushRef="#br0" timeOffset="21960.15">10708 9762 892 0,'0'0'36'0,"0"0"-31"16,0-2 51-16,2 0-21 0,0 0 18 0,1 1-23 16,3-3-5-16,20-9-5 0,6 2-17 0,-3 3-1 15,1 3 3-15,-2 1-1 0,-4 2 10 0,-2 2-7 16,1 0 3-16,-7 0-5 0,3 2-4 0,-2 0-54 16,-3 0 2-16,1 1-23 0,0 1-28 0,-2 0-113 15</inkml:trace>
  <inkml:trace contextRef="#ctx1" brushRef="#br0" timeOffset="22269.72">10916 9550 1075 0,'0'-2'8'15,"0"1"-2"-15,0-1 8 0,-4-13 2 0,1 2-1 16,1 4 1-16,0 3-18 0,2 2 2 0,-2 1-8 16,0-1-8-16,0 2 9 0,0 0-5 0,1 0 6 15,-1 2-11-15,0 2 25 0,0 0-2 0,0 2 11 0,-3 18-4 16,-3 6 7-16,1 3-8 0,-1-1 8 0,1 0-12 16,-2-2 9-16,-1 1-8 0,1-3 7 0,-2 2-19 15,2 0 4-15,-3 0 7 0,3 0-1 0,2 0 2 0,-1 0-1 16,3-1-4-16,1-1 3 0,2-3-3 0,0-3 7 15,2 0-2-15,0-3 3 0,2 4-4 0,2-3-88 16,0-3-19-16,1 4-35 0,1-8-146 0</inkml:trace>
  <inkml:trace contextRef="#ctx1" brushRef="#br0" timeOffset="22601.45">11560 9496 839 0,'0'0'6'0,"0"-1"0"0,-2-1 5 0,1 0-3 0,-1 0 0 16,0 0-10-16,-2 0-2 0,0 2 3 0,1 0-3 16,-5 4-5-16,1 2 6 0,-2 8-9 0,3 9 8 15,0-1-6-15,-1 2 12 0,1-3 5 0,-1 5 1 16,0-4 7-16,-1 0 19 0,-1 0-2 0,5 4 10 15,-7 0 10-15,-2 4-3 0,0 4-5 0,-4-1 1 0,6 6-11 16,0 2-2-16,0 1-1 0,-4 3-2 0,4 1-4 16,-4 3-3-16,2-1-1 0,-2-5-2 0,0-6-1 15,2-2-4-15,4-7 0 0,-4 0-5 0,2 0-10 0,2-12 15 16,-3 7-3-16,7-7 8 0,1-6-6 0,-1 3-5 16,-1-10 2-16,4 1-4 0,0-4 10 0,0 0-18 15,-1 4-23-15,-1 0-7 0,0-3-139 0,2 1-155 16</inkml:trace>
  <inkml:trace contextRef="#ctx1" brushRef="#br0" timeOffset="23093.17">11334 9623 981 0,'2'-2'7'0,"-1"0"-3"0,1-2 35 0,6-7-5 0,-3-17 9 16,18 2-23-16,6 6-8 0,1-4 0 0,3 5-2 16,1-1-2-16,-4 3-8 0,-3 6-2 0,3 3-2 15,-6-8 4-15,-1 6 1 0,-3 3-1 0,-5 5 1 16,0 2-1-16,-6 2 0 0,-2 2 2 0,-1-1-2 16,-4-3 12-16,9 15 0 0,-4 0 9 0,-1 6-5 0,-4-1 21 15,-4 0-17-15,-4 3 8 0,-5-1-11 0,0-3 8 16,9 1-15-16,-18 0 2 0,-3-3-6 0,1-4 0 15,0 0 0-15,3-4-5 0,3 4 3 0,-1-1-1 0,2-5-3 16,4-1 4-16,0-1-5 0,3-1-1 0,7 1-2 16,-3-1 5-16,4-2-1 0,-2 2 5 0,0-1-2 15,0 1-3-15,2 0 0 0,0-2-1 0,0 0 1 16,0 1 0-16,0 1 2 0,2 2 0 0,0-1-8 16,0 1 4-16,2 1-5 0,1 2 7 0,1 1 6 15,-1-1-8-15,3 2 9 0,-3 0-3 0,1-1-2 16,-1 1 7-16,-1-2-7 0,-2 0 11 0,0-1 6 15,-2-1 3-15,0 1 0 0,0-1 4 0,0-1-2 16,-2-1-2-16,0 1 1 0,-2-1-5 0,-5-1-13 0,-8 1 3 16,-9-3-5-16,4 2 4 0,2-2-5 0,-3 0 5 15,7 1-4-15,5 7 1 0,1-5 1 0,3-1-5 16,3-2 2-16,0 0-33 0,1 0-35 0,1-1-4 0,0 1-10 16,0 0-20-16,2-2-41 0,0 0-1 0,2 0-14 15,11-4-32-15,22-7-24 0</inkml:trace>
  <inkml:trace contextRef="#ctx1" brushRef="#br0" timeOffset="23614.38">12310 9482 467 0,'0'-2'81'0,"0"0"101"0,-2 0-68 16,1-2-35-16,-1 1-10 0,-2-3-5 0,-3-5-27 15,5 7-26-15,-9-5 6 0,1 3-12 0,-3 3 4 0,-3 3 0 16,-3 5 4-16,-5 6-2 0,0 6 14 0,0-4 7 15,-2 15-7-15,-2 3 6 0,-4-3-6 0,3 0-2 16,1 2 3-16,4-2-5 0,5-2-3 0,-3-4-7 16,5-2 5-16,-2 1-3 0,3-4 14 0,5-1-3 15,1-1 5-15,1-2-3 0,2-4 11 0,1-1-14 16,2-3 1-16,2-1-5 0,1 0-1 0,1-2-8 16,-4 1 2-16,2 1-3 0,0 0 3 0,0-2 0 15,2 0-3-15,0-1 2 0,0-1-3 0,2 0-5 16,0-1 5-16,0 1-5 0,16-12 7 0,-3-6-6 0,2-3-1 15,5-3-3-15,2-2 0 0,1-5-1 0,-1-5 6 16,-6 1-3-16,1 0 8 0,1 0-12 0,3-1 0 16,-5 3-3-16,-3-1 11 0,0 12-6 0,0 2 1 15,0 10-3-15,-6 1-4 0,-2 5 1 0,-3-1 1 0,-2 1 0 16,-2 2 2-16,0 0-4 0,4-1 4 0,-1 1-5 16,1 0 7-16,0 0-8 0,-2 2 2 0,-1 2-3 15,1 2 8-15,8 24-2 0,-5-4 2 0,-1 4-1 16,-4-2 1-16,0 0-3 0,0 0 7 0,4 1-5 15,-3-2 5-15,3-3 4 0,0 0-4 0,0-1 5 0,-1-3-2 16,1-1 1-16,0 0-3 0,-1-4 2 0,1 1 1 16,0-1-6-16,0 2 5 0,-1-2-6 0,1 0 4 15,0 0 1-15,-2-3-3 0,-1-1 2 0,-1-2 5 16,0-3-9-16,0 2 11 0,0-1-11 0,2-1 8 16,0 0 4-16,0-1-5 0,0 1 3 0,-2 0-26 0,2-2-43 15,0-1-11-15,-2 1-11 0,0 0-54 0,0-2-69 16,0 0-1-16,0 0-34 0,0 0-123 0</inkml:trace>
  <inkml:trace contextRef="#ctx1" brushRef="#br0" timeOffset="24114.07">11863 9775 684 0,'0'0'41'0,"0"0"-1"0,0 0 5 0,0 0-6 16,0 0-11-16,2 0-24 0,0 0 5 0,-1-2 2 15,3 0 0-15,15-1 4 0,5-1-3 0,-2 0-3 16,12 2 1-16,1 0-10 0,0 1 3 0,6-1 0 0,-2 0 4 16,0 0 18-16,-2 0-1 0,0-2 9 0,-3 3-8 15,-1-3-15-15,-3 0 0 0,-2 0-10 0,-2 3 7 16,-4-1-2-16,-2 0 1 0,-1 2 5 0,-4 0 0 16,-2 0 23-16,0 0 4 0,-2 0 6 0,-4 0-5 15,-1 0-1-15,-4 0-9 0,1 0 0 0,1 0-3 0,0 0 4 16,0 0-11-16,-3 0 7 0,1 0-8 0,0 2 3 15,-2 0-6-15,0-1 0 0,0 1 0 0,-2 0-2 16,0 2-4-16,1 0-4 0,-5 7 2 0,0-2-3 0,1 0 1 16,1-1 4-16,0-1-2 0,1 2 6 0,1-3 5 15,-2 1-6-15,2-1 4 0,2 0-10 0,0-1 9 16,0 1-1-16,0-1 3 0,2 1-3 0,0-2 2 16,0-1-2-16,-2-1 1 0,13 7-5 0,4 3-1 15,1-3 2-15,4-2-2 0,1-3-4 0,-1-2 4 16,0-2-4-16,-7 0 5 0,0-2-4 0,0 0 2 15,3-3 0-15,1-1 1 0,-4 0 0 0,-4 1-5 16,-2-1-1-16,-5 4 0 0,2-11 1 0,-3-3 2 16,-1-1-2-16,2 2 1 0,0-2-1 0,7 1-1 0,-2-1 2 15,-3 0-3-15,-5 2-2 0,-1 2 6 0,-3 0-7 16,-1 6 4-16,-9 1-12 0,-15 5 8 0,0-18-2 16,6 12 3-16,-10 1-12 0,5 6-33 0,1 2-5 15,1 2-14-15,5 1-49 0,3 3-24 0,2-1-11 16,4 0-3-16,4-1-37 0,3-2-51 0,2 7-43 0</inkml:trace>
  <inkml:trace contextRef="#ctx1" brushRef="#br0" timeOffset="24525.55">13112 9736 626 0,'0'-2'130'0,"-1"0"28"15,-1 0-33-15,0 1-66 0,0-1-2 0,-2 0-18 0,1 0-26 16,-1-2 8-16,0 1-14 0,0 1 5 0,1 0-8 16,-1 0-4-16,0 0-1 0,1 0-3 0,1 0 12 15,-2 1 7-15,0 1 2 0,1 0 13 0,-1 0-1 16,0 1 1-16,0 1-1 0,1 0-5 0,-1 0 6 16,0 2-7-16,2-1 7 0,-9 12-6 0,9-2-8 15,-9 2 5-15,2 0-6 0,-4 2 7 0,6-2-6 16,-6-1 4-16,3 1-4 0,-3 0-1 0,4-2-5 15,5-2-1-15,-1 0 0 0,-3-1 5 0,3-1 6 0,1-4-3 16,0 1 4-16,3-2 0 0,-1-1-10 0,2-1 4 16,-2 2-6-16,0 0 8 0,0-1-6 0,2 1 4 15,0-2-3-15,2 0 4 0,0 0-6 0,2 0-1 16,-1-2-1-16,8 0 9 0,4 0-4 0,-4 0 8 0,6-2-8 16,0 0-4-16,-1-2 4 0,3 0-10 0,-4 3 8 15,0-3-12-15,-2 2 4 0,-4 0-1 0,0 0 3 16,1 0 0-16,-1 1-1 0,0-1-3 0,0 0-1 15,1-2-16-15,-3 2-58 0,1 0-7 0,-3 1-23 16,3-3-67-16,-1 0-45 0,0 1-20 0,-1 1-19 16,1-2-185-16</inkml:trace>
  <inkml:trace contextRef="#ctx1" brushRef="#br0" timeOffset="24931.53">13558 9127 980 0,'0'-2'-1'0,"-2"0"1"0,0-1 11 16,-9-16-8-16,4 4 9 0,-1 2-21 0,3 4 10 15,-1 0-3-15,4 1 4 0,1 3-5 0,-7-1 5 0,-1 2-3 16,5 2 7-16,-9-1 39 0,6-1-9 0,3 0 10 15,0 2-13-15,2 2 9 0,-1-1 13 0,-1-1 0 16,2 2 3-16,0-2-13 0,-1-2-28 0,-1 0 3 16,0 3-10-16,2-1 10 0,0 0-7 0,1 2 2 0,-1 0-6 15,0 0-7-15,2 2 14 0,0 0-10 0,2 1 10 16,1 3-16-16,5 12 2 0,20 3 4 0,0 3-3 16,1 2-1-16,-1 2 5 0,4 3-1 0,5 1 3 15,-2 3 2-15,2 0-1 0,-3 6-3 0,-3-2 1 16,3 2-8-16,-5-2 4 0,1-2 1 0,-6 2 1 15,-2-3 12-15,-1-3-11 0,-4 0 14 0,-4-1-11 0,-4-2 30 16,-5 3-15-16,-3 1-4 0,22 3-4 0,-12 0-13 16,-9 2 7-16,-8 4 1 0,-5 3 1 0,-9 4 5 15,16 8-13-15,-41 1 2 0,-10 6-15 0,-14 7-88 0,-22 1-250 16</inkml:trace>
  <inkml:trace contextRef="#ctx1" brushRef="#br0" timeOffset="30555.09">15959 9352 115 0,'0'-2'20'0,"0"0"1"0,0 0 20 0,2-2-3 16,0-3-17-16,1-2 0 0,1-1 10 0,0 1-2 0,-2 3 36 15,-1 1-37-15,-1 1 1 0,0 2-10 0,0 0 4 16,0 1 0-16,-1-3-1 0,-3 0 0 0,-4 0-1 15,-16-3 2-15,-2 5 2 0,-3 2-1 0,1 4 0 0,2 0-12 16,0 3 8-16,-2 4-9 0,2 2 8 0,2 0-12 16,1 2-1-16,7-13-2 0,-1 15 12 0,6-1-5 15,2 5 1-15,1-3-4 0,3-1-3 0,3-4-6 16,0-4 5-16,-9 6-4 0,1 0 16 0,5 2-6 16,-1 3 9-16,4-3-7 0,2 0 19 0,2 1-19 15,2-1-2-15,2 0-4 0,-1-1-1 0,3-3-2 16,1 2 4-16,-2-2-5 0,3 0-1 0,-9 0-4 15,11-2 3-15,-3 2-3 0,-2-3 4 0,-1-3 8 0,1 2-4 16,-3-3 6-16,2 1 8 0,-1 3 39 0,-3-5-10 16,0 1 17-16,-2-3-26 0,0 1-4 0,0 0-1 15,0 0-1-15,-2 1-4 0,2-3-10 0,-2 4 0 16,-16-3-1-16,-5 1 10 0,3 0-15 0,-2-1 7 16,-1-1-10-16,1 2 13 0,2 0-5 0,-3-2-1 0,7 1-1 15,-3-1-7-15,4 0 6 0,2 2-3 0,4-2 3 16,0-1-11-16,1 1-4 0,1 4 0 0,3-4-1 15,0 0 4-15,3-2-1 0,-3 3 1 0,0-1-3 16,0 0-16-16,3 0-14 0,-1 0-3 0,0 0-6 16,2-1-38-16,0 1-7 0,2 0-16 0,0-2 4 15,1 0-54-15,20 0-6 0,2 0-21 0,1-2 6 0,0-1-63 16</inkml:trace>
  <inkml:trace contextRef="#ctx1" brushRef="#br0" timeOffset="31482.09">15907 9840 62 0,'0'0'40'0,"0"0"21"16,0 0 36-16,0 0 7 0,0 0-6 0,0 0 4 16,0 0-2-16,0 0-2 0,0 0-31 0,0 0-21 15,0 0 10-15,0 0-8 0,0 0 37 0,2-2-24 16,0 0-3-16,1 0-8 0,21-7-9 0,-1 2-6 16,1-3 0-16,2 3-4 0,-2 0-19 0,0-1 5 15,4-1-5-15,-6 1 5 0,0 1-10 0,-3 1-6 16,-4 1 2-16,2-3-3 0,-4 3 11 0,0-1 3 0,-2 1-1 15,-2-1 2-15,-2 2-3 0,-1 1 10 0,0-3-7 16,-5-5 5-16,1 0-9 0,6 2 2 0,-3-1-5 16,1-1 3-16,-2 0-6 0,-3 2 4 0,-1-1 1 15,0 5-2-15,0-4-11 0,0 5 7 0,-1 0-4 0,-1 0 6 16,0 3-9-16,-2-1 1 0,-5-2-4 0,-6 0 3 16,2 2 2-16,4 2-2 0,-4 2 2 0,0 2-4 15,0 2-1-15,2-1 4 0,-1 3 0 0,-1-3 0 16,4 12-1-16,0-2 4 0,3 0-2 0,3-2 3 15,-1 1-1-15,2-2-1 0,0-1 0 0,-3 0 0 16,-5 0-10-16,3 0 9 0,3-3-1 0,1 1 3 16,1-2-1-16,2 1 6 0,0-3-6 0,0 1 6 0,0-2-9 15,2-1 2-15,-1 1-1 0,3-2 2 0,15 0-2 16,-1 0 8-16,1 11-2 0,5-2 4 0,-4-4-9 0,4-1 4 16,1-3-3-16,-3-1 5 0,2-2-3 0,2-2 1 15,-2-1 2-15,2-1-3 0,4-2-6 0,-6 1 7 16,0-3-1-16,-2 1 5 0,1-2-1 0,-1-1-8 15,4-1 5-15,-2 0-4 0,-3 2 7 0,-5 0-6 16,-5 1 2-16,-3 3-2 0,3-1 4 0,0-7-2 16,-3 2-4-16,-7 2 2 0,1 5 1 0,0 0-1 15,2 0 0-15,0 1-3 0,-1 1-4 0,-1 0 1 16,0 0-1-16,0 0 1 0,-2 2 0 0,0 0 1 16,0 2 1-16,-2 0-1 0,0 2-2 0,-2 3 5 0,-3 10 2 15,0 0 0-15,-1-3-3 0,1-1 3 0,-1 0 0 16,3-3 4-16,-1-1 10 0,1 0-8 0,1-1 3 15,0-1-4-15,2-1-3 0,0-1 7 0,1-1-3 0,1-2 4 16,-2 2-10-16,0-1 22 0,0 1-12 16,0-2 15-16,0 0-14 0,0 0-2 0,2-1-1 0,0-1-2 15,0 0-7-15,0 0 1 0,0-1 2 0,0-1-1 16,2 0 5-16,0-2-7 0,2-1 0 0,7-5-3 16,4-3-2-16,3 0 7 0,-1 2-1 0,7-4 4 15,0 2-8-15,2 2 0 0,2-4-1 0,0 2 3 16,4-2 7-16,-5 1-10 0,5 2 5 0,0-2-6 0,-3-1 11 15,-1 0-4-15,0 0 2 0,0 8-3 0,-4-1 0 16,-2 3 0-16,-1-3-3 0,-6 4 2 0,-2-3 0 16,-4 3-1-16,0-3 2 0,-3 3 0 0,-3 2 10 0,1 0-11 15,0 1 6-15,0-1-8 0,-1 0 6 0,-1 0 0 16,0 0-1-16,0 0 1 0,0 0-4 0,0 1 2 16,-2 1-6-16,0 0 5 0,-2 0-5 0,0 0 5 15,0 1 3-15,-2 1 0 0,-1 2-6 0,-10 3 1 16,2 16-2-16,-2-3 3 0,2-1-1 0,4 3 4 15,-1-3-2-15,5 1 1 0,-1-1 2 0,3-5-3 16,-1 1 0-16,0 0 0 0,-7 0 2 0,4 0-3 16,3-4 9-16,2-2-8 0,0 2 4 0,2-1 7 0,0-3-7 15,0-1 6-15,2-3-8 0,-2-1 1 0,2 0 1 16,16 11 0-16,1-4-6 0,0-1 4 0,-3-4 0 16,3-3 2-16,1-1 3 0,8-1-18 0,-2-1-11 15,2-4-8-15,0-1-65 0,0-1-53 0,-4 1-28 16,4-2-13-16,-4-1-152 0</inkml:trace>
  <inkml:trace contextRef="#ctx1" brushRef="#br0" timeOffset="31664.2">17528 9385 1040 0,'-2'-2'50'0,"0"-2"44"0,-11-16-1 16,2 5-35-16,2 2-6 0,5 8-9 0,-2-3-32 15,3 3-9-15,-1 1-2 0,2 0-2 0,0 0-4 0,0 1-3 16,0 1-21-16,1 0 4 0,-1 0-86 0,2 0-41 16,0 0-9-16,2 2-13 0,-1 0-43 0</inkml:trace>
  <inkml:trace contextRef="#ctx1" brushRef="#br0" timeOffset="32321.66">17550 9727 76 0,'0'0'57'0,"0"0"-3"0,0 2 71 0,-2-1-13 16,2 1 11-16,-2 0-19 0,0 0-17 0,1 0 1 15,-1 0-8-15,0 0-2 0,0-1-7 0,0-1 1 16,0 0-3-16,2 0 3 0,0 0-21 0,0 0 3 0,0 0-12 16,0 0-7-16,2 0-5 0,0 0-1 0,0 0-1 15,2-1-5-15,-1-1 0 0,12-8-8 0,9 7 4 16,-1-14-9-16,-3-3-6 0,0-3 7 0,-1 1-9 15,-2 0-1-15,-1-6 6 0,3 6-4 0,-4-6 4 16,0 9-7-16,-2 6 1 0,-2-4 1 0,-4 4 0 16,1-5 5-16,-3 3-2 0,-1 6-5 0,-2 3 1 15,0 6-4-15,-2-2 11 0,3-1-3 0,1-1 4 0,-2 2-17 16,0 0 4-16,0 2 0 0,-2 0 1 0,0 2 0 16,0 2 1-16,-8 18 2 0,-3 8 0 0,0-1 5 0,-2-1-5 15,2-4 0-15,0 1-1 0,1-7 1 0,3 1-3 16,1-3 3-16,3-4-1 0,-1 1 1 0,0-2 0 15,2-2 0-15,2-2 0 0,0-1 0 0,0-2 3 16,0-1-3-16,0 1 6 0,0-2-6 0,6 2 7 16,14 9-2-16,3-4 3 0,1-3-1 0,4-5-5 15,0-2 1-15,5-5-1 0,0-1 10 0,3-6-11 16,1-4 6-16,2-4-7 0,3 20 8 0,-3-33-6 16,2 3 4-16,-9-10-5 0,-2 4 2 0,3 1 0 15,-9-5-2-15,0 6 1 0,-3 0-4 0,-10 1 4 0,6 10-2 16,-6 4 3-16,0 1-2 0,-4 8-4 0,-3 0 3 15,0 7-5-15,-2 1 5 0,1-1-7 0,1 0-2 16,0 2-1-16,-1 1 4 0,1-1-1 0,0 2 2 16,0 2-3-16,-1-1 1 0,1 3 6 0,9 15 2 0,2 7 0 15,-2 0 2-15,-2 0 0 0,0-2-3 0,0-2 4 16,2 2 5-16,0-2-6 0,2 3 4 0,0-3-3 16,0 0 12-16,-2 0-10 0,-2 1 3 0,0-1-6 15,-3-3 5-15,-3-3 5 0,-1-1-6 0,-2-2 4 16,-2 0-2-16,0-2 0 0,-2 0 2 0,0-3-1 15,-2-3 10-15,-5 1 10 0,-15-4 0 0,0 0 2 16,0 14-1-16,-4-4 0 0,-2-7-1 0,2-3-1 0,-5-2-6 16,5-2-10-16,-4-2 1 0,4-1-5 0,2-3-9 15,2 1 7-15,8 1-5 0,-7-1 6 0,1-2-9 16,5 1-18-16,1 1-24 0,1 1-3 0,5 3-126 0,1-1-234 16</inkml:trace>
  <inkml:trace contextRef="#ctx1" brushRef="#br0" timeOffset="34560.01">15348 12044 623 0,'0'-2'0'0,"0"0"13"15,0-2 11-15,0-9 7 0,0-3 2 0,0-1-9 16,0 2-10-16,0-3-4 0,0 5-3 0,0-6 1 16,0 10 1-16,0-1 29 0,-2-3-3 0,2 12 11 15,-4-11-1-15,4 11-4 0,-1-3-5 0,-7 0 1 16,-10-9-11-16,-1 4-3 0,-7 1-2 0,9 8-1 16,-1 2-4-16,-3 4 0 0,5 3-3 0,3 0-2 0,-4 1-11 15,2 14 0-15,9 4 2 0,-3-6-2 0,5 6-8 16,-10-6 9-16,4-3-2 0,5 3 5 0,5-2-2 0,0 1 9 15,3-3-3-15,1-1 4 0,2 0-12 0,3 0 8 16,2 1-6-16,2 3 8 0,0-3-10 0,-2 1 4 16,0-1-2-16,1 3 3 0,-3-3 7 0,-2 5 0 15,-1-1 12-15,-2-4-6 0,-4 3 19 0,-2-4-6 16,-2-4-2-16,-3 0 0 0,-1-2 6 0,-7-2 6 16,-3-2-7-16,-10-1 7 0,-2-1-7 0,6-1-4 15,-4-2 7-15,4 0-7 0,-2 15 7 0,-4-6-17 16,1-6 4-16,4-5-9 0,5 0-5 0,1 0-6 15,3-2-1-15,3 1-1 0,0-1-2 0,3 0 0 0,3 0 2 16,2 0-1-16,-1 0-4 0,4 2 0 0,-2-2-4 16,1 1 4-16,1-1-7 0,0-2-24 0,0 0-6 15,2 1-8-15,0 1-46 0,4-9-32 0,1 1-21 16,3 1-6-16,20 0-94 0</inkml:trace>
  <inkml:trace contextRef="#ctx1" brushRef="#br0" timeOffset="35985.99">15892 11749 898 0,'0'-2'15'0,"-2"0"14"0,0 0-1 16,0 0-15-16,1 0-1 0,-1 1-5 0,-2-1-13 0,0 2 5 15,-3 0-5-15,-10 2 6 0,6 3 0 0,-6 4-3 16,10-7 3-16,-4 24-4 0,1 0 4 0,-1 2 15 15,2 2-10-15,0 1 11 0,-4-1-9 0,3 3 13 16,-1-1 3-16,-4-2 2 0,4-1 21 0,0-3-11 16,0 2 2-16,2-4-8 0,-4-1-14 0,2-1 14 15,-2 0 0-15,1-1 6 0,3-3 3 0,2 1-14 16,1-2 0-16,-1-1-5 0,-1-1 1 0,5-2 11 0,-3 0-3 16,4-4 4-16,0 3-10 0,-3-5-4 0,1-1-4 15,0-1-1-15,4-3-11 0,0 0 8 0,-2 2 2 16,1-1 1-16,1 1 7 0,0-2-6 0,1 0 4 15,1-2-6-15,2 0-9 0,5-4 5 0,14-7-5 16,3-2 5-16,1-2-3 0,-1 0-5 0,6-3 9 0,-6 1-8 16,4 0 9-16,-6 2-10 0,-6 2-3 0,1 0 0 15,0 0 4-15,-5 2 0 0,3 0 3 0,-8 5-3 16,1 1-1-16,-3 1 0 0,-5 4-4 0,4-2 4 16,-5 2 4-16,1 0-4 0,0 0 0 0,2-2-2 15,0 1-6-15,-3 1 9 0,1 0-1 0,0 1 3 0,0 1 0 16,-2 2-3-16,0 2 4 0,-2 8-4 0,0-1-2 15,0 2-1-15,1-2 0 0,-1-2 1 0,0 1 2 16,2-3 2-16,0 2-5 0,0-2 3 0,0-1-4 16,2 1 3-16,0-2 5 0,1 1-2 0,1-3 6 15,-2-1-6-15,11-2-1 0,4 9-1 0,1 0-1 0,-1-5 7 16,1-1-3-16,1-3 6 0,0-2-7 0,-1-2 1 16,3-3 1-16,-3-3-2 0,2 1-3 0,-1-2 9 15,1-2-8-15,1-1 9 0,-3 1-15 0,-1 0 9 16,-2 0 4-16,-2 9 1 0,0-11 4 0,-4 0-13 15,1 2 4-15,-1 2-5 0,-2-2 7 0,-1 1-2 16,-1 5-4-16,1-1 1 0,-6 4 0 0,0 0-2 16,2-1-1-16,-2 1 0 0,4-2 7 0,-3 0-6 15,1 3 0-15,0-1-5 0,0 0 2 0,-2 2 5 0,0 0 4 16,0 0-2-16,-2 2-2 0,0 0 3 0,0 1-6 16,-1 1 5-16,-3 7 2 0,-5 2-9 0,0-2 7 15,0 2-7-15,-2-2 10 0,5 1-6 0,1-3 0 16,3 2-3-16,-1-4 4 0,-1 3-3 0,2-3 2 0,2-1-3 15,1-1 4-15,-1 1 1 0,2-1-1 0,0-3 1 16,0 2 0-16,0-2 5 0,2 2-1 0,-1-1 1 16,1-1-11-16,2 0 8 0,7 2-6 0,6-2 7 15,1-2-7-15,3-2 3 0,-1-4 3 0,1-1 0 16,1-3-3-16,2-1 6 0,-2 0-3 0,3-2 5 16,-1 0 0-16,-8 2-11 0,7-4 6 0,-5 2-5 15,1 0 12-15,-1 0-10 0,-6 6 0 0,-1-1-2 0,-6 5 2 16,-1 1-3-16,-2 2 0 0,2-4-2 0,-1 0 7 15,1 1-10-15,0 1 4 0,-2 0-6 0,-1 0 6 0,1 2 5 16,0 0 0-16,-2 2 2 0,0 0 0 0,-2 1-3 16,-1 5 0-16,-7 7 0 0,5 3 3 0,-10-3-1 15,4-2 0-15,-2-2 1 0,5 0 3 0,1-3-6 16,1-1 2-16,3-1-4 0,1-2-4 0,0-1 10 16,2-1-4-16,-2 2 5 0,0 0-5 0,2-1 5 15,0-1 0-15,0 0 3 0,2 0-4 0,2-2-4 16,14-2-1-16,1-2 0 0,5-1 2 0,-4-3 4 15,-3 1-4-15,9-4 3 0,-4 0-9 0,6-1 3 0,-2 3 0 16,-4 2 1-16,-5 1 1 0,-4 2 3 0,-4 3-3 16,-5 1 2-16,0 0-7 0,0 0 1 0,-1 0 6 15,1 0-3-15,0 0 1 0,-1 1 2 0,1 1-6 16,-2 0 5-16,0 0 1 0,0 2-1 0,0-1-1 16,-1 1-1-16,3 0-1 0,0 0 4 0,-2-4 5 0,9 7-2 15,2 0-1-15,2-1-5 0,-2-2-3 0,5-2 0 16,-1-2 8-16,0 0-2 0,1-2 0 0,-1-2-1 15,2-2-1-15,-3 1-2 0,1-3 3 0,-2 1-2 16,0 0 0-16,0-1 3 0,-2 3-2 0,-2-1 3 16,-2 2 1-16,-3 2-3 0,-1 1-1 0,-1-1 0 15,0 0-3-15,-1 0 5 0,1 0-1 0,-2 0 2 0,0 0-5 16,0 2 1-16,-1 0 0 0,1 0 0 0,2 0 1 16,0-1 1-16,-1-1 4 0,5 0-3 0,9-2-2 15,-1-1 3-15,5-3-3 0,-5 1 2 0,-1-1-1 0,13-8-3 16,-4-1 2-16,0 11-4 0,10-20 4 0,-12 0 0 15,0-2 1-15,-3-3 1 0,1 3 2 0,4-5 2 16,-5-3-3-16,5 1 2 0,-7-6-5 0,-2 8-2 16,0-4 3-16,-2 5-2 0,-2 2 7 0,-4 4-7 15,1 4 1-15,-5 4-1 0,8 1 1 0,-3 4 2 16,-4 4-5-16,-3 3 2 0,-1 2-8 0,0 1 1 16,0-1 1-16,0 2 0 0,-1 0 7 0,-1 2-6 15,-2 2 3-15,-13 5-3 0,-5 1 0 0,0 31 4 16,-2 2-1-16,3 7 2 0,3 2-2 0,-7-4 4 0,5 5-4 15,3-5 3-15,-5-3-1 0,13 1 3 0,1-7 3 16,1-3-1-16,-10-4-2 0,8-3-2 0,5-2 2 16,4-3-1-16,4-2 3 0,2-3-1 0,5 0-3 0,-2-2 3 15,0-2 3-15,-3-4-3 0,3-2 6 0,6-1-5 16,-2-2 8-16,2-1-5 0,0 8-1 0,3-1 1 16,-1-5-1-16,-6-3-25 0,-2-2-3 0,-5 0-11 15,3-2-29-15,-3 0-38 0,4 1-5 0,-5-18-14 16,12-1-38-16,-6-1-68 0,-1-1-9 0</inkml:trace>
  <inkml:trace contextRef="#ctx1" brushRef="#br0" timeOffset="36145.58">17264 11918 409 0,'-2'0'99'16,"0"0"-75"-16,1 0 105 0,-1 0-38 0,0 0-38 0,0 0-12 16,0 0 6-16,2 0-3 0,0 0 49 0,2 0-12 15,2 0 4-15,31-4-10 0,4 0-16 0,2-3-13 16,3-1-1-16,-3-1-8 0,6-2-26 0,5 2-3 15,-6-1 1-15,-3 3-2 0,-8 1-6 0,-5 3-124 16,-6 1-2-16,-7 2-45 0,-4 0-43 0</inkml:trace>
  <inkml:trace contextRef="#ctx1" brushRef="#br0" timeOffset="37068.46">3701 12458 418 0,'0'0'2'15,"0"0"-2"-15,0 0 3 0,0-2 2 0,0 0 0 16,0 0-1-16,0 0-4 0,2 1 2 0,-1-1-2 16,1 0 11-16,0 0 33 0,0-2 8 0,0 1 8 15,0-1 28-15,1-2-15 0,3-1 7 0,-2 0-10 16,1-1 0-16,-1 3-20 0,0-1-10 0,-2 2-1 0,-1 1-11 16,-1 1-15-16,0 0 4 0,0 0-10 0,4 0 0 15,4-3-2-15,1-1 3 0,-4 2-3 0,7-1 5 0,-1-1 10 16,4 2-2-16,3 1 5 0,1-1-7 0,3 2-1 15,2 0-2-15,6 0 0 0,0 1-3 0,-1 1-8 16,1 0 4-16,-2 0-6 0,-2 1 4 0,3 3-5 16,-1 2 1-16,6 1-1 0,-6 1 8 0,-4-3 18 15,5 4-6-15,-10-3 7 0,-2 1-7 0,-2 1-10 16,-2-3 9-16,-4 1-10 0,4 1 8 0,-4 1-6 16,-9-6 5-16,2 14-3 0,7-1 7 0,-1 6-1 15,-6-5-2-15,-2 7 2 0,-6 3-5 0,-5-4-4 0,9 6-3 16,-37-2 1-16,0-2 3 0,0 6-1 0,-2-1 2 15,0-1-3-15,2 2-7 0,-2 3 10 0,4-3-8 16,0 2 7-16,4 1-7 0,-1-7 2 0,1 2 1 16,5-4-1-16,-2-4-3 0,3-1 10 0,6-2-6 15,-1-6 6-15,7 2-9 0,8 0 0 0,-1-6 0 0,1 2 0 16,1 1-1-16,1-1-1 0,1 0 0 0,2 2-1 16,2-1-3-16,2-1 5 0,2 0 0 0,1-1 3 15,14-3-5-15,9-1 1 0,3-2-1 0,1 0 1 16,3 0-2-16,2 20 7 0,6-9-8 0,0-6 7 15,1-5-9-15,2-2 7 0,-1 0 2 0,3 0-1 16,2-2-8-16,-9 0 13 0,0 1-8 0,-4-1 10 16,-9 0-9-16,4-2-1 0,-6 0-8 0,-6 1 0 0,-1-1-46 15,-3 0-29-15,-6 2-5 0,-5 1-9 0,1-1-30 16,-2 0-55-16,-1-2-7 0,-1 0-28 0,-2 3-128 0</inkml:trace>
  <inkml:trace contextRef="#ctx1" brushRef="#br0" timeOffset="37352.94">3859 12907 741 0,'-2'0'75'0,"0"0"21"0,0-2 25 0,-2 1-68 16,2 1 29-16,-5-2-69 0,1 2-3 0,3 0-9 15,-1 0 4-15,0 0-11 0,2 0 35 0,1 0 3 0,-1 0 13 16,2 2 10-16,0-1-24 0,2 1-6 0,1-2-6 16,12 2-19-16,6 0 11 0,3 0-7 0,-4-2 6 15,6 0-7-15,2 0-1 0,-2 0 7 0,2 0-5 16,0 2 7-16,-1 0-4 0,9-2-2 0,-1 0 0 16,2 0-3-16,4 0-51 0,4 0 1 0,-1 1-22 15,-3 1-28-15,2-2-63 0,-15 0-19 0,5 0-27 0,0 0-173 16</inkml:trace>
  <inkml:trace contextRef="#ctx1" brushRef="#br0" timeOffset="37592.81">4679 13032 767 0,'0'0'42'0,"-2"0"54"0,0 0-26 0,1 0-56 15,-1 0 8-15,0 0-23 0,0 0 3 0,0 2 1 16,0-1 9-16,1 1-3 0,-1 2 17 0,0 2 6 15,-2 8-4-15,0-1 7 0,1 6 2 0,-1-2 8 16,0 1-8-16,1 1 7 0,-3-3-15 0,-1 3 1 0,1-2 6 16,0-1-5-16,1 1-7 0,1-4-17 0,0 0 3 15,1-2-7-15,-1 2 3 0,2-3-3 0,0-1-1 16,2 2 2-16,0-4 1 0,0-3-1 0,0-2-23 16,2 2 6-16,0-1-75 0,0-1-46 0,2 0-5 0,10 2-20 15,9-4-62-15</inkml:trace>
  <inkml:trace contextRef="#ctx1" brushRef="#br0" timeOffset="37950.35">5392 12694 592 0,'0'-2'64'0,"-2"0"-15"16,0 0 70-16,-1 0 4 0,-8 0-11 0,-12-1-57 15,-1-1-23-15,-2 0-2 0,6 4-6 0,-6 2-10 0,4 4 13 16,-1 1-5-16,1 2 6 0,3 1-21 0,3 1 4 15,-3 2-3-15,6-6 4 0,-5 16-2 0,1 1 3 16,9 2-4-16,7-2 3 0,-16 2-9 0,6-2 6 16,3 2 1-16,3-2 2 0,1 2 7 0,0-2-15 15,4 4-1-15,0-2-3 0,4 4-4 0,3 1 8 16,1 1 3-16,-1 3 1 0,1 0 0 0,-1 3 7 16,-3-1 2-16,0 0 3 0,-3 2 6 0,3 2 1 15,2 1-2-15,-4-1 4 0,-2 0 10 0,0-11-15 16,0 1 6-16,0-1-10 0,0-2 5 0,0 4-10 0,0-5-2 15,-4-1-2-15,0-5-2 0,-1-1-7 0,-3 1 2 16,1-3-3-16,-1-1 2 0,1-2 2 0,1-2 5 16,1-2-3-16,-1-2 3 0,1-1 0 0,-5-3-4 15,-10-1 3-15,7 0-8 0,-2-3 1 0,4 9-9 0,0-3 0 16,1-3-56-16,1 0-66 0,0-3-20 0,0-1-21 16,-1 0-122-16</inkml:trace>
  <inkml:trace contextRef="#ctx1" brushRef="#br0" timeOffset="38133.01">4844 13474 398 0,'0'0'72'0,"0"-2"-7"15,2 0 64-15,0 0 0 0,0-2-7 0,9-14-15 16,2-1-7-16,-2 1-8 0,10-5 2 0,7 5-26 0,-1-5-33 16,1 5 0-16,-2-1-14 0,0 1-21 0,4 5 5 15,-6 0-4-15,8 2 6 0,-8 1 1 0,-4 1-4 16,1 2 5-16,-3-1-6 0,-1 1 3 0,-4 1-20 15,0-1-22-15,-4 1-4 0,-3 2-106 0,1 1-138 16</inkml:trace>
  <inkml:trace contextRef="#ctx1" brushRef="#br0" timeOffset="38324.15">4781 12777 1581 0,'-2'0'7'0,"1"0"-3"0,-1-2 11 0,0 1-5 0,0-1 1 15,0 0-27-15,0 0 6 0,0 0 4 0,1 0-2 16,1 0-16-16,0 1-124 0,1-1-18 0,1 0-46 16,2 0-180-16</inkml:trace>
  <inkml:trace contextRef="#ctx1" brushRef="#br0" timeOffset="38823.08">6412 12839 682 0,'0'0'66'0,"-2"0"-12"0,0 0 44 0,-2-2 0 0,2 2-14 15,-9-2-34-15,4 0-3 0,1 2 2 0,2 0-4 16,3 0 4-16,-1 0-11 0,-2-2-2 0,0 0-5 15,2 0-12-15,1 1 7 0,-1-1 7 0,2 0-4 16,0 0-2-16,2 0-19 0,1-2 0 0,1 3-4 16,16-12 6-16,3 1-2 0,-3 5 1 0,-1 1-1 15,-6 5-2-15,2-1-34 0,-8 2-7 0,0 0-12 16,5 2-52-16,-9-1-21 0,1 1-1 0,0 0-5 0,-2 0-2 16,-1 2 41-16,-1 1 4 0,-3 10 16 0,-3-2 52 15,-1 0 5-15,1-2 6 0,-12-3-1 0,-1-3 8 16,2 1 15-16,2-2-4 0,4 1 8 0,0 1-2 0,4 1 2 15,-1 2-4-15,5-1 2 0,-1-3-13 0,2 3 12 16,-5 1 0-16,3-3 5 0,-2 5 14 0,4-4-9 16,1 1-3-16,1-1-3 0,0-1-6 0,0-3 28 15,1 1-4-15,16 7 8 0,17 4-22 0,5-6-8 16,3-7-3-16,-1-2-3 0,11-3-14 0,2-5-186 16,3-3-25-16</inkml:trace>
  <inkml:trace contextRef="#ctx1" brushRef="#br0" timeOffset="39389.75">8105 11654 608 0,'-2'-2'0'0,"0"0"14"16,-2 0-18-16,1 1 1 0,-5-3 6 0,-1 0-3 0,5 2 3 15,-1 0 2-15,3 2-8 0,-2-1 7 0,2 1 3 16,-1-2 32-16,-1 0-1 0,2 0 10 0,0 0 4 16,0 0 30-16,0 0-4 0,2 1 12 0,0-1-10 0,2 0-19 15,0 0 2-15,2 0-10 0,9-5-12 0,15-4-9 16,0 3-4-16,-1 3-2 0,-2 3-11 0,-3 2-10 15,4 0 4-15,-6 2-5 0,-5-1 8 0,4 3-11 16,-10 0 3-16,0 0-5 0,-1-1 1 0,-3 1 12 16,-1 7-3-16,0 4 7 0,-2 2 1 0,9-1-7 15,-2 3 3-15,-3 0-4 0,-5 1-1 0,-1 4 1 16,-5 2-3-16,-6 0 3 0,-4 4 9 0,-2-2-16 16,-1 1 8-16,14 1-10 0,-30-2 10 0,7-2-2 0,-5-2-3 15,0-4 1-15,6-1-3 0,-1 0-2 0,1-3 4 16,5 1-4-16,3-2 3 0,1-4 3 0,2-2-7 15,4 1 5-15,0-3-2 0,3 2-7 0,3 2 6 16,-1-3-7-16,4 1 6 0,0-3 4 0,-3 1-5 16,1-1 3-16,0 1 2 0,3-1 2 0,1-1-1 0,0 1-1 15,0-2-5-15,0-3-1 0,3 3 2 0,12 5-1 16,11 4 5-16,11-1 1 0,0-9 2 0,1-3-1 16,-3 0-5-16,6-3 4 0,-2-1-6 0,-6-2 6 15,1 1-6-15,-7-1 2 0,-4 2 3 0,-1 1-1 16,-5-1 1-16,-4 2 3 0,-2 0-3 0,-4 0 3 15,1 1 0-15,-3-1-59 0,-3 2-5 0,0 0-25 0,2-2-72 16,-1 0-107-16,-1 0-42 0</inkml:trace>
  <inkml:trace contextRef="#ctx1" brushRef="#br0" timeOffset="39816.44">7832 12213 880 0,'0'0'39'0,"0"0"3"0,0 0-13 16,0-2-11-16,0 0-10 0,0 0-11 0,0 0 0 15,2 1-2-15,0-1 2 0,9-4 4 0,20-3-1 0,1 0 2 16,1 1-2-16,6 1-4 0,8-3 1 0,1 1 3 16,4-2-1-16,2 0 1 0,-2 0 32 0,-4 0-7 15,0-1 13-15,-5 3-22 0,-6-2-1 0,0 0-7 0,-3-2 5 16,-5 2-5-16,-1 1-3 0,-2 1-2 0,-5 4-1 15,-1 1 2-15,-5 0 19 0,-2 2-2 0,-4 2 6 16,-1 0-11-16,-3 0 0 0,-3 0 2 0,0 0-1 16,0 0 12-16,2 2 4 0,-1 2-6 0,3 7 3 15,-2 4-11-15,-3-2 1 0,-1 4 7 0,0 1-5 16,-3 1 3-16,-1-3-7 0,-2 3 1 0,1-2 0 16,-3 1 5-16,1 3-9 0,0-3 2 0,-1 3-4 0,3-1 6 15,-1-3-8-15,2 0 2 0,2-4-2 0,1 1 8 16,-1-1-3-16,2 0 3 0,0 0-5 0,0-1-12 15,0-3 4-15,0-4-5 0,0 1 6 0,0-2-1 0,0-2 0 16,0-1-3-16,0 1 1 0,0 0-5 0,5 2 10 16,1 0 1-16,1-1 3 0,1 1-9 0,-3-2-48 15,1-2-6-15,-2 0-18 0,-1 0-42 0,1 0-70 16,-2 0-24-16,0 0-24 0,1-2-151 0</inkml:trace>
  <inkml:trace contextRef="#ctx1" brushRef="#br0" timeOffset="39967.06">8898 11797 1003 0,'-2'0'58'0,"2"-2"0"0,-2 0 17 0,0-1-9 16,2 1-11-16,0-8-36 0,0 3-15 0,0 0 2 0,0 1-5 16,0 2 1-16,2 1-65 0,-2 1-36 0,2 2-16 15,5-6-174-15</inkml:trace>
  <inkml:trace contextRef="#ctx1" brushRef="#br0" timeOffset="40182.21">7661 13065 657 0,'-2'0'0'0,"0"0"8"0,1 0-15 0,-12-2-94 16,1 0-36-16</inkml:trace>
  <inkml:trace contextRef="#ctx1" brushRef="#br0" timeOffset="40445.33">7286 13006 472 0,'-2'0'91'0,"0"0"-8"0,-1 0 48 0,-5-2-4 15,-3-2-18-15,2 2-48 0,5 2-36 0,2 0-5 16,-2-2-8-16,3 1-15 0,-1-1-8 0,2 0 2 16,0 0-3-16,2 0 7 0,11-2 8 0,24-3-3 0,2 3 5 15,3 2-8-15,9 2 1 0,1 0 6 0,3 4-1 16,-5-2 29-16,2 0-1 0,2 0 1 0,0-2 0 16,4 2 14-16,8-2 6 0,3 0 0 0,11 0 0 15,0 0-8-15,0 0-14 0,1-2-4 0,-8-4-3 16,-1 1-5-16,-5-1-3 0,-2-1-2 0,0-1-3 15,4 4-7-15,-2-1 5 0,-4 1 2 0,-2 2 0 0,-9 0-4 16,-6 1-1-16,-5-1 0 0,-5 2 0 0,-10-2 4 16,-4 0-4-16,-4 0 8 0,-8 2-7 0,-1 0 7 15,-4 0 3-15,1 0-5 0,-2 0 5 0,-1 0-8 0,-1 0-43 16,0 0-10-16,-2 0-19 0,-2 0-95 0,0 0-190 16</inkml:trace>
  <inkml:trace contextRef="#ctx1" brushRef="#br0" timeOffset="40714.83">7680 13561 1134 0,'0'0'12'0,"0"0"-1"0,0 0-12 0,-2 0 1 0,0 0-10 15,0 2 7-15,0 0-3 0,2-1 6 0,-7 27-4 16,1 2 4-16,-1-2 1 0,-1 0-1 0,-1-1 3 16,-2 1 17-16,0 2 16 0,0-2 2 0,1-2 1 15,1-2-11-15,-2 0-14 0,0-2 2 0,0-1-6 16,0 1 2-16,1-3-5 0,3-3 0 0,1-3-1 16,4-1-5-16,1-3-3 0,1-4-42 0,0-1 7 15,0 2-191-15</inkml:trace>
  <inkml:trace contextRef="#ctx1" brushRef="#br0" timeOffset="40922.37">8120 13720 1354 0,'0'0'15'0,"0"0"0"0,0 0 9 15,0-1-4-15,2-1 1 0,-1 0 2 0,3 0 7 16,9-4-7-16,8-3 5 0,5 0-6 0,0 2-18 15,5-3 13-15,-3 5-16 0,-2 3 11 0,-2 0-9 16,-2 0 1-16,-3 2-1 0,-2 0 6 0,-2 0-3 0,-4 0-12 16,2 0-3-16,-2 0-85 0,0 0-78 0,0 0-23 15,-5 0-25-15,3 0-180 0</inkml:trace>
  <inkml:trace contextRef="#ctx1" brushRef="#br0" timeOffset="41163">8409 13444 1185 0,'-1'0'19'0,"-1"0"0"16,0 0-6-16,-2 0-3 0,0 2-7 0,1 0-3 16,1 3 0-16,-9 17 6 0,-4 12-4 0,-4-1 4 0,3 3 14 15,3 4-10-15,-2-2 12 0,0-1-2 0,-4 0-8 16,-3-4 3-16,-2 2-7 0,-2-1 3 0,2-1-8 15,5 3 3-15,4-3-5 0,0-3 9 0,4 1-5 16,-2-3-1-16,8-4-1 0,1 0-3 0,-11-1 7 16,6-5-36-16,1-3 6 0,5-2-175 0</inkml:trace>
  <inkml:trace contextRef="#ctx1" brushRef="#br0" timeOffset="41474.25">8881 13448 921 0,'-2'-2'265'0,"0"0"-386"0,0 0 320 0,-1-2-185 16,1 1 0-16,2 1-16 0,0 0 2 0,-4-2-8 15,0 2 2-15,1 0-1 0,-1 1-1 0,0 1 1 16,1 1 5-16,-1 11 4 0,-5 25 1 0,-1 5 2 15,-5 1 12-15,1 0 11 0,-3 3 1 0,-2-1 3 0,-1 1 3 16,-1-5 3-16,1 2 0 0,-2-2-1 0,1-1-13 16,1 3 1-16,-1 2 0 0,5-1 0 0,-3-1-11 15,4-4 4-15,0-2-10 0,4-2 7 0,2 1-15 16,2-1 6-16,1-5 0 0,2-6 3 0,2-2 2 0,-7-9-8 16,2-2-10-16,3-2-4 0,2-5-78 0,2 0-75 15,-2 0-20-15,2-3-20 0,0 1-89 0</inkml:trace>
  <inkml:trace contextRef="#ctx1" brushRef="#br0" timeOffset="41952.05">8751 13444 895 0,'0'0'8'16,"0"0"-1"-16,0 0 2 0,0-2 4 0,0 0-4 16,0 0 1-16,2-1-5 0,2-1 2 0,3 2-1 15,15-7 15-15,6-1 34 0,-2-3-3 0,6 4 13 16,5 0-4-16,-2 3-16 0,-1 1-2 0,-1 3-5 16,-11 0-17-16,-3-11-17 0,-8 7 2 0,0 5-6 15,-5 1 9-15,-1 0-5 0,-3 0 0 0,0 3 0 16,9 20 7-16,-5-1 3 0,-4 0 0 0,-6 0 1 0,-4 1 0 15,-1-5-1-15,-4 1-2 0,9-6-1 0,-16 0-6 16,-4-4 1-16,7-1 2 0,-1-3-1 0,8 6-6 16,-1-1 5-16,6-1-6 0,1 0 4 0,-5-5-16 0,5 1 12 15,0 1-7-15,0 0 7 0,3-1 1 0,1-1-5 16,0 3 5-16,0 1-4 0,0 1 6 0,1 0-7 16,3 1 0-16,0-3-3 0,0 0 6 0,3 5 13 15,2-1 1-15,-1 5 4 0,7-1 5 0,-10-4 7 16,-1 2-5-16,1-2 5 0,5 2-1 0,-3-1-12 15,1 1 9-15,-5-2-12 0,-1-2 1 0,-2 2 3 16,-2-2-8-16,-1-1 6 0,-5 3-7 0,-9-2 1 0,-14 1-4 16,1 1 1-16,-9-4-2 0,-2 2-6 0,6-1 5 15,3-1-8-15,6-1-29 0,6-2-33 0,3-3-7 16,6 9-8-16,2-5-31 0,5-3-69 0,0 0-6 16,1 0-22-16,1-2-41 0</inkml:trace>
  <inkml:trace contextRef="#ctx1" brushRef="#br0" timeOffset="42436.85">9746 13173 558 0,'0'0'123'16,"0"0"5"-16,0-2 0 0,-2 0-18 0,1 0-30 0,-1 0-28 16,0 0-21-16,-2 1-8 0,0-1-2 0,-5 0-13 15,0 2 12-15,-6 0-2 0,0 2 6 0,0 3 8 0,-3 6-5 16,-5 4 4-16,3-2-4 0,-2 17 0 0,-2 3 8 15,-1 6-3-15,1 4 4 0,-4 2-2 0,2-1-8 16,0 1 0-16,0 1-2 0,4-3 3 0,4-2-11 16,1-4 6-16,4-9-9 0,0-4-2 0,5-4-2 15,-1-1-6-15,4-6 3 0,-1 0-1 0,4-4 1 16,0-1 1-16,0-5 0 0,2-1-1 0,-3 2-2 16,1 0-2-16,0-1 1 0,0-1 4 0,0 0-5 15,2 0 4-15,0-2-6 0,2-2 7 0,0 0-7 16,2-3 3-16,5-25-4 0,10-5 6 0,1-2-2 0,2-1 3 15,2-1-3-15,-3-1 0 0,1-3 2 0,0-2-4 16,-1 1 3-16,3 3-6 0,-5 7 2 0,1-1-1 16,2 5 1-16,-3 6-4 0,-1 6 4 0,-1 1-3 0,-8 4 3 15,1 4 0-15,-5 5-3 0,3 2-4 0,1-5 1 16,-5 5 3-16,1 0-5 0,-1 2 8 0,0 0-6 16,-2 2 4-16,-1 2 5 0,9 20 2 0,-5 9 3 15,-1 6 8-15,-4-2-7 0,0 2-1 0,0-3 0 16,-2-1-2-16,0-2-4 0,-3 3 4 0,-1-3-4 15,1-3 0-15,-1-1 4 0,2-3-8 0,1 0 5 16,1-1-1-16,0-9 2 0,-2 1 3 0,2-2-4 16,0-4-4-16,1 0-28 0,1-4-4 0,0 1-11 0,0-3-43 15,0-3-17-15,0 0-7 0,0 2-4 0,0 0-35 16,0-1-79-16,0-1-21 0</inkml:trace>
  <inkml:trace contextRef="#ctx1" brushRef="#br0" timeOffset="42821.14">9449 13733 369 0,'-2'0'61'0,"0"0"74"0,1 0-60 0,-3-1-24 16,0-1-10-16,0 0 0 0,3 0-3 0,-1 0-3 16,0 2 18-16,0-2-10 0,0 0 40 0,0 1-18 15,2-1 4-15,2 0-8 0,0-2 12 0,2 2-17 16,22-14-1-16,5 1-6 0,6-2-13 0,4 6 0 0,0 0-6 16,-2-2 2-16,-5 2-18 0,-3 0-7 0,3 9-3 15,-9-6-1-15,1 5 1 0,-7-10-4 0,0 1 6 16,-10 9-6-16,2-1 3 0,-4 2-1 0,-1 2 2 15,3 0-3-15,-7 0 3 0,0 0 4 0,2 2-1 0,-4 0 4 16,11 18-1-16,-4 1 6 0,-1 3-2 0,-4-6 4 16,-2-1-5-16,0-2 1 0,-2 2-7 0,0-3 5 15,2 1-3-15,0-7 9 0,0-3-1 0,0-1 2 16,0 0 4-16,0-2-6 0,0-1 3 0,4 3-5 16,-1 0 4-16,7 1-7 0,5-1 6 0,1-2-7 15,1-2 4-15,-2-2 3 0,2-2-6 0,-3-1 4 16,-1-1-13-16,-1-1 6 0,-5-1-2 0,-1-12 4 15,-3 3-3-15,-1 1-3 0,11-3 3 0,-2-1-3 0,-3-3 7 16,-5-4-7-16,-3 2 1 0,-1 7-3 0,-5-8 6 16,2 15-9-16,-3-8 3 0,-2 2-6 0,1 6-3 0,1 0-61 15,5 6 6-15,-13 3-24 0,0-9-17 0,0 3-47 16,0 4-12-16,6 3-14 0,-2 1-65 0,5 0-84 16</inkml:trace>
  <inkml:trace contextRef="#ctx1" brushRef="#br0" timeOffset="43179.25">10376 13364 939 0,'0'0'49'0,"0"0"5"0,0 0 19 0,0 0-11 16,0 0 0-16,0 0 8 0,0 0-36 0,0 0 7 16,0 0-16-16,-2 0-4 0,0 0-5 0,0 0 0 15,0 0 0-15,0 0 13 0,1 2-3 0,-1 0 5 0,0 1-5 16,2-1-4-16,-8 17 5 0,1-1-8 0,0 5 7 15,1 1 3-15,0-2-11 0,1-1 1 0,-1 1-7 16,1 0-1-16,-1 2 0 0,-1 6 2 0,-1-6-2 16,1-2 1-16,1-1 7 0,1-4 2 0,-1-3 1 15,-1 1 2-15,-1 0-3 0,3-6 1 0,-3 2-3 16,3-1-2-16,1-5 0 0,0 1-6 0,2-2 4 16,-1 1-12-16,3-3 2 0,-2 2-3 0,2-2 3 0,0 1-5 15,0 1 11-15,0 0-2 0,2-1 5 0,0-1-4 16,1 0-10-16,25 6 7 0,0-5-6 0,0-1 12 15,11-2-8-15,-4-2-3 0,4-1 0 0,-2-1 1 0,-3-2-4 16,1 1 1-16,-2-3-1 0,1 1 7 0,-3-2-5 16,-5 1 3-16,0 1-4 0,-3-1 3 0,-7 3-17 15,3-3-27-15,-4 3-3 0,0-1-138 0,-2 1-251 16</inkml:trace>
  <inkml:trace contextRef="#ctx1" brushRef="#br0" timeOffset="46025.55">21475 9140 191 0,'-2'0'42'0,"0"-2"20"16,1 0 6-16,-1 0-30 0,0 1-9 0,0-1-2 0,0 0-12 16,0 0-9-16,0 0-4 0,1 0 1 0,1 0 4 15,0 1 28-15,0-1 5 0,1 0 5 0,1 0-1 16,0 0 29-16,2-2-10 0,3 1 19 0,12-8-3 0,3-1-27 16,2 1 5-16,4 2-14 0,4 2-12 0,-3 1-17 15,1 2 2-15,2 1-7 0,-1 1 1 0,-5 2 7 16,8 0-5-16,-8 0 5 0,1 0-9 0,1 2 9 15,-11-1 5-15,5 3 0 0,-7-2 2 0,-4 0 1 16,4 2-8-16,-6-3 6 0,1 1-15 0,-7-2 10 16,1 2-3-16,0 0 6 0,-2 2-9 0,0-1 1 15,-1 3 0-15,-1 13 0 0,-1-1 2 0,-9 4-8 16,-8 6-2-16,10-4-3 0,-23 6 6 0,-3 4-5 0,3-3 3 16,1 8-6-16,-1-6-7 0,3 3 15 0,-2-1-9 15,2-5 9-15,4 3-10 0,2-5-2 0,1-6 4 16,5-1-3-16,3-3 4 0,0 1-1 0,3-1 6 15,1-3-5-15,0-4-2 0,3-1 0 0,2-1-3 0,1 0 4 16,-3-1 8-16,1-1-1 0,1-1 3 0,4-3-1 16,-2 3 8-16,2-2 1 0,0-1 1 0,0-1-2 15,0 0-3-15,4 2-1 0,11 5-5 0,9 2 2 16,-2-3-6-16,0-3-2 0,2 1 4 0,2-4-4 16,0 0 4-16,-1-2 2 0,-3 0-5 0,4 0 3 15,-4 0-6-15,0 0 3 0,2 0-4 0,-9 0 2 16,0 0-3-16,-2 0 5 0,-5 0 3 0,5 0-2 0,0 0-18 15,-8 0-33-15,-1-2 0 0,0 0-11 0,-3 0-23 16,1 0-60-16,-2 0 2 0,0 0-23 0,-2 1-21 16,1-1-95-16</inkml:trace>
  <inkml:trace contextRef="#ctx1" brushRef="#br0" timeOffset="46906.55">21237 9647 729 0,'-1'-2'54'0,"-1"0"41"0,0 0 7 0,0 0-76 16,2 1 3-16,0-1-25 0,2 0-5 0,2 0 10 0,23-13-1 15,9 4 7-15,3 0 5 0,5 3-16 0,-7 3 5 16,4 1-9-16,0 0 6 0,-4 1-1 0,2-1-3 16,0 0 2-16,2 2 0 0,-4 1-4 0,0-3 2 15,4 2-2-15,0 0 0 0,-2-2 0 0,4 1 4 0,-12 1-4 16,-3 0 0-16,-2 0 10 0,-7 0 4 0,1 0 5 15,1 1 17-15,-3 1-13 0,-3 0-8 0,0 1 1 16,-8-1-10-16,-1 0-4 0,-2 0 9 0,-1 2-6 16,1 2 18-16,0 2-12 0,1 8 6 0,-3 5-7 15,-4 0 4-15,-3-1-4 0,-3 4-2 0,-1-3 1 16,-2-2 3-16,3-1-3 0,-16-3-2 0,2 0 0 0,2-1 0 16,-3-1 6-16,8 0 1 0,4-2 2 0,4 0 12 15,3-3-5-15,-1 1 9 0,1-1-8 0,2-2 7 16,0 1 4-16,2-3-6 0,0 2 4 0,0 0-11 0,2-1-12 15,2 1 1-15,9 3-4 0,20 5 4 0,-5-9-2 16,5-3 0-16,-1-2-2 0,-6-3 1 0,-4-3 2 16,1 1 0-16,-7 0 0 0,-1-3 1 0,-2 3-4 15,-5 1 1-15,-5-3-1 0,1-10 5 0,11-1-10 16,-4 0 6-16,-4-1-8 0,-3 1 8 0,-2 3-3 16,-2-2 1-16,-2 3-2 0,-3-1-2 0,-3 0 3 15,1 6-5-15,3 4 4 0,-18 1-9 0,-4-11 3 16,-2 6 1-16,-2 4 1 0,2 5-5 0,10 2-29 0,-1 2 0 15,2 3-11-15,3 1-11 0,1 0-13 0,7-3 2 16,2 1-3-16,1 0 13 0,1-1 29 0,2 1-2 16,0-2 11-16,2 0 5 0,14 7 7 0,23 4-3 15,-3-7 5-15,6-1-2 0,-3-5 6 0,-3 0-3 0,3-3 2 16,-2-5-6-16,0 1 5 0,0-4 2 0,0-1 0 16,0 3 2-16,-2 0 1 0,-3 0 0 0,-2-1 0 15,-1-1 0-15,-4 0-5 0,-3 0 3 0,-7 3-2 16,-6 3 11-16,-3 1-8 0,-5-3 6 0,7-4-4 15,-4 3 23-15,-1-3 5 0,-3 5-1 0,0-3 2 16,0 0-4-16,0 5 2 0,-2-1-1 0,-1 1 0 16,-3 0-16-16,-12-7 2 0,3 4-3 0,0 3 5 0,0 2 0 15,0 2-14-15,0 0 7 0,4 2-9 0,-2 3 2 16,6-1 2-16,1 2-5 0,-1 10 5 0,3 7-5 16,2-1 0-16,0-3 0 0,-16 8 2 0,7-1 3 15,3 4-2-15,4 0-2 0,3-2 1 0,-1 0-3 0,2-1 1 16,0 1 0-16,0 4 2 0,2 1-1 0,-1 4 1 15,1 1 0-15,0 2 0 0,-2 1-2 0,2 4-4 16,-2 1 4-16,2 1-2 0,0 1 6 0,-2-5-4 16,0-1-1-16,0-6 0 0,0-1 2 0,0-4 3 15,-2-1 2-15,2-2-1 0,0-6 3 0,-2-3 7 16,0-1 0-16,0-3 1 0,0 0-10 0,1-4 7 16,-1-1 0-16,2-7 4 0,-2 3 1 0,-2 1-7 0,2-3-6 15,-1 2 2-15,1-3-2 0,-4-1-1 0,-5 7 6 16,2-3-5-16,-2 0 3 0,1-3-3 0,1 1-5 15,-4 0 2-15,2-2-9 0,2-2-44 0,1 0 3 16,3 0-19-16,-1-2-21 0,1-2-19 0,-1 0-22 16,4-9-1-16,-2-11-109 0,-10 2-68 0</inkml:trace>
  <inkml:trace contextRef="#ctx1" brushRef="#br0" timeOffset="47129.75">22242 10111 657 0,'-2'0'72'0,"0"-2"84"0,0 0-14 16,1 0-69-16,-1 1 5 0,0-1-29 0,0 0-20 16,0 0-6-16,0 0 12 0,2 0-5 0,0 0 44 15,2-1-16-15,0-1 3 0,7 0-9 0,17-9-4 0,2 2-16 16,2 0-4-16,-2 2-3 0,0 1-20 0,-2 3 2 16,-2 1-1-16,0 0 1 0,-4 2-3 0,-3 1-1 15,-2-1 6-15,-4-8-3 0,2 3 3 0,-6 3-9 16,6-1-17-16,-2-1 1 0,-1 2-77 0,6-1-70 15,-1 1-35-15,4-1-24 0,3-1-229 0</inkml:trace>
  <inkml:trace contextRef="#ctx1" brushRef="#br0" timeOffset="47919.24">24704 9164 60 0,'0'0'35'0,"0"0"-8"0,-2-2 38 15,0 0-8-15,0 1-6 0,1-1 2 0,-3 0-5 16,2 2 5-16,-11-2 1 0,0-5-3 0,0 1-1 0,2 0-2 16,-4 3-3-16,2-1 17 0,4 0 1 0,1 2 2 15,6-1-17-15,1 3-12 0,-3-4-13 0,0 0 3 16,0 1-31-16,3 1 0 0,-1 0 7 0,0 0-1 15,0 0 26-15,2 0 6 0,0 0-3 0,2 1 5 16,0-1 2-16,1 0-13 0,1 0 1 0,7-4-9 16,2 3-17-16,0-1 4 0,-2 2-3 0,-1 2 4 15,-3 0-7-15,-1 0 18 0,-3 0-8 0,1 0 13 0,0 2-5 16,0 2 6-16,-4-2 2 0,9 14-1 0,-4 3 4 16,-5 1-9-16,-1 3 1 0,-5-1-6 0,-3-2-3 15,-2 3-5-15,-2-3 2 0,1 2-1 0,-10 4 7 16,-4 0-10-16,-2-2 7 0,4 0-8 0,-2-1 8 0,-4-5 4 15,1 6-3-15,-3-5 3 0,2-2-6 0,4 1 3 16,-1 3-6-16,3-3 5 0,-1-5-1 0,5 4-5 16,7-6 2-16,2 2-4 0,3 2 4 0,3-4 8 15,1-2 4-15,-5 4 0 0,3-3-2 0,4-5 4 16,1 5-4-16,1-3 4 0,0-1 0 0,1 1-9 16,-1-5 7-16,0 0-8 0,30 1-1 0,0-1-2 15,0 17-8-15,-1-8 4 0,-1-4-10 0,4-3 13 0,3-2 1 16,-4 0 2-16,-3-2-9 0,-2 0-1 0,-5-2 3 15,-1 0-1-15,-1 0 9 0,-3-1-8 0,-1-1 1 16,-2 0-2-16,-3 0 6 0,-1 1-2 0,-4 1-10 16,-1 0-1-16,2-2-56 0,-3 2-52 0,1 1-15 15,0-3-23-15,-2 0-160 0</inkml:trace>
  <inkml:trace contextRef="#ctx1" brushRef="#br0" timeOffset="48385.48">24143 9563 1361 0,'0'-2'-4'0,"2"1"1"0,0-1 1 16,2 0-4-16,25-9 4 0,14 0-3 0,2 3 6 15,5 4 4-15,-6 3 0 0,-3 1-3 0,0 3-105 16,-4 1 10-16,-5 0-42 0,-4 1 6 0,-2-1 72 15,0-2-1-15,-4 0 28 0,2-2 25 0,0 0 4 16,-3 0-2-16,-3 0 2 0,3 0-4 0,-5-2 10 16,1 2-1-16,-2-4 4 0,0 0-3 0,1 3 32 15,-1-1-11-15,4 0 15 0,-4 2-33 0,1 0 0 0,1 2-6 16,-8 0 5-16,4-1-7 0,-3 3 6 0,-5 0-2 16,3 1 5-16,-5 1 0 0,9 11 4 0,-1 3 3 15,-6 1 0-15,-3-5 15 0,-2 3 20 0,-2-4-6 16,-1 0 9-16,-3-1-12 0,0-2 4 0,1-3 1 0,-1 0-1 15,1 0 6-15,-1 1-19 0,2-3 4 0,1 1-9 16,-1-1 6-16,0 0 7 0,2-1 0 0,2-2 2 16,0 1-2-16,0-1-10 0,0-2-2 0,0 0-3 15,4 0-8-15,20 12-6 0,0-2-1 0,1-7 0 16,-1-3 12-16,-4-2 0 0,4-2 7 0,0-2-8 16,-3-1-5-16,-3-3-7 0,-1 1-3 0,-8 1 2 15,-1 3 1-15,-3-1 4 0,8-15-5 0,-3 3 3 0,-3-5-10 16,-3 3 2-16,-4-1-7 0,-6-3 0 0,-3 1-50 15,-4 3-42-15,-4-3-11 0,-18 8-12 0,-10 6-73 16,-3-17-231-16</inkml:trace>
  <inkml:trace contextRef="#ctx1" brushRef="#br0" timeOffset="48745.71">23176 9762 1352 0,'0'0'7'15,"0"-2"-2"-15,0 0 20 0,2 0-3 0,0-1 3 16,3-1-25-16,21-9 4 0,6 2-4 0,1 3 5 0,1 3 3 16,-3 3-7-16,-1 2 4 0,1 0-9 0,-5 0-29 15,-5 2-18-15,-6-2-10 0,-10 0 1 0,5 0-25 0,-7 2-18 16,1-2-10-16,0 2-5 0,-2-2-63 0,-2 1-42 15</inkml:trace>
  <inkml:trace contextRef="#ctx1" brushRef="#br0" timeOffset="48891.11">23185 9769 81 0,'-2'0'19'0,"0"0"19"0,-1 2 14 0,-1 0-2 16,2-2 3-16,-2 2-1 0,3-2 10 0,-3 4 2 16,0-1-3-16,2 1 4 0,2-2 15 0,-2 7 1 15,2-3 22-15,0-1-14 0,0-3 17 0,12 8-25 16,19 4-12-16,3-4-2 0,3-7-49 0,4-3 3 0,5 0-9 15,2-1 8-15,4-3-5 0,2-2-102 0,0 1-28 16,-4-3-47-16,2 1-276 0</inkml:trace>
  <inkml:trace contextRef="#ctx1" brushRef="#br0" timeOffset="49382.93">26145 8817 166 0,'-2'-2'19'0,"0"0"2"0,0-2 30 0,-1 1-19 15,-1-1 3-15,-11-7-4 0,0 2 27 0,4 1-2 16,-4 1 14-16,10 3-9 0,-5-3 22 0,3 1-14 16,-1 0-8-16,1 1-1 0,-2-1-13 0,-2 1-12 15,-2-1 6-15,0 2-9 0,0 3-6 0,3 1-12 16,3 0 4-16,-4 3-6 0,1 3 4 0,-3 3-5 0,-3-1-2 16,-1 16 1-16,2 2-7 0,-5 3 4 0,1 5-3 15,-1-4 3-15,-1 3-8 0,1 4 5 0,-2 2-7 16,1 4 7-16,-3 5-4 0,4 2 0 0,3 2 4 15,2-3 1-15,6-1 47 0,3-4 4 0,4-5 11 16,-20 6-11-16,13-12-12 0,5 1-15 0,4-3 1 0,2-7-6 16,4 4-2-16,3 0-12 0,0-6-2 0,4 3-3 15,2-3 1-15,-2-4 3 0,-8 3-4 0,12-3 3 16,-2-1-5-16,2 0 0 0,-2 0 4 0,1-4-4 16,-5 0-3-16,-1-2 9 0,-3-2-3 0,-1-2 4 15,-1-1-8-15,3-4 3 0,3 0-1 0,-6 1-1 16,8 7-12-16,0-5-51 0,-3-1-7 0,5-2-18 0,-4-2-62 15,4 0-43-15,1-4-18 0,-3 0-15 0,6-5-127 16</inkml:trace>
  <inkml:trace contextRef="#ctx1" brushRef="#br0" timeOffset="49653.25">26596 9079 878 0,'0'0'32'0,"-2"-2"-6"0,0 0 65 16,0 0-15-16,1 0 13 0,-1 0-65 0,0 1-25 16,0-1 0-16,0 0-10 0,0 2 3 0,0 0 15 0,1 2-4 15,-1 1 8-15,-2 7-7 0,-9 16 4 0,-2 3-2 16,0 3 1-16,2 1-9 0,0 5 14 0,2-7-7 16,-2 2 9-16,0-1-9 0,0-4 5 0,-2 3-1 15,0 3 2-15,2-6 2 0,2 0-9 0,0-1 6 0,2-8-7 16,0 3 8-16,1-7-5 0,3-2 3 0,1-2-8 15,2-3-32-15,2-5-39 0,-2 1-7 0,0 0-4 16,2 0 1-16,0-3-47 0,2 1 0 0,0 0-23 16,2-2-60-16</inkml:trace>
  <inkml:trace contextRef="#ctx1" brushRef="#br0" timeOffset="49825.01">26661 9476 264 0,'0'0'78'0,"0"0"-8"15,0 0 54-15,0 0 4 0,2 0-13 0,0 0-3 16,1 0-23-16,9-2 2 0,15-5-9 0,5-3-2 0,0 1-22 15,1-2-5-15,2 0-7 0,1 0-27 0,-5 1-8 16,1 3 3-16,-6 3-5 0,0-1-2 0,1-1-1 16,-4 2 1-16,-3 1 0 0,1 1-6 0,-3-2-2 15,1 2-3-15,-3 0-3 0,-3 1-44 0,0-1-36 16,0 0-16-16,-3 0-5 0,3 0-64 0,-6 0-55 16,-3 0-28-16</inkml:trace>
  <inkml:trace contextRef="#ctx1" brushRef="#br0" timeOffset="50033.58">26984 9168 448 0,'0'0'70'0,"0"0"-2"0,0 0-6 0,0 0-6 16,0 0-26-16,0 0-31 0,0 0 26 0,0 2 10 0,0 0 10 16,0 1 34-16,2 8-24 0,2 14-3 0,-1 4-6 15,-1-1-8-15,0 9-14 0,0-2-1 0,-2 4-5 16,0 2-9-16,-2-4-4 0,-2 2 5 0,2-5-3 15,-1-3 14-15,-1-1-12 0,0-4 0 0,-1 0-2 16,1-5 10-16,0-7-20 0,2 1-12 0,2-5-9 16,0-3-77-16,0-1-83 0,0-5-18 0</inkml:trace>
  <inkml:trace contextRef="#ctx1" brushRef="#br0" timeOffset="50331.21">27690 9164 1139 0,'-2'-2'6'0,"0"0"0"0,0 1 30 16,-2-3-16-16,-3-2 14 0,-2 1-40 0,-1 1-1 16,1 0 0-16,2 4 0 0,-1 0 7 0,-1 4-10 0,1 0 9 15,1 11-10-15,0 12 7 0,-3 9-1 0,3 3-3 16,-2 0 4-16,-3 7 4 0,5 2 3 0,-4 1 7 15,-4 1-3-15,8-2 11 0,-10-7-16 0,4 2 5 16,-2-4-6-16,0-2 5 0,2-2 1 0,2 2-5 0,2-3 6 16,-8-3 0-16,4-1-2 0,0-4 6 0,-2-4-3 15,6 2 9-15,-2-3-11 0,3-5 0 0,3-1-3 16,1-2 5-16,2-7-71 0,-1-3 4 0,-1 1-30 16,0 0-10-16,2-2-112 0,0 0-26 0</inkml:trace>
  <inkml:trace contextRef="#ctx1" brushRef="#br0" timeOffset="50771.8">27632 9218 853 0,'0'-2'23'0,"0"0"-3"0,-2-1 24 16,2-1-8-16,0-5 1 0,0 3-38 0,0 0 0 15,0 3-3-15,2-3 2 0,0 2-3 0,7 3 20 16,15-1 1-16,0-15 7 0,1 6-2 0,-3 5-17 16,-4 4 4-16,-1 2-6 0,0 4 1 0,-4 0 1 15,-4 1-2-15,-3-1 3 0,-1 9 5 0,6 4 4 0,-1 0-3 16,-5 1 4-16,-3-1 2 0,-2 0-2 0,-4-1 3 16,-3-1-4-16,-4 2 8 0,5-6-14 0,-16 2 4 15,0 0-9-15,-1-4 2 0,7 2-1 0,1-3 0 16,2-1 0-16,5-3-2 0,3 0-8 0,3-1-2 15,-4 5-2-15,3-1 6 0,-1 1 1 0,2-1 4 0,2-1-1 16,0 5 11-16,0 0-9 0,4 2 6 0,3 2-6 16,4 5 10-16,1 1 12 0,1-1-5 0,0-1 7 15,-4-5-5-15,0 1 2 0,-1-4 3 0,-3 1-2 16,1-1-1-16,-4-4 2 0,-1 1-5 0,-1-1 5 16,0-3 3-16,0-1-15 0,-1 3 3 0,-1-4-8 15,-21 0 8-15,-1 0-10 0,-2 14 7 0,-3-3-9 0,1-5-4 16,4-5 3-16,3-3-6 0,6 0 4 0,-1 0-21 15,1-1-32-15,9 1-3 0,2-2-12 0,1 0-27 16,1 0-46-16,0 0-2 0,2 0-18 0,2 0-38 0</inkml:trace>
  <inkml:trace contextRef="#ctx1" brushRef="#br0" timeOffset="51237.28">28419 9136 917 0,'0'-2'38'0,"-2"1"48"0,1-1-10 0,-1 0-57 0,0 0 3 16,0 0-22-16,0 0-8 0,-2 2 0 0,-12 4 10 15,-3 7-5-15,-5-2 6 0,-4 27-2 0,0 1-1 16,-3 0 0-16,7 4 15 0,-1 5-7 0,-1-5 0 16,2 2-4-16,-3-2-1 0,4-12 13 0,3 1 20 0,5-10-2 15,6-5 66-15,1-7-32 0,3-6-1 0,1 3-12 16,4-3-22-16,-2 2-15 0,2-2 8 0,-4 1-9 15,3 1 15-15,-1 0 4 0,0-2-8 0,2-1 4 16,0 1-28-16,0-2 5 0,2 0-7 0,0-2 5 16,1 1-7-16,18-25 0 0,1-2 7 0,-2-6-3 15,1-5 3-15,3 0-6 0,4-3-4 0,-2-1 1 16,0 0 2-16,-6 2 4 0,2 2 0 0,-3 4 0 0,1 4-7 16,-1 5-1-16,-6 3 1 0,2 7 0 0,-6 1 10 15,-1 5-6-15,-1 5-1 0,-5 1-2 0,0 4-12 16,1-2 4-16,-1 2 0 0,0 0 2 0,0 0 4 0,0 0 3 15,2 0 0-15,-1 2 1 0,1 2-1 0,3 7 1 16,6 17 0-16,-1 0 0 0,-3 1-2 0,0 3 2 16,-1-2 2-16,1 1 0 0,0 1 2 0,0-4-3 15,1 5 2-15,-3-1-2 0,-1-6 3 0,-1 0 2 16,-1-4-6-16,0-5 4 0,-2-1-4 0,-1 1 2 16,1-6-2-16,-2 4-5 0,0-4-70 0,0-5-21 15,-2 3-17-15,2-5 3 0,-1-1-47 0,-3 1-21 0,-4 0-10 16,-10 5-1-16,5-5-14 0,0-4 26 0</inkml:trace>
  <inkml:trace contextRef="#ctx1" brushRef="#br0" timeOffset="51399.03">28228 9385 113 0,'0'0'55'0,"0"-2"-27"0,0 0 60 0,0 0-18 15,-2 1-26-15,0-1-31 0,2 0 10 0,-2 0-7 16,2 2 76-16,-1 0-8 0,1 0 18 0,0 0-16 16,0 0 13-16,1 0-3 0,1 0-10 0,0 0 5 15,26-4-21-15,2-1-34 0,5-1 4 0,2-1-15 16,0 1-11-16,-3 2-8 0,-3 1-1 0,1-1 0 15,-2 0 9-15,-3 1-30 0,3-1-8 0,-4 2-15 16,2-4-68-16,0-1-60 0,-2 0-11 0,5-3-23 16,3-1-103-16</inkml:trace>
  <inkml:trace contextRef="#ctx1" brushRef="#br0" timeOffset="51700.95">28735 8878 734 0,'0'0'73'0,"0"0"-4"0,0-2 1 16,0 0-1-16,0 1-27 0,0-1-21 0,0 0-25 16,0 0 8-16,0 0-12 0,2 0 15 0,0 0 5 15,9-1 7-15,17-5-1 0,-4 5 24 0,5 1 2 16,-1 2-12-16,-2 3 8 0,8 5-11 0,1 3-1 16,2 2 7-16,2 4-6 0,-7-2 4 0,-1 1-18 0,-5-14 2 15,-2 28-7-15,-3 3-3 0,-6 4 1 0,-4 6 1 16,-7 2 1-16,-3 1 0 0,25 4-1 0,-14 4 3 15,-11 2-2-15,-2-2 6 0,-7-1-5 0,-3-8-4 16,-4-4 2-16,-2-4 4 0,1-9 2 0,-1-2 2 0,15-4-3 16,-22-3-3-16,-4-6 1 0,6 2-3 0,-6-4 1 15,2-2-4-15,6 0 2 0,-10-1 2 0,8-1-1 16,-4 1-2-16,-2-3-8 0,9 3-34 0,1-3 3 16,3-1-152-16,2 0-194 0</inkml:trace>
  <inkml:trace contextRef="#ctx1" brushRef="#br0" timeOffset="52295.4">30775 8622 590 0,'2'-2'5'0,"2"-11"12"16,3-9 12-16,-1 5-14 0,-4 10 0 0,0-1-9 15,0 1-6-15,-1 1 11 0,-1 1 1 0,0 1 2 16,0 0-8-16,-1 2-3 0,-9 1 1 0,-25 1 0 0,-11 5 11 16,-6 8-7-16,2 4 7 0,-1 3-5 0,7 1 21 15,-1-3 34-15,1-1-9 0,7 0 15 0,9-3-24 16,7-2-27-16,6-1 3 0,6-2-11 0,0 6 4 15,5 3 12-15,2-5-4 0,-9 4 6 0,2 2-6 0,5-1-2 16,4 3 5-16,2-6-5 0,5 1-5 0,5 1 2 16,2 0-5-16,16 1 4 0,4-1-15 0,-7 2 6 15,-4 1-1-15,1-3 4 0,-7 3 8 0,3 1-2 16,-7-3-3-16,-2 3 3 0,-2-3 0 0,-1 1-8 16,-1-1 7-16,4-1-8 0,-1 0 14 0,-8-4 0 15,-2 2 2-15,-2-6 1 0,0-4 11 0,-2 1-16 16,-11 5 3-16,-3 0-7 0,-5-1 5 0,-4-3-15 0,4-3 7 15,-6-2-10-15,1-2 3 0,4 0-2 0,1 0-2 16,5-2 2-16,5 0 5 0,0 0-9 0,0 0 4 16,3 0-5-16,3 0-3 0,3 2-74 0,2 0 0 15,1 0-38-15,-3-1-123 0</inkml:trace>
  <inkml:trace contextRef="#ctx1" brushRef="#br0" timeOffset="53654.71">30540 9157 1139 0,'0'-2'29'0,"0"0"-5"0,-2 0 11 15,0 0-6-15,2 0-8 0,0 1-31 0,0-1-1 16,2 0 5-16,0 0-4 0,0 0 12 0,1 2-3 15,14-4 1-15,11-1 0 0,-2 1 21 0,2 0 13 16,1 1 4-16,-3-1 3 0,0-2 6 0,2-1 7 16,2 0-12-16,-4-3 8 0,2-1-30 0,-6 2-9 15,-2 0 4-15,1-1-6 0,-3-1 5 0,-3 2-4 16,2-2 0-16,-6 1-1 0,0 5 8 0,-1-6-6 16,-3-4 3-16,0 7-3 0,-5-3 5 0,6 2-6 0,-5 3 0 15,1-1-4-15,-4 3-3 0,0 1-5 0,0-1 3 16,0 0-3-16,-2 0 8 0,-1 1-6 0,-10-5 1 15,-12-1-3-15,5 3-7 0,-2 5 11 0,-1 1-7 16,1 3 8-16,0 3-3 0,0 1-6 0,1 1 7 0,1 1-6 16,3 0 4-16,0 1-2 0,4-1-4 0,-3-7 3 15,1 13 2-15,4-1 2 0,0 3 0 0,5 2-1 16,4-1-10-16,-9-1 8 0,2 0 1 0,3-2 2 16,4-1 1-16,2-2 1 0,2 1 2 0,0-2-1 15,2-2 3-15,-1-2-2 0,5-1-2 0,14-2 1 16,2-2 3-16,2 14-7 0,2-3 1 0,2-5-5 15,1-5 5-15,1-3 2 0,3-1-1 0,6-5 2 0,-2-3-3 16,0-2-4-16,2-2 7 0,-4 0-5 0,2 0 6 16,-2-2 3-16,-5 2-7 0,-4 0 3 0,-1 0-8 15,-4 2 7-15,1-1 0 0,-7 3 3 0,1 0-6 0,-1 1 6 16,-10 5-10-16,2-1 8 0,-5 2-5 0,0 0-10 16,0 0 10-16,-1 1-10 0,-1 1 8 0,0 0 4 15,0 0-1-15,-2 1 1 0,0 1-1 0,0 2 6 16,-9 13-3-16,-1-2 4 0,1-1-9 0,0-2 9 15,5-1-6-15,-14-4 6 0,8-1-6 0,1-4 1 16,2-1 7-16,5 1-3 0,-4 2 3 0,2-2-2 16,1 0 2-16,1-2-1 0,-2 2 3 0,0-1-8 15,3-1 2-15,-1 0-4 0,0 0-2 0,2-1 7 0,0-1-10 16,0 0 8-16,2-2-11 0,-2 2 9 0,9-7-1 16,19-2 3-16,-4 0-6 0,2 0-4 0,0-1 7 15,-2 3-4-15,2 0 8 0,-2 0-4 0,0-1-3 16,0 3 0-16,-1 1 6 0,-1 1-8 0,-2-1 8 0,-1 1-9 15,-2-1 6-15,-1 2 1 0,-1 1-1 0,-2 1 0 16,-3-4 10-16,-1 2-6 0,-2-3 1 0,-3 1-3 16,-2 3-5-16,0-1-2 0,0 0 5 0,1 1 0 15,1-1 12-15,-2 0-18 0,0 0 5 0,0 3-9 16,-1-1 5-16,-1 0 4 0,0 0-4 0,0 2 4 16,-1 0-7-16,-1 2 2 0,0 0 3 0,-2 1-1 0,-3 7 1 15,-8 12 9-15,4-2-10 0,0 1 9 16,1-1-7-16,1 1 2 0,2-1 3 0,3 1-2 0,0-1-7 15,2-3 5-15,2-1 2 0,0-3 2 0,0-3 5 16,0-1 0-16,0-2-2 0,0 1 1 0,0-4-3 0,2-1-8 16,0 1-1-16,0 0-4 0,0-2-16 0,0-1-16 15,-1 1-2-15,1-2-2 0,0 0 5 0,0-2 4 16,0 1 3-16,0-3 0 0,5-7-2 0,4-8-13 16,-1 1-7-16,-1-1-1 0,0-1-11 0,-1-1 11 15,-1 3 2-15,-1-3-1 0,-1 3-19 0,1-1 18 16,-1 2-8-16,1-1 12 0,-1 1-7 0,-1 4 12 15,2-2 1-15,-1 2 2 0,-1 6-12 0,-2 1-54 16,2 2 12-16,-1 1-20 0,1 1 44 0,3-2 46 0,3 0 0 16,3 1 18-16,-6 1 18 0,6 0 15 0,0 2 11 15,-4 0 3-15,8 0 56 0,-2 0 5 0,5 0-8 16,5 0 4-16,-3 0-23 0,-5 0 5 0,-6 0-6 16,3 0 1-16,-4 0-36 0,1 0-15 0,-2 0-2 15,-3 0-3-15,-1 0-7 0,-1 0 4 0,2 0-2 0,-3 0 5 16,1 0 19-16,0 0-7 0,-2 0 7 0,-1 0-9 15,1 0 0-15,0 0-10 0,-2 0 4 0,0 0-5 16,-2 0 6-16,0 0-7 0,-1 0 0 0,-1 0-2 16,-24 7-4-16,4 1-3 0,0 1-1 0,2 0-2 15,3 1-1-15,-3 1 0 0,3 0 1 0,3-2-1 0,4-1 4 16,3-1 0-16,4-3 5 0,-1 5-1 16,-1 0 19-16,1 1-7 0,2-3 4 0,2 1-3 0,2-3 12 15,0-1-3-15,0 0-1 0,2-1-2 0,2-1-10 16,24 13-5-16,0-8 0 0,0-5-2 0,1-4-7 0,3-1-2 15,3-5 2-15,-3-1 0 0,1-2 4 0,2 0-7 16,1-2 0-16,-1 2-1 0,-2-1 13 0,-1 3-9 16,-2 2 7-16,-1-1-7 0,-1 1 13 0,-2 3 4 15,0 2-5-15,-2 2 5 0,0 0-9 0,2 2 5 16,0 4-4-16,-1 1 3 0,-1 1-11 0,2 3 0 16,0 2 3-16,-4-2-1 0,0 2 8 0,0 0 5 15,-9-4-4-15,4 2 4 0,-6-3-14 0,-7-6 12 16,2 1-5-16,-3-1 7 0,-1-2-5 0,2 4-4 0,-2 0 2 15,-2-1-2-15,-2 1 0 0,-2-2-6 0,-22 7 1 16,-13-1-2-16,0-7 0 0,-2-1-69 0,1-1-1 16,-1-1-33-16,0-2-91 0</inkml:trace>
  <inkml:trace contextRef="#ctx1" brushRef="#br0" timeOffset="54327.81">28607 9567 674 0,'0'-2'23'0,"0"0"16"16,-2 0 10-16,0 1-36 0,0-1-5 0,0 0-8 15,1 0-9-15,-1 0 9 0,-2 2 4 0,0 0 1 0,2 0 2 16,-7 0-1-16,2 2 1 0,-1 2 2 0,-1-1 34 0,0 3-3 16,1 0 6-16,3-3-6 0,-1 5 2 0,1 3-10 15,-1-6-1-15,4 7-4 0,0-3 0 0,-1-4 13 16,-3 3 6-16,4-4-1 0,2-3-1 0,0 1 15 16,0 0-12-16,-2 2 11 0,2-2-20 0,0 0-8 15,0 1-2-15,0 1-3 0,0 0-13 0,2-2-2 16,0-1 0-16,0 1 0 0,2-2 6 0,3 0 2 15,10-2 5-15,-2-1-3 0,3-5-5 0,-3 1 2 16,0-2-8-16,-4 1 6 0,-2 1-11 0,1-3 0 16,-5-4 1-16,-1-3-1 0,0 2-2 0,5 4 4 15,0-4 1-15,-5 6 2 0,0-1-2 0,-3-1-26 0,-1 8-20 16,0 1-4-16,0-2-66 0,0 0-57 0,-1 2-13 16,-1 1-21-16,-2-1-104 0</inkml:trace>
  <inkml:trace contextRef="#ctx1" brushRef="#br0" timeOffset="54617.33">28843 9532 909 0,'-2'-2'73'0,"0"0"1"15,0 0 10-15,0-2-15 0,2 3-14 0,-2-7-34 16,0 3-15-16,2 3-6 0,-1-2 0 0,-1 0-17 15,0 1 6-15,0 1 0 0,0 0 3 0,0 2 11 0,2 0 5 16,0 2 1-16,0 0 0 0,-2-1-3 0,2 1 11 16,-5 15 2-16,-1-2 3 0,1 2 8 0,1-6 13 15,0-2-6-15,1 0 10 0,1-3 8 0,2-2-13 16,-2 3 8-16,2-5-11 0,-2 3-2 0,2 1-2 16,0-2-3-16,0 1 0 0,2-1-18 0,2 0-9 15,20 12-1-15,5-3-1 0,-3-5 4 0,8-3-3 16,5-1-2-16,4-2-5 0,7-2-54 0,0 0-143 15,2-4-52-15</inkml:trace>
  <inkml:trace contextRef="#ctx1" brushRef="#br0" timeOffset="56440.94">21380 11396 232 0,'-1'0'11'16,"-1"0"2"-16,-2 0 10 0,-3 0-11 0,-18-2 7 15,11 2-7-15,-5-2 27 0,6 2-5 0,4 0 13 16,-15-2 14-16,5 2 14 0,-1-2-7 0,1 1 5 0,12 1-25 15,1 0 18-15,2 0-5 0,1 0 7 0,-1-2-22 16,0 0-24-16,1 0-4 0,1 0-6 0,0 0-12 16,2 0 4-16,2 1 5 0,1 1-2 0,23-10 5 15,10 1-8-15,-1 3-1 0,0 3-1 0,0-1 7 0,-1 2-7 16,-4 0 4-16,-6 2-6 0,2 0-3 0,-6 0 28 16,1 0 2-16,1 2 11 0,-2 0 2 0,1 0-5 15,-3 0-9-15,-1 0 5 0,-2-1-9 0,-2 1 3 16,-2 0-2-16,0 2 2 0,-2-2-6 0,-1 0-5 15,-1 1 9-15,-5-3-8 0,0 0 9 0,2 4-2 16,-1 0-5-16,1-1 4 0,-2 1-12 0,-2 0 4 16,0 1-3-16,0 5 3 0,-2-3-5 0,-2 4 7 15,-1-1-7-15,-3-1 4 0,-3 4-17 0,-9 0 8 0,-2 4 2 16,-1 1 3-16,-1 4 1 0,-2 6-9 0,-5 2 1 16,1 3-1-16,-5 5 3 0,-3 4 0 0,1-1-4 15,-2 0 2-15,6 2 2 0,1-8-3 0,6-2 3 16,4-3-4-16,-2-2 3 0,5-4 1 0,-1-5-3 0,1-1 2 15,6-5-2-15,2-4-3 0,6 3 4 0,1-5-2 16,0 0 8-16,2 3-1 0,-3-3 2 0,1-1 0 16,2-1 2-16,2-3-3 0,0 0 0 0,0 2 0 15,2-1 7-15,0 1-9 0,9 4 2 0,24 5-6 16,3-8-6-16,4-5 13 0,6-2-4 0,-10-5 9 16,8-1-6-16,-7 1-2 0,-4-2-3 0,-1 1 1 15,-6 1-1-15,1-1 0 0,-3 3 3 0,-2 1-2 0,-3 2 2 16,-8 0-5-16,-2 1 3 0,-2-1-3 0,-1 2 5 15,-3 0 3-15,1 0-5 0,-4 0 4 0,1 0-8 0,1 0 7 16,0 0 2-16,-2-2 2 0,0 2-1 0,-1 0-19 16,1 0-12-16,0 0-4 0,-2 0-44 0,0 0-23 15,0 0-3-15,-2 0-12 0,0 0-44 0,1 0-29 16,-1 0-4-16,0 0-7 0,0-2-9 0</inkml:trace>
  <inkml:trace contextRef="#ctx1" brushRef="#br0" timeOffset="57098.27">21835 11994 132 0,'0'0'63'0,"0"0"-8"0,0 0 63 0,0 0-15 15,0 0 2-15,0 0-68 0,0 0-11 0,0 0 13 16,0 0-9-16,-2 2 37 0,1-1-19 0,-1 1-5 16,2 0-3-16,-13 17-1 0,2-4-1 0,1-1 10 0,-1 3-10 15,2 0-2-15,0 0-1 0,3-4-5 0,2-4 6 16,1 2 14-16,1-2-3 0,0 1 8 0,2-5-6 15,0-1 9-15,0 0-17 0,0-3 0 0,2 3-5 16,0 0-2-16,1 0-9 0,9 1 2 0,6 1-5 16,3-3-11-16,-1-3-1 0,0-1 0 0,-7-1 1 15,-2-2 8-15,1 0-9 0,-3-1 0 0,-5 3-4 0,-1-4-3 16,7-7 6-16,-5 0-3 0,1-2 4 0,-4 2-8 16,-2-3 2-16,-2 1 4 0,-2 2-2 0,-2-2 1 0,-1 2-7 15,-2-2-1-15,1 6-1 0,-7 1-1 0,1 3 2 16,1-1-7-16,5 1 5 0,1 1-14 0,5 0-2 15,0 2 0-15,0-1-2 0,2 1-7 0,-2-2 17 16,0 0-6-16,1 1 11 0,1 1 0 0,1-2-4 16,11-1 5-16,25-1-6 0,0-1 9 0,9-3 2 15,-3-1 0-15,0 2 1 0,-4-2-4 0,-2 1-1 16,-6 1-1-16,-6 2 2 0,-1 3 8 0,-9 2-4 16,-4-2-1-16,-4 1-1 0,-1-1-3 0,-4-3 5 15,1 1 4-15,1 0-1 0,2-3-1 0,-3 2 5 0,1-1-10 16,-2 1 7-16,-2 1-4 0,0 1-1 0,0 3 7 15,0-2-7-15,-2 1 7 0,0 1-9 0,0 0 2 16,-1 0-5-16,-16-4 6 0,2 5 3 0,-1 1 2 16,5 3 0-16,0 3 5 0,0 1-11 0,5 4 1 0,-3 10-3 15,4 3 7-15,1 0-2 0,-1 0 2 0,-3 6-3 16,5 0 3-16,1-1 1 0,0-1-4 0,-14 0 2 16,7-2-7-16,3 2 8 0,5 0 2 0,1 0 2 15,2-2 3-15,0-2 1 0,0 0-2 0,0 2 1 16,0 2-5-16,0 3 1 0,0 1 0 0,0-1 0 15,2 1-6-15,-2-1 5 0,0 1-2 0,0 5 3 16,-2-2-2-16,-2-1 1 0,0-1 0 0,-1-3 2 0,-1-6 3 16,-1-3-8-16,-3 1 2 0,3-7-4 0,-4 1 0 15,0 1 9-15,0 0-10 0,1-4 9 0,-1 4-10 16,6-10 3-16,-1 0 2 0,-1-1-2 0,-8 5-13 0,9-7-51 16,-5 3-5-16,2-3-17 0,1-2-38 0,1-2-72 15,3 0-1-15,0 0-34 0,1 0-82 0</inkml:trace>
  <inkml:trace contextRef="#ctx1" brushRef="#br0" timeOffset="57249.02">21848 12423 223 0,'0'0'66'0,"0"0"18"0,0-2 59 16,0 0 3-16,0 0-40 0,0 0 11 0,0 0-10 16,0 1 9-16,2-3-28 0,0 0-24 0,4-1-15 15,21-7-2-15,5 1-46 0,5 4 6 0,-7-2-1 16,7 1 1-16,-4 1-3 0,-1 1-28 0,1 2-28 15,-7 3-10-15,0-3-156 0</inkml:trace>
  <inkml:trace contextRef="#ctx1" brushRef="#br0" timeOffset="57595.67">21009 11671 998 0,'0'0'72'0,"0"0"-4"0,0 0-1 0,0 0-11 16,0 0-22-16,0 0-21 0,0 0 45 0,2 0-6 15,2 0 15-15,11 2-17 0,24 1-28 0,7 3 3 16,0-2-13-16,8-3-10 0,-2 1 6 0,-4 0 2 16,1-2 1-16,-7 0 7 0,-3 0-6 0,2-4-16 0,0 1-3 15,2-3-115-15,0-3-198 0</inkml:trace>
  <inkml:trace contextRef="#ctx1" brushRef="#br0" timeOffset="58091.67">23089 11630 1182 0,'0'0'17'0,"-2"-2"27"15,0 0-26-15,2 0-22 0,0 0 2 0,0 1-10 16,2-1 4-16,0 2 8 0,-1 0 0 0,22-2 4 16,1 2 2-16,-2 2-23 0,-1 0-15 0,-5-1-6 15,-1 3-66-15,-4-2 15 0,-1 0-1 0,-3 0 9 16,-3-2 28-16,-2 0 21 0,1 2 11 0,1-1 1 15,-2 1 20-15,0 0 5 0,0 0-9 0,-2 2 7 0,0-1-3 16,0 1 15-16,-2 0 12 0,0 0 1 0,-2-3 22 16,2-1-21-16,-7 6-7 0,-2 1-5 0,5-3-14 15,1 0-6-15,1-2 5 0,2 3-6 0,-2 1-2 16,-3 3 4-16,1 0-2 0,5-3 4 0,-1 5 0 0,2-2 9 16,0-5-4-16,0 2 6 0,2-3-9 0,3 1-27 15,21 7-66-15</inkml:trace>
  <inkml:trace contextRef="#ctx1" brushRef="#br0" timeOffset="58732.21">24572 10863 694 0,'-2'0'20'0,"0"-2"-3"0,1 0 23 16,-1 0-11-16,0 1 5 0,0-1-31 0,0 0-7 16,0 0 4-16,0 0-7 0,2 0 0 0,0 0 12 15,0 1-1-15,2-1 13 0,0 0 61 0,0 0-16 16,0 2 19-16,13-6-21 0,3-1 16 0,-1 3-38 15,0 1 8-15,-1 1-20 0,-3 2-4 0,0 0 1 16,-1 0-1-16,-5 2 1 0,0-1-6 0,-3 1 1 0,2 2-1 16,-3 0 1-16,5 5-4 0,3 11-2 0,-4 1 4 15,-3 3-4-15,-4-2 0 0,-2 4-6 0,-3 0 1 16,-3-2 0-16,-3 6 7 0,-2-2-8 0,-2-2 0 16,0 0-2-16,-3 2-1 0,1-4-1 0,0 0 2 0,1 0-1 15,3-5 13-15,11-3-11 0,-13 1 6 0,6-2-7 16,-1 2 7-16,7-1-2 0,1-1 1 0,0-2-2 15,-7-2-1-15,3-1 7 0,2-1 0 0,3-2 4 16,1-1 9-16,0 0-6 0,0-3-3 0,1 1-2 16,1 0-13-16,9-2 8 0,12-1-5 0,-1 14 5 15,-2-5-14-15,3-3 3 0,-1-3 4 0,-2-2-1 16,1-2 5-16,-3 0-9 0,1 0-1 0,-2-2-2 0,-2 0 11 16,-1-2-5-16,-2 0-9 0,-1 1-3 0,-4 1-59 15,-5 2-44-15,2-2-5 0,-1-2-19 0,-1 1-67 16,0-1-52-16,-2 0-36 0</inkml:trace>
  <inkml:trace contextRef="#ctx1" brushRef="#br0" timeOffset="59142.92">24485 11270 451 0,'0'0'71'0,"-2"-2"114"0,2 0-113 0,0 0-36 0,0 0-3 16,0 0-12-16,0 0-14 0,2-1 17 0,2-1-5 15,14 0 6-15,12 2-23 0,0-3 3 0,1-3-1 16,3-12 1-16,-1 7 0 0,0 6 2 0,-1 3-7 16,1 0 5-16,1 2-1 0,-1 0-6 0,1 2 2 0,1 0-3 15,-3 0 1-15,-3 0 0 0,-1 0 5 0,-8 0-3 16,-5 0 12-16,-5 0 30 0,-1 0-8 0,-2 2 15 16,3 2-8-16,-3 0-12 0,-3 1 5 0,11 18-10 15,-6-3-6-15,-4 6-8 0,-3 0-3 0,-2-2 1 16,-2-3-9-16,-1-3 5 0,-3 1 1 0,2-3 5 15,1-1 25-15,1-2 14 0,0-3 6 0,0-1 1 16,2-2 3-16,0-3 3 0,0 0-12 0,0-1 7 16,2 1-24-16,2 0-8 0,12 5 0 0,10 0-5 0,0-5-10 15,4-4 3-15,-8 0 1 0,-1-4 1 0,1-1 1 16,-3-3-4-16,-1 1 3 0,-3 0-2 0,-4 1 7 0,-5 2-4 16,-2-1 5-16,5-8-4 0,0-2 20 0,-3 2-21 15,-3 0 3-15,-1-2-10 0,-2 2-5 0,-3-2 3 16,-5-3-3-16,1 5 2 0,1 3-9 0,-16 1-54 15,-4 5 0-15,-8 1-23 0,3-16-44 0,-12 6-87 16,2 11-31-16,-1 8-30 0,-7 3-225 0</inkml:trace>
  <inkml:trace contextRef="#ctx1" brushRef="#br0" timeOffset="59570.14">22606 11790 1094 0,'-2'-2'7'0,"0"0"66"16,0 0-19-16,0-2 32 0,1 1-80 0,1-1 4 16,0 0-7-16,1 0 8 0,20-9-5 0,33-7 25 15,3 5-8-15,1 4 12 0,-1 2-8 0,-1 1-8 16,-2 1 3-16,-8-1-7 0,-1 1-9 0,-6 3 4 15,-2 1-6-15,-2-1 6 0,-5 0-10 0,-2 2 8 16,-4 0-2-16,-5 2 2 0,-1 0-10 0,-1 0 13 0,-2 0-2 16,0 0 5-16,-6 0-8 0,-2 0 9 0,-3 0-9 15,0 0 7-15,-1 0-40 0,1 0-28 0,0 0-10 16,-2 0-8-16,0 0-61 0,-2 0-90 0,0 2-18 16</inkml:trace>
  <inkml:trace contextRef="#ctx1" brushRef="#br0" timeOffset="59711.57">23018 11821 163 0,'-2'2'55'0,"0"0"75"16,-1 0-40-16,-5 1-28 0,1 3 8 0,3-1-15 16,2 7 13-16,-5-3 14 0,3-2-4 0,2-3 7 15,0 5-15-15,2-5-1 0,0 0-2 0,2-1 0 0,2-1-19 16,26 15-25-16,-1-8 6 0,9-3-11 0,0-6 3 16,5-4-14-16,5-1-33 0,3-1-2 0,6-1-193 15</inkml:trace>
  <inkml:trace contextRef="#ctx1" brushRef="#br0" timeOffset="60174">24166 11751 409 0,'-80'7'66'16,"65"-5"-6"-16,-15 2 42 0,2-1-3 0,8-1-8 15,-1-2-13-15,8 0-18 0,2 0-4 0,2 0-5 16,5 0-25-16,1 0-32 0,-1 2 10 0,2 0-15 15,0 0 32-15,2 0 2 0,0-1-5 0,2 1 2 16,11 2-12-16,32 7 5 0,8-2 3 0,12-3-2 0,10-2-2 16,8-1 4-16,3-1-2 0,-5-2 5 0,3-2 17 15,1-3 15-15,8-1-4 0,13 2 5 0,2 1-19 16,10-1-5-16,-2 0-3 0,-9 1-1 0,3 1-7 0,-4-4 5 16,7 3-7-16,6-1 5 0,1-2-15 0,-1 3 6 15,-11-3 6-15,-8 2-2 0,-7-1 3 0,-6-1-5 16,4 1-1-16,-13 1-1 0,-9-2-7 0,-11 3 4 15,-18-1-5-15,-10 0 6 0,-6 0 2 0,-13 3 6 16,-3-1 0-16,-4 0 0 0,-1 0-5 0,-1 0-22 16,0 0-12-16,-2 0-7 0,-2 1-76 0,-29-11-62 15,-23 3-43-15,-15 7-17 0,-5 6-241 0</inkml:trace>
  <inkml:trace contextRef="#ctx1" brushRef="#br0" timeOffset="60486.56">24305 12335 1215 0,'-2'-1'10'0,"0"-1"13"0,0 0 6 0,-1-2 4 15,-1-3-22-15,2 1-14 0,0-1-1 0,2 3-3 0,0 2 8 16,0 0-8-16,0-1 5 0,0-1-8 0,0 2 1 15,0 0 3-15,0 0 2 0,0 2 1 0,0 0 21 16,-2 2 6-16,0 0 2 0,1 2 0 0,-14 20-6 0,-2 6 3 16,-3 3-14-16,-1 4 10 0,1 2-20 0,-1 4 4 15,1 3 6-15,-2 2-2 0,5-5 0 0,-2 4-6 16,6-7 1-16,4-4-2 0,0 1 4 0,3-6 1 16,2-6 4-16,3 1-3 0,-1-10 0 0,2-1-9 15,0-4-14-15,2-1 0 0,1-1-74 0,1-2-87 16,0-1-14-16,5 1-35 0,15 6-179 0</inkml:trace>
  <inkml:trace contextRef="#ctx1" brushRef="#br0" timeOffset="60681.45">24533 12629 945 0,'0'-2'62'0,"0"0"102"15,2 0-67-15,0-2-38 0,2 1 9 0,22 1-22 16,7-7-9-16,8-3-16 0,3 3 2 0,3 0-7 15,1 3-7-15,-1 3-5 0,-5 1-4 0,1 0 2 16,-2 0 7-16,-6-18-5 0,0 7 9 0,-5 5-10 16,-8 4 4-16,-1 3-42 0,-5-1-7 0,-6 2-16 15,3 0-53-15,-4 0-58 0,-7 0-7 0,5 0-18 16,-3 0-55-16</inkml:trace>
  <inkml:trace contextRef="#ctx1" brushRef="#br0" timeOffset="60906.01">24966 12343 571 0,'0'0'92'0,"0"0"144"0,0-2-110 0,-2 0-70 15,2 0 7-15,0 2-32 0,0 0-29 0,0 0 21 16,0 0 0-16,0 2 10 0,-2 0 13 0,2 0-9 16,-9 18-3-16,0 4 0 0,-1-3-4 0,-1 3-18 15,0 2 7-15,0-2-12 0,-2 6 1 0,2-1 1 16,-2 3-6-16,2 1 4 0,-1-1-7 0,1 0 2 0,0 1 0 15,4-7 0-15,-1 2-5 0,3-6-56 0,1-3 0 16,2 1-22-16,2-7-23 0,0-2-54 0,2 2-21 16,0-7-21-16,0-2-159 0</inkml:trace>
  <inkml:trace contextRef="#ctx1" brushRef="#br0" timeOffset="61218.11">25603 12350 754 0,'0'-2'60'0,"0"1"27"0,0-3 54 0,0-13 3 16,0 0-64-16,0 4-36 0,0 2-7 0,0 2-6 0,0 3-13 15,0 3 3-15,0-3 0 0,0 2 2 0,0 1 5 16,0-1-10-16,0 0-4 0,0 2-2 0,0 1-8 16,0-1 24-16,0 2-7 0,-2 0 11 0,0 2-21 0,0-1 8 15,-3 9-1-15,-12 21 2 0,2 5 0 0,0 1-10 16,-2 9 6-16,1 2-7 0,-3 8 7 0,-1 5-5 15,-1 8-8-15,-1 0 3 0,2-1-9 0,1-8 10 16,0-6-1-16,3-8 4 0,1-5-10 0,2-2 6 16,2-7-4-16,0-1 4 0,-1-1-6 0,3-2 7 15,0-1-6-15,3-2 5 0,1-3-3 0,1-5-2 16,0-4 8-16,2-2-7 0,1-2-2 0,1-5-52 16,0-2 5-16,0 1-21 0,0-1-15 0,0 0-92 0,0-2-21 15,0 0-33-15,1-2-162 0</inkml:trace>
  <inkml:trace contextRef="#ctx1" brushRef="#br0" timeOffset="61636.78">25584 12233 1290 0,'0'-2'9'0,"0"-1"2"0,0-5 11 15,0-5-12-15,0 4-4 0,4 0-2 0,0 3-6 16,16 2 2-16,8 1-2 0,1-16 1 0,-6 10 0 16,3 3-5-16,-4 6 5 0,2 2-4 0,-7 0 8 0,-10 0-5 15,1 2 4-15,-6-4-3 0,-1 0 11 0,5 7-5 16,1 4 1-16,-3 0-3 0,-2 0 10 0,-2-3-8 16,-2-1 6-16,-2 1-7 0,3-3 1 0,-3 1-1 15,0-1-5-15,0 1 3 0,1-2-2 0,-5 1-1 16,3 3 0-16,-1-1-1 0,2-1-6 0,-1 3 5 15,1 2-5-15,4 0 6 0,0 2 0 0,4 2 1 16,3 2 3-16,6 1-2 0,-9 1-8 0,15-2 11 16,1 1-3-16,0-1 7 0,-3 0-9 0,-8-3 13 0,-3 1-10 15,5 0 12-15,-5-4-4 0,-3 0 13 0,-3 2 1 16,-1 2 2-16,-7-4-8 0,-10-1-3 0,-20-1-3 16,-2-2 0-16,4-1-5 0,-3-4 2 0,4 0 0 15,3 16 0-15,5-7-4 0,3-5-2 0,3-4 2 0,4-2-2 16,6 0 2-16,6 0-12 0,-1 0-8 0,2-2-3 15,1 0-28-15,1 0-20 0,0 0-17 0,2-1-7 16,2-3-106-16</inkml:trace>
  <inkml:trace contextRef="#ctx1" brushRef="#br0" timeOffset="62100.01">26544 12098 1011 0,'-2'0'29'0,"0"-2"0"0,0 0 31 16,1 0-25-16,-1 0 11 0,-2 0-48 0,0 2 2 15,1 0 0-15,-10 2 2 0,-8 6 9 0,3 3 18 16,-3 4 0-16,1-8 5 0,-1 17 1 0,-1 0-6 16,-4 4 8-16,-2 0-7 0,0 2 8 0,2 1-3 15,0 1 6-15,-1 0 0 0,2-5 26 0,1-4-34 16,0-1 4-16,4-5-15 0,1 1-5 0,4-5-6 0,-1-2 3 15,6-3-3-15,3-5 1 0,5 1-11 0,0 0 5 16,-2 0-5-16,3-1 11 0,-1 1 2 0,0-2-7 16,2 0 5-16,0-2-6 0,2-2-6 0,0 0 0 15,5-7-2-15,10-19 2 0,7-4 4 0,4 1-3 16,3-1 1-16,-1-1-4 0,0 3 6 0,-2 0 2 0,1 1 0 16,-1 1-1-16,-4 0-9 0,2 0 4 0,-4 4-7 15,-1 7 7-15,-3 8-2 0,-8-2-1 0,-1 7-1 16,-2 0 3-16,3 1-7 0,-3-3 6 0,1 2-7 15,-1 3 9-15,-3 1 5 0,3 1-4 0,-1 3 3 16,3 7-4-16,2 10-2 0,-2 3 7 0,-3 2-5 16,-2 0 5-16,-2-2 0 0,-1 4-8 0,-1-4 5 15,2 2 1-15,0 0-2 0,0-2 2 0,2 0-3 0,-2-1-1 16,-1-7 5-16,1 3-4 0,0-6 5 0,0-2-6 16,0 0-18-16,-2-2-16 0,0-5-6 0,2 5-82 0,-2-3-75 15,0 1 23-15,0-1-40 0,0-2-3 0</inkml:trace>
  <inkml:trace contextRef="#ctx1" brushRef="#br0" timeOffset="62487.94">26204 12476 139 0,'0'0'43'0,"0"0"-4"0,0 0 27 16,0 0-1-16,0 0-8 0,0 0-28 0,0 0 41 16,0 0-10-16,0 0 24 0,0 0 11 0,2 0 29 0,0 0-7 15,4-1 10-15,23-9-34 0,6-1-47 0,1 0 0 16,5-2-17-16,-1 0-7 0,5 0-13 0,-2 2 7 15,-4 2-10-15,0-1 10 0,-2 3-5 0,0 0 5 16,-5 1-2-16,-3 2 13 0,-5 1-11 0,-3 1 3 0,-3 0-5 16,-3 2 2-16,-4 0 2 0,2 0-5 0,-5 0 6 15,-1 0 5-15,-5 0 4 0,0 0 0 0,2 4-2 16,3 5-13-16,2 9 0 0,-3 1 2 0,-4 0-1 16,-2 1-3-16,-4 2-5 0,-3 0-4 0,-1 1 1 15,-1-1-1-15,3-3-1 0,1-1 5 0,1-5-3 16,0 2 11-16,1-2 20 0,3-7-12 0,0 7 13 0,0-10-14 15,0-1 4-15,0 2 2 0,2 0-3 0,-1-3-12 16,3 1 5-16,2 0-5 0,10 2 6 0,3-4-5 16,-2-2-1-16,-1-5 3 0,3-5-5 0,-2 1-8 15,-3 8 4-15,-2-18-3 0,-1 1 4 0,-6-3-5 0,-1 3 0 16,0 0 5-16,11-3-3 0,-4-1 6 0,-6 2-2 16,-3-2-1-16,-2 5 0 0,-2 1-4 0,-1 3-29 15,-3 2-6-15,0 4-12 0,-1-1-64 0,-2 7-87 16,-10 1-18-16,2-9-33 0,3 3-163 0</inkml:trace>
  <inkml:trace contextRef="#ctx1" brushRef="#br0" timeOffset="62838.21">27389 12254 1252 0,'-2'0'48'0,"0"-2"-8"0,-3 0 3 0,-12-5 12 0,-2-1-25 16,3 3 10-16,8 3-17 0,1 0 3 0,3 0-10 16,0 0-8-16,1 0-9 0,-1 0 1 0,2 1-2 15,0 1 7-15,0 0-6 0,2 0 2 0,0 0-3 16,0 0 2-16,0 0 5 0,0 1-5 0,0 1 5 16,0 2-10-16,0 0 9 0,-2 7 1 0,-3 4 5 0,-3 3 6 15,-1 1-5-15,-2 1 0 0,0 1-2 0,0-1 3 16,0 2-10-16,-1-3 6 0,3-2-6 0,2-1 5 15,1 1 12-15,1 0-9 0,1-4 10 0,2 2 1 16,2-2 1-16,0-2 6 0,2 0-4 0,2 0 11 0,-1-4-12 16,1 1 4-16,22-3-6 0,2-1-1 0,5-2-8 15,-1 17 3-15,3-8-5 0,-1-6-6 0,5-5 4 16,-2-3 0-16,0-5 2 0,0-1-7 0,-6 0 4 16,1-3-7-16,-6-1-2 0,-2 0-80 0,-2 0-179 15,1 0-85-15</inkml:trace>
  <inkml:trace contextRef="#ctx1" brushRef="#br0" timeOffset="63734.89">29327 11286 284 0,'0'-2'8'0,"2"1"-4"0,0-3 18 16,4-15 3-16,-1-7 4 0,1 4 53 0,-3 0-40 15,-1 1 32-15,-2 3-36 0,0-3 31 0,-2 1 8 16,-3 1-9-16,-3 5 7 0,3 6-28 0,-3 6-22 15,-16-1 0-15,-2-14-8 0,-3 6-5 0,-5 7-7 16,1 6-1-16,-10 9-2 0,4 4 2 0,4 3 0 16,-2-16 6-16,9 21-3 0,2 6 1 0,3-6 7 15,5 1-3-15,7 3 6 0,3-8 9 0,-7 3 6 16,6-1 2-16,4-1 1 0,5 2 0 0,1-5-8 0,5 4-3 16,3-3-1-16,4 1-12 0,-3 3-3 0,16 0 0 15,0 2-3-15,-2 2-9 0,-6 0 10 0,1 2-2 16,-8-4 6-16,-4-1-5 0,3-5 6 0,-8-3 1 15,9 0 2-15,-6-4 14 0,-3-2-3 0,-2-1-1 0,0-4-1 16,-5 3-3-16,-18-5-7 0,-8 3-2 0,-8 1-2 16,-8-4-5-16,-3 0 0 0,-2 24 5 0,0-15-5 15,6-6-5-15,3-3 9 0,2 0-9 0,6-2 8 16,3 0-9-16,6 0-2 0,4 0 5 0,7 0-4 16,2 0 5-16,10 0-12 0,1 0-1 0,-2 0-6 15,2 0-14-15,0 0-24 0,2-2-10 0,2 0-7 0,0 2-68 16,37-20-49-16,4 3-37 0</inkml:trace>
  <inkml:trace contextRef="#ctx1" brushRef="#br0" timeOffset="65087.33">29661 10961 1001 0,'0'0'58'0,"0"-1"-3"0,-1-1 1 15,-1-2-1-15,0 0-20 0,0 1-14 0,2 1-16 16,-6-2-3-16,3 2-3 0,-3-2-9 0,1 3-1 16,-1-1 8-16,-5 0-5 0,0 2 8 0,-4 5 0 0,-2 7-1 15,2 6 1-15,0 17 0 0,1 1 4 0,-3 1 1 16,0 2 3-16,-1 2 1 0,-3-1-3 0,-1-1-1 16,0-7 1-16,1-2 3 0,3-2 7 0,1-1 6 0,0-1 0 15,1-1 12-15,3-5 4 0,3-3-4 0,3-1 3 16,3-1-19-16,2-2-6 0,-1 0-6 0,1-2 3 15,-6-1 4-15,3-3-5 0,1 1 5 0,2-5-5 16,2 1 10-16,-2 0 1 0,2-1 3 0,0 1-2 16,0-2-6-16,2 0-7 0,0-2-2 0,2 0 1 15,1 0 5-15,14-8-6 0,-1-1-1 0,3-4-2 16,1-2-1-16,0 12-2 0,4-16 2 0,-3 2-3 16,-1-1 2-16,4 1 0 0,-4 0 5 0,6 1-4 0,-2-1 3 15,-7 2-4-15,-5 0 0 0,-4 6 0 0,1 3-1 0,-2 3 1 16,0 1-6-16,-1-4 4 0,-6 6-11 0,1-2 9 15,1 0 0-15,0 1 2 0,-2 1 2 0,0 0 2 16,-1 1 1-16,-1 1 1 0,0 2-4 0,0 3 0 16,-1 10 0-16,-3 0-1 0,2-4-5 0,0-2 7 15,2-2-5-15,0-1 7 0,0-3 4 0,0 1-8 16,0-2 6-16,0-1-7 0,2 1 5 0,2 0-3 16,-1-1 2-16,7 3-2 0,5 1 8 0,5-1-4 15,2-2-4-15,-1-4 2 0,-1 0 2 0,-5-2 2 16,5-2-2-16,-1-1 0 0,0-3-3 0,1-1-1 0,-3 0 4 15,-1-1-4-15,1-1 3 0,0 0 0 0,-2 0-3 16,-4 9 2-16,2-11 3 0,-2 2-5 0,0-4 2 16,0 0-4-16,-3 4 2 0,-1 0 2 0,-1 3-2 15,-3 3 0-15,1 3 5 0,-4 0-12 0,0 0 9 0,4-1-10 16,0-1 8-16,-3 2 1 0,1 0-3 0,0 2 2 16,0 0-4-16,-2 2-1 0,0 0 5 0,0 2-1 15,-2 9 7-15,-2 3-6 0,1-1 0 0,-1-2-2 16,0-4 7-16,1 1-7 0,-1-1 1 0,2-2-4 15,0 1 7-15,2-3-3 0,0 1 2 0,0 0-2 16,0-3 3-16,0-1 5 0,2 2-9 0,0 0 6 0,2-1-6 16,-1-1 6-16,16 7-3 0,-2-3 4 0,3-4-5 15,-2-2-1-15,3 0 4 0,-1-2-3 0,1-2 3 16,-1-1 1-16,-1-3-1 0,1-1 0 0,-1 0-3 16,-3-1 1-16,-3 1 1 0,-1 0 1 0,1 3 4 0,3-9-5 15,-3 1 2-15,4-5-3 0,-4 4-3 0,2-2 5 16,-4-1-3-16,-4 3 6 0,5 4-6 0,-5 0-3 15,0 3-2-15,1 6 0 0,-4 1-4 0,-3 1 9 16,3-2-6-16,0 0 6 0,0 0-3 0,-1 0 3 16,-1 2 2-16,0 2-1 0,-2 0 1 0,0 2 0 15,-6 18-1-15,-3-2 0 0,-2-1-9 0,0-2 8 16,0-1 0-16,1-3 2 0,7 0 3 0,-8-2-7 16,1-1 1-16,5-5-3 0,1 3 13 0,2-5-11 0,-2 3 7 15,4-4-10-15,-1 2 5 0,1-3 2 0,-2 3 1 16,0 0 3-16,2 0-4 0,0-3-1 0,2 1 0 15,0 0 0-15,7 0 3 0,17-2 0 0,-2-2-5 16,-5-2 2-16,1-1-4 0,6-4 6 0,-4 1 0 16,6-3 2-16,-4 2-12 0,-3 1 7 0,-1 3-1 0,-9 1 3 15,-1 2-2-15,-5 0-2 0,-1 2 2 0,0 0-1 16,-1 0 5-16,1 0-7 0,0 0 3 0,-2 0-4 16,-1 0 3-16,1 2 2 0,0 0-1 0,-2 0 3 15,0 0-5-15,0 0 2 0,0-1-1 0,0 1 3 16,0 0 0-16,2 0-4 0,0 0 3 0,2 0-2 0,3 0 4 15,13 3 3-15,5-3-6 0,2-2 3 0,1 0-13 16,4-4 10-16,-1 1-1 0,5-3 4 0,-1 0-10 16,4 1 7-16,0-1-1 0,0 1 4 0,2-1 4 0,0 1-7 15,-2-1 1-15,-2 0-2 0,-4 1-1 0,-1 1 3 16,-4-1-1-16,-6-1 3 0,6-3 8 0,-6-1-10 16,0-1 6-16,0-4-7 0,-1 8 7 0,-1-21-2 15,-1-3-4-15,-1-8 2 0,-5 0-1 0,0-8 0 16,0 3 4-16,0-1-4 0,0 1-5 0,2 5 7 15,-4-2-6-15,1 5 7 0,-3 3-5 0,-2 1 2 16,-1 5 4-16,-4 2-4 0,0 3-4 0,-1 4 2 16,11 3 2-16,-5 4 1 0,-3 1-2 0,-2 5 4 15,-2 1-8-15,1 0 6 0,-1 1-8 0,0 1 5 0,0 0 1 16,0 2 1-16,-1 0-7 0,-1 2 5 0,-2 1-4 16,-7 23 4-16,-6 8-1 0,2 5 4 0,-1 5 0 15,3 7 1-15,-2 2-3 0,9 7 3 0,1-3-4 16,3-3 2-16,-24 0-11 0,15-7 9 0,7-5 0 0,4-5 4 15,2-5 4-15,3-6-6 0,1 0 4 0,1-2-5 16,1-5 0-16,-1-3 4 0,-1-3-6 0,1-2 5 16,-1-1-2-16,-1-3-2 0,-1-1 6 0,2-1-5 15,5-1-1-15,-2 3 4 0,2 1-3 0,-2-4 2 16,-3-3-14-16,0-1-41 0,-3 0-13 0,-1 0-10 16,2-1-61-16,0-3-38 0,-1-4 3 0,5-18-15 15,-8 0-18-15</inkml:trace>
  <inkml:trace contextRef="#ctx1" brushRef="#br0" timeOffset="65238.14">31110 10833 401 0,'-2'0'97'0,"-2"0"128"0,-1 0-104 0,-10 0-59 15,7 0-5-15,5 0-14 0,-1 0 9 0,2 2 24 16,0 0-6-16,2 0 7 0,2 2-28 0,13-3-7 16,31 7 2-16,8-3-6 0,0-3-14 0,7 0-13 15,0 26-5-15,-1-15 1 0,3-7 0 0,-4-6-18 16,1-2-59-16,-3 0-12 0,3-2-421 0</inkml:trace>
  <inkml:trace contextRef="#ctx1" brushRef="#br0" timeOffset="73316.92">2028 4994 24 0,'0'0'5'0,"0"0"0"0,0 2 7 0,0 0 0 0,0-1-8 16,0 1-3-16,0 2 0 0,-2 2 0 0,-2 8 3 15,-1 1-4-15,-1 2-5 0,1 2-1 0,-3 1 2 16,1 2 13-16,-3 2-12 0,-1 2 3 0,0 4-6 16,0-2 11-16,-2 5 0 0,0-1-4 0,-2-4 0 15,-2 5-11-15,3 1 8 0,1-5 4 0,0 1 1 16,1-2 10-16,3-8-16 0,-2 6 0 0,2-5-5 16,-1-3 10-16,1 1-5 0,2-4 11 0,-1 1-10 0,1-1 4 15,-1 0-2-15,1 2-7 0,0 0 6 0,1-1 3 16,0 1-4-16,1 2 3 0,-1 1-2 0,1 0 13 15,-1 5-12-15,2-1-1 0,1 2-6 0,-1 2 3 16,2-2 7-16,0 5-3 0,2-1 5 0,0 3 0 0,0 1-11 16,0 1 8-16,2 0-8 0,0-1 17 0,0 1-11 15,0-7 8-15,0 1-8 0,-1-4 0 0,1-1 13 16,0 0-12-16,2-2 11 0,0 2-12 0,-1 0 3 16,1 1 1-16,0-3 0 0,1 2-3 0,-1 2-2 15,2 0-4-15,-1 2 1 0,1 0 2 0,-3 3 2 16,1 3 6-16,0-1-4 0,0 4-10 0,-1-1 5 15,1 1 2-15,0 3 1 0,1 1 5 0,1 4-1 0,-1-1-7 16,1-3 4-16,0 4 0 0,-1-4-4 0,1-4 3 16,-1 0-4-16,1-5 5 0,1-5 8 0,1 1-2 15,-1-4 4-15,-1 1 5 0,1-1-10 0,-1-2 5 16,1 2-6-16,1 0 12 0,-1 2-9 0,0 2 3 0,-1 2-7 16,1 3-11-16,-1 2 7 0,0 8 0 0,-1 4 3 15,-1-5-4-15,0 5 4 0,-1 1 2 0,1 0 3 16,-2 4 4-16,0-7-13 0,-2-4 1 0,0-4-2 15,0-6 8-15,2 1-2 0,-2-6-4 0,0-4 1 16,0 0 8-16,0-1 131 0,0 1-49 0,-2 0 64 16,0 1-133-16,-2 1-19 0,0 2 0 0,-1 0-4 15,-1 0 6-15,-1 2-2 0,-2-2 6 0,-3 2-5 0,1-1 4 16,-2 3 2-16,-2 0-3 0,-1 0 2 0,-1 1-7 16,0-3 9-16,-1 2-11 0,-1-1 10 0,15-4-5 15,-16 0-3-15,-6 0 9 0,-2 1-8 0,0-2 10 0,0 0-7 16,-1 2-1-16,1-8-3 0,-4 3 0 0,-9-1-3 15,1-5 5-15,-3 4-5 0,2-8 6 0,2 0 3 16,9-2-8-16,-1-1 4 0,1 1-3 0,0 0 5 16,1-3-1-16,1-1 0 0,0 1-8 0,8 0 2 15,1-3 7-15,8 1-4 0,-2 0-1 0,-2-2 4 16,2 1-4-16,-4 8 6 0,6-3-3 0,4-4 4 16,-1-1-5-16,5-1 5 0,-3 0-2 0,2-2-9 0,2 0 9 15,-1 2-8-15,-1 0 6 0,0 0 4 0,1-1-14 16,1 1 9-16,0-2-13 0,0 0 1 0,0 0 11 15,0 0-6-15,0 0 4 0,2 0-3 0,0 0 2 16,0 0-1-16,2 0 9 0,0 0-8 0,2 2-1 16,0 0-2-16,3 0-6 0,8 0 8 0,3 1-3 15,-3 1 5-15,4 2 5 0,3 1-8 0,-1-1 8 0,5 1-7 16,0 1 2-16,-4-1 0 0,0 0-1 0,-9-3 1 16,6 4 9-16,-1-1-8 0,3 2-6 0,1 2 1 15,-2-1-3-15,-1-1 8 0,1 2 2 0,3 2 1 16,-8-4-4-16,1-7-2 0,-3 15 2 0,-2-2-3 15,6 3-10-15,-6 5 12 0,0-3-3 0,2 6 5 16,-5 4-3-16,1 1-1 0,0 8-5 0,-3-2 4 0,-1 4 4 16,1-2 5-16,0 2-6 0,-3-2 4 0,1 0-8 15,0-5 7-15,-1-5-1 0,1 3 3 0,0-1-2 16,-2 1-3-16,0 1 0 0,-1 5-3 0,22-1-3 0,-10 2 10 16,-4 0-3-16,-3 1 4 0,-3 3-10 0,-1 5 9 15,0 4-3-15,-2 2 4 0,0 4-8 0,0-4 6 16,0-2-2-16,-4-4 2 0,1-5-6 0,-1-2 3 15,-4-2 1-15,3-1 0 0,-1 3-1 0,1 4 7 16,-1 1-4-16,1 1 6 0,-3 5-5 0,-1 3-4 16,1 1 1-16,1 7-2 0,0-1 0 0,1 1 4 15,-1-2-2-15,-6-5 2 0,3-1-3 0,3-12-3 16,1 5 0-16,3-5 1 0,-1 3 13 0,0 3-13 0,1-1 6 16,3 6-8-16,-2 2 8 0,0 7-3 0,0 0 1 15,-2 5-1-15,1 3-4 0,-1-2 3 0,-2-4 3 16,-1-10-1-16,-1-3-2 0,5-1 4 0,-3 2-7 15,2 7 8-15,3 5 0 0,-3 7 0 0,2 4-1 0,-2 4-1 16,-1-2-2-16,-1-4-2 0,1-5 7 0,5-4-5 16,-2-4 4-16,-2-7-4 0,2 0-2 0,-5 2 0 15,3 1 0-15,4 8 4 0,4 0-2 0,-1 11 2 16,5 1-8-16,-1-1 10 0,-1-4-4 0,1-9 6 16,3-5 0-16,-1-8-12 0,2-2 5 0,0-1-7 15,-2-1 12-15,4 4-6 0,0 4 2 0,2 2-4 0,-2 1 1 16,2 3 10-16,0-1-5 0,-2 4 6 0,4 0-11 15,-4-11 3-15,1-3 0 0,1-10 3 0,0-6 2 16,2 2 0-16,-2-7 3 0,1-4-1 0,-12 0 3 0,18-1 2 16,1-1 0-16,-1 0 1 0,6 1 1 0,3-5 4 15,7 3 1-15,4-5 1 0,3-1 3 0,-1 0-70 16,3 4-18-16,-10-1-43 0,8 3-290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7-15T05:46:07.61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12260 3148 11 0,'0'0'14'0,"0"0"-8"0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7-15T05:46:08.25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12412 3299 90 0,'0'0'1'0,"0"0"0"0,0 0 10 15,0 0-9-15,0 0 9 0,2 2-6 0,0-1 3 16,0 1 2-16,0 0-3 0,0 0-10 0,0 0 2 15,-1 0-2-15,1 0 3 0,0-1 4 0,0 1-5 16,-2 0 10-16,0 0-9 0,0 0 3 0,0 0 4 16,0 0-5-16,0-1 8 0,0 1 3 0,0-2-7 15,0 0 4-15,0 0-3 0,0 0 23 0,0 0 9 16,2 0-4-16,-2 0 5 0,0 2-4 0,2-2-9 0,0 2 6 16,-1-2-8-16,1 2 11 0,0 0-4 0,0 0 1 15,0-1-1-15,0 1 7 0,0-2-6 0,-2 0 7 16,1 0-9-16,1 2-9 0,-2-2-7 0,2 0-2 15,0 2 0-15,0-2-6 0,0 0-5 0,0 0-2 16,-1 0 1-16,1 0 0 0,0 0 2 0,2 0-3 0,0 0 1 16,-1 0-6-16,1 0 9 0,0 0-4 0,-1 0 5 15,-1 0-10-15,2 0 8 0,2-2-2 0,1 0 3 16,2-1-9-16,-1 1 9 0,1-2-3 0,-2 0 5 16,1 1-7-16,-1-1 3 0,-1 0-2 0,-2 2 1 15,1-1-5-15,-1 1 3 0,5-6 1 0,-1 3 0 16,1-3 2-16,0 3-4 0,-3 1 6 0,-3 2-4 0,1 0 4 15,2-1-2-15,-4 3 1 0,1-2 0 0,1-2 10 16,0 0 42-16,-1 1-9 0,-1-1 20 0,0 0-7 16,0 2-20-16,0 0 1 0,0 1-8 0,0-1-13 15,-1 0-9-15,1 0-3 0,-2 0 0 0,0 0-1 0,0 0-8 16,0 2 6-16,0 0-7 0,0 0 9 0,0 0-5 16,-2 2-1-16,1 0-1 0,-1 0-1 0,0 0 2 15,0 0 2-15,0 0 0 0,0 1-1 0,0 1 3 16,1 0-4-16,-1-1 2 0,0 1 3 0,-2 4-8 15,0-1 7-15,1-1-8 0,-1-1 5 0,0 3-1 16,-1 1-1-16,-1 2 0 0,1 0 1 0,-1 0-3 16,2-1 3-16,1 1-3 0,1-2 4 0,-2 2-3 0,2 0 2 15,0 0-2-15,0-1 5 0,1-1-1 0,-1 0-2 16,0 1 1-16,0-1 3 0,2-4-7 0,0 1-25 16,0 0-9-16,0 3-217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7-15T05:46:09.35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12607 4608 657 0,'0'0'20'0,"-1"0"33"0,-1-2-54 0,0 0 0 0,0 0 0 16,0 2 1-16,0 0 2 0,0 0 3 0,1 0-6 15,-1 0 5-15,0 0-4 0,0 0 7 0,0 0 1 16,0 0 3-16,0 0-5 0,1-2 8 0,-1 2 4 0,0 0 1 15,0 0 20-15,0 0-8 0,0 0 2 0,0-2-5 16,1 2-18-16,-1 0-9 0,0 0-1 0,2-1-2 16,-2-1 2-16,2 0-55 0,-2 0-5 0,2 0-21 15,0 0-61-15,0 0 3 0,-2 1-2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7-15T05:46:13.59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12500 3856 328 0,'0'0'0'16,"0"0"0"-16,0-2-1 0,-2 0 4 0,0 0-2 15,0-2 2-15,2 1 27 0,-4-8-9 0,3 1 17 16,-1 5 8-16,-2-6 20 0,0-4-14 0,1 4 13 16,-3-12-33-16,2 10 12 0,2 2 8 0,-1 0 0 15,3 7 15-15,-2-3-16 0,-2-2 1 0,2 3-6 0,0 0 2 16,1 1-12-16,-1 1 2 0,0 0-4 0,0 1 1 16,2 1-14-16,0 0 4 0,0 0-8 0,-4-2 0 0,1 1-3 15,-1-1-3-15,2 2 1 0,0 0-10 0,0 0-2 16,0 1 5-16,1-1-4 0,-1 0-1 0,0 2-1 15,0 0-2-15,2 2 2 0,0 0 1 0,0-1 2 16,0 1-1-16,2 2 1 0,-2 0-3 0,4 7 17 16,-1 0-3-16,3 4 8 0,1 5-9 0,1 3 4 15,-1 3-8-15,1 0 7 0,-1 0-1 0,-1 0-7 16,-1 0 7-16,-1-2-7 0,0 0 6 0,-1-2 0 16,1 2 0-16,0 0 1 0,-1-1-5 0,-1-1 1 15,0 0 3-15,0-1 0 0,0 1 17 0,0 2-2 0,-2 0-5 16,0 0 0-16,0-1-15 0,0-1 21 0,0 0-5 15,0 0 8-15,0 1-15 0,-2-1 1 0,0-2-3 16,0-1 0-16,0 1-11 0,0 1 2 0,1-1-2 16,-1-1 1-16,0-2-1 0,0-6-3 0,0 2 2 0,0-2-2 15,0 0 6-15,2-4-4 0,0-1 0 0,0-2-1 16,0-2-6-16,0-1 4 0,0 3 1 0,0-2 3 16,0 2 7-16,0-2-3 0,0-1-6 0,0-1 3 15,0-1 0-15,2-1-6 0,0-4 5 0,7-22-5 16,-1-3 4-16,-1-1-6 0,-1 4 3 0,-1-1-1 15,1-1 10-15,0 0-5 0,-3-1-2 0,3-3 0 16,-2 4-2-16,-1 1 0 0,1-1 3 0,0-1-3 0,-2 1-4 16,-1 0 7-16,-1 0-6 0,0 3 7 0,0-1 1 15,0-2-5-15,-1 2 0 0,-1-3-3 0,0 5 2 16,2 3-1-16,-2-3 5 0,0 4-3 0,0-4 2 0,0 2-2 16,1 2 0-16,1 1 0 0,0 1 2 0,-2-1 2 15,0 1-4-15,2-1 3 0,-2 3-11 0,2 3 10 16,0-2-6-16,-2 2 7 0,2 3-6 0,0-1 3 15,-2 0 0-15,0 1 0 0,2 1 0 0,0 2 6 16,-1 0-3-16,1 3 2 0,0-1 0 0,0 3-3 16,0 0 5-16,0 1-5 0,0 1 5 0,0 0-8 15,-2-2 1-15,0 0-2 0,0 1 14 0,0 1-14 16,0 0 7-16,0 0-8 0,1 0 9 0,-1 0-2 0,0 1-1 16,0 1-1-16,-2 0-6 0,1 0 9 0,-1 0-5 15,0 1 7-15,2-1-12 0,-3 4 3 0,-1 0 1 16,1 0 1-16,1 5 6 0,0 6-6 0,0 3 0 15,-1 1 0-15,3 1 0 0,0 4 0 0,0-1 4 16,-16 6-2-16,7-6 6 0,3 1-3 0,1 4-3 0,3-6 2 16,-2 6-2-16,5-8-2 0,-3 4 3 0,2 0-3 15,0-1 8-15,-2 5 3 0,3-8-5 0,-1-1 5 16,0 3 4-16,2-5 1 0,0-1-2 0,0 1-1 16,0-6-7-16,0 6 7 0,0-4-2 0,0 2 1 15,0 1-1-15,0-3 1 0,0 0 1 0,0 0 0 16,0-1 1-16,0 1-7 0,0 0 3 0,0 1-5 0,0-1 1 15,0 0 3-15,0 2 2 0,0-2 0 0,0 2-5 16,0-2-5-16,0 0 6 0,0 2-3 0,0 2 9 16,0-1-13-16,0 1 2 0,0 0-3 0,0 1 8 15,0-1-9-15,0 0 4 0,0-2-4 0,0 3 6 0,0-1-3 16,0 1-1-16,0 1 0 0,0 3 11 0,2-1-6 16,-2-1-2-16,2-1-1 0,-2-3-2 0,0-3-2 15,0-3 5-15,0-1-2 0,0 0 6 0,0 2-8 16,0 2 3-16,0 0-2 0,0-3 11 0,0 1-6 15,1 0 1-15,-1 0-2 0,2 2 3 0,0-2-3 16,-2-1-2-16,0-3 2 0,2 2 2 0,-2-1-1 16,2 1 2-16,0 2-2 0,0-2 4 0,-1 3-10 15,-1-7 5-15,2 3-7 0,-2-3 10 0,0 1-5 0,2 3 0 16,-2-3-1-16,2 3 5 0,-2-4-6 0,0 1 6 16,0 0-6-16,2 1 2 0,0 0-2 0,0 1 0 15,-1-1 1-15,-1-3-1 0,0 1-1 0,0-1 1 16,0 2 0-16,0-1 6 0,0 1-3 0,0-1-2 15,0-1 0-15,0 2 4 0,0-1 0 0,0 1 1 0,0-1-1 16,0 1-3-16,0-2 4 0,0-1 0 0,0 3 0 16,0 0-10-16,0-1 9 0,0 3-1 0,0-3 5 15,0 3-1-15,0-1-4 0,0 0 1 0,0-1-2 16,0 3-3-16,0-1 8 0,0-1-10 0,0 2 7 16,0-1-7-16,-1 1 4 0,1-1 1 0,-2 1 1 15,2 0-4-15,0 0 2 0,0 1-2 0,0-3 2 0,0 2 2 16,0-3-5-16,0 3 3 0,0 1-4 0,0-1 4 15,0 0-3-15,0 0 2 0,0-3-2 0,0 3-4 16,0-1 9-16,0 3-5 0,0 0 5 0,0-4-4 0,0 3-3 16,0-3 3-16,0 1-1 0,0 5 7 0,0-2-6 15,0 0 3-15,0 0-3 0,0-2 6 0,0 1-7 16,0 1 1-16,0 2-2 0,0 3 5 0,0-3-4 16,0 2 1-16,0-4-3 0,0 1 4 0,0 2-1 15,0-2 3-15,0 4-2 0,0-3 4 0,0-2 1 16,0 2-6-16,0-3 5 0,2 4 2 0,-1-2-1 15,1 1 2-15,-2-6-3 0,0-1-7 0,2 5 8 16,0 0-6-16,0 0 6 0,2 0-8 0,-3-2 3 16,1-1 4-16,0-1-1 0,2 4-2 0,0-1-2 0,-1 1 1 15,1-2 0-15,0 0 5 0,-2-3-4 0,1 1-2 16,1 1 0-16,0-1 0 0,-2-1 0 0,-1-1 0 16,1-1 0-16,2 4 3 0,-2-5-6 0,2 3 3 15,-1-1-2-15,1 1 7 0,-2-2-2 0,2 1-4 16,-3-1 1-16,1 0 6 0,0-1-6 0,0 1 3 0,2 2-3 15,-2-3 7-15,-1 1-6 0,1 0 0 0,0 1-2 16,0-1-3-16,0 0 5 0,0 0 2 0,-2-1 2 16,2 3-1-16,-2-2 0 0,0 1-2 0,0 1 1 15,0-3-4-15,0 1 6 0,0 2-5 0,0-1 6 16,0-1-11-16,0 2 5 0,0-3 0 0,0 1 0 16,0 0 4-16,0-1-1 0,0 1 0 0,0-2-1 0,0 2-3 15,0-2 1-15,0-1 1 0,0 3 2 0,0-2-3 16,0 0-1-16,0 0-1 0,0 0 1 0,0-1 10 15,0 1-8-15,0 0 2 0,0 2-3 0,0-2 1 0,0 0 2 16,0-1 0-16,0 1-1 0,0 0-5 0,0 0 3 16,0 2 0-16,0-2 2 0,-2 1 2 0,2-1-1 15,-2 2-2-15,2-2 0 0,0 0-4 0,0-1 2 16,0 1 1-16,-2 0 0 0,-2 0 0 0,1 0 2 16,-3 2-1-16,2-3 1 0,-1 3 2 0,1-2-4 15,0 0 2-15,-1 2-2 0,1-3-2 0,0 1 5 16,-1 2-8-16,1-2 7 0,0 0 4 0,-1 1-5 15,1-1 6-15,-2 2-7 0,1-2-3 0,1 0 0 0,0 0 1 16,1-1 0-16,-3 1 4 0,1 0 1 0,-1 0-2 16,0 0 1-16,-1 2-2 0,3-4 3 0,-3 1-3 15,1 1 2-15,3 0-7 0,-3 0 4 0,0 0 0 0,3 0 1 16,-3 0 1-16,-1 1 2 0,1-1-1 0,1 0 0 16,-3 0-9-16,3 0 7 0,-3 1-1 0,1-1 3 15,5-2-2-15,-4 2 4 0,1 0-4 0,-1 0 2 16,1 0-7-16,-5 1 6 0,1 1 0 0,5-2 3 15,-5 2-8-15,5-2 5 0,1-1-1 0,-5 1 2 16,5-2-2-16,-5 4-3 0,-1 0 3 0,3-2-3 16,-3 1 7-16,3-1-1 0,-1 2-3 0,-6 1 0 15,6-1-2-15,-3 2 2 0,-1-1 2 0,4-1-2 16,1-2 2-16,-3 3-2 0,3-3-1 0,3 0-1 0,-5 2 1 16,3 0-1-16,3-4 4 0,-2 1-3 0,-2 1 1 15,3 6 2-15,-5-6-2 0,5 3 2 0,-5-3-7 0,4 5 5 16,-1 3-4-16,-1-3 4 0,1 2-3 0,-1-3 3 15,1 1 3-15,3 1 0 0,-4-1-3 0,2-1 0 16,-3 5-2-16,0 2 2 0,3-8 1 0,-2 5-1 16,1-1 0-16,1-3 0 0,-3 7-4 0,3-4 4 15,0 0 1-15,0 0 1 0,1 3 0 0,1-1-4 16,0-2 2-16,0 2-3 0,0-3 2 0,0-1 1 16,1 6-1-16,-1-2 1 0,2 4 1 0,0 0-1 15,0-6 4-15,0 2-4 0,0-1 0 0,0-1-1 0,2 0-4 16,1 4 4-16,-1-5-2 0,2 1 3 0,0 0-2 15,-1-1 2-15,3 1-5 0,-1 0 6 0,-1-1-1 16,2 1 2-16,-1-2-6 0,-1 3 3 0,2-3 1 16,1 2 0-16,4 1 0 0,-2-1 0 0,4-2 0 0,0 1 0 15,-3-3 0-15,6 3 1 0,-3-1-2 0,-1 1 2 16,2-3-1-16,-1 1 1 0,-1-1 0 0,4-1 0 16,-3 0-6-16,0-1 7 0,2-1-5 0,-2 0 6 15,-2 7-5-15,2-1 6 0,-2-3-1 0,1 1 3 16,-3-2-9-16,4-1 7 0,-4-1-5 0,4 2 6 15,0 0-10-15,-2-2 5 0,0-1 0 0,-1 1 2 0,-1-2-2 16,0 0 2-16,-1 0-4 0,1 0 2 0,0 0-3 16,0 0 4-16,1 0 0 0,1 0 1 0,-4 0-3 15,1 0 1-15,-3 0 1 0,3 0 1 0,-3 0 0 16,1 0 2-16,-1 0-4 0,1 0 2 0,-2 0-2 0,1 0-1 16,1 0 3-16,-2 0-2 0,1 0-3 0,-1 0 3 15,-2 0 2-15,1 0 0 0,1 0-3 0,0 2 4 16,0 0-7-16,-1 0 7 0,1 0-2 0,0 0-4 15,-1-1 6-15,1 1-5 0,0 0 4 0,-2 0-1 16,0 0-4-16,-1 0 2 0,1 0 4 0,0-1-5 16,0 1 4-16,0 0-4 0,0 0 2 0,0 2 4 15,-1-1-5-15,1 1 3 0,2 0-2 0,-2 0 0 16,2-1 2-16,-1 1-2 0,-1 0-6 0,0-1 7 16,0 1 1-16,0 0 3 0,1-1-1 0,-1 1-6 0,-2-2 0 15,4 4-2-15,-2-1 6 0,2 3-2 0,-3-3 3 16,1 1-3-16,0-1 2 0,2 3-4 0,0-1 2 15,-3 1-3-15,3 3 3 0,0-2-2 0,0 6 1 16,-3-4 0-16,1-2 9 0,0 4-8 0,-2-7 3 0,2 1-4 16,0 6 3-16,0-2-4 0,-2 1 3 0,2 2-2 15,-2-4 4-15,1 5-4 0,1 1-1 0,0 3-1 16,0-4 6-16,-2-6-3 0,0 2 4 0,0-2-4 16,0 6-1-16,0 0 0 0,0 2 1 0,0-2 0 15,0 0-2-15,2 5 3 0,-2-7-2 0,0 0 4 0,0 0-5 16,0 0 1-16,0-2 1 0,2 4 0 15,0 0 0-15,-2-4 6 0,0 2-6 0,0-2 4 0,0 2-5 16,0-2-1-16,0 0 0 0,0 2 0 0,0 0 0 16,1 0 2-16,1-1 5 0,0-1-3 0,0 0-3 0,0 2 0 15,-2 0-2-15,0-2 3 0,0 0 6 0,0 0-7 16,0 0 2-16,0-1-3 0,0-1 2 0,0 0 5 16,0 0-6-16,2 1 5 0,0-1-7 0,-2 0 2 15,1 2 2-15,-1-3-1 0,0 1 0 0,0 0 0 16,0-1 0-16,0 1-1 0,0 0 1 0,0 1-3 15,0-1 4-15,0 0-3 0,0 1 2 0,0-1 2 16,0 2 0-16,0-4 1 0,0 3-4 0,0-3 1 16,0 1-4-16,0 1 4 0,0-2 6 0,0 3-6 15,0-3 5-15,0 0-6 0,0-1-1 0,0-4 1 0,0 3 1 16,0 3 0-16,0-3-2 0,-1 7 1 0,1-5-1 16,0-3 2-16,0 3 2 0,0-5 1 0,-2 4-3 15,0-1 2-15,2-1 1 0,-2 3-3 0,0-1 0 16,2-2-2-16,-2 3-2 0,0 0 6 0,2-5-1 0,0 0 2 15,-1 4-3-15,1-4 0 0,-2 1 0 0,-2 5-1 16,2-3 4-16,-2 3-4 0,-1 1 1 0,3-5-3 16,0-1 5-16,0 1 1 0,0 0-1 0,-1 1 1 15,-1 1-3-15,-2 1-2 0,3-1 2 0,-7 7-2 16,10-11 1-16,-1 2 3 0,-7 5-4 0,3-2 3 16,-3 4-2-16,3-1 1 0,1-5 4 0,2-1-2 0,0 0-2 15,-2-1-1-15,4-1 1 0,-5 6-1 0,1-3 6 16,0 1-7-16,3-2 4 0,-3-1-5 0,4-1 9 15,-4 4-7-15,2-3 0 0,0 5-2 0,1-3 3 16,-3 1 0-16,2-2-1 0,0-3 1 0,0 3 0 0,0 0 2 16,2-2-2-16,-3 3-1 0,1-1-7 0,0 0 8 15,0-1 4-15,0 1 0 0,0 0 0 0,1 0-4 16,-1-1-2-16,-2 3-1 0,2-2 5 0,-2 1-4 16,1 1 4-16,-1-1-3 0,2 1 3 0,0-2 2 15,0 1-5-15,1-1 3 0,-1 0-2 0,0-1-7 16,0 1 8-16,0 0-5 0,2-1 4 0,0 1 0 15,0 0-3-15,0-2 3 0,-2 3 6 0,2-1-10 16,0-2 6-16,0 2-7 0,0-1 8 0,0-1-2 16,0 2-1-16,0-2 0 0,0 1 1 0,0 1-1 0,0 0 1 15,0 0-1-15,0 1 4 0,0-1-4 0,-2 3 0 16,2-1-1-16,0 1-2 0,0-1 2 0,0-1 1 16,0 3 0-16,0-3 0 0,0 3 0 0,0-1 2 15,0-3-1-15,0 2-1 0,0-1 0 0,0 1-2 0,0-1 2 16,0 1-3-16,0-1 3 0,0-1 0 0,0 2 1 15,0-3-4-15,0 1 4 0,0 2-1 0,0-4 2 16,0 1 0-16,0 1-2 0,0 0 2 0,0 1-2 16,0 1 0-16,0-2 0 0,0-1-3 0,2 3 1 15,-2-2 2-15,0-1 1 0,0 1 0 0,0 0 1 16,0-1 0-16,2 3-2 0,-2-2 4 0,2-1-4 0,0 3-4 16,0-2 1-16,0-1-1 0,-2-1 2 0,1 2 7 15,1 2-5-15,0-3 3 0,-2-1-4 0,2 2-1 16,0 0-1-16,0-1 3 0,0 3 0 0,-1-2 7 15,1-1-7-15,0 1 0 0,-2-2-3 0,0 0 6 0,2 1-3 16,0 3 0-16,-2-4 0 0,2 3-2 0,0-1-3 16,-1 2 7-16,1-1-4 0,2 3 10 0,-2-3-8 15,0 1-1-15,0-2-2 0,-2-3 6 0,0 1-4 16,0 0 3-16,0 0-3 0,3 4 0 0,-3-5 1 16,0 1-1-16,2 2 1 0,-2-2 0 0,0 0 0 15,4 3 0-15,0-1 0 0,-1 0 0 0,-1-1 2 16,0 1-5-16,0 0 3 0,0 0-2 0,0-1 3 15,-1 1 2-15,1 0-1 0,0-1-2 0,0 1 0 0,0 0-1 16,0 0 1-16,0 1 6 0,-1-1-7 0,-1-2 2 16,2 1-4-16,0 3 3 0,0 0 2 0,0-3-2 15,0 1 0-15,0 0-5 0,-1-1 8 0,1 1-4 0,0 0 5 16,0 0-3-16,-2-1-1 0,0-1 3 16,0 0-3-16,0 0-4 0,0 0 5 0,0 0-1 0,0 1 1 15,0 1-3-15,0 0 2 0,0-3 2 0,0 1-1 16,0 0-5-16,0 0 5 0,0 0-3 0,0 0 4 15,0 0-4-15,0-1 1 0,0 1 0 0,0 0 1 16,0 2 4-16,0 0-4 0,0-1 1 0,0 1-1 16,0 0 6-16,0-1-9 0,0-1 3 0,0 0-5 15,0 0 5-15,0 2 2 0,0-1 0 0,0 1 0 0,0-2-5 16,0 2 4-16,0-1-3 0,0 1 3 0,0 0-5 16,0 0 7-16,0-1-2 0,0 1 4 0,0 0-11 0,0-1 7 15,0 1-1-15,0 4 2 0,0-3 0 0,0 3-5 16,0-5 3-16,0 1-5 0,2 0 5 0,-2-1 3 15,0 1-2-15,2 0 2 0,-2 0-8 0,0-3 5 16,2 1 0-16,-1 0 3 0,1 0 1 0,0 0-4 16,0 0 0-16,-2 0 0 0,0-1 2 0,0 1-5 15,2 0 1-15,0 0-3 0,0 0 5 0,-1 0 4 16,1 0-4-16,0-1 2 0,0 1-5 0,-2 0 1 16,0 0 2-16,0 0-1 0,0 0 7 0,0 0-8 15,0-1 5-15,0 1-6 0,0 0 3 0,0 0 2 0,0 0-3 16,2 0 2-16,0 0 2 0,0-1-4 0,-1 1 1 15,-1 0-3-15,0 0 4 0,0 0-1 0,2 0 0 16,-2 0-1-16,2-1 4 0,-2 1-1 0,0 0 0 0,0 0-1 16,0 0-4-16,0 0 0 0,0 0 2 0,0-1 0 15,0 1 4-15,0 0-5 0,0 0 3 0,2 0-3 16,-2 0 7-16,0-2-4 0,2 2-2 0,-2-2 0 16,0 1 2-16,0-1-4 0,0 0 7 0,0 0-7 15,0 0 4-15,0 2 0 0,0-2-1 0,0 2 0 16,0 0 0-16,0-2-1 0,0 0 0 0,0 2 1 15,0-2 1-15,0 2 1 0,0-2-2 0,0 0 0 16,0 0-2-16,0 0-1 0,0 0 3 0,0 0-3 0,0 2 3 16,0-2-66-16,0 0-40 0,2 0-33 0,-2 0-353 15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152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0" timeString="2022-07-18T03:05:57.35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25688 18362 0,'0'0'0,"0"0"15,0 0-15,0 0 16,0 0-16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7-18T03:06:00.70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14564 5893 119 0,'0'0'38'0,"0"0"40"0,0 0-3 0,0 0 5 16,0 0-9-16,0 0 8 0,0 0-8 0,0 0-17 16,0 0 7-16,0 0-12 0,0 0 6 0,0 0-14 15,0 0 2-15,0 0-5 0,0 0 1 0,0 0-17 16,0 0 8-16,0 0-9 0,0 0 10 0,0 0-5 15,0 0 2-15,0 0-3 0,0 0 3 0,0 0 5 16,-1 0 2-16,-1 0 1 0,0 0-3 0,0 0 1 0,0 0-5 16,0-2 4-16,0 0-15 0,2 0 0 0,0 0-1 15,0 0 1-15,0 0 2 0,0 1-9 0,0-1 2 16,0-2-4-16,0 0 3 0,0-1-5 0,0-5 3 16,0-1-3-16,0 2 1 0,0-2-3 0,0 0 0 0,0 1-1 15,2-3-1-15,0 2 4 0,0 0-2 0,0-2 3 16,2 0-1-16,-1 0-6 0,1 0 3 0,0-2-2 15,-1 0 8-15,-1 4-5 0,2-5 4 0,-2 4-3 16,2-4 4-16,-3-1-2 0,1 0-2 0,0-3 1 16,0-1 7-16,0 1-13 0,0 1 11 0,0-3-11 15,-1 2 7-15,1-1-3 0,0-3-1 0,0 0 0 16,0 2-2-16,0-6 4 0,0 0-3 0,-1 2 4 0,3-2-5 16,-2 2 1-16,0 6-1 0,2-2 1 0,-3 3-3 15,1-1 6-15,0 1-5 0,0 0 5 0,-2 3-6 0,0 1 6 16,0 0 0-16,0 0 1 0,0 0-2 0,0 0 4 15,0 2-5-15,0 0 4 0,0 0-7 0,0 0 5 16,0 2-5-16,0-2 4 0,2 0-4 0,0 2 1 16,0-2 4-16,-1 2-4 0,-1-2-3 0,2 2 2 15,0 0-1-15,0-4 5 0,-2 0-4 0,0-2 7 16,0 1-5-16,0-1 5 0,0 0-7 0,0 2 2 16,0 1-2-16,0 1 2 0,0 1 2 0,2-8-6 15,-2 1 2-15,0-3-4 0,0 2 4 0,0 7 1 0,0-6 1 16,0 1 0-16,0-3 0 0,0-1-2 0,0 5 2 15,0 0-3-15,0-3 0 0,0 3 4 0,0-5-4 16,0 7 2-16,0-2-3 0,0 1-2 0,0 1 5 16,0 0-2-16,0-2 4 0,0 4-6 0,0-2 2 15,0 2-3-15,0 2 4 0,0 0 0 0,0 0-4 0,0 2 3 16,0-1 1-16,0 1 3 0,0 0-2 0,0 0 1 16,0-1-3-16,0 3-2 0,2-2 2 0,-2 1-3 15,2-1 1-15,-2 1 3 0,0 3-1 0,0-1 1 16,1 1 1-16,-1-1-2 0,2-1 1 0,-2 1-1 15,0 1 3-15,0 1-2 0,0-3 0 0,0 1-1 16,2-1 0-16,-2 1-1 0,2-1 0 0,-2 3 0 0,0-2 1 16,0 1 2-16,0 3-2 0,0-2 0 0,0 2-2 15,0 0-1-15,0-1 2 0,2-1-1 0,0 0 6 16,0 1-4-16,-1-1 1 0,1 0-3 0,0 2 2 16,0-1 3-16,0-1-2 0,0 2 3 0,0-2-3 0,-1 1-1 15,1-1 1-15,0 0-1 0,0 0 4 0,0 1 1 16,-2 1-3-16,4-7 3 0,-3 3-4 0,-1 0 0 15,2-1-1-15,-2 1-1 0,0 1-2 0,0 1 8 16,0-1-4-16,0-3 4 0,0 3-8 0,0 1 2 16,0 0 1-16,0 0 0 0,0 1 2 0,0-1-3 15,0-3 2-15,-2-1-2 0,2 4-3 0,-3-5 5 16,1 4-1-16,-2-5 2 0,2 5-4 0,2 3 3 16,-2-2-1-16,1 0 4 0,-1 1 0 0,0-1-6 0,0 0-3 15,0 1 1-15,0-1 6 0,0 0-2 0,1 2 5 16,-1-1-5-16,0 1-1 0,0 0 0 0,0 0-1 15,0 0 2-15,0-2 0 0,1 3 2 0,-1-3-1 16,0 0 1-16,0 0-3 0,2 3 1 0,-4-9 0 16,2 3 1-16,1 1-2 0,-3-7 0 0,0 4 1 0,0-4 0 15,1 2 4-15,1 2-2 0,0 3 1 0,0-1-1 16,0-3 5-16,0 3-7 0,-1-2 1 0,-1-1-2 16,4 7 0-16,-4-7 2 0,4 8-1 0,-2-1 2 15,1-1-7-15,-1 0 4 0,0 1-2 0,2 1 3 16,-2-2 7-16,-4 0-9 0,-1-1 4 0,1 1-5 15,-3-2 3-15,2 3 0 0,-1-1-2 0,1 0 2 0,3 2 2 16,-7-1 1-16,5 1-1 0,-3 0 0 0,-4-2-8 16,6 2 6-16,-8-1 0 0,2-1 2 0,0 0 2 15,-4 1-1-15,4 1-4 0,0 0 1 0,2 2-7 0,4 0 10 16,-6 0-4-16,1 0 5 0,-4 0-6 0,1 0 2 16,0 0 2-16,-2 0 0 0,6 0 0 0,-2 0-1 15,4 0 1-15,-4 0-1 0,4 0 0 0,-3 0-2 16,-6-4 2-16,3 2-2 0,-3-1 6 0,1 1-6 15,6 0 0-15,-4 0-2 0,0 2 6 0,0 0-4 16,-2-2 3-16,3 0-3 0,-1 0 4 0,2 1-1 16,0-1-2-16,0 0 0 0,-2 0-7 0,2 0 7 15,0 0-3-15,0 2 4 0,-2-2-1 0,2 2 4 0,0 0-4 16,-4-1 3-16,4 1-6 0,0 0 1 0,-2 0 3 16,2 0-1-16,-1 0 0 0,-3 0-1 0,2 0 2 15,0 0-1-15,2 1 4 0,-4 1-2 0,3 0-2 16,-1 0 0-16,0 0 0 0,2 0-2 0,-4 0 2 15,-3-1-1-15,1 1 5 0,-3 0-2 0,3-2-4 0,-3 0 1 16,5 0 1-16,-1 0 0 0,-6 2 3 0,1 0-3 16,-4 0 0-16,4 0-1 0,1-1 0 0,0 1-1 15,-1-2 0-15,3 2 2 0,0-2 3 0,1 0 0 16,0 0 1-16,-1 0-4 0,1 0-2 0,3 0 0 16,-1 0 6-16,2 0-1 0,2 0 0 0,-2 0-1 0,2 0-2 15,-2 0 0-15,2 0 2 0,0-2-1 0,2 0-1 16,-2 1 0-16,0-1 0 0,0 2-1 0,-2-2 5 15,2 2-6-15,-1 0 3 0,-1 0-3 0,2 0 3 0,-2 0-4 16,-2 0 1-16,0 0-2 0,3 0 7 0,-7 0-5 16,1 0 2-16,-2 0-2 0,-4 0 6 0,3 0-1 15,1 0 0-15,3 2-1 0,-5 1-4 0,2 1 3 16,0 0-3-16,-2 0 4 0,3-3-5 0,1 1 2 16,-1 2 1-16,1-2 0 0,1 0 0 0,1 0 0 15,1-2 3-15,0 0-2 0,2 1-1 0,-1-1 2 16,-1 0-5-16,0 0 5 0,2 0-2 0,2 0 0 15,-1 0 0-15,1 0-1 0,-2 0 4 0,2 0-3 0,-2 0 1 16,0 0-2-16,0 0-1 0,0 0 4 0,0 0-3 16,-1 0 3-16,3 0-5 0,-2 0 3 0,-2 0 1 15,4 0 1-15,-5 0-2 0,5 0 2 0,-2 0-2 16,-6 0 2-16,7 0-3 0,-14 0 1 0,5 0-2 16,3-1 2-16,-2-3 0 0,7 2 3 0,-2 0-1 0,-7 0 1 15,-2 0-3-15,0 1-3 0,-4-1 3 0,4 0-3 16,4 0 1-16,-4 2 2 0,2 0 1 0,3 0 1 15,1 2-3-15,0 0 1 0,-1 0 1 0,-1-1 1 16,1 1 3-16,3 2-4 0,-1-2-1 0,3 2-1 16,-1-1-5-16,0 1 7 0,2 0-1 0,1-1 4 15,-1 1 0-15,2-2-4 0,-4 0 0 0,2 0-1 16,0 0 4-16,-3-1-4 0,1 1 1 0,-2 0-2 0,-1 0 2 16,3-2 2-16,-5 0-4 0,-2 0 3 0,-2 0-1 15,0 0-4-15,2 0 6 0,0 0-4 0,-2 0 2 0,0 0 1 16,3 0-5-16,1 2 4 0,3 0 0 0,-3 0 1 15,0-1 0-15,0 1 0 0,-1 0-1 0,3-2-2 16,3 0 6-16,0 0-5 0,1 2 4 0,1 0-1 16,-2-2 0-16,4 0-1 0,-2 0-9 0,2 0 8 15,0 0-2-15,0 0 4 0,0-2-5 0,0 0 6 16,2 0-3-16,0-1 5 0,-2-1-5 0,2 0-3 16,-4 0 3-16,2 1-1 0,2 1 6 0,0 0-5 15,-2 0-2-15,0 0 0 0,-2-1 2 0,2 1 0 0,-2 0 2 16,2 0-1-16,-4 0 2 0,-1 0-3 0,1 0-2 15,-7-1 0-15,2 1-4 0,3 0 3 0,-7-2 6 16,6 2-3-16,3 1 8 0,-3-1-8 0,-6-2 1 16,7 2-1-16,-7 0-5 0,4 0 6 0,9 2-5 15,-6-1 5-15,2 1 0 0,3 0-3 0,-3 0 3 0,2 0-4 16,0 0 3-16,0 0 0 0,2 1-1 0,0 1 0 16,2 0 1-16,0 0 1 0,2 0-1 0,0 0 0 15,1-2 5-15,-1 2-5 0,1-1 4 0,1 1-5 16,-2 0 1-16,3-2 0 0,-1 2-1 0,-1 0 0 15,3-2-3-15,-1 0 4 0,1 0 0 0,-1 0 2 16,0 2-2-16,3-2 0 0,-1 0 1 0,-2 2-1 16,3-2-2-16,1 0 2 0,-4 1-1 0,4-1 1 0,-1 2-2 15,-3 2 2-15,2-2-3 0,-1 2 3 0,1-3 1 16,0 3-1-16,-1 0 0 0,-1 3-1 0,1 1-2 0,-1-3 4 16,2 6-1-16,-1-1 2 0,-3-1-2 0,3 0 1 15,1 2-1-15,-1 1 1 0,-3-3-4 0,3 6 2 16,-3-8 1-16,1 6 0 0,1-2 0 0,2-3-1 15,-3 5 2-15,3-4-1 0,1-2 0 0,-1 3 1 16,0-5-5-16,2 5 4 0,-3-3 0 0,-1 0-2 16,1 3 0-16,1-1 0 0,0 0 2 0,0 1 4 15,3-1-2-15,-1-2 0 0,0 3-8 0,2-3 4 16,0 2 1-16,0 2 1 0,0-3-2 0,0 1 3 16,0-1 1-16,0-3 2 0,0 3-2 0,0-1-5 0,0-1 1 15,0 1-3-15,0-1 8 0,0-1 0 0,0 1-1 16,0 1 0-16,0-1-2 0,0-1 0 0,2 3 0 15,-2-3 0-15,2 1-2 0,-1 1 1 0,1 1-1 16,2 1 0-16,-2 0 2 0,0-1 0 0,1 3-3 0,-1-2 3 16,0 0 1-16,0 3 1 0,0-3 1 0,0 2-3 15,0 0 1-15,-1-2-4 0,1 1 3 0,0 1-4 16,0-2 5-16,0 2-1 0,0-2 1 0,0 3-1 16,-2-3 7-16,0 2-9 0,0 0 0 0,0-2-2 15,0 1 5-15,1 1 0 0,1 0-1 0,0 0 0 16,0-2-4-16,0 1 6 0,0 1 0 0,-2-4 2 0,2 4-5 15,-1 1-3-15,1-3 4 0,0 4-1 0,0-2 9 16,0 0-8-16,0 2-2 0,0 0-1 0,-1-2 3 16,1 0-3-16,0 1 3 0,0-1-2 0,0 2 9 0,0 2-8 15,0-1 1-15,-2 1-3 0,0-2 4 0,0 0 1 16,0-2 1-16,0 2-1 0,0-1-5 0,0 1 3 16,0 0-1-16,0-2 3 0,0 0 1 0,0 0-3 15,0 0 0-15,0-2-2 0,0-1 0 0,0-1 4 16,0 3-3-16,0-3 2 0,0 2-3 0,0-1-1 15,0-1 7-15,0 1-4 0,0-3 0 0,0 1 3 16,0 1-6-16,0-3 5 0,1 1-2 0,-1-1 1 16,0 2 0-16,0-5 0 0,0 3-5 0,0 0 4 0,0-2 0 15,0 0 0-15,2 3-3 0,-2-3 5 0,0 2-1 16,0-1 4-16,0-1-9 0,0 2 8 0,0 0-4 16,2-1 4-16,-2 1-6 0,0 0-1 0,0 0 3 15,0-1 0-15,0 1 3 0,0 0 1 0,0-1-7 16,0 1 4-16,0 0-1 0,0 0-2 0,0-1 3 0,0 1-3 15,0 0-1-15,0-1 3 0,0 1 2 0,0 0 0 16,0 0-2-16,0-1 3 0,0 1-6 0,0 0 4 16,0-1 0-16,0 1-3 0,0 0 5 0,0 0-4 15,0-3 8-15,0 1-10 0,0 0 3 0,0 0-5 16,-2 0 10-16,2 0-2 0,-2 0-3 0,2-1 1 16,-1 1-2-16,1 0 1 0,-2 0 0 0,2 0 0 0,-2 0 5 15,2 0-3-15,0-1 2 0,0 1-2 0,-2 0-2 16,0 0 0-16,0 0 1 0,0 0-1 0,1-2 4 15,-1 0 0-15,0 0-1 0,0 0 0 0,2 0-4 0,0 0 4 16,0 0-1-16,0 0 4 0,0 0-2 0,-2 0-4 16,0 0 0-16,2 0-1 0,0 0 0 0,0 0 2 15,0 0-1-15,0 0 0 0,-2 0-4 0,2 0 4 16,0 0 1-16,-1 0 0 0,1 0-2 0,-2 0 1 16,2 0 1-16,0 0 1 0,0 0 0 0,0 0-1 15,-2 0-1-15,2 0 0 0,0 0 0 0,0 0 0 16,0 0 4-16,-2 0-4 0,2 0-4 0,0 0 5 15,-2 0-5-15,2 0 5 0,0 0-1 0,0 0 0 16,0 0 0-16,0 0-1 0,0 0 1 0,0 0-2 0,0 0 2 16,0 0-2-16,0 0 0 0,0 2 4 0,0-1-2 15,0 1 3-15,0 0-3 0,0-2 1 0,0 2 0 16,0 0 0-16,0-2-1 0,0 0 1 0,0 0 0 0,0 0 2 16,0 0-3-16,0 0 0 0,0 0 0 0,0 0 0 15,0 0 0-15,0 0 0 0,0 0 1 0,0 0-1 16,0 0 6-16,0 0-1 0,0 0-4 0,0 0 3 15,0 0-4-15,0 0 0 0,0 0 0 0,0 0 1 16,0 0 7-16,0 0-7 0,0 0 4 0,0-2-6 16,0 0-10-16,0 2-54 0,0 0-9 0,0-2-18 15,0 2-72-15,0 0-96 0,0 0-44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4T10:15:38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318 473 2048 0 0,'0'0'-430'0'0,"-3"-27"-549"0"0,0 9 1171 0 0,-1 1 1 0 0,0 1 0 0 0,-2-1-1 0 0,-11-25 1 0 0,7 19 1151 0 0,-7-29 0 0 0,8 22-530 0 0,-10-45 1501 0 0,19 72-2194 0 0,-1 1 0 0 0,0 0 0 0 0,1-1 0 0 0,-1 1 0 0 0,0 0-1 0 0,-1 0 1 0 0,1 0 0 0 0,0 0 0 0 0,-3-4 0 0 0,3 6-103 0 0,1 0 1 0 0,0-1-1 0 0,-1 1 1 0 0,1-1-1 0 0,0 1 0 0 0,-1-1 1 0 0,1 1-1 0 0,-1 0 0 0 0,1-1 1 0 0,-1 1-1 0 0,1 0 0 0 0,-1 0 1 0 0,1-1-1 0 0,-1 1 1 0 0,1 0-1 0 0,-1 0 0 0 0,1 0 1 0 0,-1-1-1 0 0,0 1 0 0 0,1 0 1 0 0,-1 0-1 0 0,1 0 0 0 0,-1 0 1 0 0,1 0-1 0 0,-1 0 0 0 0,0 0 1 0 0,1 0-1 0 0,-1 1 1 0 0,1-1-1 0 0,-1 0 0 0 0,1 0 1 0 0,-1 0-1 0 0,1 1 0 0 0,-1-1 1 0 0,1 0-1 0 0,-1 0 0 0 0,1 1 1 0 0,-1-1-1 0 0,1 1 1 0 0,-1-1-1 0 0,1 0 0 0 0,0 1 1 0 0,-1-1-1 0 0,1 1 0 0 0,-1 0 1 0 0,0 1-14 0 0,0 1 0 0 0,0-1 0 0 0,0 0 0 0 0,0 1 0 0 0,0-1 1 0 0,0 1-1 0 0,0 4 0 0 0,-4 14 22 0 0,-2-7 25 0 0,0-1-1 0 0,2 1 1 0 0,-1 1 0 0 0,2-1 0 0 0,0 1 0 0 0,-3 25-1 0 0,-4 58 415 0 0,-4 119 505 0 0,15-210-813 0 0,0 1 1 0 0,-1 0-1 0 0,1-1 1 0 0,-1 1-1 0 0,-1-1 1 0 0,-2 9-1 0 0,-3-101-40 0 0,8 19-142 0 0,3 0 1 0 0,21-113-1 0 0,-17 145 41 0 0,18-41 0 0 0,0-2 8 0 0,-23 68-49 0 0,1-1 0 0 0,0 0 0 0 0,1 1 0 0 0,7-12 0 0 0,-11 19 13 0 0,1 1 12 0 0,-1 0 0 0 0,1 0 0 0 0,-1-1 0 0 0,1 1 1 0 0,0 0-1 0 0,0 0 0 0 0,-1 1 0 0 0,1-1 0 0 0,4-1 0 0 0,7-4 1 0 0,-10 4-6 0 0,0 0-1 0 0,0 0 0 0 0,0 1 1 0 0,0-1-1 0 0,0 1 0 0 0,0-1 1 0 0,0 1-1 0 0,0 0 0 0 0,1 0 1 0 0,-1 1-1 0 0,0-1 0 0 0,5 0 1 0 0,-7 1 4 0 0,1 1 1 0 0,-1-1-1 0 0,0 0 1 0 0,1 0-1 0 0,-1 1 1 0 0,0-1-1 0 0,1 0 1 0 0,-1 1-1 0 0,0-1 1 0 0,0 1-1 0 0,1 0 0 0 0,-1-1 1 0 0,0 1-1 0 0,0 0 1 0 0,0 0-1 0 0,0 0 1 0 0,0 0-1 0 0,0 0 1 0 0,0 0-1 0 0,0 0 1 0 0,0 0-1 0 0,-1 0 1 0 0,1 0-1 0 0,0 0 1 0 0,-1 1-1 0 0,1-1 1 0 0,-1 0-1 0 0,1 0 1 0 0,-1 1-1 0 0,0-1 1 0 0,1 2-1 0 0,1 8 35 0 0,-1-6-9 0 0,0 1 0 0 0,1-1 0 0 0,-1 1 0 0 0,1-1-1 0 0,1 0 1 0 0,2 7 0 0 0,0-4-20 0 0,-2 0 0 0 0,1 0 0 0 0,-1 0 0 0 0,0 1 0 0 0,-1-1 1 0 0,0 1-1 0 0,-1 0 0 0 0,1-1 0 0 0,-2 1 0 0 0,1 16 0 0 0,-2-14 4 0 0,0 0-1 0 0,0 0 1 0 0,-1 0-1 0 0,0 0 1 0 0,-1 0 0 0 0,0 0-1 0 0,-1-1 1 0 0,-6 13-1 0 0,3-7 60 0 0,6-13-60 0 0,-1 0 0 0 0,1 0 0 0 0,-1 0 0 0 0,1 0 0 0 0,-1 0 0 0 0,0 0 0 0 0,0 0 0 0 0,0-1 0 0 0,-4 4 0 0 0,-17 14 38 0 0,-1-1-1 0 0,-2-2 1 0 0,-26 16-1 0 0,35-25-25 0 0,0 0 0 0 0,0 0 0 0 0,-1-2 0 0 0,0 0-1 0 0,0-1 1 0 0,-21 2 0 0 0,37-7-28 0 0,0 1 0 0 0,-1-1 0 0 0,1 1 0 0 0,0-1 0 0 0,0 1 1 0 0,0-1-1 0 0,0 1 0 0 0,0 0 0 0 0,0 0 0 0 0,0 0 0 0 0,0 0 0 0 0,0 1 0 0 0,1-1 0 0 0,-1 0 0 0 0,0 1 0 0 0,1-1 0 0 0,-1 1 0 0 0,1 0 0 0 0,-1-1 0 0 0,1 1 0 0 0,0 0 0 0 0,-2 4 0 0 0,2-5 5 0 0,1 1 0 0 0,0-1 0 0 0,0 1 0 0 0,0-1 0 0 0,0 1 0 0 0,0 0 0 0 0,0-1 0 0 0,1 1 0 0 0,-1-1 0 0 0,0 1 0 0 0,1-1 0 0 0,-1 1 0 0 0,1-1-1 0 0,0 1 1 0 0,-1-1 0 0 0,1 0 0 0 0,0 1 0 0 0,0-1 0 0 0,0 0 0 0 0,0 0 0 0 0,0 1 0 0 0,0-1 0 0 0,0 0 0 0 0,0 0 0 0 0,0 0 0 0 0,1 0 0 0 0,-1-1-1 0 0,0 1 1 0 0,1 0 0 0 0,-1 0 0 0 0,1-1 0 0 0,1 2 0 0 0,21 9 13 0 0,0 0-1 0 0,0-1 0 0 0,1-1 1 0 0,44 9-1 0 0,-59-16 8 0 0,0 1 0 0 0,-1 0 0 0 0,1 1 0 0 0,8 4-1 0 0,-9-3-7 0 0,0-1-1 0 0,0-1 0 0 0,0 0 0 0 0,15 4 0 0 0,18-6 15 0 0,-33-1 9 0 0,0 0 0 0 0,-1 1 0 0 0,16 2 0 0 0,-11 6-3641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4T10:15:39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10 7017 0 0,'-20'-10'3844'0'0,"7"12"-3713"0"0,-1 0-1 0 0,1 1 1 0 0,-1 0 0 0 0,1 1 0 0 0,0 1-1 0 0,0 0 1 0 0,0 1 0 0 0,-14 8-1 0 0,19-10-86 0 0,6-2-48 0 0,0-1 0 0 0,0 1 0 0 0,0 0 0 0 0,1-1 0 0 0,-1 1-1 0 0,0 0 1 0 0,1 0 0 0 0,-1 0 0 0 0,1 1 0 0 0,0-1 0 0 0,-1 0 0 0 0,1 0-1 0 0,0 1 1 0 0,0-1 0 0 0,1 0 0 0 0,-1 1 0 0 0,0-1 0 0 0,1 1 0 0 0,0-1 0 0 0,-1 6-1 0 0,1-2 44 0 0,0 0 0 0 0,0 1 0 0 0,0-1-1 0 0,1 0 1 0 0,0 0 0 0 0,0 0-1 0 0,3 9 1 0 0,1-3 361 0 0,2 1 0 0 0,-1-1-1 0 0,13 17 1 0 0,-11-17 433 0 0,0 1-1 0 0,11 24 1 0 0,-19-36-810 0 0,1 0 1 0 0,-1-1-1 0 0,0 1 1 0 0,1 0 0 0 0,-1 0-1 0 0,0 0 1 0 0,0 0-1 0 0,0-1 1 0 0,0 1-1 0 0,0 0 1 0 0,0 0-1 0 0,0 0 1 0 0,0 0-1 0 0,0 0 1 0 0,0-1-1 0 0,-1 1 1 0 0,1 0 0 0 0,0 0-1 0 0,0 0 1 0 0,-1-1-1 0 0,1 1 1 0 0,-1 0-1 0 0,1 0 1 0 0,-1-1-1 0 0,1 1 1 0 0,-1 0-1 0 0,1-1 1 0 0,-1 1 0 0 0,1 0-1 0 0,-1-1 1 0 0,-1 1-1 0 0,-27 13-652 0 0,10-7-43 0 0,-22 11-1494 0 0,21-11 322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152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0" timeString="2022-07-18T03:34:22.11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33185 16464 0,'0'0'0,"0"0"15,0 0-15,0 0 16,0 0-16,0 0 16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5T03:31:59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10442 0 0,'0'0'1008'0'0,"2"0"-1008"0"0,-1 0 32 0 0,3 0-24 0 0,-3 0 56 0 0,14 0-96 0 0,1 0 8 0 0,-2 0-56 0 0,2-2-256 0 0,1 0-2312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7-18T03:46:03.80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25541 11062 31 0,'-1'-2'-1'0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5T03:31:59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10442 0 0,'0'0'1008'0'0,"2"0"-1008"0"0,-1 0 32 0 0,3 0-24 0 0,-3 0 56 0 0,14 0-96 0 0,1 0 8 0 0,-2 0-56 0 0,2-2-256 0 0,1 0-2312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7-18T03:48:16.82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15595 4082 1 0,'0'0'0'0,"-2"0"3"15,0 0 28-15,0 0-12 0,0 0 2 0,-1 0-15 16,-1 0-1-16,-2 0-4 0,-5-2-1 0,2 2-2 16,-4-1-2-16,0 1 8 0,-2-2 1 0,2 2 1 15,-7-2-10-15,3 2 10 0,0 0-4 0,-1 0 7 0,1 0-5 16,2 0-1-16,-3 0 8 0,-1 0-2 0,2 0 22 15,-1-2 5-15,-1 0-2 0,3 2 1 0,-5-2-15 16,3 0 3-16,3 2-2 0,2 0 3 0,-2-1-3 0,4-1-15 16,0 0-4-16,-6 0-1 0,2 0-1 0,2 0-2 15,-6 0 6-15,8 2-4 0,0 0 7 0,4 0-4 16,-3 0-4-16,-1 0 1 0,8 0-5 0,-10 0 2 16,3 0 2-16,-5 0 0 0,-3 0 2 0,7 0-1 15,0 0 2-15,3 0-2 0,-1 0 0 0,0 2 0 16,1-2-1-16,-3 2 2 0,2 0 5 0,-1 0-6 15,1 0 4-15,0 1-4 0,0 1 0 0,1-2 0 16,-1 2 0-16,1-1 0 0,-1 1-9 0,0 0 9 0,0 0-1 16,1-1 4-16,-1 1-3 0,2 0 0 0,-3 1 1 15,3-1 0-15,-1 0 1 0,-1 1 0 0,2-1-5 16,-3 2 3-16,1-1-1 0,0 1 1 0,0-1 3 16,-1 1 0-16,1-1-3 0,3-3 0 0,-1 2 2 15,0 0 0-15,1-1-6 0,-3 3 5 0,3-2-3 0,-1 1 4 16,-3 1-3-16,3-1-3 0,-2 3 4 0,-1-1-2 15,3-1 6-15,-6 3-9 0,4-7 5 0,-6 9-5 16,-2 2 11-16,2 2-8 0,-3 0 0 0,-5 1-3 16,7 1 9-16,-1 0 0 0,-2 3 1 0,5 1-4 15,-7-1-9-15,1 1 3 0,1 1 6 0,2-2-1 16,1 3 7-16,1-3-2 0,-2-3-9 0,8 3 4 16,-2-9-7-16,3 2 4 0,1-2 0 0,-1 1 2 0,3 2 8 15,1-2-7-15,2 2 4 0,0-2-6 0,1 1 0 16,-3 0 4-16,2 1-2 0,-9 3 2 0,2-2-2 0,3 0-1 15,2-4 1-15,1 0-1 0,-1 2-1 0,2-4 0 16,2-1 2-16,0 1 0 0,0-1 0 0,0 1 0 16,0 4 0-16,0-4 1 0,0 2 3 0,2 0-2 15,0 0 0-15,1 1 0 0,1-1 1 0,2 0-2 16,-1 2-2-16,1-2 1 0,-1 2 3 0,3 0-7 16,-1-2 8-16,-3 0-7 0,13 0 11 0,-8-1-6 15,2 1 0-15,0-2-2 0,-3 0-5 0,7 1 5 16,-2-1 0-16,-4 0 3 0,6-1 1 0,-2 1-5 15,3 2 0-15,-3 0-3 0,-3 0 4 0,1 1 2 0,-6-3 2 16,3 2-2-16,-1-2-7 0,4 1 5 0,-1-3-1 16,3-3 3-16,0 1-2 0,0 3 8 0,0-5-7 15,-2 1 8-15,0 2-16 0,-2 1 6 0,4 2 1 16,0-1 3-16,2-1 5 0,0 1-8 0,2-3 4 0,-1-1-4 16,5-2 6-16,1 0-8 0,0 0 2 0,3-2-2 15,-1 0 5-15,2-2-4 0,7-2-4 0,-3 0 2 16,3 2 9-16,1 1-3 0,1-1-1 0,4 2-2 15,-6 0-8-15,1 0 8 0,-1 0 0 0,1 0 2 16,1 0-2-16,2 0 0 0,-5 0 3 0,-3-2-3 16,3-2 1-16,-2 0 3 0,-1-1-4 0,-1-1 3 0,0 1-1 15,-2 1-2-15,0-2 0 0,2 1 0 0,0 1 7 16,-2 0-9-16,1-1 6 0,-2 1-8 0,1 0 2 16,-2 1 6-16,-2-3-6 0,4 1 6 0,0-1-7 15,2 0-2-15,-2 1 5 0,-4 1-2 0,-1 0 9 0,-7 1-7 16,3-3 0-16,4 1-2 0,-8 1 3 0,3 0 4 15,-5 0-1-15,1 1 1 0,1-1-8 0,-4 0 5 16,2 1-2-16,-4-1 4 0,1 0-5 0,1 0 1 16,6-3-1-16,0 0 1 0,-2-1 2 0,4-1-5 15,-1 0 5-15,-3 1-4 0,0 1 8 0,0-3-9 16,0 1-1-16,-2 2-2 0,0 5 14 0,2-9-7 16,0 1 5-16,-1 1-6 0,-1-2-3 0,-4 4 4 0,-1-3-1 15,-1 3 2-15,1-1 0 0,-2-1 4 0,1 0-5 16,-1 0 4-16,0-3-2 0,-1 1-1 0,-1 2 0 15,0-4-2-15,0-2-1 0,7 2 44 0,2-5-16 16,-1-3 23-16,-5 1-29 0,-1-6-1 0,-2 2 5 0,-2 0-7 16,0-1-6-16,-2 3 2 0,-2 2 0 15,0-3 2-15,-1-1-4 0,-1 0 12 0,-1-2-2 0,-2-2 7 16,-1 0-10-16,-1-1-7 0,0 3-1 0,0 2-1 16,-2-1-4-16,2 5 0 0,-4 0-6 0,7 3 4 15,-16 2-8-15,-5 0 2 0,-8 2 1 0,3 2 1 16,-5 0 1-16,0 0-1 0,-5 1 2 0,-8 1-2 15,1 0 7-15,-2 1-8 0,1 1 0 0,1 0-3 0,1 3 7 16,0 0 0-16,-2 2 0 0,-2-24-1 0,-5 13 0 16,-2 8-1-16,-4 7-4 0,-11 3-11 0,-1 6-122 15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5T03:31:59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10442 0 0,'0'0'1008'0'0,"2"0"-1008"0"0,-1 0 32 0 0,3 0-24 0 0,-3 0 56 0 0,14 0-96 0 0,1 0 8 0 0,-2 0-56 0 0,2-2-256 0 0,1 0-2312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7-18T04:09:26.609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14813 3910 8 0,'0'0'1'0,"0"-2"12"0,0 0 12 16,0 0 2-16,0 0 0 0,-2-2-11 0,2 1-4 15,-1-5-9-15,-1 5 7 0,0-1-6 0,-4-5-1 16,1-1 8-16,1 5-6 0,0-1 4 0,4 4-4 15,0 0 2-15,-7-1 0 0,-2-5 14 0,1 3-17 16,1 1 4-16,-3 0-7 0,1 1 8 0,0 1-6 16,-4-2 5-16,2 2-4 0,0 2 12 0,-1 0-6 15,3 0 7-15,-2 0-6 0,0 0 13 0,3 0-13 0,-5 2 7 16,4 0-9-16,-2 2-2 0,-4-1-3 0,-3 3-4 16,3-2 2-16,-6 3 4 0,3-1-2 0,-1 1 5 15,-5 0-4-15,2-1-1 0,5 0-2 0,-3-1-2 16,3 1 2-16,-5 1-1 0,-1 1 3 0,-1-1 3 0,0 0-1 15,5 1-3-15,-3-1 3 0,5-1-6 0,1 1 4 16,-1 1 0-16,2-1 0 0,0 1 1 0,-1-1 0 16,1 0-5-16,0 1 2 0,-2-1-2 0,4-1 3 15,-3 3 0-15,3-1-3 0,1-3 0 0,3 1-1 16,-2 1 6-16,2-1 13 0,-1-1 0 0,1 3 4 16,2-3-2-16,-1 1-9 0,3-4-3 0,-3 7-3 15,3-2-5-15,-3 3 0 0,3-1 0 0,1 0 0 0,-2 2-1 16,3-1-2-16,-1 1 5 0,2 0-3 0,-2 2 1 15,3 2 0-15,-1-2-2 0,0 3 1 0,0-1 0 0,0 2 1 16,-2 0 4-16,3-1 0 0,-1 3 10 0,0 0-5 16,0 1 6-16,0 0-4 0,-13 3 9 0,4-1-11 15,4 0-4-15,1 1-1 0,2-1 3 0,1 0-6 16,1-7 4-16,0 2-5 0,2-1 1 0,-2 5 5 16,2 5-1-16,0-4 0 0,0 4-10 0,0-5 6 15,0-3-2-15,2-1 4 0,0-2 2 0,0 0 3 16,0 1 9-16,-1-3-4 0,3 0 7 0,0 0-12 15,0-3 0-15,-1 3-2 0,1-2-2 0,0-2 1 16,-1 0-4-16,3 2 4 0,0 0-6 0,-1 1 2 0,1 1-1 16,-3-4 1-16,3 2-1 0,0-2 2 0,-1 1 1 15,3 1-1-15,-3-2-1 0,3 2 0 0,-3-2 2 16,3 3-2-16,-1-1 5 0,2 0-8 0,1 0-2 16,-9 0-1-16,11 0 5 0,-5-1 6 0,6-1-3 0,-4-2 4 15,4 3-4-15,4 1-3 0,0-2 3 0,1 2-3 16,1-3-3-16,-2-3 4 0,1 1-3 0,2-1 4 15,1 1 1-15,3-1-5 0,-2 1 7 0,2-2-5 16,4 1 3-16,-2-1-1 0,-5 0-1 0,3-1 1 16,0-1 4-16,-4 13-2 0,6-2 1 0,-5-7-1 15,-3-4-4-15,1-2 5 0,0 0-5 0,-3 0 5 0,1-2-6 16,0-2 9-16,-1-2-6 0,5-1 6 0,-3 0-10 16,1-1 6-16,0-1-1 0,-3 1 3 0,1-1-6 15,0 0 5-15,-1-2-1 0,-1 1 2 0,0-1-2 16,-2 2 0-16,0 5-2 0,0-9 1 0,-2 0 2 0,2-2 1 15,0 1-1-15,0-1 0 0,2-2-3 0,0 0 3 16,0-3-1-16,-2 1 1 0,2-1-1 0,1-2-3 16,7-1 6-16,-7-1-6 0,-5-2 1 0,4-5-2 15,-11 1 0-15,2-9 0 0,5 2 6 0,-2 5-7 16,4-7 0-16,-4 8-1 0,1-5 8 0,-7-1-4 16,5 2 4-16,-3 2-4 0,14 1-2 0,-6 4 5 15,-6 0-1-15,-3 2 4 0,-2 2 8 0,-2 0 0 16,0 2 1-16,0-2 2 0,0 1 12 0,0 1-7 0,-2 2 5 15,-2-1-5-15,-1 1 4 0,-3-1-8 0,-1-1 2 16,0 4-4-16,-2-3-3 0,-2 3 1 0,7-5-2 16,-9 5 2-16,-7 1-6 0,1 2-3 0,-1 4-6 15,-2 4 3-15,2-3-10 0,-1-5 5 0,-3 2 3 0,-3 8 0 16,-5 5-1-16,-3 7-13 0,-5 10-33 0,-5 7 4 16,-7-13-132-16</inkml:trace>
  <inkml:trace contextRef="#ctx0" brushRef="#br0" timeOffset="6248.89">18300 4299 5 0,'0'0'20'0,"0"0"-5"15,-2 0 21-15,2 0 6 0,0 0-5 0,0 0 0 16,0 0-19-16,0-1 0 0,0 1-5 0,0 0 1 15,0 0-14-15,0 0 5 0,0 0-7 0,0 0 7 0,0 0-6 16,2 0 2-16,0 0-3 0,0 0 2 0,0 0 3 16,0 0-4-16,-1 1 4 0,1 1 1 0,0 0 11 15,0 0 0-15,0 0 4 0,0 0 8 0,0 1-10 16,-1 1 5-16,1 0-8 0,0 0-1 0,0-1-5 16,0 1 6-16,0 2-5 0,1 1 5 0,3 4-9 15,0-2-2-15,-1 3 0 0,-1-3 1 0,0 0-2 16,1 2-1-16,-1-3 0 0,1 3-2 0,1 0 8 15,-2-2-5-15,-1 4 7 0,1-2-5 0,0 1 3 0,0 1 3 16,-1 0-2-16,1-4 7 0,0 2-4 0,-1-2 0 16,1-1-2-16,0 1-3 0,1 2 15 0,1-2 6 15,-2-3 4-15,-2-2 20 0,1-1-12 0,1-1-2 16,7 4-4-16,2-1-16 0,-2-1 0 0,2 0 0 16,2-2-2-16,0-2-7 0,-2-2 5 0,4-2-2 0,1-1 4 15,3-5 0-15,3-3 3 0,5 11-5 0,1-25 4 16,5 1-3-16,6-6 2 0,4 2-2 0,1-3-1 15,-1-1-7-15,1 1-2 0,1 0 4 0,-1 5-4 16,2-2 6-16,-1 2-9 0,-8 2 4 0,-6 2-4 16,1 4 8-16,-6 1-10 0,1 2 5 0,-5 3-4 0,2-1 12 15,-3 4-5-15,1 1-2 0,-6 3-1 0,3-1 2 16,-5 5 1-16,-3 1 3 0,0-7-3 0,-3 3-5 16,-3 2-297-16</inkml:trace>
  <inkml:trace contextRef="#ctx0" brushRef="#br0" timeOffset="20249.14">12316 7452 22 0,'0'0'0'15,"0"0"2"-15,0 0 2 0,0 0 6 0,0 0 0 0,0 0-3 16,0 0-2-16,0 0 2 0,0 0-1 0,0-2 3 16,0 0 0-16,0 1-5 0,0-1-1 0,0 0-1 15,0 0-1-15,0 0 11 0,0 0-1 0,0 0 5 16,0 1 5-16,0-1 2 0,0 0-4 0,0 0 1 15,0 0-18-15,0 0 3 0,0 2-2 0,0 0 2 16,0 0-3-16,0 0 8 0,0 0 9 0,0-2 1 16,0 2 53-16,2-1-19 0,0 1 1 0,-1-2-11 0,1 0-22 15,0 0 0-15,0 2 1 0,0-2-1 0,0 0-1 16,0 0-3-16,-1 1 2 0,1 1-2 0,0-2-5 16,0 0-7-16,0 2 2 0,0-2-3 0,0 0 8 0,-1 2 5 15,1-2-2-15,2 2 4 0,0 0 10 0,-1 0-14 16,1 0 2-16,0 0-7 0,0 0-10 0,-1 0 4 15,1 0 2-15,0 0 1 0,-2 0 4 0,1 0 11 16,1 2-10-16,0 0 11 0,1 2-12 0,-1 1 1 16,3 8 1-16,-1 0-1 0,0 0-4 0,-1-2 4 15,1 1-2-15,1-1 3 0,1 0-3 0,1-2-2 16,-2-1 5-16,3-1-5 0,-1 0 0 0,2-1-4 16,4 5 0-16,-2-7 1 0,-2 1 9 0,2-1-12 0,-2 5 3 15,2 1-5-15,4-1 2 0,-4-3 4 0,2-3 0 16,-2-1 1-16,0 0-3 0,0-2-4 0,2 0 4 15,3 0-5-15,-3 0 4 0,0-2 0 0,2-2 1 16,-3 1 1-16,5-3 5 0,-2 1-11 0,-4-1 2 16,2 0-3-16,3-3 9 0,-1 2-6 0,7-4 0 0,-7 3-2 15,-1 1-2-15,-1-1 5 0,0 1-3 0,4-2 3 16,-3 1-7-16,1 1 4 0,0-1 0 0,-1 1 1 16,-3 1-1-16,2 1 1 0,-2-1 1 0,0 2 0 15,2-1-4-15,2-1-3 0,0 3 5 0,-3-1-2 16,3 0 1-16,-4 2-2 0,0 0 2 0,0 2-1 15,2 0 7-15,-2 0-7 0,-2 0 1 0,-2 0-3 0,1 0 4 16,-3 2-2-16,2 0-3 0,1 2 1 0,1 1 2 16,-2 1 1-16,2 1 3 0,-1 1-2 0,-1-1 1 15,0-1 3-15,0 5-4 0,1 0 1 0,1 0-5 0,-2-1 6 16,0 1-2-16,3 2 1 0,-3-2-1 0,-2-2-4 16,8 2 6-16,-9-5-3 0,-1 1 7 0,6-1-5 15,1-1-1-15,2-3-2 0,1 4 6 0,-7-4 0 16,-6-2 2-16,3 3-4 0,-3-3 0 0,7 8-3 15,-3-4 1-15,-2-3 0 0,5 3 8 0,-4-2-6 16,5 0 5-16,-5-2-5 0,3 0 3 0,3 0-5 16,-6 0 0-16,5-2-1 0,-1-2 5 0,-2 1 2 15,3-3-5-15,-1 0 4 0,2-1-6 0,2-2 1 0,-2 1 1 16,2-1 1-16,0 2 0 0,-2-1-2 0,4-1 0 16,2-2-1-16,-6 5 4 0,4-3-8 0,0 1 5 15,0 1-6-15,1 0 5 0,-1 1 7 0,0 0-6 16,0 1 6-16,-2-1-9 0,2 1-3 0,0-1 4 15,-1 2-2-15,1 1 5 0,-4-1 3 0,4 0-5 0,-2 2 4 16,0 1-6-16,-2-1 2 0,1 0 0 0,-3 2 1 16,2 0-5-16,-2 0 1 0,2 0 4 0,2 0-1 15,6 2 1-15,-6 0 2 0,2 1-3 0,2 1 3 16,-1 0 0-16,1-1-2 0,0 3-1 0,1 0-2 16,-3-3-1-16,2 3 6 0,-1-2-1 0,5-1 4 15,-1 1-5-15,1 0-2 0,-1-1 3 0,-1 1-3 16,-1 0 3-16,1-2-1 0,1 0-3 0,-5-1 1 0,4 1 0 15,-1 0 2-15,1 2 1 0,3-2 0 0,-5 0-3 16,-4-2 2-16,-2 0-1 0,-4 0 2 0,1 0 7 16,1 0-8-16,-3 0 4 0,3 0-5 0,-3 0 3 0,-1 0-1 15,1 0 1-15,-1 0-1 0,3-2 1 0,-3 0 3 16,-1 2-1-16,0 0 1 0,1-2 6 0,-3 2-106 16,0 0-83-16</inkml:trace>
  <inkml:trace contextRef="#ctx0" brushRef="#br0" timeOffset="21921.15">16681 7083 78 0,'0'-2'30'15,"0"0"39"-15,0-2-17 0,0-3-9 0,0-6-3 16,0 2-2-16,0 0-13 0,0 1-6 0,2 1-1 15,0 0-1-15,-2 1 7 0,0 3 0 0,2-3 2 0,-2 5-5 16,0-1-6-16,0 0 0 0,2 0 3 0,-1 1-1 16,1-1 1-16,0 2-12 0,0 0 0 0,0 0-3 15,0 1 3-15,0-1 5 0,-2 2-6 0,1 0 5 16,1 0 3-16,0 2-7 0,-2-1 9 0,0 3-11 16,2 7-2-16,0 10 4 0,2-1-5 0,-1 4 6 15,-1-3-2-15,0-3-3 0,0 1 1 0,0 1-2 16,0-1-3-16,-1-1 10 0,1 1-5 0,-2-6 7 0,2 2-3 15,0-2-4-15,2 0 6 0,-1-2-6 0,1 0 5 16,2 0-3-16,-1-1-2 0,1-1 1 0,3 2 4 0,-5-4-1 16,11 1 0-16,-1-3-2 0,3-1-3 0,-2 0 4 15,0-2 3-15,2 0-2 0,1-1-1 0,1 12 1 16,1-3-2-16,-1-3 3 0,1-3 0 0,-1-2-2 16,1-2-4-16,-1 0 3 0,1-2 0 0,1-2-2 15,1-1 3-15,0-3-3 0,-1 1 3 0,3-3 0 16,2 1 1-16,0 0-1 0,0 0-7 0,0-3 2 15,2-1-2-15,1 0 3 0,1 0 1 0,-2 0-3 16,0 0 2-16,-1 0-2 0,7-1 3 0,1 1-3 0,-3-2 0 16,-1 0-1-16,-5 0 5 0,-2 0-5 0,2 0 1 15,-1 2-2-15,-3 0 7 0,-2 2-8 0,1 2 2 16,-3 0-4-16,1-1 5 0,-1 5 2 0,1-1-5 16,-2 2 3-16,1 3-3 0,1 1 1 0,-2 0 2 0,-3 1-3 15,5 3-4-15,-2 0 10 0,-1 1-6 0,5 5 6 16,-3 1-4-16,-3-2 0 0,0 2 1 0,-6-3-2 15,2-5-6-15,2 14 8 0,2-6-1 0,-4 0 2 16,4 2 5-16,-7-1-1 0,-3 1 2 0,6-4-1 16,-5-2 14-16,-2-1-7 0,-1-1 4 0,3 5-5 15,3-3 5-15,-3 1-11 0,-2-3-1 0,-1 1-2 0,-1-3 8 16,0 1-6-16,0 0 2 0,-2-2-4 16,0 0 6-16,2 1-2 0,1 1 4 0,1 0-4 0,0-1 4 15,-2 1-7-15,0-2 6 0,-1 0-7 0,3 0 2 16,0 0 4-16,0-1-3 0,-1 1 3 0,1-2-5 0,0 0 2 15,5 0-2-15,4 0 0 0,4-2-9 0,-4 1 8 16,0-3-7-16,2 0 8 0,-4 0-7 0,7-3 6 16,1 0 2-16,-1-1 0 0,1-1-7 0,0 0 1 15,-3-1-5-15,1 1 4 0,5-2-2 0,1 2 7 16,1-3-4-16,2-1 3 0,0 2-7 0,-2 2 6 16,2 0 3-16,0 1-1 0,0 1-6 0,3 1 0 15,1 3-1-15,5 3 1 0,3 0-3 0,-1 0 7 16,-2 0-5-16,-2 0 5 0,1 0-5 0,1 1 0 15,2 5 4-15,0 1-2 0,-3 1 7 0,-1-1-1 0,-3-1-2 16,0-1 0-16,1-1-2 0,-5 0-5 0,2 1 8 16,-4-1-5-16,-1 2 4 0,-1-1 2 0,2 1-4 15,-2 1 3-15,-1-1 0 0,1 1-7 0,0 1 4 0,0-1-4 16,-1 1 9-16,-1-3 0 0,3 3-6 0,-3-3 1 16,2 3-6-16,2-3 9 0,-5 1 2 0,5-1 1 15,4 1-9-15,0-2 0 0,3-1 0 0,-1 1 1 16,-2-2 6-16,0 0-4 0,2-2 2 0,-1 0-2 15,1 0 0-15,0 0 5 0,-4 0-3 0,-2 0 5 16,0-2-9-16,0 0-3 0,0 0 2 0,-2-2-1 0,1 3 4 16,-3-3 1-16,1 0 0 0,-1 2-1 0,-1-1-2 15,-1-1 2-15,-1 2 0 0,0 0 2 0,1-2 0 16,-3 3 3-16,2-3-3 0,1 0 2 0,-8 2-7 16,4-1 12-16,-4-1 7 0,-5 2 4 0,10-4 28 0,-9 5-31 15,1-3 4-15,-1 2-13 0,-3 0 0 0,1 0-1 16,0 0-3-16,3-1 2 0,-3 1-6 0,0 2-119 15,-2 0-95-15</inkml:trace>
  <inkml:trace contextRef="#ctx0" brushRef="#br0" timeOffset="34501.28">13961 12189 256 0,'0'-2'359'0,"0"0"-177"0,-2-7 110 0,0-10 4 15,0 4-272-15,2 8-1 0,0 3-33 0,0 0 0 16,0 3-2-16,0-1 11 0,2 0-24 0,0 2-52 16,2 0 4-16,1 0-221 0</inkml:trace>
  <inkml:trace contextRef="#ctx0" brushRef="#br0" timeOffset="35788.89">15016 12308 83 0,'0'0'41'0,"0"0"42"0,-2 0-6 0,0 0-5 0,0 0-7 15,0 0 2-15,0 0-16 0,0 0-4 0,1 0 6 0,-1-2-8 16,-2 0-13-16,0 2-3 0,1-2-10 0,-1 2 6 15,0 0-13-15,0 0 2 0,1 0-2 0,-1 0 2 16,0 0-4-16,1 0-2 0,-1 0-2 0,0 0 0 16,0 0-3-16,3 0 13 0,-3 0-7 0,2 0 7 15,-2 0-15-15,2 0 4 0,1 0 6 0,-1 0-3 16,0 0-7-16,0 0 1 0,0 0-4 0,0 0 3 16,0 0-2-16,1 0 4 0,-1 0-1 0,2 2 4 0,0 0-6 15,0 0 0-15,2-1-6 0,-1 1 4 0,1 0-1 16,2 0 4-16,-2-2 2 0,11 6 0 0,2 1-6 0,1 0 15 15,3 1-8-15,3-3 10 0,-1-1-12 0,-1 0 14 16,2 0 0-16,3-3 4 0,2 1 4 0,5-2 0 16,-2 0-2-16,7 0 2 0,-4-2-7 0,-1-1 3 15,-2-1 0-15,-6 0 0 0,4-1-9 0,-6 1-3 16,0 0 2-16,-1 2-3 0,-3 1-6 0,-3-1 6 16,2 0-5-16,-4 2 5 0,1-2-6 0,-4 2 0 15,-3 0 5-15,1 0-3 0,-3 0 6 0,-3 0 1 16,2 0-6-16,-2 0-2 0,1 0-69 0,1 0-259 0</inkml:trace>
  <inkml:trace contextRef="#ctx0" brushRef="#br0" timeOffset="40903.71">20812 11247 2 0,'0'0'0'0,"0"0"3"0,0 0 5 0,0 0 15 0,0 2 7 15,0-2 12-15,0 2 5 0,0-2 2 0,0 0 2 16,0 0 0-16,0 0 22 0,0 2-7 0,0-2-2 16,0 0-6-16,0 0-22 0,0 0-9 0,0 0 3 0,0 2-4 15,0-2 5-15,0 2 4 0,0-1 0 16,0 1 0-16,-2 0-9 0,1 0 3 0,1 0-8 0,-6 11 6 15,-1 4-20-15,-1-1 9 0,1-3-7 0,-3 2 7 16,3-2-6-16,0 0-3 0,-1 0 11 0,3-4-8 16,-3 3 16-16,4-5-6 0,3-1 3 0,-1-1-2 15,0 1 5-15,0-3-3 0,2 1 1 0,0 0-1 16,0 0 8-16,0-3-4 0,0 1 1 0,0 0-2 0,0 0 3 16,0 0-7-16,2 2-6 0,0-1 1 0,0 1-4 15,1-2-2-15,7 2 5 0,12-1-5 0,6-3-1 16,0-3-2-16,3-7-2 0,6-3 1 0,4-3-7 0,7-7 4 15,6-1-2-15,11-6 4 0,4 27-4 0,7-40 3 16,4-5-2-16,-8-12 2 0,6 1-1 0,-5 0-1 16,-1-3-3-16,12 7 0 0,-3-1 0 0,7 8 0 15,-1 5 5-15,-11 6-2 0,-4 3 7 0,-14 10-7 16,-8 0 0-16,-11 7-3 0,-5 1 2 0,-8 3 5 16,-8 1-1-16,-5 7 1 0,-2-1-7 0,-5 4 8 15,-1 1-6-15,1-3 2 0,-2 2-51 0,-1 0-98 16,-1 2-40-16</inkml:trace>
  <inkml:trace contextRef="#ctx0" brushRef="#br0" timeOffset="48660.57">19849 15245 12 0,'0'0'0'16,"-2"0"11"-16,0 0 122 0,0 0-23 0,0-2 14 0,0 2-53 15,1-2-13-15,-1 0-21 0,0 0-8 0,0 1 4 16,0 1-11-16,0 0 1 0,0 0 0 0,1-2 0 15,-1 0-5-15,0 0-12 0,0 0 1 0,0 2-4 16,2 0-5-16,0 0 0 0,0 0 1 0,0 0 1 16,0 0 7-16,0 0-7 0,0 0 2 0,0 0-2 15,0 2-2-15,0 0 32 0,0 0-8 0,-2 0 18 16,2-1-18-16,0 1-4 0,0 0 0 0,0 0-1 0,0 2-7 16,0-1 9-16,0 1-9 0,0-2 10 0,0 5-3 15,0 3 4-15,0-1 1 0,0-5-2 0,0 3-9 16,0 1 7-16,0-1-5 0,2 4 5 0,0-2-11 0,0-1-4 15,2 3 3-15,-3-4-2 0,3 3 11 0,-2-5 13 16,0 1 0-16,2-1 4 0,-1-1 2 0,3 0 3 16,9 5-7-16,3-3 4 0,1-4-15 0,5-4-5 15,4-8 1-15,1-6-4 0,7 10-6 0,1-31 4 16,7-4-7-16,7 0 6 0,4-5-7 0,12-2 0 16,2-4 7-16,7 1-5 0,-5-2 4 0,-1 4 2 15,-3 3-3-15,-8 3 3 0,1 6-9 0,-8 2-118 16,-2 5-14-16,2 0-59 0,-2 4-256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5T03:31:59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10442 0 0,'0'0'1008'0'0,"2"0"-1008"0"0,-1 0 32 0 0,3 0-24 0 0,-3 0 56 0 0,14 0-96 0 0,1 0 8 0 0,-2 0-56 0 0,2-2-256 0 0,1 0-2312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5T03:31:59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10442 0 0,'0'0'1008'0'0,"2"0"-1008"0"0,-1 0 32 0 0,3 0-24 0 0,-3 0 56 0 0,14 0-96 0 0,1 0 8 0 0,-2 0-56 0 0,2-2-256 0 0,1 0-2312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7-15T03:31:59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10442 0 0,'0'0'1008'0'0,"2"0"-1008"0"0,-1 0 32 0 0,3 0-24 0 0,-3 0 56 0 0,14 0-96 0 0,1 0 8 0 0,-2 0-56 0 0,2-2-256 0 0,1 0-2312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E66A34-496B-42E3-AD90-504AB2C072BD}" type="datetimeFigureOut">
              <a:rPr lang="en-AU" smtClean="0"/>
              <a:t>9/07/2023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46CAED-4298-4B71-ADC5-3446C00CCBE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8601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46CAED-4298-4B71-ADC5-3446C00CCBE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80002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CAED-4298-4B71-ADC5-3446C00CCBE9}" type="slidenum">
              <a:rPr lang="en-AU" smtClean="0"/>
              <a:t>19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8038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9/07/2023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4947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9/07/2023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4732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9/07/2023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6027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9/07/2023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4425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9/07/2023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913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9/07/2023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8725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9/07/2023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099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9/07/2023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4644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9/07/2023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984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9/07/2023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7473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9/07/2023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187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34E306-1497-4200-B70B-62CF4F7328F2}" type="datetimeFigureOut">
              <a:rPr lang="en-AU" smtClean="0"/>
              <a:t>9/07/2023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5214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7.png"/><Relationship Id="rId7" Type="http://schemas.openxmlformats.org/officeDocument/2006/relationships/image" Target="../media/image18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19.emf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emf"/><Relationship Id="rId11" Type="http://schemas.openxmlformats.org/officeDocument/2006/relationships/image" Target="../media/image25.emf"/><Relationship Id="rId5" Type="http://schemas.openxmlformats.org/officeDocument/2006/relationships/image" Target="../media/image23.emf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11" Type="http://schemas.openxmlformats.org/officeDocument/2006/relationships/image" Target="../media/image31.emf"/><Relationship Id="rId5" Type="http://schemas.openxmlformats.org/officeDocument/2006/relationships/image" Target="../media/image57.png"/><Relationship Id="rId10" Type="http://schemas.openxmlformats.org/officeDocument/2006/relationships/image" Target="../media/image30.emf"/><Relationship Id="rId4" Type="http://schemas.openxmlformats.org/officeDocument/2006/relationships/image" Target="../media/image56.png"/><Relationship Id="rId9" Type="http://schemas.openxmlformats.org/officeDocument/2006/relationships/image" Target="../media/image29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2.png"/><Relationship Id="rId7" Type="http://schemas.openxmlformats.org/officeDocument/2006/relationships/image" Target="../media/image71.png"/><Relationship Id="rId12" Type="http://schemas.openxmlformats.org/officeDocument/2006/relationships/image" Target="../media/image37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11" Type="http://schemas.openxmlformats.org/officeDocument/2006/relationships/image" Target="../media/image36.emf"/><Relationship Id="rId5" Type="http://schemas.openxmlformats.org/officeDocument/2006/relationships/image" Target="../media/image69.png"/><Relationship Id="rId10" Type="http://schemas.openxmlformats.org/officeDocument/2006/relationships/image" Target="../media/image35.emf"/><Relationship Id="rId4" Type="http://schemas.openxmlformats.org/officeDocument/2006/relationships/image" Target="../media/image68.png"/><Relationship Id="rId9" Type="http://schemas.openxmlformats.org/officeDocument/2006/relationships/image" Target="../media/image7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8.xml"/><Relationship Id="rId21" Type="http://schemas.openxmlformats.org/officeDocument/2006/relationships/customXml" Target="../ink/ink10.xml"/><Relationship Id="rId42" Type="http://schemas.openxmlformats.org/officeDocument/2006/relationships/image" Target="../media/image105.png"/><Relationship Id="rId63" Type="http://schemas.openxmlformats.org/officeDocument/2006/relationships/customXml" Target="../ink/ink31.xml"/><Relationship Id="rId84" Type="http://schemas.openxmlformats.org/officeDocument/2006/relationships/image" Target="../media/image126.png"/><Relationship Id="rId138" Type="http://schemas.openxmlformats.org/officeDocument/2006/relationships/image" Target="../media/image153.png"/><Relationship Id="rId159" Type="http://schemas.openxmlformats.org/officeDocument/2006/relationships/customXml" Target="../ink/ink79.xml"/><Relationship Id="rId170" Type="http://schemas.openxmlformats.org/officeDocument/2006/relationships/image" Target="../media/image169.png"/><Relationship Id="rId107" Type="http://schemas.openxmlformats.org/officeDocument/2006/relationships/customXml" Target="../ink/ink53.xml"/><Relationship Id="rId11" Type="http://schemas.openxmlformats.org/officeDocument/2006/relationships/customXml" Target="../ink/ink5.xml"/><Relationship Id="rId32" Type="http://schemas.openxmlformats.org/officeDocument/2006/relationships/image" Target="../media/image100.png"/><Relationship Id="rId53" Type="http://schemas.openxmlformats.org/officeDocument/2006/relationships/customXml" Target="../ink/ink26.xml"/><Relationship Id="rId74" Type="http://schemas.openxmlformats.org/officeDocument/2006/relationships/image" Target="../media/image121.png"/><Relationship Id="rId128" Type="http://schemas.openxmlformats.org/officeDocument/2006/relationships/image" Target="../media/image148.png"/><Relationship Id="rId149" Type="http://schemas.openxmlformats.org/officeDocument/2006/relationships/customXml" Target="../ink/ink74.xml"/><Relationship Id="rId5" Type="http://schemas.openxmlformats.org/officeDocument/2006/relationships/customXml" Target="../ink/ink2.xml"/><Relationship Id="rId95" Type="http://schemas.openxmlformats.org/officeDocument/2006/relationships/customXml" Target="../ink/ink47.xml"/><Relationship Id="rId160" Type="http://schemas.openxmlformats.org/officeDocument/2006/relationships/image" Target="../media/image164.png"/><Relationship Id="rId181" Type="http://schemas.openxmlformats.org/officeDocument/2006/relationships/customXml" Target="../ink/ink90.xml"/><Relationship Id="rId22" Type="http://schemas.openxmlformats.org/officeDocument/2006/relationships/image" Target="../media/image95.png"/><Relationship Id="rId43" Type="http://schemas.openxmlformats.org/officeDocument/2006/relationships/customXml" Target="../ink/ink21.xml"/><Relationship Id="rId64" Type="http://schemas.openxmlformats.org/officeDocument/2006/relationships/image" Target="../media/image116.png"/><Relationship Id="rId118" Type="http://schemas.openxmlformats.org/officeDocument/2006/relationships/image" Target="../media/image143.png"/><Relationship Id="rId139" Type="http://schemas.openxmlformats.org/officeDocument/2006/relationships/customXml" Target="../ink/ink69.xml"/><Relationship Id="rId85" Type="http://schemas.openxmlformats.org/officeDocument/2006/relationships/customXml" Target="../ink/ink42.xml"/><Relationship Id="rId150" Type="http://schemas.openxmlformats.org/officeDocument/2006/relationships/image" Target="../media/image159.png"/><Relationship Id="rId171" Type="http://schemas.openxmlformats.org/officeDocument/2006/relationships/customXml" Target="../ink/ink85.xml"/><Relationship Id="rId12" Type="http://schemas.openxmlformats.org/officeDocument/2006/relationships/image" Target="../media/image90.png"/><Relationship Id="rId33" Type="http://schemas.openxmlformats.org/officeDocument/2006/relationships/customXml" Target="../ink/ink16.xml"/><Relationship Id="rId108" Type="http://schemas.openxmlformats.org/officeDocument/2006/relationships/image" Target="../media/image138.png"/><Relationship Id="rId129" Type="http://schemas.openxmlformats.org/officeDocument/2006/relationships/customXml" Target="../ink/ink64.xml"/><Relationship Id="rId54" Type="http://schemas.openxmlformats.org/officeDocument/2006/relationships/image" Target="../media/image111.png"/><Relationship Id="rId75" Type="http://schemas.openxmlformats.org/officeDocument/2006/relationships/customXml" Target="../ink/ink37.xml"/><Relationship Id="rId96" Type="http://schemas.openxmlformats.org/officeDocument/2006/relationships/image" Target="../media/image132.png"/><Relationship Id="rId140" Type="http://schemas.openxmlformats.org/officeDocument/2006/relationships/image" Target="../media/image154.png"/><Relationship Id="rId161" Type="http://schemas.openxmlformats.org/officeDocument/2006/relationships/customXml" Target="../ink/ink80.xml"/><Relationship Id="rId182" Type="http://schemas.openxmlformats.org/officeDocument/2006/relationships/image" Target="../media/image175.png"/><Relationship Id="rId6" Type="http://schemas.openxmlformats.org/officeDocument/2006/relationships/image" Target="../media/image87.png"/><Relationship Id="rId23" Type="http://schemas.openxmlformats.org/officeDocument/2006/relationships/customXml" Target="../ink/ink11.xml"/><Relationship Id="rId119" Type="http://schemas.openxmlformats.org/officeDocument/2006/relationships/customXml" Target="../ink/ink59.xml"/><Relationship Id="rId44" Type="http://schemas.openxmlformats.org/officeDocument/2006/relationships/image" Target="../media/image106.png"/><Relationship Id="rId60" Type="http://schemas.openxmlformats.org/officeDocument/2006/relationships/image" Target="../media/image114.png"/><Relationship Id="rId65" Type="http://schemas.openxmlformats.org/officeDocument/2006/relationships/customXml" Target="../ink/ink32.xml"/><Relationship Id="rId81" Type="http://schemas.openxmlformats.org/officeDocument/2006/relationships/customXml" Target="../ink/ink40.xml"/><Relationship Id="rId86" Type="http://schemas.openxmlformats.org/officeDocument/2006/relationships/image" Target="../media/image127.png"/><Relationship Id="rId130" Type="http://schemas.openxmlformats.org/officeDocument/2006/relationships/image" Target="../media/image149.png"/><Relationship Id="rId135" Type="http://schemas.openxmlformats.org/officeDocument/2006/relationships/customXml" Target="../ink/ink67.xml"/><Relationship Id="rId151" Type="http://schemas.openxmlformats.org/officeDocument/2006/relationships/customXml" Target="../ink/ink75.xml"/><Relationship Id="rId156" Type="http://schemas.openxmlformats.org/officeDocument/2006/relationships/image" Target="../media/image162.png"/><Relationship Id="rId177" Type="http://schemas.openxmlformats.org/officeDocument/2006/relationships/customXml" Target="../ink/ink88.xml"/><Relationship Id="rId172" Type="http://schemas.openxmlformats.org/officeDocument/2006/relationships/image" Target="../media/image170.png"/><Relationship Id="rId13" Type="http://schemas.openxmlformats.org/officeDocument/2006/relationships/customXml" Target="../ink/ink6.xml"/><Relationship Id="rId18" Type="http://schemas.openxmlformats.org/officeDocument/2006/relationships/image" Target="../media/image93.png"/><Relationship Id="rId39" Type="http://schemas.openxmlformats.org/officeDocument/2006/relationships/customXml" Target="../ink/ink19.xml"/><Relationship Id="rId109" Type="http://schemas.openxmlformats.org/officeDocument/2006/relationships/customXml" Target="../ink/ink54.xml"/><Relationship Id="rId34" Type="http://schemas.openxmlformats.org/officeDocument/2006/relationships/image" Target="../media/image101.png"/><Relationship Id="rId50" Type="http://schemas.openxmlformats.org/officeDocument/2006/relationships/image" Target="../media/image109.png"/><Relationship Id="rId55" Type="http://schemas.openxmlformats.org/officeDocument/2006/relationships/customXml" Target="../ink/ink27.xml"/><Relationship Id="rId76" Type="http://schemas.openxmlformats.org/officeDocument/2006/relationships/image" Target="../media/image122.png"/><Relationship Id="rId97" Type="http://schemas.openxmlformats.org/officeDocument/2006/relationships/customXml" Target="../ink/ink48.xml"/><Relationship Id="rId104" Type="http://schemas.openxmlformats.org/officeDocument/2006/relationships/image" Target="../media/image136.png"/><Relationship Id="rId120" Type="http://schemas.openxmlformats.org/officeDocument/2006/relationships/image" Target="../media/image144.png"/><Relationship Id="rId125" Type="http://schemas.openxmlformats.org/officeDocument/2006/relationships/customXml" Target="../ink/ink62.xml"/><Relationship Id="rId141" Type="http://schemas.openxmlformats.org/officeDocument/2006/relationships/customXml" Target="../ink/ink70.xml"/><Relationship Id="rId146" Type="http://schemas.openxmlformats.org/officeDocument/2006/relationships/image" Target="../media/image157.png"/><Relationship Id="rId167" Type="http://schemas.openxmlformats.org/officeDocument/2006/relationships/customXml" Target="../ink/ink83.xml"/><Relationship Id="rId7" Type="http://schemas.openxmlformats.org/officeDocument/2006/relationships/customXml" Target="../ink/ink3.xml"/><Relationship Id="rId71" Type="http://schemas.openxmlformats.org/officeDocument/2006/relationships/customXml" Target="../ink/ink35.xml"/><Relationship Id="rId92" Type="http://schemas.openxmlformats.org/officeDocument/2006/relationships/image" Target="../media/image130.png"/><Relationship Id="rId162" Type="http://schemas.openxmlformats.org/officeDocument/2006/relationships/image" Target="../media/image165.png"/><Relationship Id="rId183" Type="http://schemas.openxmlformats.org/officeDocument/2006/relationships/customXml" Target="../ink/ink91.xml"/><Relationship Id="rId2" Type="http://schemas.openxmlformats.org/officeDocument/2006/relationships/image" Target="../media/image2.png"/><Relationship Id="rId29" Type="http://schemas.openxmlformats.org/officeDocument/2006/relationships/customXml" Target="../ink/ink14.xml"/><Relationship Id="rId24" Type="http://schemas.openxmlformats.org/officeDocument/2006/relationships/image" Target="../media/image96.png"/><Relationship Id="rId40" Type="http://schemas.openxmlformats.org/officeDocument/2006/relationships/image" Target="../media/image104.png"/><Relationship Id="rId45" Type="http://schemas.openxmlformats.org/officeDocument/2006/relationships/customXml" Target="../ink/ink22.xml"/><Relationship Id="rId66" Type="http://schemas.openxmlformats.org/officeDocument/2006/relationships/image" Target="../media/image117.png"/><Relationship Id="rId87" Type="http://schemas.openxmlformats.org/officeDocument/2006/relationships/customXml" Target="../ink/ink43.xml"/><Relationship Id="rId110" Type="http://schemas.openxmlformats.org/officeDocument/2006/relationships/image" Target="../media/image139.png"/><Relationship Id="rId115" Type="http://schemas.openxmlformats.org/officeDocument/2006/relationships/customXml" Target="../ink/ink57.xml"/><Relationship Id="rId131" Type="http://schemas.openxmlformats.org/officeDocument/2006/relationships/customXml" Target="../ink/ink65.xml"/><Relationship Id="rId136" Type="http://schemas.openxmlformats.org/officeDocument/2006/relationships/image" Target="../media/image152.png"/><Relationship Id="rId157" Type="http://schemas.openxmlformats.org/officeDocument/2006/relationships/customXml" Target="../ink/ink78.xml"/><Relationship Id="rId178" Type="http://schemas.openxmlformats.org/officeDocument/2006/relationships/image" Target="../media/image173.png"/><Relationship Id="rId61" Type="http://schemas.openxmlformats.org/officeDocument/2006/relationships/customXml" Target="../ink/ink30.xml"/><Relationship Id="rId82" Type="http://schemas.openxmlformats.org/officeDocument/2006/relationships/image" Target="../media/image125.png"/><Relationship Id="rId152" Type="http://schemas.openxmlformats.org/officeDocument/2006/relationships/image" Target="../media/image160.png"/><Relationship Id="rId173" Type="http://schemas.openxmlformats.org/officeDocument/2006/relationships/customXml" Target="../ink/ink86.xml"/><Relationship Id="rId19" Type="http://schemas.openxmlformats.org/officeDocument/2006/relationships/customXml" Target="../ink/ink9.xml"/><Relationship Id="rId14" Type="http://schemas.openxmlformats.org/officeDocument/2006/relationships/image" Target="../media/image91.png"/><Relationship Id="rId30" Type="http://schemas.openxmlformats.org/officeDocument/2006/relationships/image" Target="../media/image99.png"/><Relationship Id="rId35" Type="http://schemas.openxmlformats.org/officeDocument/2006/relationships/customXml" Target="../ink/ink17.xml"/><Relationship Id="rId56" Type="http://schemas.openxmlformats.org/officeDocument/2006/relationships/image" Target="../media/image112.png"/><Relationship Id="rId77" Type="http://schemas.openxmlformats.org/officeDocument/2006/relationships/customXml" Target="../ink/ink38.xml"/><Relationship Id="rId100" Type="http://schemas.openxmlformats.org/officeDocument/2006/relationships/image" Target="../media/image134.png"/><Relationship Id="rId105" Type="http://schemas.openxmlformats.org/officeDocument/2006/relationships/customXml" Target="../ink/ink52.xml"/><Relationship Id="rId126" Type="http://schemas.openxmlformats.org/officeDocument/2006/relationships/image" Target="../media/image147.png"/><Relationship Id="rId147" Type="http://schemas.openxmlformats.org/officeDocument/2006/relationships/customXml" Target="../ink/ink73.xml"/><Relationship Id="rId168" Type="http://schemas.openxmlformats.org/officeDocument/2006/relationships/image" Target="../media/image168.png"/><Relationship Id="rId8" Type="http://schemas.openxmlformats.org/officeDocument/2006/relationships/image" Target="../media/image88.png"/><Relationship Id="rId51" Type="http://schemas.openxmlformats.org/officeDocument/2006/relationships/customXml" Target="../ink/ink25.xml"/><Relationship Id="rId72" Type="http://schemas.openxmlformats.org/officeDocument/2006/relationships/image" Target="../media/image120.png"/><Relationship Id="rId93" Type="http://schemas.openxmlformats.org/officeDocument/2006/relationships/customXml" Target="../ink/ink46.xml"/><Relationship Id="rId98" Type="http://schemas.openxmlformats.org/officeDocument/2006/relationships/image" Target="../media/image133.png"/><Relationship Id="rId121" Type="http://schemas.openxmlformats.org/officeDocument/2006/relationships/customXml" Target="../ink/ink60.xml"/><Relationship Id="rId142" Type="http://schemas.openxmlformats.org/officeDocument/2006/relationships/image" Target="../media/image155.png"/><Relationship Id="rId163" Type="http://schemas.openxmlformats.org/officeDocument/2006/relationships/customXml" Target="../ink/ink81.xml"/><Relationship Id="rId184" Type="http://schemas.openxmlformats.org/officeDocument/2006/relationships/image" Target="../media/image176.png"/><Relationship Id="rId3" Type="http://schemas.openxmlformats.org/officeDocument/2006/relationships/customXml" Target="../ink/ink1.xml"/><Relationship Id="rId25" Type="http://schemas.openxmlformats.org/officeDocument/2006/relationships/customXml" Target="../ink/ink12.xml"/><Relationship Id="rId46" Type="http://schemas.openxmlformats.org/officeDocument/2006/relationships/image" Target="../media/image107.png"/><Relationship Id="rId67" Type="http://schemas.openxmlformats.org/officeDocument/2006/relationships/customXml" Target="../ink/ink33.xml"/><Relationship Id="rId116" Type="http://schemas.openxmlformats.org/officeDocument/2006/relationships/image" Target="../media/image142.png"/><Relationship Id="rId137" Type="http://schemas.openxmlformats.org/officeDocument/2006/relationships/customXml" Target="../ink/ink68.xml"/><Relationship Id="rId158" Type="http://schemas.openxmlformats.org/officeDocument/2006/relationships/image" Target="../media/image163.png"/><Relationship Id="rId20" Type="http://schemas.openxmlformats.org/officeDocument/2006/relationships/image" Target="../media/image94.png"/><Relationship Id="rId41" Type="http://schemas.openxmlformats.org/officeDocument/2006/relationships/customXml" Target="../ink/ink20.xml"/><Relationship Id="rId62" Type="http://schemas.openxmlformats.org/officeDocument/2006/relationships/image" Target="../media/image115.png"/><Relationship Id="rId83" Type="http://schemas.openxmlformats.org/officeDocument/2006/relationships/customXml" Target="../ink/ink41.xml"/><Relationship Id="rId88" Type="http://schemas.openxmlformats.org/officeDocument/2006/relationships/image" Target="../media/image128.png"/><Relationship Id="rId111" Type="http://schemas.openxmlformats.org/officeDocument/2006/relationships/customXml" Target="../ink/ink55.xml"/><Relationship Id="rId132" Type="http://schemas.openxmlformats.org/officeDocument/2006/relationships/image" Target="../media/image150.png"/><Relationship Id="rId153" Type="http://schemas.openxmlformats.org/officeDocument/2006/relationships/customXml" Target="../ink/ink76.xml"/><Relationship Id="rId174" Type="http://schemas.openxmlformats.org/officeDocument/2006/relationships/image" Target="../media/image171.png"/><Relationship Id="rId179" Type="http://schemas.openxmlformats.org/officeDocument/2006/relationships/customXml" Target="../ink/ink89.xml"/><Relationship Id="rId15" Type="http://schemas.openxmlformats.org/officeDocument/2006/relationships/customXml" Target="../ink/ink7.xml"/><Relationship Id="rId36" Type="http://schemas.openxmlformats.org/officeDocument/2006/relationships/image" Target="../media/image102.png"/><Relationship Id="rId57" Type="http://schemas.openxmlformats.org/officeDocument/2006/relationships/customXml" Target="../ink/ink28.xml"/><Relationship Id="rId106" Type="http://schemas.openxmlformats.org/officeDocument/2006/relationships/image" Target="../media/image137.png"/><Relationship Id="rId127" Type="http://schemas.openxmlformats.org/officeDocument/2006/relationships/customXml" Target="../ink/ink63.xml"/><Relationship Id="rId10" Type="http://schemas.openxmlformats.org/officeDocument/2006/relationships/image" Target="../media/image89.png"/><Relationship Id="rId31" Type="http://schemas.openxmlformats.org/officeDocument/2006/relationships/customXml" Target="../ink/ink15.xml"/><Relationship Id="rId52" Type="http://schemas.openxmlformats.org/officeDocument/2006/relationships/image" Target="../media/image110.png"/><Relationship Id="rId73" Type="http://schemas.openxmlformats.org/officeDocument/2006/relationships/customXml" Target="../ink/ink36.xml"/><Relationship Id="rId78" Type="http://schemas.openxmlformats.org/officeDocument/2006/relationships/image" Target="../media/image123.png"/><Relationship Id="rId94" Type="http://schemas.openxmlformats.org/officeDocument/2006/relationships/image" Target="../media/image131.png"/><Relationship Id="rId99" Type="http://schemas.openxmlformats.org/officeDocument/2006/relationships/customXml" Target="../ink/ink49.xml"/><Relationship Id="rId101" Type="http://schemas.openxmlformats.org/officeDocument/2006/relationships/customXml" Target="../ink/ink50.xml"/><Relationship Id="rId122" Type="http://schemas.openxmlformats.org/officeDocument/2006/relationships/image" Target="../media/image145.png"/><Relationship Id="rId143" Type="http://schemas.openxmlformats.org/officeDocument/2006/relationships/customXml" Target="../ink/ink71.xml"/><Relationship Id="rId148" Type="http://schemas.openxmlformats.org/officeDocument/2006/relationships/image" Target="../media/image158.png"/><Relationship Id="rId164" Type="http://schemas.openxmlformats.org/officeDocument/2006/relationships/image" Target="../media/image166.png"/><Relationship Id="rId169" Type="http://schemas.openxmlformats.org/officeDocument/2006/relationships/customXml" Target="../ink/ink84.xml"/><Relationship Id="rId4" Type="http://schemas.openxmlformats.org/officeDocument/2006/relationships/image" Target="../media/image86.png"/><Relationship Id="rId9" Type="http://schemas.openxmlformats.org/officeDocument/2006/relationships/customXml" Target="../ink/ink4.xml"/><Relationship Id="rId180" Type="http://schemas.openxmlformats.org/officeDocument/2006/relationships/image" Target="../media/image174.png"/><Relationship Id="rId26" Type="http://schemas.openxmlformats.org/officeDocument/2006/relationships/image" Target="../media/image97.png"/><Relationship Id="rId47" Type="http://schemas.openxmlformats.org/officeDocument/2006/relationships/customXml" Target="../ink/ink23.xml"/><Relationship Id="rId68" Type="http://schemas.openxmlformats.org/officeDocument/2006/relationships/image" Target="../media/image118.png"/><Relationship Id="rId89" Type="http://schemas.openxmlformats.org/officeDocument/2006/relationships/customXml" Target="../ink/ink44.xml"/><Relationship Id="rId112" Type="http://schemas.openxmlformats.org/officeDocument/2006/relationships/image" Target="../media/image140.png"/><Relationship Id="rId133" Type="http://schemas.openxmlformats.org/officeDocument/2006/relationships/customXml" Target="../ink/ink66.xml"/><Relationship Id="rId154" Type="http://schemas.openxmlformats.org/officeDocument/2006/relationships/image" Target="../media/image161.png"/><Relationship Id="rId175" Type="http://schemas.openxmlformats.org/officeDocument/2006/relationships/customXml" Target="../ink/ink87.xml"/><Relationship Id="rId16" Type="http://schemas.openxmlformats.org/officeDocument/2006/relationships/image" Target="../media/image92.png"/><Relationship Id="rId37" Type="http://schemas.openxmlformats.org/officeDocument/2006/relationships/customXml" Target="../ink/ink18.xml"/><Relationship Id="rId58" Type="http://schemas.openxmlformats.org/officeDocument/2006/relationships/image" Target="../media/image113.png"/><Relationship Id="rId79" Type="http://schemas.openxmlformats.org/officeDocument/2006/relationships/customXml" Target="../ink/ink39.xml"/><Relationship Id="rId102" Type="http://schemas.openxmlformats.org/officeDocument/2006/relationships/image" Target="../media/image135.png"/><Relationship Id="rId123" Type="http://schemas.openxmlformats.org/officeDocument/2006/relationships/customXml" Target="../ink/ink61.xml"/><Relationship Id="rId144" Type="http://schemas.openxmlformats.org/officeDocument/2006/relationships/image" Target="../media/image156.png"/><Relationship Id="rId90" Type="http://schemas.openxmlformats.org/officeDocument/2006/relationships/image" Target="../media/image129.png"/><Relationship Id="rId165" Type="http://schemas.openxmlformats.org/officeDocument/2006/relationships/customXml" Target="../ink/ink82.xml"/><Relationship Id="rId27" Type="http://schemas.openxmlformats.org/officeDocument/2006/relationships/customXml" Target="../ink/ink13.xml"/><Relationship Id="rId48" Type="http://schemas.openxmlformats.org/officeDocument/2006/relationships/image" Target="../media/image108.png"/><Relationship Id="rId69" Type="http://schemas.openxmlformats.org/officeDocument/2006/relationships/customXml" Target="../ink/ink34.xml"/><Relationship Id="rId113" Type="http://schemas.openxmlformats.org/officeDocument/2006/relationships/customXml" Target="../ink/ink56.xml"/><Relationship Id="rId134" Type="http://schemas.openxmlformats.org/officeDocument/2006/relationships/image" Target="../media/image151.png"/><Relationship Id="rId80" Type="http://schemas.openxmlformats.org/officeDocument/2006/relationships/image" Target="../media/image124.png"/><Relationship Id="rId155" Type="http://schemas.openxmlformats.org/officeDocument/2006/relationships/customXml" Target="../ink/ink77.xml"/><Relationship Id="rId176" Type="http://schemas.openxmlformats.org/officeDocument/2006/relationships/image" Target="../media/image172.png"/><Relationship Id="rId17" Type="http://schemas.openxmlformats.org/officeDocument/2006/relationships/customXml" Target="../ink/ink8.xml"/><Relationship Id="rId38" Type="http://schemas.openxmlformats.org/officeDocument/2006/relationships/image" Target="../media/image103.png"/><Relationship Id="rId59" Type="http://schemas.openxmlformats.org/officeDocument/2006/relationships/customXml" Target="../ink/ink29.xml"/><Relationship Id="rId103" Type="http://schemas.openxmlformats.org/officeDocument/2006/relationships/customXml" Target="../ink/ink51.xml"/><Relationship Id="rId124" Type="http://schemas.openxmlformats.org/officeDocument/2006/relationships/image" Target="../media/image146.png"/><Relationship Id="rId70" Type="http://schemas.openxmlformats.org/officeDocument/2006/relationships/image" Target="../media/image119.png"/><Relationship Id="rId91" Type="http://schemas.openxmlformats.org/officeDocument/2006/relationships/customXml" Target="../ink/ink45.xml"/><Relationship Id="rId145" Type="http://schemas.openxmlformats.org/officeDocument/2006/relationships/customXml" Target="../ink/ink72.xml"/><Relationship Id="rId166" Type="http://schemas.openxmlformats.org/officeDocument/2006/relationships/image" Target="../media/image167.png"/><Relationship Id="rId1" Type="http://schemas.openxmlformats.org/officeDocument/2006/relationships/slideLayout" Target="../slideLayouts/slideLayout2.xml"/><Relationship Id="rId28" Type="http://schemas.openxmlformats.org/officeDocument/2006/relationships/image" Target="../media/image98.png"/><Relationship Id="rId49" Type="http://schemas.openxmlformats.org/officeDocument/2006/relationships/customXml" Target="../ink/ink24.xml"/><Relationship Id="rId114" Type="http://schemas.openxmlformats.org/officeDocument/2006/relationships/image" Target="../media/image141.png"/></Relationships>
</file>

<file path=ppt/slides/_rels/slide29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49.xml"/><Relationship Id="rId21" Type="http://schemas.openxmlformats.org/officeDocument/2006/relationships/customXml" Target="../ink/ink101.xml"/><Relationship Id="rId42" Type="http://schemas.openxmlformats.org/officeDocument/2006/relationships/image" Target="../media/image197.png"/><Relationship Id="rId63" Type="http://schemas.openxmlformats.org/officeDocument/2006/relationships/customXml" Target="../ink/ink122.xml"/><Relationship Id="rId84" Type="http://schemas.openxmlformats.org/officeDocument/2006/relationships/image" Target="../media/image218.png"/><Relationship Id="rId138" Type="http://schemas.openxmlformats.org/officeDocument/2006/relationships/image" Target="../media/image245.png"/><Relationship Id="rId159" Type="http://schemas.openxmlformats.org/officeDocument/2006/relationships/customXml" Target="../ink/ink170.xml"/><Relationship Id="rId170" Type="http://schemas.openxmlformats.org/officeDocument/2006/relationships/image" Target="../media/image261.png"/><Relationship Id="rId191" Type="http://schemas.openxmlformats.org/officeDocument/2006/relationships/customXml" Target="../ink/ink186.xml"/><Relationship Id="rId205" Type="http://schemas.openxmlformats.org/officeDocument/2006/relationships/customXml" Target="../ink/ink193.xml"/><Relationship Id="rId226" Type="http://schemas.openxmlformats.org/officeDocument/2006/relationships/image" Target="../media/image289.png"/><Relationship Id="rId107" Type="http://schemas.openxmlformats.org/officeDocument/2006/relationships/customXml" Target="../ink/ink144.xml"/><Relationship Id="rId11" Type="http://schemas.openxmlformats.org/officeDocument/2006/relationships/customXml" Target="../ink/ink96.xml"/><Relationship Id="rId32" Type="http://schemas.openxmlformats.org/officeDocument/2006/relationships/image" Target="../media/image192.png"/><Relationship Id="rId53" Type="http://schemas.openxmlformats.org/officeDocument/2006/relationships/customXml" Target="../ink/ink117.xml"/><Relationship Id="rId74" Type="http://schemas.openxmlformats.org/officeDocument/2006/relationships/image" Target="../media/image213.png"/><Relationship Id="rId128" Type="http://schemas.openxmlformats.org/officeDocument/2006/relationships/image" Target="../media/image240.png"/><Relationship Id="rId149" Type="http://schemas.openxmlformats.org/officeDocument/2006/relationships/customXml" Target="../ink/ink165.xml"/><Relationship Id="rId5" Type="http://schemas.openxmlformats.org/officeDocument/2006/relationships/customXml" Target="../ink/ink93.xml"/><Relationship Id="rId95" Type="http://schemas.openxmlformats.org/officeDocument/2006/relationships/customXml" Target="../ink/ink138.xml"/><Relationship Id="rId160" Type="http://schemas.openxmlformats.org/officeDocument/2006/relationships/image" Target="../media/image256.png"/><Relationship Id="rId181" Type="http://schemas.openxmlformats.org/officeDocument/2006/relationships/customXml" Target="../ink/ink181.xml"/><Relationship Id="rId216" Type="http://schemas.openxmlformats.org/officeDocument/2006/relationships/image" Target="../media/image284.png"/><Relationship Id="rId237" Type="http://schemas.openxmlformats.org/officeDocument/2006/relationships/customXml" Target="../ink/ink209.xml"/><Relationship Id="rId22" Type="http://schemas.openxmlformats.org/officeDocument/2006/relationships/image" Target="../media/image187.png"/><Relationship Id="rId43" Type="http://schemas.openxmlformats.org/officeDocument/2006/relationships/customXml" Target="../ink/ink112.xml"/><Relationship Id="rId64" Type="http://schemas.openxmlformats.org/officeDocument/2006/relationships/image" Target="../media/image208.png"/><Relationship Id="rId118" Type="http://schemas.openxmlformats.org/officeDocument/2006/relationships/image" Target="../media/image235.png"/><Relationship Id="rId139" Type="http://schemas.openxmlformats.org/officeDocument/2006/relationships/customXml" Target="../ink/ink160.xml"/><Relationship Id="rId85" Type="http://schemas.openxmlformats.org/officeDocument/2006/relationships/customXml" Target="../ink/ink133.xml"/><Relationship Id="rId150" Type="http://schemas.openxmlformats.org/officeDocument/2006/relationships/image" Target="../media/image251.png"/><Relationship Id="rId171" Type="http://schemas.openxmlformats.org/officeDocument/2006/relationships/customXml" Target="../ink/ink176.xml"/><Relationship Id="rId192" Type="http://schemas.openxmlformats.org/officeDocument/2006/relationships/image" Target="../media/image272.png"/><Relationship Id="rId206" Type="http://schemas.openxmlformats.org/officeDocument/2006/relationships/image" Target="../media/image279.png"/><Relationship Id="rId227" Type="http://schemas.openxmlformats.org/officeDocument/2006/relationships/customXml" Target="../ink/ink204.xml"/><Relationship Id="rId12" Type="http://schemas.openxmlformats.org/officeDocument/2006/relationships/image" Target="../media/image182.png"/><Relationship Id="rId33" Type="http://schemas.openxmlformats.org/officeDocument/2006/relationships/customXml" Target="../ink/ink107.xml"/><Relationship Id="rId108" Type="http://schemas.openxmlformats.org/officeDocument/2006/relationships/image" Target="../media/image230.png"/><Relationship Id="rId129" Type="http://schemas.openxmlformats.org/officeDocument/2006/relationships/customXml" Target="../ink/ink155.xml"/><Relationship Id="rId54" Type="http://schemas.openxmlformats.org/officeDocument/2006/relationships/image" Target="../media/image203.png"/><Relationship Id="rId75" Type="http://schemas.openxmlformats.org/officeDocument/2006/relationships/customXml" Target="../ink/ink128.xml"/><Relationship Id="rId96" Type="http://schemas.openxmlformats.org/officeDocument/2006/relationships/image" Target="../media/image224.png"/><Relationship Id="rId140" Type="http://schemas.openxmlformats.org/officeDocument/2006/relationships/image" Target="../media/image246.png"/><Relationship Id="rId161" Type="http://schemas.openxmlformats.org/officeDocument/2006/relationships/customXml" Target="../ink/ink171.xml"/><Relationship Id="rId182" Type="http://schemas.openxmlformats.org/officeDocument/2006/relationships/image" Target="../media/image267.png"/><Relationship Id="rId217" Type="http://schemas.openxmlformats.org/officeDocument/2006/relationships/customXml" Target="../ink/ink199.xml"/><Relationship Id="rId6" Type="http://schemas.openxmlformats.org/officeDocument/2006/relationships/image" Target="../media/image179.png"/><Relationship Id="rId238" Type="http://schemas.openxmlformats.org/officeDocument/2006/relationships/image" Target="../media/image295.png"/><Relationship Id="rId23" Type="http://schemas.openxmlformats.org/officeDocument/2006/relationships/customXml" Target="../ink/ink102.xml"/><Relationship Id="rId119" Type="http://schemas.openxmlformats.org/officeDocument/2006/relationships/customXml" Target="../ink/ink150.xml"/><Relationship Id="rId44" Type="http://schemas.openxmlformats.org/officeDocument/2006/relationships/image" Target="../media/image198.png"/><Relationship Id="rId65" Type="http://schemas.openxmlformats.org/officeDocument/2006/relationships/customXml" Target="../ink/ink123.xml"/><Relationship Id="rId86" Type="http://schemas.openxmlformats.org/officeDocument/2006/relationships/image" Target="../media/image219.png"/><Relationship Id="rId130" Type="http://schemas.openxmlformats.org/officeDocument/2006/relationships/image" Target="../media/image241.png"/><Relationship Id="rId151" Type="http://schemas.openxmlformats.org/officeDocument/2006/relationships/customXml" Target="../ink/ink166.xml"/><Relationship Id="rId172" Type="http://schemas.openxmlformats.org/officeDocument/2006/relationships/image" Target="../media/image262.png"/><Relationship Id="rId193" Type="http://schemas.openxmlformats.org/officeDocument/2006/relationships/customXml" Target="../ink/ink187.xml"/><Relationship Id="rId207" Type="http://schemas.openxmlformats.org/officeDocument/2006/relationships/customXml" Target="../ink/ink194.xml"/><Relationship Id="rId228" Type="http://schemas.openxmlformats.org/officeDocument/2006/relationships/image" Target="../media/image290.png"/><Relationship Id="rId13" Type="http://schemas.openxmlformats.org/officeDocument/2006/relationships/customXml" Target="../ink/ink97.xml"/><Relationship Id="rId109" Type="http://schemas.openxmlformats.org/officeDocument/2006/relationships/customXml" Target="../ink/ink145.xml"/><Relationship Id="rId34" Type="http://schemas.openxmlformats.org/officeDocument/2006/relationships/image" Target="../media/image193.png"/><Relationship Id="rId55" Type="http://schemas.openxmlformats.org/officeDocument/2006/relationships/customXml" Target="../ink/ink118.xml"/><Relationship Id="rId76" Type="http://schemas.openxmlformats.org/officeDocument/2006/relationships/image" Target="../media/image214.png"/><Relationship Id="rId97" Type="http://schemas.openxmlformats.org/officeDocument/2006/relationships/customXml" Target="../ink/ink139.xml"/><Relationship Id="rId120" Type="http://schemas.openxmlformats.org/officeDocument/2006/relationships/image" Target="../media/image236.png"/><Relationship Id="rId141" Type="http://schemas.openxmlformats.org/officeDocument/2006/relationships/customXml" Target="../ink/ink161.xml"/><Relationship Id="rId7" Type="http://schemas.openxmlformats.org/officeDocument/2006/relationships/customXml" Target="../ink/ink94.xml"/><Relationship Id="rId162" Type="http://schemas.openxmlformats.org/officeDocument/2006/relationships/image" Target="../media/image257.png"/><Relationship Id="rId183" Type="http://schemas.openxmlformats.org/officeDocument/2006/relationships/customXml" Target="../ink/ink182.xml"/><Relationship Id="rId218" Type="http://schemas.openxmlformats.org/officeDocument/2006/relationships/image" Target="../media/image285.png"/><Relationship Id="rId239" Type="http://schemas.openxmlformats.org/officeDocument/2006/relationships/customXml" Target="../ink/ink210.xml"/><Relationship Id="rId24" Type="http://schemas.openxmlformats.org/officeDocument/2006/relationships/image" Target="../media/image188.png"/><Relationship Id="rId45" Type="http://schemas.openxmlformats.org/officeDocument/2006/relationships/customXml" Target="../ink/ink113.xml"/><Relationship Id="rId66" Type="http://schemas.openxmlformats.org/officeDocument/2006/relationships/image" Target="../media/image209.png"/><Relationship Id="rId87" Type="http://schemas.openxmlformats.org/officeDocument/2006/relationships/customXml" Target="../ink/ink134.xml"/><Relationship Id="rId110" Type="http://schemas.openxmlformats.org/officeDocument/2006/relationships/image" Target="../media/image231.png"/><Relationship Id="rId131" Type="http://schemas.openxmlformats.org/officeDocument/2006/relationships/customXml" Target="../ink/ink156.xml"/><Relationship Id="rId152" Type="http://schemas.openxmlformats.org/officeDocument/2006/relationships/image" Target="../media/image252.png"/><Relationship Id="rId173" Type="http://schemas.openxmlformats.org/officeDocument/2006/relationships/customXml" Target="../ink/ink177.xml"/><Relationship Id="rId194" Type="http://schemas.openxmlformats.org/officeDocument/2006/relationships/image" Target="../media/image273.png"/><Relationship Id="rId208" Type="http://schemas.openxmlformats.org/officeDocument/2006/relationships/image" Target="../media/image280.png"/><Relationship Id="rId229" Type="http://schemas.openxmlformats.org/officeDocument/2006/relationships/customXml" Target="../ink/ink205.xml"/><Relationship Id="rId240" Type="http://schemas.openxmlformats.org/officeDocument/2006/relationships/image" Target="../media/image296.png"/><Relationship Id="rId14" Type="http://schemas.openxmlformats.org/officeDocument/2006/relationships/image" Target="../media/image183.png"/><Relationship Id="rId35" Type="http://schemas.openxmlformats.org/officeDocument/2006/relationships/customXml" Target="../ink/ink108.xml"/><Relationship Id="rId56" Type="http://schemas.openxmlformats.org/officeDocument/2006/relationships/image" Target="../media/image204.png"/><Relationship Id="rId77" Type="http://schemas.openxmlformats.org/officeDocument/2006/relationships/customXml" Target="../ink/ink129.xml"/><Relationship Id="rId100" Type="http://schemas.openxmlformats.org/officeDocument/2006/relationships/image" Target="../media/image226.png"/><Relationship Id="rId8" Type="http://schemas.openxmlformats.org/officeDocument/2006/relationships/image" Target="../media/image180.png"/><Relationship Id="rId98" Type="http://schemas.openxmlformats.org/officeDocument/2006/relationships/image" Target="../media/image225.png"/><Relationship Id="rId121" Type="http://schemas.openxmlformats.org/officeDocument/2006/relationships/customXml" Target="../ink/ink151.xml"/><Relationship Id="rId142" Type="http://schemas.openxmlformats.org/officeDocument/2006/relationships/image" Target="../media/image247.png"/><Relationship Id="rId163" Type="http://schemas.openxmlformats.org/officeDocument/2006/relationships/customXml" Target="../ink/ink172.xml"/><Relationship Id="rId184" Type="http://schemas.openxmlformats.org/officeDocument/2006/relationships/image" Target="../media/image268.png"/><Relationship Id="rId219" Type="http://schemas.openxmlformats.org/officeDocument/2006/relationships/customXml" Target="../ink/ink200.xml"/><Relationship Id="rId230" Type="http://schemas.openxmlformats.org/officeDocument/2006/relationships/image" Target="../media/image291.png"/><Relationship Id="rId25" Type="http://schemas.openxmlformats.org/officeDocument/2006/relationships/customXml" Target="../ink/ink103.xml"/><Relationship Id="rId46" Type="http://schemas.openxmlformats.org/officeDocument/2006/relationships/image" Target="../media/image199.png"/><Relationship Id="rId67" Type="http://schemas.openxmlformats.org/officeDocument/2006/relationships/customXml" Target="../ink/ink124.xml"/><Relationship Id="rId88" Type="http://schemas.openxmlformats.org/officeDocument/2006/relationships/image" Target="../media/image220.png"/><Relationship Id="rId111" Type="http://schemas.openxmlformats.org/officeDocument/2006/relationships/customXml" Target="../ink/ink146.xml"/><Relationship Id="rId132" Type="http://schemas.openxmlformats.org/officeDocument/2006/relationships/image" Target="../media/image242.png"/><Relationship Id="rId153" Type="http://schemas.openxmlformats.org/officeDocument/2006/relationships/customXml" Target="../ink/ink167.xml"/><Relationship Id="rId174" Type="http://schemas.openxmlformats.org/officeDocument/2006/relationships/image" Target="../media/image263.png"/><Relationship Id="rId195" Type="http://schemas.openxmlformats.org/officeDocument/2006/relationships/customXml" Target="../ink/ink188.xml"/><Relationship Id="rId209" Type="http://schemas.openxmlformats.org/officeDocument/2006/relationships/customXml" Target="../ink/ink195.xml"/><Relationship Id="rId220" Type="http://schemas.openxmlformats.org/officeDocument/2006/relationships/image" Target="../media/image286.png"/><Relationship Id="rId241" Type="http://schemas.openxmlformats.org/officeDocument/2006/relationships/customXml" Target="../ink/ink211.xml"/><Relationship Id="rId15" Type="http://schemas.openxmlformats.org/officeDocument/2006/relationships/customXml" Target="../ink/ink98.xml"/><Relationship Id="rId36" Type="http://schemas.openxmlformats.org/officeDocument/2006/relationships/image" Target="../media/image194.png"/><Relationship Id="rId57" Type="http://schemas.openxmlformats.org/officeDocument/2006/relationships/customXml" Target="../ink/ink119.xml"/><Relationship Id="rId106" Type="http://schemas.openxmlformats.org/officeDocument/2006/relationships/image" Target="../media/image229.png"/><Relationship Id="rId127" Type="http://schemas.openxmlformats.org/officeDocument/2006/relationships/customXml" Target="../ink/ink154.xml"/><Relationship Id="rId10" Type="http://schemas.openxmlformats.org/officeDocument/2006/relationships/image" Target="../media/image181.png"/><Relationship Id="rId31" Type="http://schemas.openxmlformats.org/officeDocument/2006/relationships/customXml" Target="../ink/ink106.xml"/><Relationship Id="rId52" Type="http://schemas.openxmlformats.org/officeDocument/2006/relationships/image" Target="../media/image202.png"/><Relationship Id="rId73" Type="http://schemas.openxmlformats.org/officeDocument/2006/relationships/customXml" Target="../ink/ink127.xml"/><Relationship Id="rId78" Type="http://schemas.openxmlformats.org/officeDocument/2006/relationships/image" Target="../media/image215.png"/><Relationship Id="rId94" Type="http://schemas.openxmlformats.org/officeDocument/2006/relationships/image" Target="../media/image223.png"/><Relationship Id="rId99" Type="http://schemas.openxmlformats.org/officeDocument/2006/relationships/customXml" Target="../ink/ink140.xml"/><Relationship Id="rId101" Type="http://schemas.openxmlformats.org/officeDocument/2006/relationships/customXml" Target="../ink/ink141.xml"/><Relationship Id="rId122" Type="http://schemas.openxmlformats.org/officeDocument/2006/relationships/image" Target="../media/image237.png"/><Relationship Id="rId143" Type="http://schemas.openxmlformats.org/officeDocument/2006/relationships/customXml" Target="../ink/ink162.xml"/><Relationship Id="rId148" Type="http://schemas.openxmlformats.org/officeDocument/2006/relationships/image" Target="../media/image250.png"/><Relationship Id="rId164" Type="http://schemas.openxmlformats.org/officeDocument/2006/relationships/image" Target="../media/image258.png"/><Relationship Id="rId169" Type="http://schemas.openxmlformats.org/officeDocument/2006/relationships/customXml" Target="../ink/ink175.xml"/><Relationship Id="rId185" Type="http://schemas.openxmlformats.org/officeDocument/2006/relationships/customXml" Target="../ink/ink183.xml"/><Relationship Id="rId4" Type="http://schemas.openxmlformats.org/officeDocument/2006/relationships/image" Target="../media/image178.png"/><Relationship Id="rId9" Type="http://schemas.openxmlformats.org/officeDocument/2006/relationships/customXml" Target="../ink/ink95.xml"/><Relationship Id="rId180" Type="http://schemas.openxmlformats.org/officeDocument/2006/relationships/image" Target="../media/image266.png"/><Relationship Id="rId210" Type="http://schemas.openxmlformats.org/officeDocument/2006/relationships/image" Target="../media/image281.png"/><Relationship Id="rId215" Type="http://schemas.openxmlformats.org/officeDocument/2006/relationships/customXml" Target="../ink/ink198.xml"/><Relationship Id="rId236" Type="http://schemas.openxmlformats.org/officeDocument/2006/relationships/image" Target="../media/image294.png"/><Relationship Id="rId26" Type="http://schemas.openxmlformats.org/officeDocument/2006/relationships/image" Target="../media/image189.png"/><Relationship Id="rId231" Type="http://schemas.openxmlformats.org/officeDocument/2006/relationships/customXml" Target="../ink/ink206.xml"/><Relationship Id="rId47" Type="http://schemas.openxmlformats.org/officeDocument/2006/relationships/customXml" Target="../ink/ink114.xml"/><Relationship Id="rId68" Type="http://schemas.openxmlformats.org/officeDocument/2006/relationships/image" Target="../media/image210.png"/><Relationship Id="rId89" Type="http://schemas.openxmlformats.org/officeDocument/2006/relationships/customXml" Target="../ink/ink135.xml"/><Relationship Id="rId112" Type="http://schemas.openxmlformats.org/officeDocument/2006/relationships/image" Target="../media/image232.png"/><Relationship Id="rId133" Type="http://schemas.openxmlformats.org/officeDocument/2006/relationships/customXml" Target="../ink/ink157.xml"/><Relationship Id="rId154" Type="http://schemas.openxmlformats.org/officeDocument/2006/relationships/image" Target="../media/image253.png"/><Relationship Id="rId175" Type="http://schemas.openxmlformats.org/officeDocument/2006/relationships/customXml" Target="../ink/ink178.xml"/><Relationship Id="rId196" Type="http://schemas.openxmlformats.org/officeDocument/2006/relationships/image" Target="../media/image274.png"/><Relationship Id="rId200" Type="http://schemas.openxmlformats.org/officeDocument/2006/relationships/image" Target="../media/image276.png"/><Relationship Id="rId16" Type="http://schemas.openxmlformats.org/officeDocument/2006/relationships/image" Target="../media/image184.png"/><Relationship Id="rId221" Type="http://schemas.openxmlformats.org/officeDocument/2006/relationships/customXml" Target="../ink/ink201.xml"/><Relationship Id="rId242" Type="http://schemas.openxmlformats.org/officeDocument/2006/relationships/image" Target="../media/image297.png"/><Relationship Id="rId37" Type="http://schemas.openxmlformats.org/officeDocument/2006/relationships/customXml" Target="../ink/ink109.xml"/><Relationship Id="rId58" Type="http://schemas.openxmlformats.org/officeDocument/2006/relationships/image" Target="../media/image205.png"/><Relationship Id="rId79" Type="http://schemas.openxmlformats.org/officeDocument/2006/relationships/customXml" Target="../ink/ink130.xml"/><Relationship Id="rId102" Type="http://schemas.openxmlformats.org/officeDocument/2006/relationships/image" Target="../media/image227.png"/><Relationship Id="rId123" Type="http://schemas.openxmlformats.org/officeDocument/2006/relationships/customXml" Target="../ink/ink152.xml"/><Relationship Id="rId144" Type="http://schemas.openxmlformats.org/officeDocument/2006/relationships/image" Target="../media/image248.png"/><Relationship Id="rId90" Type="http://schemas.openxmlformats.org/officeDocument/2006/relationships/image" Target="../media/image221.png"/><Relationship Id="rId165" Type="http://schemas.openxmlformats.org/officeDocument/2006/relationships/customXml" Target="../ink/ink173.xml"/><Relationship Id="rId186" Type="http://schemas.openxmlformats.org/officeDocument/2006/relationships/image" Target="../media/image269.png"/><Relationship Id="rId211" Type="http://schemas.openxmlformats.org/officeDocument/2006/relationships/customXml" Target="../ink/ink196.xml"/><Relationship Id="rId232" Type="http://schemas.openxmlformats.org/officeDocument/2006/relationships/image" Target="../media/image292.png"/><Relationship Id="rId27" Type="http://schemas.openxmlformats.org/officeDocument/2006/relationships/customXml" Target="../ink/ink104.xml"/><Relationship Id="rId48" Type="http://schemas.openxmlformats.org/officeDocument/2006/relationships/image" Target="../media/image200.png"/><Relationship Id="rId69" Type="http://schemas.openxmlformats.org/officeDocument/2006/relationships/customXml" Target="../ink/ink125.xml"/><Relationship Id="rId113" Type="http://schemas.openxmlformats.org/officeDocument/2006/relationships/customXml" Target="../ink/ink147.xml"/><Relationship Id="rId134" Type="http://schemas.openxmlformats.org/officeDocument/2006/relationships/image" Target="../media/image243.png"/><Relationship Id="rId80" Type="http://schemas.openxmlformats.org/officeDocument/2006/relationships/image" Target="../media/image216.png"/><Relationship Id="rId155" Type="http://schemas.openxmlformats.org/officeDocument/2006/relationships/customXml" Target="../ink/ink168.xml"/><Relationship Id="rId176" Type="http://schemas.openxmlformats.org/officeDocument/2006/relationships/image" Target="../media/image264.png"/><Relationship Id="rId197" Type="http://schemas.openxmlformats.org/officeDocument/2006/relationships/customXml" Target="../ink/ink189.xml"/><Relationship Id="rId201" Type="http://schemas.openxmlformats.org/officeDocument/2006/relationships/customXml" Target="../ink/ink191.xml"/><Relationship Id="rId222" Type="http://schemas.openxmlformats.org/officeDocument/2006/relationships/image" Target="../media/image287.png"/><Relationship Id="rId243" Type="http://schemas.openxmlformats.org/officeDocument/2006/relationships/customXml" Target="../ink/ink212.xml"/><Relationship Id="rId17" Type="http://schemas.openxmlformats.org/officeDocument/2006/relationships/customXml" Target="../ink/ink99.xml"/><Relationship Id="rId38" Type="http://schemas.openxmlformats.org/officeDocument/2006/relationships/image" Target="../media/image195.png"/><Relationship Id="rId59" Type="http://schemas.openxmlformats.org/officeDocument/2006/relationships/customXml" Target="../ink/ink120.xml"/><Relationship Id="rId103" Type="http://schemas.openxmlformats.org/officeDocument/2006/relationships/customXml" Target="../ink/ink142.xml"/><Relationship Id="rId124" Type="http://schemas.openxmlformats.org/officeDocument/2006/relationships/image" Target="../media/image238.png"/><Relationship Id="rId70" Type="http://schemas.openxmlformats.org/officeDocument/2006/relationships/image" Target="../media/image211.png"/><Relationship Id="rId91" Type="http://schemas.openxmlformats.org/officeDocument/2006/relationships/customXml" Target="../ink/ink136.xml"/><Relationship Id="rId145" Type="http://schemas.openxmlformats.org/officeDocument/2006/relationships/customXml" Target="../ink/ink163.xml"/><Relationship Id="rId166" Type="http://schemas.openxmlformats.org/officeDocument/2006/relationships/image" Target="../media/image259.png"/><Relationship Id="rId187" Type="http://schemas.openxmlformats.org/officeDocument/2006/relationships/customXml" Target="../ink/ink184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282.png"/><Relationship Id="rId233" Type="http://schemas.openxmlformats.org/officeDocument/2006/relationships/customXml" Target="../ink/ink207.xml"/><Relationship Id="rId28" Type="http://schemas.openxmlformats.org/officeDocument/2006/relationships/image" Target="../media/image190.png"/><Relationship Id="rId49" Type="http://schemas.openxmlformats.org/officeDocument/2006/relationships/customXml" Target="../ink/ink115.xml"/><Relationship Id="rId114" Type="http://schemas.openxmlformats.org/officeDocument/2006/relationships/image" Target="../media/image233.png"/><Relationship Id="rId60" Type="http://schemas.openxmlformats.org/officeDocument/2006/relationships/image" Target="../media/image206.png"/><Relationship Id="rId81" Type="http://schemas.openxmlformats.org/officeDocument/2006/relationships/customXml" Target="../ink/ink131.xml"/><Relationship Id="rId135" Type="http://schemas.openxmlformats.org/officeDocument/2006/relationships/customXml" Target="../ink/ink158.xml"/><Relationship Id="rId156" Type="http://schemas.openxmlformats.org/officeDocument/2006/relationships/image" Target="../media/image254.png"/><Relationship Id="rId177" Type="http://schemas.openxmlformats.org/officeDocument/2006/relationships/customXml" Target="../ink/ink179.xml"/><Relationship Id="rId198" Type="http://schemas.openxmlformats.org/officeDocument/2006/relationships/image" Target="../media/image275.png"/><Relationship Id="rId202" Type="http://schemas.openxmlformats.org/officeDocument/2006/relationships/image" Target="../media/image277.png"/><Relationship Id="rId223" Type="http://schemas.openxmlformats.org/officeDocument/2006/relationships/customXml" Target="../ink/ink202.xml"/><Relationship Id="rId244" Type="http://schemas.openxmlformats.org/officeDocument/2006/relationships/image" Target="../media/image298.png"/><Relationship Id="rId18" Type="http://schemas.openxmlformats.org/officeDocument/2006/relationships/image" Target="../media/image185.png"/><Relationship Id="rId39" Type="http://schemas.openxmlformats.org/officeDocument/2006/relationships/customXml" Target="../ink/ink110.xml"/><Relationship Id="rId50" Type="http://schemas.openxmlformats.org/officeDocument/2006/relationships/image" Target="../media/image201.png"/><Relationship Id="rId104" Type="http://schemas.openxmlformats.org/officeDocument/2006/relationships/image" Target="../media/image228.png"/><Relationship Id="rId125" Type="http://schemas.openxmlformats.org/officeDocument/2006/relationships/customXml" Target="../ink/ink153.xml"/><Relationship Id="rId146" Type="http://schemas.openxmlformats.org/officeDocument/2006/relationships/image" Target="../media/image249.png"/><Relationship Id="rId167" Type="http://schemas.openxmlformats.org/officeDocument/2006/relationships/customXml" Target="../ink/ink174.xml"/><Relationship Id="rId188" Type="http://schemas.openxmlformats.org/officeDocument/2006/relationships/image" Target="../media/image270.png"/><Relationship Id="rId71" Type="http://schemas.openxmlformats.org/officeDocument/2006/relationships/customXml" Target="../ink/ink126.xml"/><Relationship Id="rId92" Type="http://schemas.openxmlformats.org/officeDocument/2006/relationships/image" Target="../media/image222.png"/><Relationship Id="rId213" Type="http://schemas.openxmlformats.org/officeDocument/2006/relationships/customXml" Target="../ink/ink197.xml"/><Relationship Id="rId234" Type="http://schemas.openxmlformats.org/officeDocument/2006/relationships/image" Target="../media/image293.png"/><Relationship Id="rId2" Type="http://schemas.openxmlformats.org/officeDocument/2006/relationships/image" Target="../media/image2.png"/><Relationship Id="rId29" Type="http://schemas.openxmlformats.org/officeDocument/2006/relationships/customXml" Target="../ink/ink105.xml"/><Relationship Id="rId40" Type="http://schemas.openxmlformats.org/officeDocument/2006/relationships/image" Target="../media/image196.png"/><Relationship Id="rId115" Type="http://schemas.openxmlformats.org/officeDocument/2006/relationships/customXml" Target="../ink/ink148.xml"/><Relationship Id="rId136" Type="http://schemas.openxmlformats.org/officeDocument/2006/relationships/image" Target="../media/image244.png"/><Relationship Id="rId157" Type="http://schemas.openxmlformats.org/officeDocument/2006/relationships/customXml" Target="../ink/ink169.xml"/><Relationship Id="rId178" Type="http://schemas.openxmlformats.org/officeDocument/2006/relationships/image" Target="../media/image265.png"/><Relationship Id="rId61" Type="http://schemas.openxmlformats.org/officeDocument/2006/relationships/customXml" Target="../ink/ink121.xml"/><Relationship Id="rId82" Type="http://schemas.openxmlformats.org/officeDocument/2006/relationships/image" Target="../media/image217.png"/><Relationship Id="rId199" Type="http://schemas.openxmlformats.org/officeDocument/2006/relationships/customXml" Target="../ink/ink190.xml"/><Relationship Id="rId203" Type="http://schemas.openxmlformats.org/officeDocument/2006/relationships/customXml" Target="../ink/ink192.xml"/><Relationship Id="rId19" Type="http://schemas.openxmlformats.org/officeDocument/2006/relationships/customXml" Target="../ink/ink100.xml"/><Relationship Id="rId224" Type="http://schemas.openxmlformats.org/officeDocument/2006/relationships/image" Target="../media/image288.png"/><Relationship Id="rId30" Type="http://schemas.openxmlformats.org/officeDocument/2006/relationships/image" Target="../media/image191.png"/><Relationship Id="rId105" Type="http://schemas.openxmlformats.org/officeDocument/2006/relationships/customXml" Target="../ink/ink143.xml"/><Relationship Id="rId126" Type="http://schemas.openxmlformats.org/officeDocument/2006/relationships/image" Target="../media/image239.png"/><Relationship Id="rId147" Type="http://schemas.openxmlformats.org/officeDocument/2006/relationships/customXml" Target="../ink/ink164.xml"/><Relationship Id="rId168" Type="http://schemas.openxmlformats.org/officeDocument/2006/relationships/image" Target="../media/image260.png"/><Relationship Id="rId51" Type="http://schemas.openxmlformats.org/officeDocument/2006/relationships/customXml" Target="../ink/ink116.xml"/><Relationship Id="rId72" Type="http://schemas.openxmlformats.org/officeDocument/2006/relationships/image" Target="../media/image212.png"/><Relationship Id="rId93" Type="http://schemas.openxmlformats.org/officeDocument/2006/relationships/customXml" Target="../ink/ink137.xml"/><Relationship Id="rId189" Type="http://schemas.openxmlformats.org/officeDocument/2006/relationships/customXml" Target="../ink/ink185.xml"/><Relationship Id="rId3" Type="http://schemas.openxmlformats.org/officeDocument/2006/relationships/customXml" Target="../ink/ink92.xml"/><Relationship Id="rId214" Type="http://schemas.openxmlformats.org/officeDocument/2006/relationships/image" Target="../media/image283.png"/><Relationship Id="rId235" Type="http://schemas.openxmlformats.org/officeDocument/2006/relationships/customXml" Target="../ink/ink208.xml"/><Relationship Id="rId116" Type="http://schemas.openxmlformats.org/officeDocument/2006/relationships/image" Target="../media/image234.png"/><Relationship Id="rId137" Type="http://schemas.openxmlformats.org/officeDocument/2006/relationships/customXml" Target="../ink/ink159.xml"/><Relationship Id="rId158" Type="http://schemas.openxmlformats.org/officeDocument/2006/relationships/image" Target="../media/image255.png"/><Relationship Id="rId20" Type="http://schemas.openxmlformats.org/officeDocument/2006/relationships/image" Target="../media/image186.png"/><Relationship Id="rId41" Type="http://schemas.openxmlformats.org/officeDocument/2006/relationships/customXml" Target="../ink/ink111.xml"/><Relationship Id="rId62" Type="http://schemas.openxmlformats.org/officeDocument/2006/relationships/image" Target="../media/image207.png"/><Relationship Id="rId83" Type="http://schemas.openxmlformats.org/officeDocument/2006/relationships/customXml" Target="../ink/ink132.xml"/><Relationship Id="rId179" Type="http://schemas.openxmlformats.org/officeDocument/2006/relationships/customXml" Target="../ink/ink180.xml"/><Relationship Id="rId190" Type="http://schemas.openxmlformats.org/officeDocument/2006/relationships/image" Target="../media/image271.png"/><Relationship Id="rId204" Type="http://schemas.openxmlformats.org/officeDocument/2006/relationships/image" Target="../media/image278.png"/><Relationship Id="rId225" Type="http://schemas.openxmlformats.org/officeDocument/2006/relationships/customXml" Target="../ink/ink20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2.png"/><Relationship Id="rId4" Type="http://schemas.openxmlformats.org/officeDocument/2006/relationships/customXml" Target="../ink/ink2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customXml" Target="../ink/ink214.xml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Relationship Id="rId9" Type="http://schemas.openxmlformats.org/officeDocument/2006/relationships/image" Target="../media/image333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0.png"/><Relationship Id="rId13" Type="http://schemas.openxmlformats.org/officeDocument/2006/relationships/image" Target="../media/image341.png"/><Relationship Id="rId3" Type="http://schemas.openxmlformats.org/officeDocument/2006/relationships/image" Target="../media/image81.png"/><Relationship Id="rId7" Type="http://schemas.openxmlformats.org/officeDocument/2006/relationships/image" Target="../media/image299.png"/><Relationship Id="rId12" Type="http://schemas.openxmlformats.org/officeDocument/2006/relationships/customXml" Target="../ink/ink216.xml"/><Relationship Id="rId17" Type="http://schemas.openxmlformats.org/officeDocument/2006/relationships/image" Target="../media/image343.png"/><Relationship Id="rId2" Type="http://schemas.openxmlformats.org/officeDocument/2006/relationships/image" Target="../media/image2.png"/><Relationship Id="rId16" Type="http://schemas.openxmlformats.org/officeDocument/2006/relationships/customXml" Target="../ink/ink2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7.png"/><Relationship Id="rId11" Type="http://schemas.openxmlformats.org/officeDocument/2006/relationships/image" Target="../media/image340.png"/><Relationship Id="rId5" Type="http://schemas.openxmlformats.org/officeDocument/2006/relationships/image" Target="../media/image85.png"/><Relationship Id="rId15" Type="http://schemas.openxmlformats.org/officeDocument/2006/relationships/image" Target="../media/image342.png"/><Relationship Id="rId10" Type="http://schemas.openxmlformats.org/officeDocument/2006/relationships/customXml" Target="../ink/ink215.xml"/><Relationship Id="rId4" Type="http://schemas.openxmlformats.org/officeDocument/2006/relationships/image" Target="../media/image83.png"/><Relationship Id="rId9" Type="http://schemas.openxmlformats.org/officeDocument/2006/relationships/image" Target="../media/image301.png"/><Relationship Id="rId14" Type="http://schemas.openxmlformats.org/officeDocument/2006/relationships/customXml" Target="../ink/ink21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9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2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3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4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5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9.png"/><Relationship Id="rId5" Type="http://schemas.openxmlformats.org/officeDocument/2006/relationships/customXml" Target="../ink/ink220.xml"/><Relationship Id="rId4" Type="http://schemas.openxmlformats.org/officeDocument/2006/relationships/image" Target="../media/image35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7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0.png"/><Relationship Id="rId5" Type="http://schemas.openxmlformats.org/officeDocument/2006/relationships/image" Target="../media/image309.png"/><Relationship Id="rId4" Type="http://schemas.openxmlformats.org/officeDocument/2006/relationships/image" Target="../media/image36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2.png"/><Relationship Id="rId5" Type="http://schemas.openxmlformats.org/officeDocument/2006/relationships/image" Target="../media/image308.png"/><Relationship Id="rId4" Type="http://schemas.openxmlformats.org/officeDocument/2006/relationships/image" Target="../media/image311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8.png"/><Relationship Id="rId3" Type="http://schemas.openxmlformats.org/officeDocument/2006/relationships/image" Target="../media/image308.png"/><Relationship Id="rId7" Type="http://schemas.openxmlformats.org/officeDocument/2006/relationships/image" Target="../media/image3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6.png"/><Relationship Id="rId5" Type="http://schemas.openxmlformats.org/officeDocument/2006/relationships/image" Target="../media/image314.png"/><Relationship Id="rId4" Type="http://schemas.openxmlformats.org/officeDocument/2006/relationships/image" Target="../media/image313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3.png"/><Relationship Id="rId3" Type="http://schemas.openxmlformats.org/officeDocument/2006/relationships/image" Target="../media/image319.png"/><Relationship Id="rId7" Type="http://schemas.openxmlformats.org/officeDocument/2006/relationships/customXml" Target="../ink/ink222.xml"/><Relationship Id="rId12" Type="http://schemas.openxmlformats.org/officeDocument/2006/relationships/image" Target="../media/image38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2.png"/><Relationship Id="rId11" Type="http://schemas.openxmlformats.org/officeDocument/2006/relationships/customXml" Target="../ink/ink224.xml"/><Relationship Id="rId5" Type="http://schemas.openxmlformats.org/officeDocument/2006/relationships/customXml" Target="../ink/ink221.xml"/><Relationship Id="rId10" Type="http://schemas.openxmlformats.org/officeDocument/2006/relationships/image" Target="../media/image384.png"/><Relationship Id="rId4" Type="http://schemas.openxmlformats.org/officeDocument/2006/relationships/image" Target="../media/image320.png"/><Relationship Id="rId9" Type="http://schemas.openxmlformats.org/officeDocument/2006/relationships/customXml" Target="../ink/ink22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4.png"/><Relationship Id="rId5" Type="http://schemas.openxmlformats.org/officeDocument/2006/relationships/image" Target="../media/image323.png"/><Relationship Id="rId4" Type="http://schemas.openxmlformats.org/officeDocument/2006/relationships/image" Target="../media/image322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2.png"/><Relationship Id="rId5" Type="http://schemas.openxmlformats.org/officeDocument/2006/relationships/image" Target="../media/image326.png"/><Relationship Id="rId4" Type="http://schemas.openxmlformats.org/officeDocument/2006/relationships/image" Target="../media/image325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1.png"/><Relationship Id="rId3" Type="http://schemas.openxmlformats.org/officeDocument/2006/relationships/image" Target="../media/image370.png"/><Relationship Id="rId7" Type="http://schemas.openxmlformats.org/officeDocument/2006/relationships/image" Target="../media/image3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8.png"/><Relationship Id="rId5" Type="http://schemas.openxmlformats.org/officeDocument/2006/relationships/image" Target="../media/image325.png"/><Relationship Id="rId4" Type="http://schemas.openxmlformats.org/officeDocument/2006/relationships/image" Target="../media/image327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4.png"/><Relationship Id="rId4" Type="http://schemas.openxmlformats.org/officeDocument/2006/relationships/image" Target="../media/image332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9.png"/><Relationship Id="rId3" Type="http://schemas.openxmlformats.org/officeDocument/2006/relationships/image" Target="../media/image404.png"/><Relationship Id="rId7" Type="http://schemas.openxmlformats.org/officeDocument/2006/relationships/image" Target="../media/image33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7.png"/><Relationship Id="rId5" Type="http://schemas.openxmlformats.org/officeDocument/2006/relationships/image" Target="../media/image336.png"/><Relationship Id="rId10" Type="http://schemas.openxmlformats.org/officeDocument/2006/relationships/image" Target="../media/image411.png"/><Relationship Id="rId4" Type="http://schemas.openxmlformats.org/officeDocument/2006/relationships/image" Target="../media/image335.png"/><Relationship Id="rId9" Type="http://schemas.openxmlformats.org/officeDocument/2006/relationships/image" Target="../media/image344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8.png"/><Relationship Id="rId3" Type="http://schemas.openxmlformats.org/officeDocument/2006/relationships/image" Target="../media/image34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225.xml"/><Relationship Id="rId10" Type="http://schemas.openxmlformats.org/officeDocument/2006/relationships/image" Target="../media/image399.png"/><Relationship Id="rId4" Type="http://schemas.openxmlformats.org/officeDocument/2006/relationships/image" Target="../media/image347.png"/><Relationship Id="rId9" Type="http://schemas.openxmlformats.org/officeDocument/2006/relationships/customXml" Target="../ink/ink226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0.png"/><Relationship Id="rId5" Type="http://schemas.openxmlformats.org/officeDocument/2006/relationships/image" Target="../media/image349.png"/><Relationship Id="rId4" Type="http://schemas.openxmlformats.org/officeDocument/2006/relationships/image" Target="../media/image348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2.png"/><Relationship Id="rId5" Type="http://schemas.openxmlformats.org/officeDocument/2006/relationships/image" Target="../media/image351.png"/><Relationship Id="rId4" Type="http://schemas.openxmlformats.org/officeDocument/2006/relationships/image" Target="../media/image348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1.png"/><Relationship Id="rId5" Type="http://schemas.openxmlformats.org/officeDocument/2006/relationships/image" Target="../media/image354.png"/><Relationship Id="rId4" Type="http://schemas.openxmlformats.org/officeDocument/2006/relationships/image" Target="../media/image353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6.png"/><Relationship Id="rId4" Type="http://schemas.openxmlformats.org/officeDocument/2006/relationships/image" Target="../media/image355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7" Type="http://schemas.openxmlformats.org/officeDocument/2006/relationships/image" Target="../media/image36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4.png"/><Relationship Id="rId5" Type="http://schemas.openxmlformats.org/officeDocument/2006/relationships/image" Target="../media/image362.png"/><Relationship Id="rId4" Type="http://schemas.openxmlformats.org/officeDocument/2006/relationships/image" Target="../media/image361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customXml" Target="../ink/ink229.xml"/><Relationship Id="rId3" Type="http://schemas.openxmlformats.org/officeDocument/2006/relationships/image" Target="../media/image364.png"/><Relationship Id="rId7" Type="http://schemas.openxmlformats.org/officeDocument/2006/relationships/image" Target="../media/image43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28.xml"/><Relationship Id="rId5" Type="http://schemas.openxmlformats.org/officeDocument/2006/relationships/image" Target="../media/image431.png"/><Relationship Id="rId4" Type="http://schemas.openxmlformats.org/officeDocument/2006/relationships/customXml" Target="../ink/ink227.xml"/><Relationship Id="rId9" Type="http://schemas.openxmlformats.org/officeDocument/2006/relationships/image" Target="../media/image398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7.png"/><Relationship Id="rId3" Type="http://schemas.openxmlformats.org/officeDocument/2006/relationships/customXml" Target="../ink/ink230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231.xml"/><Relationship Id="rId4" Type="http://schemas.openxmlformats.org/officeDocument/2006/relationships/image" Target="../media/image435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9.png"/><Relationship Id="rId5" Type="http://schemas.openxmlformats.org/officeDocument/2006/relationships/image" Target="../media/image368.png"/><Relationship Id="rId4" Type="http://schemas.openxmlformats.org/officeDocument/2006/relationships/image" Target="../media/image367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customXml" Target="../ink/ink23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30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6.png"/><Relationship Id="rId3" Type="http://schemas.openxmlformats.org/officeDocument/2006/relationships/image" Target="../media/image366.png"/><Relationship Id="rId7" Type="http://schemas.openxmlformats.org/officeDocument/2006/relationships/customXml" Target="../ink/ink23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2.png"/><Relationship Id="rId5" Type="http://schemas.openxmlformats.org/officeDocument/2006/relationships/image" Target="../media/image367.png"/><Relationship Id="rId4" Type="http://schemas.openxmlformats.org/officeDocument/2006/relationships/image" Target="../media/image371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6.png"/><Relationship Id="rId3" Type="http://schemas.openxmlformats.org/officeDocument/2006/relationships/image" Target="../media/image447.png"/><Relationship Id="rId7" Type="http://schemas.openxmlformats.org/officeDocument/2006/relationships/image" Target="../media/image37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4.png"/><Relationship Id="rId5" Type="http://schemas.openxmlformats.org/officeDocument/2006/relationships/image" Target="../media/image371.png"/><Relationship Id="rId4" Type="http://schemas.openxmlformats.org/officeDocument/2006/relationships/image" Target="../media/image373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3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5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0.png"/><Relationship Id="rId5" Type="http://schemas.openxmlformats.org/officeDocument/2006/relationships/image" Target="../media/image379.png"/><Relationship Id="rId4" Type="http://schemas.openxmlformats.org/officeDocument/2006/relationships/image" Target="../media/image378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9.png"/><Relationship Id="rId3" Type="http://schemas.openxmlformats.org/officeDocument/2006/relationships/image" Target="../media/image381.png"/><Relationship Id="rId7" Type="http://schemas.openxmlformats.org/officeDocument/2006/relationships/image" Target="../media/image38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1.png"/><Relationship Id="rId5" Type="http://schemas.openxmlformats.org/officeDocument/2006/relationships/image" Target="../media/image387.png"/><Relationship Id="rId4" Type="http://schemas.openxmlformats.org/officeDocument/2006/relationships/image" Target="../media/image386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7" Type="http://schemas.openxmlformats.org/officeDocument/2006/relationships/image" Target="../media/image46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35.xml"/><Relationship Id="rId5" Type="http://schemas.openxmlformats.org/officeDocument/2006/relationships/image" Target="../media/image4550.png"/><Relationship Id="rId4" Type="http://schemas.openxmlformats.org/officeDocument/2006/relationships/image" Target="../media/image4540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36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1.jpeg"/><Relationship Id="rId4" Type="http://schemas.openxmlformats.org/officeDocument/2006/relationships/image" Target="../media/image4330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37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5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38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5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20.png"/><Relationship Id="rId3" Type="http://schemas.openxmlformats.org/officeDocument/2006/relationships/image" Target="../media/image392.png"/><Relationship Id="rId7" Type="http://schemas.openxmlformats.org/officeDocument/2006/relationships/image" Target="../media/image46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00.png"/><Relationship Id="rId11" Type="http://schemas.openxmlformats.org/officeDocument/2006/relationships/image" Target="../media/image4650.png"/><Relationship Id="rId5" Type="http://schemas.openxmlformats.org/officeDocument/2006/relationships/image" Target="../media/image4590.png"/><Relationship Id="rId10" Type="http://schemas.openxmlformats.org/officeDocument/2006/relationships/image" Target="../media/image4640.png"/><Relationship Id="rId4" Type="http://schemas.openxmlformats.org/officeDocument/2006/relationships/image" Target="../media/image4580.png"/><Relationship Id="rId9" Type="http://schemas.openxmlformats.org/officeDocument/2006/relationships/image" Target="../media/image46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68161" y="3519186"/>
            <a:ext cx="9144000" cy="1375844"/>
          </a:xfrm>
        </p:spPr>
        <p:txBody>
          <a:bodyPr>
            <a:noAutofit/>
          </a:bodyPr>
          <a:lstStyle/>
          <a:p>
            <a:r>
              <a:rPr lang="en-US" sz="2800" b="1">
                <a:latin typeface="Arial Black" panose="020B0A04020102020204" pitchFamily="34" charset="0"/>
              </a:rPr>
              <a:t>WEEK 7 </a:t>
            </a:r>
            <a:br>
              <a:rPr lang="en-US" sz="2800" b="1">
                <a:latin typeface="Arial Black" panose="020B0A04020102020204" pitchFamily="34" charset="0"/>
              </a:rPr>
            </a:br>
            <a:br>
              <a:rPr lang="en-US" sz="2800" b="1">
                <a:latin typeface="Arial Black" panose="020B0A04020102020204" pitchFamily="34" charset="0"/>
              </a:rPr>
            </a:br>
            <a:r>
              <a:rPr lang="en-US" sz="2800" b="1">
                <a:latin typeface="Arial Black" panose="020B0A04020102020204" pitchFamily="34" charset="0"/>
              </a:rPr>
              <a:t>Feedback in Amplifiers</a:t>
            </a:r>
            <a:endParaRPr lang="en-AU" sz="2800" b="1">
              <a:latin typeface="Arial Black" panose="020B0A040201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" y="6389999"/>
            <a:ext cx="4089862" cy="468001"/>
          </a:xfrm>
        </p:spPr>
        <p:txBody>
          <a:bodyPr>
            <a:normAutofit/>
          </a:bodyPr>
          <a:lstStyle/>
          <a:p>
            <a:pPr algn="l"/>
            <a:r>
              <a:rPr lang="en-AU" b="1" dirty="0">
                <a:latin typeface="Arial Black" panose="020B0A04020102020204" pitchFamily="34" charset="0"/>
              </a:rPr>
              <a:t>Dr. </a:t>
            </a:r>
            <a:r>
              <a:rPr lang="en-AU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Aron Michael 2023</a:t>
            </a:r>
          </a:p>
          <a:p>
            <a:endParaRPr lang="en-AU" dirty="0"/>
          </a:p>
          <a:p>
            <a:endParaRPr lang="en-AU" sz="1600" dirty="0"/>
          </a:p>
          <a:p>
            <a:endParaRPr lang="en-AU" dirty="0"/>
          </a:p>
        </p:txBody>
      </p:sp>
      <p:grpSp>
        <p:nvGrpSpPr>
          <p:cNvPr id="13" name="Group 12"/>
          <p:cNvGrpSpPr/>
          <p:nvPr/>
        </p:nvGrpSpPr>
        <p:grpSpPr>
          <a:xfrm>
            <a:off x="0" y="-57150"/>
            <a:ext cx="12192000" cy="2456913"/>
            <a:chOff x="0" y="0"/>
            <a:chExt cx="12192000" cy="2456913"/>
          </a:xfrm>
        </p:grpSpPr>
        <p:grpSp>
          <p:nvGrpSpPr>
            <p:cNvPr id="12" name="Group 11"/>
            <p:cNvGrpSpPr/>
            <p:nvPr/>
          </p:nvGrpSpPr>
          <p:grpSpPr>
            <a:xfrm>
              <a:off x="0" y="0"/>
              <a:ext cx="12192000" cy="2456913"/>
              <a:chOff x="0" y="0"/>
              <a:chExt cx="12192000" cy="2456913"/>
            </a:xfrm>
          </p:grpSpPr>
          <p:grpSp>
            <p:nvGrpSpPr>
              <p:cNvPr id="5" name="Group 4"/>
              <p:cNvGrpSpPr/>
              <p:nvPr/>
            </p:nvGrpSpPr>
            <p:grpSpPr>
              <a:xfrm>
                <a:off x="0" y="0"/>
                <a:ext cx="12192000" cy="2456912"/>
                <a:chOff x="0" y="6120087"/>
                <a:chExt cx="12192000" cy="2456912"/>
              </a:xfrm>
            </p:grpSpPr>
            <p:sp>
              <p:nvSpPr>
                <p:cNvPr id="6" name="Rectangle 5"/>
                <p:cNvSpPr/>
                <p:nvPr/>
              </p:nvSpPr>
              <p:spPr>
                <a:xfrm>
                  <a:off x="0" y="6120087"/>
                  <a:ext cx="12192000" cy="1980000"/>
                </a:xfrm>
                <a:prstGeom prst="rect">
                  <a:avLst/>
                </a:prstGeom>
                <a:solidFill>
                  <a:srgbClr val="FFC000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  <p:sp>
              <p:nvSpPr>
                <p:cNvPr id="7" name="Rectangle 6"/>
                <p:cNvSpPr/>
                <p:nvPr/>
              </p:nvSpPr>
              <p:spPr>
                <a:xfrm>
                  <a:off x="0" y="8108999"/>
                  <a:ext cx="12192000" cy="468000"/>
                </a:xfrm>
                <a:prstGeom prst="rect">
                  <a:avLst/>
                </a:prstGeom>
                <a:solidFill>
                  <a:srgbClr val="960000"/>
                </a:solidFill>
                <a:ln>
                  <a:solidFill>
                    <a:srgbClr val="960000"/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</p:grpSp>
          <p:sp>
            <p:nvSpPr>
              <p:cNvPr id="9" name="Pentagon 8"/>
              <p:cNvSpPr/>
              <p:nvPr/>
            </p:nvSpPr>
            <p:spPr>
              <a:xfrm>
                <a:off x="0" y="1988913"/>
                <a:ext cx="5000368" cy="468000"/>
              </a:xfrm>
              <a:prstGeom prst="homePlat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6021858" y="2022857"/>
                <a:ext cx="490151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>
                    <a:solidFill>
                      <a:schemeClr val="bg1"/>
                    </a:solidFill>
                  </a:rPr>
                  <a:t>Electrical Engineering &amp; Telecommunications</a:t>
                </a: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1668161" y="2019702"/>
                <a:ext cx="151164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>
                    <a:solidFill>
                      <a:schemeClr val="bg1"/>
                    </a:solidFill>
                  </a:rPr>
                  <a:t>Engineering</a:t>
                </a:r>
              </a:p>
            </p:txBody>
          </p:sp>
        </p:grpSp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6090" y="156972"/>
              <a:ext cx="1714500" cy="1714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35187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BEE1F6BA-1F23-031A-C257-40F71568A262}"/>
              </a:ext>
            </a:extLst>
          </p:cNvPr>
          <p:cNvGrpSpPr/>
          <p:nvPr/>
        </p:nvGrpSpPr>
        <p:grpSpPr>
          <a:xfrm>
            <a:off x="0" y="6181363"/>
            <a:ext cx="12192000" cy="731495"/>
            <a:chOff x="0" y="6120089"/>
            <a:chExt cx="12192000" cy="731495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10799BB-A9C3-80C4-388C-36253DE0F675}"/>
                </a:ext>
              </a:extLst>
            </p:cNvPr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65AA7C1-847D-5E58-A6D3-5570EF084189}"/>
                </a:ext>
              </a:extLst>
            </p:cNvPr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0" y="6110662"/>
            <a:ext cx="12192000" cy="731495"/>
            <a:chOff x="0" y="6120089"/>
            <a:chExt cx="12192000" cy="731495"/>
          </a:xfrm>
        </p:grpSpPr>
        <p:sp>
          <p:nvSpPr>
            <p:cNvPr id="6" name="Rectangle 5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" name="Rectangle 6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8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44831"/>
            <a:ext cx="1194487" cy="50675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DBFE155-C13D-E2D2-A45B-DC16D4DBAA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0" y="802340"/>
            <a:ext cx="6286500" cy="46405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ACA3498-3279-1C94-1591-524EB34AA0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612" y="837691"/>
            <a:ext cx="5935980" cy="464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419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3C9CB79-87C8-099A-196B-0C6CFD95DE1E}"/>
              </a:ext>
            </a:extLst>
          </p:cNvPr>
          <p:cNvGrpSpPr/>
          <p:nvPr/>
        </p:nvGrpSpPr>
        <p:grpSpPr>
          <a:xfrm>
            <a:off x="0" y="6230200"/>
            <a:ext cx="12192000" cy="731495"/>
            <a:chOff x="0" y="6120089"/>
            <a:chExt cx="12192000" cy="73149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CB12B80-4B01-D492-2FC4-3B6D45E91336}"/>
                </a:ext>
              </a:extLst>
            </p:cNvPr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A1821EE-0966-C311-38EA-A80EFB62D97E}"/>
                </a:ext>
              </a:extLst>
            </p:cNvPr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Feedback Concept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98112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4C261815-C425-0B57-321C-6659DBC59F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023" y="1429588"/>
            <a:ext cx="8825185" cy="3200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BEC021D9-EDA7-3A58-CB97-32F406713A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4672" y="659888"/>
                <a:ext cx="11960469" cy="5460201"/>
              </a:xfrm>
            </p:spPr>
            <p:txBody>
              <a:bodyPr>
                <a:normAutofit fontScale="92500" lnSpcReduction="10000"/>
              </a:bodyPr>
              <a:lstStyle/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r>
                  <a:rPr lang="en-AU">
                    <a:latin typeface="Arial"/>
                    <a:cs typeface="Arial"/>
                  </a:rPr>
                  <a:t>Feedback refers to the process whereby a portion of the output is returned to the input to form part of the system excitation</a:t>
                </a: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AU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AU" i="0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AU" i="0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AU" i="0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AU" i="0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AU">
                    <a:latin typeface="Arial"/>
                    <a:cs typeface="Arial"/>
                  </a:rPr>
                  <a:t> are voltage or current signals,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AU" i="0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AU">
                    <a:latin typeface="Arial"/>
                    <a:cs typeface="Arial"/>
                  </a:rPr>
                  <a:t> is open loop amplifier gain and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AU">
                    <a:latin typeface="Arial"/>
                    <a:cs typeface="Arial"/>
                  </a:rPr>
                  <a:t> is feedback factor.</a:t>
                </a: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>
                  <a:latin typeface="Arial"/>
                  <a:cs typeface="Arial"/>
                </a:endParaRPr>
              </a:p>
              <a:p>
                <a:pPr marL="12700" marR="673100" indent="0">
                  <a:buNone/>
                </a:pPr>
                <a:endParaRPr lang="en-AU" sz="3000">
                  <a:latin typeface="Arial"/>
                  <a:cs typeface="Arial"/>
                </a:endParaRPr>
              </a:p>
              <a:p>
                <a:pPr marL="12700" marR="673100" indent="0">
                  <a:buNone/>
                </a:pPr>
                <a:endParaRPr lang="en-AU" sz="300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BEC021D9-EDA7-3A58-CB97-32F406713A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4672" y="659888"/>
                <a:ext cx="11960469" cy="5460201"/>
              </a:xfrm>
              <a:blipFill>
                <a:blip r:embed="rId4"/>
                <a:stretch>
                  <a:fillRect l="-714" t="-24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7623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Feedback Concept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4C261815-C425-0B57-321C-6659DBC59F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898" y="716781"/>
            <a:ext cx="7677937" cy="2784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269" y="3429000"/>
            <a:ext cx="5938731" cy="5460201"/>
          </a:xfrm>
        </p:spPr>
        <p:txBody>
          <a:bodyPr>
            <a:norm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>
                <a:latin typeface="Arial"/>
                <a:cs typeface="Arial"/>
              </a:rPr>
              <a:t>Feedback signal </a:t>
            </a: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>
                <a:latin typeface="Arial"/>
                <a:cs typeface="Arial"/>
              </a:rPr>
              <a:t>Assuming negative feedback</a:t>
            </a: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C2D0FCDB-ABE0-CD9E-9957-8DD574F78FB3}"/>
                  </a:ext>
                </a:extLst>
              </p:cNvPr>
              <p:cNvSpPr txBox="1"/>
              <p:nvPr/>
            </p:nvSpPr>
            <p:spPr>
              <a:xfrm>
                <a:off x="6269760" y="4705641"/>
                <a:ext cx="4957606" cy="4653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AU" sz="2800" i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AU" sz="2800" i="0" smtClean="0">
                          <a:solidFill>
                            <a:srgbClr val="836967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AU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d>
                        <m:dPr>
                          <m:ctrlPr>
                            <a:rPr lang="en-AU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800" i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AU" sz="280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80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AU" sz="2800" i="0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AU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sSub>
                        <m:sSubPr>
                          <m:ctrlPr>
                            <a:rPr lang="en-AU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AU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AU" sz="2800" i="0" smtClean="0">
                          <a:solidFill>
                            <a:srgbClr val="836967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AU" sz="28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AU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2800"/>
              </a:p>
            </p:txBody>
          </p:sp>
        </mc:Choice>
        <mc:Fallback xmlns=""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C2D0FCDB-ABE0-CD9E-9957-8DD574F78F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9760" y="4705641"/>
                <a:ext cx="4957606" cy="46538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46AD1CB4-6378-BD6D-CC39-6395B4B10A77}"/>
                  </a:ext>
                </a:extLst>
              </p:cNvPr>
              <p:cNvSpPr txBox="1"/>
              <p:nvPr/>
            </p:nvSpPr>
            <p:spPr>
              <a:xfrm>
                <a:off x="1346702" y="3904968"/>
                <a:ext cx="3269237" cy="4653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AU" sz="28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i="1">
                          <a:latin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en-AU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AU" sz="28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AU" sz="28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i="1">
                          <a:latin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en-AU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AU" sz="28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AU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2800"/>
              </a:p>
            </p:txBody>
          </p:sp>
        </mc:Choice>
        <mc:Fallback xmlns=""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46AD1CB4-6378-BD6D-CC39-6395B4B10A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702" y="3904968"/>
                <a:ext cx="3269237" cy="46538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19FCEC7C-9B86-1332-9921-EABDC5285BB8}"/>
                  </a:ext>
                </a:extLst>
              </p:cNvPr>
              <p:cNvSpPr txBox="1"/>
              <p:nvPr/>
            </p:nvSpPr>
            <p:spPr>
              <a:xfrm>
                <a:off x="2282527" y="5007160"/>
                <a:ext cx="1872779" cy="4653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AU" sz="28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AU" sz="2800" i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AU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en-AU" sz="2800"/>
              </a:p>
            </p:txBody>
          </p:sp>
        </mc:Choice>
        <mc:Fallback xmlns=""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19FCEC7C-9B86-1332-9921-EABDC5285B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2527" y="5007160"/>
                <a:ext cx="1872779" cy="46538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57BD287-74A4-0E9C-3A3F-BCFF3038709F}"/>
                  </a:ext>
                </a:extLst>
              </p:cNvPr>
              <p:cNvSpPr txBox="1"/>
              <p:nvPr/>
            </p:nvSpPr>
            <p:spPr>
              <a:xfrm>
                <a:off x="1653198" y="5579897"/>
                <a:ext cx="3131435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1+</m:t>
                      </m:r>
                      <m:sSub>
                        <m:sSubPr>
                          <m:ctrlPr>
                            <a:rPr lang="en-AU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AU" sz="28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AU" sz="2800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AU" sz="28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</m:oMath>
                  </m:oMathPara>
                </a14:m>
                <a:endParaRPr lang="en-AU" sz="2800"/>
              </a:p>
            </p:txBody>
          </p:sp>
        </mc:Choice>
        <mc:Fallback xmlns=""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57BD287-74A4-0E9C-3A3F-BCFF303870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3198" y="5579897"/>
                <a:ext cx="3131435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D16834C4-3A6F-A086-22A3-FAFA1F936158}"/>
                  </a:ext>
                </a:extLst>
              </p:cNvPr>
              <p:cNvSpPr txBox="1"/>
              <p:nvPr/>
            </p:nvSpPr>
            <p:spPr>
              <a:xfrm>
                <a:off x="6663254" y="4132904"/>
                <a:ext cx="3312738" cy="4653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AU" sz="2800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AU" sz="2800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AU" sz="2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sSub>
                      <m:sSubPr>
                        <m:ctrlPr>
                          <a:rPr lang="en-AU" sz="2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AU" sz="2800">
                    <a:solidFill>
                      <a:srgbClr val="836967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AU" sz="28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AU" sz="2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AU" sz="2800"/>
              </a:p>
            </p:txBody>
          </p:sp>
        </mc:Choice>
        <mc:Fallback xmlns=""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D16834C4-3A6F-A086-22A3-FAFA1F9361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3254" y="4132904"/>
                <a:ext cx="3312738" cy="46538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3" name="TextBox 252">
                <a:extLst>
                  <a:ext uri="{FF2B5EF4-FFF2-40B4-BE49-F238E27FC236}">
                    <a16:creationId xmlns:a16="http://schemas.microsoft.com/office/drawing/2014/main" id="{816F5178-AAC4-F5E0-C024-6509385A6D3D}"/>
                  </a:ext>
                </a:extLst>
              </p:cNvPr>
              <p:cNvSpPr txBox="1"/>
              <p:nvPr/>
            </p:nvSpPr>
            <p:spPr>
              <a:xfrm>
                <a:off x="6955780" y="5186841"/>
                <a:ext cx="2183611" cy="8826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AU" sz="28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AU" sz="28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AU" sz="2800" i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𝛽</m:t>
                          </m:r>
                          <m:sSub>
                            <m:sSubPr>
                              <m:ctrlPr>
                                <a:rPr lang="en-AU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AU" sz="28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AU" sz="2800"/>
              </a:p>
            </p:txBody>
          </p:sp>
        </mc:Choice>
        <mc:Fallback xmlns="">
          <p:sp>
            <p:nvSpPr>
              <p:cNvPr id="253" name="TextBox 252">
                <a:extLst>
                  <a:ext uri="{FF2B5EF4-FFF2-40B4-BE49-F238E27FC236}">
                    <a16:creationId xmlns:a16="http://schemas.microsoft.com/office/drawing/2014/main" id="{816F5178-AAC4-F5E0-C024-6509385A6D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5780" y="5186841"/>
                <a:ext cx="2183611" cy="88261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4" name="Content Placeholder 2">
            <a:extLst>
              <a:ext uri="{FF2B5EF4-FFF2-40B4-BE49-F238E27FC236}">
                <a16:creationId xmlns:a16="http://schemas.microsoft.com/office/drawing/2014/main" id="{1DC57475-60D9-C5AB-BEB5-BF946F39346B}"/>
              </a:ext>
            </a:extLst>
          </p:cNvPr>
          <p:cNvSpPr txBox="1">
            <a:spLocks/>
          </p:cNvSpPr>
          <p:nvPr/>
        </p:nvSpPr>
        <p:spPr>
          <a:xfrm>
            <a:off x="6009348" y="3052750"/>
            <a:ext cx="4818187" cy="1162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84300" marR="673100" lvl="3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>
                <a:latin typeface="Arial"/>
                <a:cs typeface="Arial"/>
              </a:rPr>
              <a:t>Output signal</a:t>
            </a: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Font typeface="Arial" panose="020B0604020202020204" pitchFamily="34" charset="0"/>
              <a:buNone/>
            </a:pPr>
            <a:endParaRPr lang="en-AU" sz="30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13337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Feedback Concept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BEC021D9-EDA7-3A58-CB97-32F406713A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-45477" y="2024191"/>
                <a:ext cx="12680822" cy="3701600"/>
              </a:xfrm>
            </p:spPr>
            <p:txBody>
              <a:bodyPr>
                <a:normAutofit/>
              </a:bodyPr>
              <a:lstStyle/>
              <a:p>
                <a:pPr marL="12700" marR="673100" indent="0">
                  <a:buNone/>
                </a:pPr>
                <a:r>
                  <a:rPr lang="en-AU">
                    <a:latin typeface="Arial"/>
                    <a:cs typeface="Arial"/>
                  </a:rPr>
                  <a:t>                for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𝛽</m:t>
                    </m:r>
                    <m:sSub>
                      <m:sSubPr>
                        <m:ctrlPr>
                          <a:rPr lang="en-AU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AU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AU" i="0" dirty="0" smtClean="0">
                        <a:latin typeface="Cambria Math" panose="02040503050406030204" pitchFamily="18" charset="0"/>
                      </a:rPr>
                      <m:t>&gt;&gt;1</m:t>
                    </m:r>
                  </m:oMath>
                </a14:m>
                <a:r>
                  <a:rPr lang="en-AU">
                    <a:latin typeface="Arial"/>
                    <a:cs typeface="Arial"/>
                  </a:rPr>
                  <a:t> </a:t>
                </a: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r>
                  <a:rPr lang="en-AU" b="1">
                    <a:latin typeface="Arial"/>
                    <a:cs typeface="Arial"/>
                  </a:rPr>
                  <a:t>The gain of the feedback amplifier is almost entirely  determined by feedback network </a:t>
                </a:r>
              </a:p>
              <a:p>
                <a:pPr marL="469900" marR="673100" indent="-457200" algn="just">
                  <a:buFont typeface="Wingdings" panose="05000000000000000000" pitchFamily="2" charset="2"/>
                  <a:buChar char="q"/>
                </a:pPr>
                <a:r>
                  <a:rPr lang="en-AU">
                    <a:latin typeface="Arial"/>
                    <a:cs typeface="Arial"/>
                  </a:rPr>
                  <a:t>Since the feedback network usually consists of passive components, gain can be set through the </a:t>
                </a:r>
                <a:r>
                  <a:rPr lang="en-AU" b="1">
                    <a:latin typeface="Arial"/>
                    <a:cs typeface="Arial"/>
                  </a:rPr>
                  <a:t>selection of components in the feedback network and be virtually independent of the basic amplifier</a:t>
                </a:r>
                <a:r>
                  <a:rPr lang="en-AU">
                    <a:latin typeface="Arial"/>
                    <a:cs typeface="Arial"/>
                  </a:rPr>
                  <a:t>.</a:t>
                </a: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>
                  <a:latin typeface="Arial"/>
                  <a:cs typeface="Arial"/>
                </a:endParaRPr>
              </a:p>
              <a:p>
                <a:pPr marL="12700" marR="673100" indent="0">
                  <a:buNone/>
                </a:pPr>
                <a:endParaRPr lang="en-AU"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BEC021D9-EDA7-3A58-CB97-32F406713A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45477" y="2024191"/>
                <a:ext cx="12680822" cy="3701600"/>
              </a:xfrm>
              <a:blipFill>
                <a:blip r:embed="rId3"/>
                <a:stretch>
                  <a:fillRect l="-769" t="-2801" b="-3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3" name="TextBox 252">
                <a:extLst>
                  <a:ext uri="{FF2B5EF4-FFF2-40B4-BE49-F238E27FC236}">
                    <a16:creationId xmlns:a16="http://schemas.microsoft.com/office/drawing/2014/main" id="{816F5178-AAC4-F5E0-C024-6509385A6D3D}"/>
                  </a:ext>
                </a:extLst>
              </p:cNvPr>
              <p:cNvSpPr txBox="1"/>
              <p:nvPr/>
            </p:nvSpPr>
            <p:spPr>
              <a:xfrm>
                <a:off x="4013074" y="894985"/>
                <a:ext cx="2183611" cy="8826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AU" sz="28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AU" sz="28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AU" sz="2800" i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𝛽</m:t>
                          </m:r>
                          <m:sSub>
                            <m:sSubPr>
                              <m:ctrlPr>
                                <a:rPr lang="en-AU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AU" sz="28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AU" sz="2800"/>
              </a:p>
            </p:txBody>
          </p:sp>
        </mc:Choice>
        <mc:Fallback xmlns="">
          <p:sp>
            <p:nvSpPr>
              <p:cNvPr id="253" name="TextBox 252">
                <a:extLst>
                  <a:ext uri="{FF2B5EF4-FFF2-40B4-BE49-F238E27FC236}">
                    <a16:creationId xmlns:a16="http://schemas.microsoft.com/office/drawing/2014/main" id="{816F5178-AAC4-F5E0-C024-6509385A6D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3074" y="894985"/>
                <a:ext cx="2183611" cy="8826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0DB97BE-305C-1D94-CAF2-DA956189EA90}"/>
                  </a:ext>
                </a:extLst>
              </p:cNvPr>
              <p:cNvSpPr txBox="1"/>
              <p:nvPr/>
            </p:nvSpPr>
            <p:spPr>
              <a:xfrm>
                <a:off x="3785955" y="2214272"/>
                <a:ext cx="2183611" cy="8826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AU" sz="28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𝛽</m:t>
                          </m:r>
                        </m:den>
                      </m:f>
                    </m:oMath>
                  </m:oMathPara>
                </a14:m>
                <a:endParaRPr lang="en-AU" sz="280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0DB97BE-305C-1D94-CAF2-DA956189EA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5955" y="2214272"/>
                <a:ext cx="2183611" cy="88261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8201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Feedback Type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BEC021D9-EDA7-3A58-CB97-32F406713A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77423"/>
                <a:ext cx="12680822" cy="3701600"/>
              </a:xfrm>
            </p:spPr>
            <p:txBody>
              <a:bodyPr>
                <a:normAutofit/>
              </a:bodyPr>
              <a:lstStyle/>
              <a:p>
                <a:pPr marL="12700" marR="673100" indent="0">
                  <a:buNone/>
                </a:pPr>
                <a:endParaRPr lang="en-AU"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r>
                  <a:rPr lang="en-AU" b="1">
                    <a:latin typeface="Arial"/>
                    <a:cs typeface="Arial"/>
                  </a:rPr>
                  <a:t>Two types of feedback possible</a:t>
                </a:r>
              </a:p>
              <a:p>
                <a:pPr marL="927100" marR="673100" lvl="1" indent="-457200">
                  <a:buFont typeface="Wingdings" panose="05000000000000000000" pitchFamily="2" charset="2"/>
                  <a:buChar char="q"/>
                </a:pPr>
                <a:r>
                  <a:rPr lang="en-AU" b="1">
                    <a:latin typeface="Arial"/>
                    <a:cs typeface="Arial"/>
                  </a:rPr>
                  <a:t>Negative feedback</a:t>
                </a:r>
              </a:p>
              <a:p>
                <a:pPr marL="1384300" marR="673100" lvl="2" indent="-45720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𝛽</m:t>
                    </m:r>
                    <m:sSub>
                      <m:sSubPr>
                        <m:ctrlPr>
                          <a:rPr lang="en-AU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AU" b="0" i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AU">
                    <a:latin typeface="Arial"/>
                    <a:cs typeface="Arial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AU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AU" b="0" i="0" dirty="0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AU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AU" b="0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>
                  <a:latin typeface="Arial"/>
                  <a:cs typeface="Arial"/>
                </a:endParaRPr>
              </a:p>
              <a:p>
                <a:pPr marL="1384300" marR="673100" lvl="2" indent="-457200">
                  <a:buFont typeface="Wingdings" panose="05000000000000000000" pitchFamily="2" charset="2"/>
                  <a:buChar char="§"/>
                </a:pPr>
                <a:r>
                  <a:rPr lang="en-AU">
                    <a:latin typeface="Arial"/>
                    <a:cs typeface="Arial"/>
                  </a:rPr>
                  <a:t>The system is stable provided there is enough of a phase margin. When designing amplifiers, negative feedback will be used.</a:t>
                </a:r>
              </a:p>
              <a:p>
                <a:pPr marL="927100" marR="673100" lvl="1" indent="-457200">
                  <a:buFont typeface="Wingdings" panose="05000000000000000000" pitchFamily="2" charset="2"/>
                  <a:buChar char="q"/>
                </a:pPr>
                <a:r>
                  <a:rPr lang="en-AU" b="1">
                    <a:latin typeface="Arial"/>
                    <a:cs typeface="Arial"/>
                  </a:rPr>
                  <a:t>Positive feedback</a:t>
                </a:r>
              </a:p>
              <a:p>
                <a:pPr marL="1384300" marR="673100" lvl="2" indent="-45720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AU" b="1" i="1">
                        <a:latin typeface="Cambria Math" panose="02040503050406030204" pitchFamily="18" charset="0"/>
                      </a:rPr>
                      <m:t>𝛽</m:t>
                    </m:r>
                    <m:sSub>
                      <m:sSubPr>
                        <m:ctrlPr>
                          <a:rPr lang="en-AU" b="1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1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b="1" i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AU" b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AU" b="1">
                    <a:latin typeface="Arial"/>
                    <a:cs typeface="Arial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b="1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1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AU" b="1" i="1" dirty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AU" b="1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1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AU" b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1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b="1">
                  <a:latin typeface="Arial"/>
                  <a:cs typeface="Arial"/>
                </a:endParaRPr>
              </a:p>
              <a:p>
                <a:pPr marL="1384300" marR="673100" lvl="2" indent="-457200">
                  <a:buFont typeface="Wingdings" panose="05000000000000000000" pitchFamily="2" charset="2"/>
                  <a:buChar char="§"/>
                </a:pPr>
                <a:r>
                  <a:rPr lang="en-AU" b="1">
                    <a:latin typeface="Arial"/>
                    <a:cs typeface="Arial"/>
                  </a:rPr>
                  <a:t>For the case of </a:t>
                </a:r>
                <a14:m>
                  <m:oMath xmlns:m="http://schemas.openxmlformats.org/officeDocument/2006/math">
                    <m:r>
                      <a:rPr lang="en-AU" b="1" i="1">
                        <a:latin typeface="Cambria Math" panose="02040503050406030204" pitchFamily="18" charset="0"/>
                      </a:rPr>
                      <m:t>𝛽</m:t>
                    </m:r>
                    <m:sSub>
                      <m:sSubPr>
                        <m:ctrlPr>
                          <a:rPr lang="en-AU" b="1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1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b="1" i="0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AU" b="1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1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AU" b="1" i="1" dirty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b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AU" b="1" dirty="0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AU" b="1">
                    <a:latin typeface="Arial"/>
                    <a:cs typeface="Arial"/>
                  </a:rPr>
                  <a:t> </a:t>
                </a:r>
                <a:r>
                  <a:rPr lang="en-AU">
                    <a:latin typeface="Arial"/>
                    <a:cs typeface="Arial"/>
                  </a:rPr>
                  <a:t>causes oscillations and instability.</a:t>
                </a: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>
                  <a:latin typeface="Arial"/>
                  <a:cs typeface="Arial"/>
                </a:endParaRPr>
              </a:p>
              <a:p>
                <a:pPr marL="12700" marR="673100" indent="0">
                  <a:buNone/>
                </a:pPr>
                <a:endParaRPr lang="en-AU"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BEC021D9-EDA7-3A58-CB97-32F406713A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77423"/>
                <a:ext cx="12680822" cy="3701600"/>
              </a:xfrm>
              <a:blipFill>
                <a:blip r:embed="rId3"/>
                <a:stretch>
                  <a:fillRect l="-7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2">
            <a:extLst>
              <a:ext uri="{FF2B5EF4-FFF2-40B4-BE49-F238E27FC236}">
                <a16:creationId xmlns:a16="http://schemas.microsoft.com/office/drawing/2014/main" id="{AD1641A7-E781-A457-A09A-6DE4228A12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4602" y="3790765"/>
            <a:ext cx="3593477" cy="2170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24005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BEE1F6BA-1F23-031A-C257-40F71568A262}"/>
              </a:ext>
            </a:extLst>
          </p:cNvPr>
          <p:cNvGrpSpPr/>
          <p:nvPr/>
        </p:nvGrpSpPr>
        <p:grpSpPr>
          <a:xfrm>
            <a:off x="0" y="6181363"/>
            <a:ext cx="12192000" cy="731495"/>
            <a:chOff x="0" y="6120089"/>
            <a:chExt cx="12192000" cy="731495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10799BB-A9C3-80C4-388C-36253DE0F675}"/>
                </a:ext>
              </a:extLst>
            </p:cNvPr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65AA7C1-847D-5E58-A6D3-5570EF084189}"/>
                </a:ext>
              </a:extLst>
            </p:cNvPr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0" y="6110662"/>
            <a:ext cx="12192000" cy="731495"/>
            <a:chOff x="0" y="6120089"/>
            <a:chExt cx="12192000" cy="731495"/>
          </a:xfrm>
        </p:grpSpPr>
        <p:sp>
          <p:nvSpPr>
            <p:cNvPr id="6" name="Rectangle 5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" name="Rectangle 6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8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44831"/>
            <a:ext cx="1194487" cy="50675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DBFE155-C13D-E2D2-A45B-DC16D4DBAA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368" y="864481"/>
            <a:ext cx="5128677" cy="3785896"/>
          </a:xfrm>
          <a:prstGeom prst="rect">
            <a:avLst/>
          </a:prstGeom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B5B08023-D794-D1A3-74BA-741331C3A5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2608" y="1114698"/>
            <a:ext cx="6536840" cy="2741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666DCB4-BDC7-F5A3-358E-7AE346A49D5A}"/>
                  </a:ext>
                </a:extLst>
              </p:cNvPr>
              <p:cNvSpPr txBox="1"/>
              <p:nvPr/>
            </p:nvSpPr>
            <p:spPr>
              <a:xfrm>
                <a:off x="5275817" y="4732119"/>
                <a:ext cx="2183611" cy="8826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AU" sz="28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AU" sz="28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AU" sz="2800" i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𝛽</m:t>
                          </m:r>
                          <m:sSub>
                            <m:sSubPr>
                              <m:ctrlPr>
                                <a:rPr lang="en-AU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AU" sz="28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AU" sz="280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666DCB4-BDC7-F5A3-358E-7AE346A49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5817" y="4732119"/>
                <a:ext cx="2183611" cy="88261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590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Feedback Topologies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19208"/>
            <a:ext cx="12019028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 sz="3000" b="1">
                <a:latin typeface="Arial"/>
                <a:cs typeface="Arial"/>
              </a:rPr>
              <a:t>Four feedback topologies are possible </a:t>
            </a:r>
          </a:p>
          <a:p>
            <a:pPr marL="927100" marR="673100" lvl="1" indent="-4572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Series-Shunt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>
                <a:latin typeface="Arial"/>
                <a:cs typeface="Arial"/>
              </a:rPr>
              <a:t>Voltage sampled (output) and voltage summed (input)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>
                <a:latin typeface="Arial"/>
                <a:cs typeface="Arial"/>
              </a:rPr>
              <a:t>The basic amplifier is voltage amplifier and the output voltage is sampled (</a:t>
            </a:r>
            <a:r>
              <a:rPr lang="en-AU" sz="2400" b="1">
                <a:latin typeface="Arial"/>
                <a:cs typeface="Arial"/>
              </a:rPr>
              <a:t>shunt at output</a:t>
            </a:r>
            <a:r>
              <a:rPr lang="en-AU" sz="2400">
                <a:latin typeface="Arial"/>
                <a:cs typeface="Arial"/>
              </a:rPr>
              <a:t>) and fed by the feedback network to the input.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>
                <a:latin typeface="Arial"/>
                <a:cs typeface="Arial"/>
              </a:rPr>
              <a:t>The feedback signal is voltage which is added to the source (</a:t>
            </a:r>
            <a:r>
              <a:rPr lang="en-AU" sz="2400" b="1">
                <a:latin typeface="Arial"/>
                <a:cs typeface="Arial"/>
              </a:rPr>
              <a:t>series at input</a:t>
            </a:r>
            <a:r>
              <a:rPr lang="en-AU" sz="2400">
                <a:latin typeface="Arial"/>
                <a:cs typeface="Arial"/>
              </a:rPr>
              <a:t>)  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latin typeface="Arial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922CAA-1201-17F9-22D6-0F556A935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4705" y="3276174"/>
            <a:ext cx="5224895" cy="2838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649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Feedback Topologies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19208"/>
            <a:ext cx="1201902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7100" marR="673100" lvl="1" indent="-4572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Series-Shunt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>
                <a:latin typeface="Arial"/>
                <a:cs typeface="Arial"/>
              </a:rPr>
              <a:t>The feedback network is a two-port network and can be replaced by one of the two-port network parameters. (</a:t>
            </a:r>
            <a:r>
              <a:rPr lang="en-AU" sz="2400" b="1">
                <a:latin typeface="Arial"/>
                <a:cs typeface="Arial"/>
              </a:rPr>
              <a:t>which one is appropriate?)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>
                <a:latin typeface="Arial"/>
                <a:cs typeface="Arial"/>
              </a:rPr>
              <a:t>Since series at the input (port 1) and parallel at output (port 2), h-parameter (hybrid parameter) is more appropriate.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latin typeface="Arial"/>
              <a:cs typeface="Arial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703CB1-F8B2-9268-1AA2-3A2A96C53C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0411" y="2744133"/>
            <a:ext cx="5539740" cy="30175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052187B-55D7-8566-13FC-795FD68836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849" y="2744133"/>
            <a:ext cx="5539740" cy="338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1297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Feedback Topologies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2986C52E-AD9D-80AB-6561-D46D4AE657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4723" y="952215"/>
            <a:ext cx="3020619" cy="1672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F9D9115-36DD-76DA-7542-1A43159F86C5}"/>
              </a:ext>
            </a:extLst>
          </p:cNvPr>
          <p:cNvCxnSpPr/>
          <p:nvPr/>
        </p:nvCxnSpPr>
        <p:spPr>
          <a:xfrm>
            <a:off x="4427107" y="2336992"/>
            <a:ext cx="820495" cy="0"/>
          </a:xfrm>
          <a:prstGeom prst="straightConnector1">
            <a:avLst/>
          </a:prstGeom>
          <a:ln w="28575">
            <a:solidFill>
              <a:srgbClr val="0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DCCCA0B-3D23-C784-B588-C167A3FEB634}"/>
              </a:ext>
            </a:extLst>
          </p:cNvPr>
          <p:cNvSpPr txBox="1"/>
          <p:nvPr/>
        </p:nvSpPr>
        <p:spPr>
          <a:xfrm>
            <a:off x="4628835" y="2376463"/>
            <a:ext cx="94489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series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0539E04-A60A-3B00-2696-BD67618B497F}"/>
              </a:ext>
            </a:extLst>
          </p:cNvPr>
          <p:cNvCxnSpPr/>
          <p:nvPr/>
        </p:nvCxnSpPr>
        <p:spPr>
          <a:xfrm>
            <a:off x="5507227" y="2336992"/>
            <a:ext cx="1083739" cy="0"/>
          </a:xfrm>
          <a:prstGeom prst="straightConnector1">
            <a:avLst/>
          </a:prstGeom>
          <a:ln w="28575">
            <a:solidFill>
              <a:srgbClr val="0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8BFBDC7-B0F4-4DA9-BE93-1030CB57670F}"/>
              </a:ext>
            </a:extLst>
          </p:cNvPr>
          <p:cNvSpPr txBox="1"/>
          <p:nvPr/>
        </p:nvSpPr>
        <p:spPr>
          <a:xfrm>
            <a:off x="5599748" y="2380312"/>
            <a:ext cx="102013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shunt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48C4A24-D91E-D74D-EAAE-F8079E4DF8CC}"/>
              </a:ext>
            </a:extLst>
          </p:cNvPr>
          <p:cNvSpPr/>
          <p:nvPr/>
        </p:nvSpPr>
        <p:spPr>
          <a:xfrm>
            <a:off x="3700989" y="542135"/>
            <a:ext cx="27382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Hybrid 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CE8416B-63B7-DF0B-2289-C57D94E7FC24}"/>
                  </a:ext>
                </a:extLst>
              </p:cNvPr>
              <p:cNvSpPr txBox="1"/>
              <p:nvPr/>
            </p:nvSpPr>
            <p:spPr>
              <a:xfrm>
                <a:off x="821863" y="1398405"/>
                <a:ext cx="2790316" cy="491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40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𝑓</m:t>
                        </m:r>
                      </m:sub>
                    </m:sSub>
                    <m:r>
                      <a:rPr lang="en-AU" sz="24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11</m:t>
                        </m:r>
                      </m:sub>
                    </m:sSub>
                    <m:r>
                      <a:rPr lang="en-AU" sz="24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𝐼</m:t>
                    </m:r>
                    <m:r>
                      <a:rPr lang="en-AU" sz="2400" b="0" i="1" baseline="-25000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𝑓</m:t>
                    </m:r>
                    <m:r>
                      <a:rPr lang="en-AU" sz="24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12</m:t>
                        </m:r>
                      </m:sub>
                    </m:sSub>
                  </m:oMath>
                </a14:m>
                <a:r>
                  <a:rPr lang="en-AU" sz="240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en-AU" sz="2400" i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</a:rPr>
                  <a:t>V</a:t>
                </a:r>
                <a14:m>
                  <m:oMath xmlns:m="http://schemas.openxmlformats.org/officeDocument/2006/math">
                    <m:r>
                      <a:rPr lang="en-AU" sz="2400" b="0" i="1" baseline="-25000" dirty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  <a:ea typeface="Cambria Math" panose="02040503050406030204" pitchFamily="18" charset="0"/>
                      </a:rPr>
                      <m:t>𝑜</m:t>
                    </m:r>
                  </m:oMath>
                </a14:m>
                <a:endParaRPr lang="en-AU" sz="2400" baseline="-25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CE8416B-63B7-DF0B-2289-C57D94E7FC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863" y="1398405"/>
                <a:ext cx="2790316" cy="491288"/>
              </a:xfrm>
              <a:prstGeom prst="rect">
                <a:avLst/>
              </a:prstGeom>
              <a:blipFill>
                <a:blip r:embed="rId4"/>
                <a:stretch>
                  <a:fillRect l="-873" t="-11111" b="-271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78E5A69-F103-BF8E-7C76-2A7B7AE90F60}"/>
                  </a:ext>
                </a:extLst>
              </p:cNvPr>
              <p:cNvSpPr txBox="1"/>
              <p:nvPr/>
            </p:nvSpPr>
            <p:spPr>
              <a:xfrm>
                <a:off x="758948" y="1860070"/>
                <a:ext cx="2833981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𝑜</m:t>
                          </m:r>
                        </m:sub>
                      </m:sSub>
                      <m:r>
                        <a:rPr lang="en-AU" sz="2400" b="0" i="1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AU" sz="24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21</m:t>
                          </m:r>
                        </m:sub>
                      </m:sSub>
                      <m:r>
                        <a:rPr lang="en-AU" sz="2400" b="0" i="1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𝐼</m:t>
                      </m:r>
                      <m:r>
                        <a:rPr lang="en-AU" sz="2400" b="0" i="1" baseline="-2500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𝑓</m:t>
                      </m:r>
                      <m:r>
                        <a:rPr lang="en-AU" sz="2400" b="0" i="1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AU" sz="24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22</m:t>
                          </m:r>
                        </m:sub>
                      </m:sSub>
                      <m:r>
                        <a:rPr lang="en-AU" sz="2400" b="0" i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 </m:t>
                      </m:r>
                      <m:r>
                        <a:rPr lang="en-AU" sz="2400" b="0" i="1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𝑉</m:t>
                      </m:r>
                      <m:r>
                        <a:rPr lang="en-AU" sz="2400" b="0" i="1" baseline="-2500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𝑜</m:t>
                      </m:r>
                    </m:oMath>
                  </m:oMathPara>
                </a14:m>
                <a:endParaRPr lang="en-AU" sz="2400" baseline="-25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78E5A69-F103-BF8E-7C76-2A7B7AE90F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948" y="1860070"/>
                <a:ext cx="2833981" cy="453137"/>
              </a:xfrm>
              <a:prstGeom prst="rect">
                <a:avLst/>
              </a:prstGeom>
              <a:blipFill>
                <a:blip r:embed="rId5"/>
                <a:stretch>
                  <a:fillRect b="-283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B2833CC-3CD7-3338-F94A-690FF13F20A4}"/>
                  </a:ext>
                </a:extLst>
              </p:cNvPr>
              <p:cNvSpPr txBox="1"/>
              <p:nvPr/>
            </p:nvSpPr>
            <p:spPr>
              <a:xfrm>
                <a:off x="7108597" y="1874514"/>
                <a:ext cx="2520281" cy="6619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  <a:ea typeface="Cambria Math"/>
                          </a:rPr>
                          <m:t>𝛽</m:t>
                        </m:r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=</m:t>
                        </m:r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12</m:t>
                        </m:r>
                      </m:sub>
                    </m:sSub>
                    <m:r>
                      <a:rPr lang="en-AU" sz="24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𝑉</m:t>
                        </m:r>
                        <m:r>
                          <a:rPr lang="en-AU" sz="2400" b="0" i="1" baseline="-25000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𝑓</m:t>
                        </m:r>
                      </m:num>
                      <m:den>
                        <m:sSub>
                          <m:sSubPr>
                            <m:ctrlPr>
                              <a:rPr lang="en-AU" sz="2400" i="1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/>
                              </a:rPr>
                              <m:t>𝑉</m:t>
                            </m:r>
                          </m:e>
                          <m:sub>
                            <m:r>
                              <a:rPr lang="en-AU" sz="2400" b="0" i="1" baseline="-2500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/>
                              </a:rPr>
                              <m:t>𝑜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|</m:t>
                        </m:r>
                      </m:e>
                      <m:sub>
                        <m:sSub>
                          <m:sSubPr>
                            <m:ctrlP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/>
                              </a:rPr>
                              <m:t>𝐼</m:t>
                            </m:r>
                          </m:e>
                          <m:sub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/>
                              </a:rPr>
                              <m:t>𝑓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AU" sz="2400" baseline="-25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itchFamily="18" charset="0"/>
                  </a:rPr>
                  <a:t>=0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B2833CC-3CD7-3338-F94A-690FF13F20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8597" y="1874514"/>
                <a:ext cx="2520281" cy="661912"/>
              </a:xfrm>
              <a:prstGeom prst="rect">
                <a:avLst/>
              </a:prstGeom>
              <a:blipFill>
                <a:blip r:embed="rId6"/>
                <a:stretch>
                  <a:fillRect b="-9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C5CAC153-2C5B-3919-A5A8-65595613E3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863" y="2662502"/>
            <a:ext cx="5529061" cy="322885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F6CE14C-97B9-3E23-8B8B-A566CD4C66BA}"/>
                  </a:ext>
                </a:extLst>
              </p:cNvPr>
              <p:cNvSpPr txBox="1"/>
              <p:nvPr/>
            </p:nvSpPr>
            <p:spPr>
              <a:xfrm>
                <a:off x="7356425" y="1047507"/>
                <a:ext cx="2520281" cy="7017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1</m:t>
                        </m:r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sz="24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𝑉</m:t>
                        </m:r>
                        <m:r>
                          <a:rPr lang="en-AU" sz="2400" b="0" i="1" baseline="-25000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𝑓</m:t>
                        </m:r>
                      </m:num>
                      <m:den>
                        <m:sSub>
                          <m:sSubPr>
                            <m:ctrlPr>
                              <a:rPr lang="en-AU" sz="2400" i="1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AU" sz="2400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|</m:t>
                        </m:r>
                      </m:e>
                      <m:sub>
                        <m:sSub>
                          <m:sSubPr>
                            <m:ctrlP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AU" sz="2400" baseline="-25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itchFamily="18" charset="0"/>
                  </a:rPr>
                  <a:t>=0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F6CE14C-97B9-3E23-8B8B-A566CD4C66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6425" y="1047507"/>
                <a:ext cx="2520281" cy="70179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80A580D-CC0C-36BE-861F-9CD2F6E1CE84}"/>
                  </a:ext>
                </a:extLst>
              </p:cNvPr>
              <p:cNvSpPr txBox="1"/>
              <p:nvPr/>
            </p:nvSpPr>
            <p:spPr>
              <a:xfrm>
                <a:off x="9592144" y="1018350"/>
                <a:ext cx="2520281" cy="6734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r>
                      <a:rPr lang="en-AU" sz="24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AU" sz="2400" b="0" i="1" baseline="-25000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𝑜</m:t>
                        </m:r>
                      </m:num>
                      <m:den>
                        <m:sSub>
                          <m:sSubPr>
                            <m:ctrlPr>
                              <a:rPr lang="en-AU" sz="2400" i="1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AU" sz="2400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|</m:t>
                        </m:r>
                      </m:e>
                      <m:sub>
                        <m:sSub>
                          <m:sSubPr>
                            <m:ctrlP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AU" sz="2400" baseline="-25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itchFamily="18" charset="0"/>
                  </a:rPr>
                  <a:t>=0</a:t>
                </a: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80A580D-CC0C-36BE-861F-9CD2F6E1C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2144" y="1018350"/>
                <a:ext cx="2520281" cy="673454"/>
              </a:xfrm>
              <a:prstGeom prst="rect">
                <a:avLst/>
              </a:prstGeom>
              <a:blipFill>
                <a:blip r:embed="rId9"/>
                <a:stretch>
                  <a:fillRect b="-3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EEC0140-2540-5102-C05A-D787FB5BEF09}"/>
                  </a:ext>
                </a:extLst>
              </p:cNvPr>
              <p:cNvSpPr txBox="1"/>
              <p:nvPr/>
            </p:nvSpPr>
            <p:spPr>
              <a:xfrm>
                <a:off x="9570803" y="1873952"/>
                <a:ext cx="2520281" cy="7146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a:rPr lang="en-AU" sz="24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AU" sz="2400" b="0" i="1" baseline="-25000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𝑜</m:t>
                        </m:r>
                      </m:num>
                      <m:den>
                        <m:sSub>
                          <m:sSubPr>
                            <m:ctrlPr>
                              <a:rPr lang="en-AU" sz="2400" i="1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AU" sz="2400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|</m:t>
                        </m:r>
                      </m:e>
                      <m:sub>
                        <m:sSub>
                          <m:sSubPr>
                            <m:ctrlP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AU" sz="2400" baseline="-25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itchFamily="18" charset="0"/>
                  </a:rPr>
                  <a:t>=0</a:t>
                </a:r>
                <a:r>
                  <a:rPr lang="en-AU" sz="2400" baseline="30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itchFamily="18" charset="0"/>
                  </a:rPr>
                  <a:t> </a:t>
                </a:r>
                <a:r>
                  <a:rPr lang="en-AU" sz="240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itchFamily="18" charset="0"/>
                  </a:rPr>
                  <a:t>≈</a:t>
                </a:r>
                <a:r>
                  <a:rPr lang="en-AU" sz="24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itchFamily="18" charset="0"/>
                  </a:rPr>
                  <a:t> 0</a:t>
                </a: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EEC0140-2540-5102-C05A-D787FB5BEF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0803" y="1873952"/>
                <a:ext cx="2520281" cy="71461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3" name="Picture 32">
            <a:extLst>
              <a:ext uri="{FF2B5EF4-FFF2-40B4-BE49-F238E27FC236}">
                <a16:creationId xmlns:a16="http://schemas.microsoft.com/office/drawing/2014/main" id="{7BAA707A-D0E0-840C-CA69-23A4316A4FC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11003" y="2801689"/>
            <a:ext cx="5864783" cy="2862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1870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Feedback Topologies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19208"/>
            <a:ext cx="12019028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 sz="3000" b="1">
                <a:latin typeface="Arial"/>
                <a:cs typeface="Arial"/>
              </a:rPr>
              <a:t>Shunt-Series 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>
                <a:latin typeface="Arial"/>
                <a:cs typeface="Arial"/>
              </a:rPr>
              <a:t>Current sampled (output) and current summed (input)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>
                <a:latin typeface="Arial"/>
                <a:cs typeface="Arial"/>
              </a:rPr>
              <a:t>The basic amplifier is current amplifier and the output current is sampled (</a:t>
            </a:r>
            <a:r>
              <a:rPr lang="en-AU" sz="2400" b="1">
                <a:latin typeface="Arial"/>
                <a:cs typeface="Arial"/>
              </a:rPr>
              <a:t>series at output</a:t>
            </a:r>
            <a:r>
              <a:rPr lang="en-AU" sz="2400">
                <a:latin typeface="Arial"/>
                <a:cs typeface="Arial"/>
              </a:rPr>
              <a:t>) and fed by the feedback network.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>
                <a:latin typeface="Arial"/>
                <a:cs typeface="Arial"/>
              </a:rPr>
              <a:t>The feedback signal is current which is summed to the source in parallel (</a:t>
            </a:r>
            <a:r>
              <a:rPr lang="en-AU" sz="2400" b="1">
                <a:latin typeface="Arial"/>
                <a:cs typeface="Arial"/>
              </a:rPr>
              <a:t>shunt at input</a:t>
            </a:r>
            <a:r>
              <a:rPr lang="en-AU" sz="2400">
                <a:latin typeface="Arial"/>
                <a:cs typeface="Arial"/>
              </a:rPr>
              <a:t>)  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latin typeface="Arial"/>
              <a:cs typeface="Arial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712AD33-1BE9-2221-B4C9-D81576F2A3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2041" y="2964205"/>
            <a:ext cx="6446520" cy="316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221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Feedback Topologies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19208"/>
            <a:ext cx="1201902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7100" marR="673100" lvl="1" indent="-4572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Shunt-Series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>
                <a:latin typeface="Arial"/>
                <a:cs typeface="Arial"/>
              </a:rPr>
              <a:t>The feedback network is a two-port network and can be replaced by one of the two-port network parameters. (</a:t>
            </a:r>
            <a:r>
              <a:rPr lang="en-AU" sz="2400" b="1">
                <a:latin typeface="Arial"/>
                <a:cs typeface="Arial"/>
              </a:rPr>
              <a:t>which one is appropriate?)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>
                <a:latin typeface="Arial"/>
                <a:cs typeface="Arial"/>
              </a:rPr>
              <a:t>Since shunt (parallel) at the input (port 1) and series at output (port 2), g-parameter is more appropriate.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latin typeface="Arial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CFC0AC5-1533-07E5-E472-EFD6D58E17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89" y="2414125"/>
            <a:ext cx="6096389" cy="359586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7B7148E-5629-0C61-0869-338E089FBC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414125"/>
            <a:ext cx="5537151" cy="3399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0556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Feedback Topologies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80F40E6-4859-4CD5-DADA-2643E16FCCD2}"/>
                  </a:ext>
                </a:extLst>
              </p:cNvPr>
              <p:cNvSpPr txBox="1"/>
              <p:nvPr/>
            </p:nvSpPr>
            <p:spPr>
              <a:xfrm>
                <a:off x="294947" y="1000016"/>
                <a:ext cx="2620204" cy="8606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𝑓</m:t>
                          </m:r>
                        </m:sub>
                      </m:sSub>
                      <m:r>
                        <a:rPr lang="en-AU" sz="2400" b="0" i="1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AU" sz="24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AU" sz="2400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g</m:t>
                          </m:r>
                        </m:e>
                        <m:sub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11</m:t>
                          </m:r>
                        </m:sub>
                      </m:sSub>
                      <m:r>
                        <a:rPr lang="en-AU" sz="2400" b="0" i="1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𝑉</m:t>
                      </m:r>
                      <m:r>
                        <a:rPr lang="en-AU" sz="2400" b="0" i="1" baseline="-2500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𝑓</m:t>
                      </m:r>
                      <m:r>
                        <a:rPr lang="en-AU" sz="2400" b="0" i="1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AU" sz="2400" i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g</m:t>
                      </m:r>
                      <m:r>
                        <a:rPr lang="en-AU" sz="2400" b="0" i="1" baseline="-2500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12</m:t>
                      </m:r>
                      <m:r>
                        <a:rPr lang="en-AU" sz="2400" i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𝐼</m:t>
                      </m:r>
                      <m:r>
                        <a:rPr lang="en-AU" sz="2400" i="1" baseline="-250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𝑜</m:t>
                      </m:r>
                    </m:oMath>
                  </m:oMathPara>
                </a14:m>
                <a:endParaRPr lang="en-AU" sz="2400" baseline="-250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endParaRPr>
              </a:p>
              <a:p>
                <a:endParaRPr lang="en-AU"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80F40E6-4859-4CD5-DADA-2643E16FCC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947" y="1000016"/>
                <a:ext cx="2620204" cy="8606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063A916-B3F9-2987-ADED-C331D996F97B}"/>
                  </a:ext>
                </a:extLst>
              </p:cNvPr>
              <p:cNvSpPr txBox="1"/>
              <p:nvPr/>
            </p:nvSpPr>
            <p:spPr>
              <a:xfrm>
                <a:off x="273595" y="1461681"/>
                <a:ext cx="2808526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𝑜</m:t>
                          </m:r>
                        </m:sub>
                      </m:sSub>
                      <m:r>
                        <a:rPr lang="en-AU" sz="2400" b="0" i="1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AU" sz="24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AU" sz="2400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g</m:t>
                          </m:r>
                        </m:e>
                        <m:sub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21</m:t>
                          </m:r>
                        </m:sub>
                      </m:sSub>
                      <m:r>
                        <a:rPr lang="en-AU" sz="2400" b="0" i="1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𝑉</m:t>
                      </m:r>
                      <m:r>
                        <a:rPr lang="en-AU" sz="2400" b="0" i="1" baseline="-2500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𝑓</m:t>
                      </m:r>
                      <m:r>
                        <a:rPr lang="en-AU" sz="2400" b="0" i="1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AU" sz="24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AU" sz="2400" i="1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g</m:t>
                          </m:r>
                        </m:e>
                        <m:sub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22</m:t>
                          </m:r>
                        </m:sub>
                      </m:sSub>
                      <m:r>
                        <a:rPr lang="en-AU" sz="2400" b="0" i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 </m:t>
                      </m:r>
                      <m:r>
                        <a:rPr lang="en-AU" sz="2400" b="0" i="1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𝐼</m:t>
                      </m:r>
                      <m:r>
                        <a:rPr lang="en-AU" sz="2400" b="0" i="1" baseline="-2500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𝑜</m:t>
                      </m:r>
                    </m:oMath>
                  </m:oMathPara>
                </a14:m>
                <a:endParaRPr lang="en-AU" sz="2400" baseline="-25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063A916-B3F9-2987-ADED-C331D996F9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595" y="1461681"/>
                <a:ext cx="2808526" cy="453137"/>
              </a:xfrm>
              <a:prstGeom prst="rect">
                <a:avLst/>
              </a:prstGeom>
              <a:blipFill>
                <a:blip r:embed="rId4"/>
                <a:stretch>
                  <a:fillRect b="-283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7B9C70C8-A440-2AE7-0C60-38E881E61A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110" y="2525571"/>
            <a:ext cx="5864783" cy="360093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4C4E5FC-F00E-E9CA-9600-C97769A78B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8748" y="2846355"/>
            <a:ext cx="5348947" cy="26550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C49C486-B022-6ADE-EA3B-9C961E03555E}"/>
                  </a:ext>
                </a:extLst>
              </p:cNvPr>
              <p:cNvSpPr txBox="1"/>
              <p:nvPr/>
            </p:nvSpPr>
            <p:spPr>
              <a:xfrm>
                <a:off x="6893225" y="1438170"/>
                <a:ext cx="2520281" cy="674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  <a:ea typeface="Cambria Math"/>
                          </a:rPr>
                          <m:t>𝛽</m:t>
                        </m:r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=</m:t>
                        </m:r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12</m:t>
                        </m:r>
                      </m:sub>
                    </m:sSub>
                    <m:r>
                      <a:rPr lang="en-AU" sz="24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AU" sz="2400" b="0" i="1" baseline="-25000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𝑓</m:t>
                        </m:r>
                      </m:num>
                      <m:den>
                        <m:sSub>
                          <m:sSubPr>
                            <m:ctrlPr>
                              <a:rPr lang="en-AU" sz="2400" i="1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AU" sz="2400" b="0" i="1" baseline="-2500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/>
                              </a:rPr>
                              <m:t>𝑜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|</m:t>
                        </m:r>
                      </m:e>
                      <m:sub>
                        <m:sSub>
                          <m:sSubPr>
                            <m:ctrlP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/>
                              </a:rPr>
                              <m:t>𝑓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AU" sz="2400" baseline="-25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itchFamily="18" charset="0"/>
                  </a:rPr>
                  <a:t>=0</a:t>
                </a: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C49C486-B022-6ADE-EA3B-9C961E0355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3225" y="1438170"/>
                <a:ext cx="2520281" cy="674736"/>
              </a:xfrm>
              <a:prstGeom prst="rect">
                <a:avLst/>
              </a:prstGeom>
              <a:blipFill>
                <a:blip r:embed="rId7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E06A15-949F-9551-D464-7F6BD20FDD01}"/>
                  </a:ext>
                </a:extLst>
              </p:cNvPr>
              <p:cNvSpPr txBox="1"/>
              <p:nvPr/>
            </p:nvSpPr>
            <p:spPr>
              <a:xfrm>
                <a:off x="7141053" y="611163"/>
                <a:ext cx="2520281" cy="7146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1</m:t>
                        </m:r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sz="24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AU" sz="2400" b="0" i="1" baseline="-25000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𝑓</m:t>
                        </m:r>
                      </m:num>
                      <m:den>
                        <m:sSub>
                          <m:sSubPr>
                            <m:ctrlPr>
                              <a:rPr lang="en-AU" sz="2400" i="1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AU" sz="2400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|</m:t>
                        </m:r>
                      </m:e>
                      <m:sub>
                        <m:sSub>
                          <m:sSubPr>
                            <m:ctrlP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AU" sz="2400" baseline="-25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itchFamily="18" charset="0"/>
                  </a:rPr>
                  <a:t>=0</a:t>
                </a: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E06A15-949F-9551-D464-7F6BD20FDD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1053" y="611163"/>
                <a:ext cx="2520281" cy="71461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256A3E7-A577-0FB6-9692-F73A8E5A4942}"/>
                  </a:ext>
                </a:extLst>
              </p:cNvPr>
              <p:cNvSpPr txBox="1"/>
              <p:nvPr/>
            </p:nvSpPr>
            <p:spPr>
              <a:xfrm>
                <a:off x="9376772" y="582006"/>
                <a:ext cx="2520281" cy="6322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r>
                      <a:rPr lang="en-AU" sz="24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AU" sz="2400" b="0" i="1" baseline="-25000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𝑜</m:t>
                        </m:r>
                      </m:num>
                      <m:den>
                        <m:sSub>
                          <m:sSubPr>
                            <m:ctrlPr>
                              <a:rPr lang="en-AU" sz="2400" i="1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AU" sz="2400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|</m:t>
                        </m:r>
                      </m:e>
                      <m:sub>
                        <m:sSub>
                          <m:sSubPr>
                            <m:ctrlP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AU" sz="2400" baseline="-25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itchFamily="18" charset="0"/>
                  </a:rPr>
                  <a:t>=0</a:t>
                </a: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256A3E7-A577-0FB6-9692-F73A8E5A49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6772" y="582006"/>
                <a:ext cx="2520281" cy="632289"/>
              </a:xfrm>
              <a:prstGeom prst="rect">
                <a:avLst/>
              </a:prstGeom>
              <a:blipFill>
                <a:blip r:embed="rId9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41871C4-BADF-9540-968A-6A79891D07D9}"/>
                  </a:ext>
                </a:extLst>
              </p:cNvPr>
              <p:cNvSpPr txBox="1"/>
              <p:nvPr/>
            </p:nvSpPr>
            <p:spPr>
              <a:xfrm>
                <a:off x="9355431" y="1437608"/>
                <a:ext cx="2520281" cy="6715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a:rPr lang="en-AU" sz="24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AU" sz="2400" b="0" i="1" baseline="-25000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𝑜</m:t>
                        </m:r>
                      </m:num>
                      <m:den>
                        <m:sSub>
                          <m:sSubPr>
                            <m:ctrlPr>
                              <a:rPr lang="en-AU" sz="2400" i="1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AU" sz="2400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|</m:t>
                        </m:r>
                      </m:e>
                      <m:sub>
                        <m:sSub>
                          <m:sSubPr>
                            <m:ctrlP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AU" sz="2400" baseline="-25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itchFamily="18" charset="0"/>
                  </a:rPr>
                  <a:t>=0</a:t>
                </a:r>
                <a:r>
                  <a:rPr lang="en-AU" sz="2400" baseline="30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itchFamily="18" charset="0"/>
                  </a:rPr>
                  <a:t> </a:t>
                </a:r>
                <a:r>
                  <a:rPr lang="en-AU" sz="240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itchFamily="18" charset="0"/>
                  </a:rPr>
                  <a:t>≈</a:t>
                </a:r>
                <a:r>
                  <a:rPr lang="en-AU" sz="24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itchFamily="18" charset="0"/>
                  </a:rPr>
                  <a:t> 0</a:t>
                </a: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41871C4-BADF-9540-968A-6A79891D07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5431" y="1437608"/>
                <a:ext cx="2520281" cy="671530"/>
              </a:xfrm>
              <a:prstGeom prst="rect">
                <a:avLst/>
              </a:prstGeom>
              <a:blipFill>
                <a:blip r:embed="rId10"/>
                <a:stretch>
                  <a:fillRect t="-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" name="Picture 27">
            <a:extLst>
              <a:ext uri="{FF2B5EF4-FFF2-40B4-BE49-F238E27FC236}">
                <a16:creationId xmlns:a16="http://schemas.microsoft.com/office/drawing/2014/main" id="{AAAD65A3-16C8-A93A-1DE8-E5AED57B09A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00075" y="665784"/>
            <a:ext cx="3726180" cy="1859280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A98B4F35-5185-E529-D7AF-2479C6D4FA0F}"/>
              </a:ext>
            </a:extLst>
          </p:cNvPr>
          <p:cNvSpPr/>
          <p:nvPr/>
        </p:nvSpPr>
        <p:spPr>
          <a:xfrm>
            <a:off x="4058263" y="551495"/>
            <a:ext cx="20377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g- Parameters</a:t>
            </a:r>
          </a:p>
        </p:txBody>
      </p:sp>
    </p:spTree>
    <p:extLst>
      <p:ext uri="{BB962C8B-B14F-4D97-AF65-F5344CB8AC3E}">
        <p14:creationId xmlns:p14="http://schemas.microsoft.com/office/powerpoint/2010/main" val="3474381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Feedback Topologies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19208"/>
            <a:ext cx="1201902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 sz="3000" b="1">
                <a:latin typeface="Arial"/>
                <a:cs typeface="Arial"/>
              </a:rPr>
              <a:t>Series-Series 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>
                <a:latin typeface="Arial"/>
                <a:cs typeface="Arial"/>
              </a:rPr>
              <a:t>Current sampled (output) and voltage summed (input)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>
                <a:latin typeface="Arial"/>
                <a:cs typeface="Arial"/>
              </a:rPr>
              <a:t>The basic amplifier is transconductance amplifier and the output current is sampled (</a:t>
            </a:r>
            <a:r>
              <a:rPr lang="en-AU" sz="2400" b="1">
                <a:latin typeface="Arial"/>
                <a:cs typeface="Arial"/>
              </a:rPr>
              <a:t>series at output</a:t>
            </a:r>
            <a:r>
              <a:rPr lang="en-AU" sz="2400">
                <a:latin typeface="Arial"/>
                <a:cs typeface="Arial"/>
              </a:rPr>
              <a:t>) and fed by the feedback network at the input. 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>
                <a:latin typeface="Arial"/>
                <a:cs typeface="Arial"/>
              </a:rPr>
              <a:t>The feedback signal is voltage which is summed to the source in series (</a:t>
            </a:r>
            <a:r>
              <a:rPr lang="en-AU" sz="2400" b="1">
                <a:latin typeface="Arial"/>
                <a:cs typeface="Arial"/>
              </a:rPr>
              <a:t>Series at input</a:t>
            </a:r>
            <a:r>
              <a:rPr lang="en-AU" sz="2400">
                <a:latin typeface="Arial"/>
                <a:cs typeface="Arial"/>
              </a:rPr>
              <a:t>)  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latin typeface="Arial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E49F6A-5B60-36EF-C8BE-DFFF48A953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5640" y="2910865"/>
            <a:ext cx="5760720" cy="3215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0941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Feedback Topologies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19208"/>
            <a:ext cx="1201902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7100" marR="673100" lvl="1" indent="-4572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Series-Series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>
                <a:latin typeface="Arial"/>
                <a:cs typeface="Arial"/>
              </a:rPr>
              <a:t>The feedback network is a two-port network and can be replaced by one of the two-port network parameters. (</a:t>
            </a:r>
            <a:r>
              <a:rPr lang="en-AU" sz="2400" b="1">
                <a:latin typeface="Arial"/>
                <a:cs typeface="Arial"/>
              </a:rPr>
              <a:t>which one is appropriate?)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>
                <a:latin typeface="Arial"/>
                <a:cs typeface="Arial"/>
              </a:rPr>
              <a:t>Since series (parallel) at the input (port 1) and series at output (port 2), z-parameter is more appropriate.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latin typeface="Arial"/>
              <a:cs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E90A742-AB93-52D3-04A8-9346CEC74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64" y="2738524"/>
            <a:ext cx="6879555" cy="303882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7642EB7-0C69-B502-D2AE-F2841E50DA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7177" y="2621627"/>
            <a:ext cx="5418513" cy="3008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6857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Feedback Topologies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C49C486-B022-6ADE-EA3B-9C961E03555E}"/>
                  </a:ext>
                </a:extLst>
              </p:cNvPr>
              <p:cNvSpPr txBox="1"/>
              <p:nvPr/>
            </p:nvSpPr>
            <p:spPr>
              <a:xfrm>
                <a:off x="6893225" y="1438170"/>
                <a:ext cx="2520281" cy="6316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  <a:ea typeface="Cambria Math"/>
                          </a:rPr>
                          <m:t>𝛽</m:t>
                        </m:r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=</m:t>
                        </m:r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12</m:t>
                        </m:r>
                      </m:sub>
                    </m:sSub>
                    <m:r>
                      <a:rPr lang="en-AU" sz="24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AU" sz="2400" b="0" i="1" baseline="-25000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𝑓</m:t>
                        </m:r>
                      </m:num>
                      <m:den>
                        <m:sSub>
                          <m:sSubPr>
                            <m:ctrlPr>
                              <a:rPr lang="en-AU" sz="2400" i="1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AU" sz="2400" b="0" i="1" baseline="-2500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/>
                              </a:rPr>
                              <m:t>𝑜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|</m:t>
                        </m:r>
                      </m:e>
                      <m:sub>
                        <m:sSub>
                          <m:sSubPr>
                            <m:ctrlP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/>
                              </a:rPr>
                              <m:t>𝑓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AU" sz="2400" baseline="-25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itchFamily="18" charset="0"/>
                  </a:rPr>
                  <a:t>=0</a:t>
                </a: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C49C486-B022-6ADE-EA3B-9C961E0355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3225" y="1438170"/>
                <a:ext cx="2520281" cy="631648"/>
              </a:xfrm>
              <a:prstGeom prst="rect">
                <a:avLst/>
              </a:prstGeom>
              <a:blipFill>
                <a:blip r:embed="rId3"/>
                <a:stretch>
                  <a:fillRect b="-86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E06A15-949F-9551-D464-7F6BD20FDD01}"/>
                  </a:ext>
                </a:extLst>
              </p:cNvPr>
              <p:cNvSpPr txBox="1"/>
              <p:nvPr/>
            </p:nvSpPr>
            <p:spPr>
              <a:xfrm>
                <a:off x="7149091" y="735264"/>
                <a:ext cx="2520281" cy="6692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1</m:t>
                        </m:r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sz="24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AU" sz="2400" b="0" i="1" baseline="-25000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𝑓</m:t>
                        </m:r>
                      </m:num>
                      <m:den>
                        <m:sSub>
                          <m:sSubPr>
                            <m:ctrlPr>
                              <a:rPr lang="en-AU" sz="2400" i="1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AU" sz="2400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|</m:t>
                        </m:r>
                      </m:e>
                      <m:sub>
                        <m:sSub>
                          <m:sSubPr>
                            <m:ctrlP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AU" sz="2400" baseline="-25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itchFamily="18" charset="0"/>
                  </a:rPr>
                  <a:t>=0</a:t>
                </a: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E06A15-949F-9551-D464-7F6BD20FDD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9091" y="735264"/>
                <a:ext cx="2520281" cy="66922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256A3E7-A577-0FB6-9692-F73A8E5A4942}"/>
                  </a:ext>
                </a:extLst>
              </p:cNvPr>
              <p:cNvSpPr txBox="1"/>
              <p:nvPr/>
            </p:nvSpPr>
            <p:spPr>
              <a:xfrm>
                <a:off x="9376772" y="582006"/>
                <a:ext cx="2520281" cy="6322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r>
                      <a:rPr lang="en-AU" sz="24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AU" sz="2400" b="0" i="1" baseline="-25000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𝑜</m:t>
                        </m:r>
                      </m:num>
                      <m:den>
                        <m:sSub>
                          <m:sSubPr>
                            <m:ctrlPr>
                              <a:rPr lang="en-AU" sz="2400" i="1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AU" sz="2400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|</m:t>
                        </m:r>
                      </m:e>
                      <m:sub>
                        <m:sSub>
                          <m:sSubPr>
                            <m:ctrlP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AU" sz="2400" baseline="-25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itchFamily="18" charset="0"/>
                  </a:rPr>
                  <a:t>=0</a:t>
                </a: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256A3E7-A577-0FB6-9692-F73A8E5A49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6772" y="582006"/>
                <a:ext cx="2520281" cy="632289"/>
              </a:xfrm>
              <a:prstGeom prst="rect">
                <a:avLst/>
              </a:prstGeom>
              <a:blipFill>
                <a:blip r:embed="rId5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41871C4-BADF-9540-968A-6A79891D07D9}"/>
                  </a:ext>
                </a:extLst>
              </p:cNvPr>
              <p:cNvSpPr txBox="1"/>
              <p:nvPr/>
            </p:nvSpPr>
            <p:spPr>
              <a:xfrm>
                <a:off x="9355431" y="1437608"/>
                <a:ext cx="2520281" cy="6715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a:rPr lang="en-AU" sz="24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AU" sz="2400" b="0" i="1" baseline="-25000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𝑜</m:t>
                        </m:r>
                      </m:num>
                      <m:den>
                        <m:sSub>
                          <m:sSubPr>
                            <m:ctrlPr>
                              <a:rPr lang="en-AU" sz="2400" i="1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AU" sz="2400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|</m:t>
                        </m:r>
                      </m:e>
                      <m:sub>
                        <m:sSub>
                          <m:sSubPr>
                            <m:ctrlP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AU" sz="2400" baseline="-25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itchFamily="18" charset="0"/>
                  </a:rPr>
                  <a:t>=0</a:t>
                </a:r>
                <a:r>
                  <a:rPr lang="en-AU" sz="2400" baseline="30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itchFamily="18" charset="0"/>
                  </a:rPr>
                  <a:t> </a:t>
                </a:r>
                <a:r>
                  <a:rPr lang="en-AU" sz="240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itchFamily="18" charset="0"/>
                  </a:rPr>
                  <a:t>≈</a:t>
                </a:r>
                <a:r>
                  <a:rPr lang="en-AU" sz="24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itchFamily="18" charset="0"/>
                  </a:rPr>
                  <a:t> 0</a:t>
                </a: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41871C4-BADF-9540-968A-6A79891D07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5431" y="1437608"/>
                <a:ext cx="2520281" cy="671530"/>
              </a:xfrm>
              <a:prstGeom prst="rect">
                <a:avLst/>
              </a:prstGeom>
              <a:blipFill>
                <a:blip r:embed="rId6"/>
                <a:stretch>
                  <a:fillRect t="-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9E71320-6C1A-ED2A-DC15-7BED0152A5EF}"/>
                  </a:ext>
                </a:extLst>
              </p:cNvPr>
              <p:cNvSpPr txBox="1"/>
              <p:nvPr/>
            </p:nvSpPr>
            <p:spPr>
              <a:xfrm>
                <a:off x="218239" y="1214295"/>
                <a:ext cx="2601290" cy="7375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𝑓</m:t>
                          </m:r>
                        </m:sub>
                      </m:sSub>
                      <m:r>
                        <a:rPr lang="en-AU" sz="2400" b="0" i="1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AU" sz="24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𝑧</m:t>
                          </m:r>
                        </m:e>
                        <m:sub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11</m:t>
                          </m:r>
                        </m:sub>
                      </m:sSub>
                      <m:r>
                        <a:rPr lang="en-AU" sz="2400" b="0" i="1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𝐼</m:t>
                      </m:r>
                      <m:r>
                        <a:rPr lang="en-AU" sz="2400" b="0" i="1" baseline="-2500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𝑓</m:t>
                      </m:r>
                      <m:r>
                        <a:rPr lang="en-AU" sz="2400" b="0" i="1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AU" sz="24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𝑧</m:t>
                          </m:r>
                        </m:e>
                        <m:sub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</a:rPr>
                            <m:t>12</m:t>
                          </m:r>
                        </m:sub>
                      </m:sSub>
                      <m:r>
                        <a:rPr lang="en-AU" sz="2400" i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𝐼</m:t>
                      </m:r>
                      <m:r>
                        <a:rPr lang="en-AU" sz="2400" i="1" baseline="-250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</a:rPr>
                        <m:t>𝑜</m:t>
                      </m:r>
                    </m:oMath>
                  </m:oMathPara>
                </a14:m>
                <a:endParaRPr lang="en-AU" sz="2400" baseline="-250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endParaRPr>
              </a:p>
              <a:p>
                <a:endParaRPr lang="en-AU" sz="2400" baseline="-25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9E71320-6C1A-ED2A-DC15-7BED0152A5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239" y="1214295"/>
                <a:ext cx="2601290" cy="7375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103BE2C-CB2C-612F-2AC7-0FA008A38702}"/>
                  </a:ext>
                </a:extLst>
              </p:cNvPr>
              <p:cNvSpPr txBox="1"/>
              <p:nvPr/>
            </p:nvSpPr>
            <p:spPr>
              <a:xfrm>
                <a:off x="211159" y="1659436"/>
                <a:ext cx="270599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40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𝑜</m:t>
                        </m:r>
                      </m:sub>
                    </m:sSub>
                    <m:r>
                      <a:rPr lang="en-AU" sz="24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21</m:t>
                        </m:r>
                      </m:sub>
                    </m:sSub>
                    <m:r>
                      <a:rPr lang="en-AU" sz="24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𝐼</m:t>
                    </m:r>
                    <m:r>
                      <a:rPr lang="en-AU" sz="2400" b="0" i="1" baseline="-25000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𝑓</m:t>
                    </m:r>
                    <m:r>
                      <a:rPr lang="en-AU" sz="24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22</m:t>
                        </m:r>
                      </m:sub>
                    </m:sSub>
                  </m:oMath>
                </a14:m>
                <a:r>
                  <a:rPr lang="en-AU" sz="240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14:m>
                  <m:oMath xmlns:m="http://schemas.openxmlformats.org/officeDocument/2006/math">
                    <m:r>
                      <a:rPr lang="en-AU" sz="2400" i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𝐼</m:t>
                    </m:r>
                    <m:r>
                      <a:rPr lang="en-AU" sz="2400" b="0" i="1" baseline="-2500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𝑜</m:t>
                    </m:r>
                  </m:oMath>
                </a14:m>
                <a:endParaRPr lang="en-AU" sz="2400" baseline="-25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103BE2C-CB2C-612F-2AC7-0FA008A387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159" y="1659436"/>
                <a:ext cx="2705997" cy="461665"/>
              </a:xfrm>
              <a:prstGeom prst="rect">
                <a:avLst/>
              </a:prstGeom>
              <a:blipFill>
                <a:blip r:embed="rId8"/>
                <a:stretch>
                  <a:fillRect l="-901" b="-236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8FFF0885-67E7-F8FC-203A-33BA5E5A1A2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8502" y="808461"/>
            <a:ext cx="4450080" cy="23926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B4D9D96-7105-5E6A-70E0-DDB490A5DE3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7059" y="2876533"/>
            <a:ext cx="5910561" cy="328151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4EB103-D4FE-D347-76D7-1BDF13C96FD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63699" y="2876533"/>
            <a:ext cx="5746092" cy="2838431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5F5B923A-46A3-F17C-3DA1-D6124A03F6A7}"/>
              </a:ext>
            </a:extLst>
          </p:cNvPr>
          <p:cNvSpPr/>
          <p:nvPr/>
        </p:nvSpPr>
        <p:spPr>
          <a:xfrm>
            <a:off x="3575618" y="491790"/>
            <a:ext cx="32351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Impedance Parameters</a:t>
            </a:r>
          </a:p>
        </p:txBody>
      </p:sp>
    </p:spTree>
    <p:extLst>
      <p:ext uri="{BB962C8B-B14F-4D97-AF65-F5344CB8AC3E}">
        <p14:creationId xmlns:p14="http://schemas.microsoft.com/office/powerpoint/2010/main" val="14745019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Feedback Topologies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19208"/>
            <a:ext cx="1201902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 sz="3000" b="1">
                <a:latin typeface="Arial"/>
                <a:cs typeface="Arial"/>
              </a:rPr>
              <a:t>Shunt-Shunt 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>
                <a:latin typeface="Arial"/>
                <a:cs typeface="Arial"/>
              </a:rPr>
              <a:t>Voltage sampled (output) and current summed (input)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>
                <a:latin typeface="Arial"/>
                <a:cs typeface="Arial"/>
              </a:rPr>
              <a:t>The basic amplifier is transimpedance amplifier and the output voltage is sampled (</a:t>
            </a:r>
            <a:r>
              <a:rPr lang="en-AU" sz="2400" b="1">
                <a:latin typeface="Arial"/>
                <a:cs typeface="Arial"/>
              </a:rPr>
              <a:t>shunt at output</a:t>
            </a:r>
            <a:r>
              <a:rPr lang="en-AU" sz="2400">
                <a:latin typeface="Arial"/>
                <a:cs typeface="Arial"/>
              </a:rPr>
              <a:t>) and fed by the feedback network at the input. 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>
                <a:latin typeface="Arial"/>
                <a:cs typeface="Arial"/>
              </a:rPr>
              <a:t>The feedback signal is current which is summed to the source in parallel (</a:t>
            </a:r>
            <a:r>
              <a:rPr lang="en-AU" sz="2400" b="1">
                <a:latin typeface="Arial"/>
                <a:cs typeface="Arial"/>
              </a:rPr>
              <a:t>Shunt at input</a:t>
            </a:r>
            <a:r>
              <a:rPr lang="en-AU" sz="2400">
                <a:latin typeface="Arial"/>
                <a:cs typeface="Arial"/>
              </a:rPr>
              <a:t>)  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latin typeface="Arial"/>
              <a:cs typeface="Arial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59E7467-43DC-2456-8801-932AC9357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344" y="2991805"/>
            <a:ext cx="5726655" cy="306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2369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Feedback Topologies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19208"/>
            <a:ext cx="1201902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7100" marR="673100" lvl="1" indent="-4572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Shunt-Shunt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>
                <a:latin typeface="Arial"/>
                <a:cs typeface="Arial"/>
              </a:rPr>
              <a:t>The feedback network is a two-port network and can be replaced by one of the two-port network parameters. (</a:t>
            </a:r>
            <a:r>
              <a:rPr lang="en-AU" sz="2400" b="1">
                <a:latin typeface="Arial"/>
                <a:cs typeface="Arial"/>
              </a:rPr>
              <a:t>which one is appropriate?)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>
                <a:latin typeface="Arial"/>
                <a:cs typeface="Arial"/>
              </a:rPr>
              <a:t>Since shunt (parallel) at the input (port 1) and shunt at output (port 2), y-parameter ( admittance parameter) is more appropriate.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latin typeface="Arial"/>
              <a:cs typeface="Arial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3206BD4-EA88-C1C9-9B83-49648B6A0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1" y="2519446"/>
            <a:ext cx="6030182" cy="35170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84ED8FE-7B0B-1696-6612-EF1CF618A4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764720"/>
            <a:ext cx="5774091" cy="316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2966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Feedback Topologies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C49C486-B022-6ADE-EA3B-9C961E03555E}"/>
                  </a:ext>
                </a:extLst>
              </p:cNvPr>
              <p:cNvSpPr txBox="1"/>
              <p:nvPr/>
            </p:nvSpPr>
            <p:spPr>
              <a:xfrm>
                <a:off x="6893225" y="1438170"/>
                <a:ext cx="2520281" cy="674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  <a:ea typeface="Cambria Math"/>
                          </a:rPr>
                          <m:t>𝛽</m:t>
                        </m:r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=</m:t>
                        </m:r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12</m:t>
                        </m:r>
                      </m:sub>
                    </m:sSub>
                    <m:r>
                      <a:rPr lang="en-AU" sz="24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AU" sz="2400" b="0" i="1" baseline="-25000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𝑓</m:t>
                        </m:r>
                      </m:num>
                      <m:den>
                        <m:sSub>
                          <m:sSubPr>
                            <m:ctrlPr>
                              <a:rPr lang="en-AU" sz="2400" i="1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AU" sz="2400" b="0" i="1" baseline="-2500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/>
                              </a:rPr>
                              <m:t>𝑜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|</m:t>
                        </m:r>
                      </m:e>
                      <m:sub>
                        <m:sSub>
                          <m:sSubPr>
                            <m:ctrlP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/>
                              </a:rPr>
                              <m:t>𝑓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AU" sz="2400" baseline="-25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itchFamily="18" charset="0"/>
                  </a:rPr>
                  <a:t>=0</a:t>
                </a: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C49C486-B022-6ADE-EA3B-9C961E0355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3225" y="1438170"/>
                <a:ext cx="2520281" cy="674736"/>
              </a:xfrm>
              <a:prstGeom prst="rect">
                <a:avLst/>
              </a:prstGeom>
              <a:blipFill>
                <a:blip r:embed="rId4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E06A15-949F-9551-D464-7F6BD20FDD01}"/>
                  </a:ext>
                </a:extLst>
              </p:cNvPr>
              <p:cNvSpPr txBox="1"/>
              <p:nvPr/>
            </p:nvSpPr>
            <p:spPr>
              <a:xfrm>
                <a:off x="7149091" y="735264"/>
                <a:ext cx="2520281" cy="7146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1</m:t>
                        </m:r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sz="24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AU" sz="2400" b="0" i="1" baseline="-25000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𝑓</m:t>
                        </m:r>
                      </m:num>
                      <m:den>
                        <m:sSub>
                          <m:sSubPr>
                            <m:ctrlPr>
                              <a:rPr lang="en-AU" sz="2400" i="1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AU" sz="2400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|</m:t>
                        </m:r>
                      </m:e>
                      <m:sub>
                        <m:sSub>
                          <m:sSubPr>
                            <m:ctrlP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AU" sz="2400" baseline="-25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itchFamily="18" charset="0"/>
                  </a:rPr>
                  <a:t>=0</a:t>
                </a: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DE06A15-949F-9551-D464-7F6BD20FDD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9091" y="735264"/>
                <a:ext cx="2520281" cy="71461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256A3E7-A577-0FB6-9692-F73A8E5A4942}"/>
                  </a:ext>
                </a:extLst>
              </p:cNvPr>
              <p:cNvSpPr txBox="1"/>
              <p:nvPr/>
            </p:nvSpPr>
            <p:spPr>
              <a:xfrm>
                <a:off x="9376772" y="582006"/>
                <a:ext cx="2520281" cy="6753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r>
                      <a:rPr lang="en-AU" sz="24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AU" sz="2400" b="0" i="1" baseline="-25000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𝑜</m:t>
                        </m:r>
                      </m:num>
                      <m:den>
                        <m:sSub>
                          <m:sSubPr>
                            <m:ctrlPr>
                              <a:rPr lang="en-AU" sz="2400" i="1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AU" sz="2400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|</m:t>
                        </m:r>
                      </m:e>
                      <m:sub>
                        <m:sSub>
                          <m:sSubPr>
                            <m:ctrlP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AU" sz="2400" baseline="-25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itchFamily="18" charset="0"/>
                  </a:rPr>
                  <a:t>=0</a:t>
                </a: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256A3E7-A577-0FB6-9692-F73A8E5A49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6772" y="582006"/>
                <a:ext cx="2520281" cy="675378"/>
              </a:xfrm>
              <a:prstGeom prst="rect">
                <a:avLst/>
              </a:prstGeom>
              <a:blipFill>
                <a:blip r:embed="rId6"/>
                <a:stretch>
                  <a:fillRect b="-45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41871C4-BADF-9540-968A-6A79891D07D9}"/>
                  </a:ext>
                </a:extLst>
              </p:cNvPr>
              <p:cNvSpPr txBox="1"/>
              <p:nvPr/>
            </p:nvSpPr>
            <p:spPr>
              <a:xfrm>
                <a:off x="9355431" y="1437608"/>
                <a:ext cx="2520281" cy="7146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a:rPr lang="en-AU" sz="24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AU" sz="2400" b="0" i="1" baseline="-25000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𝑜</m:t>
                        </m:r>
                      </m:num>
                      <m:den>
                        <m:sSub>
                          <m:sSubPr>
                            <m:ctrlPr>
                              <a:rPr lang="en-AU" sz="2400" i="1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AU" sz="2400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|</m:t>
                        </m:r>
                      </m:e>
                      <m:sub>
                        <m:sSub>
                          <m:sSubPr>
                            <m:ctrlP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AU" sz="2400" b="0" i="1" smtClean="0">
                                <a:solidFill>
                                  <a:schemeClr val="tx1"/>
                                </a:solidFill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AU" sz="2400" baseline="-25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itchFamily="18" charset="0"/>
                  </a:rPr>
                  <a:t>=0</a:t>
                </a:r>
                <a:r>
                  <a:rPr lang="en-AU" sz="2400" baseline="30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itchFamily="18" charset="0"/>
                  </a:rPr>
                  <a:t> </a:t>
                </a:r>
                <a:r>
                  <a:rPr lang="en-AU" sz="240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itchFamily="18" charset="0"/>
                  </a:rPr>
                  <a:t>≈</a:t>
                </a:r>
                <a:r>
                  <a:rPr lang="en-AU" sz="24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itchFamily="18" charset="0"/>
                  </a:rPr>
                  <a:t> 0</a:t>
                </a: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41871C4-BADF-9540-968A-6A79891D07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5431" y="1437608"/>
                <a:ext cx="2520281" cy="71461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2834902-2103-3E95-0842-07212AA2910A}"/>
                  </a:ext>
                </a:extLst>
              </p:cNvPr>
              <p:cNvSpPr txBox="1"/>
              <p:nvPr/>
            </p:nvSpPr>
            <p:spPr>
              <a:xfrm>
                <a:off x="193133" y="1049990"/>
                <a:ext cx="2685030" cy="491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40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𝑓</m:t>
                        </m:r>
                      </m:sub>
                    </m:sSub>
                    <m:r>
                      <a:rPr lang="en-AU" sz="24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11</m:t>
                        </m:r>
                      </m:sub>
                    </m:sSub>
                    <m:r>
                      <a:rPr lang="en-AU" sz="24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𝑉</m:t>
                    </m:r>
                    <m:r>
                      <a:rPr lang="en-AU" sz="2400" b="0" i="1" baseline="-25000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𝑓</m:t>
                    </m:r>
                    <m:r>
                      <a:rPr lang="en-AU" sz="24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12</m:t>
                        </m:r>
                      </m:sub>
                    </m:sSub>
                  </m:oMath>
                </a14:m>
                <a:r>
                  <a:rPr lang="en-AU" sz="24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itchFamily="18" charset="0"/>
                  </a:rPr>
                  <a:t>V</a:t>
                </a:r>
                <a:r>
                  <a:rPr lang="en-AU" sz="2400" baseline="-2500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itchFamily="18" charset="0"/>
                  </a:rPr>
                  <a:t>o</a:t>
                </a:r>
                <a:endParaRPr lang="en-AU" sz="2400" baseline="-25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2834902-2103-3E95-0842-07212AA291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133" y="1049990"/>
                <a:ext cx="2685030" cy="491288"/>
              </a:xfrm>
              <a:prstGeom prst="rect">
                <a:avLst/>
              </a:prstGeom>
              <a:blipFill>
                <a:blip r:embed="rId8"/>
                <a:stretch>
                  <a:fillRect l="-909" t="-12346" b="-25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82C093C-A19D-D12F-EB5B-CC81C42BC3EE}"/>
                  </a:ext>
                </a:extLst>
              </p:cNvPr>
              <p:cNvSpPr txBox="1"/>
              <p:nvPr/>
            </p:nvSpPr>
            <p:spPr>
              <a:xfrm>
                <a:off x="171781" y="1511655"/>
                <a:ext cx="26575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40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𝑜</m:t>
                        </m:r>
                      </m:sub>
                    </m:sSub>
                    <m:r>
                      <a:rPr lang="en-AU" sz="24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21</m:t>
                        </m:r>
                      </m:sub>
                    </m:sSub>
                    <m:r>
                      <a:rPr lang="en-AU" sz="24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𝑉</m:t>
                    </m:r>
                    <m:r>
                      <a:rPr lang="en-AU" sz="2400" b="0" i="1" baseline="-25000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𝑓</m:t>
                    </m:r>
                    <m:r>
                      <a:rPr lang="en-AU" sz="2400" b="0" i="1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</a:rPr>
                          <m:t>22</m:t>
                        </m:r>
                      </m:sub>
                    </m:sSub>
                  </m:oMath>
                </a14:m>
                <a:r>
                  <a:rPr lang="en-AU" sz="24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itchFamily="18" charset="0"/>
                  </a:rPr>
                  <a:t>V</a:t>
                </a:r>
                <a:r>
                  <a:rPr lang="en-AU" sz="2400" baseline="-2500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itchFamily="18" charset="0"/>
                  </a:rPr>
                  <a:t>o</a:t>
                </a:r>
                <a:endParaRPr lang="en-AU" sz="2400" baseline="-25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82C093C-A19D-D12F-EB5B-CC81C42BC3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781" y="1511655"/>
                <a:ext cx="2657522" cy="461665"/>
              </a:xfrm>
              <a:prstGeom prst="rect">
                <a:avLst/>
              </a:prstGeom>
              <a:blipFill>
                <a:blip r:embed="rId9"/>
                <a:stretch>
                  <a:fillRect l="-688" t="-11842" r="-1606" b="-35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79EB2044-EC14-5B59-2B50-89358D8F0E7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3133" y="2384545"/>
            <a:ext cx="6112972" cy="374196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FD6C05C-58B4-03F3-3867-BC92B696A05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5929" y="3096708"/>
            <a:ext cx="5249141" cy="258361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0E7ED00-0B8C-FADD-29DB-CE2EFA9CD85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96265" y="814604"/>
            <a:ext cx="3848100" cy="184404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083B8466-220E-4C55-EED9-C67331A6C9F8}"/>
              </a:ext>
            </a:extLst>
          </p:cNvPr>
          <p:cNvSpPr/>
          <p:nvPr/>
        </p:nvSpPr>
        <p:spPr>
          <a:xfrm>
            <a:off x="3916110" y="532238"/>
            <a:ext cx="33201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Admittance Parameters</a:t>
            </a:r>
          </a:p>
        </p:txBody>
      </p:sp>
    </p:spTree>
    <p:extLst>
      <p:ext uri="{BB962C8B-B14F-4D97-AF65-F5344CB8AC3E}">
        <p14:creationId xmlns:p14="http://schemas.microsoft.com/office/powerpoint/2010/main" val="15390810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Determining Feedback Topology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19208"/>
            <a:ext cx="12019028" cy="6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 sz="3000" b="1">
                <a:latin typeface="Arial"/>
                <a:cs typeface="Arial"/>
              </a:rPr>
              <a:t>Assumptions 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>
                <a:latin typeface="Arial"/>
                <a:cs typeface="Arial"/>
              </a:rPr>
              <a:t>The basic amplifier is unilateral.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>
                <a:latin typeface="Arial"/>
                <a:cs typeface="Arial"/>
              </a:rPr>
              <a:t>The feedback network is unilateral – that is feed-forward transmission through the network is negligible ( Z</a:t>
            </a:r>
            <a:r>
              <a:rPr lang="en-AU" sz="2400" baseline="-25000">
                <a:latin typeface="Arial"/>
                <a:cs typeface="Arial"/>
              </a:rPr>
              <a:t>21</a:t>
            </a:r>
            <a:r>
              <a:rPr lang="en-AU" sz="2400">
                <a:latin typeface="Arial"/>
                <a:cs typeface="Arial"/>
              </a:rPr>
              <a:t>,Y</a:t>
            </a:r>
            <a:r>
              <a:rPr lang="en-AU" sz="2400" baseline="-25000">
                <a:latin typeface="Arial"/>
                <a:cs typeface="Arial"/>
              </a:rPr>
              <a:t>21</a:t>
            </a:r>
            <a:r>
              <a:rPr lang="en-AU" sz="2400">
                <a:latin typeface="Arial"/>
                <a:cs typeface="Arial"/>
              </a:rPr>
              <a:t>, h</a:t>
            </a:r>
            <a:r>
              <a:rPr lang="en-AU" sz="2400" baseline="-25000">
                <a:latin typeface="Arial"/>
                <a:cs typeface="Arial"/>
              </a:rPr>
              <a:t>21</a:t>
            </a:r>
            <a:r>
              <a:rPr lang="en-AU" sz="2400">
                <a:latin typeface="Arial"/>
                <a:cs typeface="Arial"/>
              </a:rPr>
              <a:t>, and g</a:t>
            </a:r>
            <a:r>
              <a:rPr lang="en-AU" sz="2400" baseline="-25000">
                <a:latin typeface="Arial"/>
                <a:cs typeface="Arial"/>
              </a:rPr>
              <a:t>21</a:t>
            </a:r>
            <a:r>
              <a:rPr lang="en-AU" sz="2400">
                <a:latin typeface="Arial"/>
                <a:cs typeface="Arial"/>
              </a:rPr>
              <a:t> are zero). </a:t>
            </a:r>
          </a:p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For input side, define INPUT NODE</a:t>
            </a:r>
            <a:r>
              <a:rPr lang="en-AU" sz="2400">
                <a:latin typeface="Arial"/>
                <a:cs typeface="Arial"/>
              </a:rPr>
              <a:t> 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 b="1">
                <a:solidFill>
                  <a:srgbClr val="FF2121"/>
                </a:solidFill>
                <a:latin typeface="Arial"/>
                <a:cs typeface="Arial"/>
              </a:rPr>
              <a:t>INPUT NODE </a:t>
            </a:r>
            <a:r>
              <a:rPr lang="en-AU" sz="2400">
                <a:solidFill>
                  <a:srgbClr val="000000"/>
                </a:solidFill>
                <a:latin typeface="Arial"/>
                <a:cs typeface="Arial"/>
              </a:rPr>
              <a:t>is either the base of the BJT or the gate of the MOSFET or inverting terminal of a differential or an operational amplifier to which the current source send a current.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>
                <a:solidFill>
                  <a:srgbClr val="000000"/>
                </a:solidFill>
                <a:latin typeface="Arial"/>
                <a:cs typeface="Arial"/>
              </a:rPr>
              <a:t>If there exists a connection between the input node and output circuit, then the topology is identified as </a:t>
            </a:r>
            <a:r>
              <a:rPr lang="en-AU" sz="2400" b="1">
                <a:solidFill>
                  <a:srgbClr val="000000"/>
                </a:solidFill>
                <a:latin typeface="Arial"/>
                <a:cs typeface="Arial"/>
              </a:rPr>
              <a:t>SHUNT</a:t>
            </a:r>
            <a:r>
              <a:rPr lang="en-AU" sz="2400">
                <a:solidFill>
                  <a:srgbClr val="000000"/>
                </a:solidFill>
                <a:latin typeface="Arial"/>
                <a:cs typeface="Arial"/>
              </a:rPr>
              <a:t>. Otherwise, the topology at the input side is </a:t>
            </a:r>
            <a:r>
              <a:rPr lang="en-AU" sz="2400" b="1">
                <a:solidFill>
                  <a:srgbClr val="000000"/>
                </a:solidFill>
                <a:latin typeface="Arial"/>
                <a:cs typeface="Arial"/>
              </a:rPr>
              <a:t>SERIES</a:t>
            </a:r>
            <a:r>
              <a:rPr lang="en-AU" sz="2400">
                <a:solidFill>
                  <a:srgbClr val="000000"/>
                </a:solidFill>
                <a:latin typeface="Arial"/>
                <a:cs typeface="Arial"/>
              </a:rPr>
              <a:t>.</a:t>
            </a:r>
            <a:r>
              <a:rPr lang="en-AU" sz="2400">
                <a:latin typeface="Arial"/>
                <a:cs typeface="Arial"/>
              </a:rPr>
              <a:t>  </a:t>
            </a:r>
          </a:p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Alternatively define INPUT LOOP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 b="1">
                <a:solidFill>
                  <a:srgbClr val="FF2121"/>
                </a:solidFill>
                <a:latin typeface="Arial"/>
                <a:cs typeface="Arial"/>
              </a:rPr>
              <a:t>INPUT LOOP is a loop that contains the applied voltage source, the base-to-emitter of a BJT or two inputs of a differential or an operational amplifier or gate source of a MOSFET.</a:t>
            </a:r>
            <a:r>
              <a:rPr lang="en-AU" sz="2400" b="1">
                <a:latin typeface="Arial"/>
                <a:cs typeface="Arial"/>
              </a:rPr>
              <a:t> </a:t>
            </a: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30254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Determining Feedback Topology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19208"/>
            <a:ext cx="1201902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>
                <a:latin typeface="Arial"/>
                <a:cs typeface="Arial"/>
              </a:rPr>
              <a:t>If the INPUT LOOP also contains a section of the feedback network or a section which is connected to the output), the feedback network is connected in SERIES at the input side. Otherwise, it is a SHUNT topology.</a:t>
            </a:r>
          </a:p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For output side, define OUTPUT NODE</a:t>
            </a:r>
            <a:r>
              <a:rPr lang="en-AU" sz="2400">
                <a:latin typeface="Arial"/>
                <a:cs typeface="Arial"/>
              </a:rPr>
              <a:t> 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 b="1">
                <a:solidFill>
                  <a:srgbClr val="FF2121"/>
                </a:solidFill>
                <a:latin typeface="Arial"/>
                <a:cs typeface="Arial"/>
              </a:rPr>
              <a:t>OUTPUT NODE </a:t>
            </a:r>
            <a:r>
              <a:rPr lang="en-AU" sz="2400">
                <a:solidFill>
                  <a:srgbClr val="000000"/>
                </a:solidFill>
                <a:latin typeface="Arial"/>
                <a:cs typeface="Arial"/>
              </a:rPr>
              <a:t>is the node to which the load of the amplifier is connected to (often defined as V</a:t>
            </a:r>
            <a:r>
              <a:rPr lang="en-AU" sz="2400" baseline="-25000">
                <a:solidFill>
                  <a:srgbClr val="000000"/>
                </a:solidFill>
                <a:latin typeface="Arial"/>
                <a:cs typeface="Arial"/>
              </a:rPr>
              <a:t>o</a:t>
            </a:r>
            <a:r>
              <a:rPr lang="en-AU" sz="2400">
                <a:solidFill>
                  <a:srgbClr val="000000"/>
                </a:solidFill>
                <a:latin typeface="Arial"/>
                <a:cs typeface="Arial"/>
              </a:rPr>
              <a:t>). 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>
                <a:solidFill>
                  <a:srgbClr val="000000"/>
                </a:solidFill>
                <a:latin typeface="Arial"/>
                <a:cs typeface="Arial"/>
              </a:rPr>
              <a:t>If there exists a connection between the output node and feedback network, then the topology is identified as </a:t>
            </a:r>
            <a:r>
              <a:rPr lang="en-AU" sz="2400" b="1">
                <a:solidFill>
                  <a:srgbClr val="000000"/>
                </a:solidFill>
                <a:latin typeface="Arial"/>
                <a:cs typeface="Arial"/>
              </a:rPr>
              <a:t>SHUNT</a:t>
            </a:r>
            <a:r>
              <a:rPr lang="en-AU" sz="2400">
                <a:solidFill>
                  <a:srgbClr val="000000"/>
                </a:solidFill>
                <a:latin typeface="Arial"/>
                <a:cs typeface="Arial"/>
              </a:rPr>
              <a:t>. Otherwise, the topology at the input side is </a:t>
            </a:r>
            <a:r>
              <a:rPr lang="en-AU" sz="2400" b="1">
                <a:solidFill>
                  <a:srgbClr val="000000"/>
                </a:solidFill>
                <a:latin typeface="Arial"/>
                <a:cs typeface="Arial"/>
              </a:rPr>
              <a:t>SERIES</a:t>
            </a:r>
            <a:r>
              <a:rPr lang="en-AU" sz="2400">
                <a:solidFill>
                  <a:srgbClr val="000000"/>
                </a:solidFill>
                <a:latin typeface="Arial"/>
                <a:cs typeface="Arial"/>
              </a:rPr>
              <a:t>.</a:t>
            </a:r>
            <a:r>
              <a:rPr lang="en-AU" sz="2400">
                <a:latin typeface="Arial"/>
                <a:cs typeface="Arial"/>
              </a:rPr>
              <a:t>  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>
                <a:latin typeface="Arial"/>
                <a:cs typeface="Arial"/>
              </a:rPr>
              <a:t>In other words, if the feedback signal becomes zero when Vo is set to zero, then the topology is </a:t>
            </a:r>
            <a:r>
              <a:rPr lang="en-AU" sz="2400" b="1">
                <a:latin typeface="Arial"/>
                <a:cs typeface="Arial"/>
              </a:rPr>
              <a:t>SHUNT.</a:t>
            </a: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078718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Determining Feedback Topology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19208"/>
            <a:ext cx="1201902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Alternatively define OUTPUT LOOP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 b="1">
                <a:solidFill>
                  <a:srgbClr val="FF2121"/>
                </a:solidFill>
                <a:latin typeface="Arial"/>
                <a:cs typeface="Arial"/>
              </a:rPr>
              <a:t>OUTPUT LOOP </a:t>
            </a:r>
            <a:r>
              <a:rPr lang="en-AU" sz="2400">
                <a:latin typeface="Arial"/>
                <a:cs typeface="Arial"/>
              </a:rPr>
              <a:t>is a loop in which the output current I</a:t>
            </a:r>
            <a:r>
              <a:rPr lang="en-AU" sz="2400" baseline="-25000">
                <a:latin typeface="Arial"/>
                <a:cs typeface="Arial"/>
              </a:rPr>
              <a:t>o</a:t>
            </a:r>
            <a:r>
              <a:rPr lang="en-AU" sz="2400">
                <a:latin typeface="Arial"/>
                <a:cs typeface="Arial"/>
              </a:rPr>
              <a:t> flows. It contains the load.  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>
                <a:latin typeface="Arial"/>
                <a:cs typeface="Arial"/>
              </a:rPr>
              <a:t>If the OUTPUT LOOP also contains a section of the feedback network, then the topology is identified as SERIES at the output. Otherwise, it is a SHUNT topology.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>
                <a:latin typeface="Arial"/>
                <a:cs typeface="Arial"/>
              </a:rPr>
              <a:t>In other words, If the feedback signal becomes zero when I</a:t>
            </a:r>
            <a:r>
              <a:rPr lang="en-AU" sz="2400" baseline="-25000">
                <a:latin typeface="Arial"/>
                <a:cs typeface="Arial"/>
              </a:rPr>
              <a:t>o</a:t>
            </a:r>
            <a:r>
              <a:rPr lang="en-AU" sz="2400">
                <a:latin typeface="Arial"/>
                <a:cs typeface="Arial"/>
              </a:rPr>
              <a:t> is set to zero, then the topology is identified as SERIES at the output. </a:t>
            </a: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421080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Determining Feedback Topology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19208"/>
            <a:ext cx="120190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Example </a:t>
            </a:r>
            <a:endParaRPr lang="en-AU" sz="2400"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latin typeface="Arial"/>
              <a:cs typeface="Arial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DACE9858-6EEB-AEF6-B30E-4E0BD46FC3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6665" y="1666967"/>
            <a:ext cx="4741515" cy="30968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937996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Determining Feedback Topology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19208"/>
            <a:ext cx="120190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Example </a:t>
            </a:r>
            <a:endParaRPr lang="en-AU" sz="2400"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latin typeface="Arial"/>
              <a:cs typeface="Arial"/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510B595E-861C-A06F-5627-3E02A27395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513" y="1528763"/>
            <a:ext cx="6276975" cy="380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318433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Determining Feedback Topology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19208"/>
            <a:ext cx="120190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Example </a:t>
            </a:r>
            <a:endParaRPr lang="en-AU" sz="2400"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latin typeface="Arial"/>
              <a:cs typeface="Arial"/>
            </a:endParaRP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CC70BD0B-2836-B512-D3A5-6442A6ED8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5425" y="1209675"/>
            <a:ext cx="6153150" cy="443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98155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Determining Feedback Topology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19208"/>
            <a:ext cx="120190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Example </a:t>
            </a:r>
            <a:endParaRPr lang="en-AU" sz="2400"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latin typeface="Arial"/>
              <a:cs typeface="Arial"/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D46B8E52-0A0F-C791-6F34-7A69C9F1BD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525" y="1385888"/>
            <a:ext cx="607695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588298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Determining Feedback Topology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19208"/>
            <a:ext cx="120190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Example </a:t>
            </a:r>
            <a:endParaRPr lang="en-AU" sz="2400"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latin typeface="Arial"/>
              <a:cs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4C1DDA2-4ABE-A457-5D18-43E2C79E59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8028" y="934706"/>
            <a:ext cx="6286500" cy="464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6190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Determining Feedback Topology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19208"/>
            <a:ext cx="120190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Example </a:t>
            </a:r>
            <a:endParaRPr lang="en-AU" sz="2400"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1C432EB2-D7EB-31A6-9063-00ED0B859D56}"/>
                  </a:ext>
                </a:extLst>
              </p14:cNvPr>
              <p14:cNvContentPartPr/>
              <p14:nvPr/>
            </p14:nvContentPartPr>
            <p14:xfrm>
              <a:off x="4596806" y="2803594"/>
              <a:ext cx="608400" cy="9000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1C432EB2-D7EB-31A6-9063-00ED0B859D5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87811" y="2794594"/>
                <a:ext cx="62603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F3DC0012-18B7-AF74-E01F-8A61F877F916}"/>
                  </a:ext>
                </a:extLst>
              </p14:cNvPr>
              <p14:cNvContentPartPr/>
              <p14:nvPr/>
            </p14:nvContentPartPr>
            <p14:xfrm>
              <a:off x="6277286" y="2209954"/>
              <a:ext cx="200520" cy="89028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F3DC0012-18B7-AF74-E01F-8A61F877F91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268302" y="2200954"/>
                <a:ext cx="218128" cy="90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0DCC08B-EB93-D906-549C-52C1AD56F36E}"/>
                  </a:ext>
                </a:extLst>
              </p14:cNvPr>
              <p14:cNvContentPartPr/>
              <p14:nvPr/>
            </p14:nvContentPartPr>
            <p14:xfrm>
              <a:off x="4453526" y="1067674"/>
              <a:ext cx="52920" cy="11653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0DCC08B-EB93-D906-549C-52C1AD56F36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444526" y="1058674"/>
                <a:ext cx="70560" cy="118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7CE0454-6B9B-4F75-D68C-EF03AC8C826D}"/>
                  </a:ext>
                </a:extLst>
              </p14:cNvPr>
              <p14:cNvContentPartPr/>
              <p14:nvPr/>
            </p14:nvContentPartPr>
            <p14:xfrm>
              <a:off x="4358846" y="1014394"/>
              <a:ext cx="172080" cy="174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7CE0454-6B9B-4F75-D68C-EF03AC8C826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349846" y="1005394"/>
                <a:ext cx="189720" cy="19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548EE0B-CBF0-BDF6-0E88-696BF8F32B53}"/>
                  </a:ext>
                </a:extLst>
              </p14:cNvPr>
              <p14:cNvContentPartPr/>
              <p14:nvPr/>
            </p14:nvContentPartPr>
            <p14:xfrm>
              <a:off x="4321766" y="2253514"/>
              <a:ext cx="521640" cy="4705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548EE0B-CBF0-BDF6-0E88-696BF8F32B5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312772" y="2244514"/>
                <a:ext cx="539268" cy="48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F738DFB-CA5F-62EB-489C-824D359E2E38}"/>
                  </a:ext>
                </a:extLst>
              </p14:cNvPr>
              <p14:cNvContentPartPr/>
              <p14:nvPr/>
            </p14:nvContentPartPr>
            <p14:xfrm>
              <a:off x="4537766" y="2377714"/>
              <a:ext cx="21240" cy="2278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F738DFB-CA5F-62EB-489C-824D359E2E3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528766" y="2368714"/>
                <a:ext cx="3888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3DBB7A7B-7D6F-8C78-6334-638AE9BDF639}"/>
                  </a:ext>
                </a:extLst>
              </p14:cNvPr>
              <p14:cNvContentPartPr/>
              <p14:nvPr/>
            </p14:nvContentPartPr>
            <p14:xfrm>
              <a:off x="4490966" y="2488594"/>
              <a:ext cx="126000" cy="1494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3DBB7A7B-7D6F-8C78-6334-638AE9BDF63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81966" y="2479616"/>
                <a:ext cx="143640" cy="1669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5F240859-607F-1803-85BE-78D858139372}"/>
                  </a:ext>
                </a:extLst>
              </p14:cNvPr>
              <p14:cNvContentPartPr/>
              <p14:nvPr/>
            </p14:nvContentPartPr>
            <p14:xfrm>
              <a:off x="4400246" y="2698114"/>
              <a:ext cx="238680" cy="9561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5F240859-607F-1803-85BE-78D858139372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391246" y="2689114"/>
                <a:ext cx="256320" cy="9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C42C7DC-D3AB-E30E-8078-A47CCC4BB46C}"/>
                  </a:ext>
                </a:extLst>
              </p14:cNvPr>
              <p14:cNvContentPartPr/>
              <p14:nvPr/>
            </p14:nvContentPartPr>
            <p14:xfrm>
              <a:off x="4274246" y="3395794"/>
              <a:ext cx="7200" cy="3078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C42C7DC-D3AB-E30E-8078-A47CCC4BB46C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265246" y="3386794"/>
                <a:ext cx="24840" cy="32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6041310-E2E7-83FA-A2F7-BDA48C9E6B33}"/>
                  </a:ext>
                </a:extLst>
              </p14:cNvPr>
              <p14:cNvContentPartPr/>
              <p14:nvPr/>
            </p14:nvContentPartPr>
            <p14:xfrm>
              <a:off x="4467566" y="3612514"/>
              <a:ext cx="207000" cy="3996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6041310-E2E7-83FA-A2F7-BDA48C9E6B33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458566" y="3603522"/>
                <a:ext cx="224640" cy="4172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5A22977-7100-EDFF-18D5-5B962E87B35A}"/>
                  </a:ext>
                </a:extLst>
              </p14:cNvPr>
              <p14:cNvContentPartPr/>
              <p14:nvPr/>
            </p14:nvContentPartPr>
            <p14:xfrm>
              <a:off x="3201806" y="2725834"/>
              <a:ext cx="1423080" cy="2358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5A22977-7100-EDFF-18D5-5B962E87B35A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192806" y="2716848"/>
                <a:ext cx="1440720" cy="2534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7F07576F-4590-CD6D-B7B0-0CF3C31563BC}"/>
                  </a:ext>
                </a:extLst>
              </p14:cNvPr>
              <p14:cNvContentPartPr/>
              <p14:nvPr/>
            </p14:nvContentPartPr>
            <p14:xfrm>
              <a:off x="3584846" y="2306794"/>
              <a:ext cx="187200" cy="3340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7F07576F-4590-CD6D-B7B0-0CF3C31563BC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575829" y="2297784"/>
                <a:ext cx="204874" cy="3517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9C40D286-660F-CB23-8643-1A56F436D4B5}"/>
                  </a:ext>
                </a:extLst>
              </p14:cNvPr>
              <p14:cNvContentPartPr/>
              <p14:nvPr/>
            </p14:nvContentPartPr>
            <p14:xfrm>
              <a:off x="3837566" y="2458714"/>
              <a:ext cx="110160" cy="2034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9C40D286-660F-CB23-8643-1A56F436D4B5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828566" y="2449714"/>
                <a:ext cx="127800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D2734C5A-5E88-18AA-A0D0-2FE05608E62F}"/>
                  </a:ext>
                </a:extLst>
              </p14:cNvPr>
              <p14:cNvContentPartPr/>
              <p14:nvPr/>
            </p14:nvContentPartPr>
            <p14:xfrm>
              <a:off x="3863126" y="2552314"/>
              <a:ext cx="110160" cy="194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D2734C5A-5E88-18AA-A0D0-2FE05608E62F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854126" y="2543314"/>
                <a:ext cx="12780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409C1989-CC16-E6D2-3069-D10C0F1EC810}"/>
                  </a:ext>
                </a:extLst>
              </p14:cNvPr>
              <p14:cNvContentPartPr/>
              <p14:nvPr/>
            </p14:nvContentPartPr>
            <p14:xfrm>
              <a:off x="4992446" y="2371954"/>
              <a:ext cx="140400" cy="20988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409C1989-CC16-E6D2-3069-D10C0F1EC810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4983446" y="2362939"/>
                <a:ext cx="158040" cy="2275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536BEB90-6B20-F7F9-F6A3-7DFA24BA8712}"/>
                  </a:ext>
                </a:extLst>
              </p14:cNvPr>
              <p14:cNvContentPartPr/>
              <p14:nvPr/>
            </p14:nvContentPartPr>
            <p14:xfrm>
              <a:off x="4949606" y="2301394"/>
              <a:ext cx="197280" cy="687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536BEB90-6B20-F7F9-F6A3-7DFA24BA8712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4940606" y="2292394"/>
                <a:ext cx="21492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2A1529F0-A196-38A3-06DB-AA4CA54782FD}"/>
                  </a:ext>
                </a:extLst>
              </p14:cNvPr>
              <p14:cNvContentPartPr/>
              <p14:nvPr/>
            </p14:nvContentPartPr>
            <p14:xfrm>
              <a:off x="3234566" y="2892874"/>
              <a:ext cx="51480" cy="57420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2A1529F0-A196-38A3-06DB-AA4CA54782FD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3225566" y="2883874"/>
                <a:ext cx="69120" cy="59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B934F516-8A7A-C6FA-9A94-219369079A83}"/>
                  </a:ext>
                </a:extLst>
              </p14:cNvPr>
              <p14:cNvContentPartPr/>
              <p14:nvPr/>
            </p14:nvContentPartPr>
            <p14:xfrm>
              <a:off x="1401806" y="3975394"/>
              <a:ext cx="18360" cy="4258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B934F516-8A7A-C6FA-9A94-219369079A83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392806" y="3966394"/>
                <a:ext cx="36000" cy="44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33936DCA-57FE-E7FF-FC87-DABF8CB4AF2D}"/>
                  </a:ext>
                </a:extLst>
              </p14:cNvPr>
              <p14:cNvContentPartPr/>
              <p14:nvPr/>
            </p14:nvContentPartPr>
            <p14:xfrm>
              <a:off x="1193366" y="4444114"/>
              <a:ext cx="414360" cy="4989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33936DCA-57FE-E7FF-FC87-DABF8CB4AF2D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184366" y="4435114"/>
                <a:ext cx="432000" cy="51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24099B5E-86EF-DAB0-DDF9-7DEC5B90B699}"/>
                  </a:ext>
                </a:extLst>
              </p14:cNvPr>
              <p14:cNvContentPartPr/>
              <p14:nvPr/>
            </p14:nvContentPartPr>
            <p14:xfrm>
              <a:off x="1360406" y="4657234"/>
              <a:ext cx="17640" cy="18900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24099B5E-86EF-DAB0-DDF9-7DEC5B90B699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351406" y="4648234"/>
                <a:ext cx="35280" cy="20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4BC5BC23-675A-3737-957F-491E318BAD3E}"/>
                  </a:ext>
                </a:extLst>
              </p14:cNvPr>
              <p14:cNvContentPartPr/>
              <p14:nvPr/>
            </p14:nvContentPartPr>
            <p14:xfrm>
              <a:off x="1345286" y="4607554"/>
              <a:ext cx="49320" cy="12708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4BC5BC23-675A-3737-957F-491E318BAD3E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336286" y="4598554"/>
                <a:ext cx="66960" cy="14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F7B46692-7F33-E818-A32F-DBA8EF681E4D}"/>
                  </a:ext>
                </a:extLst>
              </p14:cNvPr>
              <p14:cNvContentPartPr/>
              <p14:nvPr/>
            </p14:nvContentPartPr>
            <p14:xfrm>
              <a:off x="1689086" y="4498114"/>
              <a:ext cx="122400" cy="2674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F7B46692-7F33-E818-A32F-DBA8EF681E4D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680059" y="4489126"/>
                <a:ext cx="140092" cy="2850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6200264F-234B-CDF3-A0AF-EA31EF7241EF}"/>
                  </a:ext>
                </a:extLst>
              </p14:cNvPr>
              <p14:cNvContentPartPr/>
              <p14:nvPr/>
            </p14:nvContentPartPr>
            <p14:xfrm>
              <a:off x="1673966" y="4488034"/>
              <a:ext cx="125280" cy="4068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6200264F-234B-CDF3-A0AF-EA31EF7241EF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664940" y="4479034"/>
                <a:ext cx="142971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6B0B3FD2-CEFF-D18D-3D13-CA569751D94E}"/>
                  </a:ext>
                </a:extLst>
              </p14:cNvPr>
              <p14:cNvContentPartPr/>
              <p14:nvPr/>
            </p14:nvContentPartPr>
            <p14:xfrm>
              <a:off x="1832366" y="4612594"/>
              <a:ext cx="102600" cy="1983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6B0B3FD2-CEFF-D18D-3D13-CA569751D94E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823366" y="4603594"/>
                <a:ext cx="1202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4B7062FB-89A5-386E-38F7-88AE44D5F519}"/>
                  </a:ext>
                </a:extLst>
              </p14:cNvPr>
              <p14:cNvContentPartPr/>
              <p14:nvPr/>
            </p14:nvContentPartPr>
            <p14:xfrm>
              <a:off x="1467326" y="4926154"/>
              <a:ext cx="41040" cy="48312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4B7062FB-89A5-386E-38F7-88AE44D5F519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1458246" y="4917154"/>
                <a:ext cx="58836" cy="50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6FCCAB14-6EB6-375F-7CC1-1C2120437001}"/>
                  </a:ext>
                </a:extLst>
              </p14:cNvPr>
              <p14:cNvContentPartPr/>
              <p14:nvPr/>
            </p14:nvContentPartPr>
            <p14:xfrm>
              <a:off x="1308926" y="5457514"/>
              <a:ext cx="257400" cy="72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6FCCAB14-6EB6-375F-7CC1-1C2120437001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1299913" y="5448514"/>
                <a:ext cx="275065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75682E19-55AD-3524-7390-9EC587B42599}"/>
                  </a:ext>
                </a:extLst>
              </p14:cNvPr>
              <p14:cNvContentPartPr/>
              <p14:nvPr/>
            </p14:nvContentPartPr>
            <p14:xfrm>
              <a:off x="1427006" y="5514394"/>
              <a:ext cx="60480" cy="1332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75682E19-55AD-3524-7390-9EC587B42599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1417952" y="5505394"/>
                <a:ext cx="78226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7058AC70-BF94-58A5-3887-CD348C610066}"/>
                  </a:ext>
                </a:extLst>
              </p14:cNvPr>
              <p14:cNvContentPartPr/>
              <p14:nvPr/>
            </p14:nvContentPartPr>
            <p14:xfrm>
              <a:off x="1426286" y="3918874"/>
              <a:ext cx="63000" cy="3744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7058AC70-BF94-58A5-3887-CD348C610066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1417286" y="3909874"/>
                <a:ext cx="8064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42372F9A-F02A-59E2-346E-339FAD443FD5}"/>
                  </a:ext>
                </a:extLst>
              </p14:cNvPr>
              <p14:cNvContentPartPr/>
              <p14:nvPr/>
            </p14:nvContentPartPr>
            <p14:xfrm>
              <a:off x="1402526" y="3686674"/>
              <a:ext cx="683640" cy="40680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42372F9A-F02A-59E2-346E-339FAD443FD5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1393526" y="3677666"/>
                <a:ext cx="701280" cy="4244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98A849FC-D5FA-9232-588B-6504207608F9}"/>
                  </a:ext>
                </a:extLst>
              </p14:cNvPr>
              <p14:cNvContentPartPr/>
              <p14:nvPr/>
            </p14:nvContentPartPr>
            <p14:xfrm>
              <a:off x="2013446" y="3697834"/>
              <a:ext cx="191160" cy="3708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98A849FC-D5FA-9232-588B-6504207608F9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2004446" y="3688834"/>
                <a:ext cx="20880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9811C340-0FA2-200A-B549-0DE464DDA888}"/>
                  </a:ext>
                </a:extLst>
              </p14:cNvPr>
              <p14:cNvContentPartPr/>
              <p14:nvPr/>
            </p14:nvContentPartPr>
            <p14:xfrm>
              <a:off x="2042966" y="3648874"/>
              <a:ext cx="323280" cy="4824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9811C340-0FA2-200A-B549-0DE464DDA888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2033966" y="3639874"/>
                <a:ext cx="34092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BA12D4DD-A4C1-8DD8-CB85-11C8E3F418BA}"/>
                  </a:ext>
                </a:extLst>
              </p14:cNvPr>
              <p14:cNvContentPartPr/>
              <p14:nvPr/>
            </p14:nvContentPartPr>
            <p14:xfrm>
              <a:off x="2163926" y="3682714"/>
              <a:ext cx="196920" cy="163044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BA12D4DD-A4C1-8DD8-CB85-11C8E3F418BA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2154942" y="3673714"/>
                <a:ext cx="214528" cy="164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DAA1E1B2-1BDC-AAD5-94B3-7A62346A1670}"/>
                  </a:ext>
                </a:extLst>
              </p14:cNvPr>
              <p14:cNvContentPartPr/>
              <p14:nvPr/>
            </p14:nvContentPartPr>
            <p14:xfrm>
              <a:off x="2109566" y="5332954"/>
              <a:ext cx="205920" cy="4464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DAA1E1B2-1BDC-AAD5-94B3-7A62346A1670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2100566" y="5323881"/>
                <a:ext cx="223560" cy="624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69718BFE-C344-A859-4D78-A3FBDA913D90}"/>
                  </a:ext>
                </a:extLst>
              </p14:cNvPr>
              <p14:cNvContentPartPr/>
              <p14:nvPr/>
            </p14:nvContentPartPr>
            <p14:xfrm>
              <a:off x="2182646" y="5439514"/>
              <a:ext cx="42120" cy="1296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69718BFE-C344-A859-4D78-A3FBDA913D90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2173646" y="5430757"/>
                <a:ext cx="59760" cy="301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D763ED7F-05BE-B903-C6DC-554F6BF868FC}"/>
                  </a:ext>
                </a:extLst>
              </p14:cNvPr>
              <p14:cNvContentPartPr/>
              <p14:nvPr/>
            </p14:nvContentPartPr>
            <p14:xfrm>
              <a:off x="2470646" y="4221274"/>
              <a:ext cx="131760" cy="28332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D763ED7F-05BE-B903-C6DC-554F6BF868FC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2461646" y="4212263"/>
                <a:ext cx="149400" cy="3009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83DF9059-4738-708A-91AE-EDB8E5FA0B1F}"/>
                  </a:ext>
                </a:extLst>
              </p14:cNvPr>
              <p14:cNvContentPartPr/>
              <p14:nvPr/>
            </p14:nvContentPartPr>
            <p14:xfrm>
              <a:off x="2631206" y="4343674"/>
              <a:ext cx="130320" cy="19728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83DF9059-4738-708A-91AE-EDB8E5FA0B1F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2622206" y="4334690"/>
                <a:ext cx="147960" cy="2148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D05D72F6-5336-FFCD-968F-744A33730A0F}"/>
                  </a:ext>
                </a:extLst>
              </p14:cNvPr>
              <p14:cNvContentPartPr/>
              <p14:nvPr/>
            </p14:nvContentPartPr>
            <p14:xfrm>
              <a:off x="2216126" y="3632674"/>
              <a:ext cx="1112760" cy="3744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D05D72F6-5336-FFCD-968F-744A33730A0F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2207123" y="3623674"/>
                <a:ext cx="1130406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B69022BA-C675-EB99-05D2-E68087976EE0}"/>
                  </a:ext>
                </a:extLst>
              </p14:cNvPr>
              <p14:cNvContentPartPr/>
              <p14:nvPr/>
            </p14:nvContentPartPr>
            <p14:xfrm>
              <a:off x="3254006" y="3367354"/>
              <a:ext cx="17640" cy="30312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B69022BA-C675-EB99-05D2-E68087976EE0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3245006" y="3358354"/>
                <a:ext cx="35280" cy="32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BFF82F00-DC67-A0F5-3EEB-92EDCDCD7326}"/>
                  </a:ext>
                </a:extLst>
              </p14:cNvPr>
              <p14:cNvContentPartPr/>
              <p14:nvPr/>
            </p14:nvContentPartPr>
            <p14:xfrm>
              <a:off x="3081206" y="3581554"/>
              <a:ext cx="1173600" cy="11160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BFF82F00-DC67-A0F5-3EEB-92EDCDCD7326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3072206" y="3572554"/>
                <a:ext cx="1191240" cy="12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B6D5E9F0-1169-4DC7-DDFC-928394E7F4EA}"/>
                  </a:ext>
                </a:extLst>
              </p14:cNvPr>
              <p14:cNvContentPartPr/>
              <p14:nvPr/>
            </p14:nvContentPartPr>
            <p14:xfrm>
              <a:off x="4488446" y="3566434"/>
              <a:ext cx="95040" cy="11016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B6D5E9F0-1169-4DC7-DDFC-928394E7F4EA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4479446" y="3557434"/>
                <a:ext cx="112680" cy="12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4EAECB6A-ACE1-E8E5-98C1-7C350800C41B}"/>
                  </a:ext>
                </a:extLst>
              </p14:cNvPr>
              <p14:cNvContentPartPr/>
              <p14:nvPr/>
            </p14:nvContentPartPr>
            <p14:xfrm>
              <a:off x="4643246" y="3966034"/>
              <a:ext cx="56880" cy="73764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4EAECB6A-ACE1-E8E5-98C1-7C350800C41B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4634246" y="3957034"/>
                <a:ext cx="74520" cy="75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C0839A16-917E-9365-37B4-FFB1E461D109}"/>
                  </a:ext>
                </a:extLst>
              </p14:cNvPr>
              <p14:cNvContentPartPr/>
              <p14:nvPr/>
            </p14:nvContentPartPr>
            <p14:xfrm>
              <a:off x="4296926" y="4695754"/>
              <a:ext cx="498240" cy="3924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C0839A16-917E-9365-37B4-FFB1E461D109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4287926" y="4686754"/>
                <a:ext cx="51588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A80D4FD0-1139-0FBB-4C44-36134605F982}"/>
                  </a:ext>
                </a:extLst>
              </p14:cNvPr>
              <p14:cNvContentPartPr/>
              <p14:nvPr/>
            </p14:nvContentPartPr>
            <p14:xfrm>
              <a:off x="4528046" y="4841914"/>
              <a:ext cx="141840" cy="720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A80D4FD0-1139-0FBB-4C44-36134605F982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4519069" y="4832914"/>
                <a:ext cx="159435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25A0C13B-9921-B59D-2F80-ABC3B9467D79}"/>
                  </a:ext>
                </a:extLst>
              </p14:cNvPr>
              <p14:cNvContentPartPr/>
              <p14:nvPr/>
            </p14:nvContentPartPr>
            <p14:xfrm>
              <a:off x="4540286" y="4893754"/>
              <a:ext cx="137520" cy="2484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25A0C13B-9921-B59D-2F80-ABC3B9467D79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4531286" y="4884754"/>
                <a:ext cx="15516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2C3CCE8B-A0D4-605F-2E42-612A8BEF2AEF}"/>
                  </a:ext>
                </a:extLst>
              </p14:cNvPr>
              <p14:cNvContentPartPr/>
              <p14:nvPr/>
            </p14:nvContentPartPr>
            <p14:xfrm>
              <a:off x="4764206" y="3295714"/>
              <a:ext cx="212400" cy="28404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2C3CCE8B-A0D4-605F-2E42-612A8BEF2AEF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4755206" y="3286725"/>
                <a:ext cx="230040" cy="3016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773A5068-31AB-893A-593A-5297723AD4F5}"/>
                  </a:ext>
                </a:extLst>
              </p14:cNvPr>
              <p14:cNvContentPartPr/>
              <p14:nvPr/>
            </p14:nvContentPartPr>
            <p14:xfrm>
              <a:off x="8957486" y="2266474"/>
              <a:ext cx="273960" cy="226908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773A5068-31AB-893A-593A-5297723AD4F5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8948498" y="2257475"/>
                <a:ext cx="291577" cy="22867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A61E264B-7635-0BEF-C792-6DE935A6D9DC}"/>
                  </a:ext>
                </a:extLst>
              </p14:cNvPr>
              <p14:cNvContentPartPr/>
              <p14:nvPr/>
            </p14:nvContentPartPr>
            <p14:xfrm>
              <a:off x="8903846" y="4559674"/>
              <a:ext cx="301320" cy="1584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A61E264B-7635-0BEF-C792-6DE935A6D9DC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8894846" y="4550674"/>
                <a:ext cx="31896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64D6C201-CFC4-8028-159B-15C216E036F4}"/>
                  </a:ext>
                </a:extLst>
              </p14:cNvPr>
              <p14:cNvContentPartPr/>
              <p14:nvPr/>
            </p14:nvContentPartPr>
            <p14:xfrm>
              <a:off x="9118046" y="4613674"/>
              <a:ext cx="64440" cy="1728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64D6C201-CFC4-8028-159B-15C216E036F4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9109046" y="4604674"/>
                <a:ext cx="8208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737212FF-5B16-B3B2-7BA6-791AC25D9861}"/>
                  </a:ext>
                </a:extLst>
              </p14:cNvPr>
              <p14:cNvContentPartPr/>
              <p14:nvPr/>
            </p14:nvContentPartPr>
            <p14:xfrm>
              <a:off x="9359246" y="3446194"/>
              <a:ext cx="133560" cy="33084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737212FF-5B16-B3B2-7BA6-791AC25D9861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9350246" y="3437184"/>
                <a:ext cx="151200" cy="3484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C7C690FD-5CB4-88E6-DC23-6E62A80BE8F6}"/>
                  </a:ext>
                </a:extLst>
              </p14:cNvPr>
              <p14:cNvContentPartPr/>
              <p14:nvPr/>
            </p14:nvContentPartPr>
            <p14:xfrm>
              <a:off x="9595046" y="3612514"/>
              <a:ext cx="14760" cy="24876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C7C690FD-5CB4-88E6-DC23-6E62A80BE8F6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9586046" y="3603514"/>
                <a:ext cx="32400" cy="26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B95CE213-4BE5-3D81-F099-39E9AF09A7FE}"/>
                  </a:ext>
                </a:extLst>
              </p14:cNvPr>
              <p14:cNvContentPartPr/>
              <p14:nvPr/>
            </p14:nvContentPartPr>
            <p14:xfrm>
              <a:off x="6438926" y="1744834"/>
              <a:ext cx="87840" cy="74232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B95CE213-4BE5-3D81-F099-39E9AF09A7FE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6429926" y="1735834"/>
                <a:ext cx="105480" cy="75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E3381773-3C32-A503-7CDE-EB2D91B2916E}"/>
                  </a:ext>
                </a:extLst>
              </p14:cNvPr>
              <p14:cNvContentPartPr/>
              <p14:nvPr/>
            </p14:nvContentPartPr>
            <p14:xfrm>
              <a:off x="6402926" y="1633594"/>
              <a:ext cx="750960" cy="85644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E3381773-3C32-A503-7CDE-EB2D91B2916E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6393926" y="1624590"/>
                <a:ext cx="768600" cy="8740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BA64EB9E-E7BF-B00D-1F9E-7EFBDDD60F36}"/>
                  </a:ext>
                </a:extLst>
              </p14:cNvPr>
              <p14:cNvContentPartPr/>
              <p14:nvPr/>
            </p14:nvContentPartPr>
            <p14:xfrm>
              <a:off x="5993966" y="1821874"/>
              <a:ext cx="446760" cy="35964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BA64EB9E-E7BF-B00D-1F9E-7EFBDDD60F36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5984966" y="1812874"/>
                <a:ext cx="464400" cy="37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63CCEA77-3F1C-2187-430C-4E734FEB25B3}"/>
                  </a:ext>
                </a:extLst>
              </p14:cNvPr>
              <p14:cNvContentPartPr/>
              <p14:nvPr/>
            </p14:nvContentPartPr>
            <p14:xfrm>
              <a:off x="5857886" y="2217514"/>
              <a:ext cx="243720" cy="1908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63CCEA77-3F1C-2187-430C-4E734FEB25B3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5848886" y="2208514"/>
                <a:ext cx="26136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BB66609C-D42B-53F9-4014-FE1A7CDD549B}"/>
                  </a:ext>
                </a:extLst>
              </p14:cNvPr>
              <p14:cNvContentPartPr/>
              <p14:nvPr/>
            </p14:nvContentPartPr>
            <p14:xfrm>
              <a:off x="5953286" y="2302474"/>
              <a:ext cx="64800" cy="2952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BB66609C-D42B-53F9-4014-FE1A7CDD549B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5944286" y="2293474"/>
                <a:ext cx="8244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84D9574E-A969-759E-CDDC-C03D79AAF9CB}"/>
                  </a:ext>
                </a:extLst>
              </p14:cNvPr>
              <p14:cNvContentPartPr/>
              <p14:nvPr/>
            </p14:nvContentPartPr>
            <p14:xfrm>
              <a:off x="6535406" y="1931674"/>
              <a:ext cx="71640" cy="108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84D9574E-A969-759E-CDDC-C03D79AAF9CB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6526406" y="1918174"/>
                <a:ext cx="89280" cy="275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E12D64A4-6FE7-8C06-E48D-6BC2E7842C86}"/>
                  </a:ext>
                </a:extLst>
              </p14:cNvPr>
              <p14:cNvContentPartPr/>
              <p14:nvPr/>
            </p14:nvContentPartPr>
            <p14:xfrm>
              <a:off x="6556646" y="1868674"/>
              <a:ext cx="18360" cy="10800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E12D64A4-6FE7-8C06-E48D-6BC2E7842C86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6547646" y="1859704"/>
                <a:ext cx="36000" cy="1255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1C20CABE-3398-FC7E-DB31-EE3AD900C6D3}"/>
                  </a:ext>
                </a:extLst>
              </p14:cNvPr>
              <p14:cNvContentPartPr/>
              <p14:nvPr/>
            </p14:nvContentPartPr>
            <p14:xfrm>
              <a:off x="6567446" y="2203474"/>
              <a:ext cx="95400" cy="1908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1C20CABE-3398-FC7E-DB31-EE3AD900C6D3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6558446" y="2194474"/>
                <a:ext cx="11304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440FE9CD-0F54-96E6-296F-3955BC3EC823}"/>
                  </a:ext>
                </a:extLst>
              </p14:cNvPr>
              <p14:cNvContentPartPr/>
              <p14:nvPr/>
            </p14:nvContentPartPr>
            <p14:xfrm>
              <a:off x="7118606" y="2013754"/>
              <a:ext cx="1428840" cy="8064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440FE9CD-0F54-96E6-296F-3955BC3EC823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7109608" y="2004754"/>
                <a:ext cx="1446476" cy="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1F1ECA2E-84B4-6395-B1FA-6185B0AE9546}"/>
                  </a:ext>
                </a:extLst>
              </p14:cNvPr>
              <p14:cNvContentPartPr/>
              <p14:nvPr/>
            </p14:nvContentPartPr>
            <p14:xfrm>
              <a:off x="7592726" y="2461594"/>
              <a:ext cx="225360" cy="30780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1F1ECA2E-84B4-6395-B1FA-6185B0AE9546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7583726" y="2452594"/>
                <a:ext cx="243000" cy="32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E040FC0F-3852-932A-8754-42C8B9A3B7BB}"/>
                  </a:ext>
                </a:extLst>
              </p14:cNvPr>
              <p14:cNvContentPartPr/>
              <p14:nvPr/>
            </p14:nvContentPartPr>
            <p14:xfrm>
              <a:off x="7843646" y="2623234"/>
              <a:ext cx="96840" cy="13860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E040FC0F-3852-932A-8754-42C8B9A3B7BB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7834646" y="2614234"/>
                <a:ext cx="114480" cy="1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F37EC7C3-D49F-9C59-A12A-00453FE98442}"/>
                  </a:ext>
                </a:extLst>
              </p14:cNvPr>
              <p14:cNvContentPartPr/>
              <p14:nvPr/>
            </p14:nvContentPartPr>
            <p14:xfrm>
              <a:off x="6363326" y="2891434"/>
              <a:ext cx="2703600" cy="22644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F37EC7C3-D49F-9C59-A12A-00453FE98442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6354326" y="2882434"/>
                <a:ext cx="272124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C3F4771D-9413-60D3-2CFD-F781ACF00264}"/>
                  </a:ext>
                </a:extLst>
              </p14:cNvPr>
              <p14:cNvContentPartPr/>
              <p14:nvPr/>
            </p14:nvContentPartPr>
            <p14:xfrm>
              <a:off x="6284846" y="3027874"/>
              <a:ext cx="1080" cy="36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C3F4771D-9413-60D3-2CFD-F781ACF00264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6275846" y="3018874"/>
                <a:ext cx="1872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C5C9D870-30B5-3448-0249-BE05F3632A90}"/>
                  </a:ext>
                </a:extLst>
              </p14:cNvPr>
              <p14:cNvContentPartPr/>
              <p14:nvPr/>
            </p14:nvContentPartPr>
            <p14:xfrm>
              <a:off x="6306086" y="3016714"/>
              <a:ext cx="360" cy="36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C5C9D870-30B5-3448-0249-BE05F3632A90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6297086" y="3007714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B8840AA0-E2F5-AB97-0946-B5570680AEA9}"/>
                  </a:ext>
                </a:extLst>
              </p14:cNvPr>
              <p14:cNvContentPartPr/>
              <p14:nvPr/>
            </p14:nvContentPartPr>
            <p14:xfrm>
              <a:off x="5498966" y="3154234"/>
              <a:ext cx="627840" cy="83448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B8840AA0-E2F5-AB97-0946-B5570680AEA9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5489971" y="3145234"/>
                <a:ext cx="645470" cy="85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B41D1BF0-FBBB-378C-EEAE-97EFCC716518}"/>
                  </a:ext>
                </a:extLst>
              </p14:cNvPr>
              <p14:cNvContentPartPr/>
              <p14:nvPr/>
            </p14:nvContentPartPr>
            <p14:xfrm>
              <a:off x="5637566" y="3683434"/>
              <a:ext cx="29880" cy="24192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B41D1BF0-FBBB-378C-EEAE-97EFCC716518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5628566" y="3674434"/>
                <a:ext cx="47520" cy="25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AD41A861-0FCE-DC8B-E376-23ECADA386E7}"/>
                  </a:ext>
                </a:extLst>
              </p14:cNvPr>
              <p14:cNvContentPartPr/>
              <p14:nvPr/>
            </p14:nvContentPartPr>
            <p14:xfrm>
              <a:off x="5531006" y="3661114"/>
              <a:ext cx="181080" cy="8676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AD41A861-0FCE-DC8B-E376-23ECADA386E7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5522006" y="3652114"/>
                <a:ext cx="19872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E2A3B066-042E-D888-2E51-C243AA19C545}"/>
                  </a:ext>
                </a:extLst>
              </p14:cNvPr>
              <p14:cNvContentPartPr/>
              <p14:nvPr/>
            </p14:nvContentPartPr>
            <p14:xfrm>
              <a:off x="5617046" y="3983314"/>
              <a:ext cx="66600" cy="47700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E2A3B066-042E-D888-2E51-C243AA19C545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5608046" y="3974314"/>
                <a:ext cx="84240" cy="49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26053E5B-18CA-38D8-DD0B-764683E49577}"/>
                  </a:ext>
                </a:extLst>
              </p14:cNvPr>
              <p14:cNvContentPartPr/>
              <p14:nvPr/>
            </p14:nvContentPartPr>
            <p14:xfrm>
              <a:off x="5437046" y="4452394"/>
              <a:ext cx="266760" cy="2880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26053E5B-18CA-38D8-DD0B-764683E49577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5428046" y="4443394"/>
                <a:ext cx="28440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55DC5559-A22D-AA89-E410-C7797E1FC84E}"/>
                  </a:ext>
                </a:extLst>
              </p14:cNvPr>
              <p14:cNvContentPartPr/>
              <p14:nvPr/>
            </p14:nvContentPartPr>
            <p14:xfrm>
              <a:off x="5526686" y="4545994"/>
              <a:ext cx="22320" cy="4788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55DC5559-A22D-AA89-E410-C7797E1FC84E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5517686" y="4536994"/>
                <a:ext cx="3996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736A3EA8-A59A-AD93-98DE-109BB136D440}"/>
                  </a:ext>
                </a:extLst>
              </p14:cNvPr>
              <p14:cNvContentPartPr/>
              <p14:nvPr/>
            </p14:nvContentPartPr>
            <p14:xfrm>
              <a:off x="6006926" y="3094114"/>
              <a:ext cx="506520" cy="9108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736A3EA8-A59A-AD93-98DE-109BB136D440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5997926" y="3085114"/>
                <a:ext cx="524160" cy="10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A4AFEEFE-3956-C378-DA5F-F41A14E88D00}"/>
                  </a:ext>
                </a:extLst>
              </p14:cNvPr>
              <p14:cNvContentPartPr/>
              <p14:nvPr/>
            </p14:nvContentPartPr>
            <p14:xfrm>
              <a:off x="6137966" y="3143074"/>
              <a:ext cx="203040" cy="121068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A4AFEEFE-3956-C378-DA5F-F41A14E88D00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6128950" y="3134074"/>
                <a:ext cx="220711" cy="122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5A5ABA4B-CD3F-69FA-B342-8DA499AB19DA}"/>
                  </a:ext>
                </a:extLst>
              </p14:cNvPr>
              <p14:cNvContentPartPr/>
              <p14:nvPr/>
            </p14:nvContentPartPr>
            <p14:xfrm>
              <a:off x="6051566" y="4395154"/>
              <a:ext cx="311040" cy="6372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5A5ABA4B-CD3F-69FA-B342-8DA499AB19DA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6042576" y="4386154"/>
                <a:ext cx="32866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CEA03057-B71C-7E59-9D59-F2DDEE174573}"/>
                  </a:ext>
                </a:extLst>
              </p14:cNvPr>
              <p14:cNvContentPartPr/>
              <p14:nvPr/>
            </p14:nvContentPartPr>
            <p14:xfrm>
              <a:off x="6155246" y="4501354"/>
              <a:ext cx="111240" cy="1800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CEA03057-B71C-7E59-9D59-F2DDEE174573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6146275" y="4492354"/>
                <a:ext cx="128823" cy="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28660149-5304-E3AA-9143-09BE7A5F662B}"/>
                  </a:ext>
                </a:extLst>
              </p14:cNvPr>
              <p14:cNvContentPartPr/>
              <p14:nvPr/>
            </p14:nvContentPartPr>
            <p14:xfrm>
              <a:off x="6389246" y="3673354"/>
              <a:ext cx="203040" cy="29016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28660149-5304-E3AA-9143-09BE7A5F662B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6380246" y="3664354"/>
                <a:ext cx="220680" cy="30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44136007-2AE4-12B4-0703-FA09CC00791A}"/>
                  </a:ext>
                </a:extLst>
              </p14:cNvPr>
              <p14:cNvContentPartPr/>
              <p14:nvPr/>
            </p14:nvContentPartPr>
            <p14:xfrm>
              <a:off x="6605966" y="3783154"/>
              <a:ext cx="157680" cy="22212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44136007-2AE4-12B4-0703-FA09CC00791A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6596966" y="3774154"/>
                <a:ext cx="17532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D69DBB91-DE28-B1A7-643A-9DBBB95BE648}"/>
                  </a:ext>
                </a:extLst>
              </p14:cNvPr>
              <p14:cNvContentPartPr/>
              <p14:nvPr/>
            </p14:nvContentPartPr>
            <p14:xfrm>
              <a:off x="5116286" y="3789994"/>
              <a:ext cx="138240" cy="22140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D69DBB91-DE28-B1A7-643A-9DBBB95BE648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5107286" y="3780994"/>
                <a:ext cx="155880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7FC678EC-56EB-3B9C-6100-DD6A306B2FE0}"/>
                  </a:ext>
                </a:extLst>
              </p14:cNvPr>
              <p14:cNvContentPartPr/>
              <p14:nvPr/>
            </p14:nvContentPartPr>
            <p14:xfrm>
              <a:off x="5179286" y="3761914"/>
              <a:ext cx="58320" cy="2484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7FC678EC-56EB-3B9C-6100-DD6A306B2FE0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5170286" y="3752914"/>
                <a:ext cx="7596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D8410B79-55B0-3A2D-FAA8-D1EC0CAE835C}"/>
                  </a:ext>
                </a:extLst>
              </p14:cNvPr>
              <p14:cNvContentPartPr/>
              <p14:nvPr/>
            </p14:nvContentPartPr>
            <p14:xfrm>
              <a:off x="5230406" y="3911314"/>
              <a:ext cx="149760" cy="20700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D8410B79-55B0-3A2D-FAA8-D1EC0CAE835C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5221384" y="3902314"/>
                <a:ext cx="167443" cy="22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8" name="Group 147">
            <a:extLst>
              <a:ext uri="{FF2B5EF4-FFF2-40B4-BE49-F238E27FC236}">
                <a16:creationId xmlns:a16="http://schemas.microsoft.com/office/drawing/2014/main" id="{65F3B05A-10A7-4C17-8300-E3DEC1C0E3DC}"/>
              </a:ext>
            </a:extLst>
          </p:cNvPr>
          <p:cNvGrpSpPr/>
          <p:nvPr/>
        </p:nvGrpSpPr>
        <p:grpSpPr>
          <a:xfrm>
            <a:off x="8542046" y="789034"/>
            <a:ext cx="1020600" cy="1824120"/>
            <a:chOff x="8542046" y="789034"/>
            <a:chExt cx="1020600" cy="182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BD05F6A-EB5C-F4DF-C3A2-0DF354260EF4}"/>
                    </a:ext>
                  </a:extLst>
                </p14:cNvPr>
                <p14:cNvContentPartPr/>
                <p14:nvPr/>
              </p14:nvContentPartPr>
              <p14:xfrm>
                <a:off x="8647526" y="1761034"/>
                <a:ext cx="92880" cy="5990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BD05F6A-EB5C-F4DF-C3A2-0DF354260EF4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8638526" y="1752029"/>
                  <a:ext cx="110520" cy="6166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E1BDFC0-5BF4-1C1B-50F5-30491DD3FFBC}"/>
                    </a:ext>
                  </a:extLst>
                </p14:cNvPr>
                <p14:cNvContentPartPr/>
                <p14:nvPr/>
              </p14:nvContentPartPr>
              <p14:xfrm>
                <a:off x="8714126" y="2227954"/>
                <a:ext cx="224640" cy="180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E1BDFC0-5BF4-1C1B-50F5-30491DD3FFBC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8705126" y="2218954"/>
                  <a:ext cx="24228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C5D204E-E48A-39AD-8240-5DB56C295A96}"/>
                    </a:ext>
                  </a:extLst>
                </p14:cNvPr>
                <p14:cNvContentPartPr/>
                <p14:nvPr/>
              </p14:nvContentPartPr>
              <p14:xfrm>
                <a:off x="8827526" y="2167474"/>
                <a:ext cx="112320" cy="1292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C5D204E-E48A-39AD-8240-5DB56C295A96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8818526" y="2158474"/>
                  <a:ext cx="12996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7A93BD7-88AE-8BD9-40D9-6E1DC9902001}"/>
                    </a:ext>
                  </a:extLst>
                </p14:cNvPr>
                <p14:cNvContentPartPr/>
                <p14:nvPr/>
              </p14:nvContentPartPr>
              <p14:xfrm>
                <a:off x="8987006" y="2225794"/>
                <a:ext cx="53640" cy="3873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7A93BD7-88AE-8BD9-40D9-6E1DC9902001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978006" y="2216794"/>
                  <a:ext cx="71280" cy="40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BD5FA4B-6C90-6419-F0B6-6372DE1EF5BB}"/>
                    </a:ext>
                  </a:extLst>
                </p14:cNvPr>
                <p14:cNvContentPartPr/>
                <p14:nvPr/>
              </p14:nvContentPartPr>
              <p14:xfrm>
                <a:off x="8542046" y="1916554"/>
                <a:ext cx="45720" cy="3171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BD5FA4B-6C90-6419-F0B6-6372DE1EF5BB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533046" y="1907564"/>
                  <a:ext cx="63360" cy="3347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DCD32636-E734-A18A-82AD-C41EBF031E55}"/>
                    </a:ext>
                  </a:extLst>
                </p14:cNvPr>
                <p14:cNvContentPartPr/>
                <p14:nvPr/>
              </p14:nvContentPartPr>
              <p14:xfrm>
                <a:off x="8649326" y="1842034"/>
                <a:ext cx="286200" cy="540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DCD32636-E734-A18A-82AD-C41EBF031E55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8640326" y="1833034"/>
                  <a:ext cx="3038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21F7B323-E48B-8900-3242-5EF23CE35856}"/>
                    </a:ext>
                  </a:extLst>
                </p14:cNvPr>
                <p14:cNvContentPartPr/>
                <p14:nvPr/>
              </p14:nvContentPartPr>
              <p14:xfrm>
                <a:off x="8798006" y="965074"/>
                <a:ext cx="91440" cy="9046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21F7B323-E48B-8900-3242-5EF23CE35856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8789041" y="956078"/>
                  <a:ext cx="109011" cy="92231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BE9301BC-10D0-18E6-A827-2E597B2CDFEF}"/>
                    </a:ext>
                  </a:extLst>
                </p14:cNvPr>
                <p14:cNvContentPartPr/>
                <p14:nvPr/>
              </p14:nvContentPartPr>
              <p14:xfrm>
                <a:off x="8705846" y="789034"/>
                <a:ext cx="184320" cy="2386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BE9301BC-10D0-18E6-A827-2E597B2CDFEF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8696828" y="780034"/>
                  <a:ext cx="201995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4588B9D9-4709-9C46-5A17-199572F3BAA9}"/>
                    </a:ext>
                  </a:extLst>
                </p14:cNvPr>
                <p14:cNvContentPartPr/>
                <p14:nvPr/>
              </p14:nvContentPartPr>
              <p14:xfrm>
                <a:off x="8955686" y="1250194"/>
                <a:ext cx="99720" cy="2682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4588B9D9-4709-9C46-5A17-199572F3BAA9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8946686" y="1241194"/>
                  <a:ext cx="11736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DCE8850A-E157-658E-CAA8-8663EFAF7A45}"/>
                    </a:ext>
                  </a:extLst>
                </p14:cNvPr>
                <p14:cNvContentPartPr/>
                <p14:nvPr/>
              </p14:nvContentPartPr>
              <p14:xfrm>
                <a:off x="9215966" y="1261354"/>
                <a:ext cx="107640" cy="2023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DCE8850A-E157-658E-CAA8-8663EFAF7A45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9206996" y="1252338"/>
                  <a:ext cx="125221" cy="2199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C5DA98CC-32A3-E9A4-6130-D98D80D4211A}"/>
                    </a:ext>
                  </a:extLst>
                </p14:cNvPr>
                <p14:cNvContentPartPr/>
                <p14:nvPr/>
              </p14:nvContentPartPr>
              <p14:xfrm>
                <a:off x="9171686" y="1158394"/>
                <a:ext cx="189720" cy="4644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C5DA98CC-32A3-E9A4-6130-D98D80D4211A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9162686" y="1149394"/>
                  <a:ext cx="2073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AD5759E0-CE61-91CF-E4DC-46AB7A41B0DB}"/>
                    </a:ext>
                  </a:extLst>
                </p14:cNvPr>
                <p14:cNvContentPartPr/>
                <p14:nvPr/>
              </p14:nvContentPartPr>
              <p14:xfrm>
                <a:off x="9422246" y="1368634"/>
                <a:ext cx="140400" cy="12168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AD5759E0-CE61-91CF-E4DC-46AB7A41B0DB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9413269" y="1359634"/>
                  <a:ext cx="157995" cy="139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961957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Determining Feedback Topology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19208"/>
            <a:ext cx="120190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Example </a:t>
            </a:r>
            <a:endParaRPr lang="en-AU" sz="2400"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CC6774D1-4C69-9973-7C96-8312D86484B4}"/>
                  </a:ext>
                </a:extLst>
              </p14:cNvPr>
              <p14:cNvContentPartPr/>
              <p14:nvPr/>
            </p14:nvContentPartPr>
            <p14:xfrm>
              <a:off x="1114526" y="3559234"/>
              <a:ext cx="1148400" cy="19044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CC6774D1-4C69-9973-7C96-8312D86484B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05526" y="3550234"/>
                <a:ext cx="1166040" cy="2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DC1680C8-BD82-49B6-7E82-90C53C947114}"/>
                  </a:ext>
                </a:extLst>
              </p14:cNvPr>
              <p14:cNvContentPartPr/>
              <p14:nvPr/>
            </p14:nvContentPartPr>
            <p14:xfrm>
              <a:off x="1348166" y="3140194"/>
              <a:ext cx="360360" cy="30276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DC1680C8-BD82-49B6-7E82-90C53C94711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39175" y="3131194"/>
                <a:ext cx="377982" cy="32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8B8BDCE6-0E41-A907-F8DC-430581543221}"/>
                  </a:ext>
                </a:extLst>
              </p14:cNvPr>
              <p14:cNvContentPartPr/>
              <p14:nvPr/>
            </p14:nvContentPartPr>
            <p14:xfrm>
              <a:off x="1083566" y="3757954"/>
              <a:ext cx="358560" cy="89496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8B8BDCE6-0E41-A907-F8DC-43058154322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74566" y="3748954"/>
                <a:ext cx="376200" cy="9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E4570331-5A37-8E2A-AB2C-0E3ABD9C4A80}"/>
                  </a:ext>
                </a:extLst>
              </p14:cNvPr>
              <p14:cNvContentPartPr/>
              <p14:nvPr/>
            </p14:nvContentPartPr>
            <p14:xfrm>
              <a:off x="731486" y="4319554"/>
              <a:ext cx="110880" cy="24480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E4570331-5A37-8E2A-AB2C-0E3ABD9C4A8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22515" y="4310554"/>
                <a:ext cx="128463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899DF069-EBE6-5D02-6D9C-10853A6438E8}"/>
                  </a:ext>
                </a:extLst>
              </p14:cNvPr>
              <p14:cNvContentPartPr/>
              <p14:nvPr/>
            </p14:nvContentPartPr>
            <p14:xfrm>
              <a:off x="808886" y="4475074"/>
              <a:ext cx="115200" cy="25056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899DF069-EBE6-5D02-6D9C-10853A6438E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99886" y="4466087"/>
                <a:ext cx="132840" cy="2681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163CF960-3496-F9DF-6790-F4785C3DB45E}"/>
                  </a:ext>
                </a:extLst>
              </p14:cNvPr>
              <p14:cNvContentPartPr/>
              <p14:nvPr/>
            </p14:nvContentPartPr>
            <p14:xfrm>
              <a:off x="1304246" y="4661554"/>
              <a:ext cx="23760" cy="40608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163CF960-3496-F9DF-6790-F4785C3DB45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295246" y="4652554"/>
                <a:ext cx="41400" cy="42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29AC1311-D3B0-D36D-B39D-487944D1FDE9}"/>
                  </a:ext>
                </a:extLst>
              </p14:cNvPr>
              <p14:cNvContentPartPr/>
              <p14:nvPr/>
            </p14:nvContentPartPr>
            <p14:xfrm>
              <a:off x="1134326" y="5088874"/>
              <a:ext cx="195480" cy="7092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29AC1311-D3B0-D36D-B39D-487944D1FDE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125343" y="5079874"/>
                <a:ext cx="213088" cy="88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21" name="Group 220">
            <a:extLst>
              <a:ext uri="{FF2B5EF4-FFF2-40B4-BE49-F238E27FC236}">
                <a16:creationId xmlns:a16="http://schemas.microsoft.com/office/drawing/2014/main" id="{05835261-D2CB-1766-9729-3553AF8F4EC1}"/>
              </a:ext>
            </a:extLst>
          </p:cNvPr>
          <p:cNvGrpSpPr/>
          <p:nvPr/>
        </p:nvGrpSpPr>
        <p:grpSpPr>
          <a:xfrm>
            <a:off x="7200326" y="3744994"/>
            <a:ext cx="361440" cy="1456920"/>
            <a:chOff x="7200326" y="3744994"/>
            <a:chExt cx="361440" cy="145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7E695D48-7AEC-5C1B-A60C-F3D008008FF7}"/>
                    </a:ext>
                  </a:extLst>
                </p14:cNvPr>
                <p14:cNvContentPartPr/>
                <p14:nvPr/>
              </p14:nvContentPartPr>
              <p14:xfrm>
                <a:off x="7238846" y="3744994"/>
                <a:ext cx="257400" cy="125208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7E695D48-7AEC-5C1B-A60C-F3D008008FF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229846" y="3735994"/>
                  <a:ext cx="275040" cy="12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76CAA33A-A928-FEC0-EF47-56541DEF442F}"/>
                    </a:ext>
                  </a:extLst>
                </p14:cNvPr>
                <p14:cNvContentPartPr/>
                <p14:nvPr/>
              </p14:nvContentPartPr>
              <p14:xfrm>
                <a:off x="7200326" y="5037034"/>
                <a:ext cx="361440" cy="4428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76CAA33A-A928-FEC0-EF47-56541DEF442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191326" y="5028107"/>
                  <a:ext cx="379080" cy="6177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58FA5256-4769-38C1-79A1-085D318AEA4E}"/>
                    </a:ext>
                  </a:extLst>
                </p14:cNvPr>
                <p14:cNvContentPartPr/>
                <p14:nvPr/>
              </p14:nvContentPartPr>
              <p14:xfrm>
                <a:off x="7352966" y="5156554"/>
                <a:ext cx="105120" cy="4536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58FA5256-4769-38C1-79A1-085D318AEA4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343997" y="5147554"/>
                  <a:ext cx="122700" cy="6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FC8FF80C-4FC9-96F1-E9CD-7E64990CF1E5}"/>
              </a:ext>
            </a:extLst>
          </p:cNvPr>
          <p:cNvGrpSpPr/>
          <p:nvPr/>
        </p:nvGrpSpPr>
        <p:grpSpPr>
          <a:xfrm>
            <a:off x="6133286" y="769954"/>
            <a:ext cx="4468320" cy="4078800"/>
            <a:chOff x="6133286" y="769954"/>
            <a:chExt cx="4468320" cy="407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AD57B7BA-AFCD-8725-01DA-C2253D83BEB2}"/>
                    </a:ext>
                  </a:extLst>
                </p14:cNvPr>
                <p14:cNvContentPartPr/>
                <p14:nvPr/>
              </p14:nvContentPartPr>
              <p14:xfrm>
                <a:off x="6782726" y="4272394"/>
                <a:ext cx="130320" cy="27576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AD57B7BA-AFCD-8725-01DA-C2253D83BEB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773726" y="4263394"/>
                  <a:ext cx="1479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D7881C32-9421-D4A3-CD35-0B0AD992E1D6}"/>
                    </a:ext>
                  </a:extLst>
                </p14:cNvPr>
                <p14:cNvContentPartPr/>
                <p14:nvPr/>
              </p14:nvContentPartPr>
              <p14:xfrm>
                <a:off x="6944006" y="4444474"/>
                <a:ext cx="129240" cy="14040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D7881C32-9421-D4A3-CD35-0B0AD992E1D6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935006" y="4435474"/>
                  <a:ext cx="1468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5BDE3EFC-C11A-CF7A-79B8-78B4F7190E16}"/>
                    </a:ext>
                  </a:extLst>
                </p14:cNvPr>
                <p14:cNvContentPartPr/>
                <p14:nvPr/>
              </p14:nvContentPartPr>
              <p14:xfrm>
                <a:off x="6918086" y="4479394"/>
                <a:ext cx="167040" cy="2448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5BDE3EFC-C11A-CF7A-79B8-78B4F7190E1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909067" y="4470524"/>
                  <a:ext cx="184718" cy="4186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91D32E9E-ECFB-773D-67CE-23C925F90767}"/>
                    </a:ext>
                  </a:extLst>
                </p14:cNvPr>
                <p14:cNvContentPartPr/>
                <p14:nvPr/>
              </p14:nvContentPartPr>
              <p14:xfrm>
                <a:off x="6961286" y="4421074"/>
                <a:ext cx="153360" cy="2088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91D32E9E-ECFB-773D-67CE-23C925F90767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952307" y="4412074"/>
                  <a:ext cx="170959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EA709934-5660-6196-81A6-907CC3396F1C}"/>
                    </a:ext>
                  </a:extLst>
                </p14:cNvPr>
                <p14:cNvContentPartPr/>
                <p14:nvPr/>
              </p14:nvContentPartPr>
              <p14:xfrm>
                <a:off x="7139486" y="938434"/>
                <a:ext cx="210240" cy="15584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EA709934-5660-6196-81A6-907CC3396F1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130471" y="929434"/>
                  <a:ext cx="227910" cy="157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9D370EB1-116C-4CA3-6335-EA12D4500C61}"/>
                    </a:ext>
                  </a:extLst>
                </p14:cNvPr>
                <p14:cNvContentPartPr/>
                <p14:nvPr/>
              </p14:nvContentPartPr>
              <p14:xfrm>
                <a:off x="7021766" y="2472394"/>
                <a:ext cx="296280" cy="2419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9D370EB1-116C-4CA3-6335-EA12D4500C6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012766" y="2463394"/>
                  <a:ext cx="31392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B4D0763C-F1F5-60F3-8325-260F64BDEFED}"/>
                    </a:ext>
                  </a:extLst>
                </p14:cNvPr>
                <p14:cNvContentPartPr/>
                <p14:nvPr/>
              </p14:nvContentPartPr>
              <p14:xfrm>
                <a:off x="6925646" y="2511274"/>
                <a:ext cx="72720" cy="60516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B4D0763C-F1F5-60F3-8325-260F64BDEFE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916646" y="2502274"/>
                  <a:ext cx="90360" cy="62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2F07BCF6-12A2-E5CA-4D42-D3FD94B699AD}"/>
                    </a:ext>
                  </a:extLst>
                </p14:cNvPr>
                <p14:cNvContentPartPr/>
                <p14:nvPr/>
              </p14:nvContentPartPr>
              <p14:xfrm>
                <a:off x="6940766" y="2955154"/>
                <a:ext cx="359280" cy="1724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2F07BCF6-12A2-E5CA-4D42-D3FD94B699A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931757" y="2946154"/>
                  <a:ext cx="376938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DE0309E3-6F35-122F-9786-5850FFDA460E}"/>
                    </a:ext>
                  </a:extLst>
                </p14:cNvPr>
                <p14:cNvContentPartPr/>
                <p14:nvPr/>
              </p14:nvContentPartPr>
              <p14:xfrm>
                <a:off x="7138046" y="2972794"/>
                <a:ext cx="89280" cy="15876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DE0309E3-6F35-122F-9786-5850FFDA460E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129010" y="2963794"/>
                  <a:ext cx="106991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AC8D11E6-96CB-55F6-FDBA-802630968CC5}"/>
                    </a:ext>
                  </a:extLst>
                </p14:cNvPr>
                <p14:cNvContentPartPr/>
                <p14:nvPr/>
              </p14:nvContentPartPr>
              <p14:xfrm>
                <a:off x="7307606" y="3134794"/>
                <a:ext cx="68760" cy="67932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AC8D11E6-96CB-55F6-FDBA-802630968CC5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298606" y="3125794"/>
                  <a:ext cx="86400" cy="69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926D8ED4-00A9-7ADA-6783-00BD86705A49}"/>
                    </a:ext>
                  </a:extLst>
                </p14:cNvPr>
                <p14:cNvContentPartPr/>
                <p14:nvPr/>
              </p14:nvContentPartPr>
              <p14:xfrm>
                <a:off x="6582206" y="2854714"/>
                <a:ext cx="356400" cy="5148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926D8ED4-00A9-7ADA-6783-00BD86705A4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573197" y="2845776"/>
                  <a:ext cx="374058" cy="689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CF95A1E7-4855-8188-A8D9-FBCC2369C55B}"/>
                    </a:ext>
                  </a:extLst>
                </p14:cNvPr>
                <p14:cNvContentPartPr/>
                <p14:nvPr/>
              </p14:nvContentPartPr>
              <p14:xfrm>
                <a:off x="6472766" y="2859394"/>
                <a:ext cx="132840" cy="9468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CF95A1E7-4855-8188-A8D9-FBCC2369C55B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463766" y="2850394"/>
                  <a:ext cx="15048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923607CF-888B-17E2-BF7D-0477396712E3}"/>
                    </a:ext>
                  </a:extLst>
                </p14:cNvPr>
                <p14:cNvContentPartPr/>
                <p14:nvPr/>
              </p14:nvContentPartPr>
              <p14:xfrm>
                <a:off x="6133286" y="2508034"/>
                <a:ext cx="91800" cy="2224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923607CF-888B-17E2-BF7D-0477396712E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124286" y="2499034"/>
                  <a:ext cx="10944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CD59CC46-D6B6-1C96-B4B5-ECBC10E25F46}"/>
                    </a:ext>
                  </a:extLst>
                </p14:cNvPr>
                <p14:cNvContentPartPr/>
                <p14:nvPr/>
              </p14:nvContentPartPr>
              <p14:xfrm>
                <a:off x="6227966" y="2663914"/>
                <a:ext cx="91440" cy="1332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CD59CC46-D6B6-1C96-B4B5-ECBC10E25F4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218966" y="2654890"/>
                  <a:ext cx="109080" cy="1508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73FD930A-0DB9-44F2-C011-110EF22C5893}"/>
                    </a:ext>
                  </a:extLst>
                </p14:cNvPr>
                <p14:cNvContentPartPr/>
                <p14:nvPr/>
              </p14:nvContentPartPr>
              <p14:xfrm>
                <a:off x="7441886" y="1571674"/>
                <a:ext cx="158400" cy="22428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73FD930A-0DB9-44F2-C011-110EF22C589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432886" y="1562674"/>
                  <a:ext cx="17604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C8290F2D-2098-A497-59FB-3E4D71BA2572}"/>
                    </a:ext>
                  </a:extLst>
                </p14:cNvPr>
                <p14:cNvContentPartPr/>
                <p14:nvPr/>
              </p14:nvContentPartPr>
              <p14:xfrm>
                <a:off x="7632686" y="1673194"/>
                <a:ext cx="89640" cy="11340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C8290F2D-2098-A497-59FB-3E4D71BA257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623686" y="1664194"/>
                  <a:ext cx="10728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122C7DFD-38B6-A7CB-CDBF-6AB534D67D7A}"/>
                    </a:ext>
                  </a:extLst>
                </p14:cNvPr>
                <p14:cNvContentPartPr/>
                <p14:nvPr/>
              </p14:nvContentPartPr>
              <p14:xfrm>
                <a:off x="7780646" y="1695514"/>
                <a:ext cx="8640" cy="16632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122C7DFD-38B6-A7CB-CDBF-6AB534D67D7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771646" y="1686533"/>
                  <a:ext cx="26280" cy="1839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1DADF3C1-15F7-E6FB-1C3E-1950BE3D5879}"/>
                    </a:ext>
                  </a:extLst>
                </p14:cNvPr>
                <p14:cNvContentPartPr/>
                <p14:nvPr/>
              </p14:nvContentPartPr>
              <p14:xfrm>
                <a:off x="7124366" y="862114"/>
                <a:ext cx="248400" cy="20736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1DADF3C1-15F7-E6FB-1C3E-1950BE3D5879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115366" y="853114"/>
                  <a:ext cx="26604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AF667842-6397-554D-CED8-C655CC0E905F}"/>
                    </a:ext>
                  </a:extLst>
                </p14:cNvPr>
                <p14:cNvContentPartPr/>
                <p14:nvPr/>
              </p14:nvContentPartPr>
              <p14:xfrm>
                <a:off x="7305446" y="2197354"/>
                <a:ext cx="788760" cy="1224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AF667842-6397-554D-CED8-C655CC0E905F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296446" y="2188354"/>
                  <a:ext cx="8064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341CDE58-901D-5A50-36AE-326705853E73}"/>
                    </a:ext>
                  </a:extLst>
                </p14:cNvPr>
                <p14:cNvContentPartPr/>
                <p14:nvPr/>
              </p14:nvContentPartPr>
              <p14:xfrm>
                <a:off x="8084846" y="1971274"/>
                <a:ext cx="29160" cy="4554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341CDE58-901D-5A50-36AE-326705853E73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075846" y="1962281"/>
                  <a:ext cx="46800" cy="4730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6B96630F-9EDA-B431-5068-D2C8E9A059C8}"/>
                    </a:ext>
                  </a:extLst>
                </p14:cNvPr>
                <p14:cNvContentPartPr/>
                <p14:nvPr/>
              </p14:nvContentPartPr>
              <p14:xfrm>
                <a:off x="8088086" y="2264314"/>
                <a:ext cx="247680" cy="14544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6B96630F-9EDA-B431-5068-D2C8E9A059C8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079086" y="2255314"/>
                  <a:ext cx="2653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95F468B2-8289-4000-379E-0F57D109A649}"/>
                    </a:ext>
                  </a:extLst>
                </p14:cNvPr>
                <p14:cNvContentPartPr/>
                <p14:nvPr/>
              </p14:nvContentPartPr>
              <p14:xfrm>
                <a:off x="8174486" y="2298514"/>
                <a:ext cx="81360" cy="9684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95F468B2-8289-4000-379E-0F57D109A649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165526" y="2289514"/>
                  <a:ext cx="98922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5B715B8C-32D1-4480-AD9D-5479EA64359C}"/>
                    </a:ext>
                  </a:extLst>
                </p14:cNvPr>
                <p14:cNvContentPartPr/>
                <p14:nvPr/>
              </p14:nvContentPartPr>
              <p14:xfrm>
                <a:off x="8315606" y="2420194"/>
                <a:ext cx="20880" cy="20376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5B715B8C-32D1-4480-AD9D-5479EA64359C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306606" y="2411210"/>
                  <a:ext cx="38520" cy="2213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71BD93B3-CDED-33CA-D919-8E28F3FE3212}"/>
                    </a:ext>
                  </a:extLst>
                </p14:cNvPr>
                <p14:cNvContentPartPr/>
                <p14:nvPr/>
              </p14:nvContentPartPr>
              <p14:xfrm>
                <a:off x="8176646" y="2678314"/>
                <a:ext cx="164160" cy="295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71BD93B3-CDED-33CA-D919-8E28F3FE3212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167646" y="2669314"/>
                  <a:ext cx="1818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F2CEAA48-92D1-2F38-0B4C-C660ED4F92A3}"/>
                    </a:ext>
                  </a:extLst>
                </p14:cNvPr>
                <p14:cNvContentPartPr/>
                <p14:nvPr/>
              </p14:nvContentPartPr>
              <p14:xfrm>
                <a:off x="8243966" y="2801794"/>
                <a:ext cx="73080" cy="324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F2CEAA48-92D1-2F38-0B4C-C660ED4F92A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234921" y="2792794"/>
                  <a:ext cx="90807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38D0E934-D737-694F-36D6-73E734A11731}"/>
                    </a:ext>
                  </a:extLst>
                </p14:cNvPr>
                <p14:cNvContentPartPr/>
                <p14:nvPr/>
              </p14:nvContentPartPr>
              <p14:xfrm>
                <a:off x="8081966" y="1961194"/>
                <a:ext cx="240120" cy="13968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38D0E934-D737-694F-36D6-73E734A11731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072966" y="1952194"/>
                  <a:ext cx="2577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02A114CA-2243-B022-476A-4A95849A9AF6}"/>
                    </a:ext>
                  </a:extLst>
                </p14:cNvPr>
                <p14:cNvContentPartPr/>
                <p14:nvPr/>
              </p14:nvContentPartPr>
              <p14:xfrm>
                <a:off x="8141006" y="852394"/>
                <a:ext cx="185040" cy="111456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02A114CA-2243-B022-476A-4A95849A9AF6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132006" y="843391"/>
                  <a:ext cx="202680" cy="11322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45079ADC-880E-1005-37E0-9DD4CF86969A}"/>
                    </a:ext>
                  </a:extLst>
                </p14:cNvPr>
                <p14:cNvContentPartPr/>
                <p14:nvPr/>
              </p14:nvContentPartPr>
              <p14:xfrm>
                <a:off x="8382566" y="1131754"/>
                <a:ext cx="155520" cy="22464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45079ADC-880E-1005-37E0-9DD4CF86969A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373566" y="1122754"/>
                  <a:ext cx="17316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E580AA8C-9651-6C7E-309D-42D1C53454B8}"/>
                    </a:ext>
                  </a:extLst>
                </p14:cNvPr>
                <p14:cNvContentPartPr/>
                <p14:nvPr/>
              </p14:nvContentPartPr>
              <p14:xfrm>
                <a:off x="8595326" y="1212394"/>
                <a:ext cx="110160" cy="14400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E580AA8C-9651-6C7E-309D-42D1C53454B8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586326" y="1203394"/>
                  <a:ext cx="1278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FF7C7250-F09A-4E71-3FB0-FD9BE2D7E802}"/>
                    </a:ext>
                  </a:extLst>
                </p14:cNvPr>
                <p14:cNvContentPartPr/>
                <p14:nvPr/>
              </p14:nvContentPartPr>
              <p14:xfrm>
                <a:off x="8758406" y="1250914"/>
                <a:ext cx="91440" cy="14508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FF7C7250-F09A-4E71-3FB0-FD9BE2D7E802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749406" y="1241914"/>
                  <a:ext cx="10908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88D3B1E2-35A0-8823-D155-B8D59275E688}"/>
                    </a:ext>
                  </a:extLst>
                </p14:cNvPr>
                <p14:cNvContentPartPr/>
                <p14:nvPr/>
              </p14:nvContentPartPr>
              <p14:xfrm>
                <a:off x="8313446" y="1672114"/>
                <a:ext cx="807480" cy="4788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88D3B1E2-35A0-8823-D155-B8D59275E688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304446" y="1663114"/>
                  <a:ext cx="82512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1C49FF35-A515-B7B0-FB92-A56809D5AB3F}"/>
                    </a:ext>
                  </a:extLst>
                </p14:cNvPr>
                <p14:cNvContentPartPr/>
                <p14:nvPr/>
              </p14:nvContentPartPr>
              <p14:xfrm>
                <a:off x="9098246" y="1449994"/>
                <a:ext cx="34560" cy="50040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1C49FF35-A515-B7B0-FB92-A56809D5AB3F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089246" y="1440994"/>
                  <a:ext cx="52200" cy="51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1D11BEDF-6E89-A7D4-F621-3461EE303318}"/>
                    </a:ext>
                  </a:extLst>
                </p14:cNvPr>
                <p14:cNvContentPartPr/>
                <p14:nvPr/>
              </p14:nvContentPartPr>
              <p14:xfrm>
                <a:off x="9094646" y="1830154"/>
                <a:ext cx="266400" cy="11232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1D11BEDF-6E89-A7D4-F621-3461EE303318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9085646" y="1821125"/>
                  <a:ext cx="284040" cy="1300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739819E9-DEAD-C2A6-AE40-F4958264989E}"/>
                    </a:ext>
                  </a:extLst>
                </p14:cNvPr>
                <p14:cNvContentPartPr/>
                <p14:nvPr/>
              </p14:nvContentPartPr>
              <p14:xfrm>
                <a:off x="9199766" y="1847794"/>
                <a:ext cx="64800" cy="12132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739819E9-DEAD-C2A6-AE40-F4958264989E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190766" y="1838794"/>
                  <a:ext cx="824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1D9F1404-2237-623F-1234-57905D649BAD}"/>
                    </a:ext>
                  </a:extLst>
                </p14:cNvPr>
                <p14:cNvContentPartPr/>
                <p14:nvPr/>
              </p14:nvContentPartPr>
              <p14:xfrm>
                <a:off x="9327566" y="1948234"/>
                <a:ext cx="26280" cy="80388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1D9F1404-2237-623F-1234-57905D649BAD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318566" y="1939234"/>
                  <a:ext cx="43920" cy="82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50B1DC0F-17BA-6CF1-6F46-9CEC5D1B01CD}"/>
                    </a:ext>
                  </a:extLst>
                </p14:cNvPr>
                <p14:cNvContentPartPr/>
                <p14:nvPr/>
              </p14:nvContentPartPr>
              <p14:xfrm>
                <a:off x="9082766" y="1423714"/>
                <a:ext cx="247320" cy="11808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50B1DC0F-17BA-6CF1-6F46-9CEC5D1B01CD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073766" y="1414741"/>
                  <a:ext cx="264960" cy="1356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F861C516-070A-45BB-3DD4-0172D36275A5}"/>
                    </a:ext>
                  </a:extLst>
                </p14:cNvPr>
                <p14:cNvContentPartPr/>
                <p14:nvPr/>
              </p14:nvContentPartPr>
              <p14:xfrm>
                <a:off x="9306326" y="867874"/>
                <a:ext cx="35280" cy="56232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F861C516-070A-45BB-3DD4-0172D36275A5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297326" y="858874"/>
                  <a:ext cx="52920" cy="57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078E685C-B4CD-CB16-A862-519B85601B0E}"/>
                    </a:ext>
                  </a:extLst>
                </p14:cNvPr>
                <p14:cNvContentPartPr/>
                <p14:nvPr/>
              </p14:nvContentPartPr>
              <p14:xfrm>
                <a:off x="9217406" y="798754"/>
                <a:ext cx="149400" cy="10620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078E685C-B4CD-CB16-A862-519B85601B0E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208384" y="789754"/>
                  <a:ext cx="167083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C2EE0067-78E3-D3AD-43AC-3ACB61E0E3D9}"/>
                    </a:ext>
                  </a:extLst>
                </p14:cNvPr>
                <p14:cNvContentPartPr/>
                <p14:nvPr/>
              </p14:nvContentPartPr>
              <p14:xfrm>
                <a:off x="8123006" y="769954"/>
                <a:ext cx="195840" cy="13824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C2EE0067-78E3-D3AD-43AC-3ACB61E0E3D9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114006" y="760931"/>
                  <a:ext cx="213480" cy="1559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81468F76-7C6F-753A-C83A-148A9FD17798}"/>
                    </a:ext>
                  </a:extLst>
                </p14:cNvPr>
                <p14:cNvContentPartPr/>
                <p14:nvPr/>
              </p14:nvContentPartPr>
              <p14:xfrm>
                <a:off x="7310126" y="3462394"/>
                <a:ext cx="2148480" cy="30240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81468F76-7C6F-753A-C83A-148A9FD17798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301126" y="3453394"/>
                  <a:ext cx="216612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027000E4-2C30-9BF5-1991-508C3C9365FE}"/>
                    </a:ext>
                  </a:extLst>
                </p14:cNvPr>
                <p14:cNvContentPartPr/>
                <p14:nvPr/>
              </p14:nvContentPartPr>
              <p14:xfrm>
                <a:off x="9354566" y="2617834"/>
                <a:ext cx="92520" cy="93240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027000E4-2C30-9BF5-1991-508C3C9365FE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345566" y="2608831"/>
                  <a:ext cx="110160" cy="95004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8901E4E5-411B-D363-741D-A6A6554CDB23}"/>
                    </a:ext>
                  </a:extLst>
                </p14:cNvPr>
                <p14:cNvContentPartPr/>
                <p14:nvPr/>
              </p14:nvContentPartPr>
              <p14:xfrm>
                <a:off x="8151086" y="3764434"/>
                <a:ext cx="204480" cy="25560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8901E4E5-411B-D363-741D-A6A6554CDB23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8142086" y="3755434"/>
                  <a:ext cx="2221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051968FB-0EF7-1331-6275-001640CC9D98}"/>
                    </a:ext>
                  </a:extLst>
                </p14:cNvPr>
                <p14:cNvContentPartPr/>
                <p14:nvPr/>
              </p14:nvContentPartPr>
              <p14:xfrm>
                <a:off x="8408126" y="3831754"/>
                <a:ext cx="124920" cy="19656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051968FB-0EF7-1331-6275-001640CC9D98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399126" y="3822754"/>
                  <a:ext cx="14256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05222BA2-AA46-7114-D92E-D6970992DBA1}"/>
                    </a:ext>
                  </a:extLst>
                </p14:cNvPr>
                <p14:cNvContentPartPr/>
                <p14:nvPr/>
              </p14:nvContentPartPr>
              <p14:xfrm>
                <a:off x="8396606" y="3948394"/>
                <a:ext cx="123120" cy="1944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05222BA2-AA46-7114-D92E-D6970992DBA1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387580" y="3939394"/>
                  <a:ext cx="140812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7FF393B3-D4F8-4117-6544-010C8F05A093}"/>
                    </a:ext>
                  </a:extLst>
                </p14:cNvPr>
                <p14:cNvContentPartPr/>
                <p14:nvPr/>
              </p14:nvContentPartPr>
              <p14:xfrm>
                <a:off x="9158726" y="3458074"/>
                <a:ext cx="375120" cy="76536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7FF393B3-D4F8-4117-6544-010C8F05A093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149735" y="3449074"/>
                  <a:ext cx="392743" cy="78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5F44771F-3627-06BC-9CE6-228F0F9E3D30}"/>
                    </a:ext>
                  </a:extLst>
                </p14:cNvPr>
                <p14:cNvContentPartPr/>
                <p14:nvPr/>
              </p14:nvContentPartPr>
              <p14:xfrm>
                <a:off x="9337646" y="4002754"/>
                <a:ext cx="15120" cy="12204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5F44771F-3627-06BC-9CE6-228F0F9E3D30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9328646" y="3993754"/>
                  <a:ext cx="327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B66E3CB4-BE44-70DE-144E-29FC1340985D}"/>
                    </a:ext>
                  </a:extLst>
                </p14:cNvPr>
                <p14:cNvContentPartPr/>
                <p14:nvPr/>
              </p14:nvContentPartPr>
              <p14:xfrm>
                <a:off x="9286886" y="4047754"/>
                <a:ext cx="137880" cy="6516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B66E3CB4-BE44-70DE-144E-29FC1340985D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9277886" y="4038754"/>
                  <a:ext cx="15552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023BA32F-ADCA-7ADA-9A98-BD68A7C43507}"/>
                    </a:ext>
                  </a:extLst>
                </p14:cNvPr>
                <p14:cNvContentPartPr/>
                <p14:nvPr/>
              </p14:nvContentPartPr>
              <p14:xfrm>
                <a:off x="9336926" y="4225594"/>
                <a:ext cx="33120" cy="48924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023BA32F-ADCA-7ADA-9A98-BD68A7C43507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9327926" y="4216594"/>
                  <a:ext cx="50760" cy="50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9E1D4F41-0A6E-809B-A2CD-436E0E283801}"/>
                    </a:ext>
                  </a:extLst>
                </p14:cNvPr>
                <p14:cNvContentPartPr/>
                <p14:nvPr/>
              </p14:nvContentPartPr>
              <p14:xfrm>
                <a:off x="9179246" y="4760194"/>
                <a:ext cx="217080" cy="1944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9E1D4F41-0A6E-809B-A2CD-436E0E283801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170231" y="4751358"/>
                  <a:ext cx="234749" cy="367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00FDCBEA-E964-8CE2-39D6-064229A54536}"/>
                    </a:ext>
                  </a:extLst>
                </p14:cNvPr>
                <p14:cNvContentPartPr/>
                <p14:nvPr/>
              </p14:nvContentPartPr>
              <p14:xfrm>
                <a:off x="9282206" y="4837594"/>
                <a:ext cx="45000" cy="1116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00FDCBEA-E964-8CE2-39D6-064229A54536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273206" y="4828594"/>
                  <a:ext cx="626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510F1358-A52F-DE95-45D7-C11873F1967F}"/>
                    </a:ext>
                  </a:extLst>
                </p14:cNvPr>
                <p14:cNvContentPartPr/>
                <p14:nvPr/>
              </p14:nvContentPartPr>
              <p14:xfrm>
                <a:off x="9336566" y="3376714"/>
                <a:ext cx="721800" cy="10188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510F1358-A52F-DE95-45D7-C11873F1967F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9327566" y="3367714"/>
                  <a:ext cx="7394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93428586-7615-0C70-C2E1-AA6C2F05310F}"/>
                    </a:ext>
                  </a:extLst>
                </p14:cNvPr>
                <p14:cNvContentPartPr/>
                <p14:nvPr/>
              </p14:nvContentPartPr>
              <p14:xfrm>
                <a:off x="10256366" y="3198874"/>
                <a:ext cx="152640" cy="27252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93428586-7615-0C70-C2E1-AA6C2F05310F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0247366" y="3189874"/>
                  <a:ext cx="17028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BAC395EC-2B06-EFA6-561C-8A474FFCB56C}"/>
                    </a:ext>
                  </a:extLst>
                </p14:cNvPr>
                <p14:cNvContentPartPr/>
                <p14:nvPr/>
              </p14:nvContentPartPr>
              <p14:xfrm>
                <a:off x="10476686" y="3408034"/>
                <a:ext cx="124920" cy="14868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BAC395EC-2B06-EFA6-561C-8A474FFCB56C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0467686" y="3399034"/>
                  <a:ext cx="14256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26F0F640-3249-1EEE-E702-7A57E64239CE}"/>
                    </a:ext>
                  </a:extLst>
                </p14:cNvPr>
                <p14:cNvContentPartPr/>
                <p14:nvPr/>
              </p14:nvContentPartPr>
              <p14:xfrm>
                <a:off x="7244606" y="2684794"/>
                <a:ext cx="245160" cy="22608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26F0F640-3249-1EEE-E702-7A57E64239CE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235619" y="2675808"/>
                  <a:ext cx="262774" cy="2436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6A65F3FC-49A9-8D13-B21F-71D77D4928A7}"/>
                    </a:ext>
                  </a:extLst>
                </p14:cNvPr>
                <p14:cNvContentPartPr/>
                <p14:nvPr/>
              </p14:nvContentPartPr>
              <p14:xfrm>
                <a:off x="7557806" y="2734834"/>
                <a:ext cx="20160" cy="21852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6A65F3FC-49A9-8D13-B21F-71D77D4928A7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548642" y="2725834"/>
                  <a:ext cx="38121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87ABC0EC-B95A-DDEA-6E9C-11CEC0E81E2C}"/>
                    </a:ext>
                  </a:extLst>
                </p14:cNvPr>
                <p14:cNvContentPartPr/>
                <p14:nvPr/>
              </p14:nvContentPartPr>
              <p14:xfrm>
                <a:off x="8360246" y="2017714"/>
                <a:ext cx="183240" cy="23004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87ABC0EC-B95A-DDEA-6E9C-11CEC0E81E2C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8351246" y="2008714"/>
                  <a:ext cx="2008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0D80C2F4-7FF4-205D-1650-9A462DB2B770}"/>
                    </a:ext>
                  </a:extLst>
                </p14:cNvPr>
                <p14:cNvContentPartPr/>
                <p14:nvPr/>
              </p14:nvContentPartPr>
              <p14:xfrm>
                <a:off x="8587406" y="2067034"/>
                <a:ext cx="172080" cy="15840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0D80C2F4-7FF4-205D-1650-9A462DB2B770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578406" y="2058034"/>
                  <a:ext cx="18972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D6736037-7061-882E-5E87-C09616563B64}"/>
                    </a:ext>
                  </a:extLst>
                </p14:cNvPr>
                <p14:cNvContentPartPr/>
                <p14:nvPr/>
              </p14:nvContentPartPr>
              <p14:xfrm>
                <a:off x="9376886" y="1530274"/>
                <a:ext cx="203400" cy="23724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D6736037-7061-882E-5E87-C09616563B64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9367870" y="1521260"/>
                  <a:ext cx="221071" cy="2549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8DA67D58-EF4A-FE58-9290-DB143C1E2178}"/>
                    </a:ext>
                  </a:extLst>
                </p14:cNvPr>
                <p14:cNvContentPartPr/>
                <p14:nvPr/>
              </p14:nvContentPartPr>
              <p14:xfrm>
                <a:off x="9668846" y="1526674"/>
                <a:ext cx="217080" cy="21960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8DA67D58-EF4A-FE58-9290-DB143C1E2178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9659846" y="1517674"/>
                  <a:ext cx="234720" cy="23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5885D5AF-C7B6-007E-9E4F-22F650803681}"/>
              </a:ext>
            </a:extLst>
          </p:cNvPr>
          <p:cNvGrpSpPr/>
          <p:nvPr/>
        </p:nvGrpSpPr>
        <p:grpSpPr>
          <a:xfrm>
            <a:off x="2203166" y="906754"/>
            <a:ext cx="3216960" cy="4444560"/>
            <a:chOff x="2203166" y="906754"/>
            <a:chExt cx="3216960" cy="444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5A36942-1337-5EEB-47B9-60F35AF6EB92}"/>
                    </a:ext>
                  </a:extLst>
                </p14:cNvPr>
                <p14:cNvContentPartPr/>
                <p14:nvPr/>
              </p14:nvContentPartPr>
              <p14:xfrm>
                <a:off x="2295686" y="1247314"/>
                <a:ext cx="279000" cy="3589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5A36942-1337-5EEB-47B9-60F35AF6EB92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2286686" y="1238314"/>
                  <a:ext cx="29664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6EC4CE6-A531-54E0-3737-DED3C276BEB5}"/>
                    </a:ext>
                  </a:extLst>
                </p14:cNvPr>
                <p14:cNvContentPartPr/>
                <p14:nvPr/>
              </p14:nvContentPartPr>
              <p14:xfrm>
                <a:off x="2471726" y="1497514"/>
                <a:ext cx="101160" cy="1710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6EC4CE6-A531-54E0-3737-DED3C276BEB5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2462758" y="1488533"/>
                  <a:ext cx="118737" cy="18860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1ECA5AB-A2CE-1B0A-DFDF-25B5F6942220}"/>
                    </a:ext>
                  </a:extLst>
                </p14:cNvPr>
                <p14:cNvContentPartPr/>
                <p14:nvPr/>
              </p14:nvContentPartPr>
              <p14:xfrm>
                <a:off x="2547686" y="1442794"/>
                <a:ext cx="51120" cy="6069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1ECA5AB-A2CE-1B0A-DFDF-25B5F6942220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2538686" y="1433794"/>
                  <a:ext cx="68760" cy="62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9FF2E7A-620C-C25F-F691-F46EE020B842}"/>
                    </a:ext>
                  </a:extLst>
                </p14:cNvPr>
                <p14:cNvContentPartPr/>
                <p14:nvPr/>
              </p14:nvContentPartPr>
              <p14:xfrm>
                <a:off x="2648126" y="1589314"/>
                <a:ext cx="15480" cy="2271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9FF2E7A-620C-C25F-F691-F46EE020B842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2639126" y="1580314"/>
                  <a:ext cx="331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4E1A5C0-9EED-9E05-0EB8-F2DFA1A38A1C}"/>
                    </a:ext>
                  </a:extLst>
                </p14:cNvPr>
                <p14:cNvContentPartPr/>
                <p14:nvPr/>
              </p14:nvContentPartPr>
              <p14:xfrm>
                <a:off x="2665406" y="1695874"/>
                <a:ext cx="167760" cy="162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4E1A5C0-9EED-9E05-0EB8-F2DFA1A38A1C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2656387" y="1686669"/>
                  <a:ext cx="185438" cy="342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E3673A3-6016-A0B3-1C43-E076DBA98EC8}"/>
                    </a:ext>
                  </a:extLst>
                </p14:cNvPr>
                <p14:cNvContentPartPr/>
                <p14:nvPr/>
              </p14:nvContentPartPr>
              <p14:xfrm>
                <a:off x="2309726" y="1829074"/>
                <a:ext cx="236160" cy="5706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E3673A3-6016-A0B3-1C43-E076DBA98EC8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2300726" y="1820074"/>
                  <a:ext cx="253800" cy="58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EAB2940-5E24-48EB-738D-F4B5B94B84B8}"/>
                    </a:ext>
                  </a:extLst>
                </p14:cNvPr>
                <p14:cNvContentPartPr/>
                <p14:nvPr/>
              </p14:nvContentPartPr>
              <p14:xfrm>
                <a:off x="2708966" y="1645114"/>
                <a:ext cx="556560" cy="633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EAB2940-5E24-48EB-738D-F4B5B94B84B8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2699966" y="1636114"/>
                  <a:ext cx="57420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D100457-93AA-4DEB-C72C-5FAE5C2643F4}"/>
                    </a:ext>
                  </a:extLst>
                </p14:cNvPr>
                <p14:cNvContentPartPr/>
                <p14:nvPr/>
              </p14:nvContentPartPr>
              <p14:xfrm>
                <a:off x="3254006" y="1521994"/>
                <a:ext cx="10440" cy="2001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D100457-93AA-4DEB-C72C-5FAE5C2643F4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3245006" y="1512994"/>
                  <a:ext cx="280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A84C784-D89C-6F96-ED0E-A0B6D6DD1BF9}"/>
                    </a:ext>
                  </a:extLst>
                </p14:cNvPr>
                <p14:cNvContentPartPr/>
                <p14:nvPr/>
              </p14:nvContentPartPr>
              <p14:xfrm>
                <a:off x="3331046" y="1393474"/>
                <a:ext cx="71280" cy="5281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A84C784-D89C-6F96-ED0E-A0B6D6DD1BF9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3322046" y="1384474"/>
                  <a:ext cx="88920" cy="54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1705049-EA11-AE6D-FFB4-97641A2268B8}"/>
                    </a:ext>
                  </a:extLst>
                </p14:cNvPr>
                <p14:cNvContentPartPr/>
                <p14:nvPr/>
              </p14:nvContentPartPr>
              <p14:xfrm>
                <a:off x="3399086" y="1029514"/>
                <a:ext cx="172080" cy="4719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1705049-EA11-AE6D-FFB4-97641A2268B8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3390086" y="1020514"/>
                  <a:ext cx="189720" cy="48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5E68AE2-58E7-C3A1-C1DA-020BD6F1D6AC}"/>
                    </a:ext>
                  </a:extLst>
                </p14:cNvPr>
                <p14:cNvContentPartPr/>
                <p14:nvPr/>
              </p14:nvContentPartPr>
              <p14:xfrm>
                <a:off x="3364166" y="1424794"/>
                <a:ext cx="102240" cy="1404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5E68AE2-58E7-C3A1-C1DA-020BD6F1D6AC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3355166" y="1415794"/>
                  <a:ext cx="1198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EC27C6C-F886-7E0C-31BB-F8648FC5C30C}"/>
                    </a:ext>
                  </a:extLst>
                </p14:cNvPr>
                <p14:cNvContentPartPr/>
                <p14:nvPr/>
              </p14:nvContentPartPr>
              <p14:xfrm>
                <a:off x="3404126" y="1676434"/>
                <a:ext cx="345960" cy="8658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EC27C6C-F886-7E0C-31BB-F8648FC5C30C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3395126" y="1667434"/>
                  <a:ext cx="363600" cy="88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C75BA2E-80C5-A9B8-DF2E-F67D3AB7F4D3}"/>
                    </a:ext>
                  </a:extLst>
                </p14:cNvPr>
                <p14:cNvContentPartPr/>
                <p14:nvPr/>
              </p14:nvContentPartPr>
              <p14:xfrm>
                <a:off x="2901206" y="1655554"/>
                <a:ext cx="106200" cy="6004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C75BA2E-80C5-A9B8-DF2E-F67D3AB7F4D3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2892175" y="1646554"/>
                  <a:ext cx="123900" cy="61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B268677-029F-7021-064B-77010062464E}"/>
                    </a:ext>
                  </a:extLst>
                </p14:cNvPr>
                <p14:cNvContentPartPr/>
                <p14:nvPr/>
              </p14:nvContentPartPr>
              <p14:xfrm>
                <a:off x="2342486" y="2283394"/>
                <a:ext cx="707760" cy="1090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B268677-029F-7021-064B-77010062464E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2333486" y="2274394"/>
                  <a:ext cx="7254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02A8CE2-A943-14D5-C62B-7F2E96F7BC89}"/>
                    </a:ext>
                  </a:extLst>
                </p14:cNvPr>
                <p14:cNvContentPartPr/>
                <p14:nvPr/>
              </p14:nvContentPartPr>
              <p14:xfrm>
                <a:off x="3012806" y="2159194"/>
                <a:ext cx="11520" cy="1285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02A8CE2-A943-14D5-C62B-7F2E96F7BC89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3003806" y="2150194"/>
                  <a:ext cx="291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C213A548-D0F3-9DE0-E5E5-86947CA68D0B}"/>
                    </a:ext>
                  </a:extLst>
                </p14:cNvPr>
                <p14:cNvContentPartPr/>
                <p14:nvPr/>
              </p14:nvContentPartPr>
              <p14:xfrm>
                <a:off x="2322326" y="2343514"/>
                <a:ext cx="69480" cy="799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C213A548-D0F3-9DE0-E5E5-86947CA68D0B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2313326" y="2334554"/>
                  <a:ext cx="87120" cy="974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A500BBA-9237-8F6F-6F5B-838BE02D9B48}"/>
                    </a:ext>
                  </a:extLst>
                </p14:cNvPr>
                <p14:cNvContentPartPr/>
                <p14:nvPr/>
              </p14:nvContentPartPr>
              <p14:xfrm>
                <a:off x="2361566" y="2383474"/>
                <a:ext cx="177840" cy="9568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A500BBA-9237-8F6F-6F5B-838BE02D9B48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2352566" y="2374477"/>
                  <a:ext cx="195480" cy="97451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4E68225-7C3F-DF52-59D3-830571E4CBC3}"/>
                    </a:ext>
                  </a:extLst>
                </p14:cNvPr>
                <p14:cNvContentPartPr/>
                <p14:nvPr/>
              </p14:nvContentPartPr>
              <p14:xfrm>
                <a:off x="2356526" y="2866234"/>
                <a:ext cx="216360" cy="8676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4E68225-7C3F-DF52-59D3-830571E4CBC3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2347526" y="2857234"/>
                  <a:ext cx="234000" cy="88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F4014EC-5A9D-4EC4-3EB5-DB53616720F1}"/>
                    </a:ext>
                  </a:extLst>
                </p14:cNvPr>
                <p14:cNvContentPartPr/>
                <p14:nvPr/>
              </p14:nvContentPartPr>
              <p14:xfrm>
                <a:off x="2203166" y="3521794"/>
                <a:ext cx="50400" cy="1983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F4014EC-5A9D-4EC4-3EB5-DB53616720F1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2194166" y="3512778"/>
                  <a:ext cx="68040" cy="2160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386D57C-4F55-ABDD-A09D-97556AD56A89}"/>
                    </a:ext>
                  </a:extLst>
                </p14:cNvPr>
                <p14:cNvContentPartPr/>
                <p14:nvPr/>
              </p14:nvContentPartPr>
              <p14:xfrm>
                <a:off x="2404046" y="3671194"/>
                <a:ext cx="286200" cy="3560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386D57C-4F55-ABDD-A09D-97556AD56A89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2395057" y="3662194"/>
                  <a:ext cx="303818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C2ED12B-04D2-1EED-258F-1E7C1AA3CEBB}"/>
                    </a:ext>
                  </a:extLst>
                </p14:cNvPr>
                <p14:cNvContentPartPr/>
                <p14:nvPr/>
              </p14:nvContentPartPr>
              <p14:xfrm>
                <a:off x="3771326" y="2414794"/>
                <a:ext cx="342360" cy="7066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C2ED12B-04D2-1EED-258F-1E7C1AA3CEBB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3762326" y="2405794"/>
                  <a:ext cx="360000" cy="72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6288475-B89A-6077-70A7-82A9ABE4AA0A}"/>
                    </a:ext>
                  </a:extLst>
                </p14:cNvPr>
                <p14:cNvContentPartPr/>
                <p14:nvPr/>
              </p14:nvContentPartPr>
              <p14:xfrm>
                <a:off x="4077326" y="2986114"/>
                <a:ext cx="82800" cy="4827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6288475-B89A-6077-70A7-82A9ABE4AA0A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4068365" y="2977114"/>
                  <a:ext cx="100364" cy="50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F2B3ABE-3A43-05E0-45D0-020D718B55BA}"/>
                    </a:ext>
                  </a:extLst>
                </p14:cNvPr>
                <p14:cNvContentPartPr/>
                <p14:nvPr/>
              </p14:nvContentPartPr>
              <p14:xfrm>
                <a:off x="3896606" y="3358714"/>
                <a:ext cx="230400" cy="673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F2B3ABE-3A43-05E0-45D0-020D718B55BA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3887606" y="3349714"/>
                  <a:ext cx="24804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2B3226D5-ED61-B926-F58D-B07C57D84CCD}"/>
                    </a:ext>
                  </a:extLst>
                </p14:cNvPr>
                <p14:cNvContentPartPr/>
                <p14:nvPr/>
              </p14:nvContentPartPr>
              <p14:xfrm>
                <a:off x="3862046" y="3355114"/>
                <a:ext cx="91080" cy="1083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2B3226D5-ED61-B926-F58D-B07C57D84CCD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3853010" y="3346114"/>
                  <a:ext cx="10879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A8F3D6F-5794-B0ED-B2C5-73AE97C95159}"/>
                    </a:ext>
                  </a:extLst>
                </p14:cNvPr>
                <p14:cNvContentPartPr/>
                <p14:nvPr/>
              </p14:nvContentPartPr>
              <p14:xfrm>
                <a:off x="3855206" y="3438634"/>
                <a:ext cx="80640" cy="4496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A8F3D6F-5794-B0ED-B2C5-73AE97C95159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3846206" y="3429634"/>
                  <a:ext cx="98280" cy="46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46A9BD0-4C6C-2C5C-630E-F4DACD1AFDB0}"/>
                    </a:ext>
                  </a:extLst>
                </p14:cNvPr>
                <p14:cNvContentPartPr/>
                <p14:nvPr/>
              </p14:nvContentPartPr>
              <p14:xfrm>
                <a:off x="4195406" y="3117154"/>
                <a:ext cx="22680" cy="2368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46A9BD0-4C6C-2C5C-630E-F4DACD1AFDB0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4186406" y="3108154"/>
                  <a:ext cx="4032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DDB1986-DF8B-0E06-474D-833C72DC9D82}"/>
                    </a:ext>
                  </a:extLst>
                </p14:cNvPr>
                <p14:cNvContentPartPr/>
                <p14:nvPr/>
              </p14:nvContentPartPr>
              <p14:xfrm>
                <a:off x="4205486" y="3206074"/>
                <a:ext cx="443520" cy="590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DDB1986-DF8B-0E06-474D-833C72DC9D82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4196493" y="3197129"/>
                  <a:ext cx="461146" cy="7657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65C02092-E36E-3B69-E76C-6D05856C5DE0}"/>
                    </a:ext>
                  </a:extLst>
                </p14:cNvPr>
                <p14:cNvContentPartPr/>
                <p14:nvPr/>
              </p14:nvContentPartPr>
              <p14:xfrm>
                <a:off x="3668366" y="2087914"/>
                <a:ext cx="102960" cy="936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65C02092-E36E-3B69-E76C-6D05856C5DE0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3659366" y="2078914"/>
                  <a:ext cx="1206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08434AA-BCE9-A5B6-6EFF-0D21DF1BBD0B}"/>
                    </a:ext>
                  </a:extLst>
                </p14:cNvPr>
                <p14:cNvContentPartPr/>
                <p14:nvPr/>
              </p14:nvContentPartPr>
              <p14:xfrm>
                <a:off x="3714086" y="1991074"/>
                <a:ext cx="1029240" cy="1738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08434AA-BCE9-A5B6-6EFF-0D21DF1BBD0B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3705086" y="1982074"/>
                  <a:ext cx="10468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25940F4-2F0D-296B-98D9-8160A35BA87B}"/>
                    </a:ext>
                  </a:extLst>
                </p14:cNvPr>
                <p14:cNvContentPartPr/>
                <p14:nvPr/>
              </p14:nvContentPartPr>
              <p14:xfrm>
                <a:off x="4498886" y="2082514"/>
                <a:ext cx="237960" cy="11577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25940F4-2F0D-296B-98D9-8160A35BA87B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4489872" y="2073514"/>
                  <a:ext cx="255627" cy="11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18F077C7-5488-EDDA-FA77-6845EA1452D2}"/>
                    </a:ext>
                  </a:extLst>
                </p14:cNvPr>
                <p14:cNvContentPartPr/>
                <p14:nvPr/>
              </p14:nvContentPartPr>
              <p14:xfrm>
                <a:off x="4579166" y="3220474"/>
                <a:ext cx="165600" cy="255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18F077C7-5488-EDDA-FA77-6845EA1452D2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4570186" y="3211474"/>
                  <a:ext cx="183202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DBC4B08-A23C-0AAF-5023-C306A8109B50}"/>
                    </a:ext>
                  </a:extLst>
                </p14:cNvPr>
                <p14:cNvContentPartPr/>
                <p14:nvPr/>
              </p14:nvContentPartPr>
              <p14:xfrm>
                <a:off x="4470806" y="1967314"/>
                <a:ext cx="119880" cy="1515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DBC4B08-A23C-0AAF-5023-C306A8109B50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4461806" y="1958314"/>
                  <a:ext cx="1375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6999FDBB-4A94-093B-92DE-97168DE2070C}"/>
                    </a:ext>
                  </a:extLst>
                </p14:cNvPr>
                <p14:cNvContentPartPr/>
                <p14:nvPr/>
              </p14:nvContentPartPr>
              <p14:xfrm>
                <a:off x="4638926" y="3168994"/>
                <a:ext cx="264960" cy="9482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6999FDBB-4A94-093B-92DE-97168DE2070C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4629926" y="3159997"/>
                  <a:ext cx="282600" cy="96587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E4783180-1445-814E-A989-C05E0BF0F5DE}"/>
                    </a:ext>
                  </a:extLst>
                </p14:cNvPr>
                <p14:cNvContentPartPr/>
                <p14:nvPr/>
              </p14:nvContentPartPr>
              <p14:xfrm>
                <a:off x="4847006" y="3929314"/>
                <a:ext cx="29160" cy="2923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E4783180-1445-814E-A989-C05E0BF0F5DE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4838006" y="3920303"/>
                  <a:ext cx="46800" cy="30998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B999CA4F-9FF2-8613-1E48-7AAB95EF276C}"/>
                    </a:ext>
                  </a:extLst>
                </p14:cNvPr>
                <p14:cNvContentPartPr/>
                <p14:nvPr/>
              </p14:nvContentPartPr>
              <p14:xfrm>
                <a:off x="4596086" y="4225594"/>
                <a:ext cx="425880" cy="669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B999CA4F-9FF2-8613-1E48-7AAB95EF276C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4587094" y="4216642"/>
                  <a:ext cx="443505" cy="845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3A9C3FFC-2D40-C5C7-7C36-1D4D918BFDC7}"/>
                    </a:ext>
                  </a:extLst>
                </p14:cNvPr>
                <p14:cNvContentPartPr/>
                <p14:nvPr/>
              </p14:nvContentPartPr>
              <p14:xfrm>
                <a:off x="4853126" y="4358794"/>
                <a:ext cx="60840" cy="529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3A9C3FFC-2D40-C5C7-7C36-1D4D918BFDC7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4844126" y="4349794"/>
                  <a:ext cx="7848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4B3A5C24-5EED-DF10-F560-9887F1E5CC59}"/>
                    </a:ext>
                  </a:extLst>
                </p14:cNvPr>
                <p14:cNvContentPartPr/>
                <p14:nvPr/>
              </p14:nvContentPartPr>
              <p14:xfrm>
                <a:off x="4933046" y="3549514"/>
                <a:ext cx="163440" cy="2581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4B3A5C24-5EED-DF10-F560-9887F1E5CC59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4924046" y="3540527"/>
                  <a:ext cx="181080" cy="2757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F646A613-E937-0E85-3088-8B5A1B4A81D6}"/>
                    </a:ext>
                  </a:extLst>
                </p14:cNvPr>
                <p14:cNvContentPartPr/>
                <p14:nvPr/>
              </p14:nvContentPartPr>
              <p14:xfrm>
                <a:off x="5131046" y="3638434"/>
                <a:ext cx="130320" cy="1256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F646A613-E937-0E85-3088-8B5A1B4A81D6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5122046" y="3629434"/>
                  <a:ext cx="14796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BC011353-4897-215C-BBEC-A9B2929C8FA6}"/>
                    </a:ext>
                  </a:extLst>
                </p14:cNvPr>
                <p14:cNvContentPartPr/>
                <p14:nvPr/>
              </p14:nvContentPartPr>
              <p14:xfrm>
                <a:off x="4792646" y="2382394"/>
                <a:ext cx="159480" cy="2692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BC011353-4897-215C-BBEC-A9B2929C8FA6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4783666" y="2373394"/>
                  <a:ext cx="17708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81F4AD9A-AB0F-9DAB-C148-BBE884F50F9C}"/>
                    </a:ext>
                  </a:extLst>
                </p14:cNvPr>
                <p14:cNvContentPartPr/>
                <p14:nvPr/>
              </p14:nvContentPartPr>
              <p14:xfrm>
                <a:off x="5013326" y="2484994"/>
                <a:ext cx="19440" cy="18360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81F4AD9A-AB0F-9DAB-C148-BBE884F50F9C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5004326" y="2476012"/>
                  <a:ext cx="37080" cy="2012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E2075264-9117-A3FB-D5FE-E214DFA43C21}"/>
                    </a:ext>
                  </a:extLst>
                </p14:cNvPr>
                <p14:cNvContentPartPr/>
                <p14:nvPr/>
              </p14:nvContentPartPr>
              <p14:xfrm>
                <a:off x="4530926" y="1941754"/>
                <a:ext cx="439200" cy="964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E2075264-9117-A3FB-D5FE-E214DFA43C21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4521926" y="1932754"/>
                  <a:ext cx="4568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01CE836D-471B-CEC9-839C-58050F60AE03}"/>
                    </a:ext>
                  </a:extLst>
                </p14:cNvPr>
                <p14:cNvContentPartPr/>
                <p14:nvPr/>
              </p14:nvContentPartPr>
              <p14:xfrm>
                <a:off x="5127446" y="1785154"/>
                <a:ext cx="111960" cy="2329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01CE836D-471B-CEC9-839C-58050F60AE03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5118417" y="1776140"/>
                  <a:ext cx="129657" cy="25058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2F844A71-9196-8C72-2653-489647E3C031}"/>
                    </a:ext>
                  </a:extLst>
                </p14:cNvPr>
                <p14:cNvContentPartPr/>
                <p14:nvPr/>
              </p14:nvContentPartPr>
              <p14:xfrm>
                <a:off x="5336246" y="1946794"/>
                <a:ext cx="83880" cy="14148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2F844A71-9196-8C72-2653-489647E3C031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5327207" y="1937771"/>
                  <a:ext cx="101596" cy="15916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96533A1D-2BF4-9966-2336-22C44E36FFCD}"/>
                    </a:ext>
                  </a:extLst>
                </p14:cNvPr>
                <p14:cNvContentPartPr/>
                <p14:nvPr/>
              </p14:nvContentPartPr>
              <p14:xfrm>
                <a:off x="3434006" y="906754"/>
                <a:ext cx="230040" cy="16848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96533A1D-2BF4-9966-2336-22C44E36FFCD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3425006" y="897773"/>
                  <a:ext cx="247680" cy="18608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A0609C23-8133-D5B6-E5C1-5A7726DC7D17}"/>
                    </a:ext>
                  </a:extLst>
                </p14:cNvPr>
                <p14:cNvContentPartPr/>
                <p14:nvPr/>
              </p14:nvContentPartPr>
              <p14:xfrm>
                <a:off x="2229086" y="1143994"/>
                <a:ext cx="129240" cy="1929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A0609C23-8133-D5B6-E5C1-5A7726DC7D17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2220086" y="1134994"/>
                  <a:ext cx="1468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1893CDDE-9DA8-456E-EDB9-5BADF09542C1}"/>
                    </a:ext>
                  </a:extLst>
                </p14:cNvPr>
                <p14:cNvContentPartPr/>
                <p14:nvPr/>
              </p14:nvContentPartPr>
              <p14:xfrm>
                <a:off x="2718326" y="3876394"/>
                <a:ext cx="1209240" cy="1875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1893CDDE-9DA8-456E-EDB9-5BADF09542C1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2709326" y="3867394"/>
                  <a:ext cx="12268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4B55A396-E853-90F8-BB51-3DE7CD4E5CC4}"/>
                    </a:ext>
                  </a:extLst>
                </p14:cNvPr>
                <p14:cNvContentPartPr/>
                <p14:nvPr/>
              </p14:nvContentPartPr>
              <p14:xfrm>
                <a:off x="3179126" y="4001314"/>
                <a:ext cx="421560" cy="8449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4B55A396-E853-90F8-BB51-3DE7CD4E5CC4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3170126" y="3992314"/>
                  <a:ext cx="439200" cy="86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5FF7D136-2E7E-4DEA-0BDD-597E6AD41A56}"/>
                    </a:ext>
                  </a:extLst>
                </p14:cNvPr>
                <p14:cNvContentPartPr/>
                <p14:nvPr/>
              </p14:nvContentPartPr>
              <p14:xfrm>
                <a:off x="3338966" y="4518274"/>
                <a:ext cx="38880" cy="19980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5FF7D136-2E7E-4DEA-0BDD-597E6AD41A56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3329882" y="4509290"/>
                  <a:ext cx="56685" cy="21740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8A49B6D9-5161-6536-83C5-46E0F0A174F6}"/>
                    </a:ext>
                  </a:extLst>
                </p14:cNvPr>
                <p14:cNvContentPartPr/>
                <p14:nvPr/>
              </p14:nvContentPartPr>
              <p14:xfrm>
                <a:off x="3285326" y="4630954"/>
                <a:ext cx="190440" cy="9828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8A49B6D9-5161-6536-83C5-46E0F0A174F6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3276326" y="4621987"/>
                  <a:ext cx="208080" cy="1158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7D564643-0E5E-AD47-27F0-60D1EAC19EBA}"/>
                    </a:ext>
                  </a:extLst>
                </p14:cNvPr>
                <p14:cNvContentPartPr/>
                <p14:nvPr/>
              </p14:nvContentPartPr>
              <p14:xfrm>
                <a:off x="3461726" y="4796554"/>
                <a:ext cx="16200" cy="49428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7D564643-0E5E-AD47-27F0-60D1EAC19EBA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3452726" y="4787554"/>
                  <a:ext cx="33840" cy="51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7D9D9DE7-0963-44AE-B522-F727DEFB399E}"/>
                    </a:ext>
                  </a:extLst>
                </p14:cNvPr>
                <p14:cNvContentPartPr/>
                <p14:nvPr/>
              </p14:nvContentPartPr>
              <p14:xfrm>
                <a:off x="3377846" y="5220994"/>
                <a:ext cx="157320" cy="1303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7D9D9DE7-0963-44AE-B522-F727DEFB399E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3368846" y="5211994"/>
                  <a:ext cx="17496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14465939-88A2-1B99-C442-395C7E3339A8}"/>
                    </a:ext>
                  </a:extLst>
                </p14:cNvPr>
                <p14:cNvContentPartPr/>
                <p14:nvPr/>
              </p14:nvContentPartPr>
              <p14:xfrm>
                <a:off x="2492246" y="3620074"/>
                <a:ext cx="131040" cy="16308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14465939-88A2-1B99-C442-395C7E3339A8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2483221" y="3611074"/>
                  <a:ext cx="148729" cy="180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456370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Properties of Negative Feedback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19208"/>
            <a:ext cx="1201902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Gain De-sensitivity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 sz="2400" b="1">
                <a:solidFill>
                  <a:srgbClr val="000000"/>
                </a:solidFill>
                <a:latin typeface="Arial"/>
                <a:cs typeface="Arial"/>
              </a:rPr>
              <a:t>This means that for negative feedback (</a:t>
            </a:r>
            <a:r>
              <a:rPr lang="el-GR" sz="2400" b="1">
                <a:solidFill>
                  <a:srgbClr val="000000"/>
                </a:solidFill>
                <a:latin typeface="Arial"/>
                <a:cs typeface="Arial"/>
              </a:rPr>
              <a:t>β</a:t>
            </a:r>
            <a:r>
              <a:rPr lang="en-AU" sz="2400" b="1">
                <a:solidFill>
                  <a:srgbClr val="000000"/>
                </a:solidFill>
                <a:latin typeface="Arial"/>
                <a:cs typeface="Arial"/>
              </a:rPr>
              <a:t>&gt;0) the change in </a:t>
            </a:r>
            <a:r>
              <a:rPr lang="en-AU" sz="2400" b="1" err="1">
                <a:solidFill>
                  <a:srgbClr val="000000"/>
                </a:solidFill>
                <a:latin typeface="Arial"/>
                <a:cs typeface="Arial"/>
              </a:rPr>
              <a:t>A</a:t>
            </a:r>
            <a:r>
              <a:rPr lang="en-AU" sz="2400" b="1" baseline="-25000" err="1">
                <a:solidFill>
                  <a:srgbClr val="000000"/>
                </a:solidFill>
                <a:latin typeface="Arial"/>
                <a:cs typeface="Arial"/>
              </a:rPr>
              <a:t>f</a:t>
            </a:r>
            <a:r>
              <a:rPr lang="en-AU" sz="2400" b="1">
                <a:solidFill>
                  <a:srgbClr val="000000"/>
                </a:solidFill>
                <a:latin typeface="Arial"/>
                <a:cs typeface="Arial"/>
              </a:rPr>
              <a:t> will be less sensitive to changes in A by the factor (1+ A</a:t>
            </a:r>
            <a:r>
              <a:rPr lang="el-GR" sz="2400" b="1">
                <a:solidFill>
                  <a:srgbClr val="000000"/>
                </a:solidFill>
                <a:latin typeface="Arial"/>
                <a:cs typeface="Arial"/>
              </a:rPr>
              <a:t>β</a:t>
            </a:r>
            <a:r>
              <a:rPr lang="en-AU" sz="2400" b="1">
                <a:solidFill>
                  <a:srgbClr val="000000"/>
                </a:solidFill>
                <a:latin typeface="Arial"/>
                <a:cs typeface="Arial"/>
              </a:rPr>
              <a:t>).</a:t>
            </a:r>
            <a:r>
              <a:rPr lang="en-AU" sz="2400">
                <a:solidFill>
                  <a:srgbClr val="000000"/>
                </a:solidFill>
                <a:latin typeface="Arial"/>
                <a:cs typeface="Arial"/>
              </a:rPr>
              <a:t> </a:t>
            </a: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967167CA-D28C-845E-6F41-E14FBEDAA9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601" y="1267568"/>
            <a:ext cx="6480720" cy="3165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82662AC-E23F-18B4-182D-7CF90B2F21EF}"/>
                  </a:ext>
                </a:extLst>
              </p14:cNvPr>
              <p14:cNvContentPartPr/>
              <p14:nvPr/>
            </p14:nvContentPartPr>
            <p14:xfrm>
              <a:off x="3258000" y="2025720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82662AC-E23F-18B4-182D-7CF90B2F21E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48640" y="201636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985775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Properties of Negative Feedback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19208"/>
            <a:ext cx="1201902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Example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2700" marR="673100"/>
            <a:endParaRPr lang="en-AU" sz="2400">
              <a:solidFill>
                <a:srgbClr val="000000"/>
              </a:solidFill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B1C406EA-9262-E244-8BF6-36728971E1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4528" y="1014969"/>
            <a:ext cx="7443557" cy="4296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950111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Properties of Negative Feedback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19208"/>
            <a:ext cx="1201902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Reduction in non-linear distortion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>
                <a:solidFill>
                  <a:srgbClr val="000000"/>
                </a:solidFill>
                <a:latin typeface="Arial"/>
                <a:cs typeface="Arial"/>
              </a:rPr>
              <a:t>The transfer characteristics of amplifiers is linear only in certain regions. 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>
                <a:solidFill>
                  <a:srgbClr val="000000"/>
                </a:solidFill>
                <a:latin typeface="Arial"/>
                <a:cs typeface="Arial"/>
              </a:rPr>
              <a:t>The range of inputs for which the amplifiers remain in linear region can be maximized by applying feedback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BCEE0CE1-8FC3-1872-56D5-9F5239D1CB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4690" y="2112620"/>
            <a:ext cx="5549026" cy="36830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449537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11377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Properties of Negative Feedback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19208"/>
            <a:ext cx="12019028" cy="7109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Noise reduction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Assume that the signal-to-noise ratio for an amplifier A</a:t>
            </a:r>
            <a:r>
              <a:rPr lang="en-US" sz="2400" baseline="-2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taken to be:</a:t>
            </a:r>
            <a:r>
              <a:rPr lang="en-AU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solidFill>
                <a:srgbClr val="000000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>
                <a:solidFill>
                  <a:srgbClr val="000000"/>
                </a:solidFill>
                <a:latin typeface="Arial"/>
                <a:cs typeface="Arial"/>
              </a:rPr>
              <a:t>Precede A</a:t>
            </a:r>
            <a:r>
              <a:rPr lang="en-AU" sz="2400" baseline="-25000">
                <a:solidFill>
                  <a:srgbClr val="000000"/>
                </a:solidFill>
                <a:latin typeface="Arial"/>
                <a:cs typeface="Arial"/>
              </a:rPr>
              <a:t>1</a:t>
            </a:r>
            <a:r>
              <a:rPr lang="en-AU" sz="2400">
                <a:solidFill>
                  <a:srgbClr val="000000"/>
                </a:solidFill>
                <a:latin typeface="Arial"/>
                <a:cs typeface="Arial"/>
              </a:rPr>
              <a:t> by low noise amplifier A</a:t>
            </a:r>
            <a:r>
              <a:rPr lang="en-AU" sz="2400" baseline="-25000">
                <a:solidFill>
                  <a:srgbClr val="000000"/>
                </a:solidFill>
                <a:latin typeface="Arial"/>
                <a:cs typeface="Arial"/>
              </a:rPr>
              <a:t>2, 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aseline="-25000">
              <a:solidFill>
                <a:srgbClr val="000000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aseline="-25000">
              <a:solidFill>
                <a:srgbClr val="000000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aseline="-25000">
              <a:solidFill>
                <a:srgbClr val="000000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aseline="-25000">
              <a:solidFill>
                <a:srgbClr val="000000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aseline="-25000">
              <a:solidFill>
                <a:srgbClr val="000000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aseline="-25000">
              <a:solidFill>
                <a:srgbClr val="000000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aseline="-25000">
              <a:solidFill>
                <a:srgbClr val="000000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aseline="-25000">
              <a:solidFill>
                <a:srgbClr val="000000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aseline="-25000">
              <a:solidFill>
                <a:srgbClr val="000000"/>
              </a:solidFill>
              <a:latin typeface="Arial"/>
              <a:cs typeface="Arial"/>
            </a:endParaRPr>
          </a:p>
          <a:p>
            <a:pPr marL="1270000" marR="673100" lvl="2" indent="-342900">
              <a:buFont typeface="Wingdings" panose="05000000000000000000" pitchFamily="2" charset="2"/>
              <a:buChar char="§"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00" marR="673100" lvl="2" indent="-342900">
              <a:buFont typeface="Wingdings" panose="05000000000000000000" pitchFamily="2" charset="2"/>
              <a:buChar char="§"/>
            </a:pP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signal-to-noise ratio for the total system is then given by</a:t>
            </a:r>
          </a:p>
          <a:p>
            <a:pPr marL="927100" marR="673100" lvl="2"/>
            <a:r>
              <a:rPr lang="en-AU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927100" marR="673100" lvl="2"/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B66547-78F8-78AF-32FD-80F48AF645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627" y="2024171"/>
            <a:ext cx="5487995" cy="2253052"/>
          </a:xfrm>
          <a:prstGeom prst="rect">
            <a:avLst/>
          </a:prstGeom>
        </p:spPr>
      </p:pic>
      <p:pic>
        <p:nvPicPr>
          <p:cNvPr id="12" name="Picture 3">
            <a:extLst>
              <a:ext uri="{FF2B5EF4-FFF2-40B4-BE49-F238E27FC236}">
                <a16:creationId xmlns:a16="http://schemas.microsoft.com/office/drawing/2014/main" id="{23651CBA-C7C6-8219-EFB2-90B572F3D5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8140" y="2502937"/>
            <a:ext cx="3889226" cy="102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08848B6C-2D51-3AB7-3C7B-4F4C57343B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4289" y="1296443"/>
            <a:ext cx="1630277" cy="398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4">
            <a:extLst>
              <a:ext uri="{FF2B5EF4-FFF2-40B4-BE49-F238E27FC236}">
                <a16:creationId xmlns:a16="http://schemas.microsoft.com/office/drawing/2014/main" id="{1F82CFD1-810E-8EA0-F042-D2F47D2198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3717" y="5022445"/>
            <a:ext cx="1441698" cy="795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831824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Properties of Negative Feedback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19208"/>
            <a:ext cx="1201902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Bandwidth extension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>
                <a:solidFill>
                  <a:srgbClr val="000000"/>
                </a:solidFill>
                <a:latin typeface="Arial"/>
                <a:cs typeface="Arial"/>
              </a:rPr>
              <a:t>Consider an amplifier that can be characterised with a single-pole function 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solidFill>
                <a:srgbClr val="000000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AU" sz="2400">
                <a:solidFill>
                  <a:srgbClr val="000000"/>
                </a:solidFill>
                <a:latin typeface="Arial"/>
                <a:cs typeface="Arial"/>
              </a:rPr>
              <a:t>With feedback applied, the gain function is given by</a:t>
            </a: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674E7EC1-5405-6190-C00C-F66194DEDC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9570" y="1286788"/>
            <a:ext cx="1872208" cy="795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3">
            <a:extLst>
              <a:ext uri="{FF2B5EF4-FFF2-40B4-BE49-F238E27FC236}">
                <a16:creationId xmlns:a16="http://schemas.microsoft.com/office/drawing/2014/main" id="{8C5E5B5E-1DD6-C9C8-0282-A1E38ECF25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2450" y="2350748"/>
            <a:ext cx="1812814" cy="966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2">
            <a:extLst>
              <a:ext uri="{FF2B5EF4-FFF2-40B4-BE49-F238E27FC236}">
                <a16:creationId xmlns:a16="http://schemas.microsoft.com/office/drawing/2014/main" id="{3F8A8F48-8641-1EA7-CB70-AD4A064A58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6282" y="3385489"/>
            <a:ext cx="3523741" cy="2642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731073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Properties of Negative Feedback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3D84C1A-0323-7A03-0A6D-FC9C158E4761}"/>
                  </a:ext>
                </a:extLst>
              </p:cNvPr>
              <p:cNvSpPr txBox="1"/>
              <p:nvPr/>
            </p:nvSpPr>
            <p:spPr>
              <a:xfrm>
                <a:off x="172972" y="519208"/>
                <a:ext cx="12019028" cy="82176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69900" marR="673100" indent="-457200">
                  <a:buFont typeface="Wingdings" panose="05000000000000000000" pitchFamily="2" charset="2"/>
                  <a:buChar char="§"/>
                </a:pPr>
                <a:r>
                  <a:rPr lang="en-AU" sz="2400">
                    <a:solidFill>
                      <a:srgbClr val="000000"/>
                    </a:solidFill>
                    <a:latin typeface="Arial"/>
                    <a:cs typeface="Arial"/>
                  </a:rPr>
                  <a:t>The high corner frequency for the amplifier with feedback is then given by function </a:t>
                </a:r>
              </a:p>
              <a:p>
                <a:pPr marL="469900" marR="673100" indent="-457200">
                  <a:buFont typeface="Wingdings" panose="05000000000000000000" pitchFamily="2" charset="2"/>
                  <a:buChar char="§"/>
                </a:pPr>
                <a:endParaRPr lang="en-AU" sz="2400">
                  <a:solidFill>
                    <a:srgbClr val="000000"/>
                  </a:solidFill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§"/>
                </a:pPr>
                <a:r>
                  <a:rPr lang="en-AU" sz="2400">
                    <a:solidFill>
                      <a:srgbClr val="000000"/>
                    </a:solidFill>
                    <a:latin typeface="Arial"/>
                    <a:cs typeface="Arial"/>
                  </a:rPr>
                  <a:t>By a similar argument for low frequency corner, it can be shown that</a:t>
                </a:r>
              </a:p>
              <a:p>
                <a:pPr marL="469900" marR="673100" indent="-457200">
                  <a:buFont typeface="Wingdings" panose="05000000000000000000" pitchFamily="2" charset="2"/>
                  <a:buChar char="§"/>
                </a:pPr>
                <a:endParaRPr lang="en-AU" sz="2400">
                  <a:solidFill>
                    <a:srgbClr val="000000"/>
                  </a:solidFill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§"/>
                </a:pPr>
                <a:endParaRPr lang="en-AU" sz="2400">
                  <a:solidFill>
                    <a:srgbClr val="000000"/>
                  </a:solidFill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§"/>
                </a:pPr>
                <a:r>
                  <a:rPr lang="en-AU" sz="2400">
                    <a:solidFill>
                      <a:srgbClr val="000000"/>
                    </a:solidFill>
                    <a:latin typeface="Arial"/>
                    <a:cs typeface="Arial"/>
                  </a:rPr>
                  <a:t>The bandwidth of the amplifier </a:t>
                </a:r>
                <a:r>
                  <a:rPr lang="en-AU" sz="2400">
                    <a:latin typeface="+mn-lt"/>
                  </a:rPr>
                  <a:t>(</a:t>
                </a:r>
                <a:r>
                  <a:rPr lang="el-GR" sz="2400">
                    <a:latin typeface="+mn-lt"/>
                  </a:rPr>
                  <a:t>ω</a:t>
                </a:r>
                <a:r>
                  <a:rPr lang="en-AU" sz="2400" baseline="-25000">
                    <a:latin typeface="+mn-lt"/>
                  </a:rPr>
                  <a:t>H</a:t>
                </a:r>
                <a:r>
                  <a:rPr lang="en-AU" sz="2400">
                    <a:latin typeface="+mn-lt"/>
                  </a:rPr>
                  <a:t> – </a:t>
                </a:r>
                <a:r>
                  <a:rPr lang="el-GR" sz="2400">
                    <a:latin typeface="+mn-lt"/>
                  </a:rPr>
                  <a:t>ω</a:t>
                </a:r>
                <a:r>
                  <a:rPr lang="en-AU" sz="2400" baseline="-25000">
                    <a:latin typeface="+mn-lt"/>
                  </a:rPr>
                  <a:t>L</a:t>
                </a:r>
                <a:r>
                  <a:rPr lang="en-AU" sz="2400">
                    <a:latin typeface="+mn-lt"/>
                  </a:rPr>
                  <a:t>) has been increased by the feedback factor of (1 +</a:t>
                </a:r>
                <a:r>
                  <a:rPr lang="el-GR" sz="2400">
                    <a:latin typeface="+mn-lt"/>
                  </a:rPr>
                  <a:t>β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1" i="1" smtClean="0"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AU" sz="2400" b="1" i="1" smtClean="0">
                            <a:latin typeface="Cambria Math"/>
                          </a:rPr>
                          <m:t>𝒐</m:t>
                        </m:r>
                      </m:sub>
                    </m:sSub>
                  </m:oMath>
                </a14:m>
                <a:r>
                  <a:rPr lang="en-US" sz="2400">
                    <a:latin typeface="+mn-lt"/>
                  </a:rPr>
                  <a:t>)</a:t>
                </a:r>
                <a:endParaRPr lang="en-AU" sz="2400">
                  <a:solidFill>
                    <a:srgbClr val="000000"/>
                  </a:solidFill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 sz="2400">
                  <a:solidFill>
                    <a:srgbClr val="000000"/>
                  </a:solidFill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 sz="2400">
                  <a:solidFill>
                    <a:srgbClr val="000000"/>
                  </a:solidFill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 sz="2400">
                  <a:solidFill>
                    <a:srgbClr val="000000"/>
                  </a:solidFill>
                  <a:latin typeface="Arial"/>
                  <a:cs typeface="Arial"/>
                </a:endParaRPr>
              </a:p>
              <a:p>
                <a:pPr marL="469900" marR="673100" indent="-457200">
                  <a:buFont typeface="Wingdings" panose="05000000000000000000" pitchFamily="2" charset="2"/>
                  <a:buChar char="q"/>
                </a:pPr>
                <a:endParaRPr lang="en-AU" sz="2400">
                  <a:solidFill>
                    <a:srgbClr val="000000"/>
                  </a:solidFill>
                  <a:latin typeface="Arial"/>
                  <a:cs typeface="Arial"/>
                </a:endParaRPr>
              </a:p>
              <a:p>
                <a:pPr marL="1384300" marR="673100" lvl="2" indent="-457200">
                  <a:buFont typeface="Wingdings" panose="05000000000000000000" pitchFamily="2" charset="2"/>
                  <a:buChar char="§"/>
                </a:pPr>
                <a:endParaRPr lang="en-AU" sz="2400">
                  <a:solidFill>
                    <a:srgbClr val="000000"/>
                  </a:solidFill>
                  <a:latin typeface="Arial"/>
                  <a:cs typeface="Arial"/>
                </a:endParaRPr>
              </a:p>
              <a:p>
                <a:pPr marL="1384300" marR="673100" lvl="2" indent="-457200">
                  <a:buFont typeface="Wingdings" panose="05000000000000000000" pitchFamily="2" charset="2"/>
                  <a:buChar char="§"/>
                </a:pPr>
                <a:endParaRPr lang="en-AU" sz="2400" b="1">
                  <a:solidFill>
                    <a:srgbClr val="FF2121"/>
                  </a:solidFill>
                  <a:latin typeface="Arial"/>
                  <a:cs typeface="Arial"/>
                </a:endParaRPr>
              </a:p>
              <a:p>
                <a:pPr marL="1384300" marR="673100" lvl="2" indent="-457200">
                  <a:buFont typeface="Wingdings" panose="05000000000000000000" pitchFamily="2" charset="2"/>
                  <a:buChar char="§"/>
                </a:pPr>
                <a:endParaRPr lang="en-AU" sz="2400" b="1">
                  <a:solidFill>
                    <a:srgbClr val="FF2121"/>
                  </a:solidFill>
                  <a:latin typeface="Arial"/>
                  <a:cs typeface="Arial"/>
                </a:endParaRPr>
              </a:p>
              <a:p>
                <a:pPr marL="1384300" marR="673100" lvl="2" indent="-457200">
                  <a:buFont typeface="Wingdings" panose="05000000000000000000" pitchFamily="2" charset="2"/>
                  <a:buChar char="§"/>
                </a:pPr>
                <a:endParaRPr lang="en-AU" sz="2400" b="1">
                  <a:solidFill>
                    <a:srgbClr val="FF2121"/>
                  </a:solidFill>
                  <a:latin typeface="Arial"/>
                  <a:cs typeface="Arial"/>
                </a:endParaRPr>
              </a:p>
              <a:p>
                <a:pPr marL="1384300" marR="673100" lvl="2" indent="-457200">
                  <a:buFont typeface="Wingdings" panose="05000000000000000000" pitchFamily="2" charset="2"/>
                  <a:buChar char="§"/>
                </a:pPr>
                <a:endParaRPr lang="en-AU" sz="2400" b="1">
                  <a:solidFill>
                    <a:srgbClr val="FF2121"/>
                  </a:solidFill>
                  <a:latin typeface="Arial"/>
                  <a:cs typeface="Arial"/>
                </a:endParaRPr>
              </a:p>
              <a:p>
                <a:pPr marL="1384300" marR="673100" lvl="2" indent="-457200">
                  <a:buFont typeface="Wingdings" panose="05000000000000000000" pitchFamily="2" charset="2"/>
                  <a:buChar char="§"/>
                </a:pPr>
                <a:endParaRPr lang="en-AU" sz="2400" b="1">
                  <a:solidFill>
                    <a:srgbClr val="FF2121"/>
                  </a:solidFill>
                  <a:latin typeface="Arial"/>
                  <a:cs typeface="Arial"/>
                </a:endParaRPr>
              </a:p>
              <a:p>
                <a:pPr marL="1384300" marR="673100" lvl="2" indent="-457200">
                  <a:buFont typeface="Wingdings" panose="05000000000000000000" pitchFamily="2" charset="2"/>
                  <a:buChar char="§"/>
                </a:pPr>
                <a:endParaRPr lang="en-AU" sz="2400" b="1">
                  <a:solidFill>
                    <a:srgbClr val="FF2121"/>
                  </a:solidFill>
                  <a:latin typeface="Arial"/>
                  <a:cs typeface="Arial"/>
                </a:endParaRPr>
              </a:p>
              <a:p>
                <a:pPr marL="1384300" marR="673100" lvl="2" indent="-457200">
                  <a:buFont typeface="Wingdings" panose="05000000000000000000" pitchFamily="2" charset="2"/>
                  <a:buChar char="§"/>
                </a:pPr>
                <a:endParaRPr lang="en-AU" sz="2400" b="1">
                  <a:solidFill>
                    <a:srgbClr val="FF2121"/>
                  </a:solidFill>
                  <a:latin typeface="Arial"/>
                  <a:cs typeface="Arial"/>
                </a:endParaRPr>
              </a:p>
              <a:p>
                <a:pPr marL="1384300" marR="673100" lvl="2" indent="-457200">
                  <a:buFont typeface="Wingdings" panose="05000000000000000000" pitchFamily="2" charset="2"/>
                  <a:buChar char="§"/>
                </a:pPr>
                <a:endParaRPr lang="en-AU" sz="2400" b="1">
                  <a:solidFill>
                    <a:srgbClr val="FF2121"/>
                  </a:solidFill>
                  <a:latin typeface="Arial"/>
                  <a:cs typeface="Arial"/>
                </a:endParaRPr>
              </a:p>
              <a:p>
                <a:pPr marL="927100" marR="673100" lvl="2"/>
                <a:endParaRPr lang="en-AU" sz="240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3D84C1A-0323-7A03-0A6D-FC9C158E47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972" y="519208"/>
                <a:ext cx="12019028" cy="8217634"/>
              </a:xfrm>
              <a:prstGeom prst="rect">
                <a:avLst/>
              </a:prstGeom>
              <a:blipFill>
                <a:blip r:embed="rId3"/>
                <a:stretch>
                  <a:fillRect l="-558" t="-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3">
            <a:extLst>
              <a:ext uri="{FF2B5EF4-FFF2-40B4-BE49-F238E27FC236}">
                <a16:creationId xmlns:a16="http://schemas.microsoft.com/office/drawing/2014/main" id="{98466921-2269-3D3C-6F32-0970826879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561" y="1061233"/>
            <a:ext cx="260985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2">
            <a:extLst>
              <a:ext uri="{FF2B5EF4-FFF2-40B4-BE49-F238E27FC236}">
                <a16:creationId xmlns:a16="http://schemas.microsoft.com/office/drawing/2014/main" id="{D53AE838-BE73-D817-DE50-53A6CF682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6394" y="2101975"/>
            <a:ext cx="290512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3">
            <a:extLst>
              <a:ext uri="{FF2B5EF4-FFF2-40B4-BE49-F238E27FC236}">
                <a16:creationId xmlns:a16="http://schemas.microsoft.com/office/drawing/2014/main" id="{5BDB995E-E1F8-2BAB-864A-604FC9E451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1279" y="3350577"/>
            <a:ext cx="4232868" cy="2724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188212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Properties of Negative Feedback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19208"/>
            <a:ext cx="1201902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Effect of input impedance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feedback signal is a voltage in series with input, the input impedance is i</a:t>
            </a:r>
            <a:r>
              <a:rPr lang="en-US" sz="2400" u="sng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ncreased</a:t>
            </a: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 the factor (1+</a:t>
            </a:r>
            <a:r>
              <a:rPr lang="el-GR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n-AU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A).</a:t>
            </a:r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solidFill>
                <a:srgbClr val="000000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solidFill>
                <a:srgbClr val="000000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77E881E5-22F1-D269-A7B8-261BA1010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6561" y="2238355"/>
            <a:ext cx="4640387" cy="29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3">
            <a:extLst>
              <a:ext uri="{FF2B5EF4-FFF2-40B4-BE49-F238E27FC236}">
                <a16:creationId xmlns:a16="http://schemas.microsoft.com/office/drawing/2014/main" id="{B1B46B57-A0D6-D837-01DA-4E0D7379BE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4025" y="2479389"/>
            <a:ext cx="3867472" cy="808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4">
            <a:extLst>
              <a:ext uri="{FF2B5EF4-FFF2-40B4-BE49-F238E27FC236}">
                <a16:creationId xmlns:a16="http://schemas.microsoft.com/office/drawing/2014/main" id="{CE6EE412-6A38-55B6-3C24-094D39403F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0881" y="3822531"/>
            <a:ext cx="3573760" cy="997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768046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Properties of Negative Feedback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19208"/>
            <a:ext cx="1201902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Effect of input impedance</a:t>
            </a: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feedback signal is a current in shunt at the input, the input impedance is </a:t>
            </a:r>
            <a:r>
              <a:rPr lang="en-US" sz="2400" u="sng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decreased</a:t>
            </a: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 the factor (1+</a:t>
            </a:r>
            <a:r>
              <a:rPr lang="el-GR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n-AU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A).</a:t>
            </a:r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solidFill>
                <a:srgbClr val="000000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solidFill>
                <a:srgbClr val="000000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0324ABE5-C2A8-0EC6-717B-835A0BF272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9197" y="2157144"/>
            <a:ext cx="4743117" cy="3024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3">
            <a:extLst>
              <a:ext uri="{FF2B5EF4-FFF2-40B4-BE49-F238E27FC236}">
                <a16:creationId xmlns:a16="http://schemas.microsoft.com/office/drawing/2014/main" id="{4100DF49-1182-6FD0-9CDE-0AFF97C771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2640" y="2373168"/>
            <a:ext cx="424815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4">
            <a:extLst>
              <a:ext uri="{FF2B5EF4-FFF2-40B4-BE49-F238E27FC236}">
                <a16:creationId xmlns:a16="http://schemas.microsoft.com/office/drawing/2014/main" id="{AE862361-C671-C6F8-51CE-CE84A930C7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3665" y="3539695"/>
            <a:ext cx="3667125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869704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Properties of Negative Feedback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19208"/>
            <a:ext cx="1201902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Effect of output impedance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feedback configuration is a shunt connection (voltage sampling) , the output impedance is </a:t>
            </a:r>
            <a:r>
              <a:rPr lang="en-US" sz="2400" u="sng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reduced</a:t>
            </a: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 the factor (1+</a:t>
            </a:r>
            <a:r>
              <a:rPr lang="el-GR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n-AU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A).</a:t>
            </a:r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solidFill>
                <a:srgbClr val="000000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solidFill>
                <a:srgbClr val="000000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EB48ED2F-C80A-3DC0-0C74-85552840D6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0214" y="2348000"/>
            <a:ext cx="3904272" cy="2833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4">
            <a:extLst>
              <a:ext uri="{FF2B5EF4-FFF2-40B4-BE49-F238E27FC236}">
                <a16:creationId xmlns:a16="http://schemas.microsoft.com/office/drawing/2014/main" id="{359965AD-28D1-544A-6282-30CD5B60B3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763" y="1773306"/>
            <a:ext cx="2552700" cy="177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5">
            <a:extLst>
              <a:ext uri="{FF2B5EF4-FFF2-40B4-BE49-F238E27FC236}">
                <a16:creationId xmlns:a16="http://schemas.microsoft.com/office/drawing/2014/main" id="{E5F4F866-3C00-BCCD-F00D-132531025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9009" y="3482939"/>
            <a:ext cx="3876675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6">
            <a:extLst>
              <a:ext uri="{FF2B5EF4-FFF2-40B4-BE49-F238E27FC236}">
                <a16:creationId xmlns:a16="http://schemas.microsoft.com/office/drawing/2014/main" id="{3BED4C32-7F27-04E8-A9BB-DBBF87D953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3738" y="2312274"/>
            <a:ext cx="120967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7">
            <a:extLst>
              <a:ext uri="{FF2B5EF4-FFF2-40B4-BE49-F238E27FC236}">
                <a16:creationId xmlns:a16="http://schemas.microsoft.com/office/drawing/2014/main" id="{AC20CB0E-2EB5-E943-10AC-4AA22E3205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6818" y="4004184"/>
            <a:ext cx="2466975" cy="185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A49DF5F9-80EA-8377-437A-2E1A7BA36229}"/>
                  </a:ext>
                </a:extLst>
              </p14:cNvPr>
              <p14:cNvContentPartPr/>
              <p14:nvPr/>
            </p14:nvContentPartPr>
            <p14:xfrm>
              <a:off x="9153686" y="5358154"/>
              <a:ext cx="10440" cy="1548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A49DF5F9-80EA-8377-437A-2E1A7BA3622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144365" y="5349154"/>
                <a:ext cx="28710" cy="33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793996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AU" sz="3600" b="1">
                <a:latin typeface="Arial Black" panose="020B0A04020102020204" pitchFamily="34" charset="0"/>
              </a:rPr>
              <a:t>Properties of Negative Feedback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19208"/>
            <a:ext cx="1201902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Effect of output impedance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feedback configuration is a series connection (current sampling), the output impedance is </a:t>
            </a:r>
            <a:r>
              <a:rPr lang="en-US" sz="2400" u="sng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increased</a:t>
            </a: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 the factor (1+</a:t>
            </a:r>
            <a:r>
              <a:rPr lang="el-GR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n-AU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A).</a:t>
            </a:r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solidFill>
                <a:srgbClr val="000000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solidFill>
                <a:srgbClr val="000000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A4D1EB9B-562E-0BC0-8C70-B093CD5F95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874068"/>
            <a:ext cx="2552700" cy="177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6">
            <a:extLst>
              <a:ext uri="{FF2B5EF4-FFF2-40B4-BE49-F238E27FC236}">
                <a16:creationId xmlns:a16="http://schemas.microsoft.com/office/drawing/2014/main" id="{C4FB9D99-5990-0BA6-4338-02CF3914F3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9975" y="2413036"/>
            <a:ext cx="120967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2">
            <a:extLst>
              <a:ext uri="{FF2B5EF4-FFF2-40B4-BE49-F238E27FC236}">
                <a16:creationId xmlns:a16="http://schemas.microsoft.com/office/drawing/2014/main" id="{AFEFC1F0-5F2C-ED7E-3626-958E198EB4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919" y="2603536"/>
            <a:ext cx="4976081" cy="2809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4">
            <a:extLst>
              <a:ext uri="{FF2B5EF4-FFF2-40B4-BE49-F238E27FC236}">
                <a16:creationId xmlns:a16="http://schemas.microsoft.com/office/drawing/2014/main" id="{6776F711-86F1-4F4A-E4FE-AFBAE7451B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2582" y="2862879"/>
            <a:ext cx="1743075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6">
            <a:extLst>
              <a:ext uri="{FF2B5EF4-FFF2-40B4-BE49-F238E27FC236}">
                <a16:creationId xmlns:a16="http://schemas.microsoft.com/office/drawing/2014/main" id="{F19BBCD4-06E4-156C-CFB4-E829DC4A22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462" y="3535728"/>
            <a:ext cx="4295775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Picture 7">
            <a:extLst>
              <a:ext uri="{FF2B5EF4-FFF2-40B4-BE49-F238E27FC236}">
                <a16:creationId xmlns:a16="http://schemas.microsoft.com/office/drawing/2014/main" id="{A223E1F2-A4C3-637E-91D9-59625BE4E2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2582" y="4248962"/>
            <a:ext cx="2133600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8">
            <a:extLst>
              <a:ext uri="{FF2B5EF4-FFF2-40B4-BE49-F238E27FC236}">
                <a16:creationId xmlns:a16="http://schemas.microsoft.com/office/drawing/2014/main" id="{F88A8519-A580-ACF4-30C4-7DB3E5152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9426" y="4753018"/>
            <a:ext cx="2476500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11D81C9-4F7E-2F6D-38C3-9C9197F46903}"/>
                  </a:ext>
                </a:extLst>
              </p14:cNvPr>
              <p14:cNvContentPartPr/>
              <p14:nvPr/>
            </p14:nvContentPartPr>
            <p14:xfrm>
              <a:off x="9120566" y="2896474"/>
              <a:ext cx="14400" cy="295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11D81C9-4F7E-2F6D-38C3-9C9197F4690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111566" y="2887363"/>
                <a:ext cx="32040" cy="47378"/>
              </a:xfrm>
              <a:prstGeom prst="rect">
                <a:avLst/>
              </a:prstGeom>
            </p:spPr>
          </p:pic>
        </mc:Fallback>
      </mc:AlternateContent>
      <p:grpSp>
        <p:nvGrpSpPr>
          <p:cNvPr id="90" name="Group 89">
            <a:extLst>
              <a:ext uri="{FF2B5EF4-FFF2-40B4-BE49-F238E27FC236}">
                <a16:creationId xmlns:a16="http://schemas.microsoft.com/office/drawing/2014/main" id="{2ECDC932-A99D-3601-BB78-2424F3D82AD2}"/>
              </a:ext>
            </a:extLst>
          </p:cNvPr>
          <p:cNvGrpSpPr/>
          <p:nvPr/>
        </p:nvGrpSpPr>
        <p:grpSpPr>
          <a:xfrm>
            <a:off x="9498206" y="4261594"/>
            <a:ext cx="1462680" cy="219240"/>
            <a:chOff x="9498206" y="4261594"/>
            <a:chExt cx="1462680" cy="21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E21ABAF4-3DB4-0D8A-5328-1B8A55BFA32C}"/>
                    </a:ext>
                  </a:extLst>
                </p14:cNvPr>
                <p14:cNvContentPartPr/>
                <p14:nvPr/>
              </p14:nvContentPartPr>
              <p14:xfrm>
                <a:off x="9498206" y="4457074"/>
                <a:ext cx="12960" cy="237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E21ABAF4-3DB4-0D8A-5328-1B8A55BFA32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489449" y="4447936"/>
                  <a:ext cx="30123" cy="416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4F73645-9F1F-F036-AD67-98EE2FC34E53}"/>
                    </a:ext>
                  </a:extLst>
                </p14:cNvPr>
                <p14:cNvContentPartPr/>
                <p14:nvPr/>
              </p14:nvContentPartPr>
              <p14:xfrm>
                <a:off x="10947206" y="4261594"/>
                <a:ext cx="13680" cy="172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4F73645-9F1F-F036-AD67-98EE2FC34E5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938206" y="4252594"/>
                  <a:ext cx="31320" cy="34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EC5A29D-CE22-EE86-F41B-8DB258110DCE}"/>
                  </a:ext>
                </a:extLst>
              </p14:cNvPr>
              <p14:cNvContentPartPr/>
              <p14:nvPr/>
            </p14:nvContentPartPr>
            <p14:xfrm>
              <a:off x="3528720" y="2630160"/>
              <a:ext cx="8280" cy="176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EC5A29D-CE22-EE86-F41B-8DB258110DC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519360" y="2620800"/>
                <a:ext cx="27000" cy="3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591612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51495"/>
            <a:ext cx="12019028" cy="9325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General analysis steps</a:t>
            </a:r>
          </a:p>
          <a:p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sz="2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1</a:t>
            </a: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 the feedback topology</a:t>
            </a:r>
          </a:p>
          <a:p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sz="2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2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Redraw the basic amplifier in a form suitable for small-signal analysis including the loading effect of the feedback network on the input and output sections of the basic amplifier. It should be noted that</a:t>
            </a:r>
          </a:p>
          <a:p>
            <a:pPr marL="2171700" lvl="4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2400" baseline="-2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h</a:t>
            </a:r>
            <a:r>
              <a:rPr lang="en-US" sz="2400" baseline="-2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z</a:t>
            </a:r>
            <a:r>
              <a:rPr lang="en-US" sz="2400" baseline="-2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or g</a:t>
            </a:r>
            <a:r>
              <a:rPr lang="en-US" sz="2400" baseline="-2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the appropriate two-port parameter for the feedback network represents the loading effect of the feedback network at the input section.</a:t>
            </a:r>
          </a:p>
          <a:p>
            <a:pPr marL="2171700" lvl="4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2400" baseline="-2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</a:t>
            </a: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h</a:t>
            </a:r>
            <a:r>
              <a:rPr lang="en-US" sz="2400" baseline="-2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z</a:t>
            </a:r>
            <a:r>
              <a:rPr lang="en-US" sz="2400" baseline="-2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</a:t>
            </a: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g</a:t>
            </a:r>
            <a:r>
              <a:rPr lang="en-US" sz="2400" baseline="-2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</a:t>
            </a:r>
            <a:r>
              <a: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the appropriate two-port parameter for the feedback network represents the loading effect of the feedback network at the output section.</a:t>
            </a:r>
          </a:p>
          <a:p>
            <a:pPr lvl="1"/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solidFill>
                <a:srgbClr val="000000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solidFill>
                <a:srgbClr val="000000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FFEDBB7-1228-7F43-9D1E-D1CC63C15C0F}"/>
                  </a:ext>
                </a:extLst>
              </p14:cNvPr>
              <p14:cNvContentPartPr/>
              <p14:nvPr/>
            </p14:nvContentPartPr>
            <p14:xfrm>
              <a:off x="3017880" y="4046400"/>
              <a:ext cx="609480" cy="6199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FFEDBB7-1228-7F43-9D1E-D1CC63C15C0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08520" y="4037040"/>
                <a:ext cx="628200" cy="638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215544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51495"/>
            <a:ext cx="1201902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solidFill>
                <a:srgbClr val="000000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solidFill>
                <a:srgbClr val="000000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E302202-3FEF-74FC-CF1C-FC4603C3D9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893" y="792447"/>
            <a:ext cx="5305430" cy="324763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F13F8BC-B16B-785B-6FC1-72F79CEA9EEF}"/>
              </a:ext>
            </a:extLst>
          </p:cNvPr>
          <p:cNvSpPr txBox="1"/>
          <p:nvPr/>
        </p:nvSpPr>
        <p:spPr>
          <a:xfrm>
            <a:off x="157763" y="647786"/>
            <a:ext cx="37959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US" b="1">
                <a:latin typeface="Arial"/>
                <a:cs typeface="Arial"/>
              </a:rPr>
              <a:t>S</a:t>
            </a:r>
            <a:r>
              <a:rPr lang="en-AU" b="1">
                <a:latin typeface="Arial"/>
                <a:cs typeface="Arial"/>
              </a:rPr>
              <a:t>hunt-shunt topology</a:t>
            </a:r>
            <a:endParaRPr lang="en-AU" sz="1800" b="1">
              <a:latin typeface="Arial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6CCC5C-7BC2-8F12-9B7A-98CCE96601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8410" y="3692965"/>
            <a:ext cx="7461731" cy="231109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ECB1598-3ADC-6865-96E8-2D5F7D90E152}"/>
              </a:ext>
            </a:extLst>
          </p:cNvPr>
          <p:cNvSpPr txBox="1"/>
          <p:nvPr/>
        </p:nvSpPr>
        <p:spPr>
          <a:xfrm>
            <a:off x="6096000" y="1202509"/>
            <a:ext cx="5791201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baseline="-2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represents the loading effect of the feedback network at the input side.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baseline="-2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 </a:t>
            </a:r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represents the loading effect of the feedback network at the output side.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baseline="-2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y</a:t>
            </a:r>
            <a:r>
              <a:rPr lang="en-US" baseline="-2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</a:t>
            </a:r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are connected in parallel at the input and output sides respectively.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source is current source – voltage source needs to be converted to current source.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baseline="-250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03170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51495"/>
            <a:ext cx="1201902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solidFill>
                <a:srgbClr val="000000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solidFill>
                <a:srgbClr val="000000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13F8BC-B16B-785B-6FC1-72F79CEA9EEF}"/>
              </a:ext>
            </a:extLst>
          </p:cNvPr>
          <p:cNvSpPr txBox="1"/>
          <p:nvPr/>
        </p:nvSpPr>
        <p:spPr>
          <a:xfrm>
            <a:off x="157763" y="647786"/>
            <a:ext cx="37959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US" b="1">
                <a:latin typeface="Arial"/>
                <a:cs typeface="Arial"/>
              </a:rPr>
              <a:t>S</a:t>
            </a:r>
            <a:r>
              <a:rPr lang="en-AU" b="1" err="1">
                <a:latin typeface="Arial"/>
                <a:cs typeface="Arial"/>
              </a:rPr>
              <a:t>eries</a:t>
            </a:r>
            <a:r>
              <a:rPr lang="en-AU" b="1">
                <a:latin typeface="Arial"/>
                <a:cs typeface="Arial"/>
              </a:rPr>
              <a:t>-series </a:t>
            </a:r>
            <a:endParaRPr lang="en-AU" sz="1800" b="1">
              <a:latin typeface="Arial"/>
              <a:cs typeface="Arial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AD8B4C3-2B21-E1C1-0424-CA3CEA150B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813" y="1081055"/>
            <a:ext cx="5317673" cy="295234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72815FD-3B78-9B2D-EAE2-9ABB55A17E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7263" y="3972498"/>
            <a:ext cx="7658100" cy="24384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F915B43-04BE-95C6-0A89-9618AEF1A5AE}"/>
              </a:ext>
            </a:extLst>
          </p:cNvPr>
          <p:cNvSpPr txBox="1"/>
          <p:nvPr/>
        </p:nvSpPr>
        <p:spPr>
          <a:xfrm>
            <a:off x="6441989" y="1202509"/>
            <a:ext cx="5445212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baseline="-2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represents the loading effect of the feedback network at the input side.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baseline="-2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 </a:t>
            </a:r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represents the loading effect of the feedback network at the output side.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baseline="-2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z</a:t>
            </a:r>
            <a:r>
              <a:rPr lang="en-US" baseline="-2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</a:t>
            </a:r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are connected in series at the input and output sides, respectively.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source is voltage source – current source needs to be converted to voltage source.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baseline="-250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423299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51495"/>
            <a:ext cx="1201902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solidFill>
                <a:srgbClr val="000000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solidFill>
                <a:srgbClr val="000000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13F8BC-B16B-785B-6FC1-72F79CEA9EEF}"/>
              </a:ext>
            </a:extLst>
          </p:cNvPr>
          <p:cNvSpPr txBox="1"/>
          <p:nvPr/>
        </p:nvSpPr>
        <p:spPr>
          <a:xfrm>
            <a:off x="157763" y="647786"/>
            <a:ext cx="37959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US" b="1">
                <a:latin typeface="Arial"/>
                <a:cs typeface="Arial"/>
              </a:rPr>
              <a:t>S</a:t>
            </a:r>
            <a:r>
              <a:rPr lang="en-AU" b="1">
                <a:latin typeface="Arial"/>
                <a:cs typeface="Arial"/>
              </a:rPr>
              <a:t>hunt-series </a:t>
            </a:r>
            <a:endParaRPr lang="en-AU" sz="1800" b="1">
              <a:latin typeface="Arial"/>
              <a:cs typeface="Arial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F8F8F47-DBA6-B21F-458A-BFF4EFCC45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851" y="1138634"/>
            <a:ext cx="3789864" cy="232694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2581DDA-BB22-557B-BA2B-7BB9737483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0942" y="3866734"/>
            <a:ext cx="8330822" cy="199172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EA36123-900E-6FFA-41F4-F58474C1D81C}"/>
              </a:ext>
            </a:extLst>
          </p:cNvPr>
          <p:cNvSpPr txBox="1"/>
          <p:nvPr/>
        </p:nvSpPr>
        <p:spPr>
          <a:xfrm>
            <a:off x="6441989" y="916442"/>
            <a:ext cx="544521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US" baseline="-2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represents the loading effect of the feedback network at the input side.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US" baseline="-2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 </a:t>
            </a:r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represents the loading effect of the feedback network at the output side.</a:t>
            </a:r>
            <a:endParaRPr lang="en-US" baseline="-250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US" baseline="-2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connected in parallel at the input side and g</a:t>
            </a:r>
            <a:r>
              <a:rPr lang="en-US" baseline="-2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</a:t>
            </a:r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connected in series at the output side, respectively.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source is current source – voltage source needs to be converted to current source.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34535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51495"/>
            <a:ext cx="1201902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solidFill>
                <a:srgbClr val="000000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>
              <a:solidFill>
                <a:srgbClr val="000000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13F8BC-B16B-785B-6FC1-72F79CEA9EEF}"/>
              </a:ext>
            </a:extLst>
          </p:cNvPr>
          <p:cNvSpPr txBox="1"/>
          <p:nvPr/>
        </p:nvSpPr>
        <p:spPr>
          <a:xfrm>
            <a:off x="157763" y="647786"/>
            <a:ext cx="37959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marR="673100" indent="-457200">
              <a:buFont typeface="Wingdings" panose="05000000000000000000" pitchFamily="2" charset="2"/>
              <a:buChar char="q"/>
            </a:pPr>
            <a:r>
              <a:rPr lang="en-US" b="1">
                <a:latin typeface="Arial"/>
                <a:cs typeface="Arial"/>
              </a:rPr>
              <a:t>S</a:t>
            </a:r>
            <a:r>
              <a:rPr lang="en-AU" b="1" err="1">
                <a:latin typeface="Arial"/>
                <a:cs typeface="Arial"/>
              </a:rPr>
              <a:t>eries</a:t>
            </a:r>
            <a:r>
              <a:rPr lang="en-AU" b="1">
                <a:latin typeface="Arial"/>
                <a:cs typeface="Arial"/>
              </a:rPr>
              <a:t>-shunt</a:t>
            </a:r>
            <a:endParaRPr lang="en-AU" sz="1800" b="1">
              <a:latin typeface="Arial"/>
              <a:cs typeface="Arial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9513910-3605-A7D2-E6D2-4C2700C5C3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115" y="955445"/>
            <a:ext cx="4614897" cy="26950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45F93FF-6DEF-7AAA-5F39-C0B668CF77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2897" y="4042657"/>
            <a:ext cx="6705600" cy="169164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80A2B31-BBE7-DFF8-F024-65E0C118F1CE}"/>
              </a:ext>
            </a:extLst>
          </p:cNvPr>
          <p:cNvSpPr txBox="1"/>
          <p:nvPr/>
        </p:nvSpPr>
        <p:spPr>
          <a:xfrm>
            <a:off x="6441989" y="1202509"/>
            <a:ext cx="544521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baseline="-2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represents the loading effect of the feedback network at the input side.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baseline="-2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 </a:t>
            </a:r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represents the loading effect of the feedback network at the output side.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baseline="-2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connected in series at the input side and h</a:t>
            </a:r>
            <a:r>
              <a:rPr lang="en-US" baseline="-2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</a:t>
            </a:r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connected in parallel at the output side, respectively.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source is voltage source – current source needs to be converted to voltage source.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baseline="-250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375767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3D84C1A-0323-7A03-0A6D-FC9C158E4761}"/>
                  </a:ext>
                </a:extLst>
              </p:cNvPr>
              <p:cNvSpPr txBox="1"/>
              <p:nvPr/>
            </p:nvSpPr>
            <p:spPr>
              <a:xfrm>
                <a:off x="172972" y="695719"/>
                <a:ext cx="12019028" cy="50888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2700" marR="673100"/>
                <a:r>
                  <a:rPr lang="en-US" sz="2400" b="1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Step 3</a:t>
                </a:r>
                <a:endParaRPr lang="en-AU" sz="2400" b="1" dirty="0">
                  <a:latin typeface="Arial"/>
                  <a:cs typeface="Arial"/>
                </a:endParaRPr>
              </a:p>
              <a:p>
                <a:pPr marL="800100" lvl="1" indent="-342900"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Identify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to evaluate the feedback factor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400" i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. Note that the feedback factor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corresponds to y</a:t>
                </a:r>
                <a:r>
                  <a:rPr lang="en-US" sz="2400" baseline="-250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12</a:t>
                </a:r>
                <a:r>
                  <a:rPr lang="en-US" sz="24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g</a:t>
                </a:r>
                <a:r>
                  <a:rPr lang="en-US" sz="2400" baseline="-250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12</a:t>
                </a:r>
                <a:r>
                  <a:rPr lang="en-US" sz="24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z</a:t>
                </a:r>
                <a:r>
                  <a:rPr lang="en-US" sz="2400" baseline="-250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12</a:t>
                </a:r>
                <a:r>
                  <a:rPr lang="en-US" sz="24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h</a:t>
                </a:r>
                <a:r>
                  <a:rPr lang="en-US" sz="2400" baseline="-250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12</a:t>
                </a:r>
                <a:r>
                  <a:rPr lang="en-US" sz="24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lvl="1"/>
                <a:endParaRPr lang="en-US" sz="24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2400" b="1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Step 4</a:t>
                </a:r>
                <a:endParaRPr lang="en-AU" sz="2400" b="1" dirty="0">
                  <a:latin typeface="Arial"/>
                  <a:cs typeface="Arial"/>
                </a:endParaRPr>
              </a:p>
              <a:p>
                <a:pPr marL="800100" lvl="1" indent="-342900"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Evaluate the open loop gain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2400" b="1" i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2400" b="1" i="1" baseline="-2500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𝑳</m:t>
                    </m:r>
                  </m:oMath>
                </a14:m>
                <a:r>
                  <a:rPr lang="en-US" sz="2400" baseline="300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  <a:r>
                  <a:rPr lang="en-US" sz="24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 form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2400" b="1" i="1" baseline="-250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𝑳</m:t>
                    </m:r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will depend on the topology.</a:t>
                </a:r>
              </a:p>
              <a:p>
                <a:pPr marL="800100" lvl="1" indent="-342900">
                  <a:buFont typeface="Wingdings" panose="05000000000000000000" pitchFamily="2" charset="2"/>
                  <a:buChar char="§"/>
                </a:pPr>
                <a:endParaRPr lang="en-US" sz="24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00100" lvl="1" indent="-342900">
                  <a:buFont typeface="Wingdings" panose="05000000000000000000" pitchFamily="2" charset="2"/>
                  <a:buChar char="§"/>
                </a:pPr>
                <a:endParaRPr lang="en-US" sz="24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2400" b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2400" b="1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Step 5</a:t>
                </a:r>
                <a:endParaRPr lang="en-AU" sz="2400" b="1" dirty="0">
                  <a:latin typeface="Arial"/>
                  <a:cs typeface="Arial"/>
                </a:endParaRPr>
              </a:p>
              <a:p>
                <a:pPr marL="800100" lvl="1" indent="-342900"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Evaluate the input and output impedances of the basic amplifier with the loading effects of the feedback network included.</a:t>
                </a:r>
              </a:p>
              <a:p>
                <a:pPr marL="927100" marR="673100" lvl="2"/>
                <a:endParaRPr lang="en-AU" sz="2400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3D84C1A-0323-7A03-0A6D-FC9C158E47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972" y="695719"/>
                <a:ext cx="12019028" cy="5088894"/>
              </a:xfrm>
              <a:prstGeom prst="rect">
                <a:avLst/>
              </a:prstGeom>
              <a:blipFill>
                <a:blip r:embed="rId3"/>
                <a:stretch>
                  <a:fillRect l="-761" t="-838" r="-5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746773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9544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3D84C1A-0323-7A03-0A6D-FC9C158E4761}"/>
                  </a:ext>
                </a:extLst>
              </p:cNvPr>
              <p:cNvSpPr txBox="1"/>
              <p:nvPr/>
            </p:nvSpPr>
            <p:spPr>
              <a:xfrm>
                <a:off x="172972" y="551495"/>
                <a:ext cx="12019028" cy="69865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Step 6</a:t>
                </a:r>
                <a:endParaRPr lang="en-AU" sz="2400" b="1" dirty="0">
                  <a:latin typeface="Arial"/>
                  <a:cs typeface="Arial"/>
                </a:endParaRPr>
              </a:p>
              <a:p>
                <a:pPr marL="800100" lvl="1" indent="-342900"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Evaluate the following</a:t>
                </a:r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Loop gain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i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 baseline="-2500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sz="2400" baseline="-250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2"/>
                <a:endParaRPr lang="en-US" sz="2400" baseline="-250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Closed loop gain </a:t>
                </a:r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:endParaRPr lang="en-US" sz="24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Input and output impedances using equations discussed previously</a:t>
                </a:r>
              </a:p>
              <a:p>
                <a:pPr lvl="1"/>
                <a:endParaRPr lang="en-US" sz="24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:endParaRPr lang="en-US" sz="24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384300" marR="673100" lvl="2" indent="-457200">
                  <a:buFont typeface="Wingdings" panose="05000000000000000000" pitchFamily="2" charset="2"/>
                  <a:buChar char="§"/>
                </a:pPr>
                <a:endParaRPr lang="en-AU" sz="2400" dirty="0">
                  <a:solidFill>
                    <a:srgbClr val="000000"/>
                  </a:solidFill>
                  <a:latin typeface="Arial"/>
                  <a:cs typeface="Arial"/>
                </a:endParaRPr>
              </a:p>
              <a:p>
                <a:pPr marL="1384300" marR="673100" lvl="2" indent="-457200">
                  <a:buFont typeface="Wingdings" panose="05000000000000000000" pitchFamily="2" charset="2"/>
                  <a:buChar char="§"/>
                </a:pPr>
                <a:endParaRPr lang="en-AU" sz="2400" dirty="0">
                  <a:solidFill>
                    <a:srgbClr val="000000"/>
                  </a:solidFill>
                  <a:latin typeface="Arial"/>
                  <a:cs typeface="Arial"/>
                </a:endParaRPr>
              </a:p>
              <a:p>
                <a:pPr marL="1384300" marR="673100" lvl="2" indent="-457200">
                  <a:buFont typeface="Wingdings" panose="05000000000000000000" pitchFamily="2" charset="2"/>
                  <a:buChar char="§"/>
                </a:pPr>
                <a:endParaRPr lang="en-AU" sz="2400" b="1" dirty="0">
                  <a:solidFill>
                    <a:srgbClr val="FF2121"/>
                  </a:solidFill>
                  <a:latin typeface="Arial"/>
                  <a:cs typeface="Arial"/>
                </a:endParaRPr>
              </a:p>
              <a:p>
                <a:pPr marL="1384300" marR="673100" lvl="2" indent="-457200">
                  <a:buFont typeface="Wingdings" panose="05000000000000000000" pitchFamily="2" charset="2"/>
                  <a:buChar char="§"/>
                </a:pPr>
                <a:endParaRPr lang="en-AU" sz="2400" b="1" dirty="0">
                  <a:solidFill>
                    <a:srgbClr val="FF2121"/>
                  </a:solidFill>
                  <a:latin typeface="Arial"/>
                  <a:cs typeface="Arial"/>
                </a:endParaRPr>
              </a:p>
              <a:p>
                <a:pPr marL="1384300" marR="673100" lvl="2" indent="-457200">
                  <a:buFont typeface="Wingdings" panose="05000000000000000000" pitchFamily="2" charset="2"/>
                  <a:buChar char="§"/>
                </a:pPr>
                <a:endParaRPr lang="en-AU" sz="2400" b="1" dirty="0">
                  <a:solidFill>
                    <a:srgbClr val="FF2121"/>
                  </a:solidFill>
                  <a:latin typeface="Arial"/>
                  <a:cs typeface="Arial"/>
                </a:endParaRPr>
              </a:p>
              <a:p>
                <a:pPr marL="1384300" marR="673100" lvl="2" indent="-457200">
                  <a:buFont typeface="Wingdings" panose="05000000000000000000" pitchFamily="2" charset="2"/>
                  <a:buChar char="§"/>
                </a:pPr>
                <a:endParaRPr lang="en-AU" sz="2400" b="1" dirty="0">
                  <a:solidFill>
                    <a:srgbClr val="FF2121"/>
                  </a:solidFill>
                  <a:latin typeface="Arial"/>
                  <a:cs typeface="Arial"/>
                </a:endParaRPr>
              </a:p>
              <a:p>
                <a:pPr marL="1384300" marR="673100" lvl="2" indent="-457200">
                  <a:buFont typeface="Wingdings" panose="05000000000000000000" pitchFamily="2" charset="2"/>
                  <a:buChar char="§"/>
                </a:pPr>
                <a:endParaRPr lang="en-AU" sz="2400" b="1" dirty="0">
                  <a:solidFill>
                    <a:srgbClr val="FF2121"/>
                  </a:solidFill>
                  <a:latin typeface="Arial"/>
                  <a:cs typeface="Arial"/>
                </a:endParaRPr>
              </a:p>
              <a:p>
                <a:pPr marL="1384300" marR="673100" lvl="2" indent="-457200">
                  <a:buFont typeface="Wingdings" panose="05000000000000000000" pitchFamily="2" charset="2"/>
                  <a:buChar char="§"/>
                </a:pPr>
                <a:endParaRPr lang="en-AU" sz="2400" b="1" dirty="0">
                  <a:solidFill>
                    <a:srgbClr val="FF2121"/>
                  </a:solidFill>
                  <a:latin typeface="Arial"/>
                  <a:cs typeface="Arial"/>
                </a:endParaRPr>
              </a:p>
              <a:p>
                <a:pPr marL="1384300" marR="673100" lvl="2" indent="-457200">
                  <a:buFont typeface="Wingdings" panose="05000000000000000000" pitchFamily="2" charset="2"/>
                  <a:buChar char="§"/>
                </a:pPr>
                <a:endParaRPr lang="en-AU" sz="2400" b="1" dirty="0">
                  <a:solidFill>
                    <a:srgbClr val="FF2121"/>
                  </a:solidFill>
                  <a:latin typeface="Arial"/>
                  <a:cs typeface="Arial"/>
                </a:endParaRPr>
              </a:p>
              <a:p>
                <a:pPr marL="927100" marR="673100" lvl="2"/>
                <a:endParaRPr lang="en-AU" sz="2400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3D84C1A-0323-7A03-0A6D-FC9C158E47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972" y="551495"/>
                <a:ext cx="12019028" cy="6986528"/>
              </a:xfrm>
              <a:prstGeom prst="rect">
                <a:avLst/>
              </a:prstGeom>
              <a:blipFill>
                <a:blip r:embed="rId3"/>
                <a:stretch>
                  <a:fillRect l="-761" t="-6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98C479E-64BE-D1B2-D0CF-CEA0D11B1567}"/>
                  </a:ext>
                </a:extLst>
              </p:cNvPr>
              <p:cNvSpPr txBox="1"/>
              <p:nvPr/>
            </p:nvSpPr>
            <p:spPr>
              <a:xfrm>
                <a:off x="3870060" y="1823116"/>
                <a:ext cx="2312426" cy="7566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AU" sz="2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AU" sz="24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AU" sz="2400" i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  <m:sSub>
                            <m:sSubPr>
                              <m:ctrlPr>
                                <a:rPr lang="en-AU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AU" sz="24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AU" sz="240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98C479E-64BE-D1B2-D0CF-CEA0D11B15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0060" y="1823116"/>
                <a:ext cx="2312426" cy="75661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3C672DE-566B-9FA6-BE53-3FEB11A4E5FE}"/>
                  </a:ext>
                </a:extLst>
              </p14:cNvPr>
              <p14:cNvContentPartPr/>
              <p14:nvPr/>
            </p14:nvContentPartPr>
            <p14:xfrm>
              <a:off x="348840" y="1797840"/>
              <a:ext cx="11429280" cy="48297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3C672DE-566B-9FA6-BE53-3FEB11A4E5F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9480" y="1788480"/>
                <a:ext cx="11448000" cy="4848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7502790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62962" y="759853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51495"/>
            <a:ext cx="12019028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673100"/>
            <a:r>
              <a:rPr lang="en-AU" sz="2400" b="1">
                <a:latin typeface="Arial"/>
                <a:cs typeface="Arial"/>
              </a:rPr>
              <a:t>Example 1:</a:t>
            </a:r>
          </a:p>
          <a:p>
            <a:pPr marL="355600" marR="673100" indent="-342900">
              <a:buFont typeface="Wingdings" panose="05000000000000000000" pitchFamily="2" charset="2"/>
              <a:buChar char="q"/>
            </a:pPr>
            <a:endParaRPr lang="en-AU" sz="2400" b="1">
              <a:latin typeface="Arial"/>
              <a:cs typeface="Arial"/>
            </a:endParaRPr>
          </a:p>
          <a:p>
            <a:pPr marL="355600" marR="673100" indent="-342900">
              <a:buFont typeface="Wingdings" panose="05000000000000000000" pitchFamily="2" charset="2"/>
              <a:buChar char="q"/>
            </a:pPr>
            <a:endParaRPr lang="en-AU" sz="2400" b="1">
              <a:latin typeface="Arial"/>
              <a:cs typeface="Arial"/>
            </a:endParaRPr>
          </a:p>
          <a:p>
            <a:pPr marL="355600" marR="673100" indent="-342900">
              <a:buFont typeface="Wingdings" panose="05000000000000000000" pitchFamily="2" charset="2"/>
              <a:buChar char="q"/>
            </a:pPr>
            <a:endParaRPr lang="en-AU" sz="2400" b="1">
              <a:latin typeface="Arial"/>
              <a:cs typeface="Arial"/>
            </a:endParaRPr>
          </a:p>
          <a:p>
            <a:pPr marL="355600" marR="673100" indent="-342900">
              <a:buFont typeface="Wingdings" panose="05000000000000000000" pitchFamily="2" charset="2"/>
              <a:buChar char="q"/>
            </a:pPr>
            <a:endParaRPr lang="en-AU" sz="2400" b="1">
              <a:latin typeface="Arial"/>
              <a:cs typeface="Arial"/>
            </a:endParaRPr>
          </a:p>
          <a:p>
            <a:pPr marL="355600" marR="673100" indent="-342900">
              <a:buFont typeface="Wingdings" panose="05000000000000000000" pitchFamily="2" charset="2"/>
              <a:buChar char="q"/>
            </a:pPr>
            <a:endParaRPr lang="en-AU" sz="2400" b="1">
              <a:latin typeface="Arial"/>
              <a:cs typeface="Arial"/>
            </a:endParaRPr>
          </a:p>
          <a:p>
            <a:pPr marL="355600" marR="673100" indent="-342900">
              <a:buFont typeface="Wingdings" panose="05000000000000000000" pitchFamily="2" charset="2"/>
              <a:buChar char="q"/>
            </a:pPr>
            <a:endParaRPr lang="en-AU" sz="2400" b="1">
              <a:latin typeface="Arial"/>
              <a:cs typeface="Arial"/>
            </a:endParaRPr>
          </a:p>
          <a:p>
            <a:pPr marL="355600" marR="673100" indent="-342900">
              <a:buFont typeface="Wingdings" panose="05000000000000000000" pitchFamily="2" charset="2"/>
              <a:buChar char="q"/>
            </a:pPr>
            <a:endParaRPr lang="en-AU" sz="2400" b="1">
              <a:latin typeface="Arial"/>
              <a:cs typeface="Arial"/>
            </a:endParaRPr>
          </a:p>
          <a:p>
            <a:pPr marL="355600" marR="673100" indent="-342900">
              <a:buFont typeface="Wingdings" panose="05000000000000000000" pitchFamily="2" charset="2"/>
              <a:buChar char="q"/>
            </a:pPr>
            <a:endParaRPr lang="en-AU" sz="2400" b="1">
              <a:latin typeface="Arial"/>
              <a:cs typeface="Arial"/>
            </a:endParaRPr>
          </a:p>
          <a:p>
            <a:pPr marL="355600" marR="673100" indent="-3429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Step 1: Identify the feedback topology</a:t>
            </a:r>
          </a:p>
          <a:p>
            <a:pPr marL="1270000" marR="673100" lvl="2" indent="-342900">
              <a:buFont typeface="Wingdings" panose="05000000000000000000" pitchFamily="2" charset="2"/>
              <a:buChar char="§"/>
            </a:pPr>
            <a:r>
              <a:rPr lang="en-AU" sz="2400" b="1">
                <a:latin typeface="Arial"/>
                <a:cs typeface="Arial"/>
              </a:rPr>
              <a:t>Shunt</a:t>
            </a:r>
            <a:r>
              <a:rPr lang="en-AU" sz="2400">
                <a:latin typeface="Arial"/>
                <a:cs typeface="Arial"/>
              </a:rPr>
              <a:t> (at the input)  - current is fed at INPUT NODE and hence current is summed at the INPUT NODE</a:t>
            </a:r>
          </a:p>
          <a:p>
            <a:pPr marL="1270000" marR="673100" lvl="2" indent="-342900">
              <a:buFont typeface="Wingdings" panose="05000000000000000000" pitchFamily="2" charset="2"/>
              <a:buChar char="§"/>
            </a:pPr>
            <a:r>
              <a:rPr lang="en-AU" sz="2400" b="1">
                <a:latin typeface="Arial"/>
                <a:cs typeface="Arial"/>
              </a:rPr>
              <a:t>Shunt</a:t>
            </a:r>
            <a:r>
              <a:rPr lang="en-AU" sz="2400">
                <a:latin typeface="Arial"/>
                <a:cs typeface="Arial"/>
              </a:rPr>
              <a:t> (at the output) - V</a:t>
            </a:r>
            <a:r>
              <a:rPr lang="en-AU" sz="2400" baseline="-25000">
                <a:latin typeface="Arial"/>
                <a:cs typeface="Arial"/>
              </a:rPr>
              <a:t>o </a:t>
            </a:r>
            <a:r>
              <a:rPr lang="en-AU" sz="2400">
                <a:latin typeface="Arial"/>
                <a:cs typeface="Arial"/>
              </a:rPr>
              <a:t>is sampled from the OUTPUT NODE. If V</a:t>
            </a:r>
            <a:r>
              <a:rPr lang="en-AU" sz="2400" baseline="-25000">
                <a:latin typeface="Arial"/>
                <a:cs typeface="Arial"/>
              </a:rPr>
              <a:t>o</a:t>
            </a:r>
            <a:r>
              <a:rPr lang="en-AU" sz="2400">
                <a:latin typeface="Arial"/>
                <a:cs typeface="Arial"/>
              </a:rPr>
              <a:t> = 0, feedback current will be disabled.</a:t>
            </a:r>
            <a:endParaRPr lang="en-AU" sz="2400" baseline="-25000">
              <a:latin typeface="Arial"/>
              <a:cs typeface="Arial"/>
            </a:endParaRPr>
          </a:p>
          <a:p>
            <a:pPr marL="927100" marR="673100" lvl="2"/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130F3153-8037-04CE-33AE-BB50F62C28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8265" y="933456"/>
            <a:ext cx="4283556" cy="25935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4124750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62962" y="759853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51495"/>
            <a:ext cx="1201902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673100" indent="-3429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Step 2: Redraw circuit for small-signal analysis considering loading     </a:t>
            </a:r>
          </a:p>
          <a:p>
            <a:pPr marL="12700" marR="673100"/>
            <a:r>
              <a:rPr lang="en-AU" sz="2400" b="1">
                <a:latin typeface="Arial"/>
                <a:cs typeface="Arial"/>
              </a:rPr>
              <a:t>                 effects</a:t>
            </a:r>
          </a:p>
          <a:p>
            <a:pPr marL="927100" marR="673100" lvl="2"/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C47FE0E9-BAB2-1FC3-DBD7-8613E2D869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7269" y="1434851"/>
            <a:ext cx="7488832" cy="23516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3">
            <a:extLst>
              <a:ext uri="{FF2B5EF4-FFF2-40B4-BE49-F238E27FC236}">
                <a16:creationId xmlns:a16="http://schemas.microsoft.com/office/drawing/2014/main" id="{AEA07C0D-A86D-524B-E0D0-D4F73607F4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7586" y="3765485"/>
            <a:ext cx="4639726" cy="2264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4268898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62962" y="759853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5002109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62962" y="759853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51495"/>
            <a:ext cx="1201902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673100" indent="-3429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Step 2 (continue….)</a:t>
            </a:r>
          </a:p>
          <a:p>
            <a:pPr marL="927100" marR="673100" lvl="2"/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27AC83A3-7F84-486B-DCEA-197234679B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5554" y="1123235"/>
            <a:ext cx="8162925" cy="229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0244C76-0010-77C5-EB62-13BD772842F5}"/>
                  </a:ext>
                </a:extLst>
              </p:cNvPr>
              <p:cNvSpPr txBox="1"/>
              <p:nvPr/>
            </p:nvSpPr>
            <p:spPr>
              <a:xfrm>
                <a:off x="172972" y="3589525"/>
                <a:ext cx="10657702" cy="10262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55600" marR="673100" indent="-342900">
                  <a:buFont typeface="Wingdings" panose="05000000000000000000" pitchFamily="2" charset="2"/>
                  <a:buChar char="q"/>
                </a:pPr>
                <a:r>
                  <a:rPr lang="en-US" sz="2400" b="1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Step 3: </a:t>
                </a:r>
                <a:r>
                  <a:rPr lang="en-US" sz="2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Identify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sz="2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to evaluate the feedback factor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400" i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lvl="1"/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0244C76-0010-77C5-EB62-13BD772842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972" y="3589525"/>
                <a:ext cx="10657702" cy="1026243"/>
              </a:xfrm>
              <a:prstGeom prst="rect">
                <a:avLst/>
              </a:prstGeom>
              <a:blipFill>
                <a:blip r:embed="rId4"/>
                <a:stretch>
                  <a:fillRect l="-6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3">
            <a:extLst>
              <a:ext uri="{FF2B5EF4-FFF2-40B4-BE49-F238E27FC236}">
                <a16:creationId xmlns:a16="http://schemas.microsoft.com/office/drawing/2014/main" id="{712DC25C-5301-5D85-56B3-F10E2B80B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0799" y="4412141"/>
            <a:ext cx="3200400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4">
            <a:extLst>
              <a:ext uri="{FF2B5EF4-FFF2-40B4-BE49-F238E27FC236}">
                <a16:creationId xmlns:a16="http://schemas.microsoft.com/office/drawing/2014/main" id="{BF32DCBD-6B6C-43D2-61B4-BE6656861F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2453" y="4330429"/>
            <a:ext cx="2038350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8899098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62962" y="759853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3D84C1A-0323-7A03-0A6D-FC9C158E4761}"/>
                  </a:ext>
                </a:extLst>
              </p:cNvPr>
              <p:cNvSpPr txBox="1"/>
              <p:nvPr/>
            </p:nvSpPr>
            <p:spPr>
              <a:xfrm>
                <a:off x="172972" y="551495"/>
                <a:ext cx="12019028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55600" marR="673100" indent="-342900">
                  <a:buFont typeface="Wingdings" panose="05000000000000000000" pitchFamily="2" charset="2"/>
                  <a:buChar char="q"/>
                </a:pPr>
                <a:r>
                  <a:rPr lang="en-AU" sz="2400" b="1">
                    <a:latin typeface="Arial"/>
                    <a:cs typeface="Arial"/>
                  </a:rPr>
                  <a:t>Step 4: </a:t>
                </a:r>
                <a:r>
                  <a:rPr lang="en-US" sz="2400" b="1">
                    <a:solidFill>
                      <a:schemeClr val="tx1"/>
                    </a:solidFill>
                  </a:rPr>
                  <a:t>Evaluate the open loop gain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AU" sz="24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𝑶𝑳</m:t>
                        </m:r>
                      </m:sub>
                    </m:sSub>
                  </m:oMath>
                </a14:m>
                <a:r>
                  <a:rPr lang="en-US" sz="2400" b="1">
                    <a:solidFill>
                      <a:schemeClr val="tx1"/>
                    </a:solidFill>
                  </a:rPr>
                  <a:t>.  In this case,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AU" sz="24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𝑶𝑳</m:t>
                        </m:r>
                      </m:sub>
                    </m:sSub>
                    <m:r>
                      <a:rPr lang="en-AU" sz="2400" b="1" i="0" smtClean="0">
                        <a:solidFill>
                          <a:schemeClr val="tx1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400" b="1">
                    <a:solidFill>
                      <a:schemeClr val="tx1"/>
                    </a:solidFill>
                  </a:rPr>
                  <a:t> is  trans-impedance gain </a:t>
                </a:r>
              </a:p>
              <a:p>
                <a:pPr marL="12700" marR="673100"/>
                <a:r>
                  <a:rPr lang="en-US" sz="2400" b="1">
                    <a:solidFill>
                      <a:schemeClr val="tx1"/>
                    </a:solidFill>
                  </a:rPr>
                  <a:t>                     and therefore</a:t>
                </a:r>
              </a:p>
              <a:p>
                <a:pPr marL="927100" marR="673100" lvl="2"/>
                <a:endParaRPr lang="en-AU" sz="2400" b="1">
                  <a:solidFill>
                    <a:srgbClr val="FF2121"/>
                  </a:solidFill>
                  <a:latin typeface="Arial"/>
                  <a:cs typeface="Arial"/>
                </a:endParaRPr>
              </a:p>
              <a:p>
                <a:pPr marL="1384300" marR="673100" lvl="2" indent="-457200">
                  <a:buFont typeface="Wingdings" panose="05000000000000000000" pitchFamily="2" charset="2"/>
                  <a:buChar char="§"/>
                </a:pPr>
                <a:endParaRPr lang="en-AU" sz="2400" b="1">
                  <a:solidFill>
                    <a:srgbClr val="FF2121"/>
                  </a:solidFill>
                  <a:latin typeface="Arial"/>
                  <a:cs typeface="Arial"/>
                </a:endParaRPr>
              </a:p>
              <a:p>
                <a:pPr marL="1384300" marR="673100" lvl="2" indent="-457200">
                  <a:buFont typeface="Wingdings" panose="05000000000000000000" pitchFamily="2" charset="2"/>
                  <a:buChar char="§"/>
                </a:pPr>
                <a:endParaRPr lang="en-AU" sz="2400" b="1">
                  <a:solidFill>
                    <a:srgbClr val="FF2121"/>
                  </a:solidFill>
                  <a:latin typeface="Arial"/>
                  <a:cs typeface="Arial"/>
                </a:endParaRPr>
              </a:p>
              <a:p>
                <a:pPr marL="927100" marR="673100" lvl="2"/>
                <a:endParaRPr lang="en-AU" sz="240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3D84C1A-0323-7A03-0A6D-FC9C158E47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972" y="551495"/>
                <a:ext cx="12019028" cy="2308324"/>
              </a:xfrm>
              <a:prstGeom prst="rect">
                <a:avLst/>
              </a:prstGeom>
              <a:blipFill>
                <a:blip r:embed="rId3"/>
                <a:stretch>
                  <a:fillRect l="-558" t="-2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2">
            <a:extLst>
              <a:ext uri="{FF2B5EF4-FFF2-40B4-BE49-F238E27FC236}">
                <a16:creationId xmlns:a16="http://schemas.microsoft.com/office/drawing/2014/main" id="{7F3AF300-B1D0-E975-8FA1-0099D41A40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755" y="1195666"/>
            <a:ext cx="128587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2">
            <a:extLst>
              <a:ext uri="{FF2B5EF4-FFF2-40B4-BE49-F238E27FC236}">
                <a16:creationId xmlns:a16="http://schemas.microsoft.com/office/drawing/2014/main" id="{27877BBF-B8AF-31C6-DBB9-F4363EB80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985" y="1842290"/>
            <a:ext cx="8162925" cy="229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4">
            <a:extLst>
              <a:ext uri="{FF2B5EF4-FFF2-40B4-BE49-F238E27FC236}">
                <a16:creationId xmlns:a16="http://schemas.microsoft.com/office/drawing/2014/main" id="{4F3F108D-11E4-16E8-6FD5-11B9869F61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6955" y="4324902"/>
            <a:ext cx="3943350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1985153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62962" y="759853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51495"/>
            <a:ext cx="12019028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673100" indent="-3429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Step 5: </a:t>
            </a:r>
            <a:r>
              <a:rPr lang="en-US" sz="2400" b="1">
                <a:solidFill>
                  <a:schemeClr val="tx1"/>
                </a:solidFill>
                <a:latin typeface="+mn-lt"/>
              </a:rPr>
              <a:t>Evaluate the input and output </a:t>
            </a:r>
            <a:r>
              <a:rPr lang="en-US" sz="2400" b="1"/>
              <a:t>impedances of the basic amplifier with the </a:t>
            </a:r>
          </a:p>
          <a:p>
            <a:pPr marL="12700" marR="673100"/>
            <a:r>
              <a:rPr lang="en-US" sz="2400" b="1"/>
              <a:t>                     loading effects of the feedback network included</a:t>
            </a:r>
          </a:p>
          <a:p>
            <a:pPr marL="12700" marR="673100"/>
            <a:endParaRPr lang="en-US" sz="2400" b="1">
              <a:solidFill>
                <a:schemeClr val="tx1"/>
              </a:solidFill>
              <a:latin typeface="+mn-lt"/>
            </a:endParaRPr>
          </a:p>
          <a:p>
            <a:pPr marL="12700" marR="673100"/>
            <a:endParaRPr lang="en-US" sz="2400" b="1"/>
          </a:p>
          <a:p>
            <a:pPr marL="12700" marR="673100"/>
            <a:endParaRPr lang="en-US" sz="2400" b="1">
              <a:solidFill>
                <a:schemeClr val="tx1"/>
              </a:solidFill>
              <a:latin typeface="+mn-lt"/>
            </a:endParaRPr>
          </a:p>
          <a:p>
            <a:pPr marL="12700" marR="673100"/>
            <a:endParaRPr lang="en-US" sz="2400" b="1"/>
          </a:p>
          <a:p>
            <a:pPr marL="12700" marR="673100"/>
            <a:endParaRPr lang="en-US" sz="2400" b="1">
              <a:solidFill>
                <a:schemeClr val="tx1"/>
              </a:solidFill>
              <a:latin typeface="+mn-lt"/>
            </a:endParaRPr>
          </a:p>
          <a:p>
            <a:pPr marL="12700" marR="673100"/>
            <a:endParaRPr lang="en-US" sz="2400" b="1"/>
          </a:p>
          <a:p>
            <a:pPr marL="12700" marR="673100"/>
            <a:endParaRPr lang="en-US" sz="2400" b="1">
              <a:solidFill>
                <a:schemeClr val="tx1"/>
              </a:solidFill>
              <a:latin typeface="+mn-lt"/>
            </a:endParaRPr>
          </a:p>
          <a:p>
            <a:pPr marL="12700" marR="673100"/>
            <a:endParaRPr lang="en-US" sz="2400" b="1">
              <a:solidFill>
                <a:schemeClr val="tx1"/>
              </a:solidFill>
              <a:latin typeface="+mn-lt"/>
            </a:endParaRPr>
          </a:p>
          <a:p>
            <a:pPr marL="355600" marR="673100" indent="-3429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Step 6: </a:t>
            </a:r>
            <a:r>
              <a:rPr lang="en-US" sz="2400" b="1">
                <a:solidFill>
                  <a:schemeClr val="tx1"/>
                </a:solidFill>
                <a:latin typeface="+mn-lt"/>
              </a:rPr>
              <a:t>Evaluate the closed-loop gain, closed-loop input, and output impedances</a:t>
            </a:r>
            <a:r>
              <a:rPr lang="en-US" sz="2400" b="1"/>
              <a:t> the </a:t>
            </a:r>
          </a:p>
          <a:p>
            <a:pPr marL="12700" marR="673100"/>
            <a:r>
              <a:rPr lang="en-US" sz="2400" b="1"/>
              <a:t>                     loading effects of the feedback network included</a:t>
            </a:r>
          </a:p>
          <a:p>
            <a:pPr marL="12700" marR="673100"/>
            <a:endParaRPr lang="en-US" sz="2400" b="1"/>
          </a:p>
          <a:p>
            <a:pPr marL="12700" marR="673100"/>
            <a:endParaRPr lang="en-US" sz="2400" b="1">
              <a:solidFill>
                <a:schemeClr val="tx1"/>
              </a:solidFill>
              <a:latin typeface="+mn-lt"/>
            </a:endParaRPr>
          </a:p>
          <a:p>
            <a:pPr marL="927100" marR="673100" lvl="2"/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EC65F527-2461-BF7E-4CDC-277B4BD4AB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8541" y="1470414"/>
            <a:ext cx="7257813" cy="2040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BBE960AE-9DD3-68C8-2333-87692B5CB6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6432" y="3464748"/>
            <a:ext cx="173355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3">
            <a:extLst>
              <a:ext uri="{FF2B5EF4-FFF2-40B4-BE49-F238E27FC236}">
                <a16:creationId xmlns:a16="http://schemas.microsoft.com/office/drawing/2014/main" id="{F9FB4C5F-5599-A6C6-BAC7-7D9FF83EC8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7448" y="3534014"/>
            <a:ext cx="188595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4">
            <a:extLst>
              <a:ext uri="{FF2B5EF4-FFF2-40B4-BE49-F238E27FC236}">
                <a16:creationId xmlns:a16="http://schemas.microsoft.com/office/drawing/2014/main" id="{6CA7B6F5-CABA-2D10-2E07-D404CC5C16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0429" y="5197355"/>
            <a:ext cx="2832005" cy="798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6">
            <a:extLst>
              <a:ext uri="{FF2B5EF4-FFF2-40B4-BE49-F238E27FC236}">
                <a16:creationId xmlns:a16="http://schemas.microsoft.com/office/drawing/2014/main" id="{C7BE3B5A-3219-399A-7896-E866FC0F26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1261" y="5143395"/>
            <a:ext cx="2834221" cy="8243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7">
            <a:extLst>
              <a:ext uri="{FF2B5EF4-FFF2-40B4-BE49-F238E27FC236}">
                <a16:creationId xmlns:a16="http://schemas.microsoft.com/office/drawing/2014/main" id="{80A6FE1A-DE2F-6AAE-6495-3CFEBCCDE1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7882" y="5056378"/>
            <a:ext cx="2597075" cy="91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394798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62962" y="759853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51495"/>
            <a:ext cx="12019028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673100"/>
            <a:r>
              <a:rPr lang="en-AU" sz="2400" b="1">
                <a:latin typeface="Arial"/>
                <a:cs typeface="Arial"/>
              </a:rPr>
              <a:t>Example 2:</a:t>
            </a:r>
          </a:p>
          <a:p>
            <a:pPr marL="355600" marR="673100" indent="-342900">
              <a:buFont typeface="Wingdings" panose="05000000000000000000" pitchFamily="2" charset="2"/>
              <a:buChar char="q"/>
            </a:pPr>
            <a:endParaRPr lang="en-AU" sz="2400" b="1">
              <a:latin typeface="Arial"/>
              <a:cs typeface="Arial"/>
            </a:endParaRPr>
          </a:p>
          <a:p>
            <a:pPr marL="355600" marR="673100" indent="-342900">
              <a:buFont typeface="Wingdings" panose="05000000000000000000" pitchFamily="2" charset="2"/>
              <a:buChar char="q"/>
            </a:pPr>
            <a:endParaRPr lang="en-AU" sz="2400" b="1">
              <a:latin typeface="Arial"/>
              <a:cs typeface="Arial"/>
            </a:endParaRPr>
          </a:p>
          <a:p>
            <a:pPr marL="355600" marR="673100" indent="-342900">
              <a:buFont typeface="Wingdings" panose="05000000000000000000" pitchFamily="2" charset="2"/>
              <a:buChar char="q"/>
            </a:pPr>
            <a:endParaRPr lang="en-AU" sz="2400" b="1">
              <a:latin typeface="Arial"/>
              <a:cs typeface="Arial"/>
            </a:endParaRPr>
          </a:p>
          <a:p>
            <a:pPr marL="355600" marR="673100" indent="-342900">
              <a:buFont typeface="Wingdings" panose="05000000000000000000" pitchFamily="2" charset="2"/>
              <a:buChar char="q"/>
            </a:pPr>
            <a:endParaRPr lang="en-AU" sz="2400" b="1">
              <a:latin typeface="Arial"/>
              <a:cs typeface="Arial"/>
            </a:endParaRPr>
          </a:p>
          <a:p>
            <a:pPr marL="355600" marR="673100" indent="-342900">
              <a:buFont typeface="Wingdings" panose="05000000000000000000" pitchFamily="2" charset="2"/>
              <a:buChar char="q"/>
            </a:pPr>
            <a:endParaRPr lang="en-AU" sz="2400" b="1">
              <a:latin typeface="Arial"/>
              <a:cs typeface="Arial"/>
            </a:endParaRPr>
          </a:p>
          <a:p>
            <a:pPr marL="355600" marR="673100" indent="-342900">
              <a:buFont typeface="Wingdings" panose="05000000000000000000" pitchFamily="2" charset="2"/>
              <a:buChar char="q"/>
            </a:pPr>
            <a:endParaRPr lang="en-AU" sz="2400" b="1">
              <a:latin typeface="Arial"/>
              <a:cs typeface="Arial"/>
            </a:endParaRPr>
          </a:p>
          <a:p>
            <a:pPr marL="355600" marR="673100" indent="-342900">
              <a:buFont typeface="Wingdings" panose="05000000000000000000" pitchFamily="2" charset="2"/>
              <a:buChar char="q"/>
            </a:pPr>
            <a:endParaRPr lang="en-AU" sz="2400" b="1">
              <a:latin typeface="Arial"/>
              <a:cs typeface="Arial"/>
            </a:endParaRPr>
          </a:p>
          <a:p>
            <a:pPr marL="355600" marR="673100" indent="-342900">
              <a:buFont typeface="Wingdings" panose="05000000000000000000" pitchFamily="2" charset="2"/>
              <a:buChar char="q"/>
            </a:pPr>
            <a:endParaRPr lang="en-AU" sz="2400" b="1">
              <a:latin typeface="Arial"/>
              <a:cs typeface="Arial"/>
            </a:endParaRPr>
          </a:p>
          <a:p>
            <a:pPr marL="355600" marR="673100" indent="-3429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Step 1: Identify the feedback topology</a:t>
            </a: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00" marR="673100" lvl="2" indent="-342900">
              <a:buFont typeface="Wingdings" panose="05000000000000000000" pitchFamily="2" charset="2"/>
              <a:buChar char="§"/>
            </a:pPr>
            <a:r>
              <a:rPr lang="en-AU" sz="2400" b="1">
                <a:latin typeface="Arial"/>
                <a:cs typeface="Arial"/>
              </a:rPr>
              <a:t>Series</a:t>
            </a:r>
            <a:r>
              <a:rPr lang="en-AU" sz="2400">
                <a:latin typeface="Arial"/>
                <a:cs typeface="Arial"/>
              </a:rPr>
              <a:t> (at the input)  - feedback voltage is summed in INPUT LOOP.</a:t>
            </a:r>
          </a:p>
          <a:p>
            <a:pPr marL="1270000" marR="673100" lvl="2" indent="-342900">
              <a:buFont typeface="Wingdings" panose="05000000000000000000" pitchFamily="2" charset="2"/>
              <a:buChar char="§"/>
            </a:pPr>
            <a:r>
              <a:rPr lang="en-AU" sz="2400" b="1">
                <a:latin typeface="Arial"/>
                <a:cs typeface="Arial"/>
              </a:rPr>
              <a:t>Series</a:t>
            </a:r>
            <a:r>
              <a:rPr lang="en-AU" sz="2400">
                <a:latin typeface="Arial"/>
                <a:cs typeface="Arial"/>
              </a:rPr>
              <a:t> (at the output) - I</a:t>
            </a:r>
            <a:r>
              <a:rPr lang="en-AU" sz="2400" baseline="-25000">
                <a:latin typeface="Arial"/>
                <a:cs typeface="Arial"/>
              </a:rPr>
              <a:t>o </a:t>
            </a:r>
            <a:r>
              <a:rPr lang="en-AU" sz="2400">
                <a:latin typeface="Arial"/>
                <a:cs typeface="Arial"/>
              </a:rPr>
              <a:t>is sampled from the OUTPUT LOOP. If I</a:t>
            </a:r>
            <a:r>
              <a:rPr lang="en-AU" sz="2400" baseline="-25000">
                <a:latin typeface="Arial"/>
                <a:cs typeface="Arial"/>
              </a:rPr>
              <a:t>o</a:t>
            </a:r>
            <a:r>
              <a:rPr lang="en-AU" sz="2400">
                <a:latin typeface="Arial"/>
                <a:cs typeface="Arial"/>
              </a:rPr>
              <a:t> = 0, feedback voltage will be disabled.</a:t>
            </a:r>
            <a:endParaRPr lang="en-AU" sz="2400" baseline="-25000">
              <a:latin typeface="Arial"/>
              <a:cs typeface="Arial"/>
            </a:endParaRPr>
          </a:p>
          <a:p>
            <a:pPr marL="927100" marR="673100" lvl="2"/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DD01258E-4A0B-43C3-8BA7-64732F16F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9387" y="907031"/>
            <a:ext cx="3960440" cy="2924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3">
            <a:extLst>
              <a:ext uri="{FF2B5EF4-FFF2-40B4-BE49-F238E27FC236}">
                <a16:creationId xmlns:a16="http://schemas.microsoft.com/office/drawing/2014/main" id="{C838FA29-9060-1EBB-84B4-5F2BD57FC6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8953" y="907031"/>
            <a:ext cx="3312368" cy="3102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1AC693B-45F4-9820-7191-6319472F36C9}"/>
                  </a:ext>
                </a:extLst>
              </p14:cNvPr>
              <p14:cNvContentPartPr/>
              <p14:nvPr/>
            </p14:nvContentPartPr>
            <p14:xfrm>
              <a:off x="4413600" y="1133280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1AC693B-45F4-9820-7191-6319472F36C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397760" y="1069920"/>
                <a:ext cx="3168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3C21250-231C-DDCF-F1D5-7056BDF66A68}"/>
                  </a:ext>
                </a:extLst>
              </p14:cNvPr>
              <p14:cNvContentPartPr/>
              <p14:nvPr/>
            </p14:nvContentPartPr>
            <p14:xfrm>
              <a:off x="4468320" y="1165320"/>
              <a:ext cx="90000" cy="874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3C21250-231C-DDCF-F1D5-7056BDF66A6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452480" y="1101960"/>
                <a:ext cx="121320" cy="21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3D90344-03D7-3974-EC25-EE522DB594A7}"/>
                  </a:ext>
                </a:extLst>
              </p14:cNvPr>
              <p14:cNvContentPartPr/>
              <p14:nvPr/>
            </p14:nvContentPartPr>
            <p14:xfrm>
              <a:off x="4520520" y="1650240"/>
              <a:ext cx="18360" cy="90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3D90344-03D7-3974-EC25-EE522DB594A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504680" y="1586880"/>
                <a:ext cx="4968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4C4BCC4-2A45-A4C0-A729-0B368C0C00F8}"/>
                  </a:ext>
                </a:extLst>
              </p14:cNvPr>
              <p14:cNvContentPartPr/>
              <p14:nvPr/>
            </p14:nvContentPartPr>
            <p14:xfrm>
              <a:off x="4308840" y="1230480"/>
              <a:ext cx="258120" cy="19688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4C4BCC4-2A45-A4C0-A729-0B368C0C00F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293000" y="1167120"/>
                <a:ext cx="289440" cy="2095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1696217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62962" y="759853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51495"/>
            <a:ext cx="1201902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673100" indent="-3429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Step 2: Redraw circuit for small-signal analysis considering loading     </a:t>
            </a:r>
          </a:p>
          <a:p>
            <a:pPr marL="12700" marR="673100"/>
            <a:r>
              <a:rPr lang="en-AU" sz="2400" b="1">
                <a:latin typeface="Arial"/>
                <a:cs typeface="Arial"/>
              </a:rPr>
              <a:t>                 effects</a:t>
            </a:r>
          </a:p>
          <a:p>
            <a:pPr marL="927100" marR="673100" lvl="2"/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1437E611-EC9E-5B33-0963-F2AE283696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553" y="1445742"/>
            <a:ext cx="4392488" cy="27436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3">
            <a:extLst>
              <a:ext uri="{FF2B5EF4-FFF2-40B4-BE49-F238E27FC236}">
                <a16:creationId xmlns:a16="http://schemas.microsoft.com/office/drawing/2014/main" id="{33256F52-4E07-6386-D2C2-F683BAC47A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279" y="3949038"/>
            <a:ext cx="3117151" cy="2050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4">
            <a:extLst>
              <a:ext uri="{FF2B5EF4-FFF2-40B4-BE49-F238E27FC236}">
                <a16:creationId xmlns:a16="http://schemas.microsoft.com/office/drawing/2014/main" id="{CB96E196-769A-5FCA-5999-B9AF3CD1AE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5690" y="4437296"/>
            <a:ext cx="2274192" cy="10736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5">
            <a:extLst>
              <a:ext uri="{FF2B5EF4-FFF2-40B4-BE49-F238E27FC236}">
                <a16:creationId xmlns:a16="http://schemas.microsoft.com/office/drawing/2014/main" id="{57B33910-BD7E-CCA7-7DDC-3A6B19C065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0271" y="4484400"/>
            <a:ext cx="2133600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9696012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62962" y="759853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9179598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62962" y="759853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51495"/>
            <a:ext cx="1201902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673100" indent="-3429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Step 2 (continue….)</a:t>
            </a:r>
          </a:p>
          <a:p>
            <a:pPr marL="927100" marR="673100" lvl="2"/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0244C76-0010-77C5-EB62-13BD772842F5}"/>
                  </a:ext>
                </a:extLst>
              </p:cNvPr>
              <p:cNvSpPr txBox="1"/>
              <p:nvPr/>
            </p:nvSpPr>
            <p:spPr>
              <a:xfrm>
                <a:off x="172972" y="3589525"/>
                <a:ext cx="10657702" cy="10262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55600" marR="673100" indent="-342900">
                  <a:buFont typeface="Wingdings" panose="05000000000000000000" pitchFamily="2" charset="2"/>
                  <a:buChar char="q"/>
                </a:pPr>
                <a:r>
                  <a:rPr lang="en-US" sz="2400" b="1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Step 3: </a:t>
                </a:r>
                <a:r>
                  <a:rPr lang="en-US" sz="2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Identify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sz="2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to evaluate the feedback factor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400" i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lvl="1"/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0244C76-0010-77C5-EB62-13BD772842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972" y="3589525"/>
                <a:ext cx="10657702" cy="1026243"/>
              </a:xfrm>
              <a:prstGeom prst="rect">
                <a:avLst/>
              </a:prstGeom>
              <a:blipFill>
                <a:blip r:embed="rId3"/>
                <a:stretch>
                  <a:fillRect l="-6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2">
            <a:extLst>
              <a:ext uri="{FF2B5EF4-FFF2-40B4-BE49-F238E27FC236}">
                <a16:creationId xmlns:a16="http://schemas.microsoft.com/office/drawing/2014/main" id="{38C1691C-B3E6-3377-E100-2AEC7D5D6C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5591" y="998896"/>
            <a:ext cx="6160527" cy="2499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6">
            <a:extLst>
              <a:ext uri="{FF2B5EF4-FFF2-40B4-BE49-F238E27FC236}">
                <a16:creationId xmlns:a16="http://schemas.microsoft.com/office/drawing/2014/main" id="{D454E630-0394-AB01-2FB1-3E3503AF13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8762" y="4553075"/>
            <a:ext cx="2985236" cy="12418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3">
            <a:extLst>
              <a:ext uri="{FF2B5EF4-FFF2-40B4-BE49-F238E27FC236}">
                <a16:creationId xmlns:a16="http://schemas.microsoft.com/office/drawing/2014/main" id="{CC20A640-1218-7123-54CA-2A9E9CA4B4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4937" y="4219834"/>
            <a:ext cx="2664296" cy="1752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28004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62962" y="759853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3D84C1A-0323-7A03-0A6D-FC9C158E4761}"/>
                  </a:ext>
                </a:extLst>
              </p:cNvPr>
              <p:cNvSpPr txBox="1"/>
              <p:nvPr/>
            </p:nvSpPr>
            <p:spPr>
              <a:xfrm>
                <a:off x="172972" y="551495"/>
                <a:ext cx="12019028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55600" marR="673100" indent="-342900">
                  <a:buFont typeface="Wingdings" panose="05000000000000000000" pitchFamily="2" charset="2"/>
                  <a:buChar char="q"/>
                </a:pPr>
                <a:r>
                  <a:rPr lang="en-AU" sz="2400" b="1">
                    <a:latin typeface="Arial"/>
                    <a:cs typeface="Arial"/>
                  </a:rPr>
                  <a:t>Step 4: </a:t>
                </a:r>
                <a:r>
                  <a:rPr lang="en-US" sz="2400" b="1">
                    <a:solidFill>
                      <a:schemeClr val="tx1"/>
                    </a:solidFill>
                  </a:rPr>
                  <a:t>Evaluate the open loop gain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AU" sz="24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𝑶𝑳</m:t>
                        </m:r>
                      </m:sub>
                    </m:sSub>
                  </m:oMath>
                </a14:m>
                <a:r>
                  <a:rPr lang="en-US" sz="2400" b="1">
                    <a:solidFill>
                      <a:schemeClr val="tx1"/>
                    </a:solidFill>
                  </a:rPr>
                  <a:t>.  In this case,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AU" sz="24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𝑶𝑳</m:t>
                        </m:r>
                      </m:sub>
                    </m:sSub>
                    <m:r>
                      <a:rPr lang="en-AU" sz="2400" b="1" i="0" smtClean="0">
                        <a:solidFill>
                          <a:schemeClr val="tx1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400" b="1">
                    <a:solidFill>
                      <a:schemeClr val="tx1"/>
                    </a:solidFill>
                  </a:rPr>
                  <a:t> is  trans-impedance gain </a:t>
                </a:r>
              </a:p>
              <a:p>
                <a:pPr marL="12700" marR="673100"/>
                <a:r>
                  <a:rPr lang="en-US" sz="2400" b="1">
                    <a:solidFill>
                      <a:schemeClr val="tx1"/>
                    </a:solidFill>
                  </a:rPr>
                  <a:t>                     and therefore</a:t>
                </a:r>
              </a:p>
              <a:p>
                <a:pPr marL="927100" marR="673100" lvl="2"/>
                <a:endParaRPr lang="en-AU" sz="2400" b="1">
                  <a:solidFill>
                    <a:srgbClr val="FF2121"/>
                  </a:solidFill>
                  <a:latin typeface="Arial"/>
                  <a:cs typeface="Arial"/>
                </a:endParaRPr>
              </a:p>
              <a:p>
                <a:pPr marL="1384300" marR="673100" lvl="2" indent="-457200">
                  <a:buFont typeface="Wingdings" panose="05000000000000000000" pitchFamily="2" charset="2"/>
                  <a:buChar char="§"/>
                </a:pPr>
                <a:endParaRPr lang="en-AU" sz="2400" b="1">
                  <a:solidFill>
                    <a:srgbClr val="FF2121"/>
                  </a:solidFill>
                  <a:latin typeface="Arial"/>
                  <a:cs typeface="Arial"/>
                </a:endParaRPr>
              </a:p>
              <a:p>
                <a:pPr marL="1384300" marR="673100" lvl="2" indent="-457200">
                  <a:buFont typeface="Wingdings" panose="05000000000000000000" pitchFamily="2" charset="2"/>
                  <a:buChar char="§"/>
                </a:pPr>
                <a:endParaRPr lang="en-AU" sz="2400" b="1">
                  <a:solidFill>
                    <a:srgbClr val="FF2121"/>
                  </a:solidFill>
                  <a:latin typeface="Arial"/>
                  <a:cs typeface="Arial"/>
                </a:endParaRPr>
              </a:p>
              <a:p>
                <a:pPr marL="927100" marR="673100" lvl="2"/>
                <a:endParaRPr lang="en-AU" sz="240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3D84C1A-0323-7A03-0A6D-FC9C158E47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972" y="551495"/>
                <a:ext cx="12019028" cy="2308324"/>
              </a:xfrm>
              <a:prstGeom prst="rect">
                <a:avLst/>
              </a:prstGeom>
              <a:blipFill>
                <a:blip r:embed="rId3"/>
                <a:stretch>
                  <a:fillRect l="-558" t="-2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2">
            <a:extLst>
              <a:ext uri="{FF2B5EF4-FFF2-40B4-BE49-F238E27FC236}">
                <a16:creationId xmlns:a16="http://schemas.microsoft.com/office/drawing/2014/main" id="{C267A511-67D7-0C86-0203-A372D96204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9503" y="1087260"/>
            <a:ext cx="1000125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15E92E1F-3D59-5B6A-5470-BB6FBEAE46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2939" y="1838359"/>
            <a:ext cx="5606477" cy="2274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3">
            <a:extLst>
              <a:ext uri="{FF2B5EF4-FFF2-40B4-BE49-F238E27FC236}">
                <a16:creationId xmlns:a16="http://schemas.microsoft.com/office/drawing/2014/main" id="{8BD593DE-9D05-EE2B-D3C3-9CA9292F8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4495" y="4112616"/>
            <a:ext cx="4810012" cy="197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4">
            <a:extLst>
              <a:ext uri="{FF2B5EF4-FFF2-40B4-BE49-F238E27FC236}">
                <a16:creationId xmlns:a16="http://schemas.microsoft.com/office/drawing/2014/main" id="{D2805638-5BA3-3C79-520E-F4833308BA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2581" y="4484780"/>
            <a:ext cx="1303625" cy="370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5">
            <a:extLst>
              <a:ext uri="{FF2B5EF4-FFF2-40B4-BE49-F238E27FC236}">
                <a16:creationId xmlns:a16="http://schemas.microsoft.com/office/drawing/2014/main" id="{71830D62-5AD1-475A-E6BD-23F5453096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5333" y="4975154"/>
            <a:ext cx="1998095" cy="8025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7584361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62962" y="759853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51495"/>
            <a:ext cx="12019028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673100" indent="-3429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Step 5: </a:t>
            </a:r>
            <a:r>
              <a:rPr lang="en-US" sz="2400" b="1">
                <a:solidFill>
                  <a:schemeClr val="tx1"/>
                </a:solidFill>
                <a:latin typeface="+mn-lt"/>
              </a:rPr>
              <a:t>Evaluate the input and output </a:t>
            </a:r>
            <a:r>
              <a:rPr lang="en-US" sz="2400" b="1"/>
              <a:t>impedances of the basic amplifier with the </a:t>
            </a:r>
          </a:p>
          <a:p>
            <a:pPr marL="12700" marR="673100"/>
            <a:r>
              <a:rPr lang="en-US" sz="2400" b="1"/>
              <a:t>                     loading effects of the feedback network included</a:t>
            </a:r>
          </a:p>
          <a:p>
            <a:pPr marL="12700" marR="673100"/>
            <a:endParaRPr lang="en-US" sz="2400" b="1">
              <a:solidFill>
                <a:schemeClr val="tx1"/>
              </a:solidFill>
              <a:latin typeface="+mn-lt"/>
            </a:endParaRPr>
          </a:p>
          <a:p>
            <a:pPr marL="12700" marR="673100"/>
            <a:endParaRPr lang="en-US" sz="2400" b="1"/>
          </a:p>
          <a:p>
            <a:pPr marL="12700" marR="673100"/>
            <a:endParaRPr lang="en-US" sz="2400" b="1">
              <a:solidFill>
                <a:schemeClr val="tx1"/>
              </a:solidFill>
              <a:latin typeface="+mn-lt"/>
            </a:endParaRPr>
          </a:p>
          <a:p>
            <a:pPr marL="12700" marR="673100"/>
            <a:endParaRPr lang="en-US" sz="2400" b="1"/>
          </a:p>
          <a:p>
            <a:pPr marL="12700" marR="673100"/>
            <a:endParaRPr lang="en-US" sz="2400" b="1">
              <a:solidFill>
                <a:schemeClr val="tx1"/>
              </a:solidFill>
              <a:latin typeface="+mn-lt"/>
            </a:endParaRPr>
          </a:p>
          <a:p>
            <a:pPr marL="12700" marR="673100"/>
            <a:endParaRPr lang="en-US" sz="2400" b="1"/>
          </a:p>
          <a:p>
            <a:pPr marL="12700" marR="673100"/>
            <a:endParaRPr lang="en-US" sz="2400" b="1">
              <a:solidFill>
                <a:schemeClr val="tx1"/>
              </a:solidFill>
              <a:latin typeface="+mn-lt"/>
            </a:endParaRPr>
          </a:p>
          <a:p>
            <a:pPr marL="12700" marR="673100"/>
            <a:endParaRPr lang="en-US" sz="2400" b="1">
              <a:solidFill>
                <a:schemeClr val="tx1"/>
              </a:solidFill>
              <a:latin typeface="+mn-lt"/>
            </a:endParaRPr>
          </a:p>
          <a:p>
            <a:pPr marL="12700" marR="673100"/>
            <a:endParaRPr lang="en-US" sz="2400" b="1"/>
          </a:p>
          <a:p>
            <a:pPr marL="12700" marR="673100"/>
            <a:endParaRPr lang="en-US" sz="2400" b="1">
              <a:solidFill>
                <a:schemeClr val="tx1"/>
              </a:solidFill>
              <a:latin typeface="+mn-lt"/>
            </a:endParaRPr>
          </a:p>
          <a:p>
            <a:pPr marL="927100" marR="673100" lvl="2"/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87B2C259-83C1-1BAD-C711-433E49A265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0022" y="1784527"/>
            <a:ext cx="7317636" cy="2968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2">
            <a:extLst>
              <a:ext uri="{FF2B5EF4-FFF2-40B4-BE49-F238E27FC236}">
                <a16:creationId xmlns:a16="http://schemas.microsoft.com/office/drawing/2014/main" id="{6E9CC05D-F771-9347-7891-2CD81C0028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198" y="4928690"/>
            <a:ext cx="19812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3">
            <a:extLst>
              <a:ext uri="{FF2B5EF4-FFF2-40B4-BE49-F238E27FC236}">
                <a16:creationId xmlns:a16="http://schemas.microsoft.com/office/drawing/2014/main" id="{F13A86D8-845C-ECEB-0DE4-C418A9E4CC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3815" y="4973218"/>
            <a:ext cx="2076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945225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62962" y="759853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3D84C1A-0323-7A03-0A6D-FC9C158E4761}"/>
                  </a:ext>
                </a:extLst>
              </p:cNvPr>
              <p:cNvSpPr txBox="1"/>
              <p:nvPr/>
            </p:nvSpPr>
            <p:spPr>
              <a:xfrm>
                <a:off x="172972" y="551495"/>
                <a:ext cx="12019028" cy="4961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55600" marR="673100" indent="-342900">
                  <a:buFont typeface="Wingdings" panose="05000000000000000000" pitchFamily="2" charset="2"/>
                  <a:buChar char="q"/>
                </a:pPr>
                <a:r>
                  <a:rPr lang="en-AU" sz="2400" b="1">
                    <a:latin typeface="Arial"/>
                    <a:cs typeface="Arial"/>
                  </a:rPr>
                  <a:t>Step 6: </a:t>
                </a:r>
                <a:r>
                  <a:rPr lang="en-US" sz="2400" b="1">
                    <a:solidFill>
                      <a:schemeClr val="tx1"/>
                    </a:solidFill>
                    <a:latin typeface="+mn-lt"/>
                  </a:rPr>
                  <a:t>Evaluate the closed-loop gain, closed-loop input, and output impedances</a:t>
                </a:r>
                <a:r>
                  <a:rPr lang="en-US" sz="2400" b="1"/>
                  <a:t> the </a:t>
                </a:r>
              </a:p>
              <a:p>
                <a:pPr marL="12700" marR="673100"/>
                <a:r>
                  <a:rPr lang="en-US" sz="2400" b="1"/>
                  <a:t>                     loading effects of the feedback network included</a:t>
                </a:r>
              </a:p>
              <a:p>
                <a:pPr marL="12700" marR="673100"/>
                <a:endParaRPr lang="en-US" sz="2400" b="1"/>
              </a:p>
              <a:p>
                <a:pPr marL="12700" marR="673100"/>
                <a:endParaRPr lang="en-US" sz="2400" b="1">
                  <a:solidFill>
                    <a:schemeClr val="tx1"/>
                  </a:solidFill>
                  <a:latin typeface="+mn-lt"/>
                </a:endParaRPr>
              </a:p>
              <a:p>
                <a:pPr marL="927100" marR="673100" lvl="2"/>
                <a:endParaRPr lang="en-AU" sz="2400" b="1">
                  <a:solidFill>
                    <a:srgbClr val="FF2121"/>
                  </a:solidFill>
                  <a:latin typeface="Arial"/>
                  <a:cs typeface="Arial"/>
                </a:endParaRPr>
              </a:p>
              <a:p>
                <a:pPr marL="1384300" marR="673100" lvl="2" indent="-457200">
                  <a:buFont typeface="Wingdings" panose="05000000000000000000" pitchFamily="2" charset="2"/>
                  <a:buChar char="§"/>
                </a:pPr>
                <a:endParaRPr lang="en-AU" sz="2400" b="1">
                  <a:solidFill>
                    <a:srgbClr val="FF2121"/>
                  </a:solidFill>
                  <a:latin typeface="Arial"/>
                  <a:cs typeface="Arial"/>
                </a:endParaRPr>
              </a:p>
              <a:p>
                <a:pPr marL="355600" marR="673100" indent="-342900">
                  <a:buFont typeface="Wingdings" panose="05000000000000000000" pitchFamily="2" charset="2"/>
                  <a:buChar char="q"/>
                </a:pPr>
                <a:endParaRPr lang="en-US" sz="2400" b="1">
                  <a:solidFill>
                    <a:schemeClr val="tx1"/>
                  </a:solidFill>
                  <a:latin typeface="+mn-lt"/>
                </a:endParaRPr>
              </a:p>
              <a:p>
                <a:pPr marL="355600" marR="673100" indent="-342900">
                  <a:buFont typeface="Wingdings" panose="05000000000000000000" pitchFamily="2" charset="2"/>
                  <a:buChar char="q"/>
                </a:pPr>
                <a:endParaRPr lang="en-US" sz="2400" b="1"/>
              </a:p>
              <a:p>
                <a:pPr marL="355600" marR="673100" indent="-342900">
                  <a:buFont typeface="Wingdings" panose="05000000000000000000" pitchFamily="2" charset="2"/>
                  <a:buChar char="§"/>
                </a:pPr>
                <a:r>
                  <a:rPr lang="en-US" sz="2400"/>
                  <a:t>This however has included the source resistance, which we should subtract to get the input impedance</a:t>
                </a:r>
              </a:p>
              <a:p>
                <a:pPr marL="12700" marR="673100"/>
                <a:r>
                  <a:rPr lang="en-US" sz="2400">
                    <a:solidFill>
                      <a:srgbClr val="836967"/>
                    </a:solidFill>
                  </a:rPr>
                  <a:t>                                           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i="0">
                            <a:latin typeface="Cambria Math" panose="02040503050406030204" pitchFamily="18" charset="0"/>
                          </a:rPr>
                          <m:t>ⅈ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  <m:sup>
                        <m:r>
                          <a:rPr lang="en-US" sz="2400" i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2400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sz="2400" i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0">
                            <a:latin typeface="Cambria Math" panose="02040503050406030204" pitchFamily="18" charset="0"/>
                          </a:rPr>
                          <m:t>1+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𝑓𝑒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endParaRPr lang="en-US" sz="2400"/>
              </a:p>
              <a:p>
                <a:pPr marL="1384300" marR="673100" lvl="2" indent="-457200">
                  <a:buFont typeface="Wingdings" panose="05000000000000000000" pitchFamily="2" charset="2"/>
                  <a:buChar char="§"/>
                </a:pPr>
                <a:endParaRPr lang="en-AU" sz="2400" b="1">
                  <a:solidFill>
                    <a:srgbClr val="FF2121"/>
                  </a:solidFill>
                  <a:latin typeface="Arial"/>
                  <a:cs typeface="Arial"/>
                </a:endParaRPr>
              </a:p>
              <a:p>
                <a:pPr marL="927100" marR="673100" lvl="2"/>
                <a:endParaRPr lang="en-AU" sz="240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3D84C1A-0323-7A03-0A6D-FC9C158E47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972" y="551495"/>
                <a:ext cx="12019028" cy="4961999"/>
              </a:xfrm>
              <a:prstGeom prst="rect">
                <a:avLst/>
              </a:prstGeom>
              <a:blipFill>
                <a:blip r:embed="rId3"/>
                <a:stretch>
                  <a:fillRect l="-558" t="-11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2">
            <a:extLst>
              <a:ext uri="{FF2B5EF4-FFF2-40B4-BE49-F238E27FC236}">
                <a16:creationId xmlns:a16="http://schemas.microsoft.com/office/drawing/2014/main" id="{D79A3811-AF6B-FE57-74D7-5D06C5E009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6458" y="1265364"/>
            <a:ext cx="2076450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4">
            <a:extLst>
              <a:ext uri="{FF2B5EF4-FFF2-40B4-BE49-F238E27FC236}">
                <a16:creationId xmlns:a16="http://schemas.microsoft.com/office/drawing/2014/main" id="{B54592BC-9BF5-65A2-C9C8-8EA6909B58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2484" y="2041237"/>
            <a:ext cx="2976308" cy="842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5">
            <a:extLst>
              <a:ext uri="{FF2B5EF4-FFF2-40B4-BE49-F238E27FC236}">
                <a16:creationId xmlns:a16="http://schemas.microsoft.com/office/drawing/2014/main" id="{19789935-703B-7DEF-3F77-927F5B78BC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6906" y="1830976"/>
            <a:ext cx="885825" cy="111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6">
            <a:extLst>
              <a:ext uri="{FF2B5EF4-FFF2-40B4-BE49-F238E27FC236}">
                <a16:creationId xmlns:a16="http://schemas.microsoft.com/office/drawing/2014/main" id="{CBE95B4B-F03D-9CB1-150E-77778A76E2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9355" y="2864029"/>
            <a:ext cx="46482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8">
            <a:extLst>
              <a:ext uri="{FF2B5EF4-FFF2-40B4-BE49-F238E27FC236}">
                <a16:creationId xmlns:a16="http://schemas.microsoft.com/office/drawing/2014/main" id="{B4D24DF6-834E-E834-AF1E-530D71E7BF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2465" y="4871734"/>
            <a:ext cx="3571875" cy="93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9">
            <a:extLst>
              <a:ext uri="{FF2B5EF4-FFF2-40B4-BE49-F238E27FC236}">
                <a16:creationId xmlns:a16="http://schemas.microsoft.com/office/drawing/2014/main" id="{BDCDA57D-07B5-0058-4C7E-BB30F64652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7832" y="5244947"/>
            <a:ext cx="1800225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4BEE750-1528-B95F-4A8F-54B025B13405}"/>
                  </a:ext>
                </a:extLst>
              </p:cNvPr>
              <p:cNvSpPr txBox="1"/>
              <p:nvPr/>
            </p:nvSpPr>
            <p:spPr>
              <a:xfrm>
                <a:off x="3931895" y="4037099"/>
                <a:ext cx="1508875" cy="3158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A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AU" i="0">
                              <a:latin typeface="Cambria Math" panose="02040503050406030204" pitchFamily="18" charset="0"/>
                            </a:rPr>
                            <m:t>ⅈ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  <m:sup>
                          <m:r>
                            <a:rPr lang="en-AU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AU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𝑙</m:t>
                          </m:r>
                          <m:acc>
                            <m:accPr>
                              <m:chr m:val="̇"/>
                              <m:ctrlPr>
                                <a:rPr lang="en-A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sub>
                      </m:sSub>
                      <m:r>
                        <a:rPr lang="en-AU" i="0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A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AU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AU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4BEE750-1528-B95F-4A8F-54B025B134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895" y="4037099"/>
                <a:ext cx="1508875" cy="315856"/>
              </a:xfrm>
              <a:prstGeom prst="rect">
                <a:avLst/>
              </a:prstGeom>
              <a:blipFill>
                <a:blip r:embed="rId10"/>
                <a:stretch>
                  <a:fillRect l="-3629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F2CC79CD-CD7F-6E9E-97C5-23299B06CA4D}"/>
              </a:ext>
            </a:extLst>
          </p:cNvPr>
          <p:cNvSpPr txBox="1"/>
          <p:nvPr/>
        </p:nvSpPr>
        <p:spPr>
          <a:xfrm>
            <a:off x="5363455" y="2935301"/>
            <a:ext cx="6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556752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62962" y="759853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51495"/>
            <a:ext cx="1201902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673100"/>
            <a:r>
              <a:rPr lang="en-AU" sz="2400" b="1" dirty="0">
                <a:latin typeface="Arial"/>
                <a:cs typeface="Arial"/>
              </a:rPr>
              <a:t>Example 3:</a:t>
            </a:r>
          </a:p>
          <a:p>
            <a:pPr marL="355600" marR="673100" indent="-342900">
              <a:buFont typeface="Wingdings" panose="05000000000000000000" pitchFamily="2" charset="2"/>
              <a:buChar char="q"/>
            </a:pPr>
            <a:endParaRPr lang="en-AU" sz="2400" b="1" dirty="0">
              <a:latin typeface="Arial"/>
              <a:cs typeface="Arial"/>
            </a:endParaRPr>
          </a:p>
          <a:p>
            <a:pPr marL="355600" marR="673100" indent="-342900">
              <a:buFont typeface="Wingdings" panose="05000000000000000000" pitchFamily="2" charset="2"/>
              <a:buChar char="q"/>
            </a:pPr>
            <a:endParaRPr lang="en-AU" sz="2400" b="1" dirty="0">
              <a:latin typeface="Arial"/>
              <a:cs typeface="Arial"/>
            </a:endParaRPr>
          </a:p>
          <a:p>
            <a:pPr marL="355600" marR="673100" indent="-342900">
              <a:buFont typeface="Wingdings" panose="05000000000000000000" pitchFamily="2" charset="2"/>
              <a:buChar char="q"/>
            </a:pPr>
            <a:endParaRPr lang="en-AU" sz="2400" b="1" dirty="0">
              <a:latin typeface="Arial"/>
              <a:cs typeface="Arial"/>
            </a:endParaRPr>
          </a:p>
          <a:p>
            <a:pPr marL="355600" marR="673100" indent="-342900">
              <a:buFont typeface="Wingdings" panose="05000000000000000000" pitchFamily="2" charset="2"/>
              <a:buChar char="q"/>
            </a:pPr>
            <a:endParaRPr lang="en-AU" sz="2400" b="1" dirty="0">
              <a:latin typeface="Arial"/>
              <a:cs typeface="Arial"/>
            </a:endParaRPr>
          </a:p>
          <a:p>
            <a:pPr marL="355600" marR="673100" indent="-342900">
              <a:buFont typeface="Wingdings" panose="05000000000000000000" pitchFamily="2" charset="2"/>
              <a:buChar char="q"/>
            </a:pPr>
            <a:endParaRPr lang="en-AU" sz="2400" b="1" dirty="0">
              <a:latin typeface="Arial"/>
              <a:cs typeface="Arial"/>
            </a:endParaRPr>
          </a:p>
          <a:p>
            <a:pPr marL="355600" marR="673100" indent="-342900">
              <a:buFont typeface="Wingdings" panose="05000000000000000000" pitchFamily="2" charset="2"/>
              <a:buChar char="q"/>
            </a:pPr>
            <a:endParaRPr lang="en-AU" sz="2400" b="1" dirty="0">
              <a:latin typeface="Arial"/>
              <a:cs typeface="Arial"/>
            </a:endParaRPr>
          </a:p>
          <a:p>
            <a:pPr marL="355600" marR="673100" indent="-342900">
              <a:buFont typeface="Wingdings" panose="05000000000000000000" pitchFamily="2" charset="2"/>
              <a:buChar char="q"/>
            </a:pPr>
            <a:endParaRPr lang="en-AU" sz="2400" b="1" dirty="0">
              <a:latin typeface="Arial"/>
              <a:cs typeface="Arial"/>
            </a:endParaRPr>
          </a:p>
          <a:p>
            <a:pPr marL="355600" marR="673100" indent="-342900">
              <a:buFont typeface="Wingdings" panose="05000000000000000000" pitchFamily="2" charset="2"/>
              <a:buChar char="q"/>
            </a:pPr>
            <a:endParaRPr lang="en-AU" sz="2400" b="1" dirty="0">
              <a:latin typeface="Arial"/>
              <a:cs typeface="Arial"/>
            </a:endParaRPr>
          </a:p>
          <a:p>
            <a:pPr marL="355600" marR="673100" indent="-342900">
              <a:buFont typeface="Wingdings" panose="05000000000000000000" pitchFamily="2" charset="2"/>
              <a:buChar char="q"/>
            </a:pPr>
            <a:r>
              <a:rPr lang="en-AU" sz="2400" b="1" dirty="0">
                <a:latin typeface="Arial"/>
                <a:cs typeface="Arial"/>
              </a:rPr>
              <a:t>Step 1: Identify the feedback topology</a:t>
            </a:r>
          </a:p>
          <a:p>
            <a:pPr marL="12700" marR="673100"/>
            <a:endParaRPr lang="en-AU" sz="2400" b="1" dirty="0">
              <a:latin typeface="Arial"/>
              <a:cs typeface="Arial"/>
            </a:endParaRPr>
          </a:p>
          <a:p>
            <a:pPr marL="1270000" marR="673100" lvl="2" indent="-342900">
              <a:buFont typeface="Wingdings" panose="05000000000000000000" pitchFamily="2" charset="2"/>
              <a:buChar char="§"/>
            </a:pPr>
            <a:r>
              <a:rPr lang="en-AU" sz="2400" b="1" dirty="0">
                <a:latin typeface="Arial"/>
                <a:cs typeface="Arial"/>
              </a:rPr>
              <a:t>Series </a:t>
            </a:r>
            <a:r>
              <a:rPr lang="en-AU" sz="2400" dirty="0">
                <a:latin typeface="Arial"/>
                <a:cs typeface="Arial"/>
              </a:rPr>
              <a:t>(at the input)  - feedback voltage is summed in INPUT LOOP.</a:t>
            </a:r>
          </a:p>
          <a:p>
            <a:pPr marL="1270000" marR="673100" lvl="2" indent="-342900">
              <a:buFont typeface="Wingdings" panose="05000000000000000000" pitchFamily="2" charset="2"/>
              <a:buChar char="§"/>
            </a:pPr>
            <a:r>
              <a:rPr lang="en-AU" sz="2400" b="1" dirty="0">
                <a:latin typeface="Arial"/>
                <a:cs typeface="Arial"/>
              </a:rPr>
              <a:t>Shunt</a:t>
            </a:r>
            <a:r>
              <a:rPr lang="en-AU" sz="2400" dirty="0">
                <a:latin typeface="Arial"/>
                <a:cs typeface="Arial"/>
              </a:rPr>
              <a:t> (at the output) - V</a:t>
            </a:r>
            <a:r>
              <a:rPr lang="en-AU" sz="2400" baseline="-25000" dirty="0">
                <a:latin typeface="Arial"/>
                <a:cs typeface="Arial"/>
              </a:rPr>
              <a:t>o </a:t>
            </a:r>
            <a:r>
              <a:rPr lang="en-AU" sz="2400" dirty="0">
                <a:latin typeface="Arial"/>
                <a:cs typeface="Arial"/>
              </a:rPr>
              <a:t>is sampled at the OUTPUT NODE. If V</a:t>
            </a:r>
            <a:r>
              <a:rPr lang="en-AU" sz="2400" baseline="-25000" dirty="0">
                <a:latin typeface="Arial"/>
                <a:cs typeface="Arial"/>
              </a:rPr>
              <a:t>o</a:t>
            </a:r>
            <a:r>
              <a:rPr lang="en-AU" sz="2400" dirty="0">
                <a:latin typeface="Arial"/>
                <a:cs typeface="Arial"/>
              </a:rPr>
              <a:t> = 0, feedback voltage will be disabled.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72E1029E-E523-2FEE-09A4-F1BFD8E787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0016" y="856751"/>
            <a:ext cx="4019550" cy="263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3">
            <a:extLst>
              <a:ext uri="{FF2B5EF4-FFF2-40B4-BE49-F238E27FC236}">
                <a16:creationId xmlns:a16="http://schemas.microsoft.com/office/drawing/2014/main" id="{D91E2B43-EAA8-7E2A-86AB-42DF67D148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5680" y="853551"/>
            <a:ext cx="3916066" cy="2919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BCC139F-AC8F-A751-7CE1-D5EAB5B1D909}"/>
                  </a:ext>
                </a:extLst>
              </p14:cNvPr>
              <p14:cNvContentPartPr/>
              <p14:nvPr/>
            </p14:nvContentPartPr>
            <p14:xfrm>
              <a:off x="9247680" y="6610320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BCC139F-AC8F-A751-7CE1-D5EAB5B1D90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231840" y="6546960"/>
                <a:ext cx="3168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AFFAAFD-9A45-3160-18B1-D21369C15DEB}"/>
                  </a:ext>
                </a:extLst>
              </p14:cNvPr>
              <p14:cNvContentPartPr/>
              <p14:nvPr/>
            </p14:nvContentPartPr>
            <p14:xfrm>
              <a:off x="3584880" y="1290600"/>
              <a:ext cx="1706040" cy="8312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AFFAAFD-9A45-3160-18B1-D21369C15DE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569040" y="1227240"/>
                <a:ext cx="1737360" cy="957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7157068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62962" y="759853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51495"/>
            <a:ext cx="1201902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673100" indent="-3429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Step 2: Redraw circuit for small-signal analysis considering loading     </a:t>
            </a:r>
          </a:p>
          <a:p>
            <a:pPr marL="12700" marR="673100"/>
            <a:r>
              <a:rPr lang="en-AU" sz="2400" b="1">
                <a:latin typeface="Arial"/>
                <a:cs typeface="Arial"/>
              </a:rPr>
              <a:t>                 effects</a:t>
            </a: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r>
              <a:rPr lang="en-AU" sz="2400">
                <a:latin typeface="Arial"/>
                <a:cs typeface="Arial"/>
              </a:rPr>
              <a:t>Since Series-shunt, the appropriate two-port network is h-parameter</a:t>
            </a:r>
          </a:p>
          <a:p>
            <a:pPr marL="927100" marR="673100" lvl="2"/>
            <a:endParaRPr lang="en-AU" sz="2400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p:pic>
        <p:nvPicPr>
          <p:cNvPr id="16" name="Picture 3">
            <a:extLst>
              <a:ext uri="{FF2B5EF4-FFF2-40B4-BE49-F238E27FC236}">
                <a16:creationId xmlns:a16="http://schemas.microsoft.com/office/drawing/2014/main" id="{873E222B-B32F-B016-7F01-62B69AA243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6180" y="1138634"/>
            <a:ext cx="3609218" cy="26910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2">
            <a:extLst>
              <a:ext uri="{FF2B5EF4-FFF2-40B4-BE49-F238E27FC236}">
                <a16:creationId xmlns:a16="http://schemas.microsoft.com/office/drawing/2014/main" id="{7405B80A-7F3A-A773-BD54-8992722E6B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538" y="4277449"/>
            <a:ext cx="3470143" cy="18206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3">
            <a:extLst>
              <a:ext uri="{FF2B5EF4-FFF2-40B4-BE49-F238E27FC236}">
                <a16:creationId xmlns:a16="http://schemas.microsoft.com/office/drawing/2014/main" id="{5361E591-76DA-79BB-EDEA-F5A3A72242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2808" y="4691803"/>
            <a:ext cx="2093515" cy="813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4">
            <a:extLst>
              <a:ext uri="{FF2B5EF4-FFF2-40B4-BE49-F238E27FC236}">
                <a16:creationId xmlns:a16="http://schemas.microsoft.com/office/drawing/2014/main" id="{4EC0F433-E81D-463F-5E5F-9FDD22375B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1443" y="4646191"/>
            <a:ext cx="2304634" cy="9798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7016779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62962" y="759853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282480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62962" y="759853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51495"/>
            <a:ext cx="1201902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673100" indent="-3429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Step 2 (continue….)</a:t>
            </a:r>
          </a:p>
          <a:p>
            <a:pPr marL="927100" marR="673100" lvl="2"/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0244C76-0010-77C5-EB62-13BD772842F5}"/>
                  </a:ext>
                </a:extLst>
              </p:cNvPr>
              <p:cNvSpPr txBox="1"/>
              <p:nvPr/>
            </p:nvSpPr>
            <p:spPr>
              <a:xfrm>
                <a:off x="172972" y="3589525"/>
                <a:ext cx="10657702" cy="10262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55600" marR="673100" indent="-342900">
                  <a:buFont typeface="Wingdings" panose="05000000000000000000" pitchFamily="2" charset="2"/>
                  <a:buChar char="q"/>
                </a:pPr>
                <a:r>
                  <a:rPr lang="en-US" sz="2400" b="1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Step 3: </a:t>
                </a:r>
                <a:r>
                  <a:rPr lang="en-US" sz="2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Identify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sz="2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to evaluate the feedback factor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400" i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lvl="1"/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0244C76-0010-77C5-EB62-13BD772842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972" y="3589525"/>
                <a:ext cx="10657702" cy="1026243"/>
              </a:xfrm>
              <a:prstGeom prst="rect">
                <a:avLst/>
              </a:prstGeom>
              <a:blipFill>
                <a:blip r:embed="rId3"/>
                <a:stretch>
                  <a:fillRect l="-6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2">
            <a:extLst>
              <a:ext uri="{FF2B5EF4-FFF2-40B4-BE49-F238E27FC236}">
                <a16:creationId xmlns:a16="http://schemas.microsoft.com/office/drawing/2014/main" id="{66800D58-E809-2503-7D38-D85975BAAA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796" y="4155539"/>
            <a:ext cx="3470143" cy="18206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2">
            <a:extLst>
              <a:ext uri="{FF2B5EF4-FFF2-40B4-BE49-F238E27FC236}">
                <a16:creationId xmlns:a16="http://schemas.microsoft.com/office/drawing/2014/main" id="{3254FF4A-B53E-FCE1-A14C-3DB45DD2AD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2108" y="1141344"/>
            <a:ext cx="6657975" cy="247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3">
            <a:extLst>
              <a:ext uri="{FF2B5EF4-FFF2-40B4-BE49-F238E27FC236}">
                <a16:creationId xmlns:a16="http://schemas.microsoft.com/office/drawing/2014/main" id="{6378C8B0-99DA-DAC4-633F-77CE595F51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1518" y="4565471"/>
            <a:ext cx="32004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5351799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62962" y="759853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3D84C1A-0323-7A03-0A6D-FC9C158E4761}"/>
                  </a:ext>
                </a:extLst>
              </p:cNvPr>
              <p:cNvSpPr txBox="1"/>
              <p:nvPr/>
            </p:nvSpPr>
            <p:spPr>
              <a:xfrm>
                <a:off x="172972" y="551495"/>
                <a:ext cx="12019028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55600" marR="673100" indent="-342900">
                  <a:buFont typeface="Wingdings" panose="05000000000000000000" pitchFamily="2" charset="2"/>
                  <a:buChar char="q"/>
                </a:pPr>
                <a:r>
                  <a:rPr lang="en-AU" sz="2400" b="1">
                    <a:latin typeface="Arial"/>
                    <a:cs typeface="Arial"/>
                  </a:rPr>
                  <a:t>Step 4: </a:t>
                </a:r>
                <a:r>
                  <a:rPr lang="en-US" sz="2400" b="1">
                    <a:solidFill>
                      <a:schemeClr val="tx1"/>
                    </a:solidFill>
                  </a:rPr>
                  <a:t>Evaluate the open loop gain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AU" sz="24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𝑶𝑳</m:t>
                        </m:r>
                      </m:sub>
                    </m:sSub>
                  </m:oMath>
                </a14:m>
                <a:r>
                  <a:rPr lang="en-US" sz="2400" b="1">
                    <a:solidFill>
                      <a:schemeClr val="tx1"/>
                    </a:solidFill>
                  </a:rPr>
                  <a:t>.  In this case,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AU" sz="24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𝑶𝑳</m:t>
                        </m:r>
                      </m:sub>
                    </m:sSub>
                    <m:r>
                      <a:rPr lang="en-AU" sz="2400" b="1" i="0" smtClean="0">
                        <a:solidFill>
                          <a:schemeClr val="tx1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400" b="1">
                    <a:solidFill>
                      <a:schemeClr val="tx1"/>
                    </a:solidFill>
                  </a:rPr>
                  <a:t> is  trans-impedance gain </a:t>
                </a:r>
              </a:p>
              <a:p>
                <a:pPr marL="12700" marR="673100"/>
                <a:r>
                  <a:rPr lang="en-US" sz="2400" b="1">
                    <a:solidFill>
                      <a:schemeClr val="tx1"/>
                    </a:solidFill>
                  </a:rPr>
                  <a:t>                     and therefore</a:t>
                </a:r>
              </a:p>
              <a:p>
                <a:pPr marL="927100" marR="673100" lvl="2"/>
                <a:endParaRPr lang="en-AU" sz="2400" b="1">
                  <a:solidFill>
                    <a:srgbClr val="FF2121"/>
                  </a:solidFill>
                  <a:latin typeface="Arial"/>
                  <a:cs typeface="Arial"/>
                </a:endParaRPr>
              </a:p>
              <a:p>
                <a:pPr marL="1384300" marR="673100" lvl="2" indent="-457200">
                  <a:buFont typeface="Wingdings" panose="05000000000000000000" pitchFamily="2" charset="2"/>
                  <a:buChar char="§"/>
                </a:pPr>
                <a:endParaRPr lang="en-AU" sz="2400" b="1">
                  <a:solidFill>
                    <a:srgbClr val="FF2121"/>
                  </a:solidFill>
                  <a:latin typeface="Arial"/>
                  <a:cs typeface="Arial"/>
                </a:endParaRPr>
              </a:p>
              <a:p>
                <a:pPr marL="1384300" marR="673100" lvl="2" indent="-457200">
                  <a:buFont typeface="Wingdings" panose="05000000000000000000" pitchFamily="2" charset="2"/>
                  <a:buChar char="§"/>
                </a:pPr>
                <a:endParaRPr lang="en-AU" sz="2400" b="1">
                  <a:solidFill>
                    <a:srgbClr val="FF2121"/>
                  </a:solidFill>
                  <a:latin typeface="Arial"/>
                  <a:cs typeface="Arial"/>
                </a:endParaRPr>
              </a:p>
              <a:p>
                <a:pPr marL="927100" marR="673100" lvl="2"/>
                <a:endParaRPr lang="en-AU" sz="240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3D84C1A-0323-7A03-0A6D-FC9C158E47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972" y="551495"/>
                <a:ext cx="12019028" cy="2308324"/>
              </a:xfrm>
              <a:prstGeom prst="rect">
                <a:avLst/>
              </a:prstGeom>
              <a:blipFill>
                <a:blip r:embed="rId3"/>
                <a:stretch>
                  <a:fillRect l="-558" t="-2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3">
            <a:extLst>
              <a:ext uri="{FF2B5EF4-FFF2-40B4-BE49-F238E27FC236}">
                <a16:creationId xmlns:a16="http://schemas.microsoft.com/office/drawing/2014/main" id="{267E97E6-DCBD-0A92-2FA8-594D15FD87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0064" y="4295123"/>
            <a:ext cx="3324225" cy="163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4">
            <a:extLst>
              <a:ext uri="{FF2B5EF4-FFF2-40B4-BE49-F238E27FC236}">
                <a16:creationId xmlns:a16="http://schemas.microsoft.com/office/drawing/2014/main" id="{0FF990E6-7C36-B34F-14B6-052183F1CB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6595" y="4814186"/>
            <a:ext cx="5546226" cy="959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2">
            <a:extLst>
              <a:ext uri="{FF2B5EF4-FFF2-40B4-BE49-F238E27FC236}">
                <a16:creationId xmlns:a16="http://schemas.microsoft.com/office/drawing/2014/main" id="{223265CD-0DDB-F7D0-59F2-3898FD34DB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8461" y="2161355"/>
            <a:ext cx="6657975" cy="247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7299822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62962" y="759853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51495"/>
            <a:ext cx="12019028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673100" indent="-3429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Step 5: </a:t>
            </a:r>
            <a:r>
              <a:rPr lang="en-US" sz="2400" b="1">
                <a:solidFill>
                  <a:schemeClr val="tx1"/>
                </a:solidFill>
                <a:latin typeface="+mn-lt"/>
              </a:rPr>
              <a:t>Evaluate the input and output </a:t>
            </a:r>
            <a:r>
              <a:rPr lang="en-US" sz="2400" b="1"/>
              <a:t>impedances of the basic amplifier with the </a:t>
            </a:r>
          </a:p>
          <a:p>
            <a:pPr marL="12700" marR="673100"/>
            <a:r>
              <a:rPr lang="en-US" sz="2400" b="1"/>
              <a:t>                     loading effects of the feedback network included</a:t>
            </a:r>
          </a:p>
          <a:p>
            <a:pPr marL="12700" marR="673100"/>
            <a:endParaRPr lang="en-US" sz="2400" b="1">
              <a:solidFill>
                <a:schemeClr val="tx1"/>
              </a:solidFill>
              <a:latin typeface="+mn-lt"/>
            </a:endParaRPr>
          </a:p>
          <a:p>
            <a:pPr marL="12700" marR="673100"/>
            <a:endParaRPr lang="en-US" sz="2400" b="1"/>
          </a:p>
          <a:p>
            <a:pPr marL="12700" marR="673100"/>
            <a:endParaRPr lang="en-US" sz="2400" b="1">
              <a:solidFill>
                <a:schemeClr val="tx1"/>
              </a:solidFill>
              <a:latin typeface="+mn-lt"/>
            </a:endParaRPr>
          </a:p>
          <a:p>
            <a:pPr marL="12700" marR="673100"/>
            <a:endParaRPr lang="en-US" sz="2400" b="1"/>
          </a:p>
          <a:p>
            <a:pPr marL="12700" marR="673100"/>
            <a:endParaRPr lang="en-US" sz="2400" b="1">
              <a:solidFill>
                <a:schemeClr val="tx1"/>
              </a:solidFill>
              <a:latin typeface="+mn-lt"/>
            </a:endParaRPr>
          </a:p>
          <a:p>
            <a:pPr marL="12700" marR="673100"/>
            <a:endParaRPr lang="en-US" sz="2400" b="1"/>
          </a:p>
          <a:p>
            <a:pPr marL="12700" marR="673100"/>
            <a:endParaRPr lang="en-US" sz="2400" b="1">
              <a:solidFill>
                <a:schemeClr val="tx1"/>
              </a:solidFill>
              <a:latin typeface="+mn-lt"/>
            </a:endParaRPr>
          </a:p>
          <a:p>
            <a:pPr marL="12700" marR="673100"/>
            <a:endParaRPr lang="en-US" sz="2400" b="1">
              <a:solidFill>
                <a:schemeClr val="tx1"/>
              </a:solidFill>
              <a:latin typeface="+mn-lt"/>
            </a:endParaRPr>
          </a:p>
          <a:p>
            <a:pPr marL="12700" marR="673100"/>
            <a:endParaRPr lang="en-US" sz="2400" b="1"/>
          </a:p>
          <a:p>
            <a:pPr marL="12700" marR="673100"/>
            <a:endParaRPr lang="en-US" sz="2400" b="1">
              <a:solidFill>
                <a:schemeClr val="tx1"/>
              </a:solidFill>
              <a:latin typeface="+mn-lt"/>
            </a:endParaRPr>
          </a:p>
          <a:p>
            <a:pPr marL="927100" marR="673100" lvl="2"/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12B3AFFE-1E06-84BA-E5C1-E8D073241B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0623" y="1502328"/>
            <a:ext cx="6657975" cy="247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F257D5B4-E7AA-29F6-F98D-9FA04421B9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4210" y="4027971"/>
            <a:ext cx="2590800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3">
            <a:extLst>
              <a:ext uri="{FF2B5EF4-FFF2-40B4-BE49-F238E27FC236}">
                <a16:creationId xmlns:a16="http://schemas.microsoft.com/office/drawing/2014/main" id="{0864853B-76B6-6E2B-8B79-2D6A9D005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4210" y="4669811"/>
            <a:ext cx="2447925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7966544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62962" y="759853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51495"/>
            <a:ext cx="12019028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673100" indent="-3429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Step 6: </a:t>
            </a:r>
            <a:r>
              <a:rPr lang="en-US" sz="2400" b="1">
                <a:solidFill>
                  <a:schemeClr val="tx1"/>
                </a:solidFill>
                <a:latin typeface="+mn-lt"/>
              </a:rPr>
              <a:t>Evaluate the closed-loop gain, closed-loop input, and output impedances</a:t>
            </a:r>
            <a:r>
              <a:rPr lang="en-US" sz="2400" b="1"/>
              <a:t> the </a:t>
            </a:r>
          </a:p>
          <a:p>
            <a:pPr marL="12700" marR="673100"/>
            <a:r>
              <a:rPr lang="en-US" sz="2400" b="1"/>
              <a:t>                     loading effects of the feedback network included</a:t>
            </a:r>
          </a:p>
          <a:p>
            <a:pPr marL="12700" marR="673100"/>
            <a:endParaRPr lang="en-US" sz="2400" b="1"/>
          </a:p>
          <a:p>
            <a:pPr marL="12700" marR="673100"/>
            <a:endParaRPr lang="en-US" sz="2400" b="1">
              <a:solidFill>
                <a:schemeClr val="tx1"/>
              </a:solidFill>
              <a:latin typeface="+mn-lt"/>
            </a:endParaRPr>
          </a:p>
          <a:p>
            <a:pPr marL="927100" marR="673100" lvl="2"/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355600" marR="673100" indent="-342900">
              <a:buFont typeface="Wingdings" panose="05000000000000000000" pitchFamily="2" charset="2"/>
              <a:buChar char="§"/>
            </a:pPr>
            <a:r>
              <a:rPr lang="en-US" sz="2400"/>
              <a:t>This however has included the source resistance, which we should subtract to get the input impedance</a:t>
            </a:r>
          </a:p>
          <a:p>
            <a:pPr marL="355600" marR="673100" indent="-342900">
              <a:buFont typeface="Wingdings" panose="05000000000000000000" pitchFamily="2" charset="2"/>
              <a:buChar char="§"/>
            </a:pPr>
            <a:endParaRPr lang="en-US" sz="2400"/>
          </a:p>
          <a:p>
            <a:pPr marL="355600" marR="673100" indent="-342900">
              <a:buFont typeface="Wingdings" panose="05000000000000000000" pitchFamily="2" charset="2"/>
              <a:buChar char="§"/>
            </a:pPr>
            <a:endParaRPr lang="en-US" sz="2400"/>
          </a:p>
          <a:p>
            <a:pPr marL="355600" marR="673100" indent="-342900">
              <a:buFont typeface="Wingdings" panose="05000000000000000000" pitchFamily="2" charset="2"/>
              <a:buChar char="§"/>
            </a:pPr>
            <a:endParaRPr lang="en-US" sz="2400"/>
          </a:p>
          <a:p>
            <a:pPr marL="355600" marR="673100" indent="-342900">
              <a:buFont typeface="Wingdings" panose="05000000000000000000" pitchFamily="2" charset="2"/>
              <a:buChar char="§"/>
            </a:pPr>
            <a:r>
              <a:rPr lang="en-US" sz="2400"/>
              <a:t>This however has included the load resistance, which we should subtract to get the output impedance</a:t>
            </a:r>
          </a:p>
          <a:p>
            <a:pPr marL="355600" marR="673100" indent="-342900">
              <a:buFont typeface="Wingdings" panose="05000000000000000000" pitchFamily="2" charset="2"/>
              <a:buChar char="§"/>
            </a:pPr>
            <a:endParaRPr lang="en-US" sz="2400"/>
          </a:p>
          <a:p>
            <a:pPr marL="12700" marR="673100"/>
            <a:r>
              <a:rPr lang="en-US" sz="2400">
                <a:solidFill>
                  <a:srgbClr val="836967"/>
                </a:solidFill>
              </a:rPr>
              <a:t>                                                 </a:t>
            </a:r>
            <a:endParaRPr lang="en-US" sz="2400"/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CC79CD-CD7F-6E9E-97C5-23299B06CA4D}"/>
              </a:ext>
            </a:extLst>
          </p:cNvPr>
          <p:cNvSpPr txBox="1"/>
          <p:nvPr/>
        </p:nvSpPr>
        <p:spPr>
          <a:xfrm>
            <a:off x="5363455" y="2935301"/>
            <a:ext cx="6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lang="en-AU"/>
          </a:p>
        </p:txBody>
      </p:sp>
      <p:pic>
        <p:nvPicPr>
          <p:cNvPr id="20" name="Picture 4">
            <a:extLst>
              <a:ext uri="{FF2B5EF4-FFF2-40B4-BE49-F238E27FC236}">
                <a16:creationId xmlns:a16="http://schemas.microsoft.com/office/drawing/2014/main" id="{82E331E3-F468-C2E8-226B-4396C87045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3641" y="1237430"/>
            <a:ext cx="851374" cy="62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2">
            <a:extLst>
              <a:ext uri="{FF2B5EF4-FFF2-40B4-BE49-F238E27FC236}">
                <a16:creationId xmlns:a16="http://schemas.microsoft.com/office/drawing/2014/main" id="{4C05D9AC-49AB-89F0-727D-7FE1A09351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5702" y="1683613"/>
            <a:ext cx="4238625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5">
            <a:extLst>
              <a:ext uri="{FF2B5EF4-FFF2-40B4-BE49-F238E27FC236}">
                <a16:creationId xmlns:a16="http://schemas.microsoft.com/office/drawing/2014/main" id="{DA9F4735-6512-5FD8-9747-FDADCD3E43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975" y="2308389"/>
            <a:ext cx="2105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016E92C-FC8B-9D47-D061-414FFA8B1166}"/>
                  </a:ext>
                </a:extLst>
              </p:cNvPr>
              <p:cNvSpPr txBox="1"/>
              <p:nvPr/>
            </p:nvSpPr>
            <p:spPr>
              <a:xfrm>
                <a:off x="4289049" y="3345377"/>
                <a:ext cx="1508875" cy="3158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A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AU" i="0">
                              <a:latin typeface="Cambria Math" panose="02040503050406030204" pitchFamily="18" charset="0"/>
                            </a:rPr>
                            <m:t>ⅈ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  <m:sup>
                          <m:r>
                            <a:rPr lang="en-AU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AU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𝑙</m:t>
                          </m:r>
                          <m:acc>
                            <m:accPr>
                              <m:chr m:val="̇"/>
                              <m:ctrlPr>
                                <a:rPr lang="en-A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sub>
                      </m:sSub>
                      <m:r>
                        <a:rPr lang="en-AU" i="0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A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AU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AU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016E92C-FC8B-9D47-D061-414FFA8B1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9049" y="3345377"/>
                <a:ext cx="1508875" cy="315856"/>
              </a:xfrm>
              <a:prstGeom prst="rect">
                <a:avLst/>
              </a:prstGeom>
              <a:blipFill>
                <a:blip r:embed="rId6"/>
                <a:stretch>
                  <a:fillRect l="-3644" b="-25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Picture 6">
            <a:extLst>
              <a:ext uri="{FF2B5EF4-FFF2-40B4-BE49-F238E27FC236}">
                <a16:creationId xmlns:a16="http://schemas.microsoft.com/office/drawing/2014/main" id="{45B94737-4F8F-A818-93FB-DC072D6235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9459" y="3782661"/>
            <a:ext cx="1548465" cy="949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5595570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62962" y="759853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51495"/>
            <a:ext cx="12019028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673100"/>
            <a:r>
              <a:rPr lang="en-AU" sz="2400" b="1">
                <a:latin typeface="Arial"/>
                <a:cs typeface="Arial"/>
              </a:rPr>
              <a:t>Example 4:</a:t>
            </a:r>
          </a:p>
          <a:p>
            <a:pPr marL="355600" marR="673100" indent="-342900">
              <a:buFont typeface="Wingdings" panose="05000000000000000000" pitchFamily="2" charset="2"/>
              <a:buChar char="q"/>
            </a:pPr>
            <a:endParaRPr lang="en-AU" sz="2400" b="1">
              <a:latin typeface="Arial"/>
              <a:cs typeface="Arial"/>
            </a:endParaRPr>
          </a:p>
          <a:p>
            <a:pPr marL="355600" marR="673100" indent="-342900">
              <a:buFont typeface="Wingdings" panose="05000000000000000000" pitchFamily="2" charset="2"/>
              <a:buChar char="q"/>
            </a:pPr>
            <a:endParaRPr lang="en-AU" sz="2400" b="1">
              <a:latin typeface="Arial"/>
              <a:cs typeface="Arial"/>
            </a:endParaRPr>
          </a:p>
          <a:p>
            <a:pPr marL="355600" marR="673100" indent="-342900">
              <a:buFont typeface="Wingdings" panose="05000000000000000000" pitchFamily="2" charset="2"/>
              <a:buChar char="q"/>
            </a:pPr>
            <a:endParaRPr lang="en-AU" sz="2400" b="1">
              <a:latin typeface="Arial"/>
              <a:cs typeface="Arial"/>
            </a:endParaRPr>
          </a:p>
          <a:p>
            <a:pPr marL="355600" marR="673100" indent="-342900">
              <a:buFont typeface="Wingdings" panose="05000000000000000000" pitchFamily="2" charset="2"/>
              <a:buChar char="q"/>
            </a:pPr>
            <a:endParaRPr lang="en-AU" sz="2400" b="1">
              <a:latin typeface="Arial"/>
              <a:cs typeface="Arial"/>
            </a:endParaRPr>
          </a:p>
          <a:p>
            <a:pPr marL="355600" marR="673100" indent="-342900">
              <a:buFont typeface="Wingdings" panose="05000000000000000000" pitchFamily="2" charset="2"/>
              <a:buChar char="q"/>
            </a:pPr>
            <a:endParaRPr lang="en-AU" sz="2400" b="1">
              <a:latin typeface="Arial"/>
              <a:cs typeface="Arial"/>
            </a:endParaRPr>
          </a:p>
          <a:p>
            <a:pPr marL="355600" marR="673100" indent="-342900">
              <a:buFont typeface="Wingdings" panose="05000000000000000000" pitchFamily="2" charset="2"/>
              <a:buChar char="q"/>
            </a:pPr>
            <a:endParaRPr lang="en-AU" sz="2400" b="1">
              <a:latin typeface="Arial"/>
              <a:cs typeface="Arial"/>
            </a:endParaRPr>
          </a:p>
          <a:p>
            <a:pPr marL="355600" marR="673100" indent="-342900">
              <a:buFont typeface="Wingdings" panose="05000000000000000000" pitchFamily="2" charset="2"/>
              <a:buChar char="q"/>
            </a:pPr>
            <a:endParaRPr lang="en-AU" sz="2400" b="1">
              <a:latin typeface="Arial"/>
              <a:cs typeface="Arial"/>
            </a:endParaRPr>
          </a:p>
          <a:p>
            <a:pPr marL="355600" marR="673100" indent="-342900">
              <a:buFont typeface="Wingdings" panose="05000000000000000000" pitchFamily="2" charset="2"/>
              <a:buChar char="q"/>
            </a:pPr>
            <a:endParaRPr lang="en-AU" sz="2400" b="1">
              <a:latin typeface="Arial"/>
              <a:cs typeface="Arial"/>
            </a:endParaRPr>
          </a:p>
          <a:p>
            <a:pPr marL="355600" marR="673100" indent="-3429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Step 1: Identify the feedback topology</a:t>
            </a: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00" marR="673100" lvl="2" indent="-342900">
              <a:buFont typeface="Wingdings" panose="05000000000000000000" pitchFamily="2" charset="2"/>
              <a:buChar char="§"/>
            </a:pPr>
            <a:r>
              <a:rPr lang="en-AU" sz="2400" b="1">
                <a:latin typeface="Arial"/>
                <a:cs typeface="Arial"/>
              </a:rPr>
              <a:t>Shunt</a:t>
            </a:r>
            <a:r>
              <a:rPr lang="en-AU" sz="2400">
                <a:latin typeface="Arial"/>
                <a:cs typeface="Arial"/>
              </a:rPr>
              <a:t> (at the input)  - feedback current is summed at INPUT NODE.</a:t>
            </a:r>
          </a:p>
          <a:p>
            <a:pPr marL="1270000" marR="673100" lvl="2" indent="-342900">
              <a:buFont typeface="Wingdings" panose="05000000000000000000" pitchFamily="2" charset="2"/>
              <a:buChar char="§"/>
            </a:pPr>
            <a:r>
              <a:rPr lang="en-AU" sz="2400" b="1">
                <a:latin typeface="Arial"/>
                <a:cs typeface="Arial"/>
              </a:rPr>
              <a:t>Shunt</a:t>
            </a:r>
            <a:r>
              <a:rPr lang="en-AU" sz="2400">
                <a:latin typeface="Arial"/>
                <a:cs typeface="Arial"/>
              </a:rPr>
              <a:t> (at the output) - I</a:t>
            </a:r>
            <a:r>
              <a:rPr lang="en-AU" sz="2400" baseline="-25000">
                <a:latin typeface="Arial"/>
                <a:cs typeface="Arial"/>
              </a:rPr>
              <a:t>o </a:t>
            </a:r>
            <a:r>
              <a:rPr lang="en-AU" sz="2400">
                <a:latin typeface="Arial"/>
                <a:cs typeface="Arial"/>
              </a:rPr>
              <a:t>is sampled at the OUTPUT NODE. If I</a:t>
            </a:r>
            <a:r>
              <a:rPr lang="en-AU" sz="2400" baseline="-25000">
                <a:latin typeface="Arial"/>
                <a:cs typeface="Arial"/>
              </a:rPr>
              <a:t>o</a:t>
            </a:r>
            <a:r>
              <a:rPr lang="en-AU" sz="2400">
                <a:latin typeface="Arial"/>
                <a:cs typeface="Arial"/>
              </a:rPr>
              <a:t> = 0, feedback current will be disabled.</a:t>
            </a:r>
            <a:endParaRPr lang="en-AU" sz="2400" baseline="-25000">
              <a:latin typeface="Arial"/>
              <a:cs typeface="Arial"/>
            </a:endParaRPr>
          </a:p>
          <a:p>
            <a:pPr marL="927100" marR="673100" lvl="2"/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DE3C8324-C93E-9F83-2D51-A52174736E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8059" y="759853"/>
            <a:ext cx="4085878" cy="2896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818E79DC-D8C9-402F-CAAA-FF37254E9510}"/>
              </a:ext>
            </a:extLst>
          </p:cNvPr>
          <p:cNvGrpSpPr/>
          <p:nvPr/>
        </p:nvGrpSpPr>
        <p:grpSpPr>
          <a:xfrm>
            <a:off x="3860966" y="1538194"/>
            <a:ext cx="250920" cy="309240"/>
            <a:chOff x="3860966" y="1538194"/>
            <a:chExt cx="250920" cy="30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9A16217-3460-CA81-4C2B-7E2437D2851F}"/>
                    </a:ext>
                  </a:extLst>
                </p14:cNvPr>
                <p14:cNvContentPartPr/>
                <p14:nvPr/>
              </p14:nvContentPartPr>
              <p14:xfrm>
                <a:off x="3860966" y="1538194"/>
                <a:ext cx="149400" cy="2440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9A16217-3460-CA81-4C2B-7E2437D2851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851966" y="1529194"/>
                  <a:ext cx="16704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871F467-0A5F-25C4-92CD-99F5E5D59DB3}"/>
                    </a:ext>
                  </a:extLst>
                </p14:cNvPr>
                <p14:cNvContentPartPr/>
                <p14:nvPr/>
              </p14:nvContentPartPr>
              <p14:xfrm>
                <a:off x="4030886" y="1719274"/>
                <a:ext cx="81000" cy="1281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871F467-0A5F-25C4-92CD-99F5E5D59DB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021886" y="1710274"/>
                  <a:ext cx="98640" cy="14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E37C5CF-8AC6-F14D-6EB5-EC117F5B0707}"/>
                  </a:ext>
                </a:extLst>
              </p14:cNvPr>
              <p14:cNvContentPartPr/>
              <p14:nvPr/>
            </p14:nvContentPartPr>
            <p14:xfrm>
              <a:off x="11946600" y="5927040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E37C5CF-8AC6-F14D-6EB5-EC117F5B070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930760" y="5863680"/>
                <a:ext cx="31680" cy="12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4730529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62962" y="759853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F78DA23F-7441-30AD-2A66-3F55EAE81EB1}"/>
                  </a:ext>
                </a:extLst>
              </p14:cNvPr>
              <p14:cNvContentPartPr/>
              <p14:nvPr/>
            </p14:nvContentPartPr>
            <p14:xfrm>
              <a:off x="4237886" y="2240057"/>
              <a:ext cx="30960" cy="144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F78DA23F-7441-30AD-2A66-3F55EAE81EB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28989" y="2232857"/>
                <a:ext cx="48397" cy="155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DE71F04-70D0-C69A-EE50-6C0BFDBB5480}"/>
                  </a:ext>
                </a:extLst>
              </p14:cNvPr>
              <p14:cNvContentPartPr/>
              <p14:nvPr/>
            </p14:nvContentPartPr>
            <p14:xfrm>
              <a:off x="9194400" y="3981600"/>
              <a:ext cx="720" cy="10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DE71F04-70D0-C69A-EE50-6C0BFDBB548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178560" y="3918240"/>
                <a:ext cx="32040" cy="127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552511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62962" y="759853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51495"/>
            <a:ext cx="1201902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673100" indent="-3429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Step 2: Redraw circuit for small-signal analysis considering loading     </a:t>
            </a:r>
          </a:p>
          <a:p>
            <a:pPr marL="12700" marR="673100"/>
            <a:r>
              <a:rPr lang="en-AU" sz="2400" b="1">
                <a:latin typeface="Arial"/>
                <a:cs typeface="Arial"/>
              </a:rPr>
              <a:t>                 effects</a:t>
            </a: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r>
              <a:rPr lang="en-AU" sz="2400">
                <a:latin typeface="Arial"/>
                <a:cs typeface="Arial"/>
              </a:rPr>
              <a:t>Since Series-shunt, the appropriate two-port network is g-parameter</a:t>
            </a:r>
          </a:p>
          <a:p>
            <a:pPr marL="927100" marR="673100" lvl="2"/>
            <a:endParaRPr lang="en-AU" sz="2400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1D6F8E50-D7D7-F094-7D81-635E7162B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9286" y="1268468"/>
            <a:ext cx="7816034" cy="2405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3">
            <a:extLst>
              <a:ext uri="{FF2B5EF4-FFF2-40B4-BE49-F238E27FC236}">
                <a16:creationId xmlns:a16="http://schemas.microsoft.com/office/drawing/2014/main" id="{E95E24EA-3993-AEB1-15FF-3B87CFA304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326" y="4234627"/>
            <a:ext cx="3234003" cy="1823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4">
            <a:extLst>
              <a:ext uri="{FF2B5EF4-FFF2-40B4-BE49-F238E27FC236}">
                <a16:creationId xmlns:a16="http://schemas.microsoft.com/office/drawing/2014/main" id="{5755EFF7-D3E9-ABFE-7300-96F3690D7D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1074" y="4522236"/>
            <a:ext cx="2952750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Picture 5">
            <a:extLst>
              <a:ext uri="{FF2B5EF4-FFF2-40B4-BE49-F238E27FC236}">
                <a16:creationId xmlns:a16="http://schemas.microsoft.com/office/drawing/2014/main" id="{C4F08A4B-8E1F-F1F8-5C73-6AB1B230C2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7569" y="4636536"/>
            <a:ext cx="2762250" cy="104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900228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62962" y="759853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51495"/>
            <a:ext cx="1201902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F78DA23F-7441-30AD-2A66-3F55EAE81EB1}"/>
                  </a:ext>
                </a:extLst>
              </p14:cNvPr>
              <p14:cNvContentPartPr/>
              <p14:nvPr/>
            </p14:nvContentPartPr>
            <p14:xfrm>
              <a:off x="4237886" y="2240057"/>
              <a:ext cx="30960" cy="144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F78DA23F-7441-30AD-2A66-3F55EAE81EB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28989" y="2232857"/>
                <a:ext cx="48397" cy="1555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576993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62962" y="759853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51495"/>
            <a:ext cx="1201902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673100" indent="-3429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Step 2 (continue….)</a:t>
            </a:r>
          </a:p>
          <a:p>
            <a:pPr marL="927100" marR="673100" lvl="2"/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0244C76-0010-77C5-EB62-13BD772842F5}"/>
                  </a:ext>
                </a:extLst>
              </p:cNvPr>
              <p:cNvSpPr txBox="1"/>
              <p:nvPr/>
            </p:nvSpPr>
            <p:spPr>
              <a:xfrm>
                <a:off x="172972" y="3589525"/>
                <a:ext cx="10657702" cy="10262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55600" marR="673100" indent="-342900">
                  <a:buFont typeface="Wingdings" panose="05000000000000000000" pitchFamily="2" charset="2"/>
                  <a:buChar char="q"/>
                </a:pPr>
                <a:r>
                  <a:rPr lang="en-US" sz="2400" b="1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Step 3: </a:t>
                </a:r>
                <a:r>
                  <a:rPr lang="en-US" sz="2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Identify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sz="2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to evaluate the feedback factor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400" i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lvl="1"/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0244C76-0010-77C5-EB62-13BD772842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972" y="3589525"/>
                <a:ext cx="10657702" cy="1026243"/>
              </a:xfrm>
              <a:prstGeom prst="rect">
                <a:avLst/>
              </a:prstGeom>
              <a:blipFill>
                <a:blip r:embed="rId3"/>
                <a:stretch>
                  <a:fillRect l="-6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2">
            <a:extLst>
              <a:ext uri="{FF2B5EF4-FFF2-40B4-BE49-F238E27FC236}">
                <a16:creationId xmlns:a16="http://schemas.microsoft.com/office/drawing/2014/main" id="{454FB54A-004C-9ABB-26F9-B643125A5F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1507" y="1053054"/>
            <a:ext cx="6500411" cy="2532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3">
            <a:extLst>
              <a:ext uri="{FF2B5EF4-FFF2-40B4-BE49-F238E27FC236}">
                <a16:creationId xmlns:a16="http://schemas.microsoft.com/office/drawing/2014/main" id="{6F07163B-F95D-7B4D-E0C3-D954A853D0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5244" y="4184216"/>
            <a:ext cx="3234003" cy="1823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3">
            <a:extLst>
              <a:ext uri="{FF2B5EF4-FFF2-40B4-BE49-F238E27FC236}">
                <a16:creationId xmlns:a16="http://schemas.microsoft.com/office/drawing/2014/main" id="{AA33916C-4D4E-C2F9-69E6-3767C8EBCF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1823" y="4649145"/>
            <a:ext cx="3543300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BE5CD26-6A13-4E3B-069C-70E1B11B2829}"/>
                  </a:ext>
                </a:extLst>
              </p14:cNvPr>
              <p14:cNvContentPartPr/>
              <p14:nvPr/>
            </p14:nvContentPartPr>
            <p14:xfrm>
              <a:off x="5123520" y="1459440"/>
              <a:ext cx="739080" cy="4244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BE5CD26-6A13-4E3B-069C-70E1B11B282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114160" y="1450080"/>
                <a:ext cx="757800" cy="44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4816090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62962" y="759853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3D84C1A-0323-7A03-0A6D-FC9C158E4761}"/>
                  </a:ext>
                </a:extLst>
              </p:cNvPr>
              <p:cNvSpPr txBox="1"/>
              <p:nvPr/>
            </p:nvSpPr>
            <p:spPr>
              <a:xfrm>
                <a:off x="172972" y="551495"/>
                <a:ext cx="12019028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55600" marR="673100" indent="-342900">
                  <a:buFont typeface="Wingdings" panose="05000000000000000000" pitchFamily="2" charset="2"/>
                  <a:buChar char="q"/>
                </a:pPr>
                <a:r>
                  <a:rPr lang="en-AU" sz="2400" b="1">
                    <a:latin typeface="Arial"/>
                    <a:cs typeface="Arial"/>
                  </a:rPr>
                  <a:t>Step 4: </a:t>
                </a:r>
                <a:r>
                  <a:rPr lang="en-US" sz="2400" b="1">
                    <a:solidFill>
                      <a:schemeClr val="tx1"/>
                    </a:solidFill>
                  </a:rPr>
                  <a:t>Evaluate the open loop gain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AU" sz="24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𝑶𝑳</m:t>
                        </m:r>
                      </m:sub>
                    </m:sSub>
                  </m:oMath>
                </a14:m>
                <a:r>
                  <a:rPr lang="en-US" sz="2400" b="1">
                    <a:solidFill>
                      <a:schemeClr val="tx1"/>
                    </a:solidFill>
                  </a:rPr>
                  <a:t>.  In this case,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𝑨</m:t>
                        </m:r>
                      </m:e>
                      <m:sub>
                        <m:r>
                          <a:rPr lang="en-AU" sz="24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𝑶𝑳</m:t>
                        </m:r>
                      </m:sub>
                    </m:sSub>
                    <m:r>
                      <a:rPr lang="en-AU" sz="2400" b="1" i="0" smtClean="0">
                        <a:solidFill>
                          <a:schemeClr val="tx1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400" b="1">
                    <a:solidFill>
                      <a:schemeClr val="tx1"/>
                    </a:solidFill>
                  </a:rPr>
                  <a:t> is  trans-impedance gain </a:t>
                </a:r>
              </a:p>
              <a:p>
                <a:pPr marL="12700" marR="673100"/>
                <a:r>
                  <a:rPr lang="en-US" sz="2400" b="1">
                    <a:solidFill>
                      <a:schemeClr val="tx1"/>
                    </a:solidFill>
                  </a:rPr>
                  <a:t>                     and therefore</a:t>
                </a:r>
              </a:p>
              <a:p>
                <a:pPr marL="927100" marR="673100" lvl="2"/>
                <a:endParaRPr lang="en-AU" sz="2400" b="1">
                  <a:solidFill>
                    <a:srgbClr val="FF2121"/>
                  </a:solidFill>
                  <a:latin typeface="Arial"/>
                  <a:cs typeface="Arial"/>
                </a:endParaRPr>
              </a:p>
              <a:p>
                <a:pPr marL="1384300" marR="673100" lvl="2" indent="-457200">
                  <a:buFont typeface="Wingdings" panose="05000000000000000000" pitchFamily="2" charset="2"/>
                  <a:buChar char="§"/>
                </a:pPr>
                <a:endParaRPr lang="en-AU" sz="2400" b="1">
                  <a:solidFill>
                    <a:srgbClr val="FF2121"/>
                  </a:solidFill>
                  <a:latin typeface="Arial"/>
                  <a:cs typeface="Arial"/>
                </a:endParaRPr>
              </a:p>
              <a:p>
                <a:pPr marL="1384300" marR="673100" lvl="2" indent="-457200">
                  <a:buFont typeface="Wingdings" panose="05000000000000000000" pitchFamily="2" charset="2"/>
                  <a:buChar char="§"/>
                </a:pPr>
                <a:endParaRPr lang="en-AU" sz="2400" b="1">
                  <a:solidFill>
                    <a:srgbClr val="FF2121"/>
                  </a:solidFill>
                  <a:latin typeface="Arial"/>
                  <a:cs typeface="Arial"/>
                </a:endParaRPr>
              </a:p>
              <a:p>
                <a:pPr marL="927100" marR="673100" lvl="2"/>
                <a:endParaRPr lang="en-AU" sz="240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3D84C1A-0323-7A03-0A6D-FC9C158E47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972" y="551495"/>
                <a:ext cx="12019028" cy="2308324"/>
              </a:xfrm>
              <a:prstGeom prst="rect">
                <a:avLst/>
              </a:prstGeom>
              <a:blipFill>
                <a:blip r:embed="rId3"/>
                <a:stretch>
                  <a:fillRect l="-558" t="-237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2">
            <a:extLst>
              <a:ext uri="{FF2B5EF4-FFF2-40B4-BE49-F238E27FC236}">
                <a16:creationId xmlns:a16="http://schemas.microsoft.com/office/drawing/2014/main" id="{D9D6E22D-B16D-8106-9AD9-41F04997FF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6506" y="1000604"/>
            <a:ext cx="1008112" cy="730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FA04A43D-E6F9-D0D0-B331-6A5AFCA4AB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7976" y="1747639"/>
            <a:ext cx="6034985" cy="23507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3">
            <a:extLst>
              <a:ext uri="{FF2B5EF4-FFF2-40B4-BE49-F238E27FC236}">
                <a16:creationId xmlns:a16="http://schemas.microsoft.com/office/drawing/2014/main" id="{8FBF698A-4AFD-09D3-E985-7474E4AEE9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830483"/>
            <a:ext cx="4362450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4">
            <a:extLst>
              <a:ext uri="{FF2B5EF4-FFF2-40B4-BE49-F238E27FC236}">
                <a16:creationId xmlns:a16="http://schemas.microsoft.com/office/drawing/2014/main" id="{B9959588-27D8-8360-68BE-60FF1C7764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25432"/>
            <a:ext cx="711517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5">
            <a:extLst>
              <a:ext uri="{FF2B5EF4-FFF2-40B4-BE49-F238E27FC236}">
                <a16:creationId xmlns:a16="http://schemas.microsoft.com/office/drawing/2014/main" id="{46D167FA-AB34-DEDB-BEC6-94D608AE1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9335" y="4182783"/>
            <a:ext cx="652462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1698475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62962" y="759853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51495"/>
            <a:ext cx="1201902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F78DA23F-7441-30AD-2A66-3F55EAE81EB1}"/>
                  </a:ext>
                </a:extLst>
              </p14:cNvPr>
              <p14:cNvContentPartPr/>
              <p14:nvPr/>
            </p14:nvContentPartPr>
            <p14:xfrm>
              <a:off x="4237886" y="2240057"/>
              <a:ext cx="30960" cy="144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F78DA23F-7441-30AD-2A66-3F55EAE81EB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28989" y="2232857"/>
                <a:ext cx="48397" cy="1555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609376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62962" y="759853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51495"/>
            <a:ext cx="120190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673100" indent="-3429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Step 4 (continue….)</a:t>
            </a: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679E9BFF-6280-9D36-2387-F93A4D063B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906" y="1005787"/>
            <a:ext cx="2948640" cy="2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4">
            <a:extLst>
              <a:ext uri="{FF2B5EF4-FFF2-40B4-BE49-F238E27FC236}">
                <a16:creationId xmlns:a16="http://schemas.microsoft.com/office/drawing/2014/main" id="{627D6040-6402-5318-E45A-E547540E96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7672" y="856751"/>
            <a:ext cx="7086600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5">
            <a:extLst>
              <a:ext uri="{FF2B5EF4-FFF2-40B4-BE49-F238E27FC236}">
                <a16:creationId xmlns:a16="http://schemas.microsoft.com/office/drawing/2014/main" id="{81D4B021-9374-CE3A-DF9D-05AA764E17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1414" y="1306074"/>
            <a:ext cx="5037962" cy="1961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2">
            <a:extLst>
              <a:ext uri="{FF2B5EF4-FFF2-40B4-BE49-F238E27FC236}">
                <a16:creationId xmlns:a16="http://schemas.microsoft.com/office/drawing/2014/main" id="{4C53C47A-5577-69BB-1EA2-9D18BE7C21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0591" y="3466585"/>
            <a:ext cx="7820025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848062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62962" y="759853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51495"/>
            <a:ext cx="12019028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673100" indent="-3429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Step 5: </a:t>
            </a:r>
            <a:r>
              <a:rPr lang="en-US" sz="2400" b="1">
                <a:solidFill>
                  <a:schemeClr val="tx1"/>
                </a:solidFill>
                <a:latin typeface="+mn-lt"/>
              </a:rPr>
              <a:t>Evaluate the input and output </a:t>
            </a:r>
            <a:r>
              <a:rPr lang="en-US" sz="2400" b="1"/>
              <a:t>impedances of the basic amplifier with the </a:t>
            </a:r>
          </a:p>
          <a:p>
            <a:pPr marL="12700" marR="673100"/>
            <a:r>
              <a:rPr lang="en-US" sz="2400" b="1"/>
              <a:t>                     loading effects of the feedback network included</a:t>
            </a:r>
          </a:p>
          <a:p>
            <a:pPr marL="12700" marR="673100"/>
            <a:endParaRPr lang="en-US" sz="2400" b="1">
              <a:solidFill>
                <a:schemeClr val="tx1"/>
              </a:solidFill>
              <a:latin typeface="+mn-lt"/>
            </a:endParaRPr>
          </a:p>
          <a:p>
            <a:pPr marL="12700" marR="673100"/>
            <a:endParaRPr lang="en-US" sz="2400" b="1"/>
          </a:p>
          <a:p>
            <a:pPr marL="12700" marR="673100"/>
            <a:endParaRPr lang="en-US" sz="2400" b="1">
              <a:solidFill>
                <a:schemeClr val="tx1"/>
              </a:solidFill>
              <a:latin typeface="+mn-lt"/>
            </a:endParaRPr>
          </a:p>
          <a:p>
            <a:pPr marL="12700" marR="673100"/>
            <a:endParaRPr lang="en-US" sz="2400" b="1"/>
          </a:p>
          <a:p>
            <a:pPr marL="12700" marR="673100"/>
            <a:endParaRPr lang="en-US" sz="2400" b="1">
              <a:solidFill>
                <a:schemeClr val="tx1"/>
              </a:solidFill>
              <a:latin typeface="+mn-lt"/>
            </a:endParaRPr>
          </a:p>
          <a:p>
            <a:pPr marL="12700" marR="673100"/>
            <a:endParaRPr lang="en-US" sz="2400" b="1"/>
          </a:p>
          <a:p>
            <a:pPr marL="12700" marR="673100"/>
            <a:endParaRPr lang="en-US" sz="2400" b="1">
              <a:solidFill>
                <a:schemeClr val="tx1"/>
              </a:solidFill>
              <a:latin typeface="+mn-lt"/>
            </a:endParaRPr>
          </a:p>
          <a:p>
            <a:pPr marL="12700" marR="673100"/>
            <a:endParaRPr lang="en-US" sz="2400" b="1">
              <a:solidFill>
                <a:schemeClr val="tx1"/>
              </a:solidFill>
              <a:latin typeface="+mn-lt"/>
            </a:endParaRPr>
          </a:p>
          <a:p>
            <a:pPr marL="12700" marR="673100"/>
            <a:endParaRPr lang="en-US" sz="2400" b="1"/>
          </a:p>
          <a:p>
            <a:pPr marL="12700" marR="673100"/>
            <a:endParaRPr lang="en-US" sz="2400" b="1">
              <a:solidFill>
                <a:schemeClr val="tx1"/>
              </a:solidFill>
              <a:latin typeface="+mn-lt"/>
            </a:endParaRPr>
          </a:p>
          <a:p>
            <a:pPr marL="927100" marR="673100" lvl="2"/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p:pic>
        <p:nvPicPr>
          <p:cNvPr id="15" name="Picture 4">
            <a:extLst>
              <a:ext uri="{FF2B5EF4-FFF2-40B4-BE49-F238E27FC236}">
                <a16:creationId xmlns:a16="http://schemas.microsoft.com/office/drawing/2014/main" id="{B07D5B66-AB65-1968-FA24-294928BA68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9210" y="3749118"/>
            <a:ext cx="2667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3">
            <a:extLst>
              <a:ext uri="{FF2B5EF4-FFF2-40B4-BE49-F238E27FC236}">
                <a16:creationId xmlns:a16="http://schemas.microsoft.com/office/drawing/2014/main" id="{F5D20BF2-D660-0AE3-B2A2-40F2E5F240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8882" y="3728675"/>
            <a:ext cx="253365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5">
            <a:extLst>
              <a:ext uri="{FF2B5EF4-FFF2-40B4-BE49-F238E27FC236}">
                <a16:creationId xmlns:a16="http://schemas.microsoft.com/office/drawing/2014/main" id="{B3CCB77E-DABA-800A-6EE4-6E69A43B7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2781" y="3933153"/>
            <a:ext cx="266700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E0BB0039-7D89-08EA-03BE-934BB99367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301" y="1480862"/>
            <a:ext cx="5268185" cy="2052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2">
            <a:extLst>
              <a:ext uri="{FF2B5EF4-FFF2-40B4-BE49-F238E27FC236}">
                <a16:creationId xmlns:a16="http://schemas.microsoft.com/office/drawing/2014/main" id="{EAD7457C-3905-3EB1-2D04-7996B1989C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8420" y="1348548"/>
            <a:ext cx="3610021" cy="2652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3">
            <a:extLst>
              <a:ext uri="{FF2B5EF4-FFF2-40B4-BE49-F238E27FC236}">
                <a16:creationId xmlns:a16="http://schemas.microsoft.com/office/drawing/2014/main" id="{8927E512-B496-E4A0-1D1B-DFEBD68962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4264" y="4058602"/>
            <a:ext cx="6989267" cy="1881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0929956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62962" y="759853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51495"/>
            <a:ext cx="12019028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673100" indent="-342900">
              <a:buFont typeface="Wingdings" panose="05000000000000000000" pitchFamily="2" charset="2"/>
              <a:buChar char="q"/>
            </a:pPr>
            <a:r>
              <a:rPr lang="en-AU" sz="2400" b="1">
                <a:latin typeface="Arial"/>
                <a:cs typeface="Arial"/>
              </a:rPr>
              <a:t>Step 6: </a:t>
            </a:r>
            <a:r>
              <a:rPr lang="en-US" sz="2400" b="1">
                <a:solidFill>
                  <a:schemeClr val="tx1"/>
                </a:solidFill>
                <a:latin typeface="+mn-lt"/>
              </a:rPr>
              <a:t>Evaluate the closed-loop gain, closed-loop input, and output impedances</a:t>
            </a:r>
            <a:r>
              <a:rPr lang="en-US" sz="2400" b="1"/>
              <a:t> the </a:t>
            </a:r>
          </a:p>
          <a:p>
            <a:pPr marL="12700" marR="673100"/>
            <a:r>
              <a:rPr lang="en-US" sz="2400" b="1"/>
              <a:t>                     loading effects of the feedback network included</a:t>
            </a:r>
          </a:p>
          <a:p>
            <a:pPr marL="12700" marR="673100"/>
            <a:endParaRPr lang="en-US" sz="2400" b="1"/>
          </a:p>
          <a:p>
            <a:pPr marL="12700" marR="673100"/>
            <a:endParaRPr lang="en-US" sz="2400" b="1">
              <a:solidFill>
                <a:schemeClr val="tx1"/>
              </a:solidFill>
              <a:latin typeface="+mn-lt"/>
            </a:endParaRPr>
          </a:p>
          <a:p>
            <a:pPr marL="927100" marR="673100" lvl="2"/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355600" marR="673100" indent="-342900">
              <a:buFont typeface="Wingdings" panose="05000000000000000000" pitchFamily="2" charset="2"/>
              <a:buChar char="§"/>
            </a:pPr>
            <a:r>
              <a:rPr lang="en-US" sz="2400"/>
              <a:t>This however has included the source resistance, which we should subtract to get the input impedance</a:t>
            </a:r>
          </a:p>
          <a:p>
            <a:pPr marL="355600" marR="673100" indent="-342900">
              <a:buFont typeface="Wingdings" panose="05000000000000000000" pitchFamily="2" charset="2"/>
              <a:buChar char="§"/>
            </a:pPr>
            <a:endParaRPr lang="en-US" sz="2400"/>
          </a:p>
          <a:p>
            <a:pPr marL="355600" marR="673100" indent="-342900">
              <a:buFont typeface="Wingdings" panose="05000000000000000000" pitchFamily="2" charset="2"/>
              <a:buChar char="§"/>
            </a:pPr>
            <a:endParaRPr lang="en-US" sz="2400"/>
          </a:p>
          <a:p>
            <a:pPr marL="355600" marR="673100" indent="-342900">
              <a:buFont typeface="Wingdings" panose="05000000000000000000" pitchFamily="2" charset="2"/>
              <a:buChar char="§"/>
            </a:pPr>
            <a:endParaRPr lang="en-US" sz="2400"/>
          </a:p>
          <a:p>
            <a:pPr marL="355600" marR="673100" indent="-342900">
              <a:buFont typeface="Wingdings" panose="05000000000000000000" pitchFamily="2" charset="2"/>
              <a:buChar char="§"/>
            </a:pPr>
            <a:r>
              <a:rPr lang="en-US" sz="2400"/>
              <a:t>This however has included the load resistance, which we should subtract to get the output impedance</a:t>
            </a:r>
          </a:p>
          <a:p>
            <a:pPr marL="355600" marR="673100" indent="-342900">
              <a:buFont typeface="Wingdings" panose="05000000000000000000" pitchFamily="2" charset="2"/>
              <a:buChar char="§"/>
            </a:pPr>
            <a:endParaRPr lang="en-US" sz="2400"/>
          </a:p>
          <a:p>
            <a:pPr marL="12700" marR="673100"/>
            <a:r>
              <a:rPr lang="en-US" sz="2400">
                <a:solidFill>
                  <a:srgbClr val="836967"/>
                </a:solidFill>
              </a:rPr>
              <a:t>                                                 </a:t>
            </a:r>
            <a:endParaRPr lang="en-US" sz="2400"/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CC79CD-CD7F-6E9E-97C5-23299B06CA4D}"/>
              </a:ext>
            </a:extLst>
          </p:cNvPr>
          <p:cNvSpPr txBox="1"/>
          <p:nvPr/>
        </p:nvSpPr>
        <p:spPr>
          <a:xfrm>
            <a:off x="5363455" y="2935301"/>
            <a:ext cx="6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lang="en-AU"/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5B14FD5F-9FE2-09D5-F314-3085996061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242" y="1271292"/>
            <a:ext cx="4118503" cy="138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AE4516C-3B71-EB53-EFED-39FF167711C2}"/>
                  </a:ext>
                </a:extLst>
              </p:cNvPr>
              <p:cNvSpPr txBox="1"/>
              <p:nvPr/>
            </p:nvSpPr>
            <p:spPr>
              <a:xfrm>
                <a:off x="5363455" y="3749476"/>
                <a:ext cx="1993110" cy="6823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A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AU" i="0">
                              <a:latin typeface="Cambria Math" panose="02040503050406030204" pitchFamily="18" charset="0"/>
                            </a:rPr>
                            <m:t>ⅈ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  <m:sup>
                          <m:r>
                            <a:rPr lang="en-AU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AU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A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A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AU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AU" i="1">
                                          <a:latin typeface="Cambria Math" panose="02040503050406030204" pitchFamily="18" charset="0"/>
                                        </a:rPr>
                                        <m:t>𝑖𝑓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AU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A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A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AU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AU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AU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AU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AE4516C-3B71-EB53-EFED-39FF167711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3455" y="3749476"/>
                <a:ext cx="1993110" cy="6823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2F9CF55-DE7B-9D76-06DB-7C3CF96CEE80}"/>
                  </a:ext>
                </a:extLst>
              </p:cNvPr>
              <p:cNvSpPr txBox="1"/>
              <p:nvPr/>
            </p:nvSpPr>
            <p:spPr>
              <a:xfrm>
                <a:off x="5360126" y="5364485"/>
                <a:ext cx="1685461" cy="2992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AU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AU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AU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𝑖𝑓</m:t>
                          </m:r>
                        </m:sub>
                      </m:sSub>
                      <m:r>
                        <a:rPr lang="en-AU" i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A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AU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AU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2F9CF55-DE7B-9D76-06DB-7C3CF96CEE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0126" y="5364485"/>
                <a:ext cx="1685461" cy="299249"/>
              </a:xfrm>
              <a:prstGeom prst="rect">
                <a:avLst/>
              </a:prstGeom>
              <a:blipFill>
                <a:blip r:embed="rId5"/>
                <a:stretch>
                  <a:fillRect l="-2527" r="-722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07283BD-661A-7770-E55D-55E8A9EB05C8}"/>
                  </a:ext>
                </a:extLst>
              </p14:cNvPr>
              <p14:cNvContentPartPr/>
              <p14:nvPr/>
            </p14:nvContentPartPr>
            <p14:xfrm>
              <a:off x="4433760" y="1371960"/>
              <a:ext cx="3623760" cy="41742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07283BD-661A-7770-E55D-55E8A9EB05C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424400" y="1362600"/>
                <a:ext cx="3642480" cy="4192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1193181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 (Lab 2)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62962" y="759853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51495"/>
            <a:ext cx="1201902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F78DA23F-7441-30AD-2A66-3F55EAE81EB1}"/>
                  </a:ext>
                </a:extLst>
              </p14:cNvPr>
              <p14:cNvContentPartPr/>
              <p14:nvPr/>
            </p14:nvContentPartPr>
            <p14:xfrm>
              <a:off x="4237886" y="2240057"/>
              <a:ext cx="30960" cy="144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F78DA23F-7441-30AD-2A66-3F55EAE81EB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28989" y="2232857"/>
                <a:ext cx="48397" cy="15552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7" descr="Diagram, schematic&#10;&#10;Description automatically generated">
            <a:extLst>
              <a:ext uri="{FF2B5EF4-FFF2-40B4-BE49-F238E27FC236}">
                <a16:creationId xmlns:a16="http://schemas.microsoft.com/office/drawing/2014/main" id="{03C10177-1AA3-BDAA-7F56-2E8A63C1F3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972" y="954690"/>
            <a:ext cx="7022851" cy="4443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87862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 (Lab 2)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62962" y="759853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51495"/>
            <a:ext cx="1201902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F78DA23F-7441-30AD-2A66-3F55EAE81EB1}"/>
                  </a:ext>
                </a:extLst>
              </p14:cNvPr>
              <p14:cNvContentPartPr/>
              <p14:nvPr/>
            </p14:nvContentPartPr>
            <p14:xfrm>
              <a:off x="4237886" y="2240057"/>
              <a:ext cx="30960" cy="144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F78DA23F-7441-30AD-2A66-3F55EAE81EB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28989" y="2232857"/>
                <a:ext cx="48397" cy="1555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5675841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A</a:t>
            </a:r>
            <a:r>
              <a:rPr lang="en-AU" sz="3600" b="1" err="1">
                <a:latin typeface="Arial Black" panose="020B0A04020102020204" pitchFamily="34" charset="0"/>
              </a:rPr>
              <a:t>nalysis</a:t>
            </a:r>
            <a:r>
              <a:rPr lang="en-AU" sz="3600" b="1">
                <a:latin typeface="Arial Black" panose="020B0A04020102020204" pitchFamily="34" charset="0"/>
              </a:rPr>
              <a:t> of Feedback Amplifiers (Lab 2)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62962" y="759853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551495"/>
            <a:ext cx="1201902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12700" marR="673100"/>
            <a:endParaRPr lang="en-AU" sz="2400" b="1"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F78DA23F-7441-30AD-2A66-3F55EAE81EB1}"/>
                  </a:ext>
                </a:extLst>
              </p14:cNvPr>
              <p14:cNvContentPartPr/>
              <p14:nvPr/>
            </p14:nvContentPartPr>
            <p14:xfrm>
              <a:off x="4237886" y="2240057"/>
              <a:ext cx="30960" cy="144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F78DA23F-7441-30AD-2A66-3F55EAE81EB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28989" y="2232857"/>
                <a:ext cx="48397" cy="1555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8280270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Hints and Summary</a:t>
            </a:r>
            <a:endParaRPr lang="en-AU" sz="3600" b="1" dirty="0">
              <a:latin typeface="Arial Black" panose="020B0A04020102020204" pitchFamily="34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62962" y="759853"/>
            <a:ext cx="12680822" cy="3701600"/>
          </a:xfrm>
        </p:spPr>
        <p:txBody>
          <a:bodyPr>
            <a:normAutofit/>
          </a:bodyPr>
          <a:lstStyle/>
          <a:p>
            <a:pPr marL="12700" marR="673100" indent="0">
              <a:buNone/>
            </a:pPr>
            <a:endParaRPr lang="en-AU" b="1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1091299"/>
            <a:ext cx="12019028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673100" indent="-342900">
              <a:buFont typeface="Wingdings" panose="05000000000000000000" pitchFamily="2" charset="2"/>
              <a:buChar char="q"/>
            </a:pPr>
            <a:r>
              <a:rPr lang="en-AU" sz="2400" dirty="0">
                <a:latin typeface="Arial"/>
                <a:cs typeface="Arial"/>
              </a:rPr>
              <a:t>General hints for determining the feedback topology of feedback amplifiers (Aron’s rule)</a:t>
            </a:r>
          </a:p>
          <a:p>
            <a:pPr marL="355600" marR="673100" indent="-342900">
              <a:buFont typeface="Wingdings" panose="05000000000000000000" pitchFamily="2" charset="2"/>
              <a:buChar char="q"/>
            </a:pPr>
            <a:endParaRPr lang="en-AU" sz="2400" dirty="0">
              <a:latin typeface="Arial"/>
              <a:cs typeface="Arial"/>
            </a:endParaRPr>
          </a:p>
          <a:p>
            <a:pPr marL="812800" marR="673100" lvl="1" indent="-342900">
              <a:buFont typeface="Wingdings" panose="05000000000000000000" pitchFamily="2" charset="2"/>
              <a:buChar char="§"/>
            </a:pPr>
            <a:r>
              <a:rPr lang="en-AU" sz="2400" dirty="0">
                <a:latin typeface="Arial"/>
                <a:cs typeface="Arial"/>
              </a:rPr>
              <a:t>Locate the feedback element – it is typically a resistor sometimes with a capacitor in series and usually named as </a:t>
            </a:r>
            <a:r>
              <a:rPr lang="en-AU" sz="2400" b="1" dirty="0">
                <a:latin typeface="Arial"/>
                <a:cs typeface="Arial"/>
              </a:rPr>
              <a:t>Rf.</a:t>
            </a:r>
          </a:p>
          <a:p>
            <a:pPr marL="469900" marR="673100" lvl="1"/>
            <a:endParaRPr lang="en-AU" sz="2400" b="1" dirty="0">
              <a:latin typeface="Arial"/>
              <a:cs typeface="Arial"/>
            </a:endParaRPr>
          </a:p>
          <a:p>
            <a:pPr marL="812800" marR="673100" lvl="1" indent="-342900">
              <a:buFont typeface="Wingdings" panose="05000000000000000000" pitchFamily="2" charset="2"/>
              <a:buChar char="§"/>
            </a:pPr>
            <a:r>
              <a:rPr lang="en-AU" sz="2400" dirty="0">
                <a:latin typeface="Arial"/>
                <a:cs typeface="Arial"/>
              </a:rPr>
              <a:t>Locate where the input end of the element is. If it is connected to the </a:t>
            </a:r>
            <a:r>
              <a:rPr lang="en-AU" sz="2400" b="1" dirty="0">
                <a:latin typeface="Arial"/>
                <a:cs typeface="Arial"/>
              </a:rPr>
              <a:t>INPUT NODE</a:t>
            </a:r>
            <a:r>
              <a:rPr lang="en-AU" sz="2400" dirty="0">
                <a:latin typeface="Arial"/>
                <a:cs typeface="Arial"/>
              </a:rPr>
              <a:t>, then it is </a:t>
            </a:r>
            <a:r>
              <a:rPr lang="en-AU" sz="2400" b="1" dirty="0">
                <a:latin typeface="Arial"/>
                <a:cs typeface="Arial"/>
              </a:rPr>
              <a:t>SHUNT</a:t>
            </a:r>
            <a:r>
              <a:rPr lang="en-AU" sz="2400" dirty="0">
                <a:latin typeface="Arial"/>
                <a:cs typeface="Arial"/>
              </a:rPr>
              <a:t>. Otherwise, it is </a:t>
            </a:r>
            <a:r>
              <a:rPr lang="en-AU" sz="2400" b="1" dirty="0">
                <a:latin typeface="Arial"/>
                <a:cs typeface="Arial"/>
              </a:rPr>
              <a:t>SERIES</a:t>
            </a:r>
            <a:r>
              <a:rPr lang="en-AU" sz="2400" dirty="0">
                <a:latin typeface="Arial"/>
                <a:cs typeface="Arial"/>
              </a:rPr>
              <a:t>.</a:t>
            </a:r>
          </a:p>
          <a:p>
            <a:pPr marL="469900" marR="673100" lvl="1"/>
            <a:endParaRPr lang="en-AU" sz="2400" dirty="0">
              <a:latin typeface="Arial"/>
              <a:cs typeface="Arial"/>
            </a:endParaRPr>
          </a:p>
          <a:p>
            <a:pPr marL="812800" marR="673100" lvl="1" indent="-342900">
              <a:buFont typeface="Wingdings" panose="05000000000000000000" pitchFamily="2" charset="2"/>
              <a:buChar char="§"/>
            </a:pPr>
            <a:r>
              <a:rPr lang="en-AU" sz="2400" dirty="0">
                <a:latin typeface="Arial"/>
                <a:cs typeface="Arial"/>
              </a:rPr>
              <a:t>Locate the output end of the element. If it is connected to the </a:t>
            </a:r>
            <a:r>
              <a:rPr lang="en-AU" sz="2400" b="1" dirty="0">
                <a:latin typeface="Arial"/>
                <a:cs typeface="Arial"/>
              </a:rPr>
              <a:t>OUTPUT NODE</a:t>
            </a:r>
            <a:r>
              <a:rPr lang="en-AU" sz="2400" dirty="0">
                <a:latin typeface="Arial"/>
                <a:cs typeface="Arial"/>
              </a:rPr>
              <a:t>, then it is probably </a:t>
            </a:r>
            <a:r>
              <a:rPr lang="en-AU" sz="2400" b="1" dirty="0">
                <a:latin typeface="Arial"/>
                <a:cs typeface="Arial"/>
              </a:rPr>
              <a:t>SHUNT</a:t>
            </a:r>
            <a:r>
              <a:rPr lang="en-AU" sz="2400" dirty="0">
                <a:latin typeface="Arial"/>
                <a:cs typeface="Arial"/>
              </a:rPr>
              <a:t>. Otherwise, it is </a:t>
            </a:r>
            <a:r>
              <a:rPr lang="en-AU" sz="2400" b="1" dirty="0">
                <a:latin typeface="Arial"/>
                <a:cs typeface="Arial"/>
              </a:rPr>
              <a:t>SERIES.</a:t>
            </a:r>
            <a:endParaRPr lang="en-US" sz="2400" b="1" dirty="0"/>
          </a:p>
          <a:p>
            <a:pPr marL="12700" marR="673100"/>
            <a:endParaRPr lang="en-US" sz="2400" b="1" dirty="0">
              <a:solidFill>
                <a:schemeClr val="tx1"/>
              </a:solidFill>
              <a:latin typeface="+mn-lt"/>
            </a:endParaRPr>
          </a:p>
          <a:p>
            <a:pPr marL="927100" marR="673100" lvl="2"/>
            <a:endParaRPr lang="en-AU" sz="2400" b="1" dirty="0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 dirty="0">
              <a:solidFill>
                <a:srgbClr val="FF2121"/>
              </a:solidFill>
              <a:latin typeface="Arial"/>
              <a:cs typeface="Arial"/>
            </a:endParaRPr>
          </a:p>
          <a:p>
            <a:pPr marL="12700" marR="673100"/>
            <a:endParaRPr lang="en-US" sz="2400" dirty="0"/>
          </a:p>
          <a:p>
            <a:pPr marL="12700" marR="673100"/>
            <a:r>
              <a:rPr lang="en-US" sz="2400" dirty="0">
                <a:solidFill>
                  <a:srgbClr val="836967"/>
                </a:solidFill>
              </a:rPr>
              <a:t>                                                 </a:t>
            </a:r>
            <a:endParaRPr lang="en-US" sz="2400" dirty="0"/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 dirty="0">
              <a:solidFill>
                <a:srgbClr val="FF2121"/>
              </a:solidFill>
              <a:latin typeface="Arial"/>
              <a:cs typeface="Arial"/>
            </a:endParaRPr>
          </a:p>
          <a:p>
            <a:pPr marL="927100" marR="673100" lvl="2"/>
            <a:endParaRPr lang="en-AU" sz="2400" dirty="0">
              <a:latin typeface="Arial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CC79CD-CD7F-6E9E-97C5-23299B06CA4D}"/>
              </a:ext>
            </a:extLst>
          </p:cNvPr>
          <p:cNvSpPr txBox="1"/>
          <p:nvPr/>
        </p:nvSpPr>
        <p:spPr>
          <a:xfrm>
            <a:off x="5363455" y="2935301"/>
            <a:ext cx="6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074208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Hints and Summary</a:t>
            </a:r>
            <a:endParaRPr lang="en-AU" sz="3600" b="1">
              <a:latin typeface="Arial Black" panose="020B0A04020102020204" pitchFamily="34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0" y="6126505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73D84C1A-0323-7A03-0A6D-FC9C158E4761}"/>
              </a:ext>
            </a:extLst>
          </p:cNvPr>
          <p:cNvSpPr txBox="1"/>
          <p:nvPr/>
        </p:nvSpPr>
        <p:spPr>
          <a:xfrm>
            <a:off x="172972" y="1091299"/>
            <a:ext cx="1201902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673100"/>
            <a:endParaRPr lang="en-US" sz="2400" b="1">
              <a:solidFill>
                <a:schemeClr val="tx1"/>
              </a:solidFill>
              <a:latin typeface="+mn-lt"/>
            </a:endParaRPr>
          </a:p>
          <a:p>
            <a:pPr marL="927100" marR="673100" lvl="2"/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12700" marR="673100"/>
            <a:endParaRPr lang="en-US" sz="2400"/>
          </a:p>
          <a:p>
            <a:pPr marL="12700" marR="673100"/>
            <a:r>
              <a:rPr lang="en-US" sz="2400">
                <a:solidFill>
                  <a:srgbClr val="836967"/>
                </a:solidFill>
              </a:rPr>
              <a:t>                                                 </a:t>
            </a:r>
            <a:endParaRPr lang="en-US" sz="2400"/>
          </a:p>
          <a:p>
            <a:pPr marL="1384300" marR="673100" lvl="2" indent="-457200">
              <a:buFont typeface="Wingdings" panose="05000000000000000000" pitchFamily="2" charset="2"/>
              <a:buChar char="§"/>
            </a:pPr>
            <a:endParaRPr lang="en-AU" sz="2400" b="1">
              <a:solidFill>
                <a:srgbClr val="FF2121"/>
              </a:solidFill>
              <a:latin typeface="Arial"/>
              <a:cs typeface="Arial"/>
            </a:endParaRPr>
          </a:p>
          <a:p>
            <a:pPr marL="927100" marR="673100" lvl="2"/>
            <a:endParaRPr lang="en-AU" sz="2400">
              <a:latin typeface="Arial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CC79CD-CD7F-6E9E-97C5-23299B06CA4D}"/>
              </a:ext>
            </a:extLst>
          </p:cNvPr>
          <p:cNvSpPr txBox="1"/>
          <p:nvPr/>
        </p:nvSpPr>
        <p:spPr>
          <a:xfrm>
            <a:off x="5363455" y="2935301"/>
            <a:ext cx="6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lang="en-AU"/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83E2190A-A572-20C5-00C9-66CDA27DEE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9483003"/>
              </p:ext>
            </p:extLst>
          </p:nvPr>
        </p:nvGraphicFramePr>
        <p:xfrm>
          <a:off x="711765" y="719665"/>
          <a:ext cx="11014069" cy="37211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5107">
                  <a:extLst>
                    <a:ext uri="{9D8B030D-6E8A-4147-A177-3AD203B41FA5}">
                      <a16:colId xmlns:a16="http://schemas.microsoft.com/office/drawing/2014/main" val="2402699261"/>
                    </a:ext>
                  </a:extLst>
                </a:gridCol>
                <a:gridCol w="1777315">
                  <a:extLst>
                    <a:ext uri="{9D8B030D-6E8A-4147-A177-3AD203B41FA5}">
                      <a16:colId xmlns:a16="http://schemas.microsoft.com/office/drawing/2014/main" val="549948190"/>
                    </a:ext>
                  </a:extLst>
                </a:gridCol>
                <a:gridCol w="1698323">
                  <a:extLst>
                    <a:ext uri="{9D8B030D-6E8A-4147-A177-3AD203B41FA5}">
                      <a16:colId xmlns:a16="http://schemas.microsoft.com/office/drawing/2014/main" val="1639505711"/>
                    </a:ext>
                  </a:extLst>
                </a:gridCol>
                <a:gridCol w="1599584">
                  <a:extLst>
                    <a:ext uri="{9D8B030D-6E8A-4147-A177-3AD203B41FA5}">
                      <a16:colId xmlns:a16="http://schemas.microsoft.com/office/drawing/2014/main" val="2099202623"/>
                    </a:ext>
                  </a:extLst>
                </a:gridCol>
                <a:gridCol w="2101583">
                  <a:extLst>
                    <a:ext uri="{9D8B030D-6E8A-4147-A177-3AD203B41FA5}">
                      <a16:colId xmlns:a16="http://schemas.microsoft.com/office/drawing/2014/main" val="3476353357"/>
                    </a:ext>
                  </a:extLst>
                </a:gridCol>
                <a:gridCol w="2282157">
                  <a:extLst>
                    <a:ext uri="{9D8B030D-6E8A-4147-A177-3AD203B41FA5}">
                      <a16:colId xmlns:a16="http://schemas.microsoft.com/office/drawing/2014/main" val="3153173312"/>
                    </a:ext>
                  </a:extLst>
                </a:gridCol>
              </a:tblGrid>
              <a:tr h="612204">
                <a:tc>
                  <a:txBody>
                    <a:bodyPr/>
                    <a:lstStyle/>
                    <a:p>
                      <a:r>
                        <a:rPr lang="en-AU"/>
                        <a:t>Topology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Amplifier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Summed signal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Sampled signal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Rif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Rof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259505"/>
                  </a:ext>
                </a:extLst>
              </a:tr>
              <a:tr h="612204">
                <a:tc>
                  <a:txBody>
                    <a:bodyPr/>
                    <a:lstStyle/>
                    <a:p>
                      <a:r>
                        <a:rPr lang="en-AU"/>
                        <a:t>Shunt-Shunt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current-voltage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current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voltage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Low</a:t>
                      </a:r>
                    </a:p>
                    <a:p>
                      <a:endParaRPr lang="en-AU"/>
                    </a:p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1916907"/>
                  </a:ext>
                </a:extLst>
              </a:tr>
              <a:tr h="612204">
                <a:tc>
                  <a:txBody>
                    <a:bodyPr/>
                    <a:lstStyle/>
                    <a:p>
                      <a:r>
                        <a:rPr lang="en-AU"/>
                        <a:t>Shunt-Series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current-current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current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current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Low</a:t>
                      </a:r>
                    </a:p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4691664"/>
                  </a:ext>
                </a:extLst>
              </a:tr>
              <a:tr h="612204">
                <a:tc>
                  <a:txBody>
                    <a:bodyPr/>
                    <a:lstStyle/>
                    <a:p>
                      <a:r>
                        <a:rPr lang="en-AU"/>
                        <a:t>Series-Series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voltage-current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voltage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current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High</a:t>
                      </a:r>
                    </a:p>
                    <a:p>
                      <a:endParaRPr lang="en-AU"/>
                    </a:p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269077"/>
                  </a:ext>
                </a:extLst>
              </a:tr>
              <a:tr h="612204">
                <a:tc>
                  <a:txBody>
                    <a:bodyPr/>
                    <a:lstStyle/>
                    <a:p>
                      <a:r>
                        <a:rPr lang="en-AU"/>
                        <a:t>Series-Shunt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voltage-voltage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voltage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voltage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/>
                        <a:t>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219338"/>
                  </a:ext>
                </a:extLst>
              </a:tr>
            </a:tbl>
          </a:graphicData>
        </a:graphic>
      </p:graphicFrame>
      <p:pic>
        <p:nvPicPr>
          <p:cNvPr id="15" name="Picture 3">
            <a:extLst>
              <a:ext uri="{FF2B5EF4-FFF2-40B4-BE49-F238E27FC236}">
                <a16:creationId xmlns:a16="http://schemas.microsoft.com/office/drawing/2014/main" id="{B3293ED9-8F63-39A9-2755-AC44F9B5A9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7124" y="4528346"/>
            <a:ext cx="5403296" cy="1482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410C279-90A1-BA8D-13F0-F7D74CF05948}"/>
                  </a:ext>
                </a:extLst>
              </p:cNvPr>
              <p:cNvSpPr txBox="1"/>
              <p:nvPr/>
            </p:nvSpPr>
            <p:spPr>
              <a:xfrm>
                <a:off x="7513598" y="1484293"/>
                <a:ext cx="1638086" cy="56560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𝑖𝑓</m:t>
                          </m:r>
                        </m:sub>
                      </m:sSub>
                      <m:r>
                        <a:rPr lang="en-AU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AU" i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𝛽</m:t>
                          </m:r>
                          <m:sSub>
                            <m:sSubPr>
                              <m:ctrlPr>
                                <a:rPr lang="en-A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AU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AU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410C279-90A1-BA8D-13F0-F7D74CF059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3598" y="1484293"/>
                <a:ext cx="1638086" cy="5656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7F10FC4-083A-92C1-1F4D-815FF372211A}"/>
                  </a:ext>
                </a:extLst>
              </p:cNvPr>
              <p:cNvSpPr txBox="1"/>
              <p:nvPr/>
            </p:nvSpPr>
            <p:spPr>
              <a:xfrm>
                <a:off x="9669428" y="1544553"/>
                <a:ext cx="1638086" cy="56560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AU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r>
                            <a:rPr lang="en-AU" i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𝛽</m:t>
                          </m:r>
                          <m:sSub>
                            <m:sSubPr>
                              <m:ctrlPr>
                                <a:rPr lang="en-A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AU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AU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7F10FC4-083A-92C1-1F4D-815FF37221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9428" y="1544553"/>
                <a:ext cx="1638086" cy="5656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D1764EE-62AA-E10A-CFEC-8D64C60D1BF1}"/>
                  </a:ext>
                </a:extLst>
              </p:cNvPr>
              <p:cNvSpPr txBox="1"/>
              <p:nvPr/>
            </p:nvSpPr>
            <p:spPr>
              <a:xfrm>
                <a:off x="9647514" y="3325829"/>
                <a:ext cx="2110834" cy="2992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𝑜𝑓</m:t>
                          </m:r>
                        </m:sub>
                      </m:sSub>
                      <m:r>
                        <a:rPr lang="en-AU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AU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A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i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𝐵</m:t>
                          </m:r>
                          <m:sSub>
                            <m:sSubPr>
                              <m:ctrlPr>
                                <a:rPr lang="en-A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AU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AU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D1764EE-62AA-E10A-CFEC-8D64C60D1B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7514" y="3325829"/>
                <a:ext cx="2110834" cy="299249"/>
              </a:xfrm>
              <a:prstGeom prst="rect">
                <a:avLst/>
              </a:prstGeom>
              <a:blipFill>
                <a:blip r:embed="rId6"/>
                <a:stretch>
                  <a:fillRect l="-1445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9EA0DB1-B865-3515-0F25-3BE00EE11833}"/>
                  </a:ext>
                </a:extLst>
              </p:cNvPr>
              <p:cNvSpPr txBox="1"/>
              <p:nvPr/>
            </p:nvSpPr>
            <p:spPr>
              <a:xfrm>
                <a:off x="7439137" y="3360369"/>
                <a:ext cx="2110834" cy="2992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AU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d>
                        <m:dPr>
                          <m:ctrlPr>
                            <a:rPr lang="en-A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i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𝐵</m:t>
                          </m:r>
                          <m:sSub>
                            <m:sSubPr>
                              <m:ctrlPr>
                                <a:rPr lang="en-A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AU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AU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9EA0DB1-B865-3515-0F25-3BE00EE118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9137" y="3360369"/>
                <a:ext cx="2110834" cy="299249"/>
              </a:xfrm>
              <a:prstGeom prst="rect">
                <a:avLst/>
              </a:prstGeom>
              <a:blipFill>
                <a:blip r:embed="rId7"/>
                <a:stretch>
                  <a:fillRect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3786DCB-9726-6CAC-A4F7-6E8916EA3BA5}"/>
                  </a:ext>
                </a:extLst>
              </p:cNvPr>
              <p:cNvSpPr txBox="1"/>
              <p:nvPr/>
            </p:nvSpPr>
            <p:spPr>
              <a:xfrm>
                <a:off x="9588156" y="2563411"/>
                <a:ext cx="2110834" cy="2992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𝑜𝑓</m:t>
                          </m:r>
                        </m:sub>
                      </m:sSub>
                      <m:r>
                        <a:rPr lang="en-AU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AU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A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i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𝐵</m:t>
                          </m:r>
                          <m:sSub>
                            <m:sSubPr>
                              <m:ctrlPr>
                                <a:rPr lang="en-A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AU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AU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3786DCB-9726-6CAC-A4F7-6E8916EA3B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8156" y="2563411"/>
                <a:ext cx="2110834" cy="299249"/>
              </a:xfrm>
              <a:prstGeom prst="rect">
                <a:avLst/>
              </a:prstGeom>
              <a:blipFill>
                <a:blip r:embed="rId8"/>
                <a:stretch>
                  <a:fillRect l="-1445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45A4A46-55A0-94D7-75F2-B72BFEAC9DB3}"/>
                  </a:ext>
                </a:extLst>
              </p:cNvPr>
              <p:cNvSpPr txBox="1"/>
              <p:nvPr/>
            </p:nvSpPr>
            <p:spPr>
              <a:xfrm>
                <a:off x="7439137" y="4098473"/>
                <a:ext cx="2110834" cy="2992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AU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d>
                        <m:dPr>
                          <m:ctrlPr>
                            <a:rPr lang="en-A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i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𝐵</m:t>
                          </m:r>
                          <m:sSub>
                            <m:sSubPr>
                              <m:ctrlPr>
                                <a:rPr lang="en-A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AU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AU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45A4A46-55A0-94D7-75F2-B72BFEAC9D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9137" y="4098473"/>
                <a:ext cx="2110834" cy="299249"/>
              </a:xfrm>
              <a:prstGeom prst="rect">
                <a:avLst/>
              </a:prstGeom>
              <a:blipFill>
                <a:blip r:embed="rId9"/>
                <a:stretch>
                  <a:fillRect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1ADA28B-84EC-279F-C133-F327F243F53B}"/>
                  </a:ext>
                </a:extLst>
              </p:cNvPr>
              <p:cNvSpPr txBox="1"/>
              <p:nvPr/>
            </p:nvSpPr>
            <p:spPr>
              <a:xfrm>
                <a:off x="9998561" y="3832118"/>
                <a:ext cx="1638086" cy="56560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AU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r>
                            <a:rPr lang="en-AU" i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𝛽</m:t>
                          </m:r>
                          <m:sSub>
                            <m:sSubPr>
                              <m:ctrlPr>
                                <a:rPr lang="en-A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AU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AU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1ADA28B-84EC-279F-C133-F327F243F5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8561" y="3832118"/>
                <a:ext cx="1638086" cy="56560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3B29C3D-A56C-DDBE-8FF6-156B8A006E5C}"/>
                  </a:ext>
                </a:extLst>
              </p:cNvPr>
              <p:cNvSpPr txBox="1"/>
              <p:nvPr/>
            </p:nvSpPr>
            <p:spPr>
              <a:xfrm>
                <a:off x="7513598" y="2380374"/>
                <a:ext cx="1638086" cy="56560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𝑖𝑓</m:t>
                          </m:r>
                        </m:sub>
                      </m:sSub>
                      <m:r>
                        <a:rPr lang="en-AU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AU" i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𝛽</m:t>
                          </m:r>
                          <m:sSub>
                            <m:sSubPr>
                              <m:ctrlPr>
                                <a:rPr lang="en-A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AU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AU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3B29C3D-A56C-DDBE-8FF6-156B8A006E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3598" y="2380374"/>
                <a:ext cx="1638086" cy="56560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3487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4740</TotalTime>
  <Words>3202</Words>
  <Application>Microsoft Office PowerPoint</Application>
  <PresentationFormat>Widescreen</PresentationFormat>
  <Paragraphs>892</Paragraphs>
  <Slides>81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89" baseType="lpstr">
      <vt:lpstr>Arial</vt:lpstr>
      <vt:lpstr>Arial Black</vt:lpstr>
      <vt:lpstr>Calibri</vt:lpstr>
      <vt:lpstr>Calibri Light</vt:lpstr>
      <vt:lpstr>Cambria</vt:lpstr>
      <vt:lpstr>Cambria Math</vt:lpstr>
      <vt:lpstr>Wingdings</vt:lpstr>
      <vt:lpstr>Office Theme</vt:lpstr>
      <vt:lpstr>WEEK 7   Feedback in Amplifiers</vt:lpstr>
      <vt:lpstr>PowerPoint Presentation</vt:lpstr>
      <vt:lpstr>Feedback Concept</vt:lpstr>
      <vt:lpstr>Feedback Concept</vt:lpstr>
      <vt:lpstr>Feedback Concept</vt:lpstr>
      <vt:lpstr>Feedback Type</vt:lpstr>
      <vt:lpstr>PowerPoint Presentation</vt:lpstr>
      <vt:lpstr>Feedback Topologies</vt:lpstr>
      <vt:lpstr>Feedback Topologies</vt:lpstr>
      <vt:lpstr>Feedback Topologies</vt:lpstr>
      <vt:lpstr>Feedback Topologies</vt:lpstr>
      <vt:lpstr>Feedback Topologies</vt:lpstr>
      <vt:lpstr>Feedback Topologies</vt:lpstr>
      <vt:lpstr>Feedback Topologies</vt:lpstr>
      <vt:lpstr>Feedback Topologies</vt:lpstr>
      <vt:lpstr>Feedback Topologies</vt:lpstr>
      <vt:lpstr>Feedback Topologies</vt:lpstr>
      <vt:lpstr>Feedback Topologies</vt:lpstr>
      <vt:lpstr>Feedback Topologies</vt:lpstr>
      <vt:lpstr>Determining Feedback Topology</vt:lpstr>
      <vt:lpstr>Determining Feedback Topology</vt:lpstr>
      <vt:lpstr>Determining Feedback Topology</vt:lpstr>
      <vt:lpstr>Determining Feedback Topology</vt:lpstr>
      <vt:lpstr>Determining Feedback Topology</vt:lpstr>
      <vt:lpstr>Determining Feedback Topology</vt:lpstr>
      <vt:lpstr>Determining Feedback Topology</vt:lpstr>
      <vt:lpstr>Determining Feedback Topology</vt:lpstr>
      <vt:lpstr>Determining Feedback Topology</vt:lpstr>
      <vt:lpstr>Determining Feedback Topology</vt:lpstr>
      <vt:lpstr>Properties of Negative Feedback</vt:lpstr>
      <vt:lpstr>Properties of Negative Feedback</vt:lpstr>
      <vt:lpstr>Properties of Negative Feedback</vt:lpstr>
      <vt:lpstr>Properties of Negative Feedback</vt:lpstr>
      <vt:lpstr>Properties of Negative Feedback</vt:lpstr>
      <vt:lpstr>Properties of Negative Feedback</vt:lpstr>
      <vt:lpstr>Properties of Negative Feedback</vt:lpstr>
      <vt:lpstr>Properties of Negative Feedback</vt:lpstr>
      <vt:lpstr>Properties of Negative Feedback</vt:lpstr>
      <vt:lpstr>Properties of Negative Feedback</vt:lpstr>
      <vt:lpstr>Analysis of Feedback Amplifiers</vt:lpstr>
      <vt:lpstr>Analysis of Feedback Amplifiers</vt:lpstr>
      <vt:lpstr>Analysis of Feedback Amplifiers</vt:lpstr>
      <vt:lpstr>Analysis of Feedback Amplifiers</vt:lpstr>
      <vt:lpstr>Analysis of Feedback Amplifiers</vt:lpstr>
      <vt:lpstr>Analysis of Feedback Amplifiers</vt:lpstr>
      <vt:lpstr>Analysis of Feedback Amplifiers</vt:lpstr>
      <vt:lpstr>Analysis of Feedback Amplifiers</vt:lpstr>
      <vt:lpstr>Analysis of Feedback Amplifiers</vt:lpstr>
      <vt:lpstr>Analysis of Feedback Amplifiers</vt:lpstr>
      <vt:lpstr>Analysis of Feedback Amplifiers</vt:lpstr>
      <vt:lpstr>Analysis of Feedback Amplifiers</vt:lpstr>
      <vt:lpstr>Analysis of Feedback Amplifiers</vt:lpstr>
      <vt:lpstr>Analysis of Feedback Amplifiers</vt:lpstr>
      <vt:lpstr>Analysis of Feedback Amplifiers</vt:lpstr>
      <vt:lpstr>Analysis of Feedback Amplifiers</vt:lpstr>
      <vt:lpstr>Analysis of Feedback Amplifiers</vt:lpstr>
      <vt:lpstr>Analysis of Feedback Amplifiers</vt:lpstr>
      <vt:lpstr>Analysis of Feedback Amplifiers</vt:lpstr>
      <vt:lpstr>Analysis of Feedback Amplifiers</vt:lpstr>
      <vt:lpstr>Analysis of Feedback Amplifiers</vt:lpstr>
      <vt:lpstr>Analysis of Feedback Amplifiers</vt:lpstr>
      <vt:lpstr>Analysis of Feedback Amplifiers</vt:lpstr>
      <vt:lpstr>Analysis of Feedback Amplifiers</vt:lpstr>
      <vt:lpstr>Analysis of Feedback Amplifiers</vt:lpstr>
      <vt:lpstr>Analysis of Feedback Amplifiers</vt:lpstr>
      <vt:lpstr>Analysis of Feedback Amplifiers</vt:lpstr>
      <vt:lpstr>Analysis of Feedback Amplifiers</vt:lpstr>
      <vt:lpstr>Analysis of Feedback Amplifiers</vt:lpstr>
      <vt:lpstr>Analysis of Feedback Amplifiers</vt:lpstr>
      <vt:lpstr>Analysis of Feedback Amplifiers</vt:lpstr>
      <vt:lpstr>Analysis of Feedback Amplifiers</vt:lpstr>
      <vt:lpstr>Analysis of Feedback Amplifiers</vt:lpstr>
      <vt:lpstr>Analysis of Feedback Amplifiers</vt:lpstr>
      <vt:lpstr>Analysis of Feedback Amplifiers</vt:lpstr>
      <vt:lpstr>Analysis of Feedback Amplifiers</vt:lpstr>
      <vt:lpstr>Analysis of Feedback Amplifiers</vt:lpstr>
      <vt:lpstr>Analysis of Feedback Amplifiers (Lab 2)</vt:lpstr>
      <vt:lpstr>Analysis of Feedback Amplifiers (Lab 2)</vt:lpstr>
      <vt:lpstr>Analysis of Feedback Amplifiers (Lab 2)</vt:lpstr>
      <vt:lpstr>Hints and Summary</vt:lpstr>
      <vt:lpstr>Hints and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Aron Michael</cp:lastModifiedBy>
  <cp:revision>2</cp:revision>
  <dcterms:created xsi:type="dcterms:W3CDTF">2018-04-12T05:54:00Z</dcterms:created>
  <dcterms:modified xsi:type="dcterms:W3CDTF">2023-07-09T02:14:49Z</dcterms:modified>
</cp:coreProperties>
</file>