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76" r:id="rId3"/>
    <p:sldId id="267" r:id="rId4"/>
    <p:sldId id="292" r:id="rId5"/>
    <p:sldId id="449" r:id="rId6"/>
    <p:sldId id="417" r:id="rId7"/>
    <p:sldId id="419" r:id="rId8"/>
    <p:sldId id="450" r:id="rId9"/>
    <p:sldId id="420" r:id="rId10"/>
    <p:sldId id="421" r:id="rId11"/>
    <p:sldId id="423" r:id="rId12"/>
    <p:sldId id="453" r:id="rId13"/>
    <p:sldId id="451" r:id="rId14"/>
    <p:sldId id="452" r:id="rId15"/>
    <p:sldId id="454" r:id="rId16"/>
    <p:sldId id="455" r:id="rId17"/>
    <p:sldId id="456" r:id="rId18"/>
    <p:sldId id="457" r:id="rId19"/>
    <p:sldId id="422" r:id="rId20"/>
    <p:sldId id="458" r:id="rId21"/>
    <p:sldId id="459" r:id="rId22"/>
    <p:sldId id="460" r:id="rId23"/>
    <p:sldId id="462" r:id="rId24"/>
    <p:sldId id="461" r:id="rId25"/>
    <p:sldId id="463" r:id="rId26"/>
    <p:sldId id="46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2121"/>
    <a:srgbClr val="FFFFFF"/>
    <a:srgbClr val="9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102495-A862-4A6F-8490-C6C7B55994AA}" v="11" dt="2023-06-23T02:37:57.6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on Michael" userId="a6335a5c-3af6-488f-9ef1-dea14714a451" providerId="ADAL" clId="{78102495-A862-4A6F-8490-C6C7B55994AA}"/>
    <pc:docChg chg="modSld">
      <pc:chgData name="Aron Michael" userId="a6335a5c-3af6-488f-9ef1-dea14714a451" providerId="ADAL" clId="{78102495-A862-4A6F-8490-C6C7B55994AA}" dt="2023-06-23T02:37:57.623" v="25"/>
      <pc:docMkLst>
        <pc:docMk/>
      </pc:docMkLst>
      <pc:sldChg chg="addSp modSp mod">
        <pc:chgData name="Aron Michael" userId="a6335a5c-3af6-488f-9ef1-dea14714a451" providerId="ADAL" clId="{78102495-A862-4A6F-8490-C6C7B55994AA}" dt="2023-06-23T02:27:12.425" v="7" actId="14100"/>
        <pc:sldMkLst>
          <pc:docMk/>
          <pc:sldMk cId="2713562621" sldId="417"/>
        </pc:sldMkLst>
        <pc:spChg chg="mod">
          <ac:chgData name="Aron Michael" userId="a6335a5c-3af6-488f-9ef1-dea14714a451" providerId="ADAL" clId="{78102495-A862-4A6F-8490-C6C7B55994AA}" dt="2023-06-23T02:27:04.030" v="4" actId="1076"/>
          <ac:spMkLst>
            <pc:docMk/>
            <pc:sldMk cId="2713562621" sldId="417"/>
            <ac:spMk id="10" creationId="{E8044808-F9CC-F5CF-E496-66D0EDF29D5C}"/>
          </ac:spMkLst>
        </pc:spChg>
        <pc:picChg chg="add mod">
          <ac:chgData name="Aron Michael" userId="a6335a5c-3af6-488f-9ef1-dea14714a451" providerId="ADAL" clId="{78102495-A862-4A6F-8490-C6C7B55994AA}" dt="2023-06-23T02:27:12.425" v="7" actId="14100"/>
          <ac:picMkLst>
            <pc:docMk/>
            <pc:sldMk cId="2713562621" sldId="417"/>
            <ac:picMk id="3" creationId="{E31623D1-7F86-F517-6189-1F729A898A6D}"/>
          </ac:picMkLst>
        </pc:picChg>
      </pc:sldChg>
      <pc:sldChg chg="modSp">
        <pc:chgData name="Aron Michael" userId="a6335a5c-3af6-488f-9ef1-dea14714a451" providerId="ADAL" clId="{78102495-A862-4A6F-8490-C6C7B55994AA}" dt="2023-06-23T02:32:18.212" v="8" actId="57"/>
        <pc:sldMkLst>
          <pc:docMk/>
          <pc:sldMk cId="726690151" sldId="419"/>
        </pc:sldMkLst>
        <pc:spChg chg="mod">
          <ac:chgData name="Aron Michael" userId="a6335a5c-3af6-488f-9ef1-dea14714a451" providerId="ADAL" clId="{78102495-A862-4A6F-8490-C6C7B55994AA}" dt="2023-06-23T02:32:18.212" v="8" actId="57"/>
          <ac:spMkLst>
            <pc:docMk/>
            <pc:sldMk cId="726690151" sldId="419"/>
            <ac:spMk id="29" creationId="{D1C61C94-767D-EB39-2354-21447AF33FF3}"/>
          </ac:spMkLst>
        </pc:spChg>
      </pc:sldChg>
      <pc:sldChg chg="modSp">
        <pc:chgData name="Aron Michael" userId="a6335a5c-3af6-488f-9ef1-dea14714a451" providerId="ADAL" clId="{78102495-A862-4A6F-8490-C6C7B55994AA}" dt="2023-06-22T11:14:12.981" v="3" actId="20577"/>
        <pc:sldMkLst>
          <pc:docMk/>
          <pc:sldMk cId="2539499965" sldId="420"/>
        </pc:sldMkLst>
        <pc:spChg chg="mod">
          <ac:chgData name="Aron Michael" userId="a6335a5c-3af6-488f-9ef1-dea14714a451" providerId="ADAL" clId="{78102495-A862-4A6F-8490-C6C7B55994AA}" dt="2023-06-22T11:13:56.767" v="2" actId="58"/>
          <ac:spMkLst>
            <pc:docMk/>
            <pc:sldMk cId="2539499965" sldId="420"/>
            <ac:spMk id="11" creationId="{B69E3066-A62E-CF5D-990E-A8DAD6DC9CAE}"/>
          </ac:spMkLst>
        </pc:spChg>
        <pc:spChg chg="mod">
          <ac:chgData name="Aron Michael" userId="a6335a5c-3af6-488f-9ef1-dea14714a451" providerId="ADAL" clId="{78102495-A862-4A6F-8490-C6C7B55994AA}" dt="2023-06-22T11:14:12.981" v="3" actId="20577"/>
          <ac:spMkLst>
            <pc:docMk/>
            <pc:sldMk cId="2539499965" sldId="420"/>
            <ac:spMk id="17" creationId="{8FEB5C8F-C7F6-DC01-3BA1-72F4A385E0BF}"/>
          </ac:spMkLst>
        </pc:spChg>
      </pc:sldChg>
      <pc:sldChg chg="addSp delSp modSp mod">
        <pc:chgData name="Aron Michael" userId="a6335a5c-3af6-488f-9ef1-dea14714a451" providerId="ADAL" clId="{78102495-A862-4A6F-8490-C6C7B55994AA}" dt="2023-06-23T02:37:57.623" v="25"/>
        <pc:sldMkLst>
          <pc:docMk/>
          <pc:sldMk cId="3197538628" sldId="450"/>
        </pc:sldMkLst>
        <pc:grpChg chg="del mod">
          <ac:chgData name="Aron Michael" userId="a6335a5c-3af6-488f-9ef1-dea14714a451" providerId="ADAL" clId="{78102495-A862-4A6F-8490-C6C7B55994AA}" dt="2023-06-23T02:37:57.623" v="25"/>
          <ac:grpSpMkLst>
            <pc:docMk/>
            <pc:sldMk cId="3197538628" sldId="450"/>
            <ac:grpSpMk id="28" creationId="{DAEC97A7-687C-1FE3-AC03-10AA30077213}"/>
          </ac:grpSpMkLst>
        </pc:grpChg>
        <pc:grpChg chg="mod">
          <ac:chgData name="Aron Michael" userId="a6335a5c-3af6-488f-9ef1-dea14714a451" providerId="ADAL" clId="{78102495-A862-4A6F-8490-C6C7B55994AA}" dt="2023-06-23T02:37:57.623" v="25"/>
          <ac:grpSpMkLst>
            <pc:docMk/>
            <pc:sldMk cId="3197538628" sldId="450"/>
            <ac:grpSpMk id="33" creationId="{6B3D8384-9CF2-4BDA-8252-99C63081722B}"/>
          </ac:grpSpMkLst>
        </pc:grpChg>
        <pc:inkChg chg="add">
          <ac:chgData name="Aron Michael" userId="a6335a5c-3af6-488f-9ef1-dea14714a451" providerId="ADAL" clId="{78102495-A862-4A6F-8490-C6C7B55994AA}" dt="2023-06-23T02:37:32.313" v="9" actId="9405"/>
          <ac:inkMkLst>
            <pc:docMk/>
            <pc:sldMk cId="3197538628" sldId="450"/>
            <ac:inkMk id="8" creationId="{B5E2993A-F333-6CAA-792E-451E3B0297A8}"/>
          </ac:inkMkLst>
        </pc:inkChg>
        <pc:inkChg chg="add mod">
          <ac:chgData name="Aron Michael" userId="a6335a5c-3af6-488f-9ef1-dea14714a451" providerId="ADAL" clId="{78102495-A862-4A6F-8490-C6C7B55994AA}" dt="2023-06-23T02:37:57.623" v="25"/>
          <ac:inkMkLst>
            <pc:docMk/>
            <pc:sldMk cId="3197538628" sldId="450"/>
            <ac:inkMk id="13" creationId="{68DB7600-07FE-E36D-1553-552E58B63390}"/>
          </ac:inkMkLst>
        </pc:inkChg>
        <pc:inkChg chg="add mod">
          <ac:chgData name="Aron Michael" userId="a6335a5c-3af6-488f-9ef1-dea14714a451" providerId="ADAL" clId="{78102495-A862-4A6F-8490-C6C7B55994AA}" dt="2023-06-23T02:37:57.623" v="25"/>
          <ac:inkMkLst>
            <pc:docMk/>
            <pc:sldMk cId="3197538628" sldId="450"/>
            <ac:inkMk id="15" creationId="{A31500BA-F0EF-86FB-2A7C-CC779DCF6D97}"/>
          </ac:inkMkLst>
        </pc:inkChg>
        <pc:inkChg chg="add mod">
          <ac:chgData name="Aron Michael" userId="a6335a5c-3af6-488f-9ef1-dea14714a451" providerId="ADAL" clId="{78102495-A862-4A6F-8490-C6C7B55994AA}" dt="2023-06-23T02:37:57.623" v="25"/>
          <ac:inkMkLst>
            <pc:docMk/>
            <pc:sldMk cId="3197538628" sldId="450"/>
            <ac:inkMk id="16" creationId="{C6C252EB-B81D-A197-7EF8-D4A7F0127D58}"/>
          </ac:inkMkLst>
        </pc:inkChg>
        <pc:inkChg chg="add mod">
          <ac:chgData name="Aron Michael" userId="a6335a5c-3af6-488f-9ef1-dea14714a451" providerId="ADAL" clId="{78102495-A862-4A6F-8490-C6C7B55994AA}" dt="2023-06-23T02:37:57.623" v="25"/>
          <ac:inkMkLst>
            <pc:docMk/>
            <pc:sldMk cId="3197538628" sldId="450"/>
            <ac:inkMk id="18" creationId="{FD0C71E4-995B-34A6-D11B-6D6DDE2C2366}"/>
          </ac:inkMkLst>
        </pc:inkChg>
        <pc:inkChg chg="add mod">
          <ac:chgData name="Aron Michael" userId="a6335a5c-3af6-488f-9ef1-dea14714a451" providerId="ADAL" clId="{78102495-A862-4A6F-8490-C6C7B55994AA}" dt="2023-06-23T02:37:57.623" v="25"/>
          <ac:inkMkLst>
            <pc:docMk/>
            <pc:sldMk cId="3197538628" sldId="450"/>
            <ac:inkMk id="20" creationId="{B6E9BD5C-BB0A-7672-9E2E-266F6E61BB5F}"/>
          </ac:inkMkLst>
        </pc:inkChg>
        <pc:inkChg chg="add mod">
          <ac:chgData name="Aron Michael" userId="a6335a5c-3af6-488f-9ef1-dea14714a451" providerId="ADAL" clId="{78102495-A862-4A6F-8490-C6C7B55994AA}" dt="2023-06-23T02:37:57.623" v="25"/>
          <ac:inkMkLst>
            <pc:docMk/>
            <pc:sldMk cId="3197538628" sldId="450"/>
            <ac:inkMk id="23" creationId="{D4C0C401-A499-0F44-F6C7-8E1D63F9BC3A}"/>
          </ac:inkMkLst>
        </pc:inkChg>
        <pc:inkChg chg="add mod">
          <ac:chgData name="Aron Michael" userId="a6335a5c-3af6-488f-9ef1-dea14714a451" providerId="ADAL" clId="{78102495-A862-4A6F-8490-C6C7B55994AA}" dt="2023-06-23T02:37:57.623" v="25"/>
          <ac:inkMkLst>
            <pc:docMk/>
            <pc:sldMk cId="3197538628" sldId="450"/>
            <ac:inkMk id="24" creationId="{23327E69-86E8-153A-A607-A1E5854894FE}"/>
          </ac:inkMkLst>
        </pc:inkChg>
        <pc:inkChg chg="add mod">
          <ac:chgData name="Aron Michael" userId="a6335a5c-3af6-488f-9ef1-dea14714a451" providerId="ADAL" clId="{78102495-A862-4A6F-8490-C6C7B55994AA}" dt="2023-06-23T02:37:57.623" v="25"/>
          <ac:inkMkLst>
            <pc:docMk/>
            <pc:sldMk cId="3197538628" sldId="450"/>
            <ac:inkMk id="25" creationId="{33E0DB9D-1E95-A61D-6B39-D8C383346992}"/>
          </ac:inkMkLst>
        </pc:inkChg>
        <pc:inkChg chg="add mod">
          <ac:chgData name="Aron Michael" userId="a6335a5c-3af6-488f-9ef1-dea14714a451" providerId="ADAL" clId="{78102495-A862-4A6F-8490-C6C7B55994AA}" dt="2023-06-23T02:37:57.623" v="25"/>
          <ac:inkMkLst>
            <pc:docMk/>
            <pc:sldMk cId="3197538628" sldId="450"/>
            <ac:inkMk id="26" creationId="{9D6E25DD-D426-0219-F326-819742C8610E}"/>
          </ac:inkMkLst>
        </pc:inkChg>
        <pc:inkChg chg="add mod">
          <ac:chgData name="Aron Michael" userId="a6335a5c-3af6-488f-9ef1-dea14714a451" providerId="ADAL" clId="{78102495-A862-4A6F-8490-C6C7B55994AA}" dt="2023-06-23T02:37:57.623" v="25"/>
          <ac:inkMkLst>
            <pc:docMk/>
            <pc:sldMk cId="3197538628" sldId="450"/>
            <ac:inkMk id="27" creationId="{3C52831D-BA71-F18C-EB72-3A662DB1A8BA}"/>
          </ac:inkMkLst>
        </pc:inkChg>
        <pc:inkChg chg="add mod">
          <ac:chgData name="Aron Michael" userId="a6335a5c-3af6-488f-9ef1-dea14714a451" providerId="ADAL" clId="{78102495-A862-4A6F-8490-C6C7B55994AA}" dt="2023-06-23T02:37:57.623" v="25"/>
          <ac:inkMkLst>
            <pc:docMk/>
            <pc:sldMk cId="3197538628" sldId="450"/>
            <ac:inkMk id="29" creationId="{90C8693C-DBCE-D3EC-2BAA-0BD2D5709338}"/>
          </ac:inkMkLst>
        </pc:inkChg>
        <pc:inkChg chg="add mod">
          <ac:chgData name="Aron Michael" userId="a6335a5c-3af6-488f-9ef1-dea14714a451" providerId="ADAL" clId="{78102495-A862-4A6F-8490-C6C7B55994AA}" dt="2023-06-23T02:37:57.623" v="25"/>
          <ac:inkMkLst>
            <pc:docMk/>
            <pc:sldMk cId="3197538628" sldId="450"/>
            <ac:inkMk id="30" creationId="{55E4F5D6-0A11-14F0-FF2B-8ABFAD311735}"/>
          </ac:inkMkLst>
        </pc:inkChg>
        <pc:inkChg chg="add mod">
          <ac:chgData name="Aron Michael" userId="a6335a5c-3af6-488f-9ef1-dea14714a451" providerId="ADAL" clId="{78102495-A862-4A6F-8490-C6C7B55994AA}" dt="2023-06-23T02:37:57.623" v="25"/>
          <ac:inkMkLst>
            <pc:docMk/>
            <pc:sldMk cId="3197538628" sldId="450"/>
            <ac:inkMk id="31" creationId="{9650B9A5-D4BD-4B10-1DFD-948485325583}"/>
          </ac:inkMkLst>
        </pc:inkChg>
        <pc:inkChg chg="add mod">
          <ac:chgData name="Aron Michael" userId="a6335a5c-3af6-488f-9ef1-dea14714a451" providerId="ADAL" clId="{78102495-A862-4A6F-8490-C6C7B55994AA}" dt="2023-06-23T02:37:57.623" v="25"/>
          <ac:inkMkLst>
            <pc:docMk/>
            <pc:sldMk cId="3197538628" sldId="450"/>
            <ac:inkMk id="32" creationId="{C1ED8697-DA78-47B5-F49B-0B9B116BAF0A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3:38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9338 0 0,'-2'0'-648'0'0,"1"0"48"0"0,-3 0-32 0 0,-4 0 7 0 0,4 0 521 0 0,1 1 280 0 0,-1 1-192 0 0,3 1 40 0 0,-1 1-64 0 0,-1 4 80 0 0,1 1-64 0 0,2 0 16 0 0,0-6-56 0 0,0-1-96 0 0,0 3-432 0 0,0-4-184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3:49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129 591 3881 0 0,'0'0'113'0'0,"-3"-15"-121"0"0,11-110-1495 0 0,-3 51 2634 0 0,-2-159 1827 0 0,-4 139-1646 0 0,-5 59-1086 0 0,9 21 445 0 0,0 14-212 0 0,-1 11-245 0 0,4 59 17 0 0,-4 1 1 0 0,-3 0-1 0 0,-12 88 0 0 0,-49 211 401 0 0,41-266-543 0 0,-9 181 28 0 0,9-61 167 0 0,19-198-264 0 0,1 0-1 0 0,2 0 1 0 0,0 0-1 0 0,2 0 1 0 0,7 35-1 0 0,-5-35 49 0 0,-5-22-85 0 0,1 0-1 0 0,0 0 1 0 0,0 0-1 0 0,0 0 1 0 0,0 0-1 0 0,4 6 1 0 0,-5-4-300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45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0 128 0 0,'0'0'3986'0'0,"17"9"-3943"0"0,-14-8 22 0 0,0 0 1 0 0,0 0-1 0 0,0 0 1 0 0,0 0-1 0 0,0 0 1 0 0,0 0-1 0 0,0-1 0 0 0,0 0 1 0 0,0 1-1 0 0,0-1 1 0 0,0 0-1 0 0,0-1 1 0 0,0 1-1 0 0,5-1 1 0 0,42-13 471 0 0,-48 13-556 0 0,6 1 742 0 0,-13 7-249 0 0,-13 7 180 0 0,13-12-615 0 0,-1-1-1 0 0,1 1 0 0 0,-1-1 1 0 0,0 0-1 0 0,1-1 0 0 0,-1 1 1 0 0,0-1-1 0 0,-9-1 0 0 0,0 1-29 0 0,14 0-11 0 0,1 0 1 0 0,0 0 0 0 0,-1 0 0 0 0,1 0 0 0 0,0 0-1 0 0,-1 0 1 0 0,1 0 0 0 0,0 0 0 0 0,-1 0-1 0 0,1 0 1 0 0,0 0 0 0 0,-1 0 0 0 0,1 1-1 0 0,0-1 1 0 0,0 0 0 0 0,-1 0 0 0 0,1 0 0 0 0,0 1-1 0 0,0-1 1 0 0,-1 0 0 0 0,1 1 0 0 0,0-1-1 0 0,0 0 1 0 0,-1 0 0 0 0,1 1 0 0 0,0-1 0 0 0,0 0-1 0 0,0 1 1 0 0,0-1 0 0 0,0 0 0 0 0,0 1-1 0 0,-1-1 1 0 0,1 0 0 0 0,0 1 0 0 0,0-1-1 0 0,0 0 1 0 0,0 1 0 0 0,0-1 0 0 0,0 0 0 0 0,0 1-1 0 0,0-1 1 0 0,1 0 0 0 0,-1 1 0 0 0,0-1-1 0 0,0 0 1 0 0,0 1 0 0 0,0-1 0 0 0,0 0 0 0 0,0 1-1 0 0,1-1 1 0 0,-1 1 0 0 0,1 0 12 0 0,-1 1-1 0 0,1-1 1 0 0,0 0 0 0 0,0 1 0 0 0,-1-1-1 0 0,1 0 1 0 0,0 0 0 0 0,0 0 0 0 0,0 0-1 0 0,0 0 1 0 0,2 2 0 0 0,3-1 28 0 0,0 1 1 0 0,0-1-1 0 0,0 0 1 0 0,0-1-1 0 0,1 1 0 0 0,-1-1 1 0 0,1-1-1 0 0,-1 1 1 0 0,1-1-1 0 0,12-1 0 0 0,-18 1-27 0 0,-1 0 0 0 0,1-1-1 0 0,0 1 1 0 0,0 0 0 0 0,-1 0-1 0 0,1-1 1 0 0,0 1 0 0 0,-1-1-1 0 0,1 1 1 0 0,0-1 0 0 0,-1 1-1 0 0,1-1 1 0 0,-1 1 0 0 0,1-1-1 0 0,0 1 1 0 0,-1-1 0 0 0,0 0-1 0 0,1 1 1 0 0,-1-1 0 0 0,1 0-1 0 0,-1 0 1 0 0,0 1 0 0 0,1-1-1 0 0,-1 0 1 0 0,0 0 0 0 0,0 1-1 0 0,0-1 1 0 0,0 0 0 0 0,0 0-1 0 0,0 0 1 0 0,0 1 0 0 0,0-1-1 0 0,0 0 1 0 0,0-1 0 0 0,0 1 17 0 0,-1-1 0 0 0,1 1-1 0 0,-1 0 1 0 0,1-1 0 0 0,-1 1 0 0 0,0 0 0 0 0,0 0 0 0 0,1-1 0 0 0,-1 1 0 0 0,0 0 0 0 0,0 0-1 0 0,0 0 1 0 0,0 0 0 0 0,0 0 0 0 0,-1 0 0 0 0,1 0 0 0 0,-2-1 0 0 0,2 2-22 0 0,0 0 1 0 0,0-1 0 0 0,0 1 0 0 0,0 0 0 0 0,0 0 0 0 0,0 0-1 0 0,0 0 1 0 0,0 0 0 0 0,0 0 0 0 0,0 1 0 0 0,0-1 0 0 0,0 0-1 0 0,0 0 1 0 0,0 1 0 0 0,0-1 0 0 0,0 0 0 0 0,1 1-1 0 0,-1-1 1 0 0,0 1 0 0 0,0-1 0 0 0,0 1 0 0 0,1 0 0 0 0,-1-1-1 0 0,-1 2 1 0 0,-21 24 358 0 0,13-15-221 0 0,10-11-140 0 0,0 1-1 0 0,0-1 1 0 0,-1 0-1 0 0,1 0 1 0 0,0 0-1 0 0,0 0 1 0 0,0 0-1 0 0,0 1 1 0 0,-1-1-1 0 0,1 0 1 0 0,0 0-1 0 0,0 0 1 0 0,0 0-1 0 0,0 1 1 0 0,0-1-1 0 0,0 0 1 0 0,-1 0-1 0 0,1 1 1 0 0,0-1-1 0 0,0 0 1 0 0,0 0-1 0 0,0 0 1 0 0,0 1-1 0 0,0-1 1 0 0,0 0-1 0 0,0 0 0 0 0,0 1 1 0 0,0-1-1 0 0,0 0 1 0 0,0 0-1 0 0,0 1 1 0 0,0-1-1 0 0,0 0 1 0 0,0 0-1 0 0,1 0 1 0 0,-1 1-1 0 0,0-1 1 0 0,0 0-1 0 0,0 0 1 0 0,0 0-1 0 0,0 1 1 0 0,0-1-1 0 0,1 0 1 0 0,-1 0-1 0 0,14 4 69 0 0,17-5 129 0 0,77-34-32 0 0,-94 31-138 0 0,-1 0 0 0 0,-1 0-1 0 0,1-2 1 0 0,14-7 0 0 0,-26 13-32 0 0,2-1 2 0 0,1 0 0 0 0,0 1-1 0 0,1-1 1 0 0,-1 1 0 0 0,0 0 0 0 0,0 0-1 0 0,6 2 1 0 0,5-1 8 0 0,5 0 26 0 0,36 6-1 0 0,-36-3-13 0 0,38 1 0 0 0,286-10 178 0 0,-336 5-184 0 0,1 1 1 0 0,-1 1-1 0 0,0-1 0 0 0,0 2 1 0 0,14 4-1 0 0,-14-4 9 0 0,0 0 0 0 0,0-1 0 0 0,0 0 0 0 0,1 0 0 0 0,14 1 0 0 0,29-1 34 0 0,-35 0-26 0 0,0-2-1 0 0,0 0 1 0 0,0 0 0 0 0,19-4-1 0 0,-4-1 105 0 0,1 2-1 0 0,0 2 1 0 0,35 2-1 0 0,-11 0-32 0 0,37 6 83 0 0,-77 0-183 0 0,-16-6-2 0 0,1 0 1 0 0,-1 0-1 0 0,1 0 0 0 0,-1-1 1 0 0,1 1-1 0 0,-1 0 1 0 0,1-1-1 0 0,0 1 1 0 0,0-1-1 0 0,3 1 0 0 0,77-1 64 0 0,-80 0-60 0 0,1-1 1 0 0,-1 1-1 0 0,1-1 1 0 0,0 1 0 0 0,-1-1-1 0 0,1 0 1 0 0,-1 0-1 0 0,3-2 1 0 0,-2 1-3 0 0,-1 1 0 0 0,1 0-1 0 0,0 0 1 0 0,0 0 0 0 0,-1 0 0 0 0,1 0-1 0 0,0 1 1 0 0,4-1 0 0 0,-1 1 7 0 0,12 0 33 0 0,-17 0-40 0 0,-1 0 0 0 0,1 1 0 0 0,-1-1 0 0 0,0 0 0 0 0,1 0 0 0 0,-1-1 0 0 0,1 1 0 0 0,-1 0 0 0 0,0 0 0 0 0,1 0 0 0 0,-1 0 0 0 0,1 0 0 0 0,-1 0 0 0 0,0 0 0 0 0,1-1 0 0 0,-1 1 0 0 0,0 0 0 0 0,1 0 0 0 0,-1 0 0 0 0,0-1 0 0 0,1 1 0 0 0,-1 0 0 0 0,0-1 0 0 0,0 1 0 0 0,1 0 0 0 0,-1 0 0 0 0,0-1 0 0 0,0 1 0 0 0,1-1 0 0 0,28-3-30 0 0,36 4-2015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48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112 169 2280 0 0,'0'0'1202'0'0,"2"-7"402"0"0,1 4-1377 0 0,0 0-1 0 0,-1-1 0 0 0,1 1 0 0 0,0-1 0 0 0,-1 1 0 0 0,0-1 0 0 0,0 0 0 0 0,0 0 0 0 0,2-5 0 0 0,-4 8-173 0 0,0 0 0 0 0,0 0 0 0 0,0 0 0 0 0,1 1 0 0 0,-1-1-1 0 0,0 0 1 0 0,0 0 0 0 0,0 0 0 0 0,0 0 0 0 0,-1 1 0 0 0,1-1-1 0 0,0 0 1 0 0,0 0 0 0 0,0 0 0 0 0,-1 1 0 0 0,1-1 0 0 0,0 0-1 0 0,-1 1 1 0 0,1-1 0 0 0,-1 0 0 0 0,0 0 0 0 0,0 0-24 0 0,0 0 0 0 0,-1 0 0 0 0,1 0 1 0 0,0 0-1 0 0,-1 1 0 0 0,1-1 1 0 0,-1 1-1 0 0,1-1 0 0 0,-1 1 0 0 0,1-1 1 0 0,-1 1-1 0 0,1 0 0 0 0,-1 0 0 0 0,1 0 1 0 0,-4 0-1 0 0,3 0-18 0 0,0 0 1 0 0,0 0-1 0 0,0 0 0 0 0,-1 1 1 0 0,1-1-1 0 0,0 1 1 0 0,0-1-1 0 0,0 1 0 0 0,0 0 1 0 0,0 0-1 0 0,0 0 0 0 0,0 0 1 0 0,1 0-1 0 0,-1 0 0 0 0,0 0 1 0 0,0 1-1 0 0,1-1 1 0 0,-1 1-1 0 0,1-1 0 0 0,-1 1 1 0 0,-1 3-1 0 0,-1 1 28 0 0,1 1 0 0 0,-1 0 0 0 0,1 0 0 0 0,-3 14 0 0 0,4-15-19 0 0,0 0 0 0 0,0 0 0 0 0,-1 1 0 0 0,1-1 0 0 0,-6 7 0 0 0,4-7 35 0 0,1 1-1 0 0,-1-1 1 0 0,1 1-1 0 0,0 0 1 0 0,1 0-1 0 0,0 0 1 0 0,0 1-1 0 0,0-1 0 0 0,1 0 1 0 0,0 1-1 0 0,1-1 1 0 0,-1 1-1 0 0,1-1 1 0 0,1 1-1 0 0,0-1 1 0 0,0 1-1 0 0,2 7 1 0 0,-2-12-35 0 0,1 0 0 0 0,-1 0 0 0 0,1 0 0 0 0,0 0 1 0 0,-1 0-1 0 0,2 0 0 0 0,-1 0 0 0 0,0-1 1 0 0,0 1-1 0 0,1-1 0 0 0,-1 0 0 0 0,1 0 1 0 0,0 0-1 0 0,0 0 0 0 0,0 0 0 0 0,0 0 0 0 0,0-1 1 0 0,0 1-1 0 0,0-1 0 0 0,0 0 0 0 0,5 1 1 0 0,4 1 23 0 0,0 0 0 0 0,0-1 0 0 0,0 0 0 0 0,21 0 0 0 0,-24-3 2 0 0,-1 1 0 0 0,1-1 1 0 0,-1-1-1 0 0,1 1 0 0 0,-1-1 0 0 0,0-1 0 0 0,9-3 0 0 0,-14 5-25 0 0,0 0-1 0 0,0-1 1 0 0,0 1-1 0 0,-1-1 1 0 0,1 1-1 0 0,0-1 1 0 0,-1 0-1 0 0,1 0 1 0 0,-1 0-1 0 0,0-1 1 0 0,1 1-1 0 0,-1 0 1 0 0,0-1-1 0 0,-1 0 1 0 0,1 1-1 0 0,0-1 1 0 0,-1 0-1 0 0,1 0 1 0 0,-1 0-1 0 0,0 0 1 0 0,1-6-1 0 0,0 4 4 0 0,-1 1-1 0 0,0-1 1 0 0,1 1 0 0 0,0-1-1 0 0,0 1 1 0 0,4-7 0 0 0,-3 6-6 0 0,0 0 0 0 0,-1 0 0 0 0,1 0 1 0 0,-1 0-1 0 0,2-9 0 0 0,-4 7-8 0 0,1 0 1 0 0,-1 0-1 0 0,0 0 0 0 0,-1 0 1 0 0,1 0-1 0 0,-1 0 0 0 0,-1 0 1 0 0,0 0-1 0 0,-4-11 0 0 0,-1 0-11 0 0,-1 0-1 0 0,-14-22 1 0 0,20 36 5 0 0,0 1 1 0 0,0 0 0 0 0,0 0-1 0 0,0 0 1 0 0,0 0 0 0 0,-1 1 0 0 0,0-1-1 0 0,1 1 1 0 0,-1-1 0 0 0,0 1-1 0 0,0 0 1 0 0,0 0 0 0 0,-1 0 0 0 0,-5-2-1 0 0,5 2-8 0 0,-2-1-13 0 0,-1-1 1 0 0,0 1-1 0 0,0 1 0 0 0,0-1 1 0 0,-8-1-1 0 0,12 4 16 0 0,1 0 0 0 0,-1 0-1 0 0,1 0 1 0 0,-1 0 0 0 0,1 0 0 0 0,-1 0 0 0 0,1 1-1 0 0,0-1 1 0 0,-1 1 0 0 0,1-1 0 0 0,-1 1 0 0 0,1 0 0 0 0,0 0-1 0 0,0 0 1 0 0,0 1 0 0 0,-1-1 0 0 0,1 0 0 0 0,0 1-1 0 0,1-1 1 0 0,-4 4 0 0 0,-2 3 3 0 0,1 0 1 0 0,0 1-1 0 0,1 0 0 0 0,0 0 1 0 0,0 0-1 0 0,1 0 1 0 0,1 1-1 0 0,-4 12 0 0 0,4-15-1 0 0,1 0 0 0 0,-1 0 0 0 0,0 0 0 0 0,-7 10 0 0 0,6-11-2 0 0,1 0 1 0 0,0 0-1 0 0,0 1 1 0 0,0-1-1 0 0,-3 12 1 0 0,3 0-5 0 0,1-1 1 0 0,1 1 0 0 0,0 25 0 0 0,2-32 9 0 0,0-1-1 0 0,0 0 1 0 0,1 0 0 0 0,0 0 0 0 0,0 0-1 0 0,1 0 1 0 0,6 11 0 0 0,-7-18 7 0 0,0 0 0 0 0,0-1 0 0 0,0 1-1 0 0,1-1 1 0 0,-1 0 0 0 0,1 1 0 0 0,-1-1 0 0 0,1 0 0 0 0,0-1 0 0 0,0 1 0 0 0,0 0-1 0 0,0-1 1 0 0,0 0 0 0 0,5 2 0 0 0,-1-1 3 0 0,0 0 0 0 0,1 0-1 0 0,-1 0 1 0 0,1-1 0 0 0,9 0 0 0 0,-12-2-12 0 0,0 1 1 0 0,1-1 0 0 0,-1-1-1 0 0,1 1 1 0 0,-1-1-1 0 0,0 0 1 0 0,0 0 0 0 0,0-1-1 0 0,0 1 1 0 0,-1-1-1 0 0,1 0 1 0 0,6-6 0 0 0,11-6 55 0 0,-18 13-52 0 0,-1-1 1 0 0,0 0-1 0 0,1 0 0 0 0,-1 0 0 0 0,0 0 0 0 0,-1-1 0 0 0,1 1 0 0 0,0-1 0 0 0,-1 0 0 0 0,0 1 0 0 0,0-1 0 0 0,2-5 0 0 0,16-55 18 0 0,-10 30-46 0 0,19-86 45 0 0,-26 113-14 0 0,18-50 80 0 0,-19 53-79 0 0,0 0 0 0 0,0 0 0 0 0,-1 0 0 0 0,0 0 0 0 0,0 0 0 0 0,1-8 0 0 0,-2 12-7 0 0,1-1 0 0 0,-1 0 1 0 0,0 0-1 0 0,0 0 1 0 0,0 0-1 0 0,0 0 0 0 0,-1 1 1 0 0,1-1-1 0 0,0 0 1 0 0,0 0-1 0 0,-1 0 0 0 0,1 0 1 0 0,0 1-1 0 0,-1-1 1 0 0,1 0-1 0 0,0 0 0 0 0,-1 1 1 0 0,1-1-1 0 0,-1 0 1 0 0,1 1-1 0 0,-1-1 0 0 0,0 0 1 0 0,1 1-1 0 0,-1-1 0 0 0,0 1 1 0 0,1-1-1 0 0,-1 1 1 0 0,0-1-1 0 0,0 1 0 0 0,1 0 1 0 0,-1-1-1 0 0,0 1 1 0 0,0 0-1 0 0,0 0 0 0 0,0-1 1 0 0,1 1-1 0 0,-1 0 1 0 0,0 0-1 0 0,-2 0 0 0 0,-3 0-8 0 0,-1 0-1 0 0,1 1 1 0 0,-1-1-1 0 0,1 1 1 0 0,-1 1-1 0 0,1-1 1 0 0,0 1-1 0 0,-1 0 1 0 0,1 0-1 0 0,0 1 1 0 0,0 0-1 0 0,1 0 1 0 0,-1 0-1 0 0,0 1 0 0 0,1 0 1 0 0,0 0-1 0 0,0 0 1 0 0,0 1-1 0 0,1 0 1 0 0,-1-1-1 0 0,1 2 1 0 0,0-1-1 0 0,1 0 1 0 0,-6 12-1 0 0,3-4 15 0 0,2 1 0 0 0,-4 18 0 0 0,5-22 0 0 0,1 1 1 0 0,-2-1 0 0 0,1 1-1 0 0,-9 16 1 0 0,8-21-5 0 0,1 1 1 0 0,0 0-1 0 0,1 1 1 0 0,-1-1-1 0 0,1 0 1 0 0,1 1-1 0 0,-1-1 1 0 0,1 1-1 0 0,0 0 1 0 0,1-1-1 0 0,0 1 1 0 0,0 0 0 0 0,1 0-1 0 0,0-1 1 0 0,0 1-1 0 0,1-1 1 0 0,0 1-1 0 0,0-1 1 0 0,1 0-1 0 0,0 0 1 0 0,0 0-1 0 0,1 0 1 0 0,0 0-1 0 0,0-1 1 0 0,9 11-1 0 0,-10-14 3 0 0,1 0 0 0 0,0 0 0 0 0,0-1 0 0 0,1 0 0 0 0,-1 0 0 0 0,0 0 0 0 0,1 0 0 0 0,-1-1 0 0 0,1 0 0 0 0,0 0-1 0 0,6 1 1 0 0,-3-1 10 0 0,0 1 0 0 0,-1 0 0 0 0,13 5 0 0 0,-12-3-1 0 0,0 0-1 0 0,1 0 1 0 0,-1-1 0 0 0,1-1-1 0 0,14 3 1 0 0,-18-4-7 0 0,-1-1 0 0 0,0 0 0 0 0,1 0 0 0 0,-1 0 0 0 0,1 0 0 0 0,-1-1 0 0 0,0 0 0 0 0,1 0 0 0 0,-1 0 0 0 0,0 0 0 0 0,0-1 0 0 0,0 1 0 0 0,7-5 0 0 0,-9 4 2 0 0,0-1 0 0 0,0 1 0 0 0,0-1 0 0 0,-1 0 0 0 0,1 1 0 0 0,0-1 0 0 0,-1 0 0 0 0,0 0 0 0 0,0 0 0 0 0,0 0 0 0 0,0 0 0 0 0,0 0 0 0 0,-1 0 0 0 0,1 0 0 0 0,-1-1 0 0 0,0-4 0 0 0,1 2 3 0 0,-1-2-11 0 0,1-1 0 0 0,1 1 0 0 0,0 0 0 0 0,0 0 0 0 0,0 0 0 0 0,1 0 0 0 0,6-12 0 0 0,-5 12 6 0 0,-1 1-1 0 0,0-1 0 0 0,0 1 0 0 0,-1-1 1 0 0,0 0-1 0 0,0 0 0 0 0,0 0 0 0 0,-1 0 1 0 0,-1 0-1 0 0,1 0 0 0 0,-1 0 1 0 0,-1-1-1 0 0,0 1 0 0 0,0 0 0 0 0,0 0 1 0 0,-1 0-1 0 0,0 0 0 0 0,-1 1 0 0 0,-5-14 1 0 0,6 18-11 0 0,1 0 0 0 0,-1 0 0 0 0,0 0 0 0 0,0 0 0 0 0,-1 1 1 0 0,1-1-1 0 0,0 1 0 0 0,-1-1 0 0 0,0 1 0 0 0,1 0 0 0 0,-1 0 0 0 0,0 0 0 0 0,0 0 1 0 0,0 0-1 0 0,-1 1 0 0 0,1-1 0 0 0,0 1 0 0 0,-1 0 0 0 0,-4-1 0 0 0,-18-6-7 0 0,20 7 18 0 0,0-1 1 0 0,0 0-1 0 0,0 0 0 0 0,-10-6 1 0 0,10 5-18 0 0,0 0 1 0 0,0 1 0 0 0,0-1-1 0 0,0 1 1 0 0,-1 0-1 0 0,1 1 1 0 0,-1 0 0 0 0,1 0-1 0 0,-1 0 1 0 0,1 1-1 0 0,-1 0 1 0 0,0 0 0 0 0,1 1-1 0 0,-1-1 1 0 0,1 2-1 0 0,-1-1 1 0 0,1 1 0 0 0,0 0-1 0 0,-1 0 1 0 0,1 0-1 0 0,-11 7 1 0 0,16-8 4 0 0,0 0-1 0 0,-1 0 1 0 0,1 0-1 0 0,0 0 1 0 0,0 0-1 0 0,0 1 1 0 0,0-1-1 0 0,0 0 1 0 0,0 1-1 0 0,0-1 1 0 0,0 1-1 0 0,0-1 1 0 0,1 1-1 0 0,-2 2 1 0 0,-6 31-42 0 0,-1-4 13 0 0,4-19 28 0 0,0-4 1 0 0,1 1 1 0 0,1-1-1 0 0,0 1 0 0 0,0 0 1 0 0,0 0-1 0 0,1 0 0 0 0,0 1 0 0 0,1-1 1 0 0,0 11-1 0 0,1-7 3 0 0,1 0 1 0 0,0 0-1 0 0,1 0 1 0 0,0 0-1 0 0,1-1 1 0 0,1 1-1 0 0,0-1 0 0 0,0 1 1 0 0,2-1-1 0 0,6 12 1 0 0,-8-16 5 0 0,-2-5 1 0 0,-1-1 0 0 0,0 1 1 0 0,1 0-1 0 0,0-1 0 0 0,-1 1 0 0 0,1-1 0 0 0,0 0 0 0 0,0 0 0 0 0,0 0 1 0 0,1 1-1 0 0,-1-2 0 0 0,1 1 0 0 0,-1 0 0 0 0,1-1 0 0 0,4 3 0 0 0,22 11 67 0 0,-20-9-16 0 0,1-1 0 0 0,19 7-1 0 0,-26-11-43 0 0,0 0 0 0 0,0-1-1 0 0,1 1 1 0 0,-1-1 0 0 0,0 0-1 0 0,1 1 1 0 0,-1-1 0 0 0,0-1 0 0 0,1 1-1 0 0,-1 0 1 0 0,0-1 0 0 0,0 0-1 0 0,6-2 1 0 0,-7 2-10 0 0,-1 0-1 0 0,0 0 0 0 0,0-1 1 0 0,0 1-1 0 0,0 0 1 0 0,0-1-1 0 0,0 1 0 0 0,0-1 1 0 0,-1 1-1 0 0,1-1 1 0 0,0 1-1 0 0,-1-1 0 0 0,1 1 1 0 0,-1-1-1 0 0,0 0 1 0 0,1 1-1 0 0,-1-1 0 0 0,0 0 1 0 0,0-2-1 0 0,0 0 6 0 0,2-7 0 0 0,0 1 0 0 0,0 0 0 0 0,1 0 0 0 0,0 0 0 0 0,7-14 1 0 0,-6 13-6 0 0,0 0 0 0 0,-1 0 0 0 0,0 0 1 0 0,-1 0-1 0 0,0-1 0 0 0,-1 1 1 0 0,0-1-1 0 0,0 1 0 0 0,-2-14 0 0 0,-1 1 10 0 0,-1 1 0 0 0,-1-1-1 0 0,-10-32 1 0 0,-7 10-18 0 0,9 21 35 0 0,10 23-36 0 0,-1-1 0 0 0,1 0 0 0 0,-1 1 0 0 0,0 0 0 0 0,1-1 0 0 0,-1 1 0 0 0,0 0 0 0 0,-1 0 0 0 0,1 1 0 0 0,0-1 0 0 0,-5-1 0 0 0,-7-4 11 0 0,12 5-15 0 0,-1 0 1 0 0,0 0-1 0 0,-1 0 1 0 0,1 1 0 0 0,0 0-1 0 0,0 0 1 0 0,-1 0 0 0 0,1 0-1 0 0,-1 1 1 0 0,1-1 0 0 0,0 1-1 0 0,-9 1 1 0 0,11 0 0 0 0,0-1 1 0 0,0 0-1 0 0,0 1 0 0 0,0 0 0 0 0,1-1 1 0 0,-1 1-1 0 0,0 0 0 0 0,0 0 1 0 0,1 0-1 0 0,-1 0 0 0 0,0 0 1 0 0,1 0-1 0 0,-1 1 0 0 0,1-1 1 0 0,-1 0-1 0 0,1 1 0 0 0,0-1 1 0 0,0 1-1 0 0,-1 0 0 0 0,1-1 1 0 0,0 1-1 0 0,1 0 0 0 0,-1-1 1 0 0,0 1-1 0 0,0 0 0 0 0,1 0 1 0 0,-1 0-1 0 0,1 0 0 0 0,0 0 1 0 0,-1 3-1 0 0,0 2 5 0 0,0-1 0 0 0,-1 0 0 0 0,0 1 0 0 0,0-1 0 0 0,-5 8 0 0 0,4-8-7 0 0,1 1 0 0 0,-1-1 0 0 0,1 0-1 0 0,0 1 1 0 0,-1 10 0 0 0,3-6 7 0 0,0 1-1 0 0,1-1 1 0 0,0 0 0 0 0,1 0-1 0 0,0-1 1 0 0,1 1 0 0 0,0 0-1 0 0,0-1 1 0 0,2 1 0 0 0,-1-1-1 0 0,1 0 1 0 0,0-1 0 0 0,1 1-1 0 0,12 13 1 0 0,-15-19 4 0 0,1-1 0 0 0,0 0 1 0 0,0 0-1 0 0,0 0 0 0 0,0-1 0 0 0,1 1 0 0 0,-1-1 0 0 0,1 0 0 0 0,5 2 1 0 0,16 7 38 0 0,-19-7-10 0 0,0 0 1 0 0,0-1-1 0 0,0 0 1 0 0,12 4-1 0 0,-16-7-22 0 0,1 1 0 0 0,-1-1 0 0 0,0 1 0 0 0,0-1 0 0 0,0 0 0 0 0,0 0 0 0 0,1 0 0 0 0,-1-1 0 0 0,0 1 0 0 0,0-1 0 0 0,0 0 0 0 0,0 1 0 0 0,0-2 0 0 0,4 0 0 0 0,-5 0-4 0 0,1 1 0 0 0,0 0 0 0 0,-1-1 1 0 0,0 0-1 0 0,1 1 0 0 0,-1-1 1 0 0,0 0-1 0 0,0 0 0 0 0,0 0 1 0 0,0 0-1 0 0,0-1 0 0 0,-1 1 0 0 0,1-1 1 0 0,-1 1-1 0 0,1-1 0 0 0,-1 1 1 0 0,0-1-1 0 0,0 0 0 0 0,0 1 1 0 0,0-1-1 0 0,0-3 0 0 0,-1 5-6 0 0,10-49 5 0 0,-9 42-1 0 0,0 1 1 0 0,1-1-1 0 0,-1 1 0 0 0,1-1 0 0 0,1 1 1 0 0,-1 0-1 0 0,4-7 0 0 0,-2 7 0 0 0,0 0-1 0 0,-1 0 1 0 0,0 0-1 0 0,-1-1 1 0 0,0 1 0 0 0,0-1-1 0 0,-1 0 1 0 0,1 1 0 0 0,-2-1-1 0 0,1 0 1 0 0,-1 0-1 0 0,-1-13 1 0 0,-2 5 9 0 0,0-1 0 0 0,-1 1 0 0 0,-1-1 0 0 0,-11-25 0 0 0,15 40-15 0 0,0 1 0 0 0,0-1 1 0 0,0 1-1 0 0,0 0 0 0 0,0 0 0 0 0,0-1 0 0 0,0 1 0 0 0,0 0 1 0 0,0 0-1 0 0,-1 0 0 0 0,1 0 0 0 0,0 1 0 0 0,-1-1 1 0 0,1 0-1 0 0,-2 0 0 0 0,-29-10-52 0 0,0 1 45 0 0,27 7 4 0 0,0 0 1 0 0,0 1-1 0 0,0 0 1 0 0,-1 1-1 0 0,1-1 1 0 0,0 1-1 0 0,-1 0 0 0 0,0 0 1 0 0,1 0-1 0 0,-1 1 1 0 0,1 0-1 0 0,-7 1 1 0 0,3 0-4 0 0,0 1 0 0 0,0 0 0 0 0,1 1 0 0 0,-1-1 0 0 0,1 2 0 0 0,-15 7 0 0 0,21-9 6 0 0,0-1-1 0 0,0 1 0 0 0,0-1 1 0 0,0 1-1 0 0,0 0 1 0 0,1 0-1 0 0,-1-1 0 0 0,0 1 1 0 0,1 1-1 0 0,0-1 0 0 0,0 0 1 0 0,-2 4-1 0 0,-11 34-63 0 0,-1 1 18 0 0,11-33 44 0 0,1 1 0 0 0,0-1 0 0 0,0 1-1 0 0,1 0 1 0 0,0-1 0 0 0,0 1 0 0 0,1 0-1 0 0,0 0 1 0 0,1 0 0 0 0,0 0 0 0 0,0 1-1 0 0,1-1 1 0 0,0 0 0 0 0,1-1 0 0 0,0 1-1 0 0,0 0 1 0 0,1 0 0 0 0,0-1 0 0 0,0 1 0 0 0,1-1-1 0 0,0 0 1 0 0,8 10 0 0 0,-9-14 7 0 0,6 10-6 0 0,20 24 0 0 0,-25-34 12 0 0,1 1 0 0 0,-1-1-1 0 0,1 0 1 0 0,0-1 0 0 0,0 1 0 0 0,1-1-1 0 0,-1 0 1 0 0,10 4 0 0 0,-4-4 22 0 0,0 0 0 0 0,21 3 0 0 0,-24-5-22 0 0,0 0 0 0 0,0 1 0 0 0,0 0 0 0 0,-1 0 0 0 0,1 1 0 0 0,11 5 0 0 0,-13-5 3 0 0,-1 0-1 0 0,1-1 1 0 0,0 0 0 0 0,0 0-1 0 0,0 0 1 0 0,0-1 0 0 0,8 1-1 0 0,-12-1 0 0 0,1-1-1 0 0,0 0 0 0 0,-1 0 0 0 0,1 0 1 0 0,0 0-1 0 0,-1 0 0 0 0,1 0 1 0 0,-1-1-1 0 0,1 1 0 0 0,0-1 0 0 0,-1 0 1 0 0,1 0-1 0 0,-1 0 0 0 0,0 0 0 0 0,1 0 1 0 0,-1-1-1 0 0,0 1 0 0 0,0-1 0 0 0,4-2 1 0 0,-5 1-3 0 0,1 0 1 0 0,-1 0-1 0 0,1 0 0 0 0,-1 0 1 0 0,0 0-1 0 0,0 0 1 0 0,0 0-1 0 0,-1-1 1 0 0,1 1-1 0 0,-1 0 1 0 0,0-7-1 0 0,5-20 21 0 0,8 0-11 0 0,-10 24-16 0 0,0 0 0 0 0,-1 0-1 0 0,1 0 1 0 0,-1-1-1 0 0,0 1 1 0 0,-1-1-1 0 0,0 0 1 0 0,1-7-1 0 0,-2 2 6 0 0,1-1 1 0 0,-2 0-1 0 0,0 1 0 0 0,-1-1 0 0 0,0 0 0 0 0,0 1 0 0 0,-2 0 0 0 0,0 0 0 0 0,0 0 0 0 0,-1 0 0 0 0,0 0 0 0 0,-1 1 0 0 0,0 0 1 0 0,-1 0-1 0 0,-10-12 0 0 0,12 19-15 0 0,-1 0 1 0 0,1 0-1 0 0,-1 0 1 0 0,0 0-1 0 0,-1 1 1 0 0,1 0-1 0 0,-13-4 0 0 0,-11-6-70 0 0,28 12 72 0 0,0-1-1 0 0,-1 1 1 0 0,1 0-1 0 0,-1 0 1 0 0,1 0-1 0 0,-1 0 1 0 0,0 1-1 0 0,1-1 1 0 0,-1 1-1 0 0,0-1 1 0 0,0 1-1 0 0,1 0 1 0 0,-1 0-1 0 0,0 0 1 0 0,0 1-1 0 0,1-1 1 0 0,-1 1-1 0 0,0-1 1 0 0,1 1-1 0 0,-1 0 1 0 0,0 0-1 0 0,1 0 1 0 0,-1 0-1 0 0,1 0 1 0 0,0 1-1 0 0,-1-1 1 0 0,1 1-1 0 0,0 0 1 0 0,0-1-1 0 0,0 1 1 0 0,0 0-1 0 0,0 0 1 0 0,0 0-1 0 0,1 1 1 0 0,-1-1 0 0 0,1 0-1 0 0,-1 1 1 0 0,1-1-1 0 0,0 1 1 0 0,0-1-1 0 0,0 1 1 0 0,0-1-1 0 0,0 5 1 0 0,-7 27-3 0 0,6-22 0 0 0,-1 0 0 0 0,0 0 0 0 0,-1-1 0 0 0,-6 16 0 0 0,6-19 4 0 0,1 0 0 0 0,0 0 0 0 0,0 1 0 0 0,1-1 0 0 0,0 0 0 0 0,1 1 0 0 0,0-1 0 0 0,0 1 1 0 0,1 0-1 0 0,0-1 0 0 0,0 1 0 0 0,3 14 0 0 0,0-11 6 0 0,-1-1 0 0 0,2 1 0 0 0,-1-1-1 0 0,2 0 1 0 0,-1 0 0 0 0,2-1 0 0 0,-1 1 0 0 0,13 16 0 0 0,-15-23 18 0 0,1-1 0 0 0,-1 1 0 0 0,1-1 0 0 0,0 0 0 0 0,0 0 0 0 0,1 0 0 0 0,-1 0 0 0 0,9 3 0 0 0,8 5 125 0 0,-20-10-131 0 0,0 0-1 0 0,0 0 1 0 0,0-1 0 0 0,1 1 0 0 0,-1-1-1 0 0,0 1 1 0 0,0-1 0 0 0,0 0-1 0 0,0 1 1 0 0,0-1 0 0 0,1 0-1 0 0,-1 0 1 0 0,0 0 0 0 0,0 0 0 0 0,0 0-1 0 0,1 0 1 0 0,-1 0 0 0 0,0 0-1 0 0,0 0 1 0 0,0-1 0 0 0,0 1 0 0 0,1 0-1 0 0,-1-1 1 0 0,1 0 0 0 0,0 0-7 0 0,0-1 0 0 0,0 1 0 0 0,0-1 0 0 0,-1 0 0 0 0,1 1 0 0 0,-1-1 0 0 0,1 0 0 0 0,-1 0 0 0 0,0 0 0 0 0,0 0 0 0 0,2-4 0 0 0,1-2-7 0 0,-2-1 1 0 0,1 0-1 0 0,-1 1 1 0 0,0-1-1 0 0,1-14 1 0 0,-3 9 18 0 0,0 1 0 0 0,-1-1 0 0 0,0 1 1 0 0,-1-1-1 0 0,-1 1 0 0 0,0 0 0 0 0,-7-17 0 0 0,-3-1-5 0 0,-28-52-1 0 0,38 80-9 0 0,1-1-1 0 0,-1 1 0 0 0,0 0 0 0 0,0 0 1 0 0,0 1-1 0 0,0-1 0 0 0,0 0 0 0 0,-1 1 0 0 0,1 0 1 0 0,-1 0-1 0 0,1 0 0 0 0,-9-3 0 0 0,2 1-2 0 0,-1 1 1 0 0,0 0-1 0 0,-20-3 0 0 0,25 5 0 0 0,0 0 1 0 0,0-1 0 0 0,0 0-1 0 0,0 0 1 0 0,-8-4 0 0 0,10 3-16 0 0,-1 1 0 0 0,0 0-1 0 0,0 0 1 0 0,0 1 0 0 0,-1-1 0 0 0,1 1 0 0 0,0 0 0 0 0,-8 0 0 0 0,11 1 7 0 0,0-1 0 0 0,1 1 0 0 0,-1 0 0 0 0,1 0 0 0 0,-1 0 0 0 0,1 1 0 0 0,-1-1 0 0 0,1 0 0 0 0,-1 0 1 0 0,1 1-1 0 0,-1-1 0 0 0,1 1 0 0 0,-1-1 0 0 0,1 1 0 0 0,0 0 0 0 0,-1 0 0 0 0,1-1 0 0 0,0 1 0 0 0,-1 0 0 0 0,1 0 0 0 0,0 0 1 0 0,0 0-1 0 0,0 1 0 0 0,0-1 0 0 0,0 0 0 0 0,0 0 0 0 0,0 1 0 0 0,1-1 0 0 0,-1 0 0 0 0,0 1 0 0 0,0 1 0 0 0,-3 5-2 0 0,1-4 8 0 0,1 0-1 0 0,0 0 1 0 0,-1 0-1 0 0,1 1 1 0 0,1-1-1 0 0,-1 1 0 0 0,1-1 1 0 0,0 1-1 0 0,0-1 1 0 0,0 1-1 0 0,0 0 1 0 0,1 0-1 0 0,0-1 1 0 0,0 1-1 0 0,0 0 0 0 0,1 0 1 0 0,0-1-1 0 0,2 9 1 0 0,-2-7-2 0 0,2-1 1 0 0,-1 0 0 0 0,0-1 0 0 0,1 1 0 0 0,0 0-1 0 0,0-1 1 0 0,0 1 0 0 0,1-1 0 0 0,-1 0-1 0 0,1 0 1 0 0,0 0 0 0 0,1-1 0 0 0,-1 0 0 0 0,0 1-1 0 0,1-1 1 0 0,0-1 0 0 0,8 5 0 0 0,4-1 28 0 0,1 0 1 0 0,0-1 0 0 0,33 5-1 0 0,-35-7 8 0 0,21 9 42 0 0,-32-9-59 0 0,0-1 1 0 0,0 0-1 0 0,0-1 1 0 0,0 1-1 0 0,1-1 1 0 0,-1 0-1 0 0,11 1 1 0 0,-14-2-6 0 0,0 0-1 0 0,0-1 1 0 0,0 1 0 0 0,-1 0 0 0 0,1-1 0 0 0,0 1-1 0 0,0-1 1 0 0,0 1 0 0 0,0-1 0 0 0,0 0 0 0 0,-1 0-1 0 0,1 0 1 0 0,0 0 0 0 0,-1 0 0 0 0,1 0-1 0 0,-1 0 1 0 0,1-1 0 0 0,2-2 0 0 0,-2 1-4 0 0,0 0 0 0 0,0 0 0 0 0,0 0 0 0 0,-1 0 0 0 0,1-1 1 0 0,-1 1-1 0 0,0-1 0 0 0,0 1 0 0 0,1-7 0 0 0,-1 3 0 0 0,0-1 1 0 0,-1 1-1 0 0,0 0 1 0 0,0-1-1 0 0,-1 1 0 0 0,0 0 1 0 0,0 0-1 0 0,0 0 0 0 0,-1 0 1 0 0,-3-8-1 0 0,3 11-4 0 0,0 0 0 0 0,0 0-1 0 0,0 0 1 0 0,-1 0 0 0 0,1 1 0 0 0,-1-1-1 0 0,0 1 1 0 0,0-1 0 0 0,0 1 0 0 0,-1 0 0 0 0,1 0-1 0 0,-6-3 1 0 0,1 2 3 0 0,0 0 0 0 0,0 0 0 0 0,-1 1 0 0 0,0 0 0 0 0,-11-2 0 0 0,18 5-6 0 0,-8-2 2 0 0,1 0 1 0 0,1-1-1 0 0,-1 0 0 0 0,-16-8 0 0 0,20 8-10 0 0,0 0 1 0 0,-1 1-1 0 0,1 0 0 0 0,0 0 1 0 0,-1 0-1 0 0,1 1 0 0 0,-1 0 1 0 0,0 0-1 0 0,0 0 1 0 0,1 1-1 0 0,-1 0 0 0 0,-8 0 1 0 0,10 1 0 0 0,1-1 0 0 0,0 1-1 0 0,-1-1 1 0 0,1 1 0 0 0,0 0 0 0 0,0 1 0 0 0,0-1 0 0 0,0 0 0 0 0,0 1 0 0 0,0 0 0 0 0,0 0 0 0 0,0 0 0 0 0,1 0 0 0 0,-1 0 0 0 0,1 0 0 0 0,-1 1 0 0 0,1-1 0 0 0,0 1 0 0 0,0 0 0 0 0,0-1 0 0 0,0 1-1 0 0,-1 4 1 0 0,-1 1-12 0 0,0 1 0 0 0,1 0-1 0 0,0 1 1 0 0,1-1 0 0 0,-2 16-1 0 0,3-19 19 0 0,-1 0 0 0 0,1 1 0 0 0,-1-1 0 0 0,0 0 0 0 0,-6 12 0 0 0,4-12-2 0 0,2 1 0 0 0,-1-1 0 0 0,1 1 0 0 0,-4 14 0 0 0,5-10-2 0 0,0 0 0 0 0,1 0 0 0 0,0 1 0 0 0,1-1 0 0 0,0 0 0 0 0,1 0 0 0 0,0 0 0 0 0,1 0 1 0 0,0 0-1 0 0,0 0 0 0 0,1-1 0 0 0,1 1 0 0 0,7 11 0 0 0,-12-20 6 0 0,1-1 1 0 0,0 1-1 0 0,-1-1 1 0 0,1 1-1 0 0,0-1 1 0 0,0 0-1 0 0,0 0 1 0 0,0 1-1 0 0,0-1 1 0 0,0 0-1 0 0,0 0 1 0 0,0 0-1 0 0,0 0 1 0 0,1 0 0 0 0,-1 0-1 0 0,0 0 1 0 0,1-1-1 0 0,-1 1 1 0 0,1 0-1 0 0,-1-1 1 0 0,0 1-1 0 0,1-1 1 0 0,0 0-1 0 0,-1 1 1 0 0,1-1-1 0 0,-1 0 1 0 0,1 0-1 0 0,1 0 1 0 0,3 2 18 0 0,0-1 0 0 0,0 1 0 0 0,-1 0 0 0 0,1 1 0 0 0,5 3 0 0 0,-8-4-5 0 0,0 0 0 0 0,-1-1 0 0 0,1 1 0 0 0,0-1 0 0 0,0 0 0 0 0,0 1 0 0 0,0-1 0 0 0,0-1 0 0 0,0 1 0 0 0,0 0 0 0 0,0-1 0 0 0,0 1 0 0 0,0-1 0 0 0,1 0 0 0 0,-1 0 0 0 0,0-1 0 0 0,0 1 0 0 0,0 0 0 0 0,0-1 0 0 0,0 0 0 0 0,0 0 0 0 0,6-2 0 0 0,-8 2-14 0 0,0 0 0 0 0,1 0-1 0 0,-1 0 1 0 0,0 0 0 0 0,0 0 0 0 0,0 0-1 0 0,0-1 1 0 0,-1 1 0 0 0,1 0 0 0 0,0-1 0 0 0,0 1-1 0 0,-1 0 1 0 0,1-1 0 0 0,-1 1 0 0 0,1-1-1 0 0,-1 1 1 0 0,1-1 0 0 0,-1-1 0 0 0,3-35 4 0 0,-2 20 21 0 0,1 9-25 0 0,0 1 0 0 0,0 0 1 0 0,1 0-1 0 0,0 0 1 0 0,4-8-1 0 0,-2 7-7 0 0,-2 0 0 0 0,1 0 0 0 0,4-19 0 0 0,-6 14 7 0 0,-1 0 1 0 0,0 0-1 0 0,-1-1 1 0 0,0 1 0 0 0,-4-18-1 0 0,3 25 3 0 0,0-1 0 0 0,-1 1-1 0 0,0 0 1 0 0,0 0 0 0 0,0 0 0 0 0,-1 0-1 0 0,0 1 1 0 0,-1-1 0 0 0,1 1 0 0 0,-1 0-1 0 0,-10-12 1 0 0,11 16-32 0 0,0-1 1 0 0,0 1-1 0 0,-1-1 0 0 0,1 1 0 0 0,-1 1 0 0 0,1-1 1 0 0,-1 0-1 0 0,0 1 0 0 0,0 0 0 0 0,0-1 1 0 0,-7 0-1 0 0,10 3 22 0 0,0 0 0 0 0,0 0 1 0 0,0-1-1 0 0,-1 1 0 0 0,1 0 1 0 0,0 0-1 0 0,0 0 0 0 0,0 0 1 0 0,0 0-1 0 0,0 1 0 0 0,1-1 1 0 0,-1 0-1 0 0,0 0 0 0 0,1 0 1 0 0,-1 1-1 0 0,0-1 0 0 0,1 0 1 0 0,0 1-1 0 0,-1-1 0 0 0,1 1 1 0 0,0-1-1 0 0,-1 3 0 0 0,-1 32-31 0 0,3-33 35 0 0,-1 1 0 0 0,0-1-1 0 0,1 1 1 0 0,0-1 0 0 0,0 0 0 0 0,0 1 0 0 0,0-1 0 0 0,0 0 0 0 0,1 0 0 0 0,-1 0 0 0 0,1 0 0 0 0,0 0 0 0 0,0 0-1 0 0,0-1 1 0 0,0 1 0 0 0,1 0 0 0 0,-1-1 0 0 0,1 0 0 0 0,-1 1 0 0 0,1-1 0 0 0,0 0 0 0 0,0-1 0 0 0,0 1-1 0 0,0 0 1 0 0,0-1 0 0 0,0 0 0 0 0,5 2 0 0 0,37 9 29 0 0,-36-11-16 0 0,1 1 1 0 0,-1 1-1 0 0,0-1 1 0 0,11 6-1 0 0,-14-5 11 0 0,0 0 0 0 0,0-1 1 0 0,1 0-1 0 0,-1 0 0 0 0,1-1 0 0 0,-1 1 0 0 0,1-1 1 0 0,-1-1-1 0 0,1 1 0 0 0,-1-1 0 0 0,1-1 0 0 0,0 1 1 0 0,12-3-1 0 0,-18 2-31 0 0,0 1 1 0 0,0-1-1 0 0,-1 1 0 0 0,1-1 1 0 0,0 0-1 0 0,0 1 0 0 0,-1-1 1 0 0,1 0-1 0 0,0 0 1 0 0,-1 1-1 0 0,1-1 0 0 0,-1 0 1 0 0,1 0-1 0 0,-1 0 1 0 0,1 0-1 0 0,-1 0 0 0 0,0 1 1 0 0,1-1-1 0 0,-1 0 0 0 0,0 0 1 0 0,0 0-1 0 0,1 0 1 0 0,-1 0-1 0 0,0 0 0 0 0,0 0 1 0 0,0 0-1 0 0,0 0 0 0 0,-1 0 1 0 0,1 0-1 0 0,0 0 1 0 0,0 0-1 0 0,-1 0 0 0 0,1 0 1 0 0,0 0-1 0 0,-1 0 0 0 0,1 0 1 0 0,-1 0-1 0 0,0 0 1 0 0,0-3-370 0 0,-1 1 0 0 0,1 0 0 0 0,-1 0 0 0 0,0 0 0 0 0,0 0 0 0 0,0 1 0 0 0,0-1 1 0 0,0 0-1 0 0,-1 1 0 0 0,-3-4 0 0 0,-6 0-2996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54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689 32 608 0 0,'0'0'639'0'0,"0"32"4161"0"0,0-31-4765 0 0,0-1 1 0 0,0 0-1 0 0,0 0 1 0 0,-1 1-1 0 0,1-1 1 0 0,0 0-1 0 0,0 0 1 0 0,0 0-1 0 0,0 1 1 0 0,0-1-1 0 0,-1 0 1 0 0,1 0-1 0 0,0 0 1 0 0,0 1-1 0 0,0-1 1 0 0,0 0-1 0 0,-1 0 1 0 0,1 0-1 0 0,0 0 1 0 0,0 0-1 0 0,-1 1 1 0 0,1-1-1 0 0,0 0 1 0 0,0 0-1 0 0,-1 0 1 0 0,1 0-1 0 0,0 0 1 0 0,0 0-1 0 0,-1 0 1 0 0,1 0-1 0 0,0 0 1 0 0,0 0-1 0 0,-1 0 1 0 0,1 0-1 0 0,0 0 1 0 0,0 0-1 0 0,-1 0 1 0 0,1 0-1 0 0,0 0 1 0 0,0 0-1 0 0,0-1 1 0 0,-1 1-1 0 0,-9-5 859 0 0,8 1-733 0 0,-1 0 1 0 0,1 0-1 0 0,-1 0 0 0 0,1 1 1 0 0,-1-1-1 0 0,0 1 0 0 0,0 0 0 0 0,-1 0 1 0 0,1 0-1 0 0,-1 0 0 0 0,1 1 0 0 0,-1-1 1 0 0,-6-2-1 0 0,4 2-137 0 0,-1 1 1 0 0,1 0-1 0 0,-1 0 1 0 0,0 0-1 0 0,0 1 1 0 0,0 0-1 0 0,0 0 1 0 0,-8 1-1 0 0,-14 0-23 0 0,-8-1 266 0 0,-45 6-1 0 0,71-3-220 0 0,0 0 0 0 0,0 0 0 0 0,0 1 0 0 0,0 0 0 0 0,1 1 0 0 0,-1 0 0 0 0,1 1 0 0 0,-15 9 0 0 0,13-6-4 0 0,8-6-39 0 0,0 0 0 0 0,0 1 0 0 0,1 0 0 0 0,-1 0-1 0 0,1 0 1 0 0,-1 0 0 0 0,1 0 0 0 0,0 1 0 0 0,-3 4 0 0 0,-27 41 90 0 0,2 1-1 0 0,3 1 1 0 0,-41 102 0 0 0,68-149-94 0 0,-8 20-2 0 0,2-1 0 0 0,0 1 0 0 0,-3 27 1 0 0,9-43 0 0 0,-1 0-1 0 0,-1 1 1 0 0,1-1 0 0 0,-1 0 0 0 0,-8 14 0 0 0,7-15 9 0 0,1 1 0 0 0,-1 0 0 0 0,1 0 0 0 0,1 0 0 0 0,-1 0 0 0 0,0 11 0 0 0,1 0-7 0 0,1 1-1 0 0,0 0 1 0 0,2-1 0 0 0,0 1 0 0 0,2-1 0 0 0,0 1 0 0 0,1-1 0 0 0,1 0 0 0 0,0 0-1 0 0,16 33 1 0 0,-18-48-4 0 0,0 1-1 0 0,1-1 1 0 0,-1 0-1 0 0,1 0 1 0 0,0 0-1 0 0,0-1 0 0 0,1 1 1 0 0,-1-1-1 0 0,1 0 1 0 0,-1 0-1 0 0,1 0 1 0 0,0-1-1 0 0,0 0 1 0 0,9 3-1 0 0,26 14 49 0 0,-31-14-32 0 0,2 0 0 0 0,-1-1 0 0 0,0 0 0 0 0,1-1 0 0 0,0 0 0 0 0,0 0 0 0 0,17 1 0 0 0,-7-2 39 0 0,0-1-1 0 0,0-1 1 0 0,23-3 0 0 0,-39 2-40 0 0,-1 1 0 0 0,1-1 1 0 0,0 0-1 0 0,-1 0 0 0 0,1 0 0 0 0,-1-1 0 0 0,1 0 1 0 0,-1 0-1 0 0,0 0 0 0 0,8-5 0 0 0,-10 5-14 0 0,0 0-1 0 0,0 0 1 0 0,0-1 0 0 0,0 1 0 0 0,0 0-1 0 0,0-1 1 0 0,-1 0 0 0 0,0 1-1 0 0,1-1 1 0 0,-1 0 0 0 0,0 0-1 0 0,0 0 1 0 0,0 0 0 0 0,-1 0-1 0 0,1 0 1 0 0,0-6 0 0 0,0 0 1 0 0,1 0 0 0 0,-1 0 1 0 0,2 0-1 0 0,0 0 1 0 0,0 1-1 0 0,0-1 0 0 0,1 1 1 0 0,8-14-1 0 0,-8 14 7 0 0,0 0 0 0 0,-1 0 0 0 0,0 0 0 0 0,-1 0-1 0 0,0 0 1 0 0,0-1 0 0 0,0 1 0 0 0,-1 0 0 0 0,-1-1 0 0 0,0 0 0 0 0,0 1 0 0 0,0-1 0 0 0,-1 1-1 0 0,-2-9 1 0 0,1 8-14 0 0,-1 1 0 0 0,0 0 0 0 0,0 0 0 0 0,-1 1-1 0 0,0-1 1 0 0,-1 1 0 0 0,0-1 0 0 0,0 1 0 0 0,-10-11-1 0 0,15 18 12 0 0,0 0 0 0 0,0 0 0 0 0,0 1 0 0 0,-1-1-1 0 0,1 0 1 0 0,0 0 0 0 0,0 0 0 0 0,0 0-1 0 0,0 0 1 0 0,0 0 0 0 0,0 0 0 0 0,0 0 0 0 0,0 1-1 0 0,0-1 1 0 0,0 0 0 0 0,0 0 0 0 0,0 0 0 0 0,0 0-1 0 0,0 0 1 0 0,0 0 0 0 0,0 0 0 0 0,-1 0 0 0 0,1 0-1 0 0,0 0 1 0 0,0 0 0 0 0,0 0 0 0 0,0 0-1 0 0,0 1 1 0 0,0-1 0 0 0,0 0 0 0 0,0 0 0 0 0,-1 0-1 0 0,1 0 1 0 0,0 0 0 0 0,0 0 0 0 0,0 0 0 0 0,0 0-1 0 0,0 0 1 0 0,0 0 0 0 0,0 0 0 0 0,-1 0 0 0 0,1 0-1 0 0,0 0 1 0 0,0 0 0 0 0,0-1 0 0 0,0 1-1 0 0,5 12-3024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54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2681 0 0,'0'0'304'0'0,"-2"0"-352"0"0,0 0 336 0 0,1 0-184 0 0,-1 0-104 0 0,0 0-88 0 0,0 0-128 0 0,1 0-32 0 0,-1 0-945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55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55 1400 0 0,'0'0'616'0'0,"-6"-3"3214"0"0,-5-4-3203 0 0,10 6-635 0 0,1 1-1 0 0,-1-1 1 0 0,0 0-1 0 0,1 1 1 0 0,-1-1-1 0 0,0 1 0 0 0,0-1 1 0 0,0 1-1 0 0,0-1 1 0 0,1 1-1 0 0,-1 0 1 0 0,0-1-1 0 0,0 1 0 0 0,-2-1 1 0 0,-7-2 536 0 0,5 0-220 0 0,1 0-1 0 0,0-1 0 0 0,-1 0 1 0 0,2 0-1 0 0,-1 0 0 0 0,-5-8 1 0 0,11 15-183 0 0,1-1 0 0 0,0 0 0 0 0,-1 0 0 0 0,1-1 0 0 0,0 1 1 0 0,0 0-1 0 0,0-1 0 0 0,0 0 0 0 0,0 1 0 0 0,0-1 0 0 0,4 0 1 0 0,45 13 11 0 0,-49-13-81 0 0,10 2-37 0 0,39 9 391 0 0,78 9-1 0 0,-112-19-528 0 0,0-2 0 0 0,0 0 0 0 0,-1-1 0 0 0,1 0 0 0 0,0-2 0 0 0,-1 0 0 0 0,1-1 1 0 0,23-9-1 0 0,-8 1-2533 0 0,-22 7 881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00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0 1856 0 0,'0'0'203'0'0,"-29"16"607"0"0,29-16-831 0 0,-1 1 198 0 0,-1 0 1 0 0,1-1-1 0 0,0 1 0 0 0,0 0 0 0 0,0 0 0 0 0,0-1 0 0 0,0 1 1 0 0,-1-1-1 0 0,1 1 0 0 0,0-1 0 0 0,-3 1 0 0 0,2-2 16 0 0,1 1 0 0 0,0-1-1 0 0,0 1 1 0 0,-1-1 0 0 0,1 0 0 0 0,0 0-1 0 0,0 0 1 0 0,0 0 0 0 0,0 0-1 0 0,0 0 1 0 0,-2-2 0 0 0,3 3-177 0 0,-1 0 0 0 0,1 0 0 0 0,-1-1 0 0 0,1 1 0 0 0,-1 0 0 0 0,1 0 0 0 0,-1 0 0 0 0,1 0 1 0 0,-1 0-1 0 0,1 0 0 0 0,-1 0 0 0 0,1 0 0 0 0,-1 0 0 0 0,1 0 0 0 0,-1 0 0 0 0,1 0 0 0 0,-1 0 0 0 0,1 1 0 0 0,-1-1 0 0 0,1 0 0 0 0,-1 0 0 0 0,1 0 1 0 0,-1 1-1 0 0,1-1 0 0 0,-1 0 0 0 0,1 1 0 0 0,0-1 0 0 0,-1 0 0 0 0,1 1 0 0 0,0-1 0 0 0,-1 0 0 0 0,1 1 0 0 0,0-1 0 0 0,-1 1 0 0 0,1-1 0 0 0,0 1 0 0 0,-14 19 117 0 0,12-17-84 0 0,-5 8 61 0 0,0 0 0 0 0,0 1-1 0 0,1 0 1 0 0,1 0 0 0 0,0 0-1 0 0,0 1 1 0 0,2 0 0 0 0,-1 0 0 0 0,2 0-1 0 0,0 0 1 0 0,0 0 0 0 0,1 0 0 0 0,1 1-1 0 0,0-1 1 0 0,1 0 0 0 0,0 1-1 0 0,4 16 1 0 0,-4-29-86 0 0,0 1 1 0 0,-1-1-1 0 0,1 1 0 0 0,0 0 1 0 0,0-1-1 0 0,0 0 0 0 0,0 1 0 0 0,0-1 1 0 0,0 0-1 0 0,1 0 0 0 0,-1 1 0 0 0,0-1 1 0 0,1 0-1 0 0,-1 0 0 0 0,1 0 1 0 0,-1-1-1 0 0,1 1 0 0 0,-1 0 0 0 0,1 0 1 0 0,0-1-1 0 0,-1 1 0 0 0,1-1 0 0 0,0 0 1 0 0,2 1-1 0 0,-1-1 9 0 0,0 1 0 0 0,0-1 0 0 0,0 0-1 0 0,0 0 1 0 0,0 0 0 0 0,0 0 0 0 0,0-1 0 0 0,0 1 0 0 0,0-1 0 0 0,0 0-1 0 0,0 0 1 0 0,-1 0 0 0 0,6-2 0 0 0,-5 1-12 0 0,-1 0 0 0 0,0 0 0 0 0,0-1 0 0 0,0 1 0 0 0,-1 0 0 0 0,1-1 0 0 0,0 1 0 0 0,-1-1-1 0 0,1 1 1 0 0,-1-1 0 0 0,0 0 0 0 0,0 1 0 0 0,0-1 0 0 0,0 0 0 0 0,0-5 0 0 0,9-22 140 0 0,-6 23-133 0 0,-1 1-1 0 0,0-1 1 0 0,-1 0-1 0 0,1 0 1 0 0,1-14-1 0 0,-3 18-29 0 0,0 0 0 0 0,-1 1-1 0 0,0-1 1 0 0,1 0 0 0 0,-1 0 0 0 0,0 1 0 0 0,-1-1-1 0 0,1 0 1 0 0,0 0 0 0 0,-1 1 0 0 0,1-1-1 0 0,-1 0 1 0 0,0 1 0 0 0,0-1 0 0 0,0 0 0 0 0,0 1-1 0 0,-1 0 1 0 0,-2-5 0 0 0,1 4 16 0 0,0 1 1 0 0,-1-1-1 0 0,0 1 1 0 0,1-1 0 0 0,-1 1-1 0 0,0 0 1 0 0,0 0-1 0 0,-1 1 1 0 0,1-1-1 0 0,0 1 1 0 0,0 0-1 0 0,-1 0 1 0 0,1 0-1 0 0,0 1 1 0 0,-1 0-1 0 0,1-1 1 0 0,-1 2 0 0 0,1-1-1 0 0,-1 0 1 0 0,1 1-1 0 0,0 0 1 0 0,-1 0-1 0 0,1 0 1 0 0,0 0-1 0 0,0 1 1 0 0,0 0-1 0 0,0 0 1 0 0,0 0 0 0 0,0 0-1 0 0,-4 4 1 0 0,6-3-16 0 0,0-1 0 0 0,0 1 0 0 0,0 0 0 0 0,0 0 0 0 0,1 0 0 0 0,-1 0 1 0 0,1 0-1 0 0,0 0 0 0 0,0 1 0 0 0,0-1 0 0 0,0 0 0 0 0,0 6 0 0 0,0-4 6 0 0,0 0-1 0 0,0 0 1 0 0,0-1 0 0 0,-1 1-1 0 0,-2 5 1 0 0,1-5-7 0 0,0 1 0 0 0,0 0 0 0 0,1 0 0 0 0,-1 0 0 0 0,2 0 0 0 0,-1 1 0 0 0,1-1 0 0 0,0 0 0 0 0,0 1 0 0 0,0-1 0 0 0,1 1 0 0 0,0-1 0 0 0,2 13 1 0 0,0-6 13 0 0,1 0 0 0 0,1 0 0 0 0,0 0 0 0 0,1 0 0 0 0,9 18 0 0 0,-13-30-1 0 0,1 0 1 0 0,-1 1-1 0 0,1-1 1 0 0,0 0-1 0 0,-1 0 1 0 0,1 1-1 0 0,0-1 1 0 0,0-1-1 0 0,0 1 1 0 0,0 0-1 0 0,0 0 1 0 0,0-1-1 0 0,0 1 1 0 0,0-1-1 0 0,4 1 1 0 0,13 4 47 0 0,-5 2-31 0 0,-7-3-19 0 0,0-1 1 0 0,0 0-1 0 0,0 0 1 0 0,1 0-1 0 0,-1-1 1 0 0,1 0-1 0 0,-1 0 0 0 0,1-1 1 0 0,11 0-1 0 0,-12-1 3 0 0,0 0 0 0 0,1 0 0 0 0,-1-1 0 0 0,0-1 0 0 0,0 1 0 0 0,0-1 0 0 0,0 0 0 0 0,0-1 0 0 0,12-5 0 0 0,-16 6-9 0 0,1-1 0 0 0,-1 1 0 0 0,0 0 0 0 0,1-1 0 0 0,-1 0 0 0 0,0 0 0 0 0,-1 0 0 0 0,1 0 0 0 0,-1 0 0 0 0,1-1 0 0 0,-1 1 0 0 0,0-1 0 0 0,0 1 0 0 0,0-1 0 0 0,-1 0 1 0 0,1 0-1 0 0,-1 0 0 0 0,1-5 0 0 0,0 1 7 0 0,0 1 0 0 0,1 0 0 0 0,0 0 0 0 0,6-11-1 0 0,-5 11 0 0 0,-1 0 0 0 0,0 0-1 0 0,0 0 1 0 0,0 0-1 0 0,1-9 1 0 0,-3 7-1 0 0,0 0-1 0 0,0 0 1 0 0,-1 0 0 0 0,0 0-1 0 0,-1 0 1 0 0,0-1 0 0 0,0 1-1 0 0,-1 0 1 0 0,0 0 0 0 0,-1 1-1 0 0,0-1 1 0 0,0 0-1 0 0,-1 1 1 0 0,-5-10 0 0 0,7 16-6 0 0,1-1 1 0 0,0 1-1 0 0,-1-1 1 0 0,1 1 0 0 0,-1 0-1 0 0,0 0 1 0 0,0 0-1 0 0,0 0 1 0 0,0 0-1 0 0,0 0 1 0 0,0 1-1 0 0,0-1 1 0 0,-1 1 0 0 0,1-1-1 0 0,-1 1 1 0 0,1 0-1 0 0,-1 0 1 0 0,1 0-1 0 0,-5-1 1 0 0,4 1-9 0 0,-31-11 4 0 0,20 8 5 0 0,0-1 0 0 0,1 0 0 0 0,-15-9-1 0 0,22 11 0 0 0,-1 0 1 0 0,1 0-1 0 0,0 0 0 0 0,-1 1 0 0 0,0 0 0 0 0,1 1 0 0 0,-1-1 0 0 0,0 1 0 0 0,0 1 0 0 0,0-1 0 0 0,0 1 0 0 0,0 0 0 0 0,0 1 0 0 0,0 0 0 0 0,0 0 0 0 0,1 0 0 0 0,-1 1 0 0 0,0 0 0 0 0,1 0 0 0 0,-1 1 0 0 0,1 0 0 0 0,-12 6 0 0 0,17-7-6 0 0,-1-1-1 0 0,0 0 1 0 0,1 1 0 0 0,-1 0-1 0 0,1-1 1 0 0,0 1-1 0 0,-1 0 1 0 0,1 0-1 0 0,0-1 1 0 0,0 1 0 0 0,0 0-1 0 0,0 0 1 0 0,1 0-1 0 0,-2 4 1 0 0,-4 34-4 0 0,6-33 18 0 0,-1-1 1 0 0,0 1 0 0 0,-3 13-1 0 0,-8 7-9 0 0,9-20-6 0 0,0 0 1 0 0,0 0-1 0 0,0 0 0 0 0,1 0 0 0 0,0 1 1 0 0,-2 13-1 0 0,3-9 13 0 0,1-1 0 0 0,0 1 0 0 0,0 0-1 0 0,2 0 1 0 0,-1 0 0 0 0,1 0 0 0 0,1-1-1 0 0,0 1 1 0 0,1-1 0 0 0,0 0 0 0 0,1 0 0 0 0,9 17-1 0 0,-5-11 3 0 0,-8-15-4 0 0,0 0 1 0 0,0 0-1 0 0,0 0 1 0 0,0 0 0 0 0,0 0-1 0 0,0 0 1 0 0,1-1-1 0 0,-1 1 1 0 0,1 0-1 0 0,-1-1 1 0 0,1 1 0 0 0,0-1-1 0 0,3 3 1 0 0,8 2 8 0 0,0 0 0 0 0,0-1 0 0 0,1-1 0 0 0,-1 0 0 0 0,1-1 0 0 0,0 0 0 0 0,0-1 0 0 0,17 0 0 0 0,-23-1-15 0 0,-1 1 0 0 0,0 0 0 0 0,0 0 0 0 0,13 5 0 0 0,-14-4 3 0 0,0-1-1 0 0,0 1 1 0 0,0-1-1 0 0,1-1 1 0 0,-1 1 0 0 0,1-1-1 0 0,8 0 1 0 0,-6-1 11 0 0,-1 0 1 0 0,1-1-1 0 0,0 0 1 0 0,-1-1-1 0 0,1 1 1 0 0,-1-2-1 0 0,0 1 0 0 0,1-1 1 0 0,-1-1-1 0 0,-1 1 1 0 0,12-7-1 0 0,-1-1 12 0 0,-16 10-17 0 0,1-1 0 0 0,0 1-1 0 0,0-1 1 0 0,-1 1 0 0 0,1-1 0 0 0,-1 0 0 0 0,1 0 0 0 0,-1 0-1 0 0,0 0 1 0 0,0-1 0 0 0,0 1 0 0 0,0 0 0 0 0,0-1 0 0 0,0 0-1 0 0,-1 1 1 0 0,1-1 0 0 0,-1 0 0 0 0,0 0 0 0 0,0 0 0 0 0,0 0-1 0 0,1-5 1 0 0,-2 6-4 0 0,1-5 9 0 0,0-1 0 0 0,1 2-1 0 0,0-1 1 0 0,0 0-1 0 0,0 0 1 0 0,1 1-1 0 0,4-8 1 0 0,-4 8-14 0 0,0 0 1 0 0,0 0-1 0 0,0-1 1 0 0,-1 1 0 0 0,0 0-1 0 0,0-1 1 0 0,-1 0 0 0 0,0 1-1 0 0,0-1 1 0 0,0 0-1 0 0,-1 0 1 0 0,0 1 0 0 0,0-1-1 0 0,-1 0 1 0 0,0 0-1 0 0,0 1 1 0 0,0-1 0 0 0,-1 1-1 0 0,0-1 1 0 0,-1 1-1 0 0,1-1 1 0 0,-1 1 0 0 0,0 0-1 0 0,-1 0 1 0 0,1 1-1 0 0,-1-1 1 0 0,0 1 0 0 0,-1 0-1 0 0,1 0 1 0 0,-1 0 0 0 0,0 0-1 0 0,0 1 1 0 0,-1 0-1 0 0,-10-7 1 0 0,-23-4 13 0 0,-6-3 3 0 0,37 13-20 0 0,-1 1-1 0 0,1 1 1 0 0,-1-1 0 0 0,1 1 0 0 0,-1 1 0 0 0,0 0 0 0 0,0 0 0 0 0,0 1 0 0 0,0 0 0 0 0,0 0 0 0 0,0 1 0 0 0,-1 0-1 0 0,1 1 1 0 0,0 0 0 0 0,0 0 0 0 0,0 1 0 0 0,0 0 0 0 0,0 1 0 0 0,1 0 0 0 0,-1 0 0 0 0,-13 8 0 0 0,18-8 1 0 0,0 0 1 0 0,0 0-1 0 0,1 0 1 0 0,-1 0 0 0 0,1 1-1 0 0,0-1 1 0 0,0 1-1 0 0,0 0 1 0 0,0-1 0 0 0,1 2-1 0 0,0-1 1 0 0,-1 0-1 0 0,2 0 1 0 0,-1 1 0 0 0,0-1-1 0 0,1 1 1 0 0,0-1-1 0 0,-1 9 1 0 0,1-9 3 0 0,-1 1 0 0 0,1-1 0 0 0,-1 0 0 0 0,0 0 0 0 0,0 0 0 0 0,-3 6 1 0 0,2-6-11 0 0,1 0 1 0 0,0 0 0 0 0,0 0 0 0 0,0 0 0 0 0,0 1 0 0 0,-1 7 0 0 0,2-5 6 0 0,0 0 0 0 0,1 0-1 0 0,0 0 1 0 0,0-1 0 0 0,1 1-1 0 0,0 0 1 0 0,0 0 0 0 0,0 0-1 0 0,1-1 1 0 0,4 10 0 0 0,-5-12 8 0 0,1 0-1 0 0,0 0 1 0 0,0 0 0 0 0,1-1-1 0 0,-1 1 1 0 0,1 0 0 0 0,-1-1 0 0 0,1 0-1 0 0,0 0 1 0 0,1 0 0 0 0,-1 0 0 0 0,0 0-1 0 0,1-1 1 0 0,0 1 0 0 0,-1-1 0 0 0,1 0-1 0 0,5 2 1 0 0,38 8 65 0 0,-37-10-60 0 0,0 1 0 0 0,0 0 0 0 0,0 0 0 0 0,16 8 0 0 0,-18-8-5 0 0,0 1 1 0 0,0-1-1 0 0,1-1 1 0 0,-1 1-1 0 0,1-1 0 0 0,0-1 1 0 0,0 0-1 0 0,-1 0 1 0 0,1-1-1 0 0,0 0 1 0 0,0 0-1 0 0,0-1 0 0 0,0 0 1 0 0,-1-1-1 0 0,1 0 1 0 0,-1 0-1 0 0,15-6 0 0 0,-21 6-2 0 0,0 1-1 0 0,1-1 0 0 0,-1 1 0 0 0,0-1 1 0 0,0 0-1 0 0,0 0 0 0 0,-1 0 0 0 0,1 0 1 0 0,0 0-1 0 0,-1 0 0 0 0,1-1 0 0 0,-1 1 0 0 0,0-1 1 0 0,0 1-1 0 0,0-1 0 0 0,0 1 0 0 0,0-1 1 0 0,-1 1-1 0 0,1-4 0 0 0,10-22-13 0 0,-8 20 11 0 0,0 1 0 0 0,0-1 0 0 0,0 0 0 0 0,-1 0 0 0 0,0 0 0 0 0,-1 0 0 0 0,0-1 0 0 0,0 1-1 0 0,-1 0 1 0 0,0-1 0 0 0,0 1 0 0 0,-1 0 0 0 0,0 0 0 0 0,0-1 0 0 0,-1 1 0 0 0,0 0 0 0 0,-1 0-1 0 0,0 0 1 0 0,0 1 0 0 0,0-1 0 0 0,-1 1 0 0 0,0 0 0 0 0,-1 0 0 0 0,1 0 0 0 0,-2 0 0 0 0,1 1 0 0 0,-1 0-1 0 0,1 0 1 0 0,-2 0 0 0 0,1 1 0 0 0,-1 0 0 0 0,1 0 0 0 0,-1 1 0 0 0,-1-1 0 0 0,1 2 0 0 0,0-1 0 0 0,-10-2-1 0 0,-3 0-5 0 0,9 4 9 0 0,0-1 0 0 0,1-1-1 0 0,-14-5 1 0 0,18 6-9 0 0,1 1-1 0 0,-1 0 1 0 0,0 0-1 0 0,0 1 1 0 0,0-1-1 0 0,0 1 1 0 0,0 1 0 0 0,0-1-1 0 0,0 1 1 0 0,0 0-1 0 0,0 0 1 0 0,0 1-1 0 0,0 0 1 0 0,0 0-1 0 0,-8 3 1 0 0,3-1 8 0 0,0 1-1 0 0,0 1 1 0 0,1 0-1 0 0,0 0 1 0 0,0 1-1 0 0,0 0 1 0 0,-10 9-1 0 0,15-10 0 0 0,1-1 0 0 0,0 1 0 0 0,0 0 0 0 0,0 1 0 0 0,-4 8 0 0 0,6-12-13 0 0,1 1 0 0 0,-1 0 0 0 0,1 0 0 0 0,0 0 0 0 0,0 0 0 0 0,0 0 0 0 0,0 1 0 0 0,0-1 0 0 0,0 0 0 0 0,1 0 0 0 0,0 1 0 0 0,0 4 0 0 0,0-6-109 0 0,1 0 1 0 0,0-1-1 0 0,0 1 0 0 0,0-1 0 0 0,0 0 0 0 0,0 1 0 0 0,1-1 0 0 0,-1 0 0 0 0,0 1 0 0 0,0-1 1 0 0,1 0-1 0 0,-1 0 0 0 0,1 0 0 0 0,-1 0 0 0 0,1-1 0 0 0,-1 1 0 0 0,1 0 0 0 0,0 0 0 0 0,1 0 1 0 0,-1-1-79 0 0,8 4-2459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3:54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41 1488 0 0,'0'0'1651'0'0,"19"4"-961"0"0,-10-5-691 0 0,0 0-1 0 0,0-1 1 0 0,0 1 0 0 0,10-5 0 0 0,-2 1 352 0 0,0-1 1444 0 0,-14 5-1708 0 0,-1 0 1 0 0,0 0-1 0 0,1 1 0 0 0,-1-1 1 0 0,1 0-1 0 0,-1 1 1 0 0,6-1-1 0 0,-8 1-107 0 0,0-1-52 0 0,0 1 78 0 0,0-1-1 0 0,0 1 0 0 0,0-1 1 0 0,0 0-1 0 0,0 1 1 0 0,0-1-1 0 0,0 0 0 0 0,0 1 1 0 0,0-1-1 0 0,-1 1 1 0 0,1-1-1 0 0,0 0 0 0 0,0 1 1 0 0,-1-1-1 0 0,1 1 1 0 0,0-1-1 0 0,-1 1 0 0 0,1-1 1 0 0,-1 1-1 0 0,1-1 1 0 0,-1 1-1 0 0,1-1 0 0 0,-1 1 1 0 0,1 0-1 0 0,-1-1 1 0 0,1 1-1 0 0,-2-1 0 0 0,1 1 18 0 0,1 0-1 0 0,-1 0 1 0 0,0 0-1 0 0,0 0 0 0 0,0 0 1 0 0,0 0-1 0 0,0 0 0 0 0,1 1 1 0 0,-1-1-1 0 0,0 0 0 0 0,0 0 1 0 0,0 1-1 0 0,1-1 0 0 0,-1 0 1 0 0,0 1-1 0 0,0-1 0 0 0,1 1 1 0 0,-1-1-1 0 0,0 1 1 0 0,1 0-1 0 0,-1-1 0 0 0,0 2 1 0 0,0-2-22 0 0,1 1 1 0 0,0 0 0 0 0,-1-1 0 0 0,1 1 0 0 0,0 0 0 0 0,-1 0 0 0 0,1 0 0 0 0,0-1 0 0 0,0 1-1 0 0,0 0 1 0 0,0 0 0 0 0,0 0 0 0 0,0 0 0 0 0,0-1 0 0 0,0 1 0 0 0,0 0 0 0 0,0 0 0 0 0,1 1-1 0 0,-1-2 9 0 0,0 1 0 0 0,1-1 0 0 0,-1 0 0 0 0,0 1-1 0 0,0-1 1 0 0,0 1 0 0 0,0-1 0 0 0,0 0 0 0 0,1 1 0 0 0,-1-1-1 0 0,0 0 1 0 0,0 1 0 0 0,0-1 0 0 0,0 1 0 0 0,0-1-1 0 0,0 0 1 0 0,0 1 0 0 0,0-1 0 0 0,-1 0 0 0 0,1 1-1 0 0,0-1 1 0 0,0 1 0 0 0,0-1 0 0 0,0 0 0 0 0,0 1-1 0 0,0-1 1 0 0,-1 0 0 0 0,1 1 0 0 0,0-1 0 0 0,0 0 0 0 0,-1 1-1 0 0,1-1 1 0 0,0 0 0 0 0,0 0 0 0 0,-1 1 0 0 0,1-1-1 0 0,0 0 1 0 0,-1 0 0 0 0,1 0 0 0 0,0 1 0 0 0,-1-1-1 0 0,1 0 1 0 0,-1 0 0 0 0,1 0 0 0 0,0 0 0 0 0,-1 0 0 0 0,0 0-1 0 0,1 0 34 0 0,-5 1-4 0 0,-1-1 836 0 0,10 8-438 0 0,-3-7-422 0 0,0 0 0 0 0,0-1 0 0 0,0 1 0 0 0,0 0 0 0 0,0 0 0 0 0,0-1 0 0 0,0 1 1 0 0,1-1-1 0 0,-1 1 0 0 0,0-1 0 0 0,0 0 0 0 0,0 1 0 0 0,1-1 0 0 0,-1 0 0 0 0,0 0 0 0 0,0 0 0 0 0,1 0 0 0 0,-1 0 0 0 0,0 0 0 0 0,0 0 0 0 0,1 0 0 0 0,-1 0 1 0 0,0 0-1 0 0,0-1 0 0 0,0 1 0 0 0,1-1 0 0 0,-1 1 0 0 0,0-1 0 0 0,2 0 0 0 0,-3 1 3 0 0,0 0 0 0 0,0-1 1 0 0,0 1-1 0 0,0 0 0 0 0,0 0 0 0 0,1 0 0 0 0,-1 0 1 0 0,0 0-1 0 0,0 0 0 0 0,0 0 0 0 0,0 0 0 0 0,0-1 0 0 0,0 1 1 0 0,0 0-1 0 0,1 0 0 0 0,-1 0 0 0 0,0 0 0 0 0,0 0 0 0 0,0-1 1 0 0,0 1-1 0 0,0 0 0 0 0,0 0 0 0 0,0 0 0 0 0,0 0 1 0 0,0 0-1 0 0,0-1 0 0 0,0 1 0 0 0,0 0 0 0 0,0 0 0 0 0,0 0 1 0 0,0 0-1 0 0,0-1 0 0 0,0 1 0 0 0,0 0 0 0 0,0 0 1 0 0,0 0-1 0 0,0 0 0 0 0,0 0 0 0 0,0-1 0 0 0,-1 1 0 0 0,1 0 1 0 0,0 0-1 0 0,0 0 0 0 0,0 0 0 0 0,0 0 0 0 0,0 0 1 0 0,0-1-1 0 0,-1 1 0 0 0,-10-1 227 0 0,9 1-243 0 0,-1 0 1 0 0,1 1-1 0 0,0-1 1 0 0,0 1-1 0 0,0 0 1 0 0,-1-1-1 0 0,1 1 1 0 0,0 0-1 0 0,0 0 1 0 0,0 0-1 0 0,-3 3 1 0 0,-22 22 74 0 0,21-22-78 0 0,6-4 4 0 0,-1 1 1 0 0,1-1 0 0 0,-1 0-1 0 0,1 1 1 0 0,-1-1-1 0 0,1 1 1 0 0,0-1 0 0 0,-1 1-1 0 0,1-1 1 0 0,-1 1-1 0 0,1-1 1 0 0,0 1-1 0 0,0-1 1 0 0,-1 1 0 0 0,1-1-1 0 0,0 1 1 0 0,0 0-1 0 0,0-1 1 0 0,0 1 0 0 0,-1-1-1 0 0,1 1 1 0 0,0 0-1 0 0,0-1 1 0 0,0 1-1 0 0,1 0 1 0 0,-6 13 153 0 0,4-12-151 0 0,0 0 1 0 0,0 0 0 0 0,0 0 0 0 0,0 0-1 0 0,0 0 1 0 0,1 1 0 0 0,-1-1 0 0 0,1 0-1 0 0,0 2 1 0 0,-16 857 482 0 0,16-680-469 0 0,2-107 12 0 0,-11 107-1 0 0,-26-15 84 0 0,7-42-32 0 0,18-73-136 0 0,2-13-237 0 0,2-1 1 0 0,-3 60-1 0 0,9-116-2647 0 0,0-21 756 0 0,0 15 403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3:55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0 4121 0 0,'0'0'796'0'0,"-12"9"-162"0"0,-4 38-22 0 0,3 1 0 0 0,2 0 0 0 0,-8 73 1 0 0,0-3 318 0 0,5-34-745 0 0,4 1-1 0 0,4 0 0 0 0,3 1 1 0 0,4-1-1 0 0,4 0 0 0 0,26 142 1 0 0,-14-137-96 0 0,39 228 470 0 0,-46-236-292 0 0,-1 156-1 0 0,-11-208-176 0 0,-1 0 0 0 0,-1 0-1 0 0,-14 49 1 0 0,18-79-52 0 0,-10 24-716 0 0,10-23 637 0 0,0-1 0 0 0,0 0 0 0 0,0 0 0 0 0,-1 0-1 0 0,1 1 1 0 0,0-1 0 0 0,0 0 0 0 0,0 0 0 0 0,0 0 0 0 0,-1 0 0 0 0,1 0-1 0 0,0 1 1 0 0,0-1 0 0 0,-1 0 0 0 0,1 0 0 0 0,0 0 0 0 0,0 0 0 0 0,0 0 0 0 0,-1 0-1 0 0,1 0 1 0 0,0 0 0 0 0,0 0 0 0 0,-1 0 0 0 0,1 0 0 0 0,0 0 0 0 0,0 0 0 0 0,-1 0-1 0 0,1 0 1 0 0,0 0 0 0 0,0 0 0 0 0,-1 0 0 0 0,1 0 0 0 0,-10-14-1377 0 0,-7-42-1038 0 0,10 22 97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3:57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0 6153 0 0,'-1'0'2029'0'0,"-12"4"-1612"0"0,8 220-718 0 0,0-111 1353 0 0,7 203 100 0 0,0 150-573 0 0,-4-69-128 0 0,18-162-368 0 0,-14-208-52 0 0,2 18 99 0 0,-2 0-1 0 0,-7 70 1 0 0,-2-76 48 0 0,-2-1 0 0 0,-19 54 0 0 0,13-48-142 0 0,-10 55 0 0 0,23-85-8 0 0,1-1-1 0 0,0 19 0 0 0,1-24-57 0 0,1-7 30 0 0,-1 0-1 0 0,1 0 0 0 0,0 0 0 0 0,-1 0 0 0 0,1 0 1 0 0,0 0-1 0 0,0 0 0 0 0,0 0 0 0 0,0 0 1 0 0,-1 0-1 0 0,1 0 0 0 0,0 0 0 0 0,1 0 0 0 0,-1-1 1 0 0,0 1-1 0 0,0 0 0 0 0,0-1 0 0 0,0 1 1 0 0,1-1-1 0 0,-1 1 0 0 0,0-1 0 0 0,0 0 0 0 0,3 1 1 0 0,-4-1 5 0 0,7-7-463 0 0,-6 6 415 0 0,0 1 0 0 0,0 0 0 0 0,-1-1 0 0 0,1 1 0 0 0,0-1 0 0 0,0 0 0 0 0,-1 1 0 0 0,1-1 0 0 0,0 0 0 0 0,-1 1 0 0 0,1-1 0 0 0,0 0 0 0 0,-1 0 0 0 0,1 1 0 0 0,-1-1 0 0 0,1 0-1 0 0,-1 0 1 0 0,0 0 0 0 0,1 0 0 0 0,-1 0 0 0 0,0 0 0 0 0,0 1 0 0 0,1-3 0 0 0,-5-88-7 0 0,2-42-153 0 0,3 123 238 0 0,0 0 3 0 0,0-1 0 0 0,-1 1 1 0 0,0 0-1 0 0,-3-17 0 0 0,3 26-22 0 0,-1 0 0 0 0,1-1-1 0 0,-1 1 1 0 0,0 0-1 0 0,0-1 1 0 0,0 1-1 0 0,1 0 1 0 0,-1 0 0 0 0,0 0-1 0 0,0 0 1 0 0,-1 0-1 0 0,1 0 1 0 0,0 0-1 0 0,0 0 1 0 0,0 0 0 0 0,-1 0-1 0 0,1 1 1 0 0,0-1-1 0 0,-1 1 1 0 0,1-1-1 0 0,0 1 1 0 0,-1-1 0 0 0,1 1-1 0 0,-1 0 1 0 0,1-1-1 0 0,-1 1 1 0 0,1 0-1 0 0,-1 0 1 0 0,1 0 0 0 0,-1 0-1 0 0,1 1 1 0 0,-1-1-1 0 0,1 0 1 0 0,-1 0 0 0 0,1 1-1 0 0,0-1 1 0 0,-1 1-1 0 0,1 0 1 0 0,-1-1-1 0 0,1 1 1 0 0,0 0 0 0 0,0 0-1 0 0,0 0 1 0 0,-1 0-1 0 0,1 0 1 0 0,0 0-1 0 0,0 0 1 0 0,0 0 0 0 0,0 0-1 0 0,0 0 1 0 0,1 0-1 0 0,-1 1 1 0 0,0-1-1 0 0,1 0 1 0 0,-2 3 0 0 0,-12 42 136 0 0,2 1 1 0 0,1 0-1 0 0,3 0 1 0 0,-3 75-1 0 0,10-116-138 0 0,0-1-1 0 0,-1 1 1 0 0,0 0-1 0 0,0 0 1 0 0,0-1-1 0 0,0 1 1 0 0,-5 5 0 0 0,4-5-7 0 0,1-1 0 0 0,-1 1 0 0 0,1 0 1 0 0,-1 0-1 0 0,2 0 0 0 0,-1 0 1 0 0,-1 7-1 0 0,3-8 8 0 0,-1 0-1 0 0,1 0 0 0 0,0 1 1 0 0,1-1-1 0 0,-1 0 1 0 0,1 0-1 0 0,0 0 1 0 0,2 8-1 0 0,-2-12-5 0 0,0 1-1 0 0,0-1 1 0 0,0 1 0 0 0,0 0-1 0 0,0-1 1 0 0,0 0 0 0 0,0 1-1 0 0,0-1 1 0 0,1 0 0 0 0,-1 1-1 0 0,0-1 1 0 0,1 0-1 0 0,-1 0 1 0 0,1 0 0 0 0,0 0-1 0 0,-1-1 1 0 0,1 1 0 0 0,0 0-1 0 0,-1-1 1 0 0,1 1 0 0 0,0-1-1 0 0,0 1 1 0 0,0-1 0 0 0,-1 0-1 0 0,1 0 1 0 0,0 0 0 0 0,2 0-1 0 0,-1 0-4 0 0,0 0 0 0 0,0 0-1 0 0,0 0 1 0 0,0-1 0 0 0,0 1-1 0 0,-1-1 1 0 0,1 0 0 0 0,0 1-1 0 0,0-1 1 0 0,-1 0 0 0 0,1-1 0 0 0,0 1-1 0 0,-1 0 1 0 0,0-1 0 0 0,1 0-1 0 0,-1 1 1 0 0,4-4 0 0 0,-3 1 3 0 0,-1 0-1 0 0,1 0 1 0 0,-1 0 0 0 0,1 0 0 0 0,-1-1 0 0 0,0 1-1 0 0,-1-1 1 0 0,1 1 0 0 0,1-8 0 0 0,-1 5-1 0 0,1 0 0 0 0,0 1 1 0 0,0-1-1 0 0,7-10 0 0 0,-5 10 10 0 0,-1 0-1 0 0,0-1 1 0 0,5-14-1 0 0,-7 13-9 0 0,0 1-1 0 0,0-1 0 0 0,-1 1 1 0 0,0-1-1 0 0,-1 1 0 0 0,0-1 1 0 0,0 1-1 0 0,-1-1 0 0 0,0 0 1 0 0,-1 1-1 0 0,0 0 0 0 0,0-1 1 0 0,-1 1-1 0 0,-4-11 0 0 0,5 16 3 0 0,0 0-1 0 0,0 0 1 0 0,0 1-1 0 0,0-1 0 0 0,-1 1 1 0 0,1-1-1 0 0,-1 1 1 0 0,0 0-1 0 0,0 0 1 0 0,1 0-1 0 0,-6-2 1 0 0,-36-18 1 0 0,40 21-5 0 0,0-1 1 0 0,-1 1-1 0 0,1-1 0 0 0,0 1 0 0 0,-1 1 1 0 0,1-1-1 0 0,0 1 0 0 0,-1-1 1 0 0,1 1-1 0 0,-1 0 0 0 0,-7 2 1 0 0,10-2-3 0 0,0 1 0 0 0,0 0 0 0 0,0-1 0 0 0,0 1 0 0 0,0 0 0 0 0,0 0 0 0 0,0 0 0 0 0,0 0 0 0 0,1 1 0 0 0,-1-1 0 0 0,0 0 0 0 0,1 1 0 0 0,-1-1 1 0 0,1 1-1 0 0,-1 0 0 0 0,1-1 0 0 0,0 1 0 0 0,0 0 0 0 0,0 0 0 0 0,0 0 0 0 0,0 0 0 0 0,0 0 0 0 0,0 0 0 0 0,1 0 0 0 0,-1 3 0 0 0,-2 6-4 0 0,1-2 0 0 0,-1 1 0 0 0,-1 0 0 0 0,0-1 0 0 0,-6 12 0 0 0,7-14 5 0 0,0 0 0 0 0,0 0 0 0 0,1 1 0 0 0,0-1 0 0 0,0 0 0 0 0,0 1 0 0 0,1 0 0 0 0,0-1 0 0 0,1 1 0 0 0,0 0 0 0 0,0 0-1 0 0,1-1 1 0 0,2 16 0 0 0,0-10 6 0 0,1 1-1 0 0,0-1 0 0 0,1 0 0 0 0,0 0 0 0 0,1-1 1 0 0,0 0-1 0 0,8 12 0 0 0,-10-19-2 0 0,-1-1-1 0 0,1 1 1 0 0,0-1-1 0 0,0 0 1 0 0,0 0-1 0 0,0-1 1 0 0,1 1 0 0 0,0-1-1 0 0,0 0 1 0 0,-1 0-1 0 0,2-1 1 0 0,-1 1-1 0 0,0-1 1 0 0,0 0 0 0 0,1-1-1 0 0,8 2 1 0 0,-6 0 3 0 0,1 0 0 0 0,-1 0 1 0 0,10 6-1 0 0,-12-6 3 0 0,-1 0 0 0 0,1 0 0 0 0,-1-1-1 0 0,1 0 1 0 0,0 0 0 0 0,0-1 0 0 0,0 1 0 0 0,0-1 0 0 0,9 0 0 0 0,-13-1 4 0 0,0 0-1 0 0,0 0 1 0 0,1 0 0 0 0,-1 0 0 0 0,0 0-1 0 0,0-1 1 0 0,0 1 0 0 0,0-1 0 0 0,0 0 0 0 0,0 1-1 0 0,0-1 1 0 0,0 0 0 0 0,0 0 0 0 0,0 0 0 0 0,0-1-1 0 0,-1 1 1 0 0,3-2 0 0 0,-2 0 4 0 0,0 1 0 0 0,0-1 0 0 0,0 0 0 0 0,-1 0 0 0 0,1 0 0 0 0,-1 0 0 0 0,0 0 0 0 0,0-1 0 0 0,0 1 0 0 0,1-6 0 0 0,-1-1-11 0 0,0 0 1 0 0,-1 0-1 0 0,1 0 1 0 0,-2 0 0 0 0,0 0-1 0 0,0 0 1 0 0,-1-1-1 0 0,0 2 1 0 0,-1-1-1 0 0,0 0 1 0 0,0 0-1 0 0,-1 1 1 0 0,0 0 0 0 0,-1 0-1 0 0,0 0 1 0 0,0 0-1 0 0,-8-8 1 0 0,10 12-5 0 0,-1 1 0 0 0,1 0 0 0 0,-1 0 1 0 0,0 0-1 0 0,0 0 0 0 0,0 0 0 0 0,0 1 0 0 0,-1 0 1 0 0,-8-5-1 0 0,-63-30-40 0 0,74 37 33 0 0,0 0 0 0 0,-1 0 0 0 0,1 0 0 0 0,0 0 0 0 0,-1 0 0 0 0,1 1 0 0 0,-1-1 0 0 0,1 1 0 0 0,-1 0 0 0 0,1 0 0 0 0,-1-1 0 0 0,1 2 0 0 0,-1-1-1 0 0,1 0 1 0 0,-1 0 0 0 0,1 1 0 0 0,-1 0 0 0 0,1-1 0 0 0,0 1 0 0 0,-3 1 0 0 0,2 0-2 0 0,0 0 0 0 0,1 0-1 0 0,0 0 1 0 0,-1 0 0 0 0,1 0-1 0 0,0 1 1 0 0,0-1 0 0 0,0 0 0 0 0,0 1-1 0 0,1 0 1 0 0,-1-1 0 0 0,1 1-1 0 0,0 0 1 0 0,-2 4 0 0 0,1-2-3 0 0,1 1 0 0 0,-1-1 0 0 0,1 1 0 0 0,0-1 0 0 0,0 1-1 0 0,1 0 1 0 0,0-1 0 0 0,0 1 0 0 0,0 0 0 0 0,1 0 0 0 0,0-1 0 0 0,0 1 0 0 0,0-1 0 0 0,0 1 0 0 0,1-1 0 0 0,0 1 0 0 0,4 6-1 0 0,-3-8 5 0 0,1-1 0 0 0,-1 0-1 0 0,0 0 1 0 0,1 0-1 0 0,0-1 1 0 0,0 1 0 0 0,0-1-1 0 0,0 0 1 0 0,0 0-1 0 0,7 2 1 0 0,45 14 68 0 0,-37-14-51 0 0,-14-3-7 0 0,-1 0-1 0 0,1 0 1 0 0,-1 0 0 0 0,1 1-1 0 0,-1-1 1 0 0,5 4-1 0 0,0-1 4 0 0,0 0 0 0 0,-1 0 0 0 0,1-1 1 0 0,1 0-1 0 0,-1-1 0 0 0,0 0 0 0 0,1 0 0 0 0,14 0 0 0 0,-16-1 7 0 0,-1-1 0 0 0,1-1 0 0 0,0 1 0 0 0,-1-1 0 0 0,1 0 1 0 0,-1-1-1 0 0,1 0 0 0 0,-1 0 0 0 0,0 0 0 0 0,0-1 0 0 0,8-4 1 0 0,-13 5-12 0 0,0 0 0 0 0,0 0 1 0 0,0 0-1 0 0,0 0 1 0 0,0 0-1 0 0,-1 0 0 0 0,1-1 1 0 0,-1 1-1 0 0,1 0 1 0 0,-1-1-1 0 0,0 0 1 0 0,0 1-1 0 0,0-1 0 0 0,0 0 1 0 0,0-3-1 0 0,1-2 3 0 0,-1 1 0 0 0,0-1 0 0 0,0 0-1 0 0,-1-9 1 0 0,-1 8-5 0 0,-1 1 0 0 0,1 0 0 0 0,-2-1 0 0 0,1 1 0 0 0,-1 0 0 0 0,0 1-1 0 0,-1-1 1 0 0,0 0 0 0 0,0 1 0 0 0,0 0 0 0 0,-6-7 0 0 0,0 4-8 0 0,-1 1 0 0 0,1 0 0 0 0,-1 0-1 0 0,-1 1 1 0 0,0 1 0 0 0,0 0 0 0 0,0 0 0 0 0,-1 1 0 0 0,0 1 0 0 0,-26-8 0 0 0,30 11-2 0 0,0-2 0 0 0,0 1 0 0 0,-10-7 1 0 0,13 6 0 0 0,0 1 1 0 0,0 0-1 0 0,-1 0 1 0 0,1 1 0 0 0,0 0-1 0 0,-1 0 1 0 0,0 0-1 0 0,-8 0 1 0 0,10 2 1 0 0,1-1 0 0 0,0 1 1 0 0,-1 0-1 0 0,1 1 0 0 0,-1-1 0 0 0,1 1 0 0 0,0 0 1 0 0,0 0-1 0 0,-1 0 0 0 0,1 1 0 0 0,0 0 0 0 0,0-1 1 0 0,-6 5-1 0 0,6-3 0 0 0,0 1 0 0 0,0-1 0 0 0,1 1 0 0 0,0 0-1 0 0,-1 0 1 0 0,2 0 0 0 0,-1 0 0 0 0,0 0 0 0 0,1 1 0 0 0,0 0 0 0 0,-3 6 0 0 0,-1 8-19 0 0,-8 39 1 0 0,12-44 10 0 0,-1 0 1 0 0,-1 0 0 0 0,0-1 0 0 0,-1 1 0 0 0,-7 14 0 0 0,9-22 13 0 0,0-1-1 0 0,1 1 1 0 0,-1 0 0 0 0,1 0 0 0 0,0 0-1 0 0,1 0 1 0 0,-1 0 0 0 0,1 1-1 0 0,1-1 1 0 0,-1 0 0 0 0,1 1 0 0 0,0-1-1 0 0,0 0 1 0 0,1 1 0 0 0,0-1 0 0 0,0 0-1 0 0,1 0 1 0 0,-1 0 0 0 0,1 0-1 0 0,5 11 1 0 0,-5-15-3 0 0,-1-1 0 0 0,1 1-1 0 0,-1 0 1 0 0,1-1 0 0 0,0 1-1 0 0,0-1 1 0 0,0 1 0 0 0,0-1-1 0 0,0 0 1 0 0,0 0 0 0 0,0 0 0 0 0,0 0-1 0 0,0 0 1 0 0,0 0 0 0 0,4 0-1 0 0,37 7 70 0 0,-39-7-66 0 0,0-1 5 0 0,1 1 0 0 0,-1 1 0 0 0,0-1 0 0 0,0 1 1 0 0,-1 0-1 0 0,8 3 0 0 0,-8-2 5 0 0,0-1-1 0 0,1-1 1 0 0,-1 1 0 0 0,1 0 0 0 0,-1-1-1 0 0,1 0 1 0 0,0 0 0 0 0,-1 0 0 0 0,1 0 0 0 0,5 0-1 0 0,-8-1-10 0 0,1 0-1 0 0,0 0 0 0 0,-1 0 0 0 0,1 0 1 0 0,-1-1-1 0 0,1 1 0 0 0,-1 0 0 0 0,1 0 1 0 0,-1-1-1 0 0,1 1 0 0 0,-1-1 0 0 0,1 0 1 0 0,-1 1-1 0 0,1-1 0 0 0,-1 0 0 0 0,0 0 1 0 0,1 0-1 0 0,-1 0 0 0 0,0 0 0 0 0,0 0 1 0 0,0 0-1 0 0,0 0 0 0 0,0-1 0 0 0,0 1 1 0 0,0 0-1 0 0,0-1 0 0 0,-1 1 0 0 0,1-1 1 0 0,0 1-1 0 0,-1 0 0 0 0,1-1 1 0 0,-1 1-1 0 0,1-1 0 0 0,-1-2 0 0 0,2-1-3 0 0,-1-1 0 0 0,0 0 0 0 0,-1 1 0 0 0,1-1 0 0 0,-1 0 0 0 0,0 0 0 0 0,-1 0 0 0 0,1 0 0 0 0,-1 1 0 0 0,0-1 0 0 0,0 0 0 0 0,-1 1 0 0 0,0-1 0 0 0,-5-9 0 0 0,-2-4-4 0 0,-1 1 0 0 0,-22-30 0 0 0,20 29-4 0 0,9 15 3 0 0,1-1 0 0 0,-1 1 0 0 0,0 0 0 0 0,0 0 0 0 0,0 0 0 0 0,-1 0 0 0 0,1 1-1 0 0,-1-1 1 0 0,0 1 0 0 0,0 0 0 0 0,0 0 0 0 0,0 0 0 0 0,-10-4 0 0 0,12 6-17 0 0,0 0 1 0 0,0 1 0 0 0,0-1-1 0 0,0 0 1 0 0,0 1-1 0 0,0-1 1 0 0,0 1-1 0 0,0 0 1 0 0,-1 0-1 0 0,-3 0 1 0 0,5 0 18 0 0,0 1-1 0 0,1-1 1 0 0,-1 1 0 0 0,0 0 0 0 0,0-1-1 0 0,0 1 1 0 0,0 0 0 0 0,1 0 0 0 0,-1 0-1 0 0,0 0 1 0 0,1 0 0 0 0,-1-1 0 0 0,0 1-1 0 0,1 0 1 0 0,0 0 0 0 0,-1 1 0 0 0,1-1-1 0 0,-1 0 1 0 0,1 0 0 0 0,0 0 0 0 0,0 0-1 0 0,0 2 1 0 0,-2 7 2 0 0,1 0 1 0 0,0 1-1 0 0,0-1 0 0 0,2 1 1 0 0,-1-1-1 0 0,1 1 0 0 0,1-1 1 0 0,0 0-1 0 0,0 0 0 0 0,1 0 1 0 0,0 0-1 0 0,1 0 0 0 0,0 0 1 0 0,0-1-1 0 0,8 12 0 0 0,-9-16 10 0 0,-1-1-1 0 0,1 0 0 0 0,0 1 0 0 0,0-1 0 0 0,0-1 0 0 0,0 1 0 0 0,1 0 0 0 0,0-1 0 0 0,0 1 0 0 0,0-1 0 0 0,0 0 0 0 0,0-1 0 0 0,0 1 0 0 0,1-1 0 0 0,-1 0 0 0 0,6 2 0 0 0,4 1 12 0 0,-1 0-1 0 0,19 4 0 0 0,-24-7-5 0 0,-1 0 0 0 0,1 0-1 0 0,-1 1 1 0 0,13 7 0 0 0,-16-8-6 0 0,-1 0 0 0 0,1 0 1 0 0,1 0-1 0 0,-1 0 0 0 0,0 0 1 0 0,0-1-1 0 0,0 0 0 0 0,1 0 1 0 0,-1 0-1 0 0,1 0 0 0 0,-1-1 1 0 0,1 0-1 0 0,-1 1 0 0 0,1-2 1 0 0,-1 1-1 0 0,1-1 0 0 0,-1 1 1 0 0,7-3-1 0 0,-9 3-4 0 0,-1-1-1 0 0,0 1 1 0 0,1-1-1 0 0,-1 1 1 0 0,1-1 0 0 0,-1 0-1 0 0,0 0 1 0 0,0 1-1 0 0,1-1 1 0 0,-1 0 0 0 0,0 0-1 0 0,0 0 1 0 0,0 0 0 0 0,0 0-1 0 0,0-1 1 0 0,0 1-1 0 0,0 0 1 0 0,0 0 0 0 0,-1-1-1 0 0,1 1 1 0 0,0 0-1 0 0,-1-1 1 0 0,1 1 0 0 0,-1-1-1 0 0,1 1 1 0 0,-1-1 0 0 0,0-2-1 0 0,7-19-13 0 0,-7 23 12 0 0,4-8 10 0 0,0 1 0 0 0,-1-1 0 0 0,0 0 0 0 0,0 0 1 0 0,-1-1-1 0 0,0 1 0 0 0,0 0 0 0 0,-1-1 0 0 0,0 1 0 0 0,-1-14 0 0 0,-1 12-11 0 0,0-1-1 0 0,-1 0 1 0 0,-1 1-1 0 0,1-1 1 0 0,-2 1 0 0 0,0 0-1 0 0,-9-19 1 0 0,9 23 0 0 0,1 0 1 0 0,-1 1-1 0 0,0 0 0 0 0,0-1 1 0 0,0 1-1 0 0,-1 1 0 0 0,0-1 1 0 0,0 1-1 0 0,0 0 0 0 0,0 0 1 0 0,-1 0-1 0 0,1 1 1 0 0,-13-6-1 0 0,-14-4 9 0 0,13 5-25 0 0,1 1 0 0 0,-23-5 0 0 0,34 10-9 0 0,0 0-1 0 0,0 0 1 0 0,-11-7-1 0 0,13 7 5 0 0,0 0 0 0 0,1 0 0 0 0,-1 0 0 0 0,0 0 0 0 0,0 1 0 0 0,0-1 1 0 0,0 1-1 0 0,0 0 0 0 0,-6 0 0 0 0,10 3 17 0 0,-1-1 0 0 0,0 0 0 0 0,1 1 1 0 0,-1-1-1 0 0,1 1 0 0 0,0 0 0 0 0,-1-1 0 0 0,1 1 1 0 0,0 0-1 0 0,0 0 0 0 0,0 0 0 0 0,0 0 0 0 0,1-1 1 0 0,-1 1-1 0 0,0 3 0 0 0,0-3 3 0 0,-3 9-1 0 0,1 0 0 0 0,0 1 0 0 0,0-1 0 0 0,2 1 0 0 0,-1 0 0 0 0,1-1 0 0 0,1 1 0 0 0,1 17 0 0 0,1-13 3 0 0,0 1 0 0 0,1-1 0 0 0,1 1-1 0 0,1-1 1 0 0,8 21 0 0 0,-10-32 16 0 0,-1 0 0 0 0,1 0 0 0 0,0-1 0 0 0,0 1 0 0 0,1-1 0 0 0,-1 0 0 0 0,1 0 1 0 0,0 0-1 0 0,0-1 0 0 0,6 5 0 0 0,-9-7-7 0 0,1 0-1 0 0,0 1 1 0 0,0-1 0 0 0,0 0 0 0 0,0 0 0 0 0,0 0 0 0 0,0 0 0 0 0,0 0 0 0 0,1-1-1 0 0,-1 1 1 0 0,0-1 0 0 0,0 1 0 0 0,1-1 0 0 0,-1 0 0 0 0,0 0 0 0 0,1 0 0 0 0,-1 0-1 0 0,0 0 1 0 0,0-1 0 0 0,1 1 0 0 0,-1-1 0 0 0,0 1 0 0 0,0-1 0 0 0,0 0 0 0 0,0 0-1 0 0,3-1 1 0 0,-3-2-13 0 0,0 1 0 0 0,0 0-1 0 0,-1-1 1 0 0,1 1 0 0 0,-1-1 0 0 0,0 1-1 0 0,0-1 1 0 0,-1 1 0 0 0,1-1-1 0 0,-1 0 1 0 0,1 0 0 0 0,-1-4 0 0 0,1-4 6 0 0,0 4 5 0 0,0-1 0 0 0,1 1 0 0 0,0-1 0 0 0,0 1 0 0 0,1 0 0 0 0,4-9 0 0 0,-4 11-4 0 0,0 1-1 0 0,-1-1 0 0 0,0 0 1 0 0,0 0-1 0 0,0 0 1 0 0,-1 0-1 0 0,1 0 1 0 0,-2 0-1 0 0,1-1 0 0 0,-1 1 1 0 0,0 0-1 0 0,0 0 1 0 0,0-1-1 0 0,-1 1 0 0 0,-2-9 1 0 0,2 13 12 0 0,-1 0 0 0 0,1 1-1 0 0,0-1 1 0 0,0 1 0 0 0,-1-1 0 0 0,1 1 0 0 0,-1 0 0 0 0,1 0 0 0 0,-1-1-1 0 0,0 1 1 0 0,1 0 0 0 0,-1 0 0 0 0,0 1 0 0 0,0-1 0 0 0,0 0 0 0 0,-2 0-1 0 0,3 1-207 0 0,0-1-1 0 0,-1 0 0 0 0,1 1 0 0 0,0 0 0 0 0,0-1 1 0 0,-1 1-1 0 0,1 0 0 0 0,-1 0 0 0 0,1 0 1 0 0,0 0-1 0 0,-1 0 0 0 0,1 0 0 0 0,0 0 0 0 0,-1 0 1 0 0,1 0-1 0 0,0 1 0 0 0,-1-1 0 0 0,1 1 1 0 0,0-1-1 0 0,0 1 0 0 0,-1-1 0 0 0,1 1 0 0 0,-2 1 1 0 0,1 2-2521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14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1152 0 0,'0'0'744'0'0,"1"0"-1504"0"0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14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1096 0 0,'0'0'920'0'0,"-2"0"-872"0"0,1 0 0 0 0,-1 0-48 0 0,0 0 16 0 0,1 0-48 0 0,-1 0-392 0 0,0 0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16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118 520 280 0 0,'0'0'411'0'0,"-33"0"2467"0"0,33 0-2849 0 0,0 0-1 0 0,-1 0 1 0 0,1 0 0 0 0,0 0 0 0 0,0 0-1 0 0,-1 0 1 0 0,1 0 0 0 0,0 0-1 0 0,-1 0 1 0 0,1 0 0 0 0,0-1 0 0 0,-1 1-1 0 0,1 0 1 0 0,0 0 0 0 0,0 0 0 0 0,-1 0-1 0 0,1 0 1 0 0,0-1 0 0 0,0 1 0 0 0,-1 0-1 0 0,1 0 1 0 0,0-1 0 0 0,0 1 0 0 0,-1 0-1 0 0,1 0 1 0 0,0-1 0 0 0,0 1 0 0 0,0 0-1 0 0,0 0 1 0 0,0-1 0 0 0,-1 1 0 0 0,1 0-1 0 0,0-1 1 0 0,0 1 0 0 0,0 0 0 0 0,0 0-1 0 0,0-1 1 0 0,0 0 0 0 0,4-15 352 0 0,14-15-67 0 0,-16 25-189 0 0,0 0 1 0 0,-1 0-1 0 0,1 0 0 0 0,-1 0 1 0 0,-1 0-1 0 0,1 0 0 0 0,-1 0 1 0 0,0 0-1 0 0,-1 0 0 0 0,0-9 0 0 0,-1-9 71 0 0,-6-80 325 0 0,7 99-474 0 0,-9-118 542 0 0,11 119-560 0 0,-1 0 0 0 0,0-1 1 0 0,0 1-1 0 0,-1 0 0 0 0,1-1 0 0 0,-1 1 0 0 0,0 0 0 0 0,0-1 0 0 0,0 1 0 0 0,-1 0 0 0 0,1 0 0 0 0,-1 0 0 0 0,0 0 0 0 0,0 0 0 0 0,-1 1 0 0 0,1-1 0 0 0,-5-4 0 0 0,5 5 12 0 0,1 1-1 0 0,0 0 0 0 0,0 0 0 0 0,0-1 1 0 0,1 1-1 0 0,-1 0 0 0 0,0-1 1 0 0,1 1-1 0 0,-1-1 0 0 0,1 1 1 0 0,0-1-1 0 0,0 1 0 0 0,0-1 1 0 0,0 1-1 0 0,1-5 0 0 0,0-5 1022 0 0,-1 36-315 0 0,-13 145-159 0 0,0 1-386 0 0,-1 427 312 0 0,15-476-539 0 0,-8 369 469 0 0,0 60 22 0 0,28-380-337 0 0,-8-86-29 0 0,-6-4 25 0 0,-4 120 0 0 0,-4-106-34 0 0,0-89-81 0 0,1 0 0 0 0,-1 0 0 0 0,0 0 0 0 0,-1 0 0 0 0,-2 8 0 0 0,2-8-3 0 0,1 0 1 0 0,-1-1-1 0 0,1 1 0 0 0,0 0 1 0 0,-1 9-1 0 0,-1 49-1752 0 0,3-65 974 0 0,2 1-635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18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0 549 3857 0 0,'0'0'1644'0'0,"9"-16"-5871"0"0,-6 10 4613 0 0,1 1 0 0 0,-2-1 0 0 0,1 0 1 0 0,-1-1-1 0 0,1 1 0 0 0,-2 0 0 0 0,1 0 1 0 0,-1-1-1 0 0,0 1 0 0 0,0-1 0 0 0,-1 0 1 0 0,0 1-1 0 0,-1-11 0 0 0,1 12-534 0 0,-1-83 906 0 0,1-73 796 0 0,10 61-386 0 0,-10 91-995 0 0,1 0 1 0 0,0 0 0 0 0,5-15-1 0 0,-6 24-168 0 0,6-30 1128 0 0,-1 46-857 0 0,0 15-85 0 0,2 60-1 0 0,-2-18 65 0 0,12 498 384 0 0,-17-467-643 0 0,0 11 78 0 0,-2 221 41 0 0,-20-2 172 0 0,19-307-304 0 0,-1-2 129 0 0,1 27 0 0 0,3-52-143 0 0,20 0-2134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19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6 160 400 0 0,'0'0'77'0'0,"2"-10"202"0"0,4-10-747 0 0,-3 13 1066 0 0,-1-1-1 0 0,1 0 1 0 0,-1 0-1 0 0,-1 0 0 0 0,0-1 1 0 0,0 1-1 0 0,0 0 1 0 0,-1 0-1 0 0,-2-13 1 0 0,-7-1 550 0 0,9 21-1065 0 0,-1 0-1 0 0,1 0 0 0 0,-1 0 1 0 0,1 0-1 0 0,-1 0 0 0 0,1 0 1 0 0,-1 1-1 0 0,0-1 0 0 0,0 0 1 0 0,0 0-1 0 0,1 1 0 0 0,-1-1 1 0 0,0 0-1 0 0,0 1 0 0 0,0-1 1 0 0,0 1-1 0 0,0-1 0 0 0,0 1 1 0 0,-2-1 295 0 0,9 37 76 0 0,-1-7-195 0 0,11 369 694 0 0,-26 1-374 0 0,2-142-438 0 0,8-245-133 0 0,-9 528 636 0 0,9-456-395 0 0,4 0 0 0 0,3 0 0 0 0,25 119 0 0 0,-13-126-183 0 0,17 154-1 0 0,-34-149 126 0 0,-3-1 1 0 0,-15 101 0 0 0,-8-18-35 0 0,22-135-97 0 0,2 49 0 0 0,2-27-41 0 0,-2-48-17 0 0,1 1 1 0 0,0 0 0 0 0,0 0-1 0 0,0-1 1 0 0,1 1 0 0 0,-1-1-1 0 0,1 1 1 0 0,0-1 0 0 0,0 0-1 0 0,0 0 1 0 0,0 0 0 0 0,3 4-1 0 0,10 15-22 0 0,-14-2-153 0 0,-2-12-3344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20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1 840 0 0,'0'0'56'0'0,"-2"0"136"0"0,1 0-224 0 0,-1 0-112 0 0,0 0-64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22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0 840 0 0,'-28'4'2727'0'0,"18"1"-2351"0"0,7-5-196 0 0,0 1 0 0 0,1 1-1 0 0,-1-1 1 0 0,1 0 0 0 0,-1 0 0 0 0,1 1 0 0 0,0-1-1 0 0,0 1 1 0 0,-1 0 0 0 0,1 0 0 0 0,0 0-1 0 0,1 0 1 0 0,-1 0 0 0 0,0 0 0 0 0,0 0 0 0 0,1 1-1 0 0,0-1 1 0 0,-2 4 0 0 0,-4 9 53 0 0,5-13-12 0 0,1 0 0 0 0,0 0 0 0 0,1 0 0 0 0,-1 0 0 0 0,0 0 0 0 0,0 0 0 0 0,1 0 0 0 0,-1 0 0 0 0,1 0 0 0 0,0 0 0 0 0,0 4 0 0 0,0-5-164 0 0,-1 0 1 0 0,2 0 0 0 0,-1 1 0 0 0,0-1 0 0 0,0 0 0 0 0,0 1 0 0 0,1-1 0 0 0,-1 0 0 0 0,0 0 0 0 0,1 1 0 0 0,-1-1 0 0 0,1 0-1 0 0,0 0 1 0 0,-1 0 0 0 0,1 0 0 0 0,0 0 0 0 0,0 0 0 0 0,0 0 0 0 0,0 0 0 0 0,-1 0 0 0 0,1 0 0 0 0,1 0 0 0 0,-1 0 0 0 0,0-1-1 0 0,0 1 1 0 0,0 0 0 0 0,0-1 0 0 0,0 1 0 0 0,1-1 0 0 0,-1 1 0 0 0,0-1 0 0 0,0 0 0 0 0,3 1 0 0 0,4 0 198 0 0,1-1 0 0 0,-1 0-1 0 0,0 0 1 0 0,14-2 0 0 0,5 0-129 0 0,-20 3-89 0 0,-1 0 0 0 0,1 0 0 0 0,-1 1 0 0 0,0 0 0 0 0,0 0 0 0 0,0 1 0 0 0,0 0 0 0 0,0 0 0 0 0,-1 0 0 0 0,1 1 0 0 0,4 4 0 0 0,-2-2 80 0 0,1-1 1 0 0,0 0-1 0 0,17 7 0 0 0,-5-5-31 0 0,0-1 0 0 0,1-1 0 0 0,-1-1 0 0 0,1-1 0 0 0,0-1 0 0 0,0-1 0 0 0,1-1 0 0 0,-1-1 0 0 0,0-1 0 0 0,41-9 0 0 0,-3-2-94 0 0,-29 7 31 0 0,-1-2 0 0 0,40-14 0 0 0,-53 14 3 0 0,1 0-1 0 0,1 2 1 0 0,-1 0 0 0 0,1 2-1 0 0,-1 0 1 0 0,1 0 0 0 0,21 1-1 0 0,-37 3-13 0 0,-1 0-1 0 0,0 0 1 0 0,1 0-1 0 0,-1 1 1 0 0,1 0-1 0 0,-1-1 1 0 0,0 1-1 0 0,1 0 0 0 0,-1 0 1 0 0,0 0-1 0 0,0 0 1 0 0,0 1-1 0 0,0-1 1 0 0,0 1-1 0 0,0-1 1 0 0,0 1-1 0 0,0-1 0 0 0,-1 1 1 0 0,1 0-1 0 0,2 4 1 0 0,-1-2 1 0 0,1 0 0 0 0,0 0 0 0 0,0-1 0 0 0,0 1 1 0 0,1-1-1 0 0,-1 0 0 0 0,1 0 0 0 0,0 0 0 0 0,0-1 0 0 0,-1 1 0 0 0,2-1 1 0 0,6 2-1 0 0,-5-3-18 0 0,1 0 0 0 0,0-1 0 0 0,-1 0 0 0 0,13-1 0 0 0,3 0 78 0 0,-22 2-73 0 0,0 0 0 0 0,0 0 0 0 0,0 0 0 0 0,-1 0 0 0 0,1 0-1 0 0,0 0 1 0 0,-1 0 0 0 0,1 0 0 0 0,-1 0 0 0 0,1 0-1 0 0,-1 0 1 0 0,0 0 0 0 0,1 1 0 0 0,-1-1 0 0 0,0 0 0 0 0,0 0-1 0 0,0 0 1 0 0,0 1 0 0 0,0-1 0 0 0,0 0 0 0 0,0 0-1 0 0,-1 3 1 0 0,-1 30 35 0 0,-9 13-48 0 0,5-26 7 0 0,2 0 0 0 0,0 0 0 0 0,-1 31 0 0 0,-2 245 40 0 0,3-170-35 0 0,5-69-10 0 0,10 70 0 0 0,1 18 31 0 0,-9-48-27 0 0,-3 177 62 0 0,-12-110-70 0 0,10-121-27 0 0,-5 110 73 0 0,7-145-51 0 0,-1 24 6 0 0,1-32-17 0 0,0 0 1 0 0,0 1 0 0 0,-1-1 0 0 0,1 0 0 0 0,0 0-1 0 0,-1 1 1 0 0,1-1 0 0 0,-1 0 0 0 0,0 0 0 0 0,1 0-1 0 0,-1 1 1 0 0,0-1 0 0 0,0 0 0 0 0,1 0 0 0 0,-1 0-1 0 0,0 0 1 0 0,0-1 0 0 0,0 1 0 0 0,-2 1 0 0 0,3-1-11 0 0,-1-1 0 0 0,1 0 0 0 0,0 0 0 0 0,-1 0 0 0 0,1 0 0 0 0,-1 0 0 0 0,1 0 0 0 0,0 0 0 0 0,-1 1 0 0 0,1-1 0 0 0,0 0 0 0 0,-1 0 0 0 0,1 0 1 0 0,0-1-1 0 0,-1 1 0 0 0,1 0 0 0 0,-1 0 0 0 0,1 0 0 0 0,0 0 0 0 0,-1 0 0 0 0,1 0 0 0 0,0 0 0 0 0,-1-1 0 0 0,1 1 0 0 0,0 0 0 0 0,-1 0 0 0 0,1 0 0 0 0,0-1 0 0 0,0 1 0 0 0,-1 0 0 0 0,1 0 1 0 0,0-1-1 0 0,0 1 0 0 0,-1 0 0 0 0,1-1 0 0 0,0 1 0 0 0,0 0 0 0 0,0-1 0 0 0,0 1 0 0 0,-1 0 0 0 0,1-1 0 0 0,-4-17-810 0 0,3 14 721 0 0,-2-25-2324 0 0,-2-37 0 0 0,5 24-552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23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64 1384 0 0,'0'0'640'0'0,"-28"-2"2645"0"0,21 0-2873 0 0,-1 0-1 0 0,1-1 1 0 0,-1 0-1 0 0,1-1 1 0 0,0 1-1 0 0,0-2 1 0 0,1 1-1 0 0,-1-1 0 0 0,1 0 1 0 0,-9-8-1 0 0,1 0 345 0 0,13 14-704 0 0,1 0 0 0 0,0-1 0 0 0,0 1 0 0 0,0 0 0 0 0,0-1-1 0 0,0 1 1 0 0,0 0 0 0 0,0-1 0 0 0,0 1 0 0 0,1 0 0 0 0,-1-1 0 0 0,0 1-1 0 0,0-1 1 0 0,0 1 0 0 0,1 0 0 0 0,-1-1 0 0 0,0 1 0 0 0,1-1-1 0 0,-1 1 1 0 0,1-1 0 0 0,-1 1 0 0 0,1 0 0 0 0,10 18 93 0 0,0 0 0 0 0,1-1 0 0 0,1 0 0 0 0,1-2 0 0 0,1 1 0 0 0,0-2 0 0 0,1 0 0 0 0,33 25 0 0 0,-37-29-98 0 0,-1 0 0 0 0,-1 1-1 0 0,1 0 1 0 0,-2 1-1 0 0,0 0 1 0 0,11 21-1 0 0,-17-29-17 0 0,12 19 258 0 0,-2-1 1 0 0,18 46-1 0 0,-18-50-189 0 0,-12-18-79 0 0,0 0 0 0 0,0-1-1 0 0,0 1 1 0 0,-1 0 0 0 0,1 0-1 0 0,0 0 1 0 0,0 0 0 0 0,-1-1-1 0 0,1 1 1 0 0,-1 0 0 0 0,1 0-1 0 0,-1 0 1 0 0,1 0 0 0 0,-1 0-1 0 0,0 1 1 0 0,1-1 0 0 0,-1 0-1 0 0,0 0 1 0 0,0 0 0 0 0,0 0-1 0 0,0 0 1 0 0,0 0 0 0 0,0 0-1 0 0,0 0 1 0 0,0 0 0 0 0,0 1-1 0 0,0-1 1 0 0,-1 0 0 0 0,1 0-1 0 0,0 0 1 0 0,-1 0 0 0 0,1 0 0 0 0,-1 0-1 0 0,1 0 1 0 0,-1 0 0 0 0,-1 1-1 0 0,-4 6-22 0 0,0-1 1 0 0,-1 0-1 0 0,0 0 0 0 0,-1 0 0 0 0,-12 8 0 0 0,12-9 13 0 0,-1 0 0 0 0,1 1 0 0 0,1 0 0 0 0,-1 0 0 0 0,-8 12 0 0 0,-22 29 2 0 0,-6 7-63 0 0,20-22-104 0 0,13-21-3006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25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2040 0 0,'0'0'399'0'0,"0"29"-1227"0"0,0-26 1172 0 0,-1 0 1 0 0,1 0-1 0 0,-1 0 1 0 0,1 0-1 0 0,-1-1 1 0 0,0 1-1 0 0,0 0 1 0 0,-1 0-1 0 0,1-1 0 0 0,0 1 1 0 0,-1-1-1 0 0,-2 4 1 0 0,-10 20 198 0 0,8-10 307 0 0,4-13-616 0 0,1-1 0 0 0,0 1 0 0 0,0 0 0 0 0,0 0 0 0 0,1 0-1 0 0,-1 0 1 0 0,1 0 0 0 0,-1 0 0 0 0,1 3 0 0 0,0-5-186 0 0,0 0 0 0 0,0 0 1 0 0,0-1-1 0 0,0 1 0 0 0,0 0 0 0 0,0 0 1 0 0,0 0-1 0 0,0 0 0 0 0,0-1 0 0 0,0 1 1 0 0,1 0-1 0 0,-1 0 0 0 0,0-1 0 0 0,0 1 1 0 0,1 0-1 0 0,-1 0 0 0 0,1-1 0 0 0,-1 1 1 0 0,1 0-1 0 0,-1-1 0 0 0,1 1 0 0 0,-1-1 1 0 0,1 1-1 0 0,-1 0 0 0 0,1-1 1 0 0,0 0-1 0 0,-1 1 0 0 0,1-1 0 0 0,0 1 1 0 0,2 0-3 0 0,0-1 0 0 0,0 0 0 0 0,0 0 1 0 0,0 0-1 0 0,1 0 0 0 0,-1 0 0 0 0,5-1 0 0 0,92-22 377 0 0,-76 16-261 0 0,0 1-1 0 0,0 1 0 0 0,0 1 1 0 0,32-1-1 0 0,279 14 419 0 0,-325-9-557 0 0,1 0 0 0 0,-1 0 0 0 0,0-1 0 0 0,0 0 0 0 0,0-1 0 0 0,0 0-1 0 0,0-1 1 0 0,0 0 0 0 0,0 0 0 0 0,-1-1 0 0 0,10-5 0 0 0,-12 5-22 0 0,-3 1 4 0 0,2 0-1 0 0,-1 0 1 0 0,0 1-1 0 0,1-1 1 0 0,-1 1-1 0 0,1 0 1 0 0,-1 1-1 0 0,1-1 1 0 0,0 1-1 0 0,6 0 1 0 0,31-1-125 0 0,-43 2 20 0 0,-2-9-5450 0 0,1 6 3091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4:2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19 572 2104 0 0,'0'0'347'0'0,"-12"-5"-1828"0"0,12-65 2005 0 0,3 1 0 0 0,20-114 0 0 0,-16 132 1704 0 0,-2 0-1 0 0,-2-81 1 0 0,-3 123-2198 0 0,0 9-19 0 0,0 0 0 0 0,0 0 0 0 0,1-1-1 0 0,-1 1 1 0 0,0 0 0 0 0,0 0 0 0 0,0 0-1 0 0,0 0 1 0 0,0 0 0 0 0,1 0 0 0 0,-1 0 0 0 0,0-1-1 0 0,0 1 1 0 0,0 0 0 0 0,0 0 0 0 0,0 0-1 0 0,1 0 1 0 0,-1 0 0 0 0,0 0 0 0 0,0 0 0 0 0,0 0-1 0 0,0 0 1 0 0,1 0 0 0 0,-1 0 0 0 0,0 0-1 0 0,0 0 1 0 0,0 0 0 0 0,0 0 0 0 0,1 0 0 0 0,-1 0-1 0 0,0 0 1 0 0,0 0 0 0 0,0 0 0 0 0,0 1-1 0 0,1-1 1 0 0,-1 0 0 0 0,0 0 0 0 0,0 0-1 0 0,0 0 1 0 0,0 0 0 0 0,0 0 0 0 0,0 0 0 0 0,1 0-1 0 0,-1 1 1 0 0,0-1 0 0 0,0 0 0 0 0,0 0-1 0 0,0 0 1 0 0,0 0 0 0 0,0 1 0 0 0,0-1 0 0 0,0 0-1 0 0,7 6 669 0 0,-6-3-520 0 0,0 1-1 0 0,0-1 1 0 0,-1 1-1 0 0,1 0 1 0 0,-1-1 0 0 0,0 1-1 0 0,0 0 1 0 0,0-1-1 0 0,-2 7 1 0 0,2 1 157 0 0,-1 2-169 0 0,-1 1 1 0 0,0-1 0 0 0,-5 17-1 0 0,-4 22 139 0 0,-1 51 261 0 0,-6 76-53 0 0,7 615 575 0 0,62-250-729 0 0,-50-535-334 0 0,4 43 63 0 0,-2 1-1 0 0,-8 101 1 0 0,4-143-211 0 0,0 4 222 0 0,0-9-5035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5:01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482 29 2048 0 0,'-4'4'2992'0'0,"-11"12"-3319"0"0,11-9 19 0 0,3-5 467 0 0,0 0 1 0 0,0 1-1 0 0,0-1 1 0 0,-1 0-1 0 0,1 0 1 0 0,0 0-1 0 0,-1 0 0 0 0,1 0 1 0 0,-1 0-1 0 0,0 0 1 0 0,0-1-1 0 0,0 1 1 0 0,0-1-1 0 0,0 1 1 0 0,0-1-1 0 0,0 0 1 0 0,0 0-1 0 0,0 1 1 0 0,-1-1-1 0 0,1-1 1 0 0,0 1-1 0 0,-1 0 1 0 0,1-1-1 0 0,0 1 0 0 0,-1-1 1 0 0,1 0-1 0 0,-5 0 1 0 0,5 0-112 0 0,0 0 0 0 0,0 1 0 0 0,0-1 0 0 0,0 0 0 0 0,0 1 0 0 0,1-1 0 0 0,-1 1 0 0 0,0-1 0 0 0,0 1-1 0 0,1 0 1 0 0,-1 0 0 0 0,0 0 0 0 0,1 0 0 0 0,-1 0 0 0 0,1 0 0 0 0,-1 0 0 0 0,1 0 0 0 0,0 1 0 0 0,-2 1 0 0 0,1 0-24 0 0,-1 0-1 0 0,1 1 1 0 0,0-1 0 0 0,1 1 0 0 0,-1 0-1 0 0,1 0 1 0 0,-1-1 0 0 0,0 7-1 0 0,0 2-11 0 0,0 0 0 0 0,1-1 0 0 0,1 1 0 0 0,0 0 0 0 0,2 14 0 0 0,-1-13 69 0 0,1-1 0 0 0,1 1 0 0 0,0-1-1 0 0,0 0 1 0 0,1 0 0 0 0,1 0 0 0 0,0-1 0 0 0,0 0-1 0 0,1 1 1 0 0,1-2 0 0 0,15 20 0 0 0,-19-27-63 0 0,1-1 0 0 0,-1 1 0 0 0,1-1 0 0 0,0 0 0 0 0,0 0 0 0 0,0 0 0 0 0,0-1 0 0 0,0 1 0 0 0,8 0 0 0 0,21 11 92 0 0,-29-11-63 0 0,0 0-1 0 0,0 0 0 0 0,0 0 0 0 0,0-1 1 0 0,0 1-1 0 0,1-1 0 0 0,-1 0 0 0 0,0 0 1 0 0,1 0-1 0 0,-1-1 0 0 0,1 0 0 0 0,-1 1 0 0 0,1-2 1 0 0,-1 1-1 0 0,1 0 0 0 0,-1-1 0 0 0,9-2 1 0 0,-13 2-41 0 0,1 1 1 0 0,0-1 0 0 0,-1 0 0 0 0,1 0 0 0 0,-1 0 0 0 0,1 1 0 0 0,-1-1-1 0 0,1 0 1 0 0,-1 0 0 0 0,0 0 0 0 0,1 0 0 0 0,-1 0 0 0 0,0 0 0 0 0,0-1-1 0 0,2-5 6 0 0,2 0-3 0 0,-1 1 0 0 0,1-1-1 0 0,-2 0 1 0 0,1-1 0 0 0,-1 1-1 0 0,0 0 1 0 0,0-1 0 0 0,-1 1-1 0 0,0-1 1 0 0,-1 0 0 0 0,1 1-1 0 0,-1-1 1 0 0,-2-12 0 0 0,1 14-8 0 0,0 0 0 0 0,0 0 0 0 0,-1 0 0 0 0,0 1 0 0 0,0-1 0 0 0,0 0 0 0 0,-1 1 1 0 0,0-1-1 0 0,0 1 0 0 0,0 0 0 0 0,-1 0 0 0 0,0 0 0 0 0,0 0 0 0 0,0 1 0 0 0,0 0 0 0 0,-1-1 1 0 0,1 2-1 0 0,-1-1 0 0 0,0 0 0 0 0,0 1 0 0 0,-1 0 0 0 0,1 0 0 0 0,-1 1 0 0 0,1 0 0 0 0,-1-1 1 0 0,0 2-1 0 0,0-1 0 0 0,0 1 0 0 0,-7-1 0 0 0,9 1-3 0 0,0 0 0 0 0,0 0 0 0 0,0 0 0 0 0,0-1 0 0 0,0 0 0 0 0,-7-4 0 0 0,7 4-4 0 0,1 0 0 0 0,-1 0 0 0 0,0 0 0 0 0,0 1 0 0 0,0-1 0 0 0,0 1 0 0 0,0 0 0 0 0,0 0 0 0 0,0 1 0 0 0,-5-1 0 0 0,6 1 2 0 0,1 0 1 0 0,-1 0-1 0 0,1 0 1 0 0,0 0-1 0 0,-1 1 1 0 0,1-1-1 0 0,0 1 1 0 0,0 0-1 0 0,-1 0 1 0 0,1-1-1 0 0,0 1 1 0 0,0 1-1 0 0,0-1 0 0 0,0 0 1 0 0,0 0-1 0 0,0 1 1 0 0,1-1-1 0 0,-4 4 1 0 0,1 0 1 0 0,1 0 0 0 0,0 0 1 0 0,0 0-1 0 0,1 1 1 0 0,-1-1-1 0 0,-2 9 0 0 0,2-4 2 0 0,1 1-1 0 0,-1-1 1 0 0,2 0 0 0 0,0 1-1 0 0,0 0 1 0 0,0-1-1 0 0,2 1 1 0 0,-1 0 0 0 0,4 17-1 0 0,-3-26 12 0 0,0 0 0 0 0,0 0-1 0 0,0 0 1 0 0,0-1 0 0 0,1 1-1 0 0,-1 0 1 0 0,0-1 0 0 0,1 1 0 0 0,0-1-1 0 0,-1 1 1 0 0,1-1 0 0 0,0 0-1 0 0,-1 0 1 0 0,1 0 0 0 0,0 0-1 0 0,0 0 1 0 0,0 0 0 0 0,0 0-1 0 0,0 0 1 0 0,3 0 0 0 0,-2 0 5 0 0,-1 0 1 0 0,0-1-1 0 0,1 1 1 0 0,-1-1-1 0 0,1 1 1 0 0,0-1-1 0 0,-1 0 1 0 0,1 0-1 0 0,-1 0 1 0 0,1 0-1 0 0,-1 0 1 0 0,1 0-1 0 0,0-1 1 0 0,-1 0-1 0 0,1 1 1 0 0,-1-1-1 0 0,3-1 1 0 0,-3 0-4 0 0,0-1-1 0 0,0 1 1 0 0,0 0 0 0 0,0 0 0 0 0,-1-1 0 0 0,1 1 0 0 0,-1-1 0 0 0,0 0 0 0 0,0 1-1 0 0,0-1 1 0 0,0 0 0 0 0,0-3 0 0 0,6-35 41 0 0,-7 35-52 0 0,0 0 0 0 0,-1 1 0 0 0,1-1 0 0 0,-1 0 0 0 0,0 1 0 0 0,-1-1 0 0 0,1 1 0 0 0,-1 0 0 0 0,0-1 0 0 0,0 1 0 0 0,-1 0 0 0 0,0 0 0 0 0,1 0 0 0 0,-2 1 0 0 0,1-1 0 0 0,0 1 0 0 0,-1 0 0 0 0,0-1 0 0 0,0 2 0 0 0,0-1 0 0 0,-1 0 0 0 0,1 1 0 0 0,-1 0 0 0 0,0 0 0 0 0,0 0 0 0 0,0 1 0 0 0,0-1 0 0 0,0 1 0 0 0,-1 1 0 0 0,1-1 0 0 0,-7 0 0 0 0,6 0-18 0 0,0 0-1 0 0,0 0 1 0 0,1 0 0 0 0,-10-5 0 0 0,11 5 16 0 0,-1 0 0 0 0,1 0 0 0 0,-1 0 0 0 0,1 0 0 0 0,-1 1 1 0 0,0 0-1 0 0,1 0 0 0 0,-11-1 0 0 0,10 2-7 0 0,0 1 1 0 0,-1 0-1 0 0,1 0 0 0 0,0 0 1 0 0,-1 0-1 0 0,-6 4 0 0 0,2-1-55 0 0,-3 17-25 0 0,10-15 84 0 0,0 0-1 0 0,0 1 1 0 0,1-1 0 0 0,-1 1-1 0 0,1 0 1 0 0,1-1 0 0 0,-1 1-1 0 0,1 0 1 0 0,1 0-1 0 0,-1 0 1 0 0,1 0 0 0 0,0 0-1 0 0,1 0 1 0 0,0 0 0 0 0,0 0-1 0 0,0-1 1 0 0,1 1 0 0 0,0 0-1 0 0,0-1 1 0 0,0 1-1 0 0,1-1 1 0 0,5 9 0 0 0,-6-12 4 0 0,-1-1 0 0 0,1 0 0 0 0,-1 1 0 0 0,1-1 0 0 0,0 0 0 0 0,0 0 0 0 0,0 0 0 0 0,0-1 0 0 0,0 1 0 0 0,0 0 0 0 0,1-1 0 0 0,-1 1 0 0 0,1-1 0 0 0,4 2 0 0 0,6 4 20 0 0,0 0 32 0 0,-4-1 18 0 0,1-1 0 0 0,18 7 0 0 0,-25-11-41 0 0,-1-1 1 0 0,1 1-1 0 0,0 0 0 0 0,0-1 0 0 0,-1 1 0 0 0,1-1 1 0 0,0 0-1 0 0,0 0 0 0 0,0 0 0 0 0,0-1 1 0 0,-1 1-1 0 0,1 0 0 0 0,0-1 0 0 0,0 0 0 0 0,-1 0 1 0 0,4-1-1 0 0,-5 1-22 0 0,0 1 1 0 0,0-1-1 0 0,0 0 0 0 0,0 0 1 0 0,0 0-1 0 0,-1 0 1 0 0,1 0-1 0 0,0-1 0 0 0,0 1 1 0 0,-1 0-1 0 0,1 0 0 0 0,-1 0 1 0 0,1-1-1 0 0,-1 1 1 0 0,1 0-1 0 0,-1-1 0 0 0,0 1 1 0 0,1 0-1 0 0,-1-1 0 0 0,0 1 1 0 0,0-1-1 0 0,0 1 1 0 0,0 0-1 0 0,0-1 0 0 0,-1-1 1 0 0,0-1-2 0 0,1 0 1 0 0,-1 0-1 0 0,0 0 1 0 0,0 1-1 0 0,-1-1 1 0 0,1 1-1 0 0,-1-1 1 0 0,-2-3-1 0 0,-1 0-1 0 0,-1 0-1 0 0,0 0 1 0 0,-1 1 0 0 0,1 0-1 0 0,-1 0 1 0 0,-1 1 0 0 0,1 0-1 0 0,-1 0 1 0 0,-9-4-1 0 0,1 2-19 0 0,1 0 0 0 0,-1 1-1 0 0,-1 1 1 0 0,-16-3-1 0 0,16 0-14 0 0,-4-2-204 0 0,20 10 228 0 0,1 0-1 0 0,-1 0 0 0 0,1 1 0 0 0,-1-1 0 0 0,1 0 0 0 0,-1 0 1 0 0,1 0-1 0 0,-1 0 0 0 0,1 1 0 0 0,0-1 0 0 0,-1 0 0 0 0,1 1 1 0 0,-1-1-1 0 0,1 0 0 0 0,0 1 0 0 0,-1-1 0 0 0,1 0 1 0 0,0 1-1 0 0,-1-1 0 0 0,1 0 0 0 0,0 1 0 0 0,-1-1 0 0 0,1 1 1 0 0,0-1-1 0 0,0 1 0 0 0,0-1 0 0 0,-1 1 0 0 0,1-1 0 0 0,0 1 1 0 0,0-1-1 0 0,0 1 0 0 0,0-1 0 0 0,0 1 0 0 0,0-1 0 0 0,0 1 1 0 0,0-1-1 0 0,0 1 0 0 0,0-1 0 0 0,0 1 0 0 0,0-1 0 0 0,1 1 1 0 0,-1 7-4 0 0,1-1 0 0 0,0 0 0 0 0,1 0 0 0 0,0 0 1 0 0,0-1-1 0 0,0 1 0 0 0,7 11 0 0 0,0 4 1 0 0,-7-18 11 0 0,0-1 0 0 0,0 1 0 0 0,1-1 0 0 0,-1 0 0 0 0,1 1 0 0 0,0-1 0 0 0,0 0 0 0 0,1-1 0 0 0,-1 1 0 0 0,0-1 0 0 0,1 1 1 0 0,0-1-1 0 0,-1 0 0 0 0,1 0 0 0 0,0-1 0 0 0,5 3 0 0 0,6 1 10 0 0,-1-1 0 0 0,1 0 0 0 0,19 2 0 0 0,-20-5-11 0 0,-7 0 3 0 0,0 0 0 0 0,-1 0 0 0 0,1 0 0 0 0,0 1 0 0 0,-1 0 0 0 0,0 0 0 0 0,11 5 1 0 0,-11-4 7 0 0,0 0 0 0 0,0 0 0 0 0,1-1 0 0 0,-1 0 0 0 0,1-1 1 0 0,-1 1-1 0 0,11 0 0 0 0,-13-2 8 0 0,-1 1-1 0 0,1-1 1 0 0,0 0 0 0 0,0-1-1 0 0,0 1 1 0 0,-1-1 0 0 0,1 1 0 0 0,0-1-1 0 0,0 0 1 0 0,-1-1 0 0 0,1 1-1 0 0,-1-1 1 0 0,1 1 0 0 0,3-3 0 0 0,-6 2-8 0 0,1 0 0 0 0,-1 0 0 0 0,1 0 0 0 0,-1 0 0 0 0,0-1 0 0 0,0 1 0 0 0,0 0 0 0 0,0 0 0 0 0,1-5 0 0 0,4-7 26 0 0,-3 8-33 0 0,-1 0 1 0 0,1 0-1 0 0,-1-1 0 0 0,0 1 0 0 0,-1 0 1 0 0,0-1-1 0 0,0 0 0 0 0,0 1 0 0 0,0-1 1 0 0,-1 1-1 0 0,0-1 0 0 0,-1 0 0 0 0,0 1 1 0 0,0-1-1 0 0,0 1 0 0 0,0-1 0 0 0,-1 1 1 0 0,0 0-1 0 0,-1-1 0 0 0,0 1 1 0 0,1 0-1 0 0,-6-6 0 0 0,-2-8 32 0 0,8 15-30 0 0,0 1 1 0 0,-1-1-1 0 0,1 0 1 0 0,-1 1-1 0 0,0 0 0 0 0,0 0 1 0 0,-5-5-1 0 0,-11-8-40 0 0,-2 0 0 0 0,0 1 0 0 0,0 1-1 0 0,-48-23 1 0 0,9 14-115 0 0,54 21 138 0 0,0 0 0 0 0,0 1-1 0 0,0 0 1 0 0,0 0 0 0 0,0 0 0 0 0,0 1-1 0 0,0 0 1 0 0,-1 0 0 0 0,1 1 0 0 0,0 0-1 0 0,-1 0 1 0 0,1 0 0 0 0,-1 1-1 0 0,1 0 1 0 0,0 0 0 0 0,0 0 0 0 0,-1 1-1 0 0,1 0 1 0 0,0 0 0 0 0,1 1-1 0 0,-1-1 1 0 0,-6 5 0 0 0,8-4 5 0 0,1 0 0 0 0,-1 0-1 0 0,1 0 1 0 0,0 0 0 0 0,0 1 0 0 0,0-1 0 0 0,1 1 0 0 0,-1 0 0 0 0,1 0-1 0 0,0 0 1 0 0,0 0 0 0 0,-2 6 0 0 0,0 0-10 0 0,1 0 0 0 0,0-1 1 0 0,0 1-1 0 0,-1 17 0 0 0,3-22 3 0 0,0 0 0 0 0,0 1-1 0 0,-1-1 1 0 0,1 0 0 0 0,-1 0 0 0 0,-5 9-1 0 0,4-9 0 0 0,0 1-1 0 0,1 0 0 0 0,-1 0 0 0 0,2 1 0 0 0,-3 5 0 0 0,4-4 5 0 0,-1 0 1 0 0,1-1-1 0 0,0 1 0 0 0,1 0 0 0 0,0 0 0 0 0,0-1 1 0 0,0 1-1 0 0,1-1 0 0 0,4 11 0 0 0,-4-13 13 0 0,0 0 1 0 0,0 0-1 0 0,0 0 0 0 0,1-1 1 0 0,0 1-1 0 0,0 0 0 0 0,0-1 0 0 0,0 0 1 0 0,1 0-1 0 0,0 0 0 0 0,0 0 1 0 0,0-1-1 0 0,0 1 0 0 0,5 2 1 0 0,8 3 18 0 0,1-1 1 0 0,0 0 0 0 0,0-2-1 0 0,0 0 1 0 0,27 5 0 0 0,-38-10-20 0 0,-1 1 1 0 0,1 1 0 0 0,0-1 0 0 0,11 7-1 0 0,-11-5-3 0 0,1-1 0 0 0,-1 0 0 0 0,16 4 0 0 0,-10-4 29 0 0,0-1 1 0 0,1 0 0 0 0,13-1 0 0 0,-22-1-2 0 0,-1 0-1 0 0,1 0 1 0 0,0-1 0 0 0,-1 1 0 0 0,1-1 0 0 0,0 0 0 0 0,-1 0 0 0 0,0-1 0 0 0,1 0 0 0 0,-1 0 0 0 0,0 0 0 0 0,8-4 0 0 0,-11 5-20 0 0,-1 0 0 0 0,1 0 0 0 0,0 1 0 0 0,-1-1 0 0 0,1 0 0 0 0,-1 0 0 0 0,1 0 0 0 0,-1 0 1 0 0,1 1-1 0 0,-1-1 0 0 0,0 0 0 0 0,1 0 0 0 0,-1 0 0 0 0,0 0 0 0 0,0-2 0 0 0,3-7 25 0 0,2-2-12 0 0,0 2-23 0 0,0-1 0 0 0,-1 0 0 0 0,0 0 0 0 0,-1 0 0 0 0,-1 0 0 0 0,1 0 0 0 0,-2-1 0 0 0,1-11-1 0 0,-3 12 12 0 0,0 0 0 0 0,-2-1 0 0 0,1 1 0 0 0,-1 0 0 0 0,-1 1 0 0 0,0-1 0 0 0,0 0 0 0 0,-1 1 0 0 0,0 0 0 0 0,-9-11 0 0 0,7 7-20 0 0,5 12 14 0 0,-1-1-1 0 0,1 0 0 0 0,-1 1 0 0 0,0 0 0 0 0,1-1 1 0 0,-1 1-1 0 0,0 0 0 0 0,0 1 0 0 0,0-1 0 0 0,-1 0 0 0 0,1 1 1 0 0,0 0-1 0 0,0 0 0 0 0,-1 0 0 0 0,1 0 0 0 0,-1 0 1 0 0,1 1-1 0 0,-6-1 0 0 0,-24-7-36 0 0,14 0 3 0 0,13 5 27 0 0,1 1 0 0 0,0-1 1 0 0,-1 1-1 0 0,0 0 0 0 0,1 0 0 0 0,-1 1 0 0 0,0 0 0 0 0,0 0 0 0 0,0 0 0 0 0,0 1 0 0 0,0 0 0 0 0,0 0 0 0 0,0 0 0 0 0,0 1 0 0 0,-6 1 0 0 0,5 1-5 0 0,-1 0-1 0 0,1 0 1 0 0,0 0 0 0 0,0 1-1 0 0,0 0 1 0 0,0 1-1 0 0,0-1 1 0 0,1 1-1 0 0,0 0 1 0 0,0 1-1 0 0,1 0 1 0 0,-1 0-1 0 0,1 0 1 0 0,1 0-1 0 0,-1 1 1 0 0,1 0-1 0 0,0 0 1 0 0,0 0-1 0 0,1 0 1 0 0,0 1-1 0 0,1-1 1 0 0,-3 10-1 0 0,-9 18-28 0 0,11-29 27 0 0,0 0 0 0 0,0 0-1 0 0,1 0 1 0 0,-3 11 0 0 0,5-15 9 0 0,0 0 1 0 0,-1 1 0 0 0,1-1-1 0 0,0 0 1 0 0,1 1 0 0 0,-1-1-1 0 0,0 0 1 0 0,1 0 0 0 0,-1 0-1 0 0,1 1 1 0 0,-1-1 0 0 0,1 0-1 0 0,0 0 1 0 0,0 0 0 0 0,0 0-1 0 0,0 0 1 0 0,3 3 0 0 0,0-2 5 0 0,0 0 0 0 0,0-1 0 0 0,0 0 0 0 0,1 0 0 0 0,-1 0 1 0 0,0-1-1 0 0,1 1 0 0 0,-1-1 0 0 0,1 0 0 0 0,0 0 0 0 0,-1-1 0 0 0,6 1 1 0 0,4 1 15 0 0,40 1 24 0 0,-43-3-33 0 0,0 0 0 0 0,0 1 0 0 0,0 1 0 0 0,0-1 0 0 0,14 5 0 0 0,6 6 14 0 0,-15-5-60 0 0,0-1-1 0 0,35 7 0 0 0,-39-11-343 0 0,0 0 0 0 0,1-2 0 0 0,-1 1 0 0 0,1-1 0 0 0,18-3 0 0 0,-16 0-1977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5:03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230 364 1632 0 0,'0'0'2745'0'0,"-6"-24"-549"0"0,-48-46 2135 0 0,41 58-4116 0 0,-1 0 0 0 0,0 1 0 0 0,-1 1 0 0 0,-23-12 0 0 0,35 20-212 0 0,0 0 0 0 0,0 0 0 0 0,0 1 1 0 0,0-1-1 0 0,0 1 0 0 0,-1 0 0 0 0,1 0 1 0 0,0 0-1 0 0,-1 1 0 0 0,-3-1 1 0 0,5 1-3 0 0,1 0 1 0 0,-1 1 0 0 0,1-1 0 0 0,0 1 0 0 0,-1-1 0 0 0,1 1-1 0 0,0-1 1 0 0,-1 1 0 0 0,1 0 0 0 0,0 0 0 0 0,0 0 0 0 0,0 0 0 0 0,0 0-1 0 0,-1 0 1 0 0,1 0 0 0 0,1 0 0 0 0,-1 0 0 0 0,0 0 0 0 0,0 1-1 0 0,0-1 1 0 0,1 0 0 0 0,-1 0 0 0 0,0 1 0 0 0,1-1 0 0 0,-1 3 0 0 0,-1 3 9 0 0,0 0 1 0 0,0 0-1 0 0,1 1 1 0 0,0-1 0 0 0,0 1-1 0 0,1-1 1 0 0,0 0-1 0 0,1 1 1 0 0,-1-1 0 0 0,1 1-1 0 0,1-1 1 0 0,-1 0 0 0 0,1 0-1 0 0,1 0 1 0 0,-1 0-1 0 0,8 13 1 0 0,-9-18-7 0 0,0-1 0 0 0,1 1 1 0 0,-1-1-1 0 0,1 0 0 0 0,0 1 1 0 0,-1-1-1 0 0,1 0 0 0 0,0 0 0 0 0,0 0 1 0 0,0 0-1 0 0,0-1 0 0 0,0 1 0 0 0,-1 0 1 0 0,1-1-1 0 0,0 1 0 0 0,1-1 0 0 0,-1 0 1 0 0,0 0-1 0 0,0 0 0 0 0,4 0 0 0 0,19 4 50 0 0,0 8 43 0 0,-19-9-83 0 0,-1-1 0 0 0,1 1 0 0 0,0-1 0 0 0,0 0 0 0 0,0 0-1 0 0,0 0 1 0 0,0-1 0 0 0,0 0 0 0 0,9 0 0 0 0,-6-1 14 0 0,0 0 1 0 0,0-1-1 0 0,0 0 0 0 0,0 0 1 0 0,0-1-1 0 0,-1 0 0 0 0,1-1 1 0 0,-1 0-1 0 0,1 0 0 0 0,10-6 1 0 0,-18 7-19 0 0,1 1 0 0 0,-1-1 0 0 0,0 1 0 0 0,-1-1 0 0 0,1 1 0 0 0,0-1 0 0 0,0 0 0 0 0,-1 1 0 0 0,1-1 0 0 0,-1 0 0 0 0,1 0 0 0 0,-1 1 0 0 0,0-1 0 0 0,1 0 0 0 0,-1 0 0 0 0,0-2 0 0 0,4-19 6 0 0,1 13 8 0 0,0 0 12 0 0,0 0 0 0 0,0-1 0 0 0,4-15 0 0 0,-8 23-26 0 0,-1 0 1 0 0,1-1-1 0 0,-1 1 1 0 0,1-1-1 0 0,-1 1 0 0 0,0-1 1 0 0,-1 1-1 0 0,1 0 1 0 0,0-1-1 0 0,-1 1 1 0 0,0 0-1 0 0,0-1 1 0 0,0 1-1 0 0,0 0 0 0 0,-3-6 1 0 0,-4-7 39 0 0,7 13-47 0 0,-1 0 0 0 0,1 0 1 0 0,0 0-1 0 0,-1 0 0 0 0,0 1 1 0 0,0-1-1 0 0,0 1 0 0 0,0-1 1 0 0,0 1-1 0 0,0 0 0 0 0,-3-3 1 0 0,-7-2-13 0 0,1 0 1 0 0,-1 1 0 0 0,0 0 0 0 0,-1 1 0 0 0,1 0 0 0 0,-1 1-1 0 0,-24-4 1 0 0,25 3 16 0 0,-6-1-127 0 0,17 6 118 0 0,1 0 0 0 0,-1 0-1 0 0,1 0 1 0 0,-1 0-1 0 0,0 0 1 0 0,1 0 0 0 0,-1 1-1 0 0,1-1 1 0 0,-1 0-1 0 0,1 0 1 0 0,-1 1 0 0 0,1-1-1 0 0,-1 0 1 0 0,1 1-1 0 0,-1-1 1 0 0,1 0 0 0 0,-1 1-1 0 0,1-1 1 0 0,-1 0-1 0 0,1 1 1 0 0,-1-1 0 0 0,1 1-1 0 0,0-1 1 0 0,-1 1-1 0 0,1-1 1 0 0,0 1 0 0 0,0 0-1 0 0,-1-1 1 0 0,1 1-1 0 0,0 0 1 0 0,-2 6-7 0 0,0 0 0 0 0,1 0 0 0 0,0 0 0 0 0,0 0 0 0 0,1 0 1 0 0,0 0-1 0 0,0 1 0 0 0,0-1 0 0 0,1 0 0 0 0,0 0 0 0 0,1 0 0 0 0,0 0 0 0 0,0 0 0 0 0,0-1 1 0 0,1 1-1 0 0,0 0 0 0 0,6 10 0 0 0,-7-13 11 0 0,0 0 1 0 0,1-1 0 0 0,-1 1-1 0 0,1-1 1 0 0,-1 1-1 0 0,1-1 1 0 0,0 0 0 0 0,1 0-1 0 0,-1 0 1 0 0,0 0-1 0 0,1-1 1 0 0,0 1 0 0 0,-1-1-1 0 0,1 0 1 0 0,0 0-1 0 0,0 0 1 0 0,6 1 0 0 0,21 6 30 0 0,-23-7-10 0 0,1 0 0 0 0,-1 1 0 0 0,0 0 0 0 0,15 8 0 0 0,-17-8-4 0 0,0 0 1 0 0,0 0 0 0 0,0-1 0 0 0,0 0-1 0 0,0 0 1 0 0,1 0 0 0 0,9 1 0 0 0,-12-3-8 0 0,-1 1 0 0 0,1-1 0 0 0,-1 0 0 0 0,1 0 0 0 0,-1 0 0 0 0,1 0-1 0 0,0-1 1 0 0,-1 0 0 0 0,1 1 0 0 0,-1-1 0 0 0,0 0 0 0 0,1-1 0 0 0,-1 1 0 0 0,0-1 0 0 0,3-1 0 0 0,0-13 111 0 0,-5 15-124 0 0,6-13 18 0 0,-1 1 1 0 0,8-25-1 0 0,-12 32-8 0 0,-1 0 0 0 0,0 0 1 0 0,-1 0-1 0 0,1 0 0 0 0,-1 0 1 0 0,0 0-1 0 0,-1 0 0 0 0,1 0 0 0 0,-1 0 1 0 0,-2-7-1 0 0,2 7-11 0 0,-1 0 1 0 0,0 0-1 0 0,0 0 0 0 0,0 1 0 0 0,0-1 0 0 0,-1 1 1 0 0,0-1-1 0 0,0 1 0 0 0,-1 0 0 0 0,0 0 1 0 0,0 0-1 0 0,0 0 0 0 0,0 1 0 0 0,0 0 1 0 0,-1 0-1 0 0,0 0 0 0 0,0 0 0 0 0,0 1 0 0 0,0 0 1 0 0,-1 0-1 0 0,1 0 0 0 0,-9-3 0 0 0,-5-1-6 0 0,1 1 0 0 0,-1 1 0 0 0,-1 0 0 0 0,-22-2 0 0 0,35 6 7 0 0,1 0 1 0 0,-1-1-1 0 0,1 0 1 0 0,-1 0 0 0 0,-10-6-1 0 0,12 5-14 0 0,0 1 0 0 0,0-1 0 0 0,0 1 0 0 0,0 1 0 0 0,-1-1 0 0 0,1 1-1 0 0,-1 0 1 0 0,1 0 0 0 0,-1 0 0 0 0,-6 1 0 0 0,8 0 7 0 0,0 1-1 0 0,0-1 1 0 0,0 1-1 0 0,0 0 1 0 0,0 0-1 0 0,0 1 0 0 0,0-1 1 0 0,1 1-1 0 0,-1 0 1 0 0,1 0-1 0 0,-1 0 1 0 0,1 1-1 0 0,0-1 1 0 0,-1 1-1 0 0,1-1 1 0 0,1 1-1 0 0,-1 0 1 0 0,0 0-1 0 0,1 1 1 0 0,-1-1-1 0 0,-2 5 1 0 0,2-2-3 0 0,0 0 0 0 0,1 0 1 0 0,0 1-1 0 0,0-1 0 0 0,0 1 0 0 0,0-1 0 0 0,1 1 1 0 0,0-1-1 0 0,1 1 0 0 0,0 0 0 0 0,-1-1 0 0 0,3 10 1 0 0,-2-12 20 0 0,0 1 1 0 0,1-1 0 0 0,0 0-1 0 0,0 0 1 0 0,0 0 0 0 0,0 0 0 0 0,1 0-1 0 0,0 0 1 0 0,0 0 0 0 0,0 0-1 0 0,0-1 1 0 0,0 1 0 0 0,1-1 0 0 0,-1 1-1 0 0,1-1 1 0 0,0 0 0 0 0,0 0-1 0 0,0 0 1 0 0,1-1 0 0 0,-1 1 0 0 0,1-1-1 0 0,-1 0 1 0 0,1 0 0 0 0,0 0-1 0 0,0 0 1 0 0,0 0 0 0 0,0-1 0 0 0,0 0-1 0 0,0 0 1 0 0,0 0 0 0 0,7 0-1 0 0,-4 1 25 0 0,-1 0-1 0 0,1 0 0 0 0,-1 0 1 0 0,11 6-1 0 0,-12-5-20 0 0,1-1 0 0 0,-1 1-1 0 0,1-1 1 0 0,0 0 0 0 0,0-1 0 0 0,0 1 0 0 0,8 0-1 0 0,-8-1-44 0 0,0-1 0 0 0,-1 1 0 0 0,1-1-1 0 0,0-1 1 0 0,-1 1 0 0 0,1-1 0 0 0,0 0-1 0 0,-1 0 1 0 0,1 0 0 0 0,-1-1 0 0 0,0 0 0 0 0,1 0-1 0 0,4-3 1 0 0,-8 4-20 0 0,-1-1 0 0 0,0 1-1 0 0,0 0 1 0 0,0 0 0 0 0,-1-1-1 0 0,1 1 1 0 0,0 0 0 0 0,0-1 0 0 0,-1 1-1 0 0,1-1 1 0 0,0-1 0 0 0,5-10-506 0 0,3-3-809 0 0,-1-1-699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5:09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708 110 1592 0 0,'0'0'451'0'0,"9"-15"120"0"0,-7 12-42 0 0,-1-1 1 0 0,1 1-1 0 0,-1-1 1 0 0,0 1-1 0 0,0-1 1 0 0,0 1-1 0 0,-1-1 0 0 0,1 0 1 0 0,-1 1-1 0 0,0-1 1 0 0,1 0-1 0 0,-2 1 1 0 0,1-1-1 0 0,0 0 1 0 0,-2-4-1 0 0,0 6-411 0 0,1 0 0 0 0,-1 0-1 0 0,0 0 1 0 0,0 0 0 0 0,0 0 0 0 0,0 0 0 0 0,0 0 0 0 0,-1 1-1 0 0,1-1 1 0 0,0 1 0 0 0,-1-1 0 0 0,1 1 0 0 0,-1 0-1 0 0,1 0 1 0 0,-1 0 0 0 0,0 1 0 0 0,0-1 0 0 0,-4 0 0 0 0,-7-1 56 0 0,-1 1 1 0 0,-17 0 0 0 0,27 1-124 0 0,-27 1 6 0 0,0 1 0 0 0,1 1 0 0 0,-60 15 0 0 0,71-14-27 0 0,1 2 1 0 0,-1 0-1 0 0,1 2 0 0 0,0 0 0 0 0,1 0 1 0 0,-27 18-1 0 0,26-15-8 0 0,17-11-15 0 0,-1 1 0 0 0,1 0 0 0 0,0 0 0 0 0,0 1 0 0 0,0-1-1 0 0,0 0 1 0 0,0 1 0 0 0,0 0 0 0 0,-3 3 0 0 0,-8 12 26 0 0,1 1 1 0 0,-17 33 0 0 0,16-27-78 0 0,11-18 46 0 0,-1 1 0 0 0,1-1 0 0 0,0 0 0 0 0,0 1 0 0 0,0-1 0 0 0,1 1 0 0 0,0 0-1 0 0,0-1 1 0 0,1 1 0 0 0,0 0 0 0 0,0-1 0 0 0,1 1 0 0 0,0 0 0 0 0,0-1 0 0 0,3 12 0 0 0,-1-8-1 0 0,0-1 1 0 0,1 1-1 0 0,0-1 1 0 0,1 0-1 0 0,0 0 1 0 0,0-1-1 0 0,1 1 1 0 0,0-1-1 0 0,11 11 0 0 0,-5-5-4 0 0,-11-12 5 0 0,1 0 0 0 0,0 0 0 0 0,0 0 0 0 0,-1 0 0 0 0,1 0 0 0 0,0-1 0 0 0,0 1 0 0 0,1-1-1 0 0,3 3 1 0 0,149 68 144 0 0,-147-67-135 0 0,-1 0 0 0 0,-1 1 0 0 0,1 0 0 0 0,-1 0 1 0 0,0 0-1 0 0,-1 1 0 0 0,1 0 0 0 0,-1 0 0 0 0,0 0 0 0 0,-1 1 0 0 0,5 12 1 0 0,24 33 1 0 0,-27-46 61 0 0,-1 1 1 0 0,0 1 0 0 0,0-1 0 0 0,0 1 0 0 0,5 16 0 0 0,-9-22-50 0 0,0 1 0 0 0,0-1 0 0 0,0 0-1 0 0,0 1 1 0 0,-1-1 0 0 0,1 1 0 0 0,-1-1-1 0 0,0 1 1 0 0,0 0 0 0 0,-1-1 0 0 0,1 1-1 0 0,-1-1 1 0 0,1 1 0 0 0,-1-1 0 0 0,0 0-1 0 0,0 1 1 0 0,-1-1 0 0 0,-2 6 0 0 0,2-8-23 0 0,1 1 0 0 0,0-1 0 0 0,-1 0 0 0 0,1 0 0 0 0,-1 0 0 0 0,0 0 0 0 0,1 0 0 0 0,-1 0 0 0 0,0-1 0 0 0,1 1 0 0 0,-1 0 0 0 0,0-1 0 0 0,0 1 0 0 0,0-1 0 0 0,0 0 1 0 0,1 0-1 0 0,-4 0 0 0 0,-23 7 22 0 0,14 1 36 0 0,-1-1 0 0 0,0 0 0 0 0,0-1-1 0 0,0 0 1 0 0,-1-2 0 0 0,1 0 0 0 0,-18 2 0 0 0,-25-2 117 0 0,-98-6-1 0 0,45-1-344 0 0,110 3 119 0 0,1 0 0 0 0,-1 0 0 0 0,1 0 1 0 0,0 0-1 0 0,-1 1 0 0 0,1-1 0 0 0,0 0 0 0 0,-1 0 0 0 0,1 1 0 0 0,0-1 0 0 0,0 0 0 0 0,-1 0 0 0 0,1 1 0 0 0,0-1 1 0 0,0 0-1 0 0,-1 1 0 0 0,1-1 0 0 0,0 0 0 0 0,0 1 0 0 0,0-1 0 0 0,-1 0 0 0 0,1 1 0 0 0,0-1 0 0 0,0 0 0 0 0,0 1 1 0 0,0-1-1 0 0,0 1 0 0 0,0-1 0 0 0,0 0 0 0 0,0 1 0 0 0,0-1 0 0 0,0 1 0 0 0,0-1 0 0 0,0 0 0 0 0,0 1 0 0 0,0-1 1 0 0,0 0-1 0 0,1 1 0 0 0,-1-1 0 0 0,0 0 0 0 0,0 1 0 0 0,0 0 0 0 0,2-1-1371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25:12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245 252 400 0 0,'0'0'80'0'0,"-19"8"419"0"0,-87 25 3544 0 0,95-28-3673 0 0,-8 0 1860 0 0,18-5-2189 0 0,1 0 0 0 0,-1 0 0 0 0,1 0 0 0 0,-1-1 0 0 0,1 1 1 0 0,-1 0-1 0 0,1-1 0 0 0,-1 1 0 0 0,1 0 0 0 0,-1-1 0 0 0,1 1 0 0 0,-1 0 0 0 0,1-1 0 0 0,0 1 1 0 0,-1-1-1 0 0,1 1 0 0 0,0-1 0 0 0,0 1 0 0 0,-1-1 0 0 0,1 1 0 0 0,0-1 0 0 0,0 1 0 0 0,0-1 0 0 0,-1 1 1 0 0,1-1-1 0 0,0 0 0 0 0,0 1 0 0 0,0-1 0 0 0,0 1 0 0 0,0-1 0 0 0,0 1 0 0 0,0-1 0 0 0,0 1 1 0 0,1-2-1 0 0,7-143 1450 0 0,-11 110-638 0 0,3 33-824 0 0,0 0-1 0 0,-1 1 0 0 0,1-1 0 0 0,-1 0 0 0 0,1 1 0 0 0,-1-1 0 0 0,0 0 0 0 0,1 1 0 0 0,-1-1 0 0 0,0 1 0 0 0,0-1 0 0 0,0 1 0 0 0,0 0 0 0 0,-1-1 0 0 0,1 1 0 0 0,0 0 0 0 0,0 0 1 0 0,-2-1-1 0 0,2 1-16 0 0,1 1 1 0 0,-1 0 0 0 0,1 0 0 0 0,-1-1-1 0 0,1 1 1 0 0,-1 0 0 0 0,1 0-1 0 0,-1 0 1 0 0,1 0 0 0 0,-1-1 0 0 0,1 1-1 0 0,-1 0 1 0 0,1 0 0 0 0,-1 0 0 0 0,0 0-1 0 0,1 0 1 0 0,-1 1 0 0 0,1-1 0 0 0,-1 0-1 0 0,1 0 1 0 0,-1 0 0 0 0,1 0 0 0 0,-1 1-1 0 0,1-1 1 0 0,-1 0 0 0 0,1 0-1 0 0,-1 1 1 0 0,1-1 0 0 0,-1 0 0 0 0,1 1-1 0 0,0-1 1 0 0,-1 1 0 0 0,1-1 0 0 0,0 0-1 0 0,-1 1 1 0 0,1-1 0 0 0,0 1 0 0 0,-1-1-1 0 0,1 1 1 0 0,0-1 0 0 0,0 1 0 0 0,0-1-1 0 0,-1 1 1 0 0,1-1 0 0 0,0 1 0 0 0,0-1-1 0 0,0 1 1 0 0,0 0 0 0 0,0 0-1 0 0,-1 33 144 0 0,1-26-100 0 0,-5 363 819 0 0,-3-147-558 0 0,6-165 232 0 0,-7-171-479 0 0,6-449-481 0 0,-1 463 360 0 0,5 97 53 0 0,-1 1 0 0 0,0-1 0 0 0,1 0-1 0 0,-1 0 1 0 0,0 1 0 0 0,1-1 0 0 0,-1 0-1 0 0,1 1 1 0 0,-1-1 0 0 0,1 0 0 0 0,-1 1-1 0 0,1-1 1 0 0,-1 1 0 0 0,1-1-1 0 0,0 1 1 0 0,-1-1 0 0 0,1 1 0 0 0,0-1-1 0 0,0 1 1 0 0,-1 0 0 0 0,1-1 0 0 0,0 1-1 0 0,0 0 1 0 0,-1-1 0 0 0,1 1 0 0 0,0 0-1 0 0,0 0 1 0 0,0 0 0 0 0,0 0 0 0 0,-1 0-1 0 0,1 0 1 0 0,0 0 0 0 0,0 0 0 0 0,0 0-1 0 0,-1 1 1 0 0,3-1 0 0 0,30 6-9 0 0,-10 2 81 0 0,37 17 1 0 0,-40-16-22 0 0,0-1 0 0 0,39 11 0 0 0,9-8-12 0 0,20 6 62 0 0,-77-14-86 0 0,0 1 1 0 0,-1 0-1 0 0,0 0 1 0 0,1 1-1 0 0,-1 0 1 0 0,10 8-1 0 0,-13-8-7 0 0,-2-2 6 0 0,-1 0-1 0 0,0 0 0 0 0,1 1 1 0 0,-1 0-1 0 0,-1-1 0 0 0,1 1 0 0 0,0 0 1 0 0,-1 1-1 0 0,5 7 0 0 0,44 99 371 0 0,-42-87-205 0 0,0-4-87 0 0,-8-17-62 0 0,0 1 0 0 0,0 0-1 0 0,-1-1 1 0 0,1 1-1 0 0,-1 0 1 0 0,0 0-1 0 0,0 0 1 0 0,0 0-1 0 0,-1 0 1 0 0,1 7-1 0 0,-1-6-11 0 0,-1 0-1 0 0,1 0 0 0 0,-1 0 0 0 0,-1 0 1 0 0,1 0-1 0 0,-1 0 0 0 0,0 0 0 0 0,0 0 1 0 0,0-1-1 0 0,0 1 0 0 0,-1-1 0 0 0,0 0 1 0 0,0 0-1 0 0,0 0 0 0 0,0 0 1 0 0,-1 0-1 0 0,0 0 0 0 0,1-1 0 0 0,-1 0 1 0 0,-1 0-1 0 0,1 0 0 0 0,0 0 0 0 0,-1-1 1 0 0,-6 3-1 0 0,-14 7 34 0 0,20-9-51 0 0,0 0 0 0 0,0-1 0 0 0,0 0 0 0 0,0 0 0 0 0,-10 2 0 0 0,-26 5 15 0 0,-18 3 68 0 0,45-10-76 0 0,0 1 0 0 0,1 1-1 0 0,-1 1 1 0 0,1-1 0 0 0,-19 11 0 0 0,-18 7 7 0 0,33-15-7 0 0,-27 16 0 0 0,33-16-1 0 0,-1-1-1 0 0,0 0 1 0 0,0-1-1 0 0,-23 7 1 0 0,27-10-3 0 0,-1 0 0 0 0,1 0 0 0 0,0 1 0 0 0,0 0 1 0 0,1 1-1 0 0,-9 4 0 0 0,6-3-122 0 0,9-5 8 0 0,-1 0-1 0 0,0 1 1 0 0,1-1 0 0 0,-1 1 0 0 0,1 0-1 0 0,0 0 1 0 0,-1-1 0 0 0,1 1 0 0 0,-1 0-1 0 0,1 0 1 0 0,0 0 0 0 0,0 0 0 0 0,0 0-1 0 0,-1 1 1 0 0,1-1 0 0 0,0 0 0 0 0,1 1-1 0 0,-1-1 1 0 0,0 0 0 0 0,0 1 0 0 0,-1 2-1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3:15.2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53 6289 0 0,'-12'-4'1857'0'0,"19"-36"409"0"0,-1 31-5335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3:15.2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53 6289 0 0,'-12'-4'1857'0'0,"19"-36"409"0"0,-1 31-5335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50.9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1 5521 0 0,'0'0'160'0'0,"-1"0"-232"0"0,-1 2-40 0 0,0-1 32 0 0,2 1-264 0 0,-1 1-112 0 0,-1 1-168 0 0,2 1-1433 0 0</inkml:trace>
  <inkml:trace contextRef="#ctx0" brushRef="#br0" timeOffset="1">2 519 4377 0 0,'0'0'344'0'0,"0"2"-440"0"0,0-1-72 0 0,0 3-104 0 0,0 1-192 0 0,-2 15-400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48.6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 10 1840 0 0,'0'0'232'0'0,"-25"0"2938"0"0,119 3-3080 0 0,-50-1-559 0 0,0-1 1 0 0,0-3 0 0 0,58-9-1 0 0,-85 8-556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49.5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19 960 0 0,'0'0'3700'0'0,"10"0"-2999"0"0,32-5-454 0 0,159-9 305 0 0,-177 14-2083 0 0,-22 0 783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50.2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0 2232 0 0,'0'0'718'0'0,"-6"2"1851"0"0,-1 0-5846 0 0,7-1 2629 0 0,2 4-476 0 0,4-5 5140 0 0,-3 0-1767 0 0,-2 0-2251 0 0,19 72-876 0 0,-17-62-768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32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1891 264 0 0,'0'0'340'0'0,"-19"-13"811"0"0,17 9-618 0 0,-1 1 0 0 0,1 0 0 0 0,0-1-1 0 0,1 0 1 0 0,-1 1 0 0 0,-1-7 0 0 0,-4-5-18 0 0,7 15-483 0 0,0 0 0 0 0,0-1 1 0 0,0 1-1 0 0,0 0 0 0 0,0 0 0 0 0,0 0 0 0 0,0-1 1 0 0,0 1-1 0 0,0 0 0 0 0,-1 0 0 0 0,1-1 1 0 0,0 1-1 0 0,0 0 0 0 0,0 0 0 0 0,0-1 0 0 0,1 1 1 0 0,-1 0-1 0 0,0 0 0 0 0,0-1 0 0 0,0 1 1 0 0,0 0-1 0 0,0 0 0 0 0,0 0 0 0 0,0-1 0 0 0,0 1 1 0 0,0 0-1 0 0,0 0 0 0 0,1 0 0 0 0,-1-1 0 0 0,0 1 1 0 0,0 0-1 0 0,0 0 0 0 0,0 0 0 0 0,1 0 1 0 0,-1-1-1 0 0,0 1 0 0 0,0 0 0 0 0,0 0 0 0 0,1 0 1 0 0,-1 0-1 0 0,0 0 0 0 0,0 0 0 0 0,1 0 1 0 0,-1 0-1 0 0,17-2 531 0 0,18 7-454 0 0,-31-3-104 0 0,0 0-1 0 0,0-1 1 0 0,0 2 0 0 0,0-1 0 0 0,0 0 0 0 0,-1 1 0 0 0,1-1 0 0 0,-1 1 0 0 0,0 0-1 0 0,0 0 1 0 0,0 1 0 0 0,3 4 0 0 0,3 5 4 0 0,-1 1 1 0 0,7 16-1 0 0,15 23 54 0 0,51 56-4 0 0,-23-38-18 0 0,-58-70-40 0 0,5 7 7 0 0,1 0 0 0 0,-1 0 0 0 0,1-1 0 0 0,0 0 0 0 0,1 0 0 0 0,12 10-1 0 0,12 13 979 0 0,-31-29-797 0 0,-13-179 675 0 0,1 18-666 0 0,13-414 218 0 0,-5 506-358 0 0,-24-116 1 0 0,14 109-20 0 0,-4-78 0 0 0,25-236-13 0 0,1 315 28 0 0,1-42-82 0 0,-9 85 52 0 0,2-1 1 0 0,11-59-1 0 0,-10 82-26 0 0,0 0 1 0 0,0 1-1 0 0,1-1 1 0 0,0 1-1 0 0,1 0 0 0 0,5-8 1 0 0,0 0 103 0 0,-6 12-104 0 0,0 1 1 0 0,0-1 0 0 0,0 1-1 0 0,0 0 1 0 0,0 0-1 0 0,1 0 1 0 0,-1 1-1 0 0,1 0 1 0 0,0 0 0 0 0,0 0-1 0 0,0 0 1 0 0,0 1-1 0 0,0-1 1 0 0,6 1-1 0 0,13-2-11 0 0,1 2 0 0 0,32 3 0 0 0,-6-1-22 0 0,363 15 76 0 0,-201-11-58 0 0,-180-5-135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46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16 136 0 0,'-24'-5'3625'0'0,"-27"-2"-494"0"0,42 6-2795 0 0,-7-2-241 0 0,12 4 55 0 0,8 2 223 0 0,2-1-322 0 0,0-1 1 0 0,0 1-1 0 0,0-1 1 0 0,0 0-1 0 0,0 0 1 0 0,9 0-1 0 0,0 0 23 0 0,395 1 485 0 0,-189-7 701 0 0,-216 6-1045 0 0,-2 1-1316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47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1488 0 0,'-29'1'4267'0'0,"9"-2"-2017"0"0,13 1-1638 0 0,13 0 6 0 0,383 1 173 0 0,9 1-3579 0 0,-389-2 279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48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2105 3153 0 0,'-19'-7'3390'0'0,"17"9"-3170"0"0,1 0 0 0 0,-1 0 1 0 0,0 0-1 0 0,1 1 0 0 0,-1-1 1 0 0,1 0-1 0 0,0 1 1 0 0,-1-1-1 0 0,1 0 0 0 0,0 1 1 0 0,1 0-1 0 0,-2 4 0 0 0,2 33 208 0 0,0-34-346 0 0,3 21-34 0 0,0-1 0 0 0,2 0 1 0 0,9 27-1 0 0,30 77 185 0 0,-17-53-176 0 0,80 332-71 0 0,-20-75-10 0 0,-64-279 896 0 0,-64-112-426 0 0,31 35-383 0 0,0 0 0 0 0,1-1-1 0 0,1 0 1 0 0,2-1 0 0 0,0 1 0 0 0,1-1 0 0 0,-1-28 0 0 0,0-173 138 0 0,7 217-206 0 0,14-274-117 0 0,0 24 13 0 0,-17-414 221 0 0,2 670-112 0 0,3-389-119 0 0,21 148-29 0 0,-2 12 74 0 0,-18 0 92 0 0,-4 184-36 0 0,0 39 16 0 0,1 1 1 0 0,1-1 0 0 0,0 1-1 0 0,0 0 1 0 0,0-1 0 0 0,1 1-1 0 0,0 1 1 0 0,0-1 0 0 0,1 0-1 0 0,5-7 1 0 0,13-30-7 0 0,-17 32 9 0 0,-3 4 2 0 0,1 0 0 0 0,0 1 0 0 0,0-1 0 0 0,1 1 1 0 0,0 0-1 0 0,0 0 0 0 0,1 0 0 0 0,0 0 0 0 0,6-6 0 0 0,6-4-78 0 0,-15 14 65 0 0,0 0 1 0 0,1 1 0 0 0,-1 0 0 0 0,1-1-1 0 0,-1 1 1 0 0,1 0 0 0 0,0 0-1 0 0,3-2 1 0 0,8-2 15 0 0,1 0 0 0 0,0 1 0 0 0,-1 1-1 0 0,2 0 1 0 0,-1 1 0 0 0,27-2 0 0 0,99 5-55 0 0,-72 1 65 0 0,457-22-2 0 0,-367 5-21 0 0,324-25-40 0 0,102 4 41 0 0,-160 1 78 0 0,-166 25 234 0 0,-147 10-2985 0 0,-78 1 812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49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152 123 3169 0 0,'0'-2'231'0'0,"-1"0"1"0"0,0 0-1 0 0,0 0 0 0 0,0 1 1 0 0,0-1-1 0 0,0 0 1 0 0,0 1-1 0 0,0-1 1 0 0,0 1-1 0 0,-1-1 0 0 0,1 1 1 0 0,-3-2-1 0 0,-12-17 2154 0 0,9 7-1294 0 0,5 9-965 0 0,0 1 1 0 0,0-1-1 0 0,0 0 1 0 0,1 0-1 0 0,-2-6 0 0 0,3 9-128 0 0,0 0-1 0 0,-1 0 0 0 0,1 0 0 0 0,0 0 0 0 0,0 0 1 0 0,0 0-1 0 0,0 0 0 0 0,1 0 0 0 0,-1 0 0 0 0,0 0 1 0 0,0 0-1 0 0,1 0 0 0 0,-1 0 0 0 0,0 0 0 0 0,1 0 1 0 0,-1 0-1 0 0,1 0 0 0 0,-1 1 0 0 0,1-1 1 0 0,0 0-1 0 0,-1 0 0 0 0,1 1 0 0 0,0-1 0 0 0,-1 0 1 0 0,1 1-1 0 0,0-1 0 0 0,0 1 0 0 0,-1-1 0 0 0,3 0 1 0 0,1-1-6 0 0,0 0 0 0 0,1 1 0 0 0,-1-1 0 0 0,1 1 0 0 0,-1 0 0 0 0,1 0 0 0 0,-1 1-1 0 0,1-1 1 0 0,0 1 0 0 0,-1 0 0 0 0,1 0 0 0 0,0 1 0 0 0,-1-1 0 0 0,1 1 0 0 0,5 2 0 0 0,8 2-5 0 0,-1 1-1 0 0,27 14 1 0 0,-34-15 43 0 0,-3 0-20 0 0,0 0-1 0 0,0 1 1 0 0,-1-1 0 0 0,0 1-1 0 0,0 1 1 0 0,8 10 0 0 0,0-1-7 0 0,-6-8 17 0 0,-1 0 0 0 0,-1 0 1 0 0,1 1-1 0 0,-1-1 0 0 0,-1 1 1 0 0,0 1-1 0 0,0-1 0 0 0,-1 1 1 0 0,0 0-1 0 0,0 0 0 0 0,3 20 1 0 0,-5-22 3 0 0,0 0 1 0 0,0 0 0 0 0,1 0 0 0 0,5 12 0 0 0,-4-12 13 0 0,-1-1-1 0 0,0 1 1 0 0,0-1 0 0 0,-1 1 0 0 0,2 10-1 0 0,-4-5-5 0 0,1 1-1 0 0,-2-1 0 0 0,0 0 0 0 0,0 0 1 0 0,-1 0-1 0 0,-1 0 0 0 0,0 0 0 0 0,-1-1 1 0 0,-5 13-1 0 0,-7 11 117 0 0,-34 59 1 0 0,40-76-94 0 0,9-16-45 0 0,-1 1 1 0 0,1-1-1 0 0,-1 1 1 0 0,0-1 0 0 0,0 0-1 0 0,-1 0 1 0 0,1 0 0 0 0,-6 5-1 0 0,-3 2 26 0 0,-1-1-1 0 0,-1 0 1 0 0,0-1-1 0 0,0 0 0 0 0,0-1 1 0 0,-1-1-1 0 0,0 0 0 0 0,0-1 1 0 0,-22 6-1 0 0,31-10-17 0 0,0 0 1 0 0,0 1 0 0 0,1-1-1 0 0,-10 6 1 0 0,11-5 3 0 0,-2 0 1 0 0,1-1-1 0 0,0 1 0 0 0,0-1 1 0 0,0 1-1 0 0,-6 0 0 0 0,6-2 36 0 0,0 1 0 0 0,-1-1-1 0 0,1 0 1 0 0,-1 0-1 0 0,1 0 1 0 0,-1-1 0 0 0,-6-1-1 0 0,9 1-49 0 0,1 1 0 0 0,0-1-1 0 0,-1 1 1 0 0,1-1 0 0 0,-1 0 0 0 0,1 0-1 0 0,0 0 1 0 0,0 0 0 0 0,-1 0-1 0 0,1 0 1 0 0,0 0 0 0 0,0 0-1 0 0,0 0 1 0 0,0-1 0 0 0,0 1-1 0 0,0 0 1 0 0,1-1 0 0 0,-1 1 0 0 0,0-1-1 0 0,1 1 1 0 0,-1-1 0 0 0,1 1-1 0 0,-1-1 1 0 0,1-2 0 0 0,-2-2-27 0 0,0 0 1 0 0,0 0-1 0 0,-1 0 1 0 0,0 0-1 0 0,-5-8 0 0 0,-9-21-108 0 0,15 29 118 0 0,1 0 0 0 0,0-1 0 0 0,0 1 1 0 0,1 0-1 0 0,-1 0 0 0 0,2-1 0 0 0,-1 1 0 0 0,1 0 0 0 0,-1-1 0 0 0,2 1 1 0 0,-1 0-1 0 0,1 0 0 0 0,0 0 0 0 0,0 0 0 0 0,0 0 0 0 0,5-7 0 0 0,-5 12 0 0 0,-1 0 0 0 0,1-1 0 0 0,-1 1 0 0 0,1 0 0 0 0,-1 0 0 0 0,1 0 0 0 0,0 0 0 0 0,0 0 0 0 0,0 0 0 0 0,2 0 0 0 0,9-5 6 0 0,-9 3-3 0 0,1 0 0 0 0,0 1-1 0 0,-1-1 1 0 0,1 1 0 0 0,0 0 0 0 0,0 0 0 0 0,0 1 0 0 0,0 0 0 0 0,1 0 0 0 0,-1 0 0 0 0,0 0 0 0 0,0 1 0 0 0,1 0 0 0 0,-1 0 0 0 0,0 0 0 0 0,1 1 0 0 0,-1 0 0 0 0,0 0-1 0 0,0 0 1 0 0,10 4 0 0 0,3 3 6 0 0,0 1 0 0 0,-1 0 0 0 0,1 2 0 0 0,17 14 0 0 0,-28-20 8 0 0,14 8-43 0 0,14 12 8 0 0,-20-14 43 0 0,0 0 1 0 0,20 11-1 0 0,-24-16-31 0 0,-7-4-52 0 0,-2 1 0 0 0,1-1 0 0 0,0 1 1 0 0,0-1-1 0 0,-1 1 0 0 0,3 4 0 0 0,5 5-4464 0 0,-7-9 2604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50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28 4017 0 0,'-3'-5'4117'0'0,"-9"-17"-4239"0"0,12 22 126 0 0,0 0 0 0 0,0 0 0 0 0,0 0-1 0 0,0 0 1 0 0,0 0 0 0 0,0 0 0 0 0,0 0 0 0 0,0 0-1 0 0,1 1 1 0 0,-1-1 0 0 0,0 0 0 0 0,0 0-1 0 0,0 0 1 0 0,0 0 0 0 0,0 0 0 0 0,0 0 0 0 0,0 0-1 0 0,0 0 1 0 0,0 0 0 0 0,0 0 0 0 0,0 0-1 0 0,0 0 1 0 0,0 0 0 0 0,0 0 0 0 0,0 0 0 0 0,0 0-1 0 0,1 0 1 0 0,-1 0 0 0 0,0 0 0 0 0,0 0 0 0 0,0 0-1 0 0,0 0 1 0 0,0 0 0 0 0,0 0 0 0 0,0 0-1 0 0,0 0 1 0 0,0-1 0 0 0,0 1 0 0 0,0 0 0 0 0,0 0-1 0 0,0 0 1 0 0,0 0 0 0 0,0 0 0 0 0,0 0-1 0 0,0 0 1 0 0,0 0 0 0 0,0 0 0 0 0,0 0 0 0 0,0 0-1 0 0,0 0 1 0 0,1 0 0 0 0,-1 0 0 0 0,0 0-1 0 0,0 0 1 0 0,0 0 0 0 0,0 0 0 0 0,0 0 0 0 0,0-1-1 0 0,0 1 1 0 0,0 0 0 0 0,5 8 470 0 0,4 11-36 0 0,3 23-324 0 0,-2 0 0 0 0,-3 1 0 0 0,5 67-1 0 0,-1-4-104 0 0,1-24 15 0 0,11 91 101 0 0,-20-134-97 0 0,-1 0-1 0 0,-6 56 0 0 0,3-81-372 0 0,-2 19-1543 0 0,3-31 1788 0 0,0-1 0 0 0,0 1-1 0 0,-1-1 1 0 0,1 0 0 0 0,-1 1-1 0 0,1-1 1 0 0,-1 0 0 0 0,1 1 0 0 0,-1-1-1 0 0,0 0 1 0 0,0 0 0 0 0,0 0 0 0 0,0 1-1 0 0,0-1 1 0 0,0 0 0 0 0,0 0-1 0 0,0-1 1 0 0,-1 2 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50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512 5 9818 0 0,'0'0'127'0'0,"-1"-5"-63"0"0,0 6-95 0 0,0 1 1 0 0,1-1-1 0 0,-1 0 0 0 0,-1 0 1 0 0,1 0-1 0 0,0-1 0 0 0,0 1 1 0 0,0 0-1 0 0,0 0 0 0 0,-1-1 1 0 0,1 1-1 0 0,0 0 1 0 0,-3 0-1 0 0,-4 2 28 0 0,-9 8 92 0 0,-1-2 0 0 0,0 0 1 0 0,-1-1-1 0 0,-32 9 0 0 0,-162 35 965 0 0,204-49-1028 0 0,0 1-1 0 0,0 0 1 0 0,0 0 0 0 0,-9 6-1 0 0,-12 6 28 0 0,28-14-44 0 0,0-1-1 0 0,-1 1 0 0 0,1 0 0 0 0,0 0 1 0 0,0 0-1 0 0,0 0 0 0 0,0 0 1 0 0,0 0-1 0 0,1 0 0 0 0,-1 1 0 0 0,-1 3 1 0 0,-15 32 62 0 0,11-24-80 0 0,4-6 12 0 0,1 0 1 0 0,-1 0-1 0 0,1 0 1 0 0,1 0-1 0 0,-1 1 1 0 0,1-1-1 0 0,1 1 1 0 0,0-1-1 0 0,0 12 1 0 0,1-14 16 0 0,-1 0-1 0 0,1 0 1 0 0,1 0-1 0 0,-1 0 1 0 0,1 0-1 0 0,0 0 1 0 0,0 0 0 0 0,1 0-1 0 0,-1-1 1 0 0,1 1-1 0 0,0-1 1 0 0,1 0 0 0 0,6 9-1 0 0,-6-11 0 0 0,0 0-1 0 0,0 0 1 0 0,0 0 0 0 0,0-1-1 0 0,1 1 1 0 0,-1-1 0 0 0,1 0-1 0 0,0 0 1 0 0,7 1-1 0 0,51 9 233 0 0,-21-5-136 0 0,-17-2-83 0 0,-18-4-57 0 0,0 1 0 0 0,0-1 0 0 0,1 1-1 0 0,-1 1 1 0 0,0-1 0 0 0,11 7 0 0 0,-14-7-70 0 0,1 1 0 0 0,-1-1-1 0 0,0 0 1 0 0,1 0 0 0 0,0-1 0 0 0,-1 1-1 0 0,6 0 1 0 0,20-3-4744 0 0,-17-2 3016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51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10 11274 0 0,'1'0'0'0'0,"-1"0"0"0"0,0 0 0 0 0,0-1 0 0 0,0 1 1 0 0,0 0-1 0 0,0-1 0 0 0,0 1 0 0 0,0 0 0 0 0,0-1 0 0 0,0 1 0 0 0,0 0 0 0 0,0 0 0 0 0,0-1 0 0 0,0 1 0 0 0,0 0 0 0 0,0-1 0 0 0,0 1 0 0 0,0 0 0 0 0,0 0 0 0 0,0-1 0 0 0,-1 1 0 0 0,1 0 0 0 0,0-1 0 0 0,0 1 0 0 0,0 0 0 0 0,0 0 0 0 0,-1 0 0 0 0,1-1 0 0 0,0 1 0 0 0,0 0 0 0 0,0 0 0 0 0,-1 0 0 0 0,1-1 0 0 0,0 1 0 0 0,0 0 0 0 0,-1 0 0 0 0,-7 8-1066 0 0,-4 16 88 0 0,-29 64 2045 0 0,29-66-909 0 0,1 0-1 0 0,1 1 0 0 0,2 0 1 0 0,0 0-1 0 0,-7 36 0 0 0,12-34 29 0 0,1 38 0 0 0,2-63-175 0 0,0 0 0 0 0,0 0 0 0 0,0 0-1 0 0,0 0 1 0 0,0 0 0 0 0,0-1-1 0 0,0 1 1 0 0,0 0 0 0 0,0 0-1 0 0,1 0 1 0 0,-1 0 0 0 0,0 0-1 0 0,0 0 1 0 0,0 0 0 0 0,0 0-1 0 0,0 0 1 0 0,0 0 0 0 0,1 0-1 0 0,-1 0 1 0 0,0 0 0 0 0,0 0-1 0 0,0 0 1 0 0,0 0 0 0 0,0 0-1 0 0,0 0 1 0 0,1 0 0 0 0,-1 0-1 0 0,0 0 1 0 0,0 0 0 0 0,0 0-1 0 0,0 0 1 0 0,0 0 0 0 0,0 0 0 0 0,0 0-1 0 0,1 0 1 0 0,-1 0 0 0 0,0 0-1 0 0,0 0 1 0 0,0 0 0 0 0,0 0-1 0 0,0 0 1 0 0,0 0 0 0 0,0 1-1 0 0,0-1 1 0 0,1 0 0 0 0,-1 0-1 0 0,0 0 1 0 0,0 0 0 0 0,0 0-1 0 0,0 0 1 0 0,0 0 0 0 0,0 1-1 0 0,0-1 1 0 0,0 0 0 0 0,0 0-1 0 0,0 0 1 0 0,0 0 0 0 0,0 0-1 0 0,0 0 1 0 0,0 1 0 0 0,0-1-1 0 0,0 0 1 0 0,0 0 0 0 0,0 0 0 0 0,8-11 201 0 0,43-121-233 0 0,-37 90-34 0 0,2 1-1 0 0,39-73 0 0 0,-54 112 61 0 0,19-26-79 0 0,-19 27 68 0 0,0 0 0 0 0,0 0 0 0 0,0 1 0 0 0,0-1 1 0 0,0 0-1 0 0,0 0 0 0 0,0 0 0 0 0,0 1 0 0 0,0-1 0 0 0,1 0 0 0 0,-1 1 1 0 0,0-1-1 0 0,0 1 0 0 0,1 0 0 0 0,-1-1 0 0 0,0 1 0 0 0,1 0 1 0 0,-1 0-1 0 0,1 0 0 0 0,-1 0 0 0 0,0 0 0 0 0,2 0 0 0 0,-1 0 5 0 0,1 6 8 0 0,-2-5-3 0 0,8 22 0 0 0,-1 0 0 0 0,9 47 0 0 0,-13-49 77 0 0,1 1 0 0 0,1-1 0 0 0,1-1 0 0 0,0 1 0 0 0,14 25 0 0 0,-20-44-100 0 0,1 1 0 0 0,-1 0 0 0 0,1-1 0 0 0,0 1 0 0 0,0-1 0 0 0,-1 0 0 0 0,1 1 0 0 0,1-1 0 0 0,-1 0 0 0 0,0 0 0 0 0,1 0 0 0 0,-1-1 0 0 0,1 1 0 0 0,-1 0 0 0 0,1-1 0 0 0,0 0 0 0 0,-1 0 0 0 0,6 2 0 0 0,1 1-243 0 0,-8-3 87 0 0,0-1 0 0 0,1 1-1 0 0,-1-1 1 0 0,0 1 0 0 0,0-1 0 0 0,1 1-1 0 0,-1-1 1 0 0,0 0 0 0 0,1 0 0 0 0,-1 0-1 0 0,0 1 1 0 0,1-1 0 0 0,1-1 0 0 0,5 0-1304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52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50 167 1648 0 0,'2'-72'2312'0'0,"-1"0"2958"0"0,2 56-3791 0 0,-1 10-949 0 0,-1 10-240 0 0,-6 86-200 0 0,-19 112 1 0 0,0-14 150 0 0,19-76 104 0 0,5-112-336 0 0,0 1-1 0 0,0-1 1 0 0,0 1-1 0 0,0-1 1 0 0,0 0-1 0 0,0 1 1 0 0,0-1-1 0 0,0 1 1 0 0,0-1 0 0 0,0 1-1 0 0,0-1 1 0 0,0 0-1 0 0,1 1 1 0 0,-1-1-1 0 0,0 0 1 0 0,0 1-1 0 0,0-1 1 0 0,1 0 0 0 0,-1 1-1 0 0,0-1 1 0 0,0 0-1 0 0,1 1 1 0 0,-1-1-1 0 0,0 0 1 0 0,1 1 0 0 0,-1-1-1 0 0,0 0 1 0 0,1 0-1 0 0,-1 0 1 0 0,1 1-1 0 0,-1-1 1 0 0,1 0-1 0 0,15-3 45 0 0,13-14-44 0 0,-23 11-11 0 0,0 0 0 0 0,0 0 1 0 0,-1-1-1 0 0,0 1 0 0 0,0-1 0 0 0,-1-1 1 0 0,0 1-1 0 0,5-14 0 0 0,7-9-27 0 0,5-10 54 0 0,-2 0-1 0 0,21-66 1 0 0,-39 103-25 0 0,1-1 0 0 0,0 1-1 0 0,0 0 1 0 0,0-1 0 0 0,0 1 0 0 0,0 0-1 0 0,1 0 1 0 0,-1 0 0 0 0,1 0-1 0 0,0 1 1 0 0,-1-1 0 0 0,2 1 0 0 0,-1-1-1 0 0,0 1 1 0 0,0 0 0 0 0,1 1-1 0 0,4-3 1 0 0,-8 4 1 0 0,1 0 0 0 0,-1 0-1 0 0,1 1 1 0 0,-1-1 0 0 0,1 0-1 0 0,-1 1 1 0 0,1-1 0 0 0,-1 0 0 0 0,1 1-1 0 0,-1-1 1 0 0,0 0 0 0 0,1 1 0 0 0,-1-1-1 0 0,0 1 1 0 0,1-1 0 0 0,-1 1 0 0 0,0-1-1 0 0,0 1 1 0 0,1-1 0 0 0,-1 1-1 0 0,0-1 1 0 0,0 1 0 0 0,0 0 0 0 0,6 15 12 0 0,-5-16-11 0 0,2 15-3 0 0,1-1 0 0 0,-2 1-1 0 0,0 0 1 0 0,-1 0 0 0 0,0 21-1 0 0,-1-19 6 0 0,0-1 0 0 0,1 0 0 0 0,1 0-1 0 0,6 23 1 0 0,-2-19 32 0 0,-4-8-21 0 0,2-1 0 0 0,0 1 0 0 0,0-1 1 0 0,1 0-1 0 0,12 20 0 0 0,-15-29-15 0 0,1 0 0 0 0,-1 0 1 0 0,1-1-1 0 0,0 1 0 0 0,0-1 1 0 0,0 1-1 0 0,-1-1 0 0 0,1 0 0 0 0,0 0 1 0 0,0 0-1 0 0,1-1 0 0 0,5 2 1 0 0,20 6-27 0 0,-24-5 41 0 0,0 0 0 0 0,0-1 0 0 0,0 1 0 0 0,1-1 0 0 0,-1 0-1 0 0,1-1 1 0 0,0 0 0 0 0,-1 1 0 0 0,1-2 0 0 0,0 1 0 0 0,0-1-1 0 0,0 0 1 0 0,-1 0 0 0 0,1 0 0 0 0,0-1 0 0 0,0 0 0 0 0,0 0-1 0 0,-1-1 1 0 0,1 1 0 0 0,-1-1 0 0 0,1-1 0 0 0,-1 1-1 0 0,0-1 1 0 0,9-5 0 0 0,-11 5-3 0 0,-1 0-1 0 0,0 1 0 0 0,1-1 1 0 0,-1 0-1 0 0,0 0 1 0 0,-1-1-1 0 0,1 1 1 0 0,0 0-1 0 0,-1-1 0 0 0,0 1 1 0 0,2-7-1 0 0,6-46 70 0 0,-7 43-69 0 0,3-33 20 0 0,-5 34-14 0 0,1-1 1 0 0,0 1 0 0 0,2 0 0 0 0,-1 0 0 0 0,1 0 0 0 0,8-20 0 0 0,-5 18 38 0 0,-1-1 0 0 0,0 0 1 0 0,-1 0-1 0 0,-1 0 0 0 0,-1 0 1 0 0,0-1-1 0 0,0 1 0 0 0,-2-1 1 0 0,0 1-1 0 0,-1-1 0 0 0,0 1 1 0 0,-2-1-1 0 0,1 1 0 0 0,-2 0 1 0 0,0 0-1 0 0,-10-24 0 0 0,12 35-79 0 0,-1 1 0 0 0,1-1-1 0 0,-1 1 1 0 0,1 0-1 0 0,-1 0 1 0 0,0 0 0 0 0,0 0-1 0 0,-1 0 1 0 0,-4-3 0 0 0,-12-10-3501 0 0,18 13 868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53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72 5729 0 0,'0'0'311'0'0,"-20"-6"869"0"0,19 6-1130 0 0,0 0-1 0 0,0 0 1 0 0,0 0 0 0 0,0 0-1 0 0,0 0 1 0 0,0 1-1 0 0,0-1 1 0 0,0 0 0 0 0,0 0-1 0 0,0 1 1 0 0,0-1-1 0 0,0 0 1 0 0,0 1 0 0 0,0-1-1 0 0,1 1 1 0 0,-1-1 0 0 0,-1 2-1 0 0,2-2 14 0 0,-1 1 0 0 0,1-1 1 0 0,0 1-1 0 0,0-1 0 0 0,-1 0 0 0 0,1 1 0 0 0,0-1 0 0 0,0 1 0 0 0,0-1 0 0 0,0 1 1 0 0,0-1-1 0 0,0 1 0 0 0,0-1 0 0 0,0 1 0 0 0,0-1 0 0 0,0 1 0 0 0,0-1 0 0 0,0 1 1 0 0,0-1-1 0 0,1 1 0 0 0,-1-1 0 0 0,0 1 0 0 0,0-1 0 0 0,1 1 0 0 0,0 1 40 0 0,0 1 1 0 0,1-1-1 0 0,0 0 0 0 0,-1 0 0 0 0,1 0 0 0 0,0 0 0 0 0,0 0 0 0 0,0 0 0 0 0,0-1 0 0 0,5 4 0 0 0,3-1-79 0 0,0 0 0 0 0,0-1-1 0 0,0 0 1 0 0,1 0 0 0 0,-1-1 0 0 0,1-1-1 0 0,0 0 1 0 0,-1 0 0 0 0,17-1 0 0 0,12-3 27 0 0,46-9 1 0 0,-70 10-34 0 0,130-31 373 0 0,-94 19 174 0 0,87-10 0 0 0,-95 17-289 0 0,-28 5-270 0 0,0 0 1 0 0,18-1-1 0 0,-33 3-64 0 0,0 0 0 0 0,1 0 0 0 0,-1 0 0 0 0,1 0 0 0 0,-1 0 1 0 0,0 0-1 0 0,1 0 0 0 0,-1 0 0 0 0,1 0 0 0 0,-1 0 0 0 0,0 0 0 0 0,1 0 0 0 0,-1-1 0 0 0,0 1 0 0 0,1 0 0 0 0,-1 0 0 0 0,1-1 0 0 0,-1 1 0 0 0,0 0 0 0 0,0 0 1 0 0,1-1-1 0 0,-1 1 0 0 0,0 0 0 0 0,1-1 0 0 0,-1 1 0 0 0,0 0 0 0 0,0-1 0 0 0,0 1 0 0 0,1 0 0 0 0,-1-1 0 0 0,0 1 0 0 0,0 0 0 0 0,0-1 0 0 0,0 1 0 0 0,0-1 1 0 0,0 1-1 0 0,0 0 0 0 0,0-1 0 0 0,-4-15-6531 0 0,3 12 4693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53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34 3433 0 0,'0'0'37'0'0,"5"-10"5176"0"0,-3-12-2070 0 0,-1 20-2961 0 0,-1 16 9 0 0,-12 149-10 0 0,-1 4-118 0 0,15 118 339 0 0,-2-285-404 0 0,0 1 0 0 0,0-1 0 0 0,1 1 0 0 0,-1-1 0 0 0,0 0 0 0 0,0 1 0 0 0,1-1 0 0 0,-1 1-1 0 0,0-1 1 0 0,1 0 0 0 0,-1 1 0 0 0,1-1 0 0 0,-1 0 0 0 0,0 1 0 0 0,1-1 0 0 0,-1 0 0 0 0,1 0 0 0 0,-1 0-1 0 0,1 1 1 0 0,-1-1 0 0 0,1 0 0 0 0,-1 0 0 0 0,1 0 0 0 0,-1 0 0 0 0,1 0 0 0 0,-1 0 0 0 0,1 0 0 0 0,-1 0-1 0 0,1 0 1 0 0,-1 0 0 0 0,1 0 0 0 0,20-1-69 0 0,-19 1 69 0 0,21-4-19 0 0,0-1-1 0 0,0 0 0 0 0,-1-2 1 0 0,1-1-1 0 0,21-11 0 0 0,52-17 98 0 0,-58 28-214 0 0,2 1 0 0 0,-1 2 1 0 0,1 1-1 0 0,70 4 1 0 0,-65 0-1708 0 0,-39 0-407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55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1116 2200 0 0,'2'-7'5395'0'0,"12"23"-5134"0"0,0 0 1 0 0,-1 1-1 0 0,-1 0 1 0 0,-1 0-1 0 0,10 21 1 0 0,38 98 44 0 0,-47-107-183 0 0,53 155-9 0 0,-58-164-97 0 0,24 55 56 0 0,-19-48 17 0 0,-9-19-11 0 0,0 0-1 0 0,1-1 0 0 0,0 1 0 0 0,0-1 0 0 0,1 1 1 0 0,-1-1-1 0 0,2-1 0 0 0,-1 1 0 0 0,1-1 0 0 0,10 9 1 0 0,-7-6 4 0 0,11 6 1126 0 0,-19-15-1187 0 0,0 0 0 0 0,-1 0 1 0 0,1 0-1 0 0,0 0 1 0 0,0 0-1 0 0,-1 0 0 0 0,1 0 1 0 0,0 0-1 0 0,-1 0 1 0 0,1 0-1 0 0,0 0 1 0 0,-1 0-1 0 0,1 0 0 0 0,0-1 1 0 0,-1 1-1 0 0,1 0 1 0 0,-1-1-1 0 0,1 1 0 0 0,0 0 1 0 0,-1-1-1 0 0,1 1 1 0 0,-1 0-1 0 0,1-1 1 0 0,-1 1-1 0 0,1-1 0 0 0,-1 1 1 0 0,1-1-1 0 0,-1 1 1 0 0,1-1-1 0 0,-1 0 0 0 0,0 1 1 0 0,1-1-1 0 0,-1 0 1 0 0,0 0-1 0 0,7-13 23 0 0,-2 1 0 0 0,0-1 0 0 0,-1 0 0 0 0,0-1 0 0 0,-1 1 0 0 0,-1 0 1 0 0,0-1-1 0 0,0-22 0 0 0,-12-126 230 0 0,3 85-149 0 0,8-409-100 0 0,5 333-68 0 0,-6 104 57 0 0,-2 1 1 0 0,-2 0-1 0 0,-3 0 0 0 0,-1 0 1 0 0,-3 1-1 0 0,-2 0 0 0 0,-21-51 1 0 0,30 88-26 0 0,0 1 1 0 0,1-1 0 0 0,0 0-1 0 0,1 0 1 0 0,-2-17-1 0 0,4 25 1 0 0,0 0 0 0 0,0 0 0 0 0,0 0 0 0 0,0 0 0 0 0,0 0 0 0 0,1 0 0 0 0,-1 0 0 0 0,1 1 0 0 0,0-1 0 0 0,0 0 0 0 0,0 0 0 0 0,0 1 0 0 0,1-1 0 0 0,-1 1 0 0 0,1-1 0 0 0,-1 1 0 0 0,1-1 0 0 0,0 1 0 0 0,0 0 0 0 0,0 0 0 0 0,0 0 0 0 0,1 0 0 0 0,-1 0 0 0 0,0 0 0 0 0,1 1 0 0 0,3-3 0 0 0,14-6-32 0 0,1 1 0 0 0,0 1 0 0 0,0 1 0 0 0,0 1 0 0 0,1 0 0 0 0,32-2 0 0 0,68-13-83 0 0,-111 19 116 0 0,0 0 0 0 0,0-1 0 0 0,0 0 0 0 0,15-8 0 0 0,-13 5 10 0 0,1 1-1 0 0,16-3 1 0 0,58-6-1 0 0,145-5 0 0 0,-88 11 2 0 0,-80 2-133 0 0,191-9-1671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55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471 194 6185 0 0,'-7'-30'3650'0'0,"0"5"-4123"0"0,1-13-1295 0 0,2 18 3205 0 0,1 0 0 0 0,-1-25 0 0 0,5 45-1435 0 0,-1-1-1 0 0,0 1 0 0 0,0-1 1 0 0,0 1-1 0 0,0-1 0 0 0,0 1 1 0 0,0-1-1 0 0,0 1 0 0 0,0-1 1 0 0,0 1-1 0 0,0-1 0 0 0,0 1 1 0 0,0-1-1 0 0,0 1 0 0 0,0-1 1 0 0,0 1-1 0 0,-1 0 0 0 0,1-1 1 0 0,0 1-1 0 0,0-1 0 0 0,-1 1 1 0 0,1-1-1 0 0,0 1 0 0 0,0 0 1 0 0,-1-1-1 0 0,1 1 0 0 0,0 0 1 0 0,-1-1-1 0 0,1 1 0 0 0,-1 0 1 0 0,1-1-1 0 0,0 1 0 0 0,-1 0 1 0 0,1 0-1 0 0,-1 0 0 0 0,1-1 1 0 0,-1 1-1 0 0,1 0 0 0 0,-1 0 1 0 0,1 0-1 0 0,0 0 0 0 0,-1 0 1 0 0,1 0-1 0 0,-1 0 0 0 0,1 0 1 0 0,-1 0-1 0 0,1 0 0 0 0,-2 0 1 0 0,1 1-12 0 0,-1 0 1 0 0,0-1 0 0 0,1 1-1 0 0,-1 0 1 0 0,1 0 0 0 0,0 0-1 0 0,-1 0 1 0 0,1 0 0 0 0,0 1-1 0 0,-1-1 1 0 0,1 0 0 0 0,0 1-1 0 0,-1 1 1 0 0,-4 9-20 0 0,0 1 1 0 0,1 0-1 0 0,-6 20 1 0 0,-10 25-11 0 0,14-42 24 0 0,1 1 1 0 0,1 0-1 0 0,0 0 1 0 0,1 1 0 0 0,1-1-1 0 0,-2 20 1 0 0,3 109-132 0 0,1-31 131 0 0,0 63 92 0 0,2-90-189 0 0,-1-87 113 0 0,0 0 0 0 0,0 1 0 0 0,0-1 0 0 0,-1 0 0 0 0,1 0 0 0 0,0 0 0 0 0,-1 0 0 0 0,1 0 0 0 0,-1 0 0 0 0,1 0 0 0 0,-1 0 0 0 0,0-1 0 0 0,1 1 0 0 0,-1 0 0 0 0,0 0 0 0 0,0 0-1 0 0,1-1 1 0 0,-1 1 0 0 0,0 0 0 0 0,0-1 0 0 0,0 1 0 0 0,0 0 0 0 0,0-1 0 0 0,0 0 0 0 0,0 1 0 0 0,0-1 0 0 0,0 1 0 0 0,0-1 0 0 0,0 0 0 0 0,0 0 0 0 0,0 0 0 0 0,-2 0 0 0 0,-40 1-113 0 0,36-1 144 0 0,-21-3-36 0 0,1-1 0 0 0,-40-12 0 0 0,49 11 21 0 0,1 1 0 0 0,-2 0 0 0 0,1 1 1 0 0,-32 0-1 0 0,296-6 145 0 0,-36 2-162 0 0,-164 3-356 0 0,-34-14-364 0 0,-10 14 350 0 0,1-1-1 0 0,-1 0 1 0 0,0 0-1 0 0,0 1 1 0 0,-1-2-1 0 0,1 1 1 0 0,-1 0-1 0 0,0 0 1 0 0,0-6-1 0 0,-1-6-1849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56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10642 0 0,'0'0'214'0'0,"14"-3"499"0"0,21 5-695 0 0,-1 2-1 0 0,49 10 1 0 0,40 6 16 0 0,-95-18-19 0 0,0-1 0 0 0,-1-1-1 0 0,37-5 1 0 0,-50 3-82 0 0,0-1-1 0 0,0-1 0 0 0,0 0 0 0 0,0-1 0 0 0,-1 0 0 0 0,0-1 1 0 0,0 0-1 0 0,14-11 0 0 0,41-28-4822 0 0,-58 38 3388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3T02:37:56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111 134 11763 0 0,'0'0'-55'0'0,"1"8"-5"0"0,3 12-24 0 0,-2-1 0 0 0,0 1 0 0 0,-1-1 0 0 0,-1 1 0 0 0,-1 0 0 0 0,-4 27 0 0 0,-32 114-666 0 0,31-139 790 0 0,5-18 17 0 0,0-1 185 0 0,1 1 0 0 0,-1-1 1 0 0,-1 1-1 0 0,1-1 0 0 0,0 0 1 0 0,-4 6-1 0 0,4-8-220 0 0,1-1 1 0 0,0 0-1 0 0,0 0 0 0 0,0 1 1 0 0,-1-1-1 0 0,1 0 1 0 0,0 0-1 0 0,0 0 0 0 0,-1 1 1 0 0,1-1-1 0 0,0 0 0 0 0,-1 0 1 0 0,1 0-1 0 0,0 0 0 0 0,0 0 1 0 0,-1 0-1 0 0,1 0 0 0 0,0 0 1 0 0,-1 0-1 0 0,1 0 1 0 0,0 0-1 0 0,-1 0 0 0 0,1 0 1 0 0,0 0-1 0 0,-1 0 0 0 0,1 0 1 0 0,0 0-1 0 0,0 0 0 0 0,-1 0 1 0 0,0 0-1 0 0,-12-15-223 0 0,7 3 227 0 0,1 0-1 0 0,0 0 1 0 0,1 0 0 0 0,0 0 0 0 0,0-1 0 0 0,2 1 0 0 0,-1-1-1 0 0,2 0 1 0 0,0 0 0 0 0,0 0 0 0 0,1 0 0 0 0,3-21 0 0 0,4-14-24 0 0,2 1 0 0 0,16-49 0 0 0,-15 62-22 0 0,-7 22 13 0 0,-2 5-6 0 0,1-1 0 0 0,0 0 0 0 0,1 0 0 0 0,0 1 0 0 0,0 0 0 0 0,0-1-1 0 0,1 1 1 0 0,5-8 0 0 0,-6 14 6 0 0,-1-1 0 0 0,0 1 0 0 0,0-1 0 0 0,1 1 0 0 0,-1 0 0 0 0,1-1 0 0 0,-1 1 0 0 0,1 1 0 0 0,0-1 0 0 0,-1 0 0 0 0,1 1 0 0 0,0-1 0 0 0,0 1 0 0 0,-1 0 0 0 0,1 0 0 0 0,0 0 0 0 0,0 0 0 0 0,-1 0 0 0 0,1 0 0 0 0,0 1 0 0 0,-1 0 0 0 0,5 1 0 0 0,-3-1 6 0 0,0 0 1 0 0,0 1 0 0 0,0-1-1 0 0,0 1 1 0 0,-1 0 0 0 0,1 0-1 0 0,-1 1 1 0 0,1-1-1 0 0,-1 1 1 0 0,1 0 0 0 0,-1-1-1 0 0,0 1 1 0 0,3 5-1 0 0,20 29 27 0 0,54 57 0 0 0,-11-16 48 0 0,-58-64-84 0 0,53 71 50 0 0,-56-73-23 0 0,-1 1 1 0 0,0-1 0 0 0,0 2-1 0 0,-2-1 1 0 0,6 17 0 0 0,0-9 60 0 0,-10-19-38 0 0,1-1 1 0 0,-1 1-1 0 0,0 0 0 0 0,0-1 0 0 0,0 1 1 0 0,0 0-1 0 0,0 0 0 0 0,0 0 0 0 0,-1 0 1 0 0,1 0-1 0 0,0 0 0 0 0,-1-1 0 0 0,0 2 1 0 0,1-1-1 0 0,-1 0 0 0 0,0 0 0 0 0,0 0 1 0 0,0 0-1 0 0,0 0 0 0 0,-1 0 0 0 0,1 0 1 0 0,-1 3-1 0 0,-2-3-20 0 0,0 0 0 0 0,0 0 0 0 0,0 0 1 0 0,0 0-1 0 0,0 0 0 0 0,0-1 0 0 0,0 0 0 0 0,0 1 0 0 0,-1-1 0 0 0,1 0 1 0 0,-1-1-1 0 0,1 1 0 0 0,-5 0 0 0 0,0 1 17 0 0,-30 5 115 0 0,-39 2 1 0 0,39-5-12 0 0,-44 10 1 0 0,45-5-88 0 0,-55 12-12 0 0,83-19-9 0 0,1 1 1 0 0,-1 0 0 0 0,1 0-1 0 0,-1 1 1 0 0,-12 8 0 0 0,1-2 39 0 0,9 4-90 0 0,7-4-1071 0 0,4-3-3687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3:15.2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53 6289 0 0,'-12'-4'1857'0'0,"19"-36"409"0"0,-1 31-5335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3:15.2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53 6289 0 0,'-12'-4'1857'0'0,"19"-36"409"0"0,-1 31-5335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3:15.2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53 6289 0 0,'-12'-4'1857'0'0,"19"-36"409"0"0,-1 31-5335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18T05:38:21.17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3363 13948 256 0,'0'0'-19'0,"0"0"23"0,0 0 29 0,0-2 8 0,0 1 35 15,0-1-3-15,0 0-21 0,0 1-2 0,0-1-6 16,0 0-19-16,0 1-5 0,0-1 0 0,0 0-3 16,-1 1 2-16,1-1 7 0,-2-1 4 0,0-1 0 15,1 1 7-15,-1 0 2 0,2 0-1 0,0-1 1 16,0 1 3-16,0 0-10 0,0-4-3 0,0 0-4 15,0-1-1-15,0 0 0 0,0 1 11 0,0-1-8 0,0 1 7 16,0 1-2-16,0-2-9 0,0 3 6 0,0-2-9 16,0 0 5-16,0 2-8 0,0 1 5 0,0-1-22 15,0 1 7-15,0-1 2 0,0 2 1 0,0 1-2 16,0 1-4-16,0-1 3 0,0-1-4 0,0-1 3 0,0 1 1 16,0 0-4-16,0 1 4 0,0 1-5 0,0-1-1 15,0 0 0-15,0 1-1 0,0-1 2 0,0 0-2 16,0 1 0-16,0-1-1 0,0 0 1 0,0 2 2 15,0 0-2-15,0 0 4 0,0 0 5 0,0 0-5 16,-2 0 5-16,1 2-6 0,-1 0 1 0,1-1-1 16,-1 1-1-16,0 0 1 0,1 1-4 0,-1 0 6 15,2-1-6-15,-3 9 6 0,1-1-8 0,0 2 5 0,1 1-2 16,-1-1 4-16,-1 3-9 0,1-1 5 0,0 1 0 16,1 3 2-16,-1 1 1 0,-1 0-5 0,0 5 5 15,-1-1-6-15,1 1 5 0,0 3-3 0,-1-4 2 16,1 3-1-16,0-1 7 0,-1-5-4 0,1 5-4 15,1-7 1-15,1 3 0 0,-1 4-1 0,0-7 3 0,1 7-2 16,1-3 6-16,0-1-5 0,0-1 1 0,0-2-2 16,0 2-4-16,1 0 8 0,1 1-4 0,0 2 7 15,-1-1-12-15,1-1 5 0,1 1 0 0,-1-1 1 16,0 2 3-16,-1 5-4 0,1 0-2 0,-2 2 1 16,0 0 5-16,0 0 1 0,0 1 0 0,0-1 0 15,-2-1-1-15,1-1-7 0,1-1 5 0,0-1-5 0,0 1 8 16,0-6-3-16,0 1-1 0,1-3-1 0,1 0-2 15,1 2 0-15,1 1 2 0,-1-1 0 0,0 1 5 16,1-1-6-16,-1-1 0 0,0 1-1 0,0-1 3 0,-1 3 3 16,0-1-1-16,-1-1-1 0,1 1-5 0,-2-1 5 15,0 1-2-15,0-1 3 0,0 4-1 0,0 0 0 16,0 3-3-16,0 1 1 0,0 1-5 0,-2 2 10 16,1 2-5-16,-3 3 6 0,1 1-7 0,0 1-2 15,0-1 5-15,-1 0-3 0,1 0 6 0,0-2-4 16,-1 4 0-16,1 0-2 0,1-2-7 0,1 0 10 15,-1-5-3-15,2 0 4 0,0 0 0 0,0 1-3 16,0-1 4-16,0 2-4 0,0 0 0 0,0 1-4 16,-2 2 3-16,1 3-3 0,1-1 11 0,-2 5-10 15,2-6 7-15,0 1-7 0,0 0 11 0,0-6-7 0,0 3 0 16,0-4-1-16,0-2 0 0,0-1 2 0,0-2-1 16,0 0 2-16,0 0-5 0,0 2 3 0,0 1-2 0,2 0 2 15,-2 2 0-15,0 4-2 0,1-1 5 0,1 4-4 16,-2-2 7-16,0 1-5 0,0 1-1 0,0-4 0 15,0 2 1-15,0-3 2 0,0 0-5 0,-2-1 2 16,-1-1 2-16,0 0-3 0,-1-3 4 0,1-2-4 16,0-1-4-16,0 1 5 0,-1-3-2 0,3-1 2 15,-1 3-1-15,0-1 0 0,1 1 3 0,-1-3-1 16,2-1-2-16,0-1 0 0,0-2 0 0,0-4-1 0,0-1-2 16,2 2 2-16,-1-4-2 0,1 0 3 0,0-1 9 15,-1-2-8-15,1-1 2 0,0 0-3 0,-1-1-3 16,-1-1 5-16,2 2 2 0,0 0 1 0,-1 2-1 0,1 1-4 15,-1-6-21-15,1 3-2 0,0-3-142 0</inkml:trace>
  <inkml:trace contextRef="#ctx0" brushRef="#br0" timeOffset="1">3322 17786 120 0,'0'0'23'0,"0"0"0"16,0 0 12-16,0 0-2 0,0 0-1 0,0 0 5 15,0 0 7-15,0 0 6 0,0 0 1 0,0 0 24 16,0 0 8-16,-2 0-8 0,1 0 6 0,-1 0-23 16,1 0-5-16,-1 0 0 0,0 0-1 0,1 0-3 0,-1 0 1 15,0 0-1-15,1 0 1 0,-1-2 2 0,0 1-9 16,1-1-2-16,-1 0-3 0,0 1-4 0,1-1-3 16,-1 0 0-16,0 1-2 0,1-1-3 0,-1 0-10 15,0 1 4-15,1 1-6 0,-1 0 10 0,0-2-8 16,1 2 3-16,-1 0-4 0,1 0 6 0,-1 0-9 15,0 0 4-15,1 0-5 0,-1 0-1 0,0 0 0 16,1 0-2-16,-1-1 1 0,0 1 2 0,1 0-11 0,-1 0 0 16,0 0-2-16,1 0 5 0,1 0-1 0,0 0 0 15,0 0-2-15,0 0-4 0,0-2 4 0,1 2 3 16,1-2 0-16,0 2-2 0,-1-1 5 0,3-1-5 16,1 2 5-16,9-3-3 0,1 1-1 0,3 0 4 0,2 1-2 15,0-1-3-15,3 0 5 0,4 1-8 0,-1-1 6 16,4 0-3-16,-2 2-6 0,-2 0 5 0,2 0-5 15,0 0 6-15,5 0 6 0,-5 0-8 0,2 0 4 16,-2 0-8-16,-3 0 4 0,1 0 4 0,1 0-3 16,2 0 1-16,1 0 3 0,3 0-4 0,0 0 6 15,0 0-2-15,5 0-4 0,3 0 2 0,4 0-4 16,1 0 2-16,-1 0 7 0,-1 0-5 0,-1 0 5 0,2 0-10 16,-1 0 3-16,-1 0-3 0,-2 0 4 0,-1-1 3 15,1 1-3-15,2 0 1 0,2-2-2 0,1 0-6 16,8-1 9-16,-1 0-3 0,5 0 4 0,0-1-8 15,1 1 2-15,-4 0 1 0,-3-1 1 0,0 3 6 0,-9-1-2 16,6-1-1-16,-1-1-2 0,-2 1-9 0,5 0 9 16,4-1 0-16,3 3 4 0,3-1-2 0,3 1-5 15,-3-3-1-15,-2 1-2 0,-1 1 3 0,-5 1 6 16,0-1-3-16,-2 0 4 0,5 1-13 0,-1-1 5 16,4 0 3-16,9 2 0 0,-4 0 0 0,7 0 3 15,-3 0-6-15,-9 0 5 0,2 0 2 0,-6 0-5 16,1 0 5-16,3 0-5 0,1 0 5 0,7 0-5 15,4-1-3-15,0-1 0 0,5 0 4 0,-7 1 0 0,-1-3 2 16,-4 1-2-16,-4 0 2 0,-1 0-2 0,6-1 6 16,1 1-5-16,3 1 5 0,4 1-9 0,-1-1 0 15,-1 0-3-15,-3 1 10 0,-9-1-4 0,-4 0 1 16,1 1-1-16,-3-1 5 0,3 2-6 0,2 0 4 0,4 0-4 16,-2 0 6-16,-3 0-5 0,-2 0-3 0,-9 0-1 15,4 0-2-15,-6 0 5 0,-4 0 2 0,-7 0 0 16,-2 0 2-16,-1 0 3 0,0 2-5 0,-2-1 4 15,-4 1-10-15,-1 1 0 0,1 1-48 0,-3-1-4 16,0 2-348-16</inkml:trace>
  <inkml:trace contextRef="#ctx0" brushRef="#br1" timeOffset="2">3372 17649 256 0,'0'0'-62'0,"0"0"33"0,0 0-19 16,0 0 4-16,0 0 44 0,0 0 0 0,0 0 4 16,0 0-9-16,0 0 8 0,0 0 0 0,0 0-5 15,0 0 9-15,0 0-7 0,0 0 36 0,0 0 15 16,0 0 3-16,0 0 2 0,0 0-5 0,0 0-1 0,-2 0-1 15,0 0 2-15,1 0 7 0,-1 0-6 0,0 0 1 16,1 0-5-16,-1 0-11 0,2 0-5 0,-2 0-2 16,1 0-1-16,-1 0-7 0,0 0-1 0,1 0-6 0,-1 0 3 15,1 0-10-15,-1 0 7 0,0 0-3 0,1 0 4 16,-1 0-5-16,0 0-6 0,1 0 6 0,-1 0-7 16,0 0-2-16,1 0-3 0,-1 0-1 0,0 0 0 15,1 0 0-15,-1 0 2 0,0 0 0 0,1 0 1 16,-1 0-1-16,2 0-1 0,0 0-3 0,0 0 2 15,0 0 4-15,0 0 17 0,0 0-1 0,0 0 9 0,0 0 10 16,0 0-16-16,0 0-2 0,0 0-6 0,0 0-8 16,-2 0-3-16,1 0 7 0,-1 0-7 0,1 0 0 15,-1 0 3-15,0 0-5 0,1 0 3 0,-1 0-3 16,0 0 5-16,1 2-4 0,-1-1 5 0,0 1-2 0,1 0-8 16,-1-1 8-16,0 1-9 0,2-1 6 0,0 1-3 15,0 0 5-15,0-1-3 0,0 1 2 0,0 0 5 16,0-1-6-16,0 1 5 0,0 0-7 0,0-1 5 15,0 1 3-15,0 0 2 0,0-1 0 0,-1 1 6 16,1 0-5-16,-2-1 6 0,2 3-6 0,-2-1-4 16,1 0 2-16,-1 0-2 0,0 1 3 0,1-1 6 15,1 0-7-15,-2 4 7 0,0 0 6 0,1 1 3 16,-1-2-1-16,1 1-1 0,-1-2-4 0,2-3-2 0,-2 1 1 16,1 2-3-16,-1-2-8 0,0 1 2 0,1 0 0 15,-1 0 2-15,-1 2 1 0,3-4-4 0,-2 3 1 16,0-2-1-16,1 1 3 0,-1 1 1 0,0-2 3 15,2-2-1-15,0 1 6 0,-1 1-6 0,-1 1-3 0,0-1 1 16,1 0 6-16,-1-1 4 0,1 0 1 0,-1-1-2 16,0 1-7-16,1 0-6 0,-1-1 1 0,0 1-2 15,1 0-3-15,1-1-1 0,0 1 4 0,0 0-2 16,0-1 8-16,0 1-7 0,0-2 0 0,-2 0-1 16,0 0 8-16,2 0 5 0,-1 0-3 0,1 0 2 15,-2 0-1-15,2 0-7 0,0-2 8 0,-2 1-9 0,2-1 1 16,-1 0 3-16,1 1-6 0,0-1 6 0,0 0-1 15,0-1-1-15,0 0 2 0,0-1-2 0,0-2 4 16,0-4-5-16,0 3-2 0,0-1-1 0,0 0-5 16,0-2 5-16,0 0-3 0,0 0 4 0,0 2-3 0,0-1-1 15,1 0 4-15,1 0-5 0,0-1 0 0,-1 0 3 16,1 2-2-16,0 0 3 0,-1-2-7 0,1 0 2 16,0 0-1-16,-1 0 1 0,1-1 1 0,0 1 4 15,-1-2-4-15,1 1 4 0,-1-1-1 0,1 1-12 16,0-1 9-16,-1 2-9 0,1-1 15 0,1-1-6 15,1 2 1-15,-1-1-2 0,0 1-4 0,-1 1 4 16,1-2 0-16,1 3 2 0,-1-2-1 0,0 0 3 16,2-3-5-16,0 1 3 0,0-1 0 0,0 0-5 0,0-1 3 15,0 1-4-15,0 0 2 0,0 0 2 0,0-2-1 16,0 0 1-16,0-2 4 0,0 4-4 0,0 0 5 16,-2 2-5-16,2-4-4 0,0 0 8 0,0-2-6 15,0 1 6-15,1-1-7 0,-1 2 5 0,0-1-2 0,-2 3 4 16,1-1-2-16,-1-2 0 0,0-1 4 0,1 1-3 15,-1 1 4-15,0-1-2 0,-1 1-5 0,1-2 3 16,-1 2-6-16,-1 0 4 0,1 1 2 0,0 2 1 16,1-1-3-16,0 0-1 0,1 1 2 0,-1-3-2 15,2 4 1-15,0-1 1 0,1-1-1 0,-1 3 2 16,0-2-2-16,0 1-2 0,0-1 1 0,0 1 0 0,0-1 0 16,0 1 1-16,-2-1-2 0,1-1 1 0,-1 1 5 15,0-1-4-15,2 0 3 0,0 1-4 0,0-1 0 16,0 0-3-16,0-2 3 0,-2 2-1 0,1 1 1 15,-1-1 0-15,0-2-1 0,2 0 0 0,-1-1 2 0,-1 1-1 16,0 2 0-16,0-4-1 0,1 4 7 0,1-2-8 16,-2 2 2-16,2 0-3 0,0-4 3 0,0 1 4 15,0-1-4-15,0-1 2 0,0 3-2 0,0 2 1 16,1-4 3-16,-1 1-3 0,0 1 0 0,2-2-3 16,-4 6 3-16,0 1-3 0,2-2 3 0,0 2 1 15,0-1-5-15,-1 1 3 0,0 0-4 0,1-1 5 16,0 1 1-16,-1 1 1 0,1-1-2 0,-2 1-4 0,2-1 6 15,0 0-4-15,0 0 2 0,0-2-2 0,1-1 0 16,1 1 0-16,0-1-1 0,-1 2 5 0,1-1-7 16,-1-1 8-16,-1 1-4 0,2-1 0 0,0 0 4 15,-3 1-3-15,3 1 1 0,0-1-2 0,-1-1 2 16,-1 2-2-16,0-1-2 0,0 0 2 0,0 2-6 0,2-3 5 16,-2 3 1-16,0 0-1 0,0 1 2 0,3-6-2 15,-3 3 5-15,1-1-6 0,1-2 4 0,-2 3-4 16,3-2 8-16,-3 4-10 0,2-4 6 0,-1 3-6 15,-1 3 11-15,0-4-10 0,0 1 2 0,0 1-5 16,0-2 6-16,-2 5 3 0,1 1-5 0,-1 1 4 16,2-2-8-16,2-1 3 0,-3 1 2 0,0 1 1 0,2-2 3 15,3 1-4-15,-1 0 1 0,2 1-4 0,1-1 4 16,-1-1 0-16,0-2-1 0,2 5 0 0,-2-5 0 16,-1 2-1-16,3 1 3 0,-4-1-1 0,4 1 9 0,-2 1-11 15,-4-1 2-15,4-1-4 0,0 0 6 0,2 1-6 16,1 0 4-16,-2 1-4 0,3-1 14 0,-3 1-10 15,-1-3 1-15,0 4-3 0,-2-3 5 0,4 0-4 16,-2 1 1-16,3 1-2 0,-2-1 6 0,1-1-4 16,3 1 0-16,-4-1-2 0,6 1-7 0,-2-1 11 15,1 2-4-15,-4-1 5 0,-2 0-4 0,3 1-1 16,-5-1-1-16,5 2 0 0,-3 0 7 0,0 2-8 16,2 0 8-16,-4-1-8 0,0 3 4 0,-1-1 2 0,1-1-5 15,-3 1 3-15,5-1-6 0,-2 1 6 0,0 0 2 16,2 1 1-16,-1-1 0 0,2 0-5 0,-1 1 1 15,0-1-3-15,2 0-1 0,-3-1 8 0,5 2-6 16,-1-4 5-16,0 1-5 0,4 1 1 0,1 0 3 16,0-1-1-16,2 1 1 0,-2 1 2 0,0-1-4 0,2 0 3 15,-2 0-1-15,0-1-5 0,0 1 7 0,0 1-6 16,1-1 8-16,2-12-7 0,-1 5 0 0,-2 4-2 16,0 1 3-16,2 0 2 0,0 0-1 0,1 0 2 15,1 0-2-15,-1 1 1 0,-1 1-1 0,1-2 0 16,-1 0 0-16,-2 0-1 0,1 0 0 0,-1 0 1 15,0 0-3-15,0 1 3 0,0-1 0 0,2 0 1 16,-2 1-3-16,0 1 2 0,4-2-2 0,-4 2 2 0,3-1 3 16,-1 1-2-16,0 0 1 0,1 1-2 0,2-1-4 15,2 0 3-15,3-1-1 0,-1-1 2 0,-1 2-1 0,-1 0 1 16,1-1 0-16,-3 3-1 0,0-3 1 0,2 1 2 16,-2 0-4-16,2 1 2 0,3 1-3 0,-1 1 4 15,-4 0 2-15,0 0-1 0,-3 0-6 0,1 0 2 16,-1 0 1-16,-2 0 1 0,3-2 4 0,-2 0-4 15,0 1 0-15,1-1-1 0,2 0 4 0,-1 1-3 16,4-1-3-16,0 0-1 0,1 1 2 0,-1-1-1 16,3 0 7-16,3 1-4 0,1-1 1 0,7-1 3 15,-6 1-8-15,3 0 5 0,2 2-6 0,-1 0 7 16,-3-1-1-16,3-2 3 0,-3 1-4 0,-6 0-4 0,4 1 3 16,-2-1-3-16,-1 0 6 0,1-1-3 0,1-2 3 15,2 2-2-15,0-1 6 0,5-1-7 0,2 0 2 16,-1 2-3-16,6 0-1 0,-2 0 3 0,-5 1-1 15,3-1 1-15,-5-1 1 0,2-1 2 0,5 2-4 0,-6 0 2 16,1 1-3-16,-5-1 2 0,0 1 3 0,0 0-1 16,1-1-4-16,1 2 2 0,-2-3-4 0,2 3 4 15,1-1 2-15,0-1-4 0,4 1 4 0,1 0-4 16,2 2 8-16,-2-1-6 0,2-1-2 0,-5 2-1 16,-2-2 3-16,2 1 1 0,-3-1 1 0,-4 2-1 15,2-2-4-15,-3 2 4 0,-2-1-1 0,4-1 2 0,-1 0-1 16,0 2-1-16,1 0-1 0,1 0-2 0,3 0-1 15,-3 0 4-15,5 0 1 0,-2 0 1 0,-8 0-1 0,5 0-1 16,-3 0 0-16,3-1-1 0,0 1 1 0,-5 0 4 16,2 0-6-16,-7 0 3 0,2 0-2 0,-2 0-3 15,-2 0 8-15,1 0-5 0,-1 0 4 0,1 0-5 16,1 0 1-16,-2 0-1 0,1 0 6 0,-1 0-7 16,1 0 3-16,1 0-4 0,0 0 6 0,0 0 1 15,-2 0-1-15,4 1 0 0,0-1 0 0,0 0 0 16,-1 0 0-16,3 2 0 0,-1 0 5 0,4 1-122 15,0 0-43-15</inkml:trace>
  <inkml:trace contextRef="#ctx0" brushRef="#br1" timeOffset="3">9340 17542 256 0,'0'0'43'0,"0"0"-20"0,0-2 15 15,0 0 10-15,0 1-21 0,0-1 8 0,0 0-18 16,0-1 3-16,0 0-11 0,0-1-9 0,0 1 20 16,0 0-7-16,0-1 11 0,0 1-5 0,1 0 14 15,-1 0-1-15,0-1 6 0,0 1-4 0,0 0-5 16,0-1-3-16,0 1-2 0,0 0-20 0,0-1 2 0,0 3 1 15,0-1 0-15,0-1 10 0,0 1 10 0,0 1-2 16,0-3 6-16,-1 1 6 0,-1 1 13 0,0-1 2 16,1 0 3-16,-1-1 1 0,0 1-22 0,2 1-7 0,-3-4-4 15,1 1-17-15,1 0 0 0,-1 2 6 0,2 1-6 16,0 0-3-16,0 1 7 0,0-1-2 0,-3-1 3 16,-1-1-11-16,3 1 4 0,-1 1-5 0,0 1 4 15,1-1-4-15,-1 0 1 0,1 1-3 0,-1-1 3 16,0 2-5-16,1 0 8 0,-1 0 1 0,0 2 2 15,1-1-3-15,-1 1-1 0,0 1 1 0,1 4-1 16,-3 10 0-16,3 1-2 0,-1 0 1 0,0 2-1 0,2 0-1 16,0 1 1-16,0-1 4 0,0 1-1 0,0 1 1 15,0 1-1-15,0-2-2 0,2 1 2 0,0 1 9 0,-1-2-6 16,1 1 0-16,0-1-2 0,-1-4 5 0,1 3 8 16,0 1 5-16,-1-4-1 0,1 2 5 0,0-4-3 15,-1-3-4-15,1 1 1 0,0-1-10 0,-1 1 11 16,1 0-2-16,-1-1 5 0,-1-4 3 0,0-5-1 15,0 1 2-15,0-3-1 0,0 2 5 0,0 1-8 16,2-1 1-16,0 0-5 0,-1-1-2 0,1 0 6 16,0-1 0-16,-1 1 2 0,3-2 3 0,-1 0-12 15,0-2-2-15,2-1-1 0,3-5-2 0,2-17-6 16,0 2 5-16,2-4-6 0,-2-1-1 0,1-1 1 0,1-3-4 16,-1 3 3-16,1-3-3 0,-2 1-1 0,0-1 2 15,0 3 0-15,1-3 4 0,-1 4-5 0,2 3 6 16,-1 2-4-16,-4 2 4 0,3 1-2 0,0 4 0 15,-5 1 0-15,5 1 3 0,-4 3-1 0,-1 1-4 0,-2 0 3 16,1 3 0-16,-3 1-6 0,4 3 4 0,2 1-4 16,-5-1-4-16,1 1 3 0,0-1-2 0,0-1 3 15,1 3-1-15,-1-1-1 0,0 0-10 0,1 1-1 16,-1-1-72-16,0 0-89 0,5 1-23 0,1 1-31 16,-3 0-168-16</inkml:trace>
  <inkml:trace contextRef="#ctx0" brushRef="#br1" timeOffset="4">9703 17935 186 0,'0'0'64'0,"0"0"-22"15,0 0 67-15,0-2-14 0,0 0-6 0,0 1-32 16,0-1 3-16,0 0-14 0,0 1-5 0,0-1 2 16,0-1-3-16,0-1 1 0,0 1-14 0,0 0-5 15,0 1 1-15,0 1 0 0,0-1 16 0,0 0 5 16,0 1-2-16,0-3 2 0,0 1-10 0,0 0-5 16,0-1-3-16,1 3-1 0,1-1-8 0,0 0-12 15,-2 1 4-15,0-1-6 0,0 0 9 0,0 1-9 0,0-1 1 16,0 1-4-16,0-1-1 0,0 0 1 0,0 1 3 15,0-1-1-15,0 0 5 0,0 1 8 0,1 1 5 16,-1-2-1-16,0 2 0 0,0 0 9 0,0 0-6 16,0 0 7-16,2 0-4 0,-2 0-4 0,0 0-1 0,2 0-1 15,-2 0-8-15,0 0 1 0,0 0-1 0,0 0 0 16,0 0-8-16,0 0-1 0,0 0 2 0,0 0-2 16,0 2-2-16,0-1-2 0,0 3-2 0,0-1 3 15,0 3 1-15,0 9 2 0,-2 3 2 0,2 2-1 16,0-2-3-16,0-1-1 0,0-2 1 0,0-2 0 15,-2 2 0-15,2 0 4 0,0 0-6 0,0 0 5 16,-1 1-12-16,-1-3 10 0,0 2-1 0,1 0 3 0,-4 1-3 16,1-1 0-16,-1 4 3 0,0-5-3 0,1 3 0 15,-1-2 1-15,0-2 1 0,0 0 1 0,0-1-1 16,1-4 10-16,-1 0-5 0,4-3 10 0,-1 0 11 0,1-2-6 16,-1 1 5-16,2-3-7 0,0 1-5 0,-2 1 17 15,1 1 3-15,-1-1 5 0,0 0 10 0,1-1-27 16,-1 0 0-16,0-1-8 0,1 1-1 0,-1-2-3 15,0 0-1-15,1 0-1 0,-1-2 1 0,0 1-5 16,2-1 4-16,0-1-5 0,0-1 8 0,-1-9-4 16,1 2-5-16,-2-4 3 0,2 0-4 0,0-2 0 15,0 1 5-15,2-2-4 0,1 1 1 0,0-1-1 16,1 1 1-16,-1 1 0 0,0-2 0 0,1 1 0 0,1-1-3 16,-1 0 2-16,1 1 4 0,-1 4-7 0,-1 0 3 15,0 3-4-15,2-1-3 0,-1 1 7 0,-3 5-6 16,1 0 5-16,-2 3-4 0,0 0-2 0,3-1 2 15,0 0-2-15,1-1 4 0,-1 3-7 0,-1 1 5 16,9-3-5-16,-1 3 10 0,-2 0-3 0,-1 0 3 0,5 1-3 16,-1 2-2-16,2 2 6 0,-1 0-5 0,-2 0 5 15,-4-1-11-15,3 2 3 0,-3-1 3 0,1 0 0 16,-1 0 4-16,1 5-1 0,-5 2-2 0,4-1 1 16,-1 1-3-16,-1-1 2 0,-1-1 4 0,5 0-1 15,-1 0 0-15,-2 0 0 0,-2-2-1 0,0 0 1 16,1 2 1-16,-3-1-3 0,-1-1 2 0,0-2-1 0,0 1-1 15,-1 0 5-15,-1-1-1 0,0 1 3 0,-1-1 2 16,0 1-4-16,-1 0-3 0,-14-1-1 0,5 1-5 16,-8-2 6-16,6 1 2 0,0 1 1 0,0-2-5 15,3 0 6-15,-7 0-7 0,5-2 4 0,-2 1-7 0,3-3 6 16,3 7 0-16,0-1 1 0,0-2-8 0,0-2 3 16,7-3 1-16,-2 2 0 0,2-2 5 0,-1 2-8 15,1-1 3-15,0 1-4 0,-1 0-1 0,3-1 5 16,-1 1-6-16,0 0 6 0,1-1-4 0,-1 1-2 15,0-1-1-15,1 1-2 0,-1 0-27 0,2-1-33 16,0 1-2-16,0 0-7 0,2-1 13 0,-1 1 5 16,3 0 6-16,-1-1-1 0,14 1 15 0,1-2 7 0,5-3 1 15,-2-4 2-15,4-3 11 0,5-1-6 0,-4-3 7 16,1 0-5-16,1-3 19 0,-5 15-2 0,3-19 5 16,-3-2-3-16,2 0 6 0,-4-2-1 0,3 0-2 15,-1-3 1-15,-2 0 9 0,-1-2 31 0,0 1-3 16,0 0 12-16,-2 5 5 0,0 2-20 0,-2 1 4 0,-2-1-13 15,-5 6-18-15,-2 4 35 0,0 4-12 0,-6 5 20 16,3-2-7-16,-3 1-21 0,1 1 5 0,-2 1-12 16,0 1-10-16,0-3 3 0,0 1-3 0,-2 1 4 15,1 1-3-15,-1 1-4 0,-1 0-1 0,-7 0-1 16,0 3 0-16,0 2 0 0,0 2 1 0,2-4 1 16,0 14 3-16,1-4-2 0,0 2-3 0,2-2 1 0,0-2-1 15,4 3 2-15,-1-5 0 0,0 3 0 0,-7 1-8 16,2 0 8-16,2 1-3 0,2-3 4 0,1-2-8 15,2-1 5-15,0-2-2 0,0 3 3 0,0-1 4 0,2-2-6 16,1 4 1-16,-1-3-5 0,3 3 1 0,-2-3 5 16,0-1 1-16,1 1 2 0,-1-2-2 0,0 0-4 15,4 1 0-15,1 1-1 0,0-2 4 0,-1 0 0 16,-1 0 0-16,-1-2-1 0,2 2 1 0,-4 0 5 16,1-2-5-16,-3 1 4 0,3 0-10 0,-3 0 5 15,1 1 1-15,1 0 1 0,-1-2 6 0,1 2-6 16,-1-2 4-16,-1 1-5 0,3 1 2 0,-1-1 1 15,-1 1 3-15,-1-1 0 0,1 1 3 0,0 0 6 0,-2 0-5 16,0 0 6-16,0 0-5 0,0-1 3 0,0 0-1 16,-2 1 1-16,-1 1 2 0,-1-1-3 0,1 0 4 15,-12 0-3-15,0 0 1 0,0 0 6 0,2 0-5 16,0 0 4-16,0-2-7 0,1 1-4 0,-1-1 4 16,2 0-4-16,1 1 6 0,0-3-16 0,2 2 1 15,1-1-4-15,0 1 6 0,4 1-3 0,-2-3 5 0,-2 3-5 16,3-3 1-16,-1 3-38 0,0-3-27 0,3-1-11 15,-1 2-159-15,-1 1-389 0</inkml:trace>
  <inkml:trace contextRef="#ctx0" brushRef="#br1" timeOffset="5">2560 13125 256 0,'0'0'115'0,"0"-1"-38"0,0-1 63 0,-2 1 11 15,0-1-76-15,1-1-9 0,-1-1-26 0,0 1 6 16,1 0-3-16,-1-1 0 0,0 1-2 0,1 0-11 16,-1-1 8-16,0 1-4 0,1 0 4 0,-1 0 1 15,1-1 0-15,-1 3-9 0,0-1-2 0,2 0-9 0,0 1 4 16,0-1-18-16,0 0 0 0,0 1 2 0,0-1-2 15,0 0-3-15,0 2-1 0,0 0 2 0,0 2-1 16,0 0 4-16,0 1-2 0,0 5-1 0,2 17-1 16,0 3-5-16,-1 3 4 0,-1 2 0 0,0 2 5 15,0-2 9-15,0 4-4 0,0 1 3 0,0-2-3 16,0 2 6-16,0-2-2 0,0-4-1 0,0-1 0 16,-1 0-5-16,-1-4 5 0,0-1-2 0,-1-1 3 0,0-4-7 15,-1-1 9-15,1-2-2 0,0-1 6 0,-2-2 3 16,1-4-10-16,-1 1 3 0,2-4-6 0,0-1 9 0,0-1-3 15,-2 1 0-15,3-4-2 0,-5-1 0 0,-1 0-4 16,2 2 10-16,-3 1-9 0,1 0 5 0,0 0-6 16,0-1-3-16,-4-1 1 0,4-1 1 0,-2-1-8 15,0 1 1-15,2-2-2 0,-2 0 14 0,0 0 4 16,-2 0 1-16,4 0-1 0,-7 0-2 0,7 0-6 16,3 0 2-16,2 0-4 0,-1 0-5 0,1 0-7 15,0 0-1-15,1 0-2 0,0 0 5 0,1 0-5 16,-1 0 3-16,1 0-2 0,1 0 5 0,0 0-1 15,0 0 0-15,1 0-1 0,1 0-7 0,1 0 5 0,0 0-2 16,14-2 5-16,-1 1 5 0,3-1 3 0,0 0-4 16,0 1 3-16,2-1-5 0,-1-1 2 0,0-1-1 15,1 1 0-15,1 1-5 0,-3 1 3 0,3-1 2 16,-6 0 1-16,2 1 3 0,-3 1-5 0,-1-2 2 0,-1 1-2 16,0-1 6-16,-3 0 0 0,1 1 0 0,-1-1 0 15,0 0-3-15,0-1 1 0,-2 0-3 0,1-1 2 16,-6 3-2-16,2-3 0 0,-4 4 5 0,3-9-5 15,1 0-7-15,3-1-74 0,-1 0 2 0,-2 2-31 16,-2 0-47-16,-1 0-96 0,-1-4-42 0</inkml:trace>
  <inkml:trace contextRef="#ctx0" brushRef="#br1" timeOffset="6">2431 13244 1015 0,'0'-1'44'0,"-2"-1"42"0,1 0 23 0,-1-1-34 16,0 0 0-16,2 1-14 0,-1-6-29 0,1-2-8 15,0 2-3-15,0-1 0 0,1 1 3 0,3 0 2 16,1 0-3-16,1-2 0 0,1 2-16 0,6-1-4 16,0 3 0-16,0 1-1 0,1 1 2 0,-3 3-3 0,1-7 0 15,-1 1-1-15,-3 4-6 0,2-1-64 0,0 3 4 16,-1 1-31-16,2 0-54 0,-1 1-89 0,-2 1-39 15</inkml:trace>
  <inkml:trace contextRef="#ctx0" brushRef="#br1" timeOffset="7">2850 13383 907 0,'0'0'44'16,"0"0"-5"-16,0 0 39 0,0 0-11 0,0 0 1 15,0 0-45-15,0 0-15 0,0 0 0 0,0 0-5 16,0 0-2-16,0 0 1 0,0 0 0 0,0 2 1 0,0-1 2 16,0 3 2-16,-2 6 11 0,-3 9-5 0,-1 6 16 15,1 2 6-15,2-1 1 0,-2 2 3 0,1-1 13 0,-1-1-11 16,-1-1 0-16,1-2-6 0,-2 0-10 0,2-5 4 16,0 2-3-16,0-2 3 0,2-3-4 0,0-2-9 15,0 0 3-15,-2-1-3 0,1-2 8 0,1-2-11 16,0 0 5-16,1-3-8 0,0 0-4 0,1-1 8 15,1-3-2-15,0 1 7 0,-2 1 12 0,0 1 7 16,1-1-4-16,-1-2 4 0,0 1-18 0,1 0-4 16,-1-2-5-16,1 0 1 0,-1-2-7 0,2 0 6 15,0-1-1-15,0-8 0 0,-2-9-7 0,2 0-5 16,0-3 6-16,0 0-4 0,2-2 7 0,0 0-7 0,-1 2 0 16,2 0-1-16,1 3 5 0,1-1-3 0,-2 4 2 15,0-1-3-15,2 1-1 0,0 1-3 0,0 1 1 16,0 2 1-16,0 0 1 0,0 4 0 0,-2 3-3 0,2-4 2 15,0 3-2-15,-1 2 1 0,0-1-3 0,5-1 3 16,-1 2 2-16,5-1-3 0,-3 1 1 0,2 1-2 16,-1 3 0-16,1 1 0 0,-1 0 5 0,4 1-3 15,-3 3 3-15,-1 1-4 0,1 1 0 0,-1 2-2 16,4 2 0-16,-5 10 6 0,0-2-4 0,0-3 5 16,-2 0-1-16,2 2-3 0,2-4 0 0,-4 5-1 15,0-5 3-15,-3 0 1 0,3 4 4 0,-1-4 0 0,0 2-1 16,-1-3-1-16,-1-1-2 0,-3 1 0 0,-1-1-3 15,1-1 6-15,6 0-1 0,-4-3 3 0,-1-1 4 16,-1 1 0-16,-1-1 6 0,1 3-3 0,-2-1 11 0,0-3-7 16,-2 3-2-16,1-5-1 0,-4 4-9 0,-5 0 1 15,-13-4 0-15,1 4 1 0,-3-2 5 0,-3 1-5 16,-1-1 3-16,-1-2-3 0,4 1 2 0,-4-1 3 16,7-1 1-16,0 1 1 0,-5 0 4 0,4-1-11 15,0 1 1-15,2-1-3 0,2 0 0 0,6-1-3 16,-1 2 3-16,1 1-3 0,1-3-5 0,2 3 5 15,-1-1-19-15,4 2 4 0,0 0-118 0,1 3-221 16,4 2-184-16</inkml:trace>
  <inkml:trace contextRef="#ctx0" brushRef="#br1" timeOffset="8">4073 15512 80 0,'0'0'39'0,"0"0"7"0,0 0 37 0,0 0 8 16,0 0-11-16,0 0-16 0,0 0-24 0,-2 0 9 15,1 0-12-15,-1 0 1 0,0 0-10 0,1 0 2 0,-1 0-3 16,0 0 9-16,1 0-6 0,-1 0 1 15,1 0-2-15,-1 0-6 0,0-2 6 0,1 1-9 0,-1-1 7 16,0 0-9-16,1 1 0 0,-1-1 8 0,0 0-6 16,1 1 9-16,-1-1 4 0,0 0 1 0,1 1 1 15,1-3-2-15,0 1-7 0,0 0 3 0,-2-1-3 16,2 1 5-16,-2 2 9 0,1-1-5 0,1 0 7 0,-2 1-6 16,0-1 1-16,1 0-5 0,-1 1 3 0,1-1-11 15,-1 0 6-15,0 1-4 0,1-1 4 0,-1 0-3 16,0 2-13-16,1 0 5 0,-1 0-9 0,0 0-3 0,1 0 2 15,-3 2-1-15,1 0 2 0,0-1-1 0,-1 1 2 16,1 0-4-16,0 1 4 0,0 0 3 0,-1 1-4 16,4-3 2-16,-3 4-4 0,-2 2-1 0,2-2-2 15,1 0-3-15,0-2 1 0,1 0-8 0,-1 2 6 16,2-1 0-16,-2 0 3 0,2 3-4 0,0-4 3 16,0 4-5-16,0 0 3 0,0-4-4 0,0 4 4 15,0-1 0-15,0 1 2 0,2 1-8 0,0-1 7 16,-1 1-1-16,1-3 5 0,0 1-4 0,-1-1-3 15,1 0 1-15,0 0 0 0,-1-1 1 0,-1-3 3 16,2 3-5-16,1-1 3 0,-1-3-5 0,9 5 3 0,-1-2 0 16,5 0 2-16,-3-3 1 0,-1 0 0 0,1-1 3 15,-2-3-3-15,-2 1-1 0,-1 0 4 0,1-4-6 16,-6 6 6-16,3-9 2 0,-2 0-5 0,5 0 6 0,-1-2-6 16,-1 1-3-16,-1 1 5 0,-1-2-5 0,-3 6 7 15,-1-4-6-15,0 3-1 0,0 1 2 0,0-1-2 16,0 0 0-16,0 2 1 0,0 2-1 0,-1 0 2 15,-1-1 5-15,2 3 3 0,0-1-1 0,-2 2 2 16,-3-3-2-16,0 0-4 0,-3-2 3 0,1 1-3 16,1 1 2-16,3 1-2 0,-2 1-2 0,-2-1 1 15,0 2-2-15,2 0 4 0,-3 0 0 0,3 0 0 0,0 0-6 16,2 0 5-16,-2 2-7 0,2-1 5 0,-1 1-3 16,-1 1 3-16,4 2 0 0,-2 3 1 0,-1 1-7 15,1-1 2-15,0-1 2 0,-1 3-1 0,3-1-1 0,-8 1 2 16,1 4-5-16,3-3 4 0,4-3-1 0,-1 1-5 15,2-3 8-15,0-1-6 0,0 0 4 0,0 0 0 16,0-3-1-16,0-1 1 0,3 3-4 0,1-1 7 16,5 4-5-16,6-1 5 0,-2-2-6 0,1-3 4 15,-3-1 3-15,-3 0 0 0,6-1-2 0,-4-1-2 16,3-1 1-16,-3-1-1 0,-9 4 7 0,8-5-6 16,-8 4 1-16,4-9-2 0,3 1 8 0,-6 0-8 0,3 2 6 15,0-1-6-15,-2 1 14 0,-3 4-8 0,2-2 1 16,-2 0-4-16,0 2-7 0,0-1 5 0,0 3 0 15,0-1 5-15,-2-1 4 0,1-1-3 0,-3 1-2 16,3 3 0-16,-11-5 1 0,2 3-8 0,4 2 7 16,-4 0-8-16,2 2 4 0,-2 1 4 0,0 2-9 0,5-1 7 15,0-3-2-15,1 13-2 0,3-5 1 0,-4-2-2 16,0 0-2-16,3-4 3 0,-1 4-2 0,1-4 2 16,2 0 3-16,0-1-2 0,0 1 0 0,0 0-2 15,0-1 3-15,2 0 3 0,0-1 1 0,-1 1-2 16,3-2 2-16,-1 0-5 0,0 0 6 0,0-2-6 15,1 1 6-15,-1-1 1 0,0-1-2 0,1-1 1 16,-1 1-2-16,-1 0-4 0,-2 1-7 0,0 1-5 0,0-1-74 16,0-1-111-16,0-1-32 0,0 3-46 0,-2-1-310 15</inkml:trace>
  <inkml:trace contextRef="#ctx0" brushRef="#br1" timeOffset="9">4027 12998 119 0,'0'0'107'0,"0"-1"-11"16,0-1 59-16,0 0-3 0,-2-1-21 0,1 0-39 16,-1-2-29-16,-1-7 0 0,-1 1-11 0,1 1-16 15,0-2-12-15,-1 1 1 0,3 1-6 0,-1 0-6 0,2 5 9 16,0-2 2-16,-2-1 4 0,2 3 19 0,-1-5-6 15,-1 4-1-15,2 1-2 0,0 0-12 0,0 3-11 16,-2-1-3-16,1-1-3 0,-1 1-9 0,1 1-7 16,-1 1 6-16,2-1-8 0,0 0 7 0,0 2 1 15,0 0 0-15,-2 2 0 0,2 0 3 0,0 1-6 16,-1 12 3-16,-3 6-4 0,3-1 12 0,-1-2-6 16,0 2 4-16,1 0-5 0,-1-2 8 0,0-1-6 15,1-1 2-15,-1-1-4 0,-1 2-1 0,1 1 4 0,-1-2-2 16,1 2 4-16,-1 2-2 0,0 3-3 0,-1 0 5 15,-1 2-3-15,2 0 1 0,0 0-11 0,-1 0-8 16,1-2-4-16,1 1-55 0,1 0-51 0,1-3-25 16,0 1-15-16,0-4-146 0</inkml:trace>
  <inkml:trace contextRef="#ctx0" brushRef="#br1" timeOffset="10">3977 14045 141 0,'0'0'75'0,"0"0"-2"0,0 0 69 16,0 0-5-16,0 0-37 0,0 0-31 0,0 0-2 15,0 0-14-15,0 0-36 0,0 0 9 0,0 0-2 0,0 0 5 16,0 0-12-16,0 2-5 0,0 0-7 0,0-1 4 16,0 1-9-16,0 1 0 0,0 6 4 0,0 9 0 15,0 0 1-15,0 3-2 0,-1-1-5 0,-1 2 2 16,0 2 2-16,1 1-5 0,-1 0 3 0,0 1-4 16,1 4 4-16,-1 0 0 0,0 4-5 0,1-4-1 0,-1 0-35 15,1 0-57-15,-3-1 0 0,1-1-25 0,1-1-51 16</inkml:trace>
  <inkml:trace contextRef="#ctx0" brushRef="#br1" timeOffset="11">4019 15715 69 0,'0'0'71'15,"0"0"-6"-15,0 2 72 0,1-1-8 0,1 3 3 0,-2-1-23 16,5 12-12-16,-2-4-7 0,0 3-3 0,1-5-34 16,-3 3-41-16,1 1-2 0,1 4-13 0,1 1-25 0,-3-2-21 15,1-2-2-15,1 1-10 0,-1-2-32 0,0 2-45 16,-1-1-5-16</inkml:trace>
  <inkml:trace contextRef="#ctx0" brushRef="#br1" timeOffset="12">4111 16357 242 0,'0'2'108'0,"0"0"-35"16,0 1 106-16,-5 22-23 0,2-9-59 0,-1 1-29 15,3-2-3-15,-1-4-10 0,1 4-27 0,-1 3-7 0,0-1-9 16,1 1 3-16,1 0-16 0,0 0-6 0,0-1-1 15,0 1 0-15,0-3-2 0,1 1-5 0,1 1-3 16,0-4-1-16,-1 2-7 0,-1-2-23 0,0 0 5 16,0 1-15-16,0-1-16 0,0-2-27 0,0 3-6 0,2-1-7 15,-2 0-14-15,1 4 11 0</inkml:trace>
  <inkml:trace contextRef="#ctx0" brushRef="#br1" timeOffset="13">4098 16950 60 0,'0'2'46'16,"0"0"-5"-16,0 1 61 0,0 15 7 0,0 7 1 15,0 0 2-15,0-1-7 0,0-2-9 0,0 1 5 16,0-3-29-16,0 1-18 0,1-3-14 0,3 2 1 15,-3 2-27-15,1-6-7 0,0 4 0 0,1-3-4 0,0-3-2 16,1 1-17-16,-1 0 5 0,0 0-12 0,1 2-11 16,-1 1 1-16,-2-2-3 0,1 2 4 0,0-3 2 15,-1 2 8-15,1-2 6 0,0 1 1 0,-2-1 13 0,0 2 0 16,0-4 0-16,-2 0 2 0,0 0 10 0,1 0-1 16,-1 1 7-16,0-1-2 0,1-2 18 0,-1 3-4 15,1-3-5-15,-1 2 3 0,0-1 1 0,1-1-9 16,-1 3 4-16,0-3-8 0,1 2-12 0,-1 1 9 15,0-1-3-15,1 2 4 0,1 0-5 0,0 1-7 16,0 2 3-16,0-4-2 0,0 4 6 0,0-3-2 16,0-1 5-16,0 3-1 0,0-1 17 0,0-2-2 15,0-3 0-15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18T06:04:11.497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2895 13879 153 0,'0'0'33'15,"0"0"2"-15,0 0 34 0,-2 0 2 0,0 0-13 16,1 0-14-16,-1 0-19 0,0 0-3 0,1 0 0 0,-1 0-1 16,0 0-3-16,1 0 13 0,-1 0-8 15,-1 0 22-15,0 0-2 0,-1 0 3 0,3 0-3 0,-11 0 6 16,4 0 8-16,0 0-7 0,-1 0 6 0,4 0-11 15,-1 0-16-15,1 0 1 0,-2 0-6 0,2 0 0 0,4 0-12 16,-6 0 10-16,5 0-12 0,-1 0 2 0,1 0-8 16,1 0-1-16,-3 0 0 0,1 0 3 0,0 0-1 15,1 0-6-15,1-2 2 0,-1 2-2 0,0 0 1 16,1 0-2-16,-1 0 1 0,0 0-3 0,1 0 2 16,-1 0 2-16,0 0-1 0,1 0-3 0,-1 0 8 15,0 0 5-15,1 0 4 0,1 0 17 0,0 0 3 16,0 0-4-16,0 0 3 0,0 0-5 0,0 0 10 0,0 0-3 15,0 0 5-15,0 0-8 0,0 0-18 0,0 0-3 16,0 0-4-16,0 0-9 0,0 0 7 0,0 0 2 16,0 0 2-16,0 0 0 0,0 0-11 0,0 0 2 15,0 0-4-15,0 0 7 0,1 0 1 0,1 0 0 16,0 0-1-16,-1 0-4 0,1 0 4 0,0 0-2 0,-1 0 3 16,1 0 0-16,0 0-2 0,-1 0 3 0,3 0-2 15,-1 0-3-15,5 0 1 0,5 0-2 0,-1 0 2 16,-1 0 4-16,-2 0 1 0,4 0-6 0,0 0 3 15,2 0-11-15,3 0 10 0,-3 0-1 0,5 0 3 16,0 0-3-16,-2 2 0 0,0-2 3 0,0 0 0 16,0 1-1-16,0 1-2 0,2-1 1 0,-2 1-1 15,-1 0-3-15,-1-1 0 0,1 1-1 0,1 0 2 0,3-1 5 16,1 1-4-16,1 0 5 0,-2-2-4 0,1 1 8 16,-2 1-9-16,1 0 1 0,4-1-2 0,3 3 2 15,0-1 0-15,2 0 3 0,-4 1-1 0,2-1 1 0,3 0-3 16,-7-1-2-16,4 1 1 0,1 0-1 0,1-1 6 15,5 1-4-15,-4 1 5 0,-3-1-2 0,-1 0-6 16,1 1 2-16,-2-3-4 0,2 3 7 0,0-3-2 16,2 1 5-16,0 1-5 0,-1-1-4 0,3-1 5 15,2 3-3-15,1-1 3 0,0 0-6 0,3 1 5 16,-4-3 1-16,4 1 3 0,0 1 1 0,-2-1-6 16,2 0 1-16,-3-1-1 0,1 1 5 0,-3-1-4 0,-1 1-1 15,-1 0-1-15,0-1 2 0,-1 1-1 0,2 0 1 16,-1-1 0-16,2 1 1 0,2-2-1 0,3 0 1 15,1 2 0-15,-3-2-1 0,6 0-3 0,-3 1 1 16,3-1 0-16,0 2 2 0,3 0 1 0,-4-1 1 16,-3 1 1-16,-1 0 4 0,-4-1-8 0,0 1 0 0,0 0-2 15,0-1 6-15,0 1-3 0,0 0 2 0,0-1-3 16,0 1-3-16,3-2 4 0,2 1-1 0,0-1 1 16,1 0 3-16,-2 0-1 0,1 0 0 0,1 0-1 15,1 0-4-15,-2 0 8 0,0 0-5 0,-8 0 6 16,-2-1-6-16,0-1-5 0,-4 2 5 0,1 0-5 15,-2 0 5-15,-1 0-1 0,-1 0 1 0,-1 0-1 0,1 0 6 16,1 0-6-16,-2 0 2 0,1 0-2 0,-1 0 2 16,1 0 1-16,1 0 0 0,1 0 0 0,-2 0-3 15,-1-1 2-15,10-1-1 0,-9 0 1 0,4-1-4 0,2 0 4 16,-8-1-1-16,9 1 1 0,-1 0 0 16,-2-1 2-16,-1 1 1 0,-2 1 0 0,-1-1-4 0,-1 0-1 15,0 0 1-15,-2 1-1 0,-1 0 4 0,-1 1 2 16,2-1-5-16,-1 0 1 0,1 1-1 0,-3 1-5 15,-2 0 7-15,0 0-6 0,0 0 4 0,-1 0 7 16,-2 0-9-16,0 0 7 0,0 0-6 0,-4 0 3 16,2 0 2-16,-3 0 0 0,0 0 0 0,0 0 8 15,-1 0-1-15,-1 0 3 0,-1 0-9 0,1 0 10 16,0 0-11-16,0 0 1 0,-1 0-104 0,0 0-300 0</inkml:trace>
  <inkml:trace contextRef="#ctx0" brushRef="#br0" timeOffset="1">3152 13586 635 0,'0'0'51'16,"0"0"-3"-16,0-1 34 0,0-1 2 0,0 0-8 15,0 1-3-15,0-1-27 0,0 0-4 0,0-1-7 0,0 1-25 16,0 1 2-16,0-3-7 0,0 3 7 0,0-1 1 16,0 0-2-16,0 1 13 0,0-1-8 0,0 0 28 15,0 1 3-15,0-1-1 0,-2 1 1 0,1 1-4 0,-1 0-7 16,1 0-4-16,-3 1 0 0,1 1-8 0,-7 4-7 15,-8-2 4-15,-7 12-5 0,2 4 13 0,-7-3 6 16,2 2-2-16,-1 0 3 0,-3-1-4 0,-2 2-7 16,-4-6 3-16,3 5-5 0,-1-6-4 0,3 2 0 15,1-4-1-15,2 2 0 0,1 1 1 0,1-1-10 16,1 0 2-16,-1 0-4 0,5 1 1 0,2-3-2 16,3-1-1-16,1 2 0 0,1-4 0 0,1 0-2 15,0 0-2-15,5-1 1 0,-2-2-5 0,4 0 3 16,3 0 1-16,-1-2 1 0,-1 0-7 0,5 1 3 0,-1 1-6 15,1-2 5-15,2-1-15 0,-1 1 9 0,-1 0-3 16,0 1 5-16,1 0-1 0,-1 3 7 0,2 0-2 16,0-2 2-16,0 1 1 0,2-1-6 0,-1 0 3 15,4 3-3-15,-3-1 10 0,15 0-7 0,-1 3 3 0,1-2-4 16,1-2 5-16,0 6 1 0,3-4-2 0,1 4 1 16,1-2 0-16,0 1-1 0,5 2 6 0,5 1-6 15,3-3-3-15,9-3-193 0,8-1-19 0</inkml:trace>
  <inkml:trace contextRef="#ctx0" brushRef="#br0" timeOffset="2">6621 13926 124 0,'0'0'65'0,"0"0"-34"0,-1 0 74 0,-1 0-23 16,0 0-15-16,1 0-25 0,-1 0-7 0,-1 0-2 16,-1 0-10-16,1 0 2 0,1 0 11 0,-4 2-6 15,-1 0 19-15,1-1 8 0,-1 1 1 0,2 0 3 16,0-1 8-16,4-1-6 0,-1 0 2 0,-1 2-2 0,-1 0-4 15,1-1-15-15,0 1-1 0,1 1-4 0,0 1-9 16,1-1-6-16,-1 0-5 0,0 0 1 0,2 1-7 16,0-1-2-16,0 0-1 0,2-1-1 0,0 0-4 0,-1-1-5 15,3 1 6-15,2 1-6 0,9 4 11 0,-2-4-9 16,2 0-2-16,-2-1 0 0,2 0 0 0,-2-1-1 16,2 1 5-16,2-2-3 0,-1 0 9 0,1 0-8 15,-1 0 1-15,1 0-2 0,3 0 5 0,-2 0 5 16,0 0-1-16,-2-2 3 0,8-1-2 0,-1-2-7 15,3 0 5-15,-1 0-5 0,-7 2 6 0,5-2-4 16,-6 2 0-16,2-2-1 0,0 0 1 0,0 0 1 16,-4 2-3-16,0-1 2 0,-3 3-6 0,-2-1 5 15,1 0 2-15,1 1-1 0,-1-1-2 0,-3 0 2 0,-3 2-5 16,-3 0 5-16,0 0 0 0,-1 0 3 0,1 0-3 16,1 0 2-16,-1 0-8 0,1 0 3 0,-1 0-2 15,0 0 2-15,-1 0 0 0,2 0-1 0,1-1 0 16,-1 1 0-16,0 0 2 0,1 0-8 0,-1 0 6 0,0 0-7 15,1 0 11-15,-1 0-5 0,0 0 0 0,0 0-1 16,-1 0 0-16,0 0 1 0,-1 0-1 0,1 0 2 16,0 0-2-16,-1 0 2 0,1 0 1 0,0 0 1 15,-1 1-4-15,1 1 2 0,0 0 5 0,-1-1-3 16,1 1 8-16,0 0-8 0,-1-1-2 0,1 1 0 16,0 0 2-16,-1-1 5 0,1 1 1 0,0 0 0 0,-1-1-7 15,-1 1 9-15,0-1-9 0,0 1 9 0,0 0-3 16,0 1-2-16,0 0 5 0,0 1-5 0,0 1 4 15,0 5 5-15,-1-1-3 0,-1 5 3 0,0-1-2 0,-1 0-7 16,0 2 4-16,-1 3-5 0,1-3-2 0,0 5 0 16,1-4 0-16,0 4 0 0,1-3 7 0,-1 1-5 15,0 0-2-15,2-3 1 0,-1 5-3 0,-1-1-3 16,2-2 6-16,-2 1-5 0,1 2 8 0,-1 0-5 16,1 0-3-16,1-1 0 0,-2 1 3 0,0-2 0 15,1 2 2-15,-1-2-2 0,-1 2-3 0,-1-2 6 16,1 1-2-16,0 2 3 0,-1 0 2 0,1 3-5 15,0 0 2-15,1 3-3 0,1-1 3 0,-1 4 1 0,0 1-3 16,1 2 0-16,-1 0-1 0,2 4-3 0,0 2 8 16,-2-1-7-16,2-1 7 0,0-1-6 0,0-3-1 15,0-2-1-15,0 1-3 0,0-2 8 0,0-6-5 16,0 1 7-16,0-3-4 0,0 1-4 0,0-2 1 0,2 1-2 16,0-1 3-16,-1 1-1 0,1-1 0 0,0 4-1 15,-1-2 2-15,1 3-5 0,-1 2 6 0,3-1-5 16,-1 1 6-16,0-2-3 0,1 4-5 0,-3 0 3 15,1 0 0-15,0 1 1 0,-1 2 2 0,1-3-1 16,0 3 4-16,-1 3-3 0,-1-3-3 0,0 3 0 16,0-1-6-16,0-4 12 0,0-1-2 0,0 2 5 15,0-4-7-15,0 1-3 0,0-1 0 0,0 2-1 0,0-2 0 16,-1 4 5-16,1-1-1 0,0 0 2 0,0 4-3 16,0 5-5-16,0 1 6 0,0 0-5 0,0 2 5 15,0-5-2-15,0 0-1 0,0-2 2 0,0-2 4 0,0-1 1 16,0-5-5-16,1-2 2 0,1-3-1 0,0-3-2 15,-1-2 2-15,1-1-1 0,-1-1-3 0,1 1 2 16,0 1 3-16,-1-2-1 0,1 3 0 0,0-1 1 16,-1 0-1-16,1 2 0 0,0 1-1 0,-1 4 1 15,1-2-2-15,0 3 2 0,-1 3-2 0,1-1 0 16,0 3 0-16,-1-3-1 0,-1 5-5 0,0-3 11 16,0 1-4-16,0-1 5 0,0-2-7 0,0-2 4 15,-1-2 1-15,-1 0 2 0,0-4 5 0,1-2-9 16,-1-3 3-16,0-3-3 0,1-1 7 0,-1-1-3 0,0-2 3 15,2-1-4-15,-1 0-3 0,-1-1 1 0,2 1-1 16,0-1 2-16,0-1 0 0,0-3 3 0,0 1-2 16,0 2 1-16,0 0-9 0,0 0 6 0,0-1-3 15,0-1 3-15,-2 2-2 0,2-2 0 0,-1 2 1 0,1-2-1 16,0 1-2-16,0-1 1 0,-2 2 0 0,2-3 0 16,0 1 0-16,0 0-31 0,0 1-2 0,0-1-13 15,-2 2-30-15,2-2-79 0,0 0-38 0,-1 2-37 16,-1 0-348-16</inkml:trace>
  <inkml:trace contextRef="#ctx0" brushRef="#br0" timeOffset="3">6866 17540 730 0,'-2'0'70'0,"0"0"-62"0,1 0 82 0,-3-2-33 15,1 1 14-15,0-1-6 0,-1 0-2 0,3 2-3 16,-1 0-29-16,-1-1 11 0,0-1-4 0,-1-1 6 16,1 1-3-16,0-1-12 0,-1-1 1 0,3 3-5 15,-1-3-8-15,0 3 9 0,1-2-9 0,-1-1 10 0,0 1-3 16,1 1-7-16,-1-1 9 0,0 1-10 0,1-1 0 15,1 1-7-15,0 1-2 0,0-1 1 0,0 0 4 16,0 1-7-16,0-1 1 0,0 0-4 0,0 1-5 16,0-1 11-16,0 0 0 0,0 1 6 0,1-1 1 0,1 2 3 15,0 0-1-15,-1 0 2 0,1 0-3 0,0 2-4 16,-1-1-3-16,1 1 1 0,0 0-6 0,1 1 5 16,-3-1-4-16,7 8 3 0,-1 1-5 0,1 1-2 15,-1-1 5-15,3 1-4 0,-3-1-3 0,1 1 4 16,-1 0-3-16,3-1 4 0,-1 1-7 0,0-1 1 15,2 2 0-15,-2 1 1 0,-1-1 4 0,0-2 2 16,-1 1-2-16,1 0 0 0,-1-1-4 0,3 2 1 0,-1 1-1 16,0 0 2-16,0 1 3 0,1 2-5 0,-1-1 5 15,0 2-5-15,0 1-4 0,-1-4 8 0,-2-2-3 16,2 2 7-16,-1-2-1 0,-1-2-3 0,2 4 0 16,-4-7-1-16,2 4 0 0,-2-5-2 0,1-1 4 15,-1 3-4-15,-2-5 6 0,3 6-4 0,-3-5 4 0,-1-1-3 16,0-3 3-16,2 3 3 0,-2-1-3 0,2 2 3 15,-2-3-6-15,0-1-2 0,1 2 0 0,1 1 0 16,0-1 0-16,-1 0 5 0,1-1-3 0,0 0 4 16,-1-1-7-16,1 1 2 0,0 0-2 0,-1-1 3 15,1 1-2-15,0 0 2 0,-1-2 4 0,1 0-2 16,-1 0-4-16,1 0 6 0,0 0-4 0,-1 0 7 0,1-2 0 16,0 0 10-16,-1-1-6 0,8-12 6 0,1-6-12 15,-2-2 0-15,2-6-4 0,-2 1 2 0,2-1-7 0,0-6 4 16,-2 4 1-16,2-2 2 0,1-2-6 0,1 2 3 15,0 1-3-15,1-1 2 0,0 2 3 0,0 3-10 16,-1 2 11-16,-2 4-11 0,0 2 10 0,-1 0-3 16,0 4 0-16,-3 1 0 0,1 0 1 0,-2 4 1 15,1-1-6-15,1-3 3 0,0 2 0 0,-1-2-47 16,1 0-22-16,1-3-22 0,-1 3-175 0</inkml:trace>
  <inkml:trace contextRef="#ctx0" brushRef="#br0" timeOffset="4">8095 17355 256 0,'0'-2'5'0,"0"1"25"16,0-19 47-16,0-5 20 0,0-3 12 0,0 2-11 0,0 7-27 16,0-2 0-16,0 4 2 0,0 4 5 0,0 2-15 15,0 1 3-15,0 3-9 0,0 2-10 0,0 2-10 16,0 0-5-16,0-1 0 0,0 1-10 0,0 0-25 15,0 1-1-15,0 0-7 0,0 1 8 0,0 1 2 16,0 1 2-16,-2 3 0 0,-1 15 9 0,-2 18-10 16,2 2 6-16,0 1-8 0,1-2 2 0,0-7 4 15,1 1-4-15,1-4 5 0,0-2-3 0,0 2-1 16,0 0-1-16,1 1 0 0,1 0 8 0,0 3 14 0,-1-3 0 16,1 3 4-16,0-3-2 0,-1 1 4 0,1 5-4 15,-2-4 3-15,0-1-9 0,0 1 3 0,0-6 4 16,0-2-2-16,0-3 2 0,0-2-5 0,0-3-4 15,0 0 0-15,0 1-9 0,0-4 3 0,0 0 1 0,0-7 1 16,0 0 2-16,-2 1-8 0,-1 1 6 0,1-4-7 16,-4 7 8-16,4-3-11 0,-13 1 4 0,0 3-4 15,0-4 5-15,2 1-3 0,0-3 1 0,2 0-1 16,-1-3 4-16,4 1-4 0,-2 5 1 0,3-4 0 16,1-1 1-16,2-1 0 0,3-2-1 0,-1 0 1 15,-1 0 3-15,-1 1 5 0,1 1-6 0,0 0 4 16,1-1-15-16,0 1 3 0,1-2 2 0,-1 0 0 0,1 0 7 15,-1 0-7-15,2 0 2 0,0 0-4 0,2 0 2 16,-1 0 0-16,1 0 1 0,1 0-1 0,9-2 6 16,4 1 16-16,2-1-3 0,2 0 6 0,0 1 0 0,-4-1-6 15,3-1 2-15,-1-1-4 0,-2 3-5 0,2-1-8 16,1 0-2-16,-3 1-1 0,2 1-2 0,-5 0 0 16,-1 0 0-16,-2 0-1 0,-3 0 3 0,1 0-6 15,0 0 1-15,-1 0-5 0,-1 0-10 0,-2 0-23 16,-3 0-1-16,2 0-9 0,1 0-16 0,-1 0-37 15,-1-2-5-15,-1 0-16 0,1 1-53 0,0-1-99 16,-2-1-34-16</inkml:trace>
  <inkml:trace contextRef="#ctx0" brushRef="#br0" timeOffset="5">7815 17297 1119 0,'-2'0'59'16,"0"-2"-10"-16,1 1 40 0,-1-1 7 0,0-1-16 16,1 0-28-16,-1-1-25 0,2 1 4 0,-2-9-9 15,2 1 6-15,4-2 3 0,2 1-5 0,-4-1 4 0,19 0-8 16,4-1-13-16,0 5 4 0,0 2-8 0,4 0-5 16,-1-9-4-16,2 4-6 0,-3 7 1 0,-3 5-26 15,1 2-37-15,0 3-8 0,1 3-16 0,-1 2-83 16,1 3-260-16</inkml:trace>
  <inkml:trace contextRef="#ctx0" brushRef="#br0" timeOffset="6">8562 17733 889 0,'0'0'97'0,"-1"0"9"0,-1 0-22 0,0 0-20 16,1 0-23-16,-1 0-6 0,0 0-24 0,1 0-6 16,-1 0-5-16,0 0-10 0,1 2 8 0,-1-1-5 15,0 3 6-15,-4 14-3 0,1 8 7 0,2-1 0 0,-1 2 3 16,3 1 3-16,-3 0 6 0,1 1 1 0,1 1 2 16,-1-5 5-16,0 0 17 0,-1-2-2 0,1-3 6 15,0-1-3-15,0 0-4 0,-1-3 2 0,1-3-5 16,0 1-7-16,1-5 2 0,0 1-10 0,1-1 7 15,-1-3-13-15,0 1 5 0,2-4 2 0,0 0-1 16,0-1-3-16,0 1 15 0,-1 1 0 0,-1-1 7 0,2-1 16 16,0-1-18-16,0 1-2 0,-2 0-8 0,1-2-10 15,-1 0-11-15,0-2 5 0,1-1-8 0,-2-9 2 16,-2-9 0-16,-2-4-4 0,2 0 1 0,2-3-6 16,-1-2 2-16,1-1 1 0,0 0 0 0,1 2 2 0,-1 5 0 15,1 1 0-15,2 6 0 0,0-1-8 0,0 3 4 16,0 5 1-16,0 2 1 0,0 1-2 0,0-1-9 15,0 5 4-15,2-2-6 0,0 0 2 0,1 1 3 16,-2 4-3-16,13-6 3 0,2 3 1 0,-1 3 5 16,2 1-4-16,-3 4 3 0,0 2-2 0,-1 1 4 15,-2 0 2-15,1 12 1 0,-2 0 2 0,1-2-4 16,-1 0 2-16,-1 2-3 0,-1-2 3 0,-2 0-5 16,-1 2 5-16,0-2-2 0,-1 4 12 0,-1-4-10 0,10 0 4 15,-5-1-5-15,-3-2 10 0,0 1-5 0,-1 1 2 16,-4-3-1-16,0 1 16 0,-2-3-8 0,-1 1 3 15,-2-1-5-15,0-1-6 0,-2-1 9 0,0 0-2 16,4-2 4-16,-12 1 0 0,-1-1-7 0,-2-2 4 0,-2 1-5 16,5-2 1-16,2-2-4 0,1 1-3 0,2-1 1 15,4-1-2-15,-3 4 2 0,-2 2-1 0,8-6 0 16,-9 3-4-16,10-5-11 0,-1 2-6 0,0-1-6 16,1 1-64-16,1 0-47 0,-1-1-9 0,0 1-13 15,2-2-47-15,0 0-150 0</inkml:trace>
  <inkml:trace contextRef="#ctx0" brushRef="#br0" timeOffset="7">9166 17827 912 0,'0'0'32'0,"-1"-1"57"0,-1-1-19 0,0 0 1 15,-1 1 9-15,-10-4-11 0,0 1-14 0,-6 3-4 16,3 1-4-16,-1 0 2 0,1 3-9 0,-6 4-5 15,1 3-3-15,1 1 1 0,-1-8-3 0,4 17-16 16,1 0 2-16,1 2-7 0,5-3-8 0,3 0 2 16,4 0-3-16,-7-5 3 0,2 0-2 0,1 1 4 0,6-3-5 15,1 4 5-15,1-6 4 0,3 0-2 0,-1-2 10 16,4 2-7-16,1 2 16 0,3-2-5 0,12 1 4 16,-4-2-3-16,5 1 10 0,-5-2-6 0,-1 0-1 15,0 0-1-15,-5-1-3 0,5 3-9 0,-5-4 1 0,-4 3-5 16,1 1-1-16,-7-2 3 0,-2 2 3 0,6 0 0 15,-2 0 3-15,-2 1 1 0,-3-1-3 0,-1 3 2 16,-4 0-9-16,-5 1-1 0,-7 1-1 0,-12-2 1 16,-6 0 5-16,0-5-24 0,-3 0-24 0,4-3-12 15,-1-1-176-15</inkml:trace>
  <inkml:trace contextRef="#ctx0" brushRef="#br0" timeOffset="8">1365 12475 208 0,'-2'0'0'0,"0"-2"9"16,1 0 26-16,-1 1 21 0,0-1 3 0,1-1 1 0,-1 0-20 15,1-1-29-15,1-1 11 0,-2-1-13 0,2 1 17 16,0-2 16-16,0 1 4 0,0 1 4 0,0-2 18 16,0 2-12-16,0 2 1 0,0-1-3 0,0 1 1 15,0 0-12-15,0 0 1 0,0-1-5 0,0 3 1 0,0-3-10 16,0 1 5-16,0 0-6 0,0-1 0 0,0 3-20 15,0-1-1-15,0 0-5 0,0 1-3 0,0-1-4 16,0 2 1-16,0 0-2 0,0 2-1 0,0-1 6 16,0 3-1-16,-2 6 1 0,1 11-6 0,-1 2 5 15,2 0-2-15,-2 4 3 0,2-1-2 0,0 4 5 16,0 0-7-16,2 1 5 0,0 2-7 0,1 2 4 16,0 1 2-16,0 0 0 0,2 4-1 0,2-4 4 15,-2 1-5-15,0-3 5 0,0-2-4 0,0-3-1 16,0 0 6-16,-2-5-4 0,2 3 8 0,0-4 1 0,2 0 0 15,-1-2 2-15,1 3 10 0,1-1-7 0,-1-2 1 16,-1 2-5-16,2-1-9 0,1-1 8 0,-1-1-4 16,0-2 6-16,0-1-4 0,-1-2 8 0,0-2-5 0,-1 0 5 15,1-3-14-15,-1 1 9 0,-1-2-2 0,-1-4 5 16,1 3 3-16,-2-3-9 0,2 1 5 0,-5-4-5 16,3 1 13-16,1 1 12 0,-1-1-3 0,0-1 6 15,0-1-1-15,1 1-5 0,-1 0-1 0,0-2-3 16,1 0-13-16,-1-2-2 0,0-1-2 0,6-9 1 15,2-8-5-15,-1-3 4 0,-2 2-3 0,0-2 2 0,-1-1-10 16,0 0 7-16,-2-1-1 0,0-1 5 0,0-1-2 16,-1 1-3-16,1-2-1 0,2-5-2 0,-2-4 0 15,2-2 3-15,-1-8-1 0,1-1 2 0,-1-6-9 0,-1-4 5 16,0 5 3-16,0 4 1 0,0 6 7 0,0 5 3 16,-2 5-5-16,2 3 4 0,-1 7-7 0,-1 3 2 15,0 4-3-15,1 1 2 0,-3 5-3 0,1 0 0 16,0 2 0-16,-1 3-1 0,1-2-3 0,-2 4-2 15,0 1 0-15,0 1 0 0,2-3 1 0,-1 1-8 16,1 0-7-16,-1-1-5 0,1 3-62 0,1-1-90 16,1 0-20-16,-1 2-41 0,7-1-223 0</inkml:trace>
  <inkml:trace contextRef="#ctx0" brushRef="#br0" timeOffset="9">2182 13069 225 0,'0'0'39'0,"0"0"58"0,0 0-37 0,0 0-7 16,0-1 9-16,0-1-8 0,0 0 11 0,0 1-7 16,0-1-10-16,0 0 4 0,0 1-21 0,0-1 0 15,-2 0-3-15,0 1 2 0,1-1-8 0,-1 0 7 16,0 1 2-16,1-1 1 0,-1 1-12 0,0-1 3 16,1 0-1-16,-1 1 3 0,1-1 10 0,-1 0-11 15,0 1 2-15,1-1-5 0,-1 0-1 0,0 1-4 0,1-1-1 16,-1 0 0-16,0 1-8 0,-1-1 1 0,1 0 2 15,1 1-2-15,-1-1-4 0,0 0 6 0,1 1-5 16,-1-1 7-16,0 1 2 0,1-1 4 0,-1 0 0 16,1 1 0-16,-1-1-14 0,0 0-1 0,1 1 2 0,-1-1 0 15,0 2 0-15,1-2-3 0,-1 1-2 0,0-1 0 16,-1 0-2-16,0 2 2 0,1 0 2 0,0 0 0 16,1 0-1-16,-1 0-2 0,0 0 1 0,1 0 0 15,-3 0-4-15,1 0 1 0,0 0-4 0,0 0 4 16,-1 0 3-16,3 0 0 0,-6 0 3 0,-1 2-1 15,-2 1-1-15,2 1 1 0,-4 1-1 0,1 0 1 0,1-1 1 16,0 1-3-16,1 0 0 0,1 0 0 0,-2 4 0 16,2-8-2-16,0 7 2 0,3 2-3 0,-2-1 9 15,2 1-6-15,0 1-2 0,2 1-3 0,0 3-4 0,-2 1 9 16,0 2-3-16,2 4 4 0,-2 1-4 0,3 5 1 16,-1 0 4-16,-1-2-2 0,3 4 3 0,-16-3-3 15,7-1 2-15,4 0-2 0,4-4 8 0,2-1-5 16,0-1 1-16,2-7-1 0,-1 1 1 0,3-3 8 15,-1-1 1-15,2 0 2 0,0-2 12 0,-2-1-7 16,-1-2 3-16,8 0-4 0,3 1 3 0,0 4 7 16,2-2-2-16,3 1 4 0,0-4-9 0,2-2-8 15,0-1 0-15,-5-2-3 0,0-2-3 0,-2-1 6 0,-2-1-5 16,4-1 5-16,0-1-4 0,-2 1-7 0,-3 0 8 16,-7 3-8-16,1 1 6 0,-1-1 2 0,5-8-1 15,1-1 1-15,-4 1 0 0,-1-2-8 0,0 4 5 16,-3 0-6-16,1-1 6 0,-2 3-5 0,0-6 0 15,0 2 0-15,0 0 2 0,0 4-2 0,0 1-2 16,-2 0 0-16,1 0 9 0,-1 2-11 0,0-1 2 0,1 1-5 16,-4 1 2-16,-3 1 3 0,-1-1 1 0,6 0 0 15,-2-1-6-15,2 1 4 0,-2-1-4 0,0 0 4 16,2 1-1-16,1 2-2 0,-1-2-2 0,-1 1 0 16,1-1 1-16,0 0 0 0,-1 1 7 0,1-1-3 15,0 1 2-15,1 1-2 0,-1 0-2 0,1 0 2 16,1 0 4-16,-1 0 0 0,0 0-4 0,1 0 2 0,-1 0-7 15,0 0 5-15,1 0 3 0,-1 0 0 0,0 0 1 16,1 0-3-16,-1 0-1 0,0 0 0 0,1-2 0 0,-1 2-1 16,0-2-2-16,2 2 0 0,0-1 3 0,0-1-5 15,0 0 4-15,2 1-5 0,0-1 5 0,1 0 0 16,0 1-1-16,12-3 1 0,2-1 2 0,-2 2 1 16,3 0-1-16,-2 0 1 0,-3 1 0 0,2-1-2 15,2 1 2-15,-2 0-2 0,-4 1 0 0,-1-1 4 16,-3 2-3-16,-4 0 4 0,2 0-5 0,-2 0 4 15,1 0-3-15,1 0 4 0,-2 0-5 0,2 0 6 16,0-2-2-16,-2 2 2 0,0 0-3 0,2-1-3 0,0-1-3 16,-3 2-3-16,4-5-39 0,3-2-37 0,-1 1-15 15,2-2-9-15,1 6-62 0,1-10-58 0,0 1-7 16,1-2-27-16,0-1-130 0</inkml:trace>
  <inkml:trace contextRef="#ctx0" brushRef="#br0" timeOffset="10">2598 12997 422 0,'0'0'86'0,"0"0"107"16,-2 0-70-16,0-2-44 0,1 2-1 0,-3 0-14 16,-4 0-16-16,-7 0 26 0,-3 2-15 0,2 1 17 15,-4 4-14-15,2-1-12 0,-2 2-1 0,2 1-7 16,-1 1-22-16,5-2-10 0,0 0-2 0,6-1-3 0,-2-4-6 16,7 7-7-16,0 0 0 0,-6 0-2 0,3 1 1 15,1-1 3-15,2 0 6 0,3 2-3 0,0-4 5 16,1 0 5-16,3 0-3 0,-1-1 4 0,-2 0 3 15,14-2-10-15,2 1 7 0,1 2-6 0,-2-1 29 0,1 0-4 16,-1 1 1-16,-1-1-4 0,0 2-12 0,-2 0 9 16,1 1-4-16,-4 0 5 0,-1-2-4 0,-4 0 11 15,-1 2 1-15,-3-2 4 0,4-1 6 0,0 1-1 16,0 2-6-16,-3 0 1 0,-2 3-20 0,-2 2-1 16,-3-2-3-16,-5 2 0 0,0 0-1 0,-11 1-6 15,-1 4 4-15,3-2-6 0,1-1-4 0,1-2-130 16,-1-2-21-16,3 0-68 0,5 0-372 0</inkml:trace>
  <inkml:trace contextRef="#ctx0" brushRef="#br0" timeOffset="11">2129 13129 135 0,'0'0'51'15,"0"-2"-13"-15,-2 0 76 0,2 1 10 0,-1-1-5 16,-1-1-29-16,0 0-24 0,2-1 3 0,-3-2-8 0,0-1 6 16,1 4-6-16,0-1 0 0,1 1-3 0,1 1-11 15,-5 1-31-15,-4-1 3 0,6 1-11 0,0-1 5 16,-2 0-6-16,0-1-6 0,-2-2 1 0,4 3-8 0,1 2-4 15,1 0 5-15,-3 0-6 0,1 0-1 0,0 0 10 16,-2 0-8-16,0 2 9 0,0 1-1 0,-2 15-1 16,-1 6 4-16,2 2-4 0,-1 4-5 0,-1 3 15 15,-2 3 2-15,-2 4 8 0,1 3 9 0,1 3 1 16,-2 0-6-16,2-3 4 0,0 3-8 0,1-1-3 16,-1-7 5-16,1-2-5 0,1-4 5 0,2-6 6 15,-1-3 1-15,2-1 2 0,2-4 15 0,1-3-11 16,0-4 0-16,-6-1-5 0,5-5-6 0,0 0 7 15,3-3-3-15,0-1 3 0,-2 3-6 0,0-1 25 0,1 0 3 16,-1 1 6-16,0-3-7 0,1 1-23 0,-1-1-5 16,0-1-3-16,1 0-7 0,-1-1 0 0,0-1-2 15,-1-4 0-15,-7-19-5 0,2-5 0 0,1-3 3 16,2-5-2-16,2 0-2 0,1-5 1 0,1 0-7 0,1-3 5 16,0-2-1-16,0 2-3 0,0 0 2 0,3 4-2 15,0 4 1-15,2 5-1 0,0 4 1 0,0 4-2 16,-1 5 0-16,-1 5-5 0,0 2 4 0,-1 5-4 15,1-2 6-15,-1 5-3 0,-1 0-3 0,1 2 0 16,1-1-6-16,1 1 5 0,-1 0-1 0,2 1 1 16,6-3-4-16,3 3 13 0,0 2-3 0,5 2 5 0,-1 1-2 15,2 4 0-15,4 3-2 0,-1 1 1 0,4 3-1 16,1 0-2-16,3 3 4 0,-3-2-4 0,-3-2 5 16,-2 0 0-16,-6-11-1 0,-4 16 0 0,0 0 5 15,-1 2-4-15,-2 0 0 0,4 5-1 0,-7-2 4 0,-4 2-2 16,15 4 7-16,-8 1-7 0,-8 0 10 0,-4 1-11 15,-6 0 4-15,-7-2-5 0,5 0 9 0,-26-2 1 16,-5-1-1-16,-2-3 0 0,-2-1-2 0,4-4 3 16,0-2 1-16,6-2 0 0,2-3-3 0,5 1-2 15,2-2 0-15,3-2 0 0,3-2-4 0,5-2 5 16,3 1-4-16,1-4 5 0,3 1-16 0,3 0-133 16,1-1-78-16</inkml:trace>
  <inkml:trace contextRef="#ctx0" brushRef="#br1" timeOffset="12">7202 13973 37 0,'0'0'0'0,"0"0"44"0,0 0 11 15,0 0 13-15,0 0 4 0,0 0-38 0,0 0-7 0,0 0-11 16,0 0-1-16,0 0 0 0,-1-2 7 0,1 0 18 16,0 1 5-16,0-1 2 0,0 0-1 0,0 1 0 15,-2-1 0-15,2 0 1 0,0 1 0 0,-2-1-23 16,1 1 0-16,-1-1-8 0,2 0-12 0,0 1 3 15,-2-1-2-15,2-1 2 0,-1 1-12 0,1-1 8 16,-2-1-3-16,2 1 6 0,0 0 5 0,-2-1-6 16,2 3 0-16,-1-3-1 0,-1 1 2 0,0 2 0 0,2-1 3 15,0 0-2-15,0-1 12 0,0 1-14 0,0 1 6 16,0-1-10-16,0 0 5 0,0 1 0 0,0-1-4 16,0 0 1-16,0 1-10 0,0-1 3 0,0 0-2 0,0 1 3 15,0-1-1-15,0 0 5 0,0 1-3 16,0-1 3-16,0 2-6 0,0 0 5 0,0 0 0 0,0 0 2 15,0 0 4-15,0 0-3 0,0 0-2 0,0 2 0 16,-1-1-1-16,1 1 0 0,-2 0 7 0,0 1-6 16,1 0 9-16,1 1-6 0,-3 7-3 0,-2 1 0 15,0-1-1-15,0 3 1 0,0-1 1 0,0 0 0 16,0 0-6-16,0-1 8 0,-2 1-3 0,2 0 7 16,0-3-2-16,0 0-7 0,2-2 7 0,0-1-6 0,0-1 8 15,-1 1 1-15,-1 1-4 0,4-4 2 0,-1-1 2 16,0 0-9-16,1 1 6 0,-1-1-5 0,0-2 16 15,1 1-4-15,-1 0 15 0,0-1-8 0,2 1 25 0,0 0-19 16,0-1-8-16,0-1 0 0,0 0-8 0,0 0-1 16,0 0 2-16,0-1-3 0,0-1-4 0,0 0 1 15,2 1-2-15,-2-3 2 0,0 1 5 0,0 0-11 16,0-4 3-16,2-1-4 0,-2 1 3 0,0 1-1 16,0-1 3-16,0 1-3 0,0 1 0 0,0 1 0 15,0-1-2-15,0 4 2 0,0-1 0 0,0 0 4 16,0 1-3-16,0-3 3 0,0 1-4 0,0 0-3 15,0 0 1-15,0 1-3 0,0 0 0 0,0 1-6 0,0-1 5 16,0 0-4-16,0 2 5 0,0 0 5 0,0 0-4 16,0 2 4-16,0 0-3 0,-2-1-3 0,0 3 6 15,2-3-4-15,-3 11 11 0,-2 1-7 0,2-3 2 16,0 0-3-16,-1 1-5 0,3-4 8 0,-3 1 0 0,3-1 5 16,1-4-3-16,0 0 3 0,0 1-6 0,-2-1 5 15,0 0-2-15,1 1 3 0,-1-1 1 0,0-1-1 16,1-1 1-16,-1 1-1 0,0 0 4 0,2-1-3 15,-1 1 4-15,1 0-4 0,0-2 0 0,0 0 1 16,0 0 5-16,-2 0-7 0,1-2 3 0,1 0-4 16,0-1-3-16,0 0 11 0,0-1-8 0,-2-6 7 0,2 0-13 15,0-1 3-15,0-1-1 0,0 1 2 0,0-1-6 16,0 1 1-16,0-1 4 0,2 1-2 0,-1 1 5 16,1 1-7-16,-1 1 0 0,1 3-1 0,1-1 3 0,-1 2 0 15,0 1-1-15,-1 0 0 0,-1 1-6 0,2-1 6 16,0-1-5-16,-1 1 5 0,1 1-11 0,0 1 4 15,-1-1 0-15,1 1 0 0,0 1 0 0,-1 0 0 16,1 0 5-16,0 1-2 0,-2 1 10 0,0 1-2 16,0 7-3-16,-2 7 1 0,0-4-2 0,1-3-2 15,-1 1 5-15,2-6-3 0,0 2 1 0,0-2 6 16,0-2-8-16,0-1 7 0,0 1-6 0,0 0-5 16,0 1 6-16,0-1-4 0,0 0 8 0,0-1 0 15,0 0 0-15,0-1 1 0,0 1 5 0,0-1-7 0,0 1 2 16,0-2-4-16,0 0 7 0,0 0-4 0,2-2 5 15,-1 1-5-15,1-1 5 0,0-1-4 0,-2 1 4 16,3-11-4-16,0 1-2 0,0-1 4 0,1 0-5 16,-3 1 3-16,1 1-6 0,0 1 2 0,-1 2 2 15,3-2 0-15,-3 3-4 0,1 1-2 0,0 1-3 0,-2 1 2 16,0 1 6-16,0 0-4 0,0 1 3 0,1-1-4 16,1-1-5-16,0 1 3 0,-1 0-1 0,1 1 2 15,-1 1 0-15,1-1-3 0,0 0 4 0,-1 1-2 16,1-1 5-16,0 0 4 0,-1 1-10 0,1 1 7 15,0 0-4-15,-1 0-4 0,-1 0 6 0,0 0-3 16,0 0 8-16,0 0-5 0,0 0 3 0,0 0-3 0,0 0 6 16,2 0-6-16,-2 0 6 0,0 0-6 0,0 0 6 15,0 0 0-15,0 0-1 0,0 0 1 0,0 0 5 16,0 0-6-16,0 0-1 0,0 0-1 0,0 0-3 16,0 0 1-16,0 0 3 0,0 0-3 0,2 0-1 0,-2 0 0 15,0 0-3-15,0 0 2 0,0 0 11 0,0 1 12 16,0-1-1-16,0 0 3 0,0 0-1 0,0 0-8 15,0 0 4-15,0 0-7 0,0 2 0 0,0-2-1 16,0 0-3-16,0 0 1 0,0 2-5 0,0-2 0 16,0 0 0-16,0 0-1 0,0 1-6 0,0 1 8 15,0 0-6-15,0-1 5 0,0 1-12 0,0 0 10 0,0-1-2 16,0 1 5-16,0-1-6 0,0 3-3 0,0 2 4 16,0 6-1-16,0 1 1 0,0 2 3 0,0-3-5 15,0 4 3-15,0-1-1 0,0-3-3 0,0 4 6 16,0-1-3-16,0 0 8 0,0 0-9 0,0-2 3 15,-2 0-4-15,2-1 6 0,-2 1-2 0,1 2-1 0,-1-2 1 16,0 0 3-16,1 2-2 0,1-8-3 0,-2 4 1 16,0 1-2-16,1-2 1 0,-1 3 0 0,0-3 0 15,1 1 0-15,-1 3 0 0,1-3 3 0,-1 6-3 16,2-6 0-16,-2 1-1 0,1 1-2 0,-1 2 2 16,0 0 3-16,1 0 2 0,-1-2 0 0,0-2-1 15,1 2-9-15,-3-1 7 0,1 1-1 0,0-3 5 16,-1-2-1-16,1 2-7 0,0-1 0 0,0 1-1 0,-2 1 5 15,1-1-1-15,1 0-1 0,0 1 0 0,-1 1 4 16,1 0 0-16,0-1-3 0,0 1 1 0,-1-1-7 16,1 1 5-16,-2 1 3 0,0 0 0 0,0 0 4 0,-2 4-6 15,2-1 0-15,-1 3-1 0,-1-1 1 0,1 2-5 16,1 1 4-16,-2 2-4 0,2-1 6 0,-1-1 0 16,-1-1 2-16,0 0-2 0,-1 3 1 0,2-2 2 15,-1-1-6-15,0-5 4 0,2-2-2 0,0-1 1 16,-1 1-1-16,1 0 0 0,0-3 1 0,0 3-5 15,0 1 8-15,2-5-7 0,-4 8 8 0,4-7-3 16,-2 3-2-16,0 2 1 0,0-2-1 0,0 4 0 16,0-1-1-16,0-1 1 0,0 2 1 0,0-1-1 0,0 1-2 15,-1 1 0-15,1-2 0 0,-2 2 0 0,2-3 5 16,-1 0-3-16,-1 0-1 0,2-2 1 0,-2 2-2 16,2-2 2-16,0 1-1 0,1-3 5 0,-1 2-4 15,0-1 3-15,0-1-6 0,0 1 3 0,0 0 0 0,0 1 0 16,-2 2-1-16,2-2 3 0,-1 3-1 0,-1 3 2 15,0-1-2-15,1 2-1 0,-1-2 0 0,1 0-1 16,-1 3 1-16,0 1 2 0,1 1-2 0,1-5 3 16,-2 4-3-16,2-4-3 0,0-3 3 0,-1 3-2 15,-1-2 5-15,2-1 2 0,0 0-3 0,2-3 1 16,-2 1 1-16,2-3-6 0,-2 3 3 0,0 0-4 0,2-3 4 16,-1 0 1-16,1 0 1 0,0-2 0 0,-2 4 1 15,1-4-3-15,-1 2 0 0,0 0-1 0,2-2 0 16,-2 4-1-16,0-3 1 0,0 1-2 0,-1 0 3 15,-1 0 3-15,-1 3-2 0,1-1 2 0,1 0-7 0,-1-1 8 16,-1 2-4-16,0-1 7 0,6-1-4 0,-8-1 44 16,3 0-2-16,-2 0 13 0,-1-3-28 0,-2 1-13 15,-1 0-8-15,3 1 1 0,2 0-11 0,-1 0 6 16,-2-1-4-16,-2-1 5 0,-2-2-3 0,3 1-5 16,2 1 1-16,-3-1-3 0,2 3 3 0,-1 0 4 15,-6 1-4-15,6-1 5 0,-4-1-4 0,-2-3 0 16,6 5 3-16,-4-2-2 0,-1-1-2 0,2 1 1 15,0 2 0-15,1-4 1 0,0 3 0 0,1-3 3 0,-2-1-1 16,4 0 1-16,-2-2-8 0,-2 2 4 0,2 4 1 16,-4-4 2-16,0-2-1 0,4 5-3 0,-2-6-1 15,1 6-1-15,-1 0 3 0,0-1 5 0,0 1-6 16,2-4 3-16,-2-3-3 0,2 6-5 0,-2-1 8 0,2 3-7 16,-4-1 5-16,-1 2 4 0,-2-2-4 0,4-1 3 15,-2 3-7-15,-1-4-1 0,0 1 1 0,-3 3 1 16,6 0 3-16,-7-4 4 0,8 3-5 0,-5-1 3 15,-2-3-4-15,4 3 2 0,-6-5 2 0,4 2 0 16,-2-1-3-16,1-3-1 0,3 4 3 0,-2-3-2 16,2 3 0-16,0-2 0 0,1-1-2 0,-1 1 2 15,3 0 1-15,-1 2 1 0,-1 0 2 0,2-1-2 0,-1 4-2 16,1-5-2-16,2 2-3 0,-2 2 2 0,2-4 5 16,-1 2 1-16,1 2 1 0,0-6 0 0,0 4-6 0,1-2 2 15,-1 1-1-15,0-1 1 0,1 2 1 0,-1 0-4 16,0-2 4-16,-4 2-3 0,4 0 3 0,-2 0 0 15,-6-2-1-15,1-1 0 0,0 1-6 0,2 1 8 16,5 1 0-16,-5 0 2 0,4-2-4 0,-5 2 1 16,-6-2-1-16,7 2 2 0,-12 0-3 0,10-2 1 15,4 2 0-15,-4-1 1 0,3-1-1 0,-4 2 0 16,1-2-1-16,2 0-1 0,0 1 2 0,0-1 2 16,-2 2 0-16,0-2 0 0,2 1-2 0,1-1 0 15,1 0 2-15,-1-1-1 0,-1 3-1 0,0-2-1 0,2 0 2 16,1 2-1-16,-2-1 0 0,-3-1 1 0,-1 0-1 15,1 2 1-15,-1-1 1 0,3 1 1 0,-2-1-3 16,-3 0 3-16,1-1-3 0,-6 0-2 0,5-1 2 16,0 0-2-16,-3 1 5 0,1-1-4 0,-7-1 0 0,3 1-2 15,-1 0 3-15,5-1 5 0,-1 1-5 0,1 0 3 16,2-1-7-16,-2 16 4 0,0-6 3 0,2-4-1 16,-1-1 0-16,1-1-5 0,-2 0 4 0,2-1-4 15,-2-1 6-15,0 0-1 0,0 1-5 0,1-1 3 16,-3 0 0-16,-1 1 0 0,-3-3 3 0,-1 1-3 15,1-1-1-15,-2 1 4 0,3 0-3 0,-3-2 4 0,-3 0-5 16,3 0 1-16,0 1 2 0,2-1-1 0,1 0-4 16,2 0 3-16,0 0-1 0,1 0 1 0,3 0 5 15,-1 0-6-15,0 0 0 0,2 0-2 0,-2 0 6 16,4 0 0-16,-6 0 0 0,3 0-1 0,-4 0-3 0,-4 0 1 16,3-1 0-16,-4 1 0 0,0-2-4 0,1 2 4 15,1-2 2-15,-1 1 1 0,-2 1-3 0,2-2 0 16,-1 2-4-16,2-1 3 0,3 1-1 0,0 0 2 15,-2 0 3-15,4 0-2 0,-2-2 5 0,3 2-6 16,2 0-1-16,-2 0-1 0,0 0 1 0,1 0 0 16,-3-2 1-16,6 2 0 0,-7-1-2 0,-5-1 2 15,3 0 0-15,-3 1 2 0,0-1 0 0,5 2-1 16,-7-2 2-16,1 2-2 0,2-1 3 0,-1-1-7 0,4 2 3 16,1 0-4-16,-1 0 7 0,3 0 0 0,1 0-3 15,2 0 0-15,0 0-6 0,2 0 4 0,-1 0 2 16,1 0 0-16,1 0-1 0,2 0 1 0,0 0 0 15,-1 0 1-15,0 0-1 0,-1 0 0 0,-2 0 0 0,3 0 0 16,-3 0 0-16,-1 0 0 0,2 0-1 0,1 0 2 16,3 0 1-16,1 0-2 0,-4 0 3 0,3-2-4 15,3 2-1-15,-5-1 1 0,6-1 0 0,-2 0 1 16,-1 1 3-16,1-1-4 0,0 0 1 0,0 1-4 16,5-1 4-16,-3 0 0 0,3 1 0 0,0-1 1 15,1 1 8-15,-1-1-4 0,1 0 0 0,3 1-2 16,-3-1-7-16,6 2 10 0,-3-2-4 0,1 2 7 0,0-1-7 15,0-1 0-15,-2 0-2 0,1 1 0 0,-1-1 0 16,-1 0-3-16,-1 1 3 0,1-1-3 0,0 0 3 0,1 2 4 16,-1-1-2-16,1 1 1 0,1 0-5 0,-1 0 3 15,2 0-1-15,0 0 1 0,0 0 1 0,0 0-5 16,2 0 4-16,2 0-5 0,-1 0 4 0,-1 0-43 16,-1 0-45-16,3 0-16 0,-1 0-308 0</inkml:trace>
  <inkml:trace contextRef="#ctx0" brushRef="#br1" timeOffset="13">6204 13948 33 0,'0'0'0'0,"0"0"12"0,0 0 125 0,0 0-48 16,0 0 2-16,0 0-67 0,0-2-12 0,0 1 1 16,0-1 3-16,0 0 2 0,1 1 11 0,1-1 9 15,0 0-1-15,-1 1 6 0,1-1 8 0,0 0 17 16,-1 1-5-16,1-1 9 0,0 0-8 0,-1 1-5 16,-1-1-2-16,0 0-2 0,0 1-10 0,0 1-15 15,0 0 4-15,0 0-9 0,0 1-7 0,-1 1-8 16,-1 1 1-16,-1 7-3 0,-4 10-6 0,0 0-1 0,2-2 0 15,1 0 1-15,-1-3-4 0,1 3-3 0,1 1-7 16,1 0 4-16,1 1-10 0,1 0-10 0,0 0 2 16,0-4-5-16,1-1-8 0,1-2-23 0,1-3 2 0,-1-3-10 15,1 1-11-15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329 209 1504 0 0,'1'-10'702'0'0,"0"0"1"0"0,1-1-1 0 0,0 1 0 0 0,0 0 0 0 0,2 0 0 0 0,4-11 0 0 0,-4 11 3 0 0,-1 0 1 0 0,0 0-1 0 0,0 0 1 0 0,-1 0-1 0 0,0-1 1 0 0,1-12-1 0 0,-3 21-496 0 0,-1-13 2328 0 0,0 16-2484 0 0,0-1 0 0 0,1 0 0 0 0,-1 1 0 0 0,1-1 0 0 0,-1 1 0 0 0,1-1 0 0 0,-1 1 0 0 0,1-1 1 0 0,0 1-1 0 0,-1-1 0 0 0,1 1 0 0 0,-1-1 0 0 0,1 1 0 0 0,0-1 0 0 0,0 1 0 0 0,-1 0 0 0 0,1-1 0 0 0,0 1 0 0 0,0-1 0 0 0,0 1 0 0 0,0 0 0 0 0,0-1 1 0 0,-1 2-1 0 0,-15 34 411 0 0,-21 36 0 0 0,-7 11-108 0 0,23-41-196 0 0,-2 0 1 0 0,-2-2-1 0 0,-35 42 0 0 0,40-53 25 0 0,1 1-1 0 0,1 0 0 0 0,-21 49 1 0 0,37-76-143 0 0,0 1 0 0 0,0 0 0 0 0,-1 0 0 0 0,1-1 1 0 0,-1 0-1 0 0,0 1 0 0 0,0-1 0 0 0,0 0 0 0 0,-7 4 0 0 0,10-7-40 0 0,-1 0 0 0 0,1 0 0 0 0,0 0 0 0 0,0 0 0 0 0,0 0 0 0 0,0 0 0 0 0,-1 0 0 0 0,1 0 0 0 0,0-1 0 0 0,0 1 0 0 0,0 0-1 0 0,0 0 1 0 0,-1 0 0 0 0,1 0 0 0 0,0 0 0 0 0,0-1 0 0 0,0 1 0 0 0,0 0 0 0 0,0 0 0 0 0,0 0 0 0 0,0 0 0 0 0,0-1 0 0 0,-1 1 0 0 0,1 0 0 0 0,0 0-1 0 0,0 0 1 0 0,0-1 0 0 0,0 1 0 0 0,0 0 0 0 0,0 0 0 0 0,0 0 0 0 0,0-1 0 0 0,0 1 0 0 0,0 0 0 0 0,0 0 0 0 0,0 0 0 0 0,0-1 0 0 0,1 1 0 0 0,-1 0 0 0 0,0-13-11 0 0,0 12 12 0 0,2-14 12 0 0,1 1-1 0 0,0-1 0 0 0,1 0 1 0 0,8-19-1 0 0,29-59-25 0 0,-27 65 26 0 0,67-163-20 0 0,0 0 84 0 0,-80 188-76 0 0,1 0 0 0 0,-1 1 0 0 0,0-1 1 0 0,1 0-1 0 0,0 1 0 0 0,0-1 1 0 0,0 1-1 0 0,2-3 0 0 0,-4 5-1 0 0,0 0 1 0 0,0 0-1 0 0,0 0 0 0 0,1 0 0 0 0,-1 0 1 0 0,0 0-1 0 0,0 0 0 0 0,0 0 0 0 0,1 0 0 0 0,-1 0 1 0 0,0-1-1 0 0,0 1 0 0 0,0 0 0 0 0,0 0 1 0 0,1 0-1 0 0,-1 0 0 0 0,0 0 0 0 0,0 0 1 0 0,0 1-1 0 0,1-1 0 0 0,-1 0 0 0 0,0 0 1 0 0,0 0-1 0 0,0 0 0 0 0,1 0 0 0 0,-1 0 1 0 0,0 0-1 0 0,0 0 0 0 0,0 0 0 0 0,0 0 1 0 0,0 0-1 0 0,1 1 0 0 0,-1-1 0 0 0,0 0 0 0 0,0 0 1 0 0,0 0-1 0 0,0 0 0 0 0,0 1 0 0 0,5 15 35 0 0,0 28-8 0 0,25 152 57 0 0,-23-164-32 0 0,1 1-1 0 0,2-1 0 0 0,27 59 0 0 0,-36-89-98 0 0,1 1 1 0 0,-1-1-1 0 0,1 0 0 0 0,-1 1 0 0 0,1-1 0 0 0,0 0 1 0 0,0 0-1 0 0,0 0 0 0 0,0 0 0 0 0,0 0 1 0 0,1 0-1 0 0,3 2 0 0 0,22 6-6644 0 0,-22-9 2790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280 152 5337 0 0,'0'-22'3744'0'0,"0"9"-2893"0"0,2-1 0 0 0,0 0 1 0 0,5-20-1 0 0,0 4 886 0 0,-7 11-238 0 0,0 13-1196 0 0,0 15-43 0 0,1 0-240 0 0,7 361 407 0 0,-17-221-326 0 0,0 232 28 0 0,11-249-81 0 0,4 41 167 0 0,-7-131-170 0 0,1-34-26 0 0,-1 1 1 0 0,1-1-1 0 0,1 0 0 0 0,1 15 0 0 0,2-12 52 0 0,-4-10-66 0 0,1 0 0 0 0,-1 0 0 0 0,1 0-1 0 0,-1 0 1 0 0,1 0 0 0 0,-1 0 0 0 0,0 0 0 0 0,0 0 0 0 0,0 0-1 0 0,1 0 1 0 0,-1 0 0 0 0,0 0 0 0 0,0 0 0 0 0,0 0 0 0 0,-1 0-1 0 0,1 0 1 0 0,0 0 0 0 0,0 0 0 0 0,0 0 0 0 0,-1 0 0 0 0,1 0-1 0 0,0 0 1 0 0,-1 0 0 0 0,1 0 0 0 0,-1-1 0 0 0,0 1 0 0 0,1 0-1 0 0,-1 0 1 0 0,1 0 0 0 0,-1 0 0 0 0,0-1 0 0 0,0 1 0 0 0,1 0-1 0 0,-1-1 1 0 0,0 1 0 0 0,0-1 0 0 0,0 1 0 0 0,0-1 0 0 0,-1 1-1 0 0,-16 8 8 0 0,0-1-1 0 0,-1-1 0 0 0,1 0 0 0 0,-2-2 0 0 0,1 0 0 0 0,0-1 0 0 0,-29 2 0 0 0,-45 10 15 0 0,77-9-8 0 0,15-2-31 0 0,11-2 29 0 0,100 4-19 0 0,59 6-20 0 0,-129-8 35 0 0,0 1-1 0 0,45 15 0 0 0,-80-20-3 0 0,4 2 6 0 0,0-1 1 0 0,0 1-1 0 0,0 0 0 0 0,0 1 0 0 0,-1 0 0 0 0,1 1 0 0 0,-1 0 1 0 0,0 0-1 0 0,9 8 0 0 0,-11-4 35 0 0,-1-1 0 0 0,0 1 0 0 0,6 14 0 0 0,-11-21-24 0 0,1 0-7 0 0,0 0 1 0 0,0 0-1 0 0,0 0 0 0 0,-1 0 0 0 0,1 0 0 0 0,-1 0 0 0 0,0 1 1 0 0,1-1-1 0 0,-1 0 0 0 0,0 0 0 0 0,0 0 0 0 0,0 1 0 0 0,-1-1 1 0 0,1 0-1 0 0,-1 0 0 0 0,1 0 0 0 0,-1 0 0 0 0,-1 3 0 0 0,0-1 7 0 0,0-1-1 0 0,0 0 1 0 0,0 0-1 0 0,0 0 1 0 0,-1-1-1 0 0,1 1 1 0 0,-1-1-1 0 0,0 1 1 0 0,1-1 0 0 0,-5 3-1 0 0,-7 2 44 0 0,0 0-1 0 0,0 0 1 0 0,0-1-1 0 0,-17 4 1 0 0,23-8-46 0 0,-41 15 155 0 0,-55 16 185 0 0,75-26-311 0 0,-8 1 40 0 0,-53 21 0 0 0,75-24-49 0 0,-17 7-66 0 0,31-11 22 0 0,0-1 0 0 0,0 1 0 0 0,0 0 1 0 0,1-1-1 0 0,-1 1 0 0 0,0 0 1 0 0,1-1-1 0 0,-1 1 0 0 0,0 0 0 0 0,1 0 1 0 0,-1 0-1 0 0,1-1 0 0 0,-1 1 0 0 0,1 0 1 0 0,-1 0-1 0 0,1 0 0 0 0,0 0 0 0 0,-1 0 1 0 0,1 0-1 0 0,0 0 0 0 0,0 0 0 0 0,0 0 1 0 0,0 0-1 0 0,0 0 0 0 0,0 0 1 0 0,0 0-1 0 0,0 0 0 0 0,0 0 0 0 0,1 1 1 0 0,0 0 1 0 0,0-1 0 0 0,1 0 1 0 0,-1 1-1 0 0,1-1 0 0 0,-1 0 1 0 0,1 0-1 0 0,-1 0 0 0 0,1 0 1 0 0,0 0-1 0 0,0 0 0 0 0,-1-1 1 0 0,1 1-1 0 0,0-1 0 0 0,0 1 1 0 0,0-1-1 0 0,2 1 0 0 0,1 0-4 0 0,8 2-4 0 0,1 0 0 0 0,0-1 1 0 0,0 0-1 0 0,26-1 0 0 0,58-9-30 0 0,4 0 52 0 0,-72 9 6 0 0,52 7 0 0 0,-81-7-18 0 0,0-1-1 0 0,0 0 1 0 0,-1 0-1 0 0,1 0 1 0 0,0 1-1 0 0,0-1 1 0 0,-1 0-1 0 0,1 1 1 0 0,0-1-1 0 0,0 1 1 0 0,-1-1-1 0 0,1 1 1 0 0,-1-1-1 0 0,1 1 1 0 0,0 0-1 0 0,-1-1 1 0 0,1 1-1 0 0,-1-1 1 0 0,1 1 0 0 0,-1 0-1 0 0,0 0 1 0 0,1-1-1 0 0,-1 1 1 0 0,0 0-1 0 0,1 1 1 0 0,0 0 7 0 0,-1 0 1 0 0,0 1 0 0 0,1-1-1 0 0,-1 1 1 0 0,0-1 0 0 0,0 0 0 0 0,-1 1-1 0 0,0 4 1 0 0,0-2 3 0 0,0-1 1 0 0,0 0-1 0 0,-1 1 1 0 0,1-1-1 0 0,-1 0 1 0 0,0 0-1 0 0,0 0 1 0 0,-1 0-1 0 0,-5 7 1 0 0,-2-2-5 0 0,-1-1-1 0 0,0 1 1 0 0,-1-2 0 0 0,0 0 0 0 0,-22 10 0 0 0,-71 21 0 0 0,18-7 47 0 0,31-15 4 0 0,44-14-48 0 0,0 1 0 0 0,0 1 0 0 0,-17 7 0 0 0,27-10-15 0 0,0 0-1 0 0,0 0 0 0 0,0 0 0 0 0,0 1 0 0 0,1-1 1 0 0,-1 1-1 0 0,0-1 0 0 0,1 1 0 0 0,-2 2 0 0 0,2-4 2 0 0,1 1 1 0 0,0-1-1 0 0,0 1 0 0 0,-1-1 0 0 0,1 1 0 0 0,0 0 0 0 0,0-1 1 0 0,0 1-1 0 0,0-1 0 0 0,0 1 0 0 0,0 0 0 0 0,0-1 0 0 0,0 1 0 0 0,0-1 1 0 0,0 1-1 0 0,0 0 0 0 0,0-1 0 0 0,0 1 0 0 0,0-1 0 0 0,1 1 1 0 0,-1 0-1 0 0,0-1 0 0 0,0 1 0 0 0,1-1 0 0 0,-1 1 0 0 0,0-1 0 0 0,1 1 1 0 0,-1-1-1 0 0,1 1 0 0 0,-1-1 0 0 0,0 0 0 0 0,1 1 0 0 0,-1-1 1 0 0,1 0-1 0 0,-1 1 0 0 0,1-1 0 0 0,-1 0 0 0 0,1 1 0 0 0,0-1 1 0 0,-1 0-1 0 0,1 0 0 0 0,0 1 0 0 0,14 5 0 0 0,-1-1 0 0 0,1 0 0 0 0,0-1 0 0 0,0 0 1 0 0,0-1-1 0 0,1-1 0 0 0,16 1 0 0 0,119-5-69 0 0,-62-1 86 0 0,-62 2 11 0 0,-19 1-19 0 0,1-1 1 0 0,-1 1 0 0 0,1 0-1 0 0,-1 1 1 0 0,1-1 0 0 0,-1 2 0 0 0,1-1-1 0 0,15 7 1 0 0,-23-8-3 0 0,-1 1 1 0 0,1 0-1 0 0,0 0 1 0 0,-1-1-1 0 0,1 1 1 0 0,-1 0-1 0 0,1 0 0 0 0,-1 0 1 0 0,0 0-1 0 0,1 0 1 0 0,-1 0-1 0 0,0 0 1 0 0,0 0-1 0 0,0 0 0 0 0,1 0 1 0 0,-1 0-1 0 0,0 0 1 0 0,0 0-1 0 0,0 0 1 0 0,-1 0-1 0 0,1 0 0 0 0,0 0 1 0 0,0 0-1 0 0,-1 1 1 0 0,-8 27 7 0 0,2-13-1 0 0,5-11-11 0 0,0 0 1 0 0,-1 0-1 0 0,1 1 1 0 0,-1-2 0 0 0,0 1-1 0 0,-1 0 1 0 0,-5 6-1 0 0,-10 8 1 0 0,-1-2 0 0 0,0 0 0 0 0,-1-1 0 0 0,-1-1 0 0 0,-37 19 0 0 0,-8 1-9 0 0,41-21 23 0 0,-2 0-1 0 0,-29 10 0 0 0,57-24-18 0 0,-1 0-1 0 0,0 0 1 0 0,0 0 0 0 0,0 0-1 0 0,0 1 1 0 0,0-1 0 0 0,0 0-1 0 0,1 0 1 0 0,-1 1 0 0 0,0-1-1 0 0,0 1 1 0 0,0-1 0 0 0,1 1-1 0 0,-1-1 1 0 0,0 1 0 0 0,1-1-1 0 0,-1 1 1 0 0,0 0 0 0 0,1-1-1 0 0,-1 1 1 0 0,1 0 0 0 0,-1 0-1 0 0,1-1 1 0 0,0 1 0 0 0,-1 0-1 0 0,1 0 1 0 0,0 0 0 0 0,-1 0-1 0 0,1-1 1 0 0,0 1 0 0 0,0 2-1 0 0,0-2 1 0 0,1 0 1 0 0,-1 0-1 0 0,1 0 0 0 0,0 0 0 0 0,0 0 1 0 0,-1 0-1 0 0,1 0 0 0 0,0 0 0 0 0,0-1 0 0 0,0 1 1 0 0,0 0-1 0 0,0 0 0 0 0,0-1 0 0 0,0 1 0 0 0,0-1 1 0 0,0 1-1 0 0,1-1 0 0 0,-1 1 0 0 0,0-1 0 0 0,2 1 1 0 0,12 2 8 0 0,0 0 0 0 0,1-2 0 0 0,-1 1 0 0 0,30-3 1 0 0,-18 1 26 0 0,-26 0-33 0 0,0 0 0 0 0,0 1 0 0 0,0-1 1 0 0,0 0-1 0 0,0 1 0 0 0,0-1 0 0 0,1 1 1 0 0,-1-1-1 0 0,0 1 0 0 0,0 0 0 0 0,0 0 1 0 0,-1-1-1 0 0,1 1 0 0 0,0 0 0 0 0,0 0 0 0 0,0 0 1 0 0,-1 0-1 0 0,1 0 0 0 0,0 0 0 0 0,-1 0 1 0 0,1 0-1 0 0,-1 0 0 0 0,1 0 0 0 0,-1 0 1 0 0,1 0-1 0 0,-1 0 0 0 0,0 1 0 0 0,1 1 1 0 0,3 34-11 0 0,-4-2 20 0 0,-3-1 0 0 0,-1 1 0 0 0,-9 41 0 0 0,4-31-19 0 0,-3 51-1 0 0,8 76 35 0 0,-6 67-66 0 0,7 39 136 0 0,6-139 64 0 0,-14-102-126 0 0,11-3-38 0 0,0-34 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749 89 480 0 0,'0'0'131'0'0,"0"-20"3780"0"0,0-1-2516 0 0,-1 14-636 0 0,0-1 1 0 0,1 1-1 0 0,1 0 1 0 0,1-12-1 0 0,-24 157 3161 0 0,13-70-3686 0 0,-19 74 1 0 0,25-128-6 0 0,0 1-1 0 0,0 0 1 0 0,2 0-1 0 0,0 0 1 0 0,1 0 0 0 0,2 24-1 0 0,-26-42-9 0 0,6 1-190 0 0,0 1 1 0 0,0 1-1 0 0,0 1 0 0 0,1 0 0 0 0,-36 8 1 0 0,-87 33 218 0 0,46-12 224 0 0,40-14-17 0 0,27-8-152 0 0,-1 0 0 0 0,-53 7 1 0 0,6-10-116 0 0,74-1-187 0 0,1 0 1 0 0,-1 1 0 0 0,1-1 0 0 0,1 0 0 0 0,-1 0 0 0 0,1 6 0 0 0,0-2 17 0 0,-4 158-28 0 0,-1-44-10 0 0,4-82 24 0 0,-9 244 44 0 0,8-282-49 0 0,1 0 0 0 0,0 0-1 0 0,0 0 1 0 0,0 0 0 0 0,0 0-1 0 0,0 0 1 0 0,0 0 0 0 0,0 0-1 0 0,1 0 1 0 0,-1 0-1 0 0,1-1 1 0 0,-1 1 0 0 0,1 0-1 0 0,0 0 1 0 0,0 0 0 0 0,0-1-1 0 0,0 1 1 0 0,0 0 0 0 0,0-1-1 0 0,0 1 1 0 0,1-1 0 0 0,-1 1-1 0 0,0-1 1 0 0,1 0 0 0 0,2 2-1 0 0,-2-2 4 0 0,1 0 0 0 0,0 0 0 0 0,0 0 0 0 0,0 0 0 0 0,0 0 0 0 0,0 0 0 0 0,1-1 0 0 0,-1 0 0 0 0,0 0 0 0 0,0 0 0 0 0,0 0 0 0 0,0 0 0 0 0,0 0 0 0 0,0-1 0 0 0,5-1 0 0 0,3-1 24 0 0,-1-1-1 0 0,1-1 1 0 0,-1 0-1 0 0,0 0 1 0 0,0-1-1 0 0,12-9 1 0 0,-12 8-10 0 0,1 0-1 0 0,0 1 1 0 0,0 0 0 0 0,18-7-1 0 0,-19 10-16 0 0,-4 1-7 0 0,1 0 1 0 0,-1-1-1 0 0,1 1 1 0 0,5-5-1 0 0,10-1 87 0 0,-11 10-1599 0 0,-2 5-3615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25 241 3057 0 0,'-11'-135'4677'0'0,"11"30"449"0"0,0 105-5023 0 0,0 8 161 0 0,1 169-132 0 0,-1 138 271 0 0,-7-134 458 0 0,-1 53-174 0 0,8-212-983 0 0,0-13-4249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28 135 2425 0 0,'0'0'197'0'0,"-28"0"8351"0"0,42-1-8257 0 0,0-1 0 0 0,0-1-1 0 0,24-7 1 0 0,-10 3-137 0 0,89-22 320 0 0,229-25 1 0 0,-338 54-366 0 0,-1-1 0 0 0,0 1 0 0 0,0-1 1 0 0,0-1-1 0 0,0 0 0 0 0,0 0 0 0 0,0 0 0 0 0,0 0 0 0 0,6-5 0 0 0,-10 6-100 0 0,-1 0 0 0 0,0 1 0 0 0,1-1 0 0 0,-1 0 0 0 0,1 1 0 0 0,-1 0 0 0 0,0-1 0 0 0,1 1 0 0 0,4 1 0 0 0,-3-1 383 0 0,-3-5-325 0 0,1 7 90 0 0,1 11 99 0 0,-5 1293 590 0 0,7-1122-725 0 0,-5-167-256 0 0,0 10 328 0 0,0-9-4527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64 864 0 0,'0'0'591'0'0,"-11"-7"2554"0"0,-52-23 998 0 0,43 20-2644 0 0,-10-4 864 0 0,29 13-2259 0 0,-1 1 1 0 0,1 0-1 0 0,0-1 1 0 0,-1 1-1 0 0,1 0 1 0 0,0 0-1 0 0,-1 0 1 0 0,1 0-1 0 0,-1 0 1 0 0,1 0-1 0 0,0 0 1 0 0,-1 0-1 0 0,1 1 0 0 0,0-1 1 0 0,-1 1-1 0 0,1-1 1 0 0,0 1-1 0 0,-3 1 1 0 0,3-2-100 0 0,0 1 0 0 0,1 0 0 0 0,-1-1 0 0 0,0 1 1 0 0,1 0-1 0 0,-1 0 0 0 0,1-1 0 0 0,-1 1 0 0 0,1 0 0 0 0,-1 0 1 0 0,1 0-1 0 0,-1 0 0 0 0,1 0 0 0 0,0 0 0 0 0,0 0 1 0 0,-1 0-1 0 0,1 0 0 0 0,0 0 0 0 0,0 0 0 0 0,0 0 0 0 0,0 0 1 0 0,0 0-1 0 0,0 0 0 0 0,0 0 0 0 0,1 0 0 0 0,-1 0 0 0 0,0 0 1 0 0,1 0-1 0 0,-1 0 0 0 0,0-1 0 0 0,1 1 0 0 0,-1 0 0 0 0,1 0 1 0 0,-1 0-1 0 0,1 0 0 0 0,1 1 0 0 0,0 1-5 0 0,1 1-1 0 0,-1-1 1 0 0,1 0-1 0 0,0 0 1 0 0,0 0-1 0 0,7 5 1 0 0,8 2 33 0 0,0-2 0 0 0,1 0 0 0 0,27 8 1 0 0,-14-5 52 0 0,-28-10-49 0 0,-1 1 1 0 0,1 0-1 0 0,-1 0 1 0 0,1 0 0 0 0,-1 1-1 0 0,0-1 1 0 0,0 1 0 0 0,0 0-1 0 0,0 0 1 0 0,-1 0-1 0 0,1 0 1 0 0,-1 0 0 0 0,0 1-1 0 0,3 5 1 0 0,-3-7-1 0 0,-1 1 0 0 0,0 0 0 0 0,0 0 0 0 0,0 0 0 0 0,0 0 0 0 0,0 0 0 0 0,0 0 0 0 0,-1 0 0 0 0,1 0 0 0 0,-1 0 0 0 0,0 0 1 0 0,0 0-1 0 0,0 0 0 0 0,-1 0 0 0 0,1 0 0 0 0,-1 0 0 0 0,1 0 0 0 0,-3 6 0 0 0,1-4-14 0 0,-1 0 0 0 0,1 0 0 0 0,-1 0 1 0 0,0-1-1 0 0,0 0 0 0 0,-1 1 0 0 0,1-1 1 0 0,-1 0-1 0 0,0 0 0 0 0,0-1 0 0 0,-5 5 1 0 0,-40 25-2 0 0,-24 20 22 0 0,45-31-44 0 0,18-15-390 0 0,0 0 0 0 0,0 2 0 0 0,1-1-1 0 0,0 1 1 0 0,1 0 0 0 0,-1 1-1 0 0,-9 15 1 0 0,7-4-1185 0 0,0-4-872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1 960 0 0,'0'0'1486'0'0,"-5"23"4319"0"0,-42-15-1803 0 0,43-7-3686 0 0,-17 6 723 0 0,20-7-991 0 0,0 0 0 0 0,1 1 0 0 0,-1-1 0 0 0,0 0 0 0 0,1 1-1 0 0,-1-1 1 0 0,0 0 0 0 0,1 1 0 0 0,-1-1 0 0 0,0 1 0 0 0,1-1 0 0 0,-1 1 0 0 0,1-1 0 0 0,-1 1-1 0 0,1-1 1 0 0,-1 1 0 0 0,1-1 0 0 0,-1 1 0 0 0,1 0 0 0 0,-1 0 0 0 0,2 0-20 0 0,0 0 0 0 0,1 0 0 0 0,-1 0 0 0 0,0 0 0 0 0,0-1 0 0 0,0 1 0 0 0,1 0 0 0 0,-1-1 0 0 0,0 1 0 0 0,1 0 0 0 0,-1-1 0 0 0,1 0 0 0 0,-1 1 0 0 0,0-1 0 0 0,1 0 1 0 0,2 0-1 0 0,-1 1 20 0 0,32 4 149 0 0,1-1 0 0 0,0-2 0 0 0,38-2 0 0 0,-37 0-103 0 0,-17 0 59 0 0,-1 1 0 0 0,33 7 0 0 0,-51-8-133 0 0,0 0 1 0 0,0 0-1 0 0,0 0 1 0 0,0 1 0 0 0,0-1-1 0 0,0 1 1 0 0,0-1 0 0 0,0 1-1 0 0,0-1 1 0 0,0 1-1 0 0,0-1 1 0 0,0 1 0 0 0,0 0-1 0 0,-1-1 1 0 0,1 1 0 0 0,0 0-1 0 0,0 0 1 0 0,-1 0-1 0 0,1 0 1 0 0,-1-1 0 0 0,1 1-1 0 0,-1 0 1 0 0,1 0 0 0 0,0 2-1 0 0,-1-1-4 0 0,1 0-1 0 0,-1 0 1 0 0,0 0-1 0 0,0 0 1 0 0,0 1-1 0 0,0-1 1 0 0,0 0-1 0 0,-1 0 0 0 0,1 0 1 0 0,-1 1-1 0 0,0 2 1 0 0,-1-1-13 0 0,1 0 1 0 0,-1 1-1 0 0,0-1 0 0 0,0 0 1 0 0,0 0-1 0 0,-1-1 0 0 0,0 1 1 0 0,1 0-1 0 0,-1-1 0 0 0,-1 0 1 0 0,-3 4-1 0 0,3-4 5 0 0,-37 24 80 0 0,0-2 0 0 0,-2-2 0 0 0,-62 24 0 0 0,72-37 0 0 0,23-8-46 0 0,-1 1-1 0 0,1 0 0 0 0,0 1 0 0 0,0 0 0 0 0,1 0 0 0 0,-1 1 1 0 0,1 0-1 0 0,-11 9 0 0 0,20-14-43 0 0,-1 1 0 0 0,1-1 0 0 0,0 1 0 0 0,-1 0 0 0 0,1 0 0 0 0,-1-1 0 0 0,1 1 0 0 0,0 0 0 0 0,0-1 0 0 0,-1 1 0 0 0,1 0 0 0 0,0 0 0 0 0,0-1 0 0 0,0 1 0 0 0,0 0 0 0 0,0 0 0 0 0,0 0 0 0 0,0-1 0 0 0,0 1 0 0 0,0 0 0 0 0,0 0 0 0 0,1-1 0 0 0,-1 1 0 0 0,0 0 0 0 0,0 0 0 0 0,1-1 0 0 0,-1 1 0 0 0,1 0 0 0 0,-1-1 0 0 0,0 1 0 0 0,1 0 0 0 0,-1-1 0 0 0,1 1 0 0 0,-1-1 0 0 0,1 1 0 0 0,0-1 0 0 0,-1 1 0 0 0,1-1 0 0 0,0 1 0 0 0,-1-1 0 0 0,1 1 0 0 0,0-1 0 0 0,-1 0 0 0 0,2 1 1 0 0,26 2-21 0 0,-22-3 18 0 0,1 0-1 0 0,-1 1 0 0 0,0 0 0 0 0,0 0 1 0 0,0 1-1 0 0,0-1 0 0 0,0 1 0 0 0,8 5 0 0 0,-6-3 13 0 0,0 0 0 0 0,1-1-1 0 0,-1 0 1 0 0,1 0 0 0 0,-1 0-1 0 0,1-1 1 0 0,0-1-1 0 0,9 1 1 0 0,12 0 49 0 0,32-3 0 0 0,-20 0 118 0 0,-41 1-169 0 0,-1 0 1 0 0,1 0-1 0 0,0 0 1 0 0,-1 0 0 0 0,1 0-1 0 0,-1 0 1 0 0,1 0-1 0 0,-1 0 1 0 0,1 0-1 0 0,0 1 1 0 0,-1-1-1 0 0,1 0 1 0 0,-1 0-1 0 0,1 0 1 0 0,-1 1-1 0 0,1-1 1 0 0,-1 0-1 0 0,1 1 1 0 0,-1-1-1 0 0,1 0 1 0 0,-1 1-1 0 0,0-1 1 0 0,1 1-1 0 0,-1-1 1 0 0,0 0-1 0 0,1 1 1 0 0,-1-1 0 0 0,0 1-1 0 0,1-1 1 0 0,-1 1-1 0 0,0 0 1 0 0,0 1 0 0 0,1 0 0 0 0,-1-1 0 0 0,0 1 0 0 0,-1-1 1 0 0,1 1-1 0 0,0-1 0 0 0,0 1 0 0 0,-1 0 1 0 0,1-1-1 0 0,-1 1 0 0 0,0 1 0 0 0,-2 2 0 0 0,1 0 0 0 0,0-1 1 0 0,-1 1-1 0 0,0-1 0 0 0,0 0 0 0 0,-6 7 0 0 0,-101 63 70 0 0,21-14-27 0 0,68-46-59 0 0,7-4-22 0 0,-23 20 0 0 0,34-27 27 0 0,-1 1 1 0 0,1 0 0 0 0,0 0 0 0 0,0 0 0 0 0,0 0-1 0 0,0 0 1 0 0,1 1 0 0 0,0-1 0 0 0,0 1 0 0 0,-2 8-1 0 0,4-13 4 0 0,0 1 0 0 0,0 0 0 0 0,0 0 0 0 0,0-1 0 0 0,0 1 0 0 0,0 0 0 0 0,1 0 0 0 0,-1-1 0 0 0,0 1 1 0 0,1 0-1 0 0,-1-1 0 0 0,0 1 0 0 0,1 0 0 0 0,-1-1 0 0 0,1 1 0 0 0,-1-1 0 0 0,1 1 0 0 0,-1-1 0 0 0,1 1 0 0 0,-1-1 0 0 0,1 1 0 0 0,0-1 0 0 0,-1 1 0 0 0,1-1 0 0 0,0 0 0 0 0,-1 1 0 0 0,1-1 0 0 0,0 0 0 0 0,-1 0 0 0 0,1 0 0 0 0,0 1 0 0 0,1-1 0 0 0,25 5 22 0 0,-12-5-21 0 0,0 0 0 0 0,1-1 0 0 0,-1-1-1 0 0,0 0 1 0 0,1-1 0 0 0,14-5 0 0 0,-12 3-15 0 0,0 1 1 0 0,0 1-1 0 0,31-2 1 0 0,-47 5 19 0 0,0-1-1 0 0,0 1 1 0 0,0 0 0 0 0,-1 1-1 0 0,1-1 1 0 0,0 0 0 0 0,0 0 0 0 0,0 1-1 0 0,-1-1 1 0 0,1 1 0 0 0,0-1-1 0 0,0 1 1 0 0,-1 0 0 0 0,3 1 0 0 0,-3 0-4 0 0,0-1 0 0 0,0 0 0 0 0,0 1 0 0 0,-1-1 0 0 0,1 1 0 0 0,-1-1 0 0 0,1 1 0 0 0,-1 0 0 0 0,1-1 0 0 0,-1 1 0 0 0,0-1 0 0 0,0 1 0 0 0,0 0 0 0 0,0-1 0 0 0,0 1 0 0 0,0 1 0 0 0,-2 15 4 0 0,0-1 0 0 0,-1 1 0 0 0,-1-1 0 0 0,-1 0 0 0 0,-12 30 0 0 0,-4 16-7 0 0,6 2 83 0 0,2 0 0 0 0,3 1 0 0 0,4 0 0 0 0,1 89 0 0 0,5-152-227 0 0,0 6 188 0 0,0 0 1 0 0,1 1-1 0 0,2 14 0 0 0,5-2-4390 0 0,-6-19 2088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85 344 9954 0 0,'-9'-3'1035'0'0,"-28"-24"1916"0"0,37 27-2901 0 0,-1 1-1 0 0,1 0 0 0 0,-1-1 0 0 0,1 1 1 0 0,0-1-1 0 0,0 1 0 0 0,-1 0 0 0 0,1-1 0 0 0,0 1 1 0 0,0-1-1 0 0,-1 1 0 0 0,1 0 0 0 0,0-1 1 0 0,0 1-1 0 0,0 0 0 0 0,0-1 0 0 0,0 1 1 0 0,0 0-1 0 0,0 0 0 0 0,0-1 0 0 0,0 1 1 0 0,1 0-1 0 0,-1 0 0 0 0,0 1 18 0 0,1 96 725 0 0,-13 116 0 0 0,0-149-546 0 0,8-48-139 0 0,1 0 0 0 0,1 0 0 0 0,-1 18-1 0 0,3-35-147 0 0,0-10-59 0 0,15-163 26 0 0,42-185 0 0 0,-52 327 107 0 0,2 0 1 0 0,1 0-1 0 0,2 1 0 0 0,24-56 1 0 0,-32 83-25 0 0,1-1 1 0 0,-1 1 0 0 0,0-1-1 0 0,1 1 1 0 0,0 0 0 0 0,0 0-1 0 0,-1 0 1 0 0,2 1-1 0 0,-1-1 1 0 0,4-2 0 0 0,-5 4-10 0 0,0 0 1 0 0,0 0 0 0 0,0 0 0 0 0,0 0-1 0 0,0 0 1 0 0,0 1 0 0 0,1-1-1 0 0,-1 1 1 0 0,0-1 0 0 0,0 1-1 0 0,0 0 1 0 0,1 0 0 0 0,-1 0 0 0 0,0 0-1 0 0,0 0 1 0 0,1 1 0 0 0,-1-1-1 0 0,0 1 1 0 0,3 0 0 0 0,-3 1 5 0 0,-1-1 0 0 0,0 1 0 0 0,0 0 0 0 0,-1-1 0 0 0,1 1 0 0 0,0 0 0 0 0,-1-1 0 0 0,1 1 0 0 0,-1 0 0 0 0,1 0 0 0 0,-1 0 0 0 0,0 0 0 0 0,1-1 0 0 0,-1 1 0 0 0,-1 2 0 0 0,2 1 4 0 0,0 2 2 0 0,1-1-1 0 0,0 0 0 0 0,0 1 0 0 0,1-1 1 0 0,5 10-1 0 0,-5-11-5 0 0,0 1-1 0 0,0 0 1 0 0,-1 0-1 0 0,0 0 1 0 0,0 0 0 0 0,2 11-1 0 0,-3-4 20 0 0,-1 0-1 0 0,0 0 1 0 0,-1 0-1 0 0,0 0 1 0 0,-1 0-1 0 0,0 0 0 0 0,-1 0 1 0 0,0 0-1 0 0,-1-1 1 0 0,-1 1-1 0 0,0-1 1 0 0,-1 0-1 0 0,-11 18 1 0 0,7-15 13 0 0,6-7-10 0 0,-1 1 0 0 0,0-1 0 0 0,-1 0 0 0 0,0-1 0 0 0,0 0 0 0 0,-1 1-1 0 0,0-2 1 0 0,0 1 0 0 0,-10 5 0 0 0,9-7-20 0 0,-27 18 149 0 0,33-22-138 0 0,0 0 0 0 0,1 1 1 0 0,0-1-1 0 0,-1 0 0 0 0,1 1 1 0 0,0-1-1 0 0,-1 0 0 0 0,1 1 0 0 0,0 0 1 0 0,0-1-1 0 0,0 1 0 0 0,1-1 1 0 0,-1 1-1 0 0,0 0 0 0 0,0 0 1 0 0,1 0-1 0 0,-1 2 0 0 0,1-3 10 0 0,0 0-1 0 0,1 1 0 0 0,-1-1 0 0 0,0 0 1 0 0,1 0-1 0 0,-1 0 0 0 0,1 0 1 0 0,0 1-1 0 0,-1-1 0 0 0,1 0 0 0 0,0 0 1 0 0,-1 0-1 0 0,1 0 0 0 0,0 0 1 0 0,0-1-1 0 0,2 3 0 0 0,20 13 1 0 0,-9-6 0 0 0,6 5-127 0 0,32 21-1 0 0,-25-22-2626 0 0,-1-4-3880 0 0,-18-8 2869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14 10946 0 0,'0'0'204'0'0,"-13"-5"383"0"0,5 2-399 0 0,0 1-1 0 0,-1 1 1 0 0,1 0-1 0 0,-1 0 0 0 0,1 0 1 0 0,0 1-1 0 0,-1 0 1 0 0,1 1-1 0 0,-1 0 1 0 0,1 0-1 0 0,0 1 1 0 0,-1 0-1 0 0,1 0 0 0 0,0 1 1 0 0,0 0-1 0 0,1 1 1 0 0,-12 6-1 0 0,11-5-94 0 0,4-3-43 0 0,0 1 0 0 0,0-1 0 0 0,0 1 1 0 0,1 0-1 0 0,-1 0 0 0 0,1 0 0 0 0,-1 0 1 0 0,1 0-1 0 0,0 1 0 0 0,1 0 0 0 0,-1-1 1 0 0,1 1-1 0 0,-1 0 0 0 0,1 0 0 0 0,-2 6 0 0 0,-6 14 138 0 0,6-18-160 0 0,1 0 1 0 0,1 0-1 0 0,-1 1 1 0 0,1-1-1 0 0,-3 14 1 0 0,5-18-22 0 0,0 0 1 0 0,0 0-1 0 0,0 0 0 0 0,0 0 0 0 0,1 0 1 0 0,-1 0-1 0 0,1 0 0 0 0,-1 0 0 0 0,1 0 1 0 0,-1 0-1 0 0,1 0 0 0 0,0 0 0 0 0,0 0 1 0 0,0 0-1 0 0,0-1 0 0 0,0 1 0 0 0,1 0 1 0 0,-1-1-1 0 0,1 1 0 0 0,-1-1 0 0 0,1 1 1 0 0,-1-1-1 0 0,1 1 0 0 0,2 0 1 0 0,11 7 58 0 0,0-1 0 0 0,0-1 0 0 0,22 7 0 0 0,-18-7 126 0 0,-1 1 1 0 0,20 10-1 0 0,-34-15-65 0 0,-1 0 1 0 0,1 0-1 0 0,-1 0 0 0 0,0 1 1 0 0,1-1-1 0 0,-1 1 0 0 0,-1 0 1 0 0,1 0-1 0 0,3 6 0 0 0,-5-8-73 0 0,0-1-1 0 0,0 1 1 0 0,0 0-1 0 0,-1 0 0 0 0,1-1 1 0 0,0 1-1 0 0,-1 0 1 0 0,1 0-1 0 0,-1 0 0 0 0,0 0 1 0 0,1 0-1 0 0,-1 0 1 0 0,0 0-1 0 0,0 0 0 0 0,-1 0 1 0 0,1 0-1 0 0,0 0 1 0 0,0-1-1 0 0,-1 1 1 0 0,1 0-1 0 0,-1 0 0 0 0,0 0 1 0 0,0 0-1 0 0,0-1 1 0 0,-1 3-1 0 0,-2-1-45 0 0,-1-1 0 0 0,1 0-1 0 0,-1 0 1 0 0,0 0 0 0 0,0-1 0 0 0,0 1 0 0 0,0-1 0 0 0,0 0-1 0 0,0-1 1 0 0,0 1 0 0 0,-5-1 0 0 0,-8 2-1 0 0,12-1-12 0 0,0 1-1 0 0,0 0 0 0 0,0 0 1 0 0,1 0-1 0 0,-8 5 0 0 0,-21 7-1311 0 0,8-12-2303 0 0,16-3 506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199 207 144 0 0,'0'0'52'0'0,"-3"-28"5913"0"0,1 26-5699 0 0,0 1-1 0 0,0 0 0 0 0,0 0 0 0 0,0-1 1 0 0,-1 1-1 0 0,1 0 0 0 0,0 1 0 0 0,-1-1 1 0 0,1 0-1 0 0,-1 1 0 0 0,1-1 0 0 0,-1 1 1 0 0,1 0-1 0 0,-1 0 0 0 0,1 0 0 0 0,-5 1 1 0 0,-46 8 1289 0 0,38-6-842 0 0,-68 13 2686 0 0,153-26-3206 0 0,0-3 0 0 0,92-29 0 0 0,-111 25-115 0 0,1 3 0 0 0,107-16 1 0 0,-138 29 85 0 0,31 3 0 0 0,-3 0 112 0 0,-49-2-271 0 0,0 0 0 0 0,0 1 0 0 0,0-1 0 0 0,0 1 0 0 0,0-1 0 0 0,1 0 0 0 0,-1 1 0 0 0,0-1 0 0 0,0 0 0 0 0,0 1 0 0 0,1-1 0 0 0,-1 0 0 0 0,0 0 0 0 0,0 1 0 0 0,1-1 0 0 0,-1 0 0 0 0,0 1 0 0 0,0-1 0 0 0,1 0 0 0 0,-1 0 0 0 0,0 0 0 0 0,1 1 0 0 0,-1-1 0 0 0,0 0 0 0 0,1 0 0 0 0,-1 0 0 0 0,1 0 0 0 0,-1 0 0 0 0,1 0 0 0 0,14 1 66 0 0,-13-1-56 0 0,0 1 1 0 0,0-1-1 0 0,0 0 1 0 0,0 1-1 0 0,-1-1 1 0 0,1 0-1 0 0,0 0 0 0 0,0-1 1 0 0,0 1-1 0 0,0 0 1 0 0,0-1-1 0 0,0 1 0 0 0,-1-1 1 0 0,1 1-1 0 0,0-1 1 0 0,0 0-1 0 0,-1 0 1 0 0,1 0-1 0 0,0 0 0 0 0,-1 0 1 0 0,1 0-1 0 0,-1 0 1 0 0,1-1-1 0 0,-1 1 1 0 0,0 0-1 0 0,0-1 0 0 0,1 1 1 0 0,-1-1-1 0 0,0 0 1 0 0,0 1-1 0 0,1-3 1 0 0,-1 1-8 0 0,0-1 0 0 0,-1 1 1 0 0,1 0-1 0 0,-1-1 0 0 0,1 1 1 0 0,-1-1-1 0 0,0 1 1 0 0,0 0-1 0 0,-1-1 0 0 0,0-4 1 0 0,-5-5-2794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32 3609 0 0,'0'0'420'0'0,"-8"-23"7939"0"0,8 22-8215 0 0,-1 0 0 0 0,1 1 0 0 0,0-1 0 0 0,-1 1 1 0 0,1-1-1 0 0,-1 1 0 0 0,1-1 0 0 0,-1 1 0 0 0,1 0 0 0 0,-1-1 0 0 0,1 1 0 0 0,-1-1 0 0 0,0 1 1 0 0,1 0-1 0 0,-1 0 0 0 0,0-1 0 0 0,1 1 0 0 0,-1 0 0 0 0,-1 0 0 0 0,-2 14 275 0 0,3-8-462 0 0,-34 322 442 0 0,0 6 825 0 0,26-273-720 0 0,-2 96 0 0 0,10-63-5733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179 111 6465 0 0,'-65'-4'5062'0'0,"-2"-1"-2585"0"0,57 5-2182 0 0,-23 0 1056 0 0,30 0-1095 0 0,4 0-84 0 0,18 1-188 0 0,39-2 88 0 0,1-3 1 0 0,0-2-1 0 0,75-19 1 0 0,-126 23-70 0 0,308-47 264 0 0,-217 35 480 0 0,-97 14-1014 0 0,15-1 1613 0 0,-13 2-2602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59 10674 0 0,'-12'0'4892'0'0,"22"-1"-4630"0"0,0 0 0 0 0,0-1 0 0 0,-1 0 0 0 0,17-7 0 0 0,6 0-28 0 0,21-1-157 0 0,1 2-1 0 0,73 0 0 0 0,-25 2-433 0 0,-74 4-3822 0 0,-25 2 1746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7522 0 0,'49'0'1005'0'0,"45"2"3768"0"0,155-19 0 0 0,-241 16-5274 0 0,-7 1 282 0 0,1 0-1 0 0,-1 0 1 0 0,1 0-1 0 0,-1 0 1 0 0,0-1-1 0 0,1 1 1 0 0,-1 0-1 0 0,1-1 1 0 0,-1 1 0 0 0,0-1-1 0 0,1 1 1 0 0,-1-1-1 0 0,0 0 1 0 0,2-1-1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48 286 1456 0 0,'-20'-16'5782'0'0,"16"9"-5183"0"0,0 1 1 0 0,1-1-1 0 0,0-1 1 0 0,1 1-1 0 0,-1 0 1 0 0,1 0-1 0 0,-1-13 1 0 0,1-3 1587 0 0,0-29 1 0 0,4 49-2149 0 0,3 7-16 0 0,4 8-6 0 0,12 43 26 0 0,-2 0 0 0 0,-2 2 0 0 0,14 92 1 0 0,-21-98 196 0 0,-9-42-94 0 0,1 12 245 0 0,-2-21-379 0 0,0 1 0 0 0,0-1 0 0 0,0 1 1 0 0,0-1-1 0 0,0 1 0 0 0,1-1 1 0 0,-1 0-1 0 0,0 1 0 0 0,0-1 1 0 0,0 1-1 0 0,1-1 0 0 0,-1 1 0 0 0,0-1 1 0 0,0 0-1 0 0,1 1 0 0 0,-1-1 1 0 0,0 1-1 0 0,1-1 0 0 0,-1 0 1 0 0,1 1-1 0 0,-1-1 0 0 0,0 0 0 0 0,1 0 1 0 0,-1 1-1 0 0,1-1 0 0 0,-1 0 1 0 0,1 0-1 0 0,-1 0 0 0 0,1 1 0 0 0,1-3-4 0 0,-1 1-1 0 0,0-1 0 0 0,1 1 0 0 0,-1 0 0 0 0,0-1 0 0 0,0 0 0 0 0,0 1 0 0 0,0-1 0 0 0,-1 0 0 0 0,1 1 1 0 0,0-1-1 0 0,-1 0 0 0 0,1 0 0 0 0,-1 0 0 0 0,1-2 0 0 0,0 0 2 0 0,19-64 37 0 0,-3-1 0 0 0,-3-1 0 0 0,-3 0 0 0 0,2-79 0 0 0,-12 133-26 0 0,0 6-112 0 0,0 1 0 0 0,-1-1 0 0 0,-1 0 0 0 0,-1-14-1 0 0,-2 15-3985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56 10266 0 0,'-80'-2'5504'0'0,"344"-45"-3797"0"0,-255 46-1887 0 0,36-5 470 0 0,-17 8-2931 0 0,-19 4-3096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25 6009 0 0,'0'0'1970'0'0,"6"-15"3076"0"0,-3 13-4953 0 0,-1 1-1 0 0,1 0 0 0 0,-1 0 1 0 0,1 0-1 0 0,-1 0 0 0 0,1 0 1 0 0,-1 1-1 0 0,1-1 0 0 0,0 1 1 0 0,-1 0-1 0 0,1 0 0 0 0,0 0 1 0 0,0 0-1 0 0,-1 0 0 0 0,6 2 1 0 0,-6-2-75 0 0,0 0 1 0 0,0 1-1 0 0,0 0 1 0 0,0-1-1 0 0,-1 1 1 0 0,1 0-1 0 0,0 0 1 0 0,0 0-1 0 0,-1 0 1 0 0,1 0-1 0 0,-1 0 1 0 0,1 0-1 0 0,-1 1 1 0 0,1-1-1 0 0,-1 1 1 0 0,0-1-1 0 0,0 1 1 0 0,1-1-1 0 0,-1 1 1 0 0,0 0-1 0 0,1 2 1 0 0,6 25 46 0 0,-6-20-25 0 0,0 1 0 0 0,1 0 0 0 0,9 17 0 0 0,-10-22-32 0 0,1 0 0 0 0,-1 1 0 0 0,0-1-1 0 0,0 1 1 0 0,0-1 0 0 0,-1 1 0 0 0,0 0 0 0 0,0 0 0 0 0,0 0-1 0 0,-1 0 1 0 0,0 0 0 0 0,-1 11 0 0 0,-3 0 49 0 0,1-1 0 0 0,-2 1 1 0 0,-7 16-1 0 0,0 1 59 0 0,10-28-100 0 0,0-1 0 0 0,-1-1 0 0 0,1 1 1 0 0,-1 0-1 0 0,0-1 0 0 0,-1 1 0 0 0,1-1 0 0 0,-7 7 0 0 0,-36 28 69 0 0,40-35-76 0 0,-2 2 44 0 0,-1 0 0 0 0,0-1 1 0 0,0-1-1 0 0,-13 6 0 0 0,-7 3 191 0 0,28-13-227 0 0,0 1 0 0 0,0-1 0 0 0,-1 1-1 0 0,1-1 1 0 0,0 1 0 0 0,0-1 0 0 0,0 0-1 0 0,0 1 1 0 0,0-1 0 0 0,-1 0-1 0 0,1 0 1 0 0,0 0 0 0 0,0 0 0 0 0,0 0-1 0 0,0 0 1 0 0,-1 0 0 0 0,1 0 0 0 0,0 0-1 0 0,0-1 1 0 0,0 1 0 0 0,0-1 0 0 0,0 1-1 0 0,-1 0 1 0 0,1-1 0 0 0,-1-1-1 0 0,0 1-13 0 0,1-1 0 0 0,-1 1 0 0 0,1-1 0 0 0,0 0 0 0 0,0 0 0 0 0,0 0 0 0 0,0 1 0 0 0,0-1 0 0 0,0 0 0 0 0,0 0 0 0 0,0 0 0 0 0,1-1 0 0 0,-1-1 0 0 0,0-2-7 0 0,0 0-1 0 0,0 1 0 0 0,1-1 1 0 0,0 0-1 0 0,0 0 0 0 0,1 1 1 0 0,-1-1-1 0 0,1 0 0 0 0,0 0 1 0 0,3-7-1 0 0,-2 10 7 0 0,-1 1 0 0 0,1-1 0 0 0,-1 1-1 0 0,1 0 1 0 0,0-1 0 0 0,0 1 0 0 0,0 0 0 0 0,0 0 0 0 0,1 0 0 0 0,-1 1 0 0 0,0-1 0 0 0,1 0 0 0 0,0 1-1 0 0,-1 0 1 0 0,1-1 0 0 0,0 1 0 0 0,-1 0 0 0 0,1 0 0 0 0,6-1 0 0 0,25-11-12 0 0,-28 10 12 0 0,0 0 1 0 0,0 1 0 0 0,1-1-1 0 0,-1 2 1 0 0,1-1-1 0 0,-1 1 1 0 0,1 0-1 0 0,0 0 1 0 0,-1 1-1 0 0,1 0 1 0 0,0 0 0 0 0,-1 0-1 0 0,1 1 1 0 0,0 0-1 0 0,-1 0 1 0 0,1 1-1 0 0,-1 0 1 0 0,1 0-1 0 0,-1 0 1 0 0,0 1 0 0 0,0 0-1 0 0,0 0 1 0 0,10 8-1 0 0,-12-8 13 0 0,-1 1-1 0 0,1-1 1 0 0,-1 0-1 0 0,0 1 1 0 0,0 0-1 0 0,0-1 0 0 0,0 1 1 0 0,2 5-1 0 0,4 7 19 0 0,0-2-180 0 0,1 3-2209 0 0,-2-8-2749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11931 0 0,'-17'9'2777'0'0,"12"-2"-3922"0"0,5-2-3444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5361 0 0,'0'0'2398'0'0,"-8"1"2377"0"0,-9 2-4025 0 0,16-1-728 0 0,-1-1-1 0 0,1 0 1 0 0,0 1 0 0 0,-1-1-1 0 0,1 0 1 0 0,0 1 0 0 0,0 0-1 0 0,0-1 1 0 0,0 1 0 0 0,0-1-1 0 0,0 1 1 0 0,1 0 0 0 0,-1 0-1 0 0,1 0 1 0 0,-1-1 0 0 0,1 1-1 0 0,-1 0 1 0 0,1 3-1 0 0,-1 36 506 0 0,2-33-455 0 0,0 0 1 0 0,1 0 0 0 0,0 0 0 0 0,1 0-1 0 0,0 0 1 0 0,0 0 0 0 0,0 0 0 0 0,1-1-1 0 0,0 0 1 0 0,10 13 0 0 0,-11-16 5 0 0,1 0 0 0 0,0 0 1 0 0,0 0-1 0 0,1-1 0 0 0,-1 0 0 0 0,10 6 0 0 0,-9-7 83 0 0,0 1 1 0 0,-1 0-1 0 0,1 1 0 0 0,-1-1 0 0 0,0 1 0 0 0,0 0 0 0 0,7 8 0 0 0,-9-9-49 0 0,16 30 1070 0 0,-17-31-1135 0 0,-1 0 1 0 0,1-1 0 0 0,-1 1-1 0 0,1-1 1 0 0,-1 1-1 0 0,0 0 1 0 0,0 0 0 0 0,0-1-1 0 0,0 1 1 0 0,0 0 0 0 0,0-1-1 0 0,-1 1 1 0 0,1 0 0 0 0,0-1-1 0 0,-1 1 1 0 0,1-1 0 0 0,-1 1-1 0 0,0 0 1 0 0,0-1-1 0 0,0 2 1 0 0,-3 1-15 0 0,0 0 1 0 0,1 0-1 0 0,-2 0 0 0 0,1-1 1 0 0,0 1-1 0 0,-1-1 0 0 0,1 0 0 0 0,-1-1 1 0 0,0 1-1 0 0,0-1 0 0 0,0 0 1 0 0,0 0-1 0 0,-8 2 0 0 0,5-2-206 0 0,1 1-1 0 0,-1 0 0 0 0,1 0 0 0 0,-1 1 1 0 0,-6 5-1 0 0,10-7-145 0 0,0 1-1 0 0,0-1 1 0 0,0 0-1 0 0,0 0 1 0 0,0 0-1 0 0,-1 0 1 0 0,1-1-1 0 0,-9 2 1 0 0,9-2-585 0 0,0-1 0 0 0,1 0 0 0 0,-1 0 0 0 0,0 0 0 0 0,0 0 0 0 0,-6-1 0 0 0,4-1-1660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1 365 8306 0 0,'8'-17'4153'0'0,"-4"11"-4079"0"0,-1 1 0 0 0,1 0 0 0 0,0 0 0 0 0,1 0 0 0 0,-1 1 0 0 0,1-1 0 0 0,0 1 0 0 0,0 0 0 0 0,0 0 0 0 0,7-3 1 0 0,9-6-694 0 0,1 2 1 0 0,-1 1 0 0 0,2 0-1 0 0,36-10 1 0 0,86-19-2425 0 0,-140 38 3085 0 0,0-1 1 0 0,0 0-1 0 0,-1 0 0 0 0,1-1 1 0 0,-1 1-1 0 0,1-1 0 0 0,6-6 1 0 0,25-26 3806 0 0,-19 16 113 0 0,-16 19-3770 0 0,2 15 52 0 0,14 102-37 0 0,-11-64 81 0 0,2-1 0 0 0,3-1 1 0 0,27 83-1 0 0,-34-122-118 0 0,-2-6-16 0 0,1 1 0 0 0,-1-1 0 0 0,1 0 0 0 0,0 0 0 0 0,1 0 0 0 0,5 8 0 0 0,-8-14-145 0 0,-1 0 0 0 0,1 0 0 0 0,-1 0-1 0 0,0 0 1 0 0,1 0 0 0 0,-1 0 0 0 0,0-1-1 0 0,1 1 1 0 0,-1 0 0 0 0,1 0 0 0 0,-1 0-1 0 0,0 0 1 0 0,1-1 0 0 0,-1 1 0 0 0,0 0-1 0 0,0 0 1 0 0,1 0 0 0 0,-1-1 0 0 0,0 1-1 0 0,1 0 1 0 0,-1-1 0 0 0,0 1 0 0 0,0 0-1 0 0,0-1 1 0 0,1 1 0 0 0,-1 0 0 0 0,0-1-1 0 0,0 1 1 0 0,0 0 0 0 0,0-1 0 0 0,0 1-1 0 0,0 0 1 0 0,0-1 0 0 0,1 0 0 0 0,6-18-73 0 0,-6 17 83 0 0,49-141-46 0 0,-19 51-91 0 0,3 1-1 0 0,52-93 0 0 0,-72 149-1471 0 0,-8 20-1457 0 0,-3 8 162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101 115 2296 0 0,'-8'-5'6947'0'0,"0"-6"-5220"0"0,-1-13-1360 0 0,9 22-269 0 0,-1-1 0 0 0,1 1 0 0 0,0-1 0 0 0,0 1 0 0 0,0-1 0 0 0,0 1 0 0 0,0-1 0 0 0,1 1-1 0 0,-1-1 1 0 0,1 1 0 0 0,0-1 0 0 0,-1 1 0 0 0,1 0 0 0 0,0-1 0 0 0,0 1 0 0 0,1 0 0 0 0,-1 0 0 0 0,0 0 0 0 0,1 0 0 0 0,-1 0 0 0 0,1 0 0 0 0,0 0-1 0 0,0 0 1 0 0,0 1 0 0 0,0-1 0 0 0,4-2 0 0 0,-3 2-57 0 0,0 1-1 0 0,0-1 0 0 0,0 1 1 0 0,0 0-1 0 0,1-1 0 0 0,-1 1 1 0 0,1 1-1 0 0,-1-1 0 0 0,0 1 1 0 0,1-1-1 0 0,-1 1 1 0 0,1 0-1 0 0,-1 0 0 0 0,1 0 1 0 0,-1 1-1 0 0,1-1 0 0 0,-1 1 1 0 0,1 0-1 0 0,2 1 0 0 0,11 34 45 0 0,-14-31-72 0 0,-1 1 0 0 0,0-1 0 0 0,0 0 1 0 0,0 1-1 0 0,-1 0 0 0 0,1-1 0 0 0,-1 1 1 0 0,-1 0-1 0 0,1 0 0 0 0,-1 0 0 0 0,0 0 1 0 0,0-1-1 0 0,-1 1 0 0 0,0 0 0 0 0,-2 9 1 0 0,-2 2 42 0 0,-2 1 1 0 0,0-1-1 0 0,-14 25 1 0 0,-5 9 153 0 0,23-45-178 0 0,0-1 0 0 0,0 1 1 0 0,0-1-1 0 0,-1 0 1 0 0,0 0-1 0 0,0-1 1 0 0,-1 1-1 0 0,1-1 0 0 0,-1 0 1 0 0,-8 5-1 0 0,-6 4 388 0 0,-31 14 0 0 0,50-27-404 0 0,-1 0-1 0 0,1 0 1 0 0,0 1 0 0 0,-1-1 0 0 0,1 0-1 0 0,0 0 1 0 0,-1 0 0 0 0,1 0-1 0 0,0 0 1 0 0,-1 0 0 0 0,1 0 0 0 0,0 0-1 0 0,-1 0 1 0 0,1 0 0 0 0,0 0-1 0 0,-1 0 1 0 0,1 0 0 0 0,0 0 0 0 0,-1 0-1 0 0,1 0 1 0 0,0 0 0 0 0,-1 0-1 0 0,1 0 1 0 0,0 0 0 0 0,-1 0 0 0 0,1-1-1 0 0,0 1 1 0 0,-1 0 0 0 0,1 0 0 0 0,0 0-1 0 0,0-1 1 0 0,-1 1 0 0 0,1 0-1 0 0,-1-1 1 0 0,-3-15 168 0 0,6-17-53 0 0,-1 31-118 0 0,-1-1 0 0 0,0 1 0 0 0,1-1 0 0 0,0 1 0 0 0,-1-1 0 0 0,1 1 0 0 0,0 0-1 0 0,0-1 1 0 0,1 1 0 0 0,-1 0 0 0 0,0 0 0 0 0,1 0 0 0 0,-1 0 0 0 0,1 0 0 0 0,0 0 0 0 0,-1 0-1 0 0,1 0 1 0 0,0 1 0 0 0,0-1 0 0 0,0 1 0 0 0,1-1 0 0 0,-1 1 0 0 0,0 0 0 0 0,0 0-1 0 0,1 0 1 0 0,-1 0 0 0 0,0 0 0 0 0,5 0 0 0 0,-2 0-24 0 0,1 1 1 0 0,-1 0-1 0 0,0 1 0 0 0,0-1 1 0 0,1 1-1 0 0,-1 0 0 0 0,0 0 1 0 0,0 1-1 0 0,0-1 0 0 0,0 1 1 0 0,0 0-1 0 0,9 6 0 0 0,30 19-651 0 0,-16-7-3713 0 0,-22-14 2341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7146 0 0,'-2'0'5615'0'0,"-3"2"-3944"0"0,13 5-5083 0 0,-5-5 1714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13 5449 0 0,'0'0'848'0'0,"-8"-4"4716"0"0,-9-4-4155 0 0,17 7-1384 0 0,-1 1 0 0 0,1 0 1 0 0,0 0-1 0 0,-1 0 0 0 0,1 0 1 0 0,-1 0-1 0 0,1 0 0 0 0,0 0 1 0 0,-1 0-1 0 0,1 0 0 0 0,0 0 1 0 0,-1 0-1 0 0,1 0 0 0 0,0 0 1 0 0,-1 1-1 0 0,1-1 1 0 0,-1 0-1 0 0,1 0 0 0 0,0 0 1 0 0,-1 0-1 0 0,1 1 0 0 0,0-1 1 0 0,0 0-1 0 0,-1 0 0 0 0,1 1 1 0 0,0-1-1 0 0,0 0 0 0 0,-1 0 1 0 0,1 1-1 0 0,0-1 1 0 0,0 0-1 0 0,-1 1 0 0 0,1-1 1 0 0,0 0-1 0 0,0 1 0 0 0,0-1 1 0 0,0 0-1 0 0,0 1 0 0 0,0-1 1 0 0,0 1-1 0 0,9 17 539 0 0,21 14-127 0 0,-19-22-258 0 0,0 1-1 0 0,-1 0 1 0 0,-1 1 0 0 0,1 1-1 0 0,-2-1 1 0 0,0 1 0 0 0,0 1 0 0 0,-1-1-1 0 0,-1 1 1 0 0,0 1 0 0 0,4 18-1 0 0,5 1 205 0 0,-12-29-334 0 0,0 1-1 0 0,0-1 1 0 0,-1 0 0 0 0,3 12-1 0 0,-4-15-76 0 0,-1 0-1 0 0,0 0 1 0 0,0 0 0 0 0,0 1-1 0 0,0-1 1 0 0,0 0-1 0 0,0 0 1 0 0,-1 0 0 0 0,1 0-1 0 0,-1 0 1 0 0,1 0-1 0 0,-1 0 1 0 0,0 0 0 0 0,0 0-1 0 0,0 0 1 0 0,0 0-1 0 0,-2 3 1 0 0,-1-2-838 0 0,-1 1-1 0 0,1-1 1 0 0,0 0-1 0 0,-1-1 0 0 0,0 1 1 0 0,0-1-1 0 0,-8 3 1 0 0,-2-1-2842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1 291 8002 0 0,'1'-1'193'0'0,"0"-1"0"0"0,0 0 0 0 0,1 1 0 0 0,-1-1 0 0 0,0 1 1 0 0,1 0-1 0 0,-1-1 0 0 0,1 1 0 0 0,-1 0 0 0 0,1 0 0 0 0,0 0 0 0 0,-1 0 1 0 0,1 0-1 0 0,0 1 0 0 0,0-1 0 0 0,0 0 0 0 0,3 0 0 0 0,6-4 81 0 0,6-4-214 0 0,0 1-1 0 0,0 1 1 0 0,1 1 0 0 0,0 0-1 0 0,0 1 1 0 0,1 1 0 0 0,20-2-1 0 0,-33 5-52 0 0,-1 0-1 0 0,1-1 0 0 0,0 0 0 0 0,-1 0 1 0 0,1-1-1 0 0,6-4 0 0 0,-6 4 73 0 0,0 0-1 0 0,0 0 1 0 0,0 1-1 0 0,0-1 1 0 0,11-2-1 0 0,-11 4 83 0 0,0 0 1 0 0,0 1-1 0 0,0-1 0 0 0,0 1 0 0 0,-1 0 1 0 0,12 2-1 0 0,-15-1-151 0 0,0-1 0 0 0,0 1 0 0 0,0 0 0 0 0,0 0 0 0 0,0 0 1 0 0,0 1-1 0 0,0-1 0 0 0,0 0 0 0 0,0 1 0 0 0,-1-1 0 0 0,1 1 0 0 0,0-1 0 0 0,-1 1 0 0 0,0 0 0 0 0,1 0 1 0 0,-1 0-1 0 0,0 0 0 0 0,0 0 0 0 0,2 3 0 0 0,8 24 57 0 0,-1 0 0 0 0,-1 0 0 0 0,8 51 0 0 0,-12-51 259 0 0,1 0 1 0 0,2-1-1 0 0,0 0 0 0 0,16 32 0 0 0,-21-54-238 0 0,0-1 0 0 0,0 0 0 0 0,0 0 0 0 0,1 0 0 0 0,0 0 1 0 0,0-1-1 0 0,0 0 0 0 0,7 6 0 0 0,-9-9-54 0 0,0 0 0 0 0,-1 1-1 0 0,1-1 1 0 0,0 0 0 0 0,1 0 0 0 0,-1 0 0 0 0,0 0 0 0 0,0 0 0 0 0,0-1 0 0 0,0 1 0 0 0,1-1-1 0 0,-1 1 1 0 0,0-1 0 0 0,0 0 0 0 0,1 0 0 0 0,-1 0 0 0 0,0 0 0 0 0,1 0 0 0 0,-1 0-1 0 0,0-1 1 0 0,1 1 0 0 0,-1-1 0 0 0,0 0 0 0 0,0 1 0 0 0,3-2 0 0 0,-3 0-18 0 0,1 0 0 0 0,0 0 0 0 0,0 0 1 0 0,-1-1-1 0 0,1 1 0 0 0,-1-1 0 0 0,0 1 0 0 0,1-1 0 0 0,-1 0 1 0 0,2-5-1 0 0,16-35 91 0 0,-13 25-59 0 0,20-43 88 0 0,42-106 148 0 0,-60 139-237 0 0,0-1-1 0 0,-2 0 1 0 0,-2-1-1 0 0,3-30 0 0 0,-7 53-53 0 0,0 0-1 0 0,1 1 1 0 0,0-1-1 0 0,0 1 0 0 0,0-1 1 0 0,5-7-1 0 0,-4 7-444 0 0,0 0 1 0 0,-1 0-1 0 0,1 0 0 0 0,1-12 0 0 0,-4 15-1534 0 0,0 1-683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1 291 1440 0 0,'7'-182'3892'0'0,"1"105"201"0"0,-7 68-3357 0 0,4-12 1115 0 0,-5 21-1841 0 0,0 0 1 0 0,0 0-1 0 0,0 0 1 0 0,1 0-1 0 0,-1 0 1 0 0,0-1-1 0 0,0 1 1 0 0,0 0-1 0 0,0 0 1 0 0,0 0-1 0 0,0 0 1 0 0,1 0-1 0 0,-1 0 1 0 0,0 0-1 0 0,0 0 1 0 0,0 0-1 0 0,0 0 1 0 0,0 0-1 0 0,1 0 1 0 0,-1 0-1 0 0,0 0 1 0 0,0 0-1 0 0,0 0 1 0 0,0 0-1 0 0,0 0 1 0 0,0 0-1 0 0,1 0 1 0 0,-1 0-1 0 0,0 0 1 0 0,0 0-1 0 0,0 0 1 0 0,0 1-1 0 0,0-1 1 0 0,0 0-1 0 0,1 0 1 0 0,-1 0-1 0 0,0 0 1 0 0,0 0-1 0 0,0 0 1 0 0,0 0-1 0 0,0 0 1 0 0,0 1-1 0 0,0-1 1 0 0,0 0-1 0 0,0 0 1 0 0,0 0-1 0 0,1 0 1 0 0,-1 0-1 0 0,0 0 1 0 0,0 1-1 0 0,0-1 1 0 0,0 0-1 0 0,0 0 1 0 0,0 0-1 0 0,0 0 1 0 0,0 0-1 0 0,0 1 1 0 0,0-1-1 0 0,0 0 1 0 0,0 0-1 0 0,0 0 1 0 0,0 0-1 0 0,-1 0 1 0 0,1 1-1 0 0,0-1 1 0 0,4 14 86 0 0,-4-12-78 0 0,8 37 134 0 0,-1 0 0 0 0,1 51 1 0 0,-7 82 86 0 0,-1-43 55 0 0,-6 165 755 0 0,3-186-246 0 0,1 8-1 0 0,2-67-5169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4529 0 0,'0'-4'5200'0'0,"0"-16"-3769"0"0,0 17-1189 0 0,0 0 0 0 0,0 0 0 0 0,0 0 0 0 0,0-1 0 0 0,1 1 0 0 0,0 0 0 0 0,-1 0 0 0 0,1 0 0 0 0,0 0 0 0 0,1 1 0 0 0,-1-1 0 0 0,0 0 0 0 0,1 0 0 0 0,3-4 0 0 0,-4 6-226 0 0,0 0 1 0 0,0 0-1 0 0,0 1 0 0 0,1-1 1 0 0,-1 0-1 0 0,0 0 0 0 0,1 1 1 0 0,-1-1-1 0 0,0 1 0 0 0,1-1 1 0 0,-1 1-1 0 0,0 0 0 0 0,1 0 1 0 0,-1-1-1 0 0,1 1 0 0 0,-1 0 1 0 0,1 0-1 0 0,-1 0 0 0 0,1 1 1 0 0,-1-1-1 0 0,0 0 1 0 0,1 0-1 0 0,-1 1 0 0 0,1-1 1 0 0,-1 1-1 0 0,3 1 0 0 0,-2-1 6 0 0,-1 1-1 0 0,1 0 1 0 0,0 0-1 0 0,-1-1 0 0 0,1 1 1 0 0,-1 0-1 0 0,0 1 1 0 0,1-1-1 0 0,-1 0 1 0 0,0 0-1 0 0,-1 0 0 0 0,1 1 1 0 0,0-1-1 0 0,0 3 1 0 0,30 114 102 0 0,-26-106 49 0 0,0 0 0 0 0,1 0 1 0 0,0 0-1 0 0,15 21 0 0 0,-12-18 274 0 0,-7-14-397 0 0,-1 0 0 0 0,1 0 0 0 0,-1 0 0 0 0,1-1 0 0 0,-1 1 0 0 0,1 0 0 0 0,0-1 0 0 0,0 0 0 0 0,0 1 0 0 0,0-1 0 0 0,0 0 0 0 0,0 0 0 0 0,0 0 0 0 0,0 0 0 0 0,1 0 0 0 0,-1-1 0 0 0,0 1 0 0 0,0-1 0 0 0,1 1 0 0 0,-1-1-1 0 0,0 0 1 0 0,1 0 0 0 0,-1 0 0 0 0,0 0 0 0 0,1 0 0 0 0,-1-1 0 0 0,3 0 0 0 0,-2 1-31 0 0,1-1-1 0 0,-1 0 1 0 0,0 0-1 0 0,0 0 1 0 0,0-1-1 0 0,0 1 1 0 0,0-1-1 0 0,0 0 1 0 0,0 1-1 0 0,-1-1 1 0 0,1 0 0 0 0,0-1-1 0 0,-1 1 1 0 0,0 0-1 0 0,1-1 1 0 0,-1 1-1 0 0,3-6 1 0 0,4-11-73 0 0,0-1 1 0 0,7-30 0 0 0,-2-11-2999 0 0,-12 53 1317 0 0,5-1-1543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99 200 1856 0 0,'-1'-8'931'0'0,"-5"-38"2904"0"0,1 0 0 0 0,3-54 0 0 0,-3 292-3420 0 0,-11 186 16 0 0,15-365-296 0 0,-1-1 1 0 0,0 1-1 0 0,-1 0 1 0 0,-1-1-1 0 0,1 1 1 0 0,-8 13-1 0 0,11-25-91 0 0,-1 0 0 0 0,1-1-1 0 0,0 1 1 0 0,0-1 0 0 0,-1 1 0 0 0,1-1-1 0 0,-1 1 1 0 0,1-1 0 0 0,0 1 0 0 0,-1-1-1 0 0,1 1 1 0 0,-1-1 0 0 0,1 0 0 0 0,-1 1-1 0 0,1-1 1 0 0,-1 0 0 0 0,1 1 0 0 0,-1-1 0 0 0,0 0-1 0 0,1 0 1 0 0,-1 1 0 0 0,1-1 0 0 0,-1 0-1 0 0,0 0 1 0 0,1 0 0 0 0,-1 0 0 0 0,0 0-1 0 0,1 0 1 0 0,-1 0 0 0 0,1 0 0 0 0,-1 0-1 0 0,0 0 1 0 0,1 0 0 0 0,-1 0 0 0 0,0-1-1 0 0,1 1 1 0 0,-1 0 0 0 0,1 0 0 0 0,-2-1-1 0 0,1 0-11 0 0,0 0 1 0 0,0 0-1 0 0,0 1 0 0 0,0-1 0 0 0,0 0 0 0 0,0 0 0 0 0,0 0 0 0 0,0 0 0 0 0,0 0 0 0 0,1 0 0 0 0,-1 0 0 0 0,0-1 0 0 0,1 1 0 0 0,-1 0 0 0 0,1 0 0 0 0,-1-1 0 0 0,1 1 0 0 0,-1-2 0 0 0,1 1-27 0 0,0 0-1 0 0,0 0 0 0 0,0 0 1 0 0,0-1-1 0 0,0 1 0 0 0,1 0 1 0 0,-1 0-1 0 0,1 0 0 0 0,-1-1 1 0 0,1 1-1 0 0,0 0 0 0 0,0 0 1 0 0,0 0-1 0 0,0 0 0 0 0,0 0 1 0 0,0 1-1 0 0,1-1 0 0 0,2-2 1 0 0,-1 0-2 0 0,1 1 0 0 0,1-1 1 0 0,-1 1-1 0 0,0 0 1 0 0,1 1-1 0 0,-1-1 1 0 0,9-3-1 0 0,4 1-4 0 0,0 0 0 0 0,0 0 1 0 0,32-3-1 0 0,-15 3-183 0 0,-20 2-1232 0 0,1 1-1 0 0,14 0 1 0 0,-28 2 1213 0 0,-1 0-1 0 0,1 0 1 0 0,-1 0 0 0 0,1-1-1 0 0,-1 1 1 0 0,1 0 0 0 0,-1 0-1 0 0,0 0 1 0 0,1-1 0 0 0,-1 1-1 0 0,1 0 1 0 0,-1 0 0 0 0,0-1-1 0 0,1 1 1 0 0,-1 0 0 0 0,0-1-1 0 0,1 1 1 0 0,-1-1 0 0 0,0 1-1 0 0,1 0 1 0 0,-1-1 0 0 0,0 1-1 0 0,0-1 1 0 0,0 1 0 0 0,1-1-1 0 0,-1 1 1 0 0,0-1 0 0 0,4-10-2878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31 160 7570 0 0,'-4'-4'971'0'0,"1"1"1"0"0,1-1-1 0 0,-1 0 1 0 0,0 1-1 0 0,-2-8 1 0 0,3 8-720 0 0,0-1 0 0 0,1 0 1 0 0,0 0-1 0 0,0 0 0 0 0,0 0 0 0 0,-1-6 1 0 0,2 8-246 0 0,0-1-1 0 0,0 1 1 0 0,0-1 0 0 0,0 1 0 0 0,0-1-1 0 0,1 1 1 0 0,-1 0 0 0 0,1-1 0 0 0,0 1-1 0 0,-1-1 1 0 0,1 1 0 0 0,0 0 0 0 0,0 0-1 0 0,1-1 1 0 0,-1 1 0 0 0,0 0 0 0 0,1 0-1 0 0,-1 0 1 0 0,1 0 0 0 0,0 1 0 0 0,0-1 0 0 0,0 0-1 0 0,0 1 1 0 0,0-1 0 0 0,2-1 0 0 0,12-6-69 0 0,-6 3-148 0 0,1 0 0 0 0,16-7 0 0 0,-23 11-245 0 0,0 1 1 0 0,0 0-1 0 0,0 0 0 0 0,0 1 1 0 0,0-1-1 0 0,1 1 1 0 0,-1 0-1 0 0,0 0 1 0 0,0 0-1 0 0,0 0 1 0 0,5 2-1 0 0,3 1-1577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28 6849 0 0,'0'0'1728'0'0,"9"14"335"0"0,-3 17-1512 0 0,0 0 1 0 0,-3 0 0 0 0,0 0-1 0 0,-2 1 1 0 0,-5 53 0 0 0,0 41 1158 0 0,4-90-853 0 0,11-58-474 0 0,-2-17-355 0 0,7-73 1 0 0,-7 39-21 0 0,-4 8-82 0 0,-5 48 86 0 0,1 1-1 0 0,1-1 0 0 0,0 1 0 0 0,7-22 1 0 0,-8 36-19 0 0,0 0 1 0 0,0 0-1 0 0,0 1 1 0 0,0-1-1 0 0,1 0 1 0 0,-1 1-1 0 0,1-1 1 0 0,-1 1-1 0 0,1-1 1 0 0,-1 1 0 0 0,1 0-1 0 0,0 0 1 0 0,0 0-1 0 0,0 0 1 0 0,0 0-1 0 0,-1 0 1 0 0,1 0-1 0 0,0 1 1 0 0,1-1-1 0 0,-1 1 1 0 0,3-1-1 0 0,-1 0 6 0 0,0 1 0 0 0,0-1-1 0 0,0 1 1 0 0,0 0 0 0 0,0 0-1 0 0,0 0 1 0 0,0 1-1 0 0,-1-1 1 0 0,1 1 0 0 0,8 3-1 0 0,-8-2 8 0 0,0 0 0 0 0,1 0-1 0 0,-1 1 1 0 0,0 0 0 0 0,0-1-1 0 0,0 2 1 0 0,-1-1 0 0 0,1 0-1 0 0,-1 1 1 0 0,0-1 0 0 0,0 1-1 0 0,0 0 1 0 0,3 6 0 0 0,-2-2 7 0 0,-1-1 1 0 0,-1 1-1 0 0,1 0 0 0 0,-1 0 1 0 0,0 0-1 0 0,-1 1 1 0 0,1 10-1 0 0,-1-12-12 0 0,0-1-1 0 0,1 1 1 0 0,0 0 0 0 0,0-1 0 0 0,1 0-1 0 0,4 9 1 0 0,-3-8-1 0 0,-1 1-1 0 0,0-1 1 0 0,0 1-1 0 0,2 10 1 0 0,-3-10 34 0 0,-1 1 1 0 0,-1-1 0 0 0,0 0 0 0 0,0 1-1 0 0,0-1 1 0 0,-1 0 0 0 0,0 1-1 0 0,-1-1 1 0 0,-4 15 0 0 0,4-18-15 0 0,0-1 0 0 0,0 1 1 0 0,0 0-1 0 0,-1-1 0 0 0,1 0 1 0 0,-1 1-1 0 0,0-1 0 0 0,-1-1 0 0 0,1 1 1 0 0,-1 0-1 0 0,0-1 0 0 0,1 1 1 0 0,-2-1-1 0 0,1 0 0 0 0,0-1 0 0 0,-9 5 1 0 0,-9 1 120 0 0,1-1 1 0 0,-1-1 0 0 0,-44 6-1 0 0,65-12-136 0 0,-5 1 65 0 0,0 1 0 0 0,0 0 1 0 0,-1 0-1 0 0,1 1 1 0 0,-10 6-1 0 0,12-7-10 0 0,-1 1 0 0 0,0-1 0 0 0,0 1 0 0 0,0-1 0 0 0,0-1 0 0 0,0 1-1 0 0,0-1 1 0 0,0 0 0 0 0,-11 1 0 0 0,2-2-107 0 0,-4 0-4574 0 0,15 0 2388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57 401 1800 0 0,'-8'-110'12092'0'0,"8"110"-12021"0"0,0 6 173 0 0,1 37-47 0 0,-4 97 544 0 0,1-117-533 0 0,-2 1 0 0 0,0-1 0 0 0,-14 45 0 0 0,13-47-128 0 0,5-18-8 0 0,-1 0 0 0 0,1 0 0 0 0,-1 0 0 0 0,0 0 0 0 0,1-1 1 0 0,-1 1-1 0 0,-1 0 0 0 0,1-1 0 0 0,0 1 0 0 0,-1-1 0 0 0,-2 4 0 0 0,4-6-10 0 0,0-76-48 0 0,3-1 0 0 0,4 1 1 0 0,33-148-1 0 0,-36 209-24 0 0,2 0-1 0 0,8-16 1 0 0,5-13 16 0 0,-17 39-1 0 0,0 1 0 0 0,0-1 0 0 0,0 1 1 0 0,1 0-1 0 0,-1 0 0 0 0,1 0 1 0 0,0 0-1 0 0,0 0 0 0 0,1 0 0 0 0,-1 1 1 0 0,1 0-1 0 0,-1-1 0 0 0,9-4 1 0 0,0 1 17 0 0,1 1 1 0 0,1 0 0 0 0,17-6-1 0 0,-13 6 7 0 0,1-3 39 0 0,-16 8-56 0 0,-1-1 0 0 0,0 1 0 0 0,1 0 0 0 0,0 0-1 0 0,-1 0 1 0 0,1 0 0 0 0,0 0 0 0 0,-1 1 0 0 0,1-1-1 0 0,0 1 1 0 0,0 0 0 0 0,-1 0 0 0 0,1 0 0 0 0,0 0-1 0 0,0 0 1 0 0,4 1 0 0 0,9 29 110 0 0,-13-25-113 0 0,-1 1 0 0 0,1 0-1 0 0,-1 0 1 0 0,0-1 0 0 0,0 1 0 0 0,-1 0 0 0 0,0 1 0 0 0,0-1 0 0 0,0 0 0 0 0,-1 0 0 0 0,1 0 0 0 0,-2 1 0 0 0,1-1-1 0 0,-2 7 1 0 0,0-2 14 0 0,-1 0-1 0 0,0 0 0 0 0,0 0 1 0 0,-2-1-1 0 0,1 1 0 0 0,-12 17 1 0 0,14-23-25 0 0,-1-1 1 0 0,0 0-1 0 0,0 0 1 0 0,-1 0 0 0 0,1-1-1 0 0,-1 1 1 0 0,0-1-1 0 0,0 0 1 0 0,0 0-1 0 0,0 0 1 0 0,-9 4-1 0 0,4-2 4 0 0,-40 20-1 0 0,37-20-11 0 0,0 0-1 0 0,0 2 1 0 0,-20 13-1 0 0,8-3 5 0 0,20-14 2 0 0,0-1-1 0 0,0 1 1 0 0,0 0 0 0 0,0 0 0 0 0,0 0 0 0 0,0 1-1 0 0,1-1 1 0 0,0 1 0 0 0,0 0 0 0 0,0 0 0 0 0,0 0-1 0 0,0 0 1 0 0,1 0 0 0 0,-3 7 0 0 0,5-10 3 0 0,0 0 0 0 0,-1 0 0 0 0,1 0 1 0 0,0 0-1 0 0,0 0 0 0 0,0 1 0 0 0,0-1 0 0 0,0 0 1 0 0,0 0-1 0 0,0 0 0 0 0,0 0 0 0 0,1 0 0 0 0,-1 0 0 0 0,0 0 1 0 0,1 0-1 0 0,-1 0 0 0 0,1 0 0 0 0,-1 0 0 0 0,1 0 1 0 0,-1 0-1 0 0,1 0 0 0 0,0 0 0 0 0,-1 0 0 0 0,1 0 1 0 0,0 0-1 0 0,1 0 0 0 0,28 18 86 0 0,-15-11-69 0 0,28 18 42 0 0,-31-20-17 0 0,-1 0 0 0 0,0 1 0 0 0,-1 1 0 0 0,17 13 0 0 0,-19-13-150 0 0,44 41 414 0 0,-46-44-644 0 0,0-1 0 0 0,0 0 1 0 0,0 0-1 0 0,0-1 1 0 0,1 0-1 0 0,0 0 1 0 0,10 4-1 0 0,4 5-4315 0 0,-12-7 2006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22 145 8498 0 0,'0'0'517'0'0,"-5"-19"5035"0"0,4 41-4970 0 0,-6 33 1 0 0,1-20-86 0 0,3 46 782 0 0,3-66-893 0 0,0-15-368 0 0,1-8 39 0 0,58-291-106 0 0,-59 298 41 0 0,1 0 0 0 0,-1-1 0 0 0,0 1 1 0 0,0 0-1 0 0,1 0 0 0 0,-1 0 0 0 0,1-1 0 0 0,-1 1 1 0 0,1 0-1 0 0,-1 0 0 0 0,1 0 0 0 0,0 0 0 0 0,-1 0 0 0 0,1 0 1 0 0,0 0-1 0 0,0 1 0 0 0,0-1 0 0 0,0 0 0 0 0,0 0 1 0 0,0 1-1 0 0,0-1 0 0 0,0 0 0 0 0,0 1 0 0 0,0-1 1 0 0,0 1-1 0 0,0-1 0 0 0,1 1 0 0 0,1-1 0 0 0,1 1 5 0 0,-1 0 0 0 0,1 0 0 0 0,-1 0-1 0 0,1 0 1 0 0,-1 1 0 0 0,0-1 0 0 0,1 1 0 0 0,-1 0-1 0 0,5 2 1 0 0,50 23 94 0 0,-48-19-98 0 0,0-1 0 0 0,-1 1 0 0 0,1 1 0 0 0,-1 0 0 0 0,8 9 0 0 0,9 8 39 0 0,-18-17-20 0 0,-1 0 0 0 0,-1 0 0 0 0,1 1 0 0 0,-1-1 0 0 0,-1 1 0 0 0,0 0 0 0 0,8 20 0 0 0,13 21 158 0 0,-23-45-148 0 0,0 0 0 0 0,-1 0 0 0 0,1 1 0 0 0,-1-1 0 0 0,0 0 0 0 0,-1 1 0 0 0,1-1 0 0 0,-1 1 1 0 0,0 0-1 0 0,-1-1 0 0 0,0 1 0 0 0,1 0 0 0 0,-2 0 0 0 0,0 6 0 0 0,1-8-8 0 0,-1 0-1 0 0,0 0 1 0 0,0 0 0 0 0,0-1-1 0 0,-1 1 1 0 0,1 0-1 0 0,-1-1 1 0 0,0 1 0 0 0,0-1-1 0 0,0 0 1 0 0,-1 0 0 0 0,1 1-1 0 0,-1-2 1 0 0,1 1 0 0 0,-1 0-1 0 0,0 0 1 0 0,0-1-1 0 0,0 0 1 0 0,-1 1 0 0 0,-6 2-1 0 0,-6 3 46 0 0,-1-1 0 0 0,0 0 0 0 0,-1-1 0 0 0,-35 6 0 0 0,46-10-21 0 0,-1 0 0 0 0,1 0 1 0 0,0 0-1 0 0,-11 6 0 0 0,13-5-2 0 0,-1-1 0 0 0,0 1 0 0 0,0-1 1 0 0,0-1-1 0 0,0 1 0 0 0,0-1 0 0 0,0 0 0 0 0,-8 1 0 0 0,10-2-2 0 0,1 0-1 0 0,-1-1 1 0 0,0 1-1 0 0,0-1 1 0 0,1 1-1 0 0,-1-1 1 0 0,-4-2-1 0 0,-4-6-2052 0 0,3-5-5596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79 4369 0 0,'0'0'505'0'0,"-12"-29"5285"0"0,10 24-5253 0 0,1 0 0 0 0,-1 1 1 0 0,0 0-1 0 0,0-1 0 0 0,-1 1 0 0 0,-2-4 1 0 0,4 7-508 0 0,1 0 0 0 0,-1 1 0 0 0,1-1 0 0 0,-1 0 0 0 0,0 1 0 0 0,1-1 0 0 0,-1 1 0 0 0,0-1 0 0 0,0 1 0 0 0,1-1 0 0 0,-1 1 0 0 0,0 0 0 0 0,0-1 0 0 0,0 1 0 0 0,0 0 0 0 0,1 0 0 0 0,-1-1 0 0 0,0 1 0 0 0,0 0 0 0 0,0 0 0 0 0,0 0 0 0 0,0 0 0 0 0,0 0 0 0 0,1 0 0 0 0,-1 1 0 0 0,0-1 0 0 0,0 0 0 0 0,0 0 0 0 0,0 1 0 0 0,1-1 0 0 0,-1 0 0 0 0,0 1 0 0 0,0-1 0 0 0,0 1 0 0 0,1-1 0 0 0,-1 1 0 0 0,0-1 0 0 0,1 1 0 0 0,-1-1 0 0 0,0 1 0 0 0,1 0 0 0 0,-1-1 0 0 0,0 2 0 0 0,0-1 6 0 0,0 1 1 0 0,0-1 0 0 0,0 1-1 0 0,0-1 1 0 0,0 1-1 0 0,1-1 1 0 0,-1 1 0 0 0,0-1-1 0 0,1 1 1 0 0,-1 0 0 0 0,1 0-1 0 0,0-1 1 0 0,-1 1-1 0 0,1 0 1 0 0,0-1 0 0 0,0 1-1 0 0,0 0 1 0 0,0 0 0 0 0,1-1-1 0 0,-1 1 1 0 0,0 0-1 0 0,1 0 1 0 0,-1-1 0 0 0,2 3-1 0 0,-2-3-7 0 0,0 0-1 0 0,1 0 1 0 0,-1-1-1 0 0,1 1 1 0 0,-1 0-1 0 0,1 0 1 0 0,-1 0-1 0 0,1-1 1 0 0,-1 1-1 0 0,1 0 1 0 0,0-1-1 0 0,-1 1 0 0 0,1 0 1 0 0,0-1-1 0 0,0 1 1 0 0,0-1-1 0 0,-1 0 1 0 0,1 1-1 0 0,0-1 1 0 0,0 1-1 0 0,0-1 1 0 0,0 0-1 0 0,0 0 1 0 0,0 1-1 0 0,0-1 1 0 0,0 0-1 0 0,0 0 1 0 0,0 0-1 0 0,0 0 1 0 0,-1 0-1 0 0,1 0 0 0 0,0-1 1 0 0,0 1-1 0 0,0 0 1 0 0,0 0-1 0 0,0-1 1 0 0,0 1-1 0 0,0 0 1 0 0,0-1-1 0 0,-1 1 1 0 0,1-1-1 0 0,0 1 1 0 0,1-2-1 0 0,-1 1-7 0 0,-1 0-1 0 0,1 0 0 0 0,0 0 1 0 0,-1 0-1 0 0,1 0 1 0 0,-1 0-1 0 0,1 0 1 0 0,-1 0-1 0 0,0 0 0 0 0,0 0 1 0 0,1-1-1 0 0,-1 1 1 0 0,0 0-1 0 0,0 0 1 0 0,0 0-1 0 0,0 0 0 0 0,0-1 1 0 0,0 1-1 0 0,0 0 1 0 0,-1 0-1 0 0,1 0 1 0 0,0 0-1 0 0,-1 0 0 0 0,1 0 1 0 0,-1 0-1 0 0,1 0 1 0 0,-1 0-1 0 0,1 0 0 0 0,-1 0 1 0 0,0 0-1 0 0,1 0 1 0 0,-1 0-1 0 0,0 0 1 0 0,0 0-1 0 0,0 1 0 0 0,0-1 1 0 0,-1-1-1 0 0,-8-3 18 0 0,0 0 0 0 0,-1 0-1 0 0,-13-3 1 0 0,21 7-33 0 0,1 0 0 0 0,-1 0 0 0 0,1 1 0 0 0,-1-1 0 0 0,1 1 0 0 0,-1 0 0 0 0,1 0 0 0 0,-1 0 0 0 0,0 0 0 0 0,1 0 0 0 0,-1 0 0 0 0,1 1 0 0 0,-1-1 1 0 0,1 1-1 0 0,-1 0 0 0 0,1 0 0 0 0,-1 0 0 0 0,1 0 0 0 0,0 0 0 0 0,0 0 0 0 0,-1 1 0 0 0,-1 1 0 0 0,3-2-3 0 0,0-1 0 0 0,1 0 0 0 0,-1 1 0 0 0,1-1 0 0 0,-1 1 0 0 0,1-1-1 0 0,-1 1 1 0 0,1-1 0 0 0,-1 1 0 0 0,1 0 0 0 0,0-1 0 0 0,-1 1 0 0 0,1 0 0 0 0,0-1 0 0 0,-1 1 0 0 0,1 0-1 0 0,0-1 1 0 0,0 1 0 0 0,0 0 0 0 0,-1 0 0 0 0,1-1 0 0 0,0 1 0 0 0,0 0 0 0 0,0-1 0 0 0,0 1 0 0 0,0 0 0 0 0,1 0-1 0 0,-1-1 1 0 0,0 1 0 0 0,0 1 0 0 0,1-1 11 0 0,0 0-1 0 0,1 0 1 0 0,-1 0 0 0 0,0 0-1 0 0,0-1 1 0 0,0 1 0 0 0,0 0-1 0 0,1-1 1 0 0,-1 1 0 0 0,0 0-1 0 0,1-1 1 0 0,-1 0 0 0 0,1 1-1 0 0,1-1 1 0 0,8 2 102 0 0,1-1 0 0 0,20 1 0 0 0,-30-2-109 0 0,-1-1 0 0 0,0 1 0 0 0,0 0 0 0 0,0 0 0 0 0,0 0-1 0 0,0 0 1 0 0,0-1 0 0 0,0 1 0 0 0,0-1 0 0 0,0 1 0 0 0,0 0-1 0 0,0-1 1 0 0,0 0 0 0 0,0 1 0 0 0,0-2 0 0 0,6-2-4495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87 130 10026 0 0,'0'0'1698'0'0,"-1"0"-1533"0"0,-1 1 1 0 0,1-1-1 0 0,0 1 0 0 0,0-1 1 0 0,0 1-1 0 0,0 0 0 0 0,0-1 1 0 0,0 1-1 0 0,0 0 1 0 0,0 0-1 0 0,-2 1 0 0 0,-2 13 233 0 0,1 0 1 0 0,0 0-1 0 0,1 0 0 0 0,-2 30 0 0 0,3 67 1365 0 0,3-69-886 0 0,8-135-71 0 0,-8 6-815 0 0,-2 53 6 0 0,1 0 1 0 0,8-49-1 0 0,-7 79 2 0 0,-1-1-1 0 0,1 1 0 0 0,0-1 1 0 0,0 1-1 0 0,1 0 1 0 0,-1-1-1 0 0,1 1 1 0 0,0 0-1 0 0,-1 0 1 0 0,1 0-1 0 0,1 0 1 0 0,-1 0-1 0 0,0 0 1 0 0,1 1-1 0 0,-1-1 0 0 0,6-3 1 0 0,-4 4-1 0 0,0-1 0 0 0,1 1-1 0 0,-1 0 1 0 0,1 1 0 0 0,-1-1 0 0 0,1 1 0 0 0,0 0 0 0 0,0 0 0 0 0,0 0-1 0 0,0 1 1 0 0,8 0 0 0 0,0 0 6 0 0,0 1 0 0 0,-1 1 0 0 0,1 0 0 0 0,-1 1 0 0 0,0 0 0 0 0,1 1 0 0 0,-2 0 0 0 0,1 1 0 0 0,0 0 0 0 0,-1 1 0 0 0,21 14 0 0 0,-19-10 12 0 0,-1 0 0 0 0,0 0 0 0 0,-1 1 0 0 0,0 0 0 0 0,-1 1-1 0 0,0 0 1 0 0,0 1 0 0 0,-2 0 0 0 0,9 17 0 0 0,23 50 413 0 0,-38-76-381 0 0,-1-1 1 0 0,0 0-1 0 0,0 0 0 0 0,0 0 0 0 0,-1 1 0 0 0,1-1 0 0 0,-1 0 0 0 0,1 1 1 0 0,-1-1-1 0 0,-1 7 0 0 0,1-8-40 0 0,0 0 1 0 0,-1 0-1 0 0,1-1 1 0 0,0 1-1 0 0,-1 0 1 0 0,0-1-1 0 0,1 1 1 0 0,-1 0-1 0 0,0-1 1 0 0,0 1 0 0 0,0-1-1 0 0,0 1 1 0 0,0-1-1 0 0,0 1 1 0 0,0-1-1 0 0,0 0 1 0 0,-1 1-1 0 0,1-1 1 0 0,-1 0-1 0 0,1 0 1 0 0,0 0-1 0 0,-3 1 1 0 0,-12 4 30 0 0,-1 0 0 0 0,0-2 1 0 0,0 1-1 0 0,-28 2 0 0 0,-73 0 235 0 0,60-4 55 0 0,51-2-297 0 0,-1 0 1 0 0,1 1 0 0 0,-1 0 0 0 0,1 1 0 0 0,0-1 0 0 0,-9 5 0 0 0,-30 10 166 0 0,22-16-74 0 0,21-2-120 0 0,0 1 0 0 0,0 0 0 0 0,0 0 0 0 0,0 1 1 0 0,0-1-1 0 0,0 0 0 0 0,0 1 0 0 0,-3 1 0 0 0,-14 17-5668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92 4721 0 0,'-2'-2'517'0'0,"1"1"1"0"0,0-1-1 0 0,0 1 0 0 0,1-1 1 0 0,-1 0-1 0 0,0 1 0 0 0,1-1 1 0 0,-1 0-1 0 0,0 0 0 0 0,1 1 1 0 0,-1-4-1 0 0,-5-12 1894 0 0,2 18-1970 0 0,1 8-302 0 0,-21 110 68 0 0,-43 168 1989 0 0,60-260-1844 0 0,5-17-8 0 0,-1 0 0 0 0,0 0 0 0 0,-5 11 0 0 0,8-24-315 0 0,0 1 1 0 0,1 0 0 0 0,-1 0 0 0 0,0 0 0 0 0,0-1 0 0 0,-1 1 0 0 0,1 0 0 0 0,-1-4-1 0 0,-1-6 40 0 0,2-29-55 0 0,8-67 0 0 0,-1 23-3 0 0,-7 82-9 0 0,10-112 22 0 0,-8 102-62 0 0,1 1-1 0 0,0-1 1 0 0,1 0-1 0 0,0 1 1 0 0,1 0-1 0 0,10-20 1 0 0,-13 30 35 0 0,1 0-1 0 0,-1-1 1 0 0,1 1-1 0 0,-1 0 1 0 0,1 0 0 0 0,0 0-1 0 0,0 0 1 0 0,0 1 0 0 0,0-1-1 0 0,0 1 1 0 0,0 0 0 0 0,1 0-1 0 0,2-1 1 0 0,20-9-33 0 0,-22 9 34 0 0,0 0-1 0 0,1 0 1 0 0,-1 0-1 0 0,0 0 1 0 0,1 1-1 0 0,0 0 1 0 0,-1 0-1 0 0,1 0 1 0 0,-1 1-1 0 0,1-1 1 0 0,0 1-1 0 0,-1 0 0 0 0,1 1 1 0 0,0-1-1 0 0,8 3 1 0 0,-10-3 3 0 0,0 1 0 0 0,0 0 0 0 0,0 0 0 0 0,0 0 0 0 0,0 0 0 0 0,0 1 0 0 0,-1-1 0 0 0,1 1 1 0 0,0 0-1 0 0,-1 0 0 0 0,1 0 0 0 0,-1 0 0 0 0,0 0 0 0 0,1 1 0 0 0,-1-1 0 0 0,0 0 0 0 0,-1 1 0 0 0,1 0 0 0 0,0-1 0 0 0,-1 1 0 0 0,1 0 0 0 0,-1 0 0 0 0,2 6 1 0 0,2 22 14 0 0,-4-23-6 0 0,0 0 0 0 0,1-1 0 0 0,0 1 0 0 0,0-1 1 0 0,5 12-1 0 0,-4-11 10 0 0,0 0 0 0 0,0 0 1 0 0,-1 0-1 0 0,0 1 0 0 0,-1-1 0 0 0,0 1 0 0 0,0-1 1 0 0,-1 0-1 0 0,0 1 0 0 0,0-1 0 0 0,-1 1 0 0 0,0-1 1 0 0,0 1-1 0 0,-1-1 0 0 0,0 0 0 0 0,-1 0 1 0 0,0 0-1 0 0,-6 11 0 0 0,7-15 2 0 0,0 0 1 0 0,-1 0-1 0 0,0 0 0 0 0,0-1 1 0 0,0 0-1 0 0,0 1 0 0 0,-1-1 1 0 0,1 0-1 0 0,-1 0 0 0 0,0-1 1 0 0,0 1-1 0 0,0-1 0 0 0,0 0 1 0 0,0 0-1 0 0,-7 2 0 0 0,-10 5 139 0 0,-1-2-1 0 0,1 0 0 0 0,-1-1 1 0 0,-42 4-1 0 0,59-9-138 0 0,-1 0 1 0 0,1 1-1 0 0,-1-1 1 0 0,1 1-1 0 0,-10 5 0 0 0,10-5-9 0 0,0 0 0 0 0,0 0-1 0 0,-1 0 1 0 0,1 0-1 0 0,0-1 1 0 0,-1 0-1 0 0,-10 1 1 0 0,14-2-160 0 0,-24-2 392 0 0,15-4-1921 0 0,4-6-3865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1 323 12027 0 0,'5'-4'3420'0'0,"14"-5"-3442"0"0,-2 0 162 0 0,-9 3-85 0 0,-1 0 0 0 0,1 0 0 0 0,-2-1 0 0 0,1 0 0 0 0,-1-1 1 0 0,0 1-1 0 0,6-11 0 0 0,16-19 196 0 0,-18 27-153 0 0,0-1 0 0 0,-1 0 1 0 0,-1-1-1 0 0,0 0 0 0 0,0 0 0 0 0,-1-1 1 0 0,-1 1-1 0 0,10-27 0 0 0,-8 23 66 0 0,5-10 406 0 0,-13 25-535 0 0,0 0 1 0 0,1 1 0 0 0,-1-1-1 0 0,0 0 1 0 0,0 1 0 0 0,0-1-1 0 0,1 0 1 0 0,-1 1 0 0 0,0-1-1 0 0,0 0 1 0 0,0 0 0 0 0,0 1 0 0 0,0-1-1 0 0,-1 0 1 0 0,1 0 0 0 0,0 1-1 0 0,0-1 1 0 0,0 0 0 0 0,-1 1-1 0 0,1-1 1 0 0,0 0 0 0 0,-1 1 0 0 0,1-1-1 0 0,0 1 1 0 0,-1-1 0 0 0,1 0-1 0 0,-1 1 1 0 0,1-1 0 0 0,-2 0-1 0 0,1 1-27 0 0,-1-1-1 0 0,1 0 0 0 0,-1 1 0 0 0,0 0 0 0 0,0-1 0 0 0,1 1 0 0 0,-1 0 0 0 0,0 0 1 0 0,0 0-1 0 0,1 0 0 0 0,-1 0 0 0 0,0 0 0 0 0,0 1 0 0 0,1-1 0 0 0,-1 1 0 0 0,0-1 1 0 0,1 1-1 0 0,-4 1 0 0 0,0 0-4 0 0,1 0-1 0 0,-1 1 1 0 0,0-1 0 0 0,1 1 0 0 0,-5 4-1 0 0,6-4-1 0 0,1-1-1 0 0,0 1 0 0 0,0 0 1 0 0,1 0-1 0 0,-1 0 0 0 0,0 0 1 0 0,1 0-1 0 0,0 0 0 0 0,0 0 0 0 0,0 0 1 0 0,0 1-1 0 0,0-1 0 0 0,0 0 1 0 0,1 7-1 0 0,-7 21 33 0 0,-7 2-3 0 0,9-24-29 0 0,1 0 0 0 0,1 0 0 0 0,-1 0-1 0 0,2 0 1 0 0,-1 1 0 0 0,-1 15 0 0 0,4-16-1 0 0,0 0 0 0 0,0 0 1 0 0,1-1-1 0 0,1 1 0 0 0,0-1 0 0 0,0 1 1 0 0,0-1-1 0 0,1 0 0 0 0,0 0 1 0 0,1 0-1 0 0,-1 0 0 0 0,2 0 0 0 0,6 8 1 0 0,-7-12-257 0 0,1 0 1 0 0,-1 0-1 0 0,1 0 0 0 0,0-1 1 0 0,1 1-1 0 0,-1-2 0 0 0,0 1 1 0 0,1 0-1 0 0,0-1 1 0 0,0 0-1 0 0,11 2 0 0 0,-5-2-744 0 0,-1-1-1 0 0,1-1 1 0 0,0 0-1 0 0,-1 0 0 0 0,1-1 1 0 0,21-5-1 0 0,-4-1-2085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68 8482 0 0,'-20'-26'4455'0'0,"18"22"-4160"0"0,-1 0 1 0 0,1 1 0 0 0,-1-1 0 0 0,0 1 0 0 0,1 0 0 0 0,-1 0 0 0 0,-1 0-1 0 0,-4-4 1 0 0,6 6-218 0 0,-1 0 0 0 0,1 0-1 0 0,-1 0 1 0 0,1 0 0 0 0,-1 0-1 0 0,0 1 1 0 0,1-1 0 0 0,-1 1-1 0 0,-5-1 1 0 0,7 1-61 0 0,0 0 1 0 0,0 0-1 0 0,0 0 1 0 0,-1 0-1 0 0,1 0 1 0 0,0 0-1 0 0,0 1 0 0 0,0-1 1 0 0,0 0-1 0 0,0 1 1 0 0,0-1-1 0 0,0 1 0 0 0,0-1 1 0 0,0 1-1 0 0,0-1 1 0 0,0 1-1 0 0,0 0 0 0 0,0-1 1 0 0,0 1-1 0 0,0 0 1 0 0,1 0-1 0 0,-1-1 0 0 0,0 1 1 0 0,1 0-1 0 0,-1 0 1 0 0,0 0-1 0 0,1 0 1 0 0,-1 2-1 0 0,-10 52 259 0 0,10-43-233 0 0,-1 0 0 0 0,0-1 0 0 0,-1 1 0 0 0,0-1-1 0 0,-9 20 1 0 0,6-17-8 0 0,0 0 1 0 0,1 0-1 0 0,1 1 0 0 0,0 0 0 0 0,-2 17 0 0 0,-5 80 83 0 0,9-79-72 0 0,-1 84-1042 0 0,4-74-3828 0 0,-1-32 881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0 340 10722 0 0,'22'-3'888'0'0,"-1"-1"0"0"0,0 0 0 0 0,0-2-1 0 0,27-11 1 0 0,108-48-288 0 0,-115 50-491 0 0,-33 13-90 0 0,0-1 0 0 0,-1 0 1 0 0,0 0-1 0 0,14-8 0 0 0,-1-2 43 0 0,46-34 63 0 0,-59 41-80 0 0,0 0-1 0 0,-1 0 1 0 0,0-1 0 0 0,0 1 0 0 0,0-1-1 0 0,7-13 1 0 0,5-25 906 0 0,-18 44-924 0 0,1 0 1 0 0,-1 0-1 0 0,0 0 0 0 0,1 0 0 0 0,-1 0 1 0 0,0 0-1 0 0,0-1 0 0 0,0 1 1 0 0,0 0-1 0 0,0 0 0 0 0,0 0 0 0 0,0 0 1 0 0,0 0-1 0 0,0 0 0 0 0,0 0 1 0 0,0 0-1 0 0,-1-1 0 0 0,1 1 0 0 0,-1 0 1 0 0,1 0-1 0 0,-1-1 0 0 0,0 2-19 0 0,1-1-1 0 0,-1 1 1 0 0,0-1-1 0 0,0 1 0 0 0,0-1 1 0 0,1 1-1 0 0,-1-1 1 0 0,0 1-1 0 0,0-1 1 0 0,0 1-1 0 0,0 0 0 0 0,0 0 1 0 0,0-1-1 0 0,1 1 1 0 0,-1 0-1 0 0,0 0 1 0 0,0 0-1 0 0,0 0 0 0 0,-2 0 1 0 0,0 1-9 0 0,0-1 1 0 0,0 1-1 0 0,0 0 0 0 0,0 0 1 0 0,0 0-1 0 0,0 0 0 0 0,0 0 1 0 0,0 0-1 0 0,1 1 0 0 0,-1 0 1 0 0,0-1-1 0 0,1 1 0 0 0,-1 0 1 0 0,-2 3-1 0 0,2 1 0 0 0,-1-1-1 0 0,1 1 1 0 0,1 0 0 0 0,-1 0 0 0 0,1 0 0 0 0,0 0-1 0 0,1 1 1 0 0,-1-1 0 0 0,1 1 0 0 0,0 7 0 0 0,0-7-1 0 0,0 1 1 0 0,0 0-1 0 0,-1-1 1 0 0,0 1-1 0 0,-1-1 1 0 0,1 0-1 0 0,-5 8 1 0 0,3-8-1 0 0,0 1 1 0 0,1 0-1 0 0,-1 0 1 0 0,2 0 0 0 0,-1 1-1 0 0,1-1 1 0 0,0 1 0 0 0,1-1-1 0 0,0 1 1 0 0,0 0 0 0 0,1 0-1 0 0,1 10 1 0 0,0-7 18 0 0,1-1 0 0 0,0 1 1 0 0,1-1-1 0 0,0 1 0 0 0,0-1 0 0 0,1 0 0 0 0,1 0 1 0 0,8 15-1 0 0,-8-22-8 0 0,0 0 1 0 0,0 0-1 0 0,1-1 0 0 0,-1 0 1 0 0,0 0-1 0 0,1 0 0 0 0,0 0 1 0 0,6 1-1 0 0,-8-2 2 0 0,1-1 1 0 0,0 0 0 0 0,-1 0-1 0 0,1 0 1 0 0,0 0-1 0 0,0-1 1 0 0,0 1-1 0 0,-1-1 1 0 0,1-1-1 0 0,0 1 1 0 0,0-1 0 0 0,0 1-1 0 0,-1-1 1 0 0,1-1-1 0 0,0 1 1 0 0,-1-1-1 0 0,1 0 1 0 0,-1 0-1 0 0,1 0 1 0 0,-1 0 0 0 0,0-1-1 0 0,0 1 1 0 0,0-1-1 0 0,-1-1 1 0 0,6-4-1 0 0,6-8 36 0 0,-2 0-1 0 0,0-1 0 0 0,0 0 0 0 0,14-28 0 0 0,-19 32-24 0 0,102-193 165 0 0,-97 179-163 0 0,-11 23-30 0 0,0-1 0 0 0,0 1 0 0 0,0-1 0 0 0,0 1-1 0 0,1 0 1 0 0,0 0 0 0 0,0 0 0 0 0,0 0 0 0 0,5-5 0 0 0,-7 8-2 0 0,0 0 1 0 0,0 1-1 0 0,0-1 1 0 0,0 0-1 0 0,0 0 1 0 0,1 1-1 0 0,-1-1 1 0 0,0 1-1 0 0,0-1 1 0 0,0 1-1 0 0,1 0 1 0 0,-1-1-1 0 0,0 1 1 0 0,1 0-1 0 0,-1 0 1 0 0,0 0-1 0 0,0 0 1 0 0,1 0-1 0 0,-1 0 1 0 0,0 0-1 0 0,3 1 1 0 0,-2 0 9 0 0,-1 0 0 0 0,0 0-1 0 0,0 0 1 0 0,1 1 0 0 0,-1-1 0 0 0,0 0 0 0 0,0 1-1 0 0,0-1 1 0 0,-1 1 0 0 0,1-1 0 0 0,0 1 0 0 0,0-1-1 0 0,-1 1 1 0 0,1 0 0 0 0,0 2 0 0 0,1 6-5 0 0,1 1 0 0 0,-2-1 0 0 0,1 0 0 0 0,-1 0 0 0 0,-1 1 0 0 0,-1 14-1 0 0,-12 62-19 0 0,8-61 25 0 0,1-1 0 0 0,0 32 0 0 0,3-49-2 0 0,1-1 0 0 0,1 1 0 0 0,-1 0 1 0 0,1 0-1 0 0,1-1 0 0 0,-1 1 0 0 0,5 11 0 0 0,-5-17 1 0 0,1 1 0 0 0,-1-1-1 0 0,1 1 1 0 0,0-1 0 0 0,0 0 0 0 0,0 1 0 0 0,0-1-1 0 0,0 0 1 0 0,0 0 0 0 0,0-1 0 0 0,1 1 0 0 0,-1 0-1 0 0,1-1 1 0 0,0 1 0 0 0,-1-1 0 0 0,1 0 0 0 0,0 0-1 0 0,-1 0 1 0 0,1 0 0 0 0,0-1 0 0 0,0 1-1 0 0,0-1 1 0 0,3 1 0 0 0,0-1-1 0 0,0 0 0 0 0,0 0-1 0 0,0-1 1 0 0,0 0 0 0 0,0 0 0 0 0,0 0 0 0 0,0 0-1 0 0,-1-1 1 0 0,1 0 0 0 0,0-1 0 0 0,-1 1 0 0 0,1-1-1 0 0,-1 0 1 0 0,0 0 0 0 0,0-1 0 0 0,0 1 0 0 0,-1-1-1 0 0,7-7 1 0 0,8-9-11 0 0,0-1 0 0 0,27-42 0 0 0,-23 30-28 0 0,-5 12-15 0 0,23-24 1 0 0,-14 17 7 0 0,-16 10 100 0 0,-10 15-60 0 0,-1 1 1 0 0,1 0-1 0 0,0 0 0 0 0,0 1 0 0 0,0-1 1 0 0,0 0-1 0 0,0 0 0 0 0,0 0 0 0 0,0 1 1 0 0,1-1-1 0 0,-1 0 0 0 0,1 1 0 0 0,-1 0 1 0 0,1-1-1 0 0,0 1 0 0 0,-1 0 0 0 0,1 0 1 0 0,2-2-1 0 0,-4 11 118 0 0,-7 16-100 0 0,-1-1 0 0 0,-12 28 0 0 0,-8 18 17 0 0,10-18 15 0 0,7-21 59 0 0,1 1-1 0 0,-10 49 0 0 0,19-79-95 0 0,1-1 1 0 0,0 1-1 0 0,0-1 1 0 0,0 0-1 0 0,0 1 0 0 0,-1-1 1 0 0,1 1-1 0 0,0-1 1 0 0,0 1-1 0 0,0-1 1 0 0,0 1-1 0 0,0-1 0 0 0,0 1 1 0 0,0-1-1 0 0,0 1 1 0 0,0-1-1 0 0,0 0 0 0 0,0 1 1 0 0,1-1-1 0 0,-1 1 1 0 0,0-1-1 0 0,0 1 0 0 0,0-1 1 0 0,0 1-1 0 0,1-1 1 0 0,-1 0-1 0 0,0 1 0 0 0,1-1 1 0 0,-1 0-1 0 0,0 1 1 0 0,1-1-1 0 0,-1 0 0 0 0,0 1 1 0 0,1-1-1 0 0,-1 0 1 0 0,0 0-1 0 0,1 1 0 0 0,-1-1 1 0 0,1 0-1 0 0,-1 0 1 0 0,1 0-1 0 0,-1 1 0 0 0,1-1 1 0 0,19-7 129 0 0,-10 3-144 0 0,-7 2 12 0 0,1 0-1 0 0,-1 0 1 0 0,1 0-1 0 0,-1 0 1 0 0,0 0-1 0 0,0-1 1 0 0,0 1-1 0 0,0-1 1 0 0,0 0-1 0 0,2-3 1 0 0,27-39 8 0 0,-13 16-12 0 0,20-25 25 0 0,-21 27-22 0 0,30-35 0 0 0,-40 54-6 0 0,0 0 0 0 0,1 0-1 0 0,0 1 1 0 0,0 0-1 0 0,0 1 1 0 0,1-1-1 0 0,19-7 1 0 0,-25 12-28 0 0,10-2 8 0 0,-13 5 23 0 0,0-1 0 0 0,-1 1-1 0 0,1-1 1 0 0,0 1 0 0 0,-1-1-1 0 0,1 1 1 0 0,-1-1 0 0 0,1 1-1 0 0,-1 0 1 0 0,1-1-1 0 0,-1 1 1 0 0,1 0 0 0 0,-1 0-1 0 0,0-1 1 0 0,1 1 0 0 0,-1 0-1 0 0,0 0 1 0 0,0 0 0 0 0,1-1-1 0 0,-1 1 1 0 0,0 1 0 0 0,2 10-6 0 0,0 0 0 0 0,-1 0 0 0 0,0 1 0 0 0,-1-1 0 0 0,-1 0 1 0 0,0 0-1 0 0,0 0 0 0 0,-5 15 0 0 0,-30 97 81 0 0,27-99-38 0 0,4 0 65 0 0,6-13 71 0 0,-1-12-163 0 0,0 1-1 0 0,0-1 0 0 0,0 0 0 0 0,1 0 0 0 0,-1 0 1 0 0,0 1-1 0 0,0-1 0 0 0,0 0 0 0 0,0 0 0 0 0,0 0 1 0 0,0 0-1 0 0,1 1 0 0 0,-1-1 0 0 0,0 0 0 0 0,0 0 1 0 0,0 0-1 0 0,0 0 0 0 0,1 0 0 0 0,-1 0 0 0 0,0 0 0 0 0,0 1 1 0 0,0-1-1 0 0,1 0 0 0 0,-1 0 0 0 0,0 0 0 0 0,0 0 1 0 0,0 0-1 0 0,1 0 0 0 0,-1 0 0 0 0,0 0 0 0 0,0 0 1 0 0,0 0-1 0 0,1 0 0 0 0,-1 0 0 0 0,0 0 0 0 0,0 0 1 0 0,1 0-1 0 0,-1-1 0 0 0,3-1 4 0 0,-1 0-1 0 0,1 0 1 0 0,-1-1 0 0 0,1 1 0 0 0,-1-1-1 0 0,0 0 1 0 0,0 0 0 0 0,0 0-1 0 0,0 0 1 0 0,1-3 0 0 0,2-3-1 0 0,56-106-2 0 0,-5 10-15 0 0,-48 92 22 0 0,2-5-14 0 0,1 1 1 0 0,13-15-1 0 0,-20 27-18 0 0,0 1 0 0 0,0 0 0 0 0,0 0 0 0 0,0 1 0 0 0,1-1 0 0 0,0 1 0 0 0,-1 0 0 0 0,1 0 0 0 0,0 1 0 0 0,0-1 0 0 0,1 1 0 0 0,5-1 0 0 0,-11 2 13 0 0,0 1 1 0 0,1 0-1 0 0,-1 0 0 0 0,0 0 0 0 0,1 0 1 0 0,-1 0-1 0 0,1 0 0 0 0,-1 1 0 0 0,0-1 1 0 0,1 0-1 0 0,-1 0 0 0 0,0 0 0 0 0,1 0 1 0 0,-1 0-1 0 0,0 0 0 0 0,1 1 0 0 0,-1-1 1 0 0,0 0-1 0 0,1 0 0 0 0,-1 1 0 0 0,0-1 1 0 0,1 0-1 0 0,-1 0 0 0 0,0 1 0 0 0,0-1 1 0 0,1 0-1 0 0,-1 1 0 0 0,0-1 0 0 0,0 0 1 0 0,0 1-1 0 0,0-1 0 0 0,1 1 0 0 0,3 13 30 0 0,-3-10-34 0 0,2 18 3 0 0,-1 0 0 0 0,0 1 0 0 0,-2-1 0 0 0,0 0 0 0 0,-2 0 0 0 0,-5 33 0 0 0,-3 54 8 0 0,10-107-7 0 0,0-1 1 0 0,0 1-1 0 0,0-1 1 0 0,0 1-1 0 0,1-1 1 0 0,-1 1-1 0 0,0-1 1 0 0,1 1-1 0 0,-1-1 1 0 0,1 0-1 0 0,0 1 1 0 0,-1-1-1 0 0,1 0 1 0 0,0 0-1 0 0,0 0 1 0 0,0 1-1 0 0,0-1 1 0 0,0 0-1 0 0,0 0 0 0 0,0 0 1 0 0,0 0-1 0 0,0-1 1 0 0,1 1-1 0 0,-1 0 1 0 0,0 0-1 0 0,1-1 1 0 0,-1 1-1 0 0,0-1 1 0 0,1 1-1 0 0,-1-1 1 0 0,1 1-1 0 0,-1-1 1 0 0,1 0-1 0 0,1 0 1 0 0,2 1 0 0 0,0-1 0 0 0,-1 0 1 0 0,1 0-1 0 0,0-1 0 0 0,0 1 1 0 0,-1-1-1 0 0,1 0 0 0 0,-1 0 1 0 0,9-4-1 0 0,-1 0-1 0 0,-6 2 1 0 0,1 1-1 0 0,-1-1 1 0 0,0-1-1 0 0,0 1 1 0 0,0-1 0 0 0,0 0-1 0 0,9-9 1 0 0,4-6 15 0 0,3-3-6 0 0,-1-1 0 0 0,31-43-1 0 0,-16 20 5 0 0,-7 11 16 0 0,-5-11-73 0 0,-24 45 12 0 0,0 9 21 0 0,-2-1 0 0 0,1 1 0 0 0,-1 0 0 0 0,0-1 1 0 0,-1 0-1 0 0,-5 12 0 0 0,-4 14 24 0 0,-2 25 10 0 0,-9 74-1 0 0,22-129-23 0 0,1 0 0 0 0,0-1-1 0 0,-1 1 1 0 0,1 0-1 0 0,0 0 1 0 0,1 0-1 0 0,-1 0 1 0 0,0 0 0 0 0,1 0-1 0 0,0 0 1 0 0,-1 0-1 0 0,1 0 1 0 0,0 0-1 0 0,1 0 1 0 0,-1-1 0 0 0,0 1-1 0 0,1-1 1 0 0,0 1-1 0 0,-1-1 1 0 0,1 1-1 0 0,0-1 1 0 0,5 4 0 0 0,-4-3 1 0 0,1-1 1 0 0,1 0 0 0 0,-1 0 0 0 0,0 0-1 0 0,0 0 1 0 0,1 0 0 0 0,-1-1 0 0 0,1 0-1 0 0,-1 0 1 0 0,1 0 0 0 0,0-1 0 0 0,-1 1-1 0 0,1-1 1 0 0,5-1 0 0 0,-2 1 1 0 0,-1-1 1 0 0,1 0-1 0 0,-1-1 0 0 0,0 1 1 0 0,1-1-1 0 0,-1-1 0 0 0,0 1 1 0 0,0-1-1 0 0,-1-1 0 0 0,1 1 1 0 0,-1-1-1 0 0,1 0 0 0 0,-1-1 1 0 0,-1 1-1 0 0,1-1 1 0 0,0-1-1 0 0,4-5 0 0 0,6-10 6 0 0,0 0-1 0 0,-2-1 1 0 0,18-38-1 0 0,-9 19-11 0 0,-21 37 3 0 0,2-4 0 0 0,0 1 1 0 0,1-1-1 0 0,0 1 1 0 0,0-1-1 0 0,1 1 0 0 0,7-7 1 0 0,-8 10-39 0 0,4-3-46 0 0,-8 7 85 0 0,-1 0-1 0 0,1 1 0 0 0,-1-1 1 0 0,0 0-1 0 0,1 1 1 0 0,-1-1-1 0 0,0 0 1 0 0,0 1-1 0 0,1-1 1 0 0,-1 0-1 0 0,0 1 1 0 0,0-1-1 0 0,1 0 1 0 0,-1 1-1 0 0,0-1 1 0 0,0 1-1 0 0,0-1 1 0 0,0 1-1 0 0,1-1 0 0 0,-1 0 1 0 0,0 1-1 0 0,0-1 1 0 0,0 1-1 0 0,0-1 1 0 0,0 1-1 0 0,0-1 1 0 0,0 1-1 0 0,0-1 1 0 0,-1 0-1 0 0,1 1 1 0 0,0 17 15 0 0,-2-1 0 0 0,0 1 0 0 0,-1-1 0 0 0,0 0 1 0 0,-12 32-1 0 0,2-5 32 0 0,12-43-32 0 0,0 1-1 0 0,1 0 0 0 0,-1 1 0 0 0,1-1 0 0 0,-1 0 0 0 0,1 0 1 0 0,0 0-1 0 0,0 0 0 0 0,0 0 0 0 0,1 4 0 0 0,-1-5-11 0 0,1-1 0 0 0,-1 0 0 0 0,1 1 0 0 0,-1-1-1 0 0,1 0 1 0 0,0 1 0 0 0,-1-1 0 0 0,1 0 0 0 0,0 0-1 0 0,-1 0 1 0 0,1 0 0 0 0,0 1 0 0 0,-1-1 0 0 0,1 0-1 0 0,0 0 1 0 0,-1 0 0 0 0,1 0 0 0 0,0 0-1 0 0,0-1 1 0 0,-1 1 0 0 0,1 0 0 0 0,0 0 0 0 0,-1 0-1 0 0,1-1 1 0 0,-1 1 0 0 0,1 0 0 0 0,0-1 0 0 0,-1 1-1 0 0,1 0 1 0 0,0-2 0 0 0,5-1-2 0 0,0 0-1 0 0,-1-1 1 0 0,1 0-1 0 0,-1 0 1 0 0,0-1-1 0 0,0 1 0 0 0,-1-1 1 0 0,1 0-1 0 0,6-11 1 0 0,12-12-1 0 0,-10 15-3 0 0,0 0-1 0 0,0 1 0 0 0,1 1 0 0 0,1 0 0 0 0,0 1 1 0 0,26-13-1 0 0,-38 21 5 0 0,-1 1-13 0 0,1 0-1 0 0,-1 0 1 0 0,1 0 0 0 0,-1 0 0 0 0,1 0 0 0 0,-1 0-1 0 0,1 1 1 0 0,3-1 0 0 0,-5 1 11 0 0,0 0-1 0 0,0 0 1 0 0,0 0-1 0 0,0 1 1 0 0,0-1-1 0 0,-1 0 1 0 0,1 1-1 0 0,0-1 1 0 0,0 1-1 0 0,0-1 1 0 0,0 1 0 0 0,0 0-1 0 0,-1-1 1 0 0,1 1-1 0 0,0 0 1 0 0,-1 0-1 0 0,1-1 1 0 0,0 1-1 0 0,-1 0 1 0 0,1 0-1 0 0,-1 0 1 0 0,1 0-1 0 0,-1 0 1 0 0,1-1-1 0 0,-1 3 1 0 0,14 41 40 0 0,-13-36-45 0 0,1 0 0 0 0,1 0 0 0 0,-1 0 0 0 0,1 0-1 0 0,1-1 1 0 0,3 8 0 0 0,-4-13 8 0 0,-1 0-1 0 0,0 0 0 0 0,1 0 1 0 0,0-1-1 0 0,-1 1 1 0 0,1-1-1 0 0,0 1 1 0 0,0-1-1 0 0,-1 0 1 0 0,7 1-1 0 0,12 7-2 0 0,-14-6 0 0 0,-1-1 1 0 0,1 1 0 0 0,-1-1-1 0 0,1 0 1 0 0,0-1-1 0 0,0 0 1 0 0,0 0 0 0 0,0 0-1 0 0,-1-1 1 0 0,1 0 0 0 0,0 0-1 0 0,0-1 1 0 0,0 0-1 0 0,0 0 1 0 0,0-1 0 0 0,0 1-1 0 0,-1-1 1 0 0,1-1-1 0 0,-1 0 1 0 0,10-5 0 0 0,3-2 40 0 0,-14 9-33 0 0,-1-2-1 0 0,1 1 1 0 0,-1 0 0 0 0,0-1-1 0 0,0 0 1 0 0,0 0-1 0 0,4-5 1 0 0,4-3 2 0 0,-1-2 0 0 0,-1 0 0 0 0,0 0 0 0 0,-1 0 0 0 0,0-1-1 0 0,-1-1 1 0 0,-1 1 0 0 0,0-1 0 0 0,-1-1 0 0 0,0 1 0 0 0,4-25 0 0 0,-8 35-1 0 0,-1-1 1 0 0,1 1-1 0 0,0 0 0 0 0,0 0 1 0 0,5-9-1 0 0,-4 11-5 0 0,-1 0-1 0 0,-1 0 1 0 0,1 0-1 0 0,0-1 1 0 0,-1 1-1 0 0,0-1 1 0 0,1 1-1 0 0,-1-1 1 0 0,-1 0-1 0 0,1 1 1 0 0,-1-1-1 0 0,1 0 1 0 0,-1 1-1 0 0,0-1 1 0 0,-1-4-1 0 0,1 7-6 0 0,-1 0-1 0 0,1 0 0 0 0,-1 0 0 0 0,0 0 0 0 0,0 0 0 0 0,1 0 1 0 0,-1 1-1 0 0,0-1 0 0 0,0 0 0 0 0,0 1 0 0 0,0-1 0 0 0,0 0 0 0 0,0 1 1 0 0,0-1-1 0 0,0 1 0 0 0,0-1 0 0 0,0 1 0 0 0,0 0 0 0 0,-1-1 1 0 0,-23-3-10 0 0,22 3 10 0 0,-1 1 1 0 0,0 0 0 0 0,1 0-1 0 0,-1 0 1 0 0,0 0-1 0 0,1 1 1 0 0,-1-1 0 0 0,1 1-1 0 0,-1 0 1 0 0,1 0-1 0 0,-1 1 1 0 0,1-1-1 0 0,0 1 1 0 0,0-1 0 0 0,-1 1-1 0 0,1 0 1 0 0,0 0-1 0 0,1 1 1 0 0,-1-1 0 0 0,0 0-1 0 0,1 1 1 0 0,-1 0-1 0 0,-3 5 1 0 0,-1 4 4 0 0,1 0 0 0 0,0 0 1 0 0,0 1-1 0 0,1 0 0 0 0,-3 14 0 0 0,-11 27 19 0 0,15-46-22 0 0,0 1-1 0 0,1 0 1 0 0,1 0 0 0 0,0 0-1 0 0,0 0 1 0 0,0 0 0 0 0,1 0-1 0 0,0 13 1 0 0,1-16 4 0 0,1-1 1 0 0,-1 1-1 0 0,1 0 0 0 0,0-1 1 0 0,0 1-1 0 0,1-1 0 0 0,0 1 0 0 0,0-1 1 0 0,0 1-1 0 0,0-1 0 0 0,1 0 1 0 0,0 0-1 0 0,0-1 0 0 0,6 9 0 0 0,-6-11-1 0 0,0 0 0 0 0,0 0-1 0 0,1 0 1 0 0,-1 0-1 0 0,0 0 1 0 0,1 0-1 0 0,-1-1 1 0 0,1 0-1 0 0,-1 0 1 0 0,1 0-1 0 0,0 0 1 0 0,4 0 0 0 0,23 8-29 0 0,-10 0 28 0 0,-11-5 5 0 0,-1 1 1 0 0,1-2-1 0 0,0 1 1 0 0,0-1-1 0 0,1-1 1 0 0,-1 0 0 0 0,0 0-1 0 0,22 0 1 0 0,-20-3-159 0 0,0 0 1 0 0,0-1 0 0 0,0 0-1 0 0,13-5 1 0 0,22-11-5098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42 16371 0 0,'-7'-12'2482'0'0,"6"11"-2417"0"0,0 1 0 0 0,1-1 0 0 0,-1 0 0 0 0,0 0 0 0 0,0 0 0 0 0,1 0 0 0 0,-1 0 0 0 0,1 0 0 0 0,-1 0 0 0 0,1 0 0 0 0,-1 0 0 0 0,1 0 0 0 0,0 0 0 0 0,-1-2 0 0 0,1-5-186 0 0,0 2-3961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57 11458 0 0,'0'-20'2832'0'0,"-1"28"-2728"0"0,-1 0 0 0 0,0-1 0 0 0,0 1 0 0 0,-1-1 1 0 0,0 0-1 0 0,0 0 0 0 0,-7 10 0 0 0,4-4 27 0 0,-4 6 108 0 0,2-1 0 0 0,-13 41 0 0 0,13-35 18 0 0,-2 0-1 0 0,-13 25 0 0 0,4-9 45 0 0,-5 5 39 0 0,18-36-271 0 0,1 1 0 0 0,0-1 0 0 0,0 1-1 0 0,1 0 1 0 0,0 0 0 0 0,-3 16-1 0 0,2-8 29 0 0,1-5 99 0 0,4-11 52 0 0,2-5 153 0 0,123-235-240 0 0,-105 191-136 0 0,-15 32-15 0 0,2 0 0 0 0,7-14 0 0 0,3 2 9 0 0,27-35 0 0 0,-36 53-29 0 0,0 0 0 0 0,1 0 0 0 0,0 1 0 0 0,1 1 0 0 0,-1-1 0 0 0,19-10 0 0 0,-25 17 8 0 0,-1 0-1 0 0,0-1 1 0 0,1 1-1 0 0,-1 0 1 0 0,1 0-1 0 0,-1 1 1 0 0,6-2-1 0 0,-7 2 6 0 0,-1 0-1 0 0,1 0 1 0 0,0 0-1 0 0,0 1 1 0 0,0-1 0 0 0,0 0-1 0 0,0 0 1 0 0,-1 1-1 0 0,1-1 1 0 0,0 1-1 0 0,0-1 1 0 0,-1 1 0 0 0,1-1-1 0 0,0 1 1 0 0,0-1-1 0 0,-1 1 1 0 0,1-1-1 0 0,-1 1 1 0 0,1 0 0 0 0,0 0-1 0 0,-1-1 1 0 0,1 1-1 0 0,-1 0 1 0 0,0 0-1 0 0,1-1 1 0 0,-1 1 0 0 0,1 2-1 0 0,1 2 2 0 0,0 0 1 0 0,-1 1-1 0 0,0-1 0 0 0,0 1 1 0 0,0-1-1 0 0,0 1 0 0 0,-1-1 0 0 0,0 1 1 0 0,0 0-1 0 0,0-1 0 0 0,-1 1 1 0 0,0-1-1 0 0,0 1 0 0 0,0-1 1 0 0,-5 11-1 0 0,-1 0 4 0 0,0 0 0 0 0,-2 0 0 0 0,-18 26 0 0 0,19-29 8 0 0,6-10-3 0 0,1-1-1 0 0,-1 1 1 0 0,1-1 0 0 0,-1 0-1 0 0,0 1 1 0 0,0-1-1 0 0,0 0 1 0 0,0 0-1 0 0,-4 2 1 0 0,-1 1-50 0 0,2-2 84 0 0,0 0 1 0 0,1 0 0 0 0,-1 1-1 0 0,0-1 1 0 0,1 1-1 0 0,0 0 1 0 0,0 1-1 0 0,0-1 1 0 0,-3 6 0 0 0,7-9-47 0 0,0-1 1 0 0,0 1 0 0 0,0-1 0 0 0,0 1 0 0 0,0-1 0 0 0,0 0 0 0 0,1 1 0 0 0,-1-1 0 0 0,0 1 0 0 0,0-1 0 0 0,1 1-1 0 0,-1-1 1 0 0,0 0 0 0 0,1 1 0 0 0,-1-1 0 0 0,0 1 0 0 0,1-1 0 0 0,-1 0 0 0 0,1 0 0 0 0,-1 1 0 0 0,1-1 0 0 0,-1 0-1 0 0,0 0 1 0 0,1 1 0 0 0,-1-1 0 0 0,2 0 0 0 0,14 8 6 0 0,-15-8-1 0 0,110 57-279 0 0,-105-53-837 0 0,0 0-1 0 0,0 0 1 0 0,0 1 0 0 0,-1 0-1 0 0,0 0 1 0 0,0 0-1 0 0,6 8 1 0 0,-3-4-2090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96 118 10362 0 0,'0'0'315'0'0,"-22"-21"5074"0"0,14 32-5141 0 0,-4 15-116 0 0,1 1 0 0 0,2 0 0 0 0,0 0 0 0 0,2 1 0 0 0,0 0 0 0 0,-3 55 0 0 0,9-61 700 0 0,4-17-44 0 0,1-17-562 0 0,21-90-166 0 0,5-17-10 0 0,-24 100-67 0 0,0 0 1 0 0,2 0 0 0 0,19-34-1 0 0,-23 50 5 0 0,0-1-1 0 0,0 1 0 0 0,0 0 1 0 0,0 0-1 0 0,0 0 1 0 0,1 0-1 0 0,-1 1 1 0 0,1-1-1 0 0,0 1 1 0 0,-1 1-1 0 0,1-1 0 0 0,0 1 1 0 0,0-1-1 0 0,0 1 1 0 0,0 1-1 0 0,8-1 1 0 0,-11 1 11 0 0,0 0 1 0 0,0 0-1 0 0,-1 1 1 0 0,1-1-1 0 0,0 1 1 0 0,0-1-1 0 0,-1 1 1 0 0,1 0-1 0 0,0 0 1 0 0,-1 0-1 0 0,1 0 1 0 0,-1 0-1 0 0,1 0 0 0 0,-1 0 1 0 0,0 0-1 0 0,1 0 1 0 0,-1 1-1 0 0,0-1 1 0 0,0 0-1 0 0,0 1 1 0 0,0-1-1 0 0,1 3 1 0 0,3 4 2 0 0,-1 1 0 0 0,0 0 0 0 0,3 11 0 0 0,-1-2-2 0 0,11 23-9 0 0,-1-4 38 0 0,-1 0 1 0 0,-3 1-1 0 0,0 1 0 0 0,8 55 0 0 0,-19-89-6 0 0,0 0-1 0 0,1 1 1 0 0,-1-1-1 0 0,5 8 1 0 0,-3-8 18 0 0,-1 1 1 0 0,0-1-1 0 0,0 1 1 0 0,-1-1-1 0 0,2 7 1 0 0,-3-10-29 0 0,0 0 1 0 0,0-1-1 0 0,0 1 1 0 0,0 0-1 0 0,0 0 1 0 0,-1-1-1 0 0,1 1 0 0 0,-1 0 1 0 0,1 0-1 0 0,-1-1 1 0 0,1 1-1 0 0,-1 0 1 0 0,0-1-1 0 0,0 1 1 0 0,0-1-1 0 0,0 1 0 0 0,0-1 1 0 0,0 1-1 0 0,0-1 1 0 0,-3 3-1 0 0,2-3 9 0 0,0 0 1 0 0,-1 1-1 0 0,1-1 0 0 0,0 0 0 0 0,-1 0 1 0 0,1 0-1 0 0,0-1 0 0 0,-1 1 0 0 0,1 0 1 0 0,-1-1-1 0 0,1 0 0 0 0,-1 1 0 0 0,-4-1 0 0 0,-21 5 159 0 0,8 3-73 0 0,12-4-79 0 0,1 0 0 0 0,-1-1 1 0 0,0-1-1 0 0,0 1 0 0 0,0-1 0 0 0,0-1 1 0 0,-12 2-1 0 0,2-3-31 0 0,1-1 1 0 0,0-1-1 0 0,-21-4 1 0 0,3 0-1324 0 0,22 6-5445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396 262 9394 0 0,'-5'-11'908'0'0,"-10"-25"962"0"0,13 27-1453 0 0,-1 1 0 0 0,-1 0 0 0 0,1 0 0 0 0,-1 0 0 0 0,0 0 0 0 0,-1 1 1 0 0,-9-12-1 0 0,12 18-329 0 0,0-1 1 0 0,0 1 0 0 0,-1 0 0 0 0,1 0 0 0 0,0 0 0 0 0,-1 0 0 0 0,1 0-1 0 0,-1 0 1 0 0,1 1 0 0 0,-4-1 0 0 0,-19-8 449 0 0,20 7-504 0 0,0-1 0 0 0,-1 1 0 0 0,1-1 0 0 0,-1 2 1 0 0,0-1-1 0 0,0 1 0 0 0,1 0 0 0 0,-1 0 1 0 0,0 0-1 0 0,0 1 0 0 0,0 0 0 0 0,0 0 0 0 0,0 0 1 0 0,0 1-1 0 0,0 0 0 0 0,0 0 0 0 0,0 1 0 0 0,1 0 1 0 0,-1 0-1 0 0,0 0 0 0 0,1 0 0 0 0,-9 6 0 0 0,0-1-23 0 0,10-5-8 0 0,0 0 0 0 0,0 0 0 0 0,0 0 0 0 0,0 1 0 0 0,1-1 0 0 0,-1 1 0 0 0,1 0 0 0 0,-6 6 0 0 0,1 2 7 0 0,-1 0-1 0 0,2 1 1 0 0,0 1 0 0 0,0-1 0 0 0,1 1 0 0 0,1 0 0 0 0,-8 27-1 0 0,0-6-2 0 0,10-30-5 0 0,1 0 0 0 0,1 0 0 0 0,-1 0 1 0 0,0 0-1 0 0,1 0 0 0 0,0 1 0 0 0,0-1 0 0 0,0 1 0 0 0,0 5 1 0 0,1-8 1 0 0,1 0 1 0 0,-1 0 0 0 0,0 1 0 0 0,0-1 0 0 0,1 0 0 0 0,-1 0 0 0 0,1 0 0 0 0,0 0 0 0 0,-1 0-1 0 0,1 0 1 0 0,0 0 0 0 0,0 0 0 0 0,1 0 0 0 0,-1 0 0 0 0,0 0 0 0 0,1 0 0 0 0,-1-1 0 0 0,1 1-1 0 0,-1-1 1 0 0,1 1 0 0 0,0-1 0 0 0,-1 1 0 0 0,1-1 0 0 0,0 0 0 0 0,0 0 0 0 0,0 0 0 0 0,0 0-1 0 0,0 0 1 0 0,0-1 0 0 0,1 1 0 0 0,-1 0 0 0 0,0-1 0 0 0,0 0 0 0 0,0 1 0 0 0,1-1 0 0 0,-1 0-1 0 0,0 0 1 0 0,3-1 0 0 0,3 1 7 0 0,-1-1 0 0 0,1 0 0 0 0,-1-1 0 0 0,0 1 0 0 0,1-1 0 0 0,-1-1 0 0 0,12-5 0 0 0,48-30 56 0 0,-55 31-44 0 0,-1-1-21 0 0,0-1 0 0 0,0-1 0 0 0,-1 1 0 0 0,12-16 0 0 0,21-19 17 0 0,-27 28 17 0 0,-12 12-11 0 0,0 0 0 0 0,0 0 1 0 0,0 1-1 0 0,0-1 0 0 0,7-3 1 0 0,-11 7-23 0 0,0 1 0 0 0,0-1 0 0 0,1 0 1 0 0,-1 0-1 0 0,0 1 0 0 0,0-1 0 0 0,0 0 1 0 0,1 1-1 0 0,-1-1 0 0 0,0 0 0 0 0,0 0 0 0 0,0 1 1 0 0,0-1-1 0 0,0 0 0 0 0,0 1 0 0 0,0-1 1 0 0,0 0-1 0 0,0 1 0 0 0,0-1 0 0 0,0 0 1 0 0,0 1-1 0 0,0-1 0 0 0,0 0 0 0 0,0 1 1 0 0,0-1-1 0 0,0 0 0 0 0,0 1 0 0 0,-1-1 1 0 0,1 0-1 0 0,0 1 0 0 0,0-1 0 0 0,0 0 0 0 0,0 0 1 0 0,-1 1-1 0 0,1-1 0 0 0,-5 16 1 0 0,-16 30-60 0 0,-12 29 239 0 0,31-67-285 0 0,0-1 0 0 0,0 1 0 0 0,0 0 0 0 0,1 0 0 0 0,0 0 0 0 0,0 0 0 0 0,2 15 0 0 0,-1-21-9 0 0,1-1-1 0 0,-1 1 1 0 0,1-1-1 0 0,0 1 1 0 0,0 0-1 0 0,0-1 1 0 0,-1 1 0 0 0,2-1-1 0 0,-1 0 1 0 0,0 1-1 0 0,0-1 1 0 0,0 0-1 0 0,0 0 1 0 0,1 0-1 0 0,-1 1 1 0 0,1-1 0 0 0,-1-1-1 0 0,1 1 1 0 0,-1 0-1 0 0,1 0 1 0 0,-1-1-1 0 0,1 1 1 0 0,0 0-1 0 0,-1-1 1 0 0,1 0-1 0 0,3 1 1 0 0,2 0-184 0 0,1 1 0 0 0,-1-2 0 0 0,0 1-1 0 0,15-2 1 0 0,-6-1-78 0 0,-1-2-1 0 0,1 0 1 0 0,-1-1 0 0 0,0 0-1 0 0,0-1 1 0 0,0-1 0 0 0,-1 0-1 0 0,16-11 1 0 0,-22 12 322 0 0,1-1 0 0 0,-2 1-1 0 0,1-2 1 0 0,-1 1 0 0 0,0-1 0 0 0,8-11 0 0 0,33-57 596 0 0,-40 63-253 0 0,-4 6 107 0 0,-3 5-115 0 0,0-1 0 0 0,1 1 1 0 0,-1 0-1 0 0,0 0 1 0 0,1 0-1 0 0,-1 0 1 0 0,1 0-1 0 0,0 0 0 0 0,-1 1 1 0 0,1-1-1 0 0,3-1 1 0 0,-16 36 1378 0 0,-14 18-929 0 0,18-38-507 0 0,0 1 0 0 0,0 0 1 0 0,2 1-1 0 0,-7 21 1 0 0,12-35-216 0 0,0-1 1 0 0,0 0 0 0 0,-1 1 0 0 0,1-1 0 0 0,0 1 0 0 0,0-1 0 0 0,0 1 0 0 0,0-1 0 0 0,0 1 0 0 0,0-1 0 0 0,0 1 0 0 0,0-1 0 0 0,0 1 0 0 0,0-1 0 0 0,0 0 0 0 0,1 1 0 0 0,-1-1 0 0 0,0 1-1 0 0,0-1 1 0 0,0 1 0 0 0,1-1 0 0 0,-1 0 0 0 0,0 1 0 0 0,0-1 0 0 0,1 1 0 0 0,-1-1 0 0 0,0 0 0 0 0,1 1 0 0 0,-1-1 0 0 0,0 0 0 0 0,1 1 0 0 0,-1-1 0 0 0,1 0 0 0 0,-1 0 0 0 0,0 0 0 0 0,1 1-1 0 0,0-1 1 0 0,0 0-5 0 0,0 0 0 0 0,0 0 0 0 0,-1 0 0 0 0,1 0 0 0 0,0 0 0 0 0,0 0 0 0 0,0 0 0 0 0,0-1 0 0 0,-1 1 0 0 0,1 0 0 0 0,0-1 0 0 0,0 1 0 0 0,0 0 0 0 0,-1-1 0 0 0,1 1 0 0 0,0-1 0 0 0,-1 1 0 0 0,1-1 0 0 0,0 1 0 0 0,0-2 0 0 0,7-8 30 0 0,0-1 1 0 0,12-23-1 0 0,4-6 6 0 0,20-16-26 0 0,-39 50-31 0 0,1 1 0 0 0,-1 0 1 0 0,1 0-1 0 0,-1 1 0 0 0,2-1 1 0 0,-1 1-1 0 0,10-5 0 0 0,-15 9 10 0 0,0 0 0 0 0,1 0 0 0 0,-1-1 0 0 0,0 1 0 0 0,0 0 0 0 0,0 0 0 0 0,0 0 0 0 0,0 0 0 0 0,0 1 0 0 0,0-1 0 0 0,0 0 0 0 0,0 0 0 0 0,0 1 0 0 0,0-1 0 0 0,0 0 0 0 0,0 1 0 0 0,0-1 0 0 0,0 1 0 0 0,0-1 0 0 0,0 1 0 0 0,0 0 0 0 0,0-1 0 0 0,0 1 0 0 0,0 0 0 0 0,-1 0 0 0 0,1 0 0 0 0,0-1 0 0 0,-1 1 0 0 0,1 0 0 0 0,-1 0 0 0 0,1 0 0 0 0,-1 0 0 0 0,1 2 0 0 0,15 37-3 0 0,-15-37 2 0 0,7 23-4 0 0,-6-16-1 0 0,1 0 0 0 0,0 0 1 0 0,0 0-1 0 0,1 0 0 0 0,0-1 0 0 0,1 0 1 0 0,0 1-1 0 0,9 10 0 0 0,-13-19 9 0 0,0 0 0 0 0,1 0 0 0 0,-1 0-1 0 0,1-1 1 0 0,-1 1 0 0 0,1 0 0 0 0,-1-1 0 0 0,1 1 0 0 0,-1-1 0 0 0,1 1 0 0 0,0-1-1 0 0,-1 0 1 0 0,1 1 0 0 0,0-1 0 0 0,2 0 0 0 0,12 3 4 0 0,-5 1-8 0 0,0 1-1 0 0,0-1 1 0 0,1-1 0 0 0,-1 0 0 0 0,1 0 0 0 0,0-1 0 0 0,-1-1-1 0 0,1 0 1 0 0,0-1 0 0 0,17-1 0 0 0,-21 0-4 0 0,1-1 0 0 0,-1-1-1 0 0,0 0 1 0 0,1 0 0 0 0,8-5 0 0 0,19-6 1 0 0,-28 9 19 0 0,0 1 0 0 0,0-1 0 0 0,0 0 0 0 0,-1 0 0 0 0,0-1 0 0 0,0 0 0 0 0,0-1 0 0 0,-1 1 0 0 0,7-10 0 0 0,10-9 13 0 0,-19 20-11 0 0,0 0 0 0 0,0-1 1 0 0,0 1-1 0 0,-1-1 0 0 0,0 0 0 0 0,0 0 1 0 0,4-13-1 0 0,9-18 119 0 0,-15 36-127 0 0,-1 0 0 0 0,1 1 0 0 0,0-1 1 0 0,-1 0-1 0 0,1 0 0 0 0,-1 0 0 0 0,0 0 1 0 0,1 0-1 0 0,-1 0 0 0 0,0 0 0 0 0,0 0 1 0 0,1 0-1 0 0,-1 0 0 0 0,0 0 0 0 0,0 0 1 0 0,0 0-1 0 0,0 0 0 0 0,0-1 0 0 0,-1 1 1 0 0,1-1-1 0 0,-1 1-7 0 0,1 0 1 0 0,-1 1-1 0 0,1-1 1 0 0,-1 1-1 0 0,1-1 1 0 0,-1 0-1 0 0,0 1 1 0 0,1-1-1 0 0,-1 1 1 0 0,0 0-1 0 0,0-1 1 0 0,1 1-1 0 0,-1-1 1 0 0,0 1-1 0 0,0 0 1 0 0,1 0-1 0 0,-1 0 1 0 0,0-1-1 0 0,-2 1 1 0 0,-1 0-4 0 0,0 0 0 0 0,0 0 0 0 0,0 0 0 0 0,0 0 0 0 0,-1 1 0 0 0,1 0 1 0 0,0 0-1 0 0,-7 2 0 0 0,-2 3 2 0 0,10-5-1 0 0,0 0 0 0 0,0 0 0 0 0,0 0 0 0 0,0 0 1 0 0,1 1-1 0 0,-1 0 0 0 0,0-1 0 0 0,1 1 0 0 0,-1 0 0 0 0,1 0 0 0 0,0 0 0 0 0,0 1 0 0 0,-1-1 0 0 0,0 3 0 0 0,-8 14 1 0 0,1 0 0 0 0,0 1 0 0 0,-10 34-1 0 0,15-39 3 0 0,-3 2-13 0 0,4-11 5 0 0,1 0 1 0 0,1 0-1 0 0,-1 1 0 0 0,-2 8 1 0 0,5-13 7 0 0,0-1 1 0 0,-1 1 0 0 0,1-1-1 0 0,0 1 1 0 0,0-1-1 0 0,0 1 1 0 0,0-1 0 0 0,0 1-1 0 0,1-1 1 0 0,-1 1-1 0 0,0-1 1 0 0,1 0 0 0 0,-1 1-1 0 0,1-1 1 0 0,-1 1-1 0 0,1-1 1 0 0,0 0 0 0 0,-1 1-1 0 0,1-1 1 0 0,0 0-1 0 0,0 0 1 0 0,0 1 0 0 0,0-1-1 0 0,0 0 1 0 0,2 1-1 0 0,2 2 0 0 0,1-1 0 0 0,-1 0 0 0 0,1-1-1 0 0,0 1 1 0 0,0-1 0 0 0,0 0 0 0 0,0 0-1 0 0,0-1 1 0 0,0 0 0 0 0,0 0 0 0 0,0 0-1 0 0,0-1 1 0 0,1 0 0 0 0,-1 0 0 0 0,0-1-1 0 0,7-1 1 0 0,-6 1 4 0 0,0 0 0 0 0,-1-1-1 0 0,1 0 1 0 0,-1 0 0 0 0,1-1 0 0 0,-1 0 0 0 0,0 0-1 0 0,0 0 1 0 0,0-1 0 0 0,-1 0 0 0 0,1 0 0 0 0,-1 0-1 0 0,0-1 1 0 0,0 1 0 0 0,4-7 0 0 0,15-21 33 0 0,-2-2-1 0 0,-2-1 1 0 0,-1 0 0 0 0,-1-2-1 0 0,-2 0 1 0 0,14-53 0 0 0,-23 62-56 0 0,-6 21 23 0 0,1-1 0 0 0,0 1-1 0 0,0 0 1 0 0,1 0 0 0 0,5-11 0 0 0,-1-7 61 0 0,-6 17-33 0 0,-7 18-60 0 0,-8 26-26 0 0,0 1 0 0 0,3 0 1 0 0,1 1-1 0 0,2 0 1 0 0,-7 74-1 0 0,13-76-2698 0 0,5 61-1 0 0,0-72-93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84 11971 0 0,'-8'3'113'0'0,"3"0"-10"0"0,-1-1-1 0 0,1 2 1 0 0,-1-1 0 0 0,1 1 0 0 0,0-1-1 0 0,1 1 1 0 0,-1 1 0 0 0,1-1-1 0 0,0 1 1 0 0,-7 9 0 0 0,-38 63 1014 0 0,28-40-808 0 0,-117 208 1576 0 0,130-226-1617 0 0,5-12-131 0 0,1-1-1 0 0,-1 0 1 0 0,0 0-1 0 0,-1 0 1 0 0,1-1 0 0 0,-7 9-1 0 0,11-16-121 0 0,0 1 1 0 0,-1 0-1 0 0,1 0 0 0 0,0-1 0 0 0,0 1 1 0 0,-1-1-1 0 0,1 1 0 0 0,-1 0 0 0 0,1-1 1 0 0,-1 1-1 0 0,1-3 0 0 0,2-6-17 0 0,82-164 113 0 0,-66 129-92 0 0,-16 36-15 0 0,1 0 1 0 0,-1 0-1 0 0,2 1 1 0 0,7-13 0 0 0,9-10-7 0 0,1 1 0 0 0,2 1 0 0 0,1 2 0 0 0,1 0 1 0 0,36-27-1 0 0,-40 36 55 0 0,-13 9-13 0 0,2 1 0 0 0,13-10 0 0 0,-22 17-33 0 0,0 0 0 0 0,0 0 1 0 0,1-1-1 0 0,-1 1 0 0 0,0 1 1 0 0,1-1-1 0 0,-1 0 0 0 0,0 0 0 0 0,1 1 1 0 0,-1 0-1 0 0,1-1 0 0 0,-1 1 1 0 0,1 0-1 0 0,-1 0 0 0 0,1 0 0 0 0,-1 0 1 0 0,5 2-1 0 0,-6-2 5 0 0,1 1 1 0 0,-1-1-1 0 0,0 1 0 0 0,0 0 1 0 0,1 0-1 0 0,-1-1 0 0 0,0 1 1 0 0,0 0-1 0 0,0 0 0 0 0,0 0 1 0 0,0 0-1 0 0,0 0 0 0 0,0 1 1 0 0,0-1-1 0 0,0 0 0 0 0,-1 0 1 0 0,1 1-1 0 0,0-1 0 0 0,0 2 1 0 0,5 29 72 0 0,0-4 18 0 0,0-12-37 0 0,-3-9-36 0 0,0 0 1 0 0,0 0-1 0 0,-1 0 0 0 0,0 0 1 0 0,0 0-1 0 0,-1 1 1 0 0,1 14-1 0 0,-2-13-16 0 0,-1-1 1 0 0,0 1-1 0 0,-1 0 1 0 0,0-1-1 0 0,0 1 0 0 0,-6 12 1 0 0,6-17-3 0 0,0 1 1 0 0,0-1-1 0 0,0 0 0 0 0,0 0 1 0 0,-1 0-1 0 0,0 0 0 0 0,0 0 0 0 0,0 0 1 0 0,0-1-1 0 0,0 1 0 0 0,-1-1 1 0 0,0 0-1 0 0,-4 3 0 0 0,-15 5 84 0 0,-28 11 1 0 0,-16 14 553 0 0,65-35-647 0 0,1 0 0 0 0,0 0 0 0 0,-1 0 0 0 0,1 0 1 0 0,0 0-1 0 0,0 1 0 0 0,0-1 0 0 0,0 0 0 0 0,0 0 0 0 0,0 1 0 0 0,0-1 0 0 0,0 1 0 0 0,0-1 0 0 0,1 1 0 0 0,-1-1 0 0 0,1 1 0 0 0,-1 0 0 0 0,1-1 0 0 0,0 1 0 0 0,-1 0 0 0 0,1-1 0 0 0,0 1 0 0 0,0-1 0 0 0,0 1 0 0 0,0 0 0 0 0,0-1 0 0 0,1 1 0 0 0,-1 0 0 0 0,1-1 0 0 0,-1 1 1 0 0,1 0-1 0 0,-1-1 0 0 0,1 1 0 0 0,0-1 0 0 0,-1 1 0 0 0,1-1 0 0 0,0 0 0 0 0,0 1 0 0 0,0-1 0 0 0,1 0 0 0 0,-1 0 0 0 0,2 2 0 0 0,8 2-149 0 0,-1 0 0 0 0,21 5 0 0 0,20 10-618 0 0,-22-6-3762 0 0,-19-8 2050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94 9090 0 0,'-2'-32'5755'0'0,"-6"6"-3356"0"0,6 24-2352 0 0,0-1 1 0 0,1 1-1 0 0,-1 0 0 0 0,0-1 1 0 0,0 1-1 0 0,0 0 0 0 0,-1 0 0 0 0,1 1 1 0 0,0-1-1 0 0,-1 0 0 0 0,1 1 1 0 0,-1-1-1 0 0,0 1 0 0 0,1 0 0 0 0,-1 0 1 0 0,0 0-1 0 0,0 0 0 0 0,-3 0 1 0 0,3 0-49 0 0,0 0 0 0 0,0 1 1 0 0,0-1-1 0 0,0 1 1 0 0,0 0-1 0 0,0 0 0 0 0,0 0 1 0 0,-1 0-1 0 0,1 0 1 0 0,0 1-1 0 0,0-1 1 0 0,1 1-1 0 0,-1 0 0 0 0,0 0 1 0 0,0 0-1 0 0,0 0 1 0 0,0 0-1 0 0,1 1 0 0 0,-1-1 1 0 0,1 1-1 0 0,-1 0 1 0 0,1 0-1 0 0,-5 4 1 0 0,4-2 0 0 0,-1 1 0 0 0,1 1 1 0 0,0-1-1 0 0,0 0 1 0 0,0 1-1 0 0,1-1 0 0 0,0 1 1 0 0,0 0-1 0 0,0 0 0 0 0,1 0 1 0 0,-1 6-1 0 0,0 0-6 0 0,0-1-1 0 0,-1 0 1 0 0,0 1-1 0 0,-1-1 1 0 0,-5 11 0 0 0,6-15 5 0 0,1-1 1 0 0,-1 1-1 0 0,1 0 1 0 0,0-1-1 0 0,1 1 1 0 0,0 0 0 0 0,0 0-1 0 0,1 0 1 0 0,-1 0-1 0 0,1 0 1 0 0,1 0-1 0 0,1 12 1 0 0,1-8 15 0 0,0 1-1 0 0,0-1 1 0 0,1-1-1 0 0,1 1 1 0 0,0-1-1 0 0,12 20 1 0 0,-14-25 44 0 0,0 0-1 0 0,0 0 1 0 0,0-1 0 0 0,1 1 0 0 0,0-1 0 0 0,0 0 0 0 0,0 0 0 0 0,0 0 0 0 0,9 5 0 0 0,11 11 669 0 0,-23-19-661 0 0,0 0-1 0 0,0 0 1 0 0,0 0-1 0 0,0 1 1 0 0,0-1-1 0 0,0 0 1 0 0,-1 0-1 0 0,1 1 1 0 0,-1-1-1 0 0,1 0 0 0 0,-1 0 1 0 0,1 1-1 0 0,-1-1 1 0 0,0 1-1 0 0,1-1 1 0 0,-1 0-1 0 0,0 1 1 0 0,0-1-1 0 0,0 3 1 0 0,-1-3-62 0 0,0 0 0 0 0,0 0 0 0 0,1-1 1 0 0,-1 1-1 0 0,0 0 0 0 0,0 0 0 0 0,0-1 1 0 0,0 1-1 0 0,1-1 0 0 0,-1 1 0 0 0,0-1 0 0 0,0 1 1 0 0,0-1-1 0 0,0 1 0 0 0,0-1 0 0 0,-1 0 1 0 0,0 1-1 0 0,-3 0 2 0 0,-12 5-513 0 0,0-2 0 0 0,0 0 0 0 0,-1-1 0 0 0,1 0 0 0 0,-1-2 0 0 0,-26 0 0 0 0,21-1-2432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172 157 1136 0 0,'0'-5'911'0'0,"-2"0"0"0"0,1 0 0 0 0,-1 0 0 0 0,1 1 1 0 0,-4-6-1 0 0,0-4 964 0 0,0-1-1073 0 0,2 1-1 0 0,0 0 1 0 0,1-1 0 0 0,0 0-1 0 0,1-20 1 0 0,0 96-606 0 0,-2 0 0 0 0,-3-1 0 0 0,-20 88 0 0 0,-20-7 191 0 0,9-36-976 0 0,19-32-2792 0 0,15-59 942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12 116 10026 0 0,'-6'-2'3064'0'0,"6"2"-3071"0"0,-1 0 0 0 0,1 0 0 0 0,0 0 0 0 0,-1-1 0 0 0,1 1 1 0 0,0 0-1 0 0,0 0 0 0 0,-1 0 0 0 0,1 0 0 0 0,0-1 0 0 0,0 1 0 0 0,0 0 0 0 0,-1 0 0 0 0,1 0 0 0 0,0-1 0 0 0,0 1 0 0 0,0 0 0 0 0,-1-1 0 0 0,1 1 0 0 0,0 0 0 0 0,0 0 0 0 0,0-1 1 0 0,0 1-1 0 0,0 0 0 0 0,0-1 0 0 0,0 1 0 0 0,0 0 0 0 0,0 0 0 0 0,0-1 0 0 0,0 1 0 0 0,0 0 0 0 0,0-1 0 0 0,0 1 0 0 0,0 0 0 0 0,0-1 0 0 0,0 1 0 0 0,0 0 0 0 0,0 0 0 0 0,0-1 1 0 0,1 1-1 0 0,-1 0 0 0 0,0-1 0 0 0,0 1 0 0 0,0 0 0 0 0,0 0 0 0 0,1-1 0 0 0,-1 1 0 0 0,0 0 0 0 0,0 0 0 0 0,0 0 0 0 0,1-1 0 0 0,-1 1 0 0 0,0 0 0 0 0,1 0 0 0 0,-1 0 0 0 0,0 0 0 0 0,0 0 1 0 0,1 0-1 0 0,-1-1 0 0 0,1 1 0 0 0,36-13 30 0 0,0 0 1 0 0,1 3 0 0 0,72-11 0 0 0,-36 13 25 0 0,84 2 0 0 0,-149 6-50 0 0,-1 0 1 0 0,1 1-1 0 0,-1 0 1 0 0,14 3-1 0 0,-20-4 1 0 0,0 1 0 0 0,0 0 0 0 0,0 0 1 0 0,0-1-1 0 0,0 1 0 0 0,0 1 0 0 0,0-1 0 0 0,0 0 0 0 0,-1 0 0 0 0,1 1 1 0 0,0-1-1 0 0,-1 1 0 0 0,1-1 0 0 0,-1 1 0 0 0,1 0 0 0 0,-1-1 0 0 0,0 1 1 0 0,0 0-1 0 0,0 0 0 0 0,0 0 0 0 0,2 4 0 0 0,5 43 100 0 0,-7-40-54 0 0,0-1-1 0 0,1 1 1 0 0,-1-1-1 0 0,1 1 1 0 0,1-1-1 0 0,6 15 1 0 0,-5-14 223 0 0,0 0-1 0 0,-1 1 1 0 0,0-1 0 0 0,-1 1 0 0 0,0 0 0 0 0,0 0 0 0 0,-1 0-1 0 0,0 0 1 0 0,-1 0 0 0 0,-1 13 0 0 0,1-8 1373 0 0,-9-122-765 0 0,9 93-854 0 0,1 1 1 0 0,0 0 0 0 0,1-1 0 0 0,0 1 0 0 0,1 0-1 0 0,1 0 1 0 0,0 1 0 0 0,0-1 0 0 0,2 1 0 0 0,-1 0-1 0 0,12-17 1 0 0,-13 24-113 0 0,0 1 0 0 0,0 0 0 0 0,0 1 0 0 0,1-1 0 0 0,-1 1 0 0 0,1-1 0 0 0,0 1 0 0 0,0 1-1 0 0,0-1 1 0 0,9-2 0 0 0,-12 4-36 0 0,2-1-269 0 0,0 1 0 0 0,0 0 0 0 0,0 0 0 0 0,0 0 0 0 0,0 0 0 0 0,0 1 1 0 0,0 0-1 0 0,1-1 0 0 0,-1 2 0 0 0,0-1 0 0 0,0 0 0 0 0,0 1 1 0 0,0 0-1 0 0,0 0 0 0 0,0 0 0 0 0,0 0 0 0 0,0 1 0 0 0,5 2 1 0 0,6 5-2289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265 522 1696 0 0,'0'0'1022'0'0,"8"-13"6974"0"0,0-40-5283 0 0,-7 49-2523 0 0,-1 1 0 0 0,0-1 0 0 0,0 1 0 0 0,0-1 0 0 0,-1 0-1 0 0,1 1 1 0 0,-1-1 0 0 0,0 1 0 0 0,0-1 0 0 0,0 1 0 0 0,0-1 0 0 0,-4-5-1 0 0,3 6-147 0 0,0 1 0 0 0,-1 0 0 0 0,1 0 0 0 0,-1 0 0 0 0,0 0 0 0 0,1 0 0 0 0,-1 0 0 0 0,0 1-1 0 0,0-1 1 0 0,0 1 0 0 0,0 0 0 0 0,0 0 0 0 0,0 0 0 0 0,-1 0 0 0 0,1 0 0 0 0,0 1 0 0 0,0 0 0 0 0,-1-1-1 0 0,1 1 1 0 0,-6 1 0 0 0,2 0-23 0 0,-1 0 0 0 0,1 0-1 0 0,0 0 1 0 0,0 1 0 0 0,0 1-1 0 0,0-1 1 0 0,0 1 0 0 0,-9 5 0 0 0,9-5-16 0 0,1 1 0 0 0,-1 1 1 0 0,1-1-1 0 0,0 1 0 0 0,0 0 0 0 0,0 0 1 0 0,0 1-1 0 0,1 0 0 0 0,0 0 1 0 0,1 0-1 0 0,-1 0 0 0 0,1 1 1 0 0,0 0-1 0 0,1 0 0 0 0,-1 0 0 0 0,1 0 1 0 0,1 1-1 0 0,-3 7 0 0 0,-12 32-10 0 0,14-39 5 0 0,0-1 0 0 0,0 1 0 0 0,0-1 0 0 0,1 1 0 0 0,0 0 0 0 0,1 0 1 0 0,-2 11-1 0 0,4-17 1 0 0,-1 0 0 0 0,0-1 1 0 0,1 1-1 0 0,-1-1 0 0 0,1 1 1 0 0,0-1-1 0 0,0 1 1 0 0,-1-1-1 0 0,1 1 0 0 0,0-1 1 0 0,0 1-1 0 0,0-1 0 0 0,0 0 1 0 0,0 0-1 0 0,1 0 0 0 0,-1 0 1 0 0,0 0-1 0 0,1 0 1 0 0,-1 0-1 0 0,0 0 0 0 0,1 0 1 0 0,-1 0-1 0 0,1-1 0 0 0,0 1 1 0 0,-1-1-1 0 0,1 1 1 0 0,2 0-1 0 0,1 0 3 0 0,1 0 0 0 0,-1 0 0 0 0,0 0-1 0 0,1 0 1 0 0,-1-1 0 0 0,1 0 0 0 0,9-1 0 0 0,31-15-18 0 0,-20 6 9 0 0,-19 8 16 0 0,-1-2-1 0 0,1 1 1 0 0,-1-1-1 0 0,1 0 1 0 0,-1 0-1 0 0,-1-1 1 0 0,1 0-1 0 0,-1 0 1 0 0,7-7-1 0 0,6-9 40 0 0,16-25-1 0 0,-27 36-9 0 0,0 0-1 0 0,-1 0 1 0 0,-1-1-1 0 0,1 0 1 0 0,-2 0 0 0 0,7-23-1 0 0,0 14 92 0 0,-10 19-100 0 0,0-1 1 0 0,0 1-1 0 0,0-1 1 0 0,0 1-1 0 0,0-1 1 0 0,-1 1-1 0 0,1-1 1 0 0,0 0-1 0 0,-1 0 1 0 0,1 1-1 0 0,-1-1 1 0 0,1-2-1 0 0,-11 14-68 0 0,2 5 34 0 0,0-1 0 0 0,1 1-1 0 0,0 1 1 0 0,2-1-1 0 0,-1 1 1 0 0,2 0-1 0 0,0 0 1 0 0,1 1 0 0 0,1-1-1 0 0,0 1 1 0 0,1-1-1 0 0,1 1 1 0 0,2 16-1 0 0,-1-29-36 0 0,0 0-1 0 0,1 0 0 0 0,-1 0 1 0 0,1-1-1 0 0,-1 1 0 0 0,1-1 1 0 0,0 1-1 0 0,1-1 0 0 0,-1 0 1 0 0,0 0-1 0 0,1 0 0 0 0,0 0 1 0 0,0 0-1 0 0,0 0 0 0 0,0-1 1 0 0,0 1-1 0 0,0-1 0 0 0,1 0 1 0 0,-1 0-1 0 0,1 0 0 0 0,0-1 1 0 0,-1 1-1 0 0,1-1 0 0 0,0 0 1 0 0,0 0-1 0 0,0 0 0 0 0,0-1 1 0 0,0 1-1 0 0,0-1 0 0 0,0 0 1 0 0,0 0-1 0 0,0 0 0 0 0,0-1 0 0 0,0 1 1 0 0,0-1-1 0 0,-1 0 0 0 0,1 0 1 0 0,0 0-1 0 0,6-3 0 0 0,-3-1 46 0 0,0 1 0 0 0,0-1-1 0 0,0 0 1 0 0,0-1 0 0 0,-1 0-1 0 0,0 0 1 0 0,0 0 0 0 0,-1-1-1 0 0,9-12 1 0 0,2-7 18 0 0,19-40 1 0 0,3-22 102 0 0,-30 77 0 0 0,-7 20-94 0 0,-8 21-5 0 0,-10 16 85 0 0,10-32 21 0 0,1 1-1 0 0,1 0 0 0 0,1 0 0 0 0,0 1 0 0 0,1 0 0 0 0,-2 22 0 0 0,7-38 50 0 0,2-5-152 0 0,3-8-40 0 0,17-31 45 0 0,54-73 1 0 0,-63 98-15 0 0,2 0 0 0 0,0 1 0 0 0,37-30 0 0 0,-50 45-38 0 0,10-6 32 0 0,-13 9-12 0 0,-1 1 0 0 0,1-1 0 0 0,-1 0 0 0 0,1 1 0 0 0,-1-1 0 0 0,1 0 0 0 0,-1 1-1 0 0,0-1 1 0 0,1 1 0 0 0,-1-1 0 0 0,0 1 0 0 0,1-1 0 0 0,-1 1 0 0 0,0-1 0 0 0,1 1 0 0 0,-1-1 0 0 0,0 1-1 0 0,0-1 1 0 0,0 1 0 0 0,1-1 0 0 0,-1 1 0 0 0,0 0 0 0 0,0-1 0 0 0,0 1 0 0 0,0-1 0 0 0,0 1-1 0 0,0 0 1 0 0,0-1 0 0 0,-1 2 0 0 0,2 15 4 0 0,-1-1 0 0 0,-2 1 0 0 0,1 0 0 0 0,-2-1 0 0 0,-7 26 0 0 0,6-25-11 0 0,0 0-1 0 0,1 1 1 0 0,1-1 0 0 0,0 32 0 0 0,2-47-8 0 0,0 1 1 0 0,0-1-1 0 0,0 0 0 0 0,1 0 1 0 0,-1 0-1 0 0,1 0 0 0 0,0 1 1 0 0,-1-1-1 0 0,1 0 1 0 0,0 0-1 0 0,0 0 0 0 0,0-1 1 0 0,0 1-1 0 0,1 0 1 0 0,-1 0-1 0 0,0 0 0 0 0,1-1 1 0 0,-1 1-1 0 0,1-1 0 0 0,0 1 1 0 0,-1-1-1 0 0,1 0 1 0 0,0 0-1 0 0,0 0 0 0 0,0 0 1 0 0,0 0-1 0 0,0 0 0 0 0,0 0 1 0 0,0 0-1 0 0,0-1 1 0 0,0 1-1 0 0,1-1 0 0 0,-1 0 1 0 0,0 1-1 0 0,0-1 0 0 0,3-1 1 0 0,3 1 1 0 0,-1 0 1 0 0,1-1-1 0 0,-1-1 0 0 0,1 1 1 0 0,-1-1-1 0 0,0 0 1 0 0,1-1-1 0 0,-1 0 0 0 0,9-5 1 0 0,-1 0-1 0 0,-11 7 9 0 0,1-1 0 0 0,-1 0 0 0 0,0-1 0 0 0,-1 1 0 0 0,1-1 0 0 0,0 0 0 0 0,-1 0 0 0 0,1 0 0 0 0,4-6 0 0 0,140-223-5 0 0,-142 216 28 0 0,5-9 89 0 0,-11 24-106 0 0,1 0 0 0 0,-1 0 0 0 0,1 0 0 0 0,-1 1 0 0 0,0-1 0 0 0,1 0 0 0 0,0 0 0 0 0,-1 1 0 0 0,1-1 0 0 0,-1 0 0 0 0,1 1 0 0 0,0-1 0 0 0,0 1 0 0 0,-1-1 0 0 0,1 1 0 0 0,0-1 0 0 0,0 1 0 0 0,0 0 0 0 0,-1-1 0 0 0,1 1 0 0 0,1-1 0 0 0,-1 2-3 0 0,0 0 0 0 0,1 0 0 0 0,-1 0 0 0 0,-1 1 0 0 0,1-1 0 0 0,0 0-1 0 0,0 0 1 0 0,0 0 0 0 0,-1 1 0 0 0,1-1 0 0 0,0 0 0 0 0,-1 1 0 0 0,1-1 0 0 0,0 3 0 0 0,0-1 1 0 0,62 160-41 0 0,-59-155 49 0 0,2 5 34 0 0,-1-1 0 0 0,0 1 0 0 0,-1 0 1 0 0,0 0-1 0 0,-1 0 0 0 0,0 0 1 0 0,0 16-1 0 0,-3-28-12 0 0,-1 1 0 0 0,1-1-1 0 0,-1 0 1 0 0,0 1 0 0 0,1-1 0 0 0,-1 0 0 0 0,0 1 0 0 0,0-1 0 0 0,0 0-1 0 0,0 0 1 0 0,0 0 0 0 0,0 0 0 0 0,0 0 0 0 0,0 0 0 0 0,-1 0 0 0 0,1 0-1 0 0,0-1 1 0 0,0 1 0 0 0,-1 0 0 0 0,-1 0 0 0 0,-28 11 245 0 0,19-9-155 0 0,1-1 0 0 0,-1-1 1 0 0,1 0-1 0 0,-1-1 0 0 0,-17-1 0 0 0,0 0-307 0 0,29 1 165 0 0,27 0-186 0 0,-10-2 190 0 0,0-1 1 0 0,0-1-1 0 0,-1-1 0 0 0,1-1 0 0 0,-1 0 0 0 0,0-1 0 0 0,0 0 0 0 0,20-14 0 0 0,6 4 1 0 0,-34 15 11 0 0,-1 0 1 0 0,1-1-1 0 0,13-7 1 0 0,131-87 34 0 0,-150 95-9 0 0,0 0-1 0 0,0 0 0 0 0,0 0 1 0 0,0 0-1 0 0,0 0 0 0 0,-1-1 0 0 0,1 1 1 0 0,-1-1-1 0 0,1 1 0 0 0,-1-1 1 0 0,0 0-1 0 0,0 1 0 0 0,0-1 1 0 0,1-5-1 0 0,5-14 11 0 0,-4 11 0 0 0,-5 11-28 0 0,-2 8-6 0 0,-6 18 5 0 0,-12 51 0 0 0,19-65-2 0 0,1-1 0 0 0,0 1 0 0 0,1 0 0 0 0,1 0 0 0 0,0 0 0 0 0,1 0 0 0 0,2 14 0 0 0,-3-24-2 0 0,1 0-1 0 0,0-1 1 0 0,0 1 0 0 0,0 0-1 0 0,0 0 1 0 0,0 0 0 0 0,0-1-1 0 0,0 1 1 0 0,1-1-1 0 0,-1 1 1 0 0,1-1 0 0 0,-1 0-1 0 0,1 1 1 0 0,-1-1 0 0 0,1 0-1 0 0,0 0 1 0 0,0 0 0 0 0,-1 0-1 0 0,1 0 1 0 0,0 0 0 0 0,0-1-1 0 0,0 1 1 0 0,0-1-1 0 0,0 1 1 0 0,0-1 0 0 0,0 0-1 0 0,0 0 1 0 0,3 0 0 0 0,2 1 2 0 0,-1-1-1 0 0,0 0 1 0 0,1-1 0 0 0,-1 0 0 0 0,0 0 0 0 0,0 0 0 0 0,0-1 0 0 0,8-2 0 0 0,-3-1 3 0 0,-1 0 0 0 0,1-1 0 0 0,-1 0 0 0 0,0-1 0 0 0,-1 0 0 0 0,0 0 1 0 0,0-1-1 0 0,9-10 0 0 0,1-3-7 0 0,1 0 0 0 0,1 1 1 0 0,1 1-1 0 0,1 1 0 0 0,0 1 1 0 0,1 1-1 0 0,27-13 0 0 0,-38 23 3 0 0,-9 3-2 0 0,0 1 0 0 0,0 0-1 0 0,0 0 1 0 0,0 0 0 0 0,1 1-1 0 0,6-2 1 0 0,-9 3 2 0 0,-1 0 1 0 0,1 0-1 0 0,-1 0 0 0 0,1 0 0 0 0,-1 1 1 0 0,1-1-1 0 0,-1 0 0 0 0,0 1 1 0 0,1-1-1 0 0,-1 0 0 0 0,0 1 1 0 0,1 0-1 0 0,-1-1 0 0 0,0 1 1 0 0,0 0-1 0 0,1 0 0 0 0,-1 0 1 0 0,0 0-1 0 0,0 0 0 0 0,0 0 1 0 0,0 0-1 0 0,0 0 0 0 0,0 0 1 0 0,-1 0-1 0 0,1 0 0 0 0,1 3 1 0 0,0 0 17 0 0,1 1 0 0 0,-1 0 0 0 0,0-1 0 0 0,-1 1 1 0 0,1 0-1 0 0,-1 0 0 0 0,0 0 0 0 0,0 0 0 0 0,-1 0 1 0 0,1 1-1 0 0,-1-1 0 0 0,0 0 0 0 0,-1 0 0 0 0,1 0 1 0 0,-1 0-1 0 0,0 0 0 0 0,0 0 0 0 0,-1 0 0 0 0,1 0 1 0 0,-1 0-1 0 0,0 0 0 0 0,0-1 0 0 0,-1 1 0 0 0,0-1 0 0 0,1 1 1 0 0,-8 7-1 0 0,7-10-6 0 0,-1 1 1 0 0,1 0-1 0 0,-1-1 1 0 0,1 1-1 0 0,-1-1 1 0 0,0 0 0 0 0,-7 3-1 0 0,-7 4 2 0 0,6-4-899 0 0,22-9-1400 0 0,28-11 1395 0 0,-2-1 0 0 0,48-29 0 0 0,68-54-707 0 0,-130 82 1427 0 0,-1 0 0 0 0,0-1 0 0 0,-1-1 0 0 0,-2 0 0 0 0,23-30 0 0 0,-30 32 178 0 0,0 1 0 0 0,-1-2-1 0 0,-1 1 1 0 0,0-1 0 0 0,-1-1 0 0 0,-1 1-1 0 0,-1-1 1 0 0,4-22 0 0 0,3 10 897 0 0,2-3 949 0 0,-15 32-1668 0 0,1 0-1 0 0,-1 1 1 0 0,0-1-1 0 0,1 1 0 0 0,-1-1 1 0 0,0 1-1 0 0,0-1 1 0 0,0 0-1 0 0,0 1 0 0 0,0-1 1 0 0,-1 1-1 0 0,1-1 1 0 0,0 0-1 0 0,-1 1 0 0 0,1-1 1 0 0,-1 1-1 0 0,0-1 1 0 0,0-1-1 0 0,1 3-174 0 0,0 0 1 0 0,0 0-1 0 0,-1-1 1 0 0,1 1-1 0 0,0 0 0 0 0,0 0 1 0 0,0-1-1 0 0,0 1 1 0 0,-1 0-1 0 0,1 0 0 0 0,0-1 1 0 0,0 1-1 0 0,0 0 1 0 0,-1 0-1 0 0,1 0 0 0 0,0-1 1 0 0,0 1-1 0 0,-1 0 0 0 0,1 0 1 0 0,0 0-1 0 0,-1 0 1 0 0,1 0-1 0 0,0-1 0 0 0,0 1 1 0 0,-1 0-1 0 0,1 0 1 0 0,0 0-1 0 0,-1 0 0 0 0,1 0 1 0 0,0 0-1 0 0,-1 0 1 0 0,1 0-1 0 0,0 0 0 0 0,0 0 1 0 0,-1 0-1 0 0,1 1 1 0 0,0-1-1 0 0,-1 0 0 0 0,-6 12 130 0 0,0 21-60 0 0,6-31-57 0 0,-18 176 693 0 0,-5 30-420 0 0,20-183-280 0 0,4-17-99 0 0,-2 0 0 0 0,1-1 0 0 0,-1 1 0 0 0,0 0 0 0 0,0-1 0 0 0,-7 15 0 0 0,-9 18-2405 0 0,12-11-4409 0 0,6-23 2159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0 307 8370 0 0,'0'0'825'0'0,"9"0"-181"0"0,28-6-132 0 0,1-2-1 0 0,-1-1 1 0 0,54-21-1 0 0,-9-6 3254 0 0,-81 35-3707 0 0,-1 1-1 0 0,1 0 1 0 0,-1-1-1 0 0,1 1 1 0 0,-1 0-1 0 0,0-1 1 0 0,1 1 0 0 0,-1 0-1 0 0,0-1 1 0 0,1 1-1 0 0,-1-1 1 0 0,0 1-1 0 0,1 0 1 0 0,-1-1 0 0 0,0 1-1 0 0,0-1 1 0 0,1 1-1 0 0,-1-1 1 0 0,0 1-1 0 0,0-1 1 0 0,0 1-1 0 0,0-1 1 0 0,0 0 0 0 0,0 0-1 0 0,-2 0 239 0 0,-1 7-248 0 0,-15 37-2 0 0,11-28-37 0 0,1 0 0 0 0,0 1 0 0 0,1-1 0 0 0,1 1 0 0 0,0 0 0 0 0,1 0 0 0 0,-1 23-1 0 0,4-38 0 0 0,0 0 0 0 0,1 0 0 0 0,-1 0-1 0 0,1 0 1 0 0,-1 0 0 0 0,0-1-1 0 0,1 1 1 0 0,0 0 0 0 0,-1 0-1 0 0,1 0 1 0 0,-1-1 0 0 0,1 1-1 0 0,0 0 1 0 0,0 0 0 0 0,-1-1 0 0 0,1 1-1 0 0,0-1 1 0 0,0 1 0 0 0,0-1-1 0 0,0 1 1 0 0,0-1 0 0 0,0 0-1 0 0,0 1 1 0 0,-1-1 0 0 0,1 0 0 0 0,0 0-1 0 0,0 1 1 0 0,2-1 0 0 0,29 2 126 0 0,-27-2-100 0 0,0-1 0 0 0,-1 0 1 0 0,1 0-1 0 0,0 0 0 0 0,0 0 0 0 0,4-3 1 0 0,-7 4-22 0 0,0-1 0 0 0,-1 0 0 0 0,1 0 1 0 0,-1 0-1 0 0,1 1 0 0 0,-1-2 0 0 0,1 1 0 0 0,-1 0 1 0 0,0 0-1 0 0,0 0 0 0 0,1-1 0 0 0,-1 1 0 0 0,0 0 1 0 0,0-1-1 0 0,0 1 0 0 0,-1-1 0 0 0,1 1 1 0 0,0-1-1 0 0,0-2 0 0 0,1-1 13 0 0,0 0 0 0 0,0-1 0 0 0,0 1 0 0 0,6-8 1 0 0,-6 9-11 0 0,0 1 0 0 0,0-1 0 0 0,0 1 0 0 0,-1-1 0 0 0,1 0 0 0 0,-1 0 0 0 0,0 0 1 0 0,0 0-1 0 0,0 0 0 0 0,0-7 0 0 0,-3-8-3 0 0,1 16-43 0 0,0 0-1 0 0,1 1 0 0 0,-1-1 1 0 0,1 0-1 0 0,0 0 0 0 0,0 0 1 0 0,0 1-1 0 0,0-1 0 0 0,0 0 1 0 0,1 0-1 0 0,-1 0 0 0 0,1 1 1 0 0,1-5-1 0 0,0 6 26 0 0,-1 0 0 0 0,1 0 0 0 0,0-1 0 0 0,-1 1 0 0 0,1 1 0 0 0,0-1 0 0 0,0 0 0 0 0,4-1 1 0 0,0 0-1 0 0,31-8-10 0 0,-31 8 14 0 0,1 1 0 0 0,0-1 0 0 0,-1 0 0 0 0,1-1 1 0 0,9-4-1 0 0,-12 4-7 0 0,-1 1 0 0 0,1 0 0 0 0,1 0 0 0 0,-1 1 0 0 0,0-1 0 0 0,0 1 0 0 0,1 0 0 0 0,-1 0 1 0 0,0 1-1 0 0,8-1 0 0 0,-11 1 7 0 0,1 0 1 0 0,0 0-1 0 0,-1 0 1 0 0,1 0 0 0 0,0 0-1 0 0,-1 1 1 0 0,1-1-1 0 0,0 1 1 0 0,-1-1-1 0 0,1 1 1 0 0,-1 0 0 0 0,1-1-1 0 0,-1 1 1 0 0,0 0-1 0 0,1 0 1 0 0,-1 0-1 0 0,0 0 1 0 0,1 0 0 0 0,-1 0-1 0 0,0 1 1 0 0,0-1-1 0 0,0 0 1 0 0,0 0-1 0 0,0 1 1 0 0,0-1 0 0 0,-1 1-1 0 0,1-1 1 0 0,0 1-1 0 0,-1-1 1 0 0,1 3 0 0 0,0 0 7 0 0,0-1 1 0 0,1 1 0 0 0,-1 0-1 0 0,1-1 1 0 0,-1 1 0 0 0,1-1-1 0 0,0 0 1 0 0,0 1 0 0 0,1-1-1 0 0,-1 0 1 0 0,1 0 0 0 0,-1-1-1 0 0,6 5 1 0 0,-6-6-7 0 0,0 1 0 0 0,0-1 0 0 0,0 0 0 0 0,1 0 0 0 0,-1 0 0 0 0,0-1 0 0 0,1 1 0 0 0,-1 0 0 0 0,0-1 0 0 0,1 0 0 0 0,-1 1 0 0 0,1-1 0 0 0,-1 0 0 0 0,1 0 0 0 0,-1 0 0 0 0,0-1-1 0 0,1 1 1 0 0,-1-1 0 0 0,1 1 0 0 0,-1-1 0 0 0,0 0 0 0 0,0 0 0 0 0,3-1 0 0 0,1 0 5 0 0,0-1-1 0 0,0 0 0 0 0,-1 0 1 0 0,1-1-1 0 0,-1 0 0 0 0,0 0 1 0 0,0 0-1 0 0,0 0 0 0 0,0-1 1 0 0,-1 0-1 0 0,6-7 0 0 0,8-12 4 0 0,-1 0 0 0 0,0-1 0 0 0,-2-1-1 0 0,22-52 1 0 0,-35 71 0 0 0,4-13 59 0 0,-6 19-77 0 0,1 0 1 0 0,-1 1-1 0 0,0-1 1 0 0,0 0-1 0 0,1 1 1 0 0,-1-1-1 0 0,0 1 1 0 0,1-1 0 0 0,-1 1-1 0 0,1-1 1 0 0,-1 1-1 0 0,1-1 1 0 0,-1 1-1 0 0,1-1 1 0 0,-1 1-1 0 0,1 0 1 0 0,-1-1-1 0 0,1 1 1 0 0,-1 0-1 0 0,1-1 1 0 0,0 1-1 0 0,-1 0 1 0 0,2 0 0 0 0,-1 0 6 0 0,0 1 1 0 0,0 0 0 0 0,0 0 0 0 0,-1 0 0 0 0,1 0 0 0 0,0 0 0 0 0,-1 0-1 0 0,1 0 1 0 0,-1 1 0 0 0,1-1 0 0 0,-1 0 0 0 0,1 0 0 0 0,-1 0-1 0 0,0 0 1 0 0,1 1 0 0 0,-1-1 0 0 0,0 2 0 0 0,1 0 0 0 0,13 82 43 0 0,-13-67 5 0 0,2 0 1 0 0,0-1 0 0 0,1 1 0 0 0,0-1 0 0 0,2 1-1 0 0,11 25 1 0 0,-13-36 29 0 0,0 1 0 0 0,1-1 0 0 0,0 0 0 0 0,0 0 0 0 0,10 10 0 0 0,-14-17-111 0 0,-1 1 1 0 0,1-1-1 0 0,-1 1 1 0 0,0-1-1 0 0,1 1 1 0 0,-1-1-1 0 0,0 1 1 0 0,0-1-1 0 0,1 1 1 0 0,-1-1-1 0 0,0 1 1 0 0,0 0-1 0 0,0-1 0 0 0,0 1 1 0 0,0 0-1 0 0,0-1 1 0 0,0 1-1 0 0,0-1 1 0 0,0 1-1 0 0,0 0 1 0 0,0-1-1 0 0,0 1 1 0 0,0-1-1 0 0,0 1 1 0 0,-1 0-1 0 0,1-1 1 0 0,0 1-1 0 0,0-1 1 0 0,-1 1-1 0 0,1-1 1 0 0,0 1-1 0 0,-1-1 1 0 0,1 1-1 0 0,-1-1 1 0 0,1 1-1 0 0,0-1 1 0 0,-1 0-1 0 0,1 1 1 0 0,-1-1-1 0 0,1 1 0 0 0,-1-1 1 0 0,1 0-1 0 0,-1 0 1 0 0,0 1-1 0 0,1-1 1 0 0,-1 0-1 0 0,-28 13-3110 0 0,6-8 491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44 14867 0 0,'-1'-9'3044'0'0,"0"-11"-1348"0"0,4 6-5322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8 7738 0 0,'-47'-7'2207'0'0,"42"7"-2117"0"0,-1 0-1 0 0,0 1 1 0 0,0 0 0 0 0,1 0 0 0 0,-1 1 0 0 0,1-1 0 0 0,-1 1-1 0 0,1 1 1 0 0,0-1 0 0 0,0 1 0 0 0,0 0 0 0 0,0 0 0 0 0,0 0 0 0 0,0 0-1 0 0,1 1 1 0 0,0 0 0 0 0,0 0 0 0 0,0 0 0 0 0,0 1 0 0 0,0-1-1 0 0,-4 9 1 0 0,-35 65 1671 0 0,43-78-1725 0 0,-1 1 0 0 0,1-1 0 0 0,0 0 0 0 0,0 0 0 0 0,0 1 1 0 0,-1-1-1 0 0,1 0 0 0 0,0 0 0 0 0,0 1 0 0 0,0-1 0 0 0,0 0 1 0 0,0 1-1 0 0,0-1 0 0 0,0 0 0 0 0,-1 1 0 0 0,1-1 1 0 0,0 0-1 0 0,0 1 0 0 0,0-1 0 0 0,0 0 0 0 0,0 1 0 0 0,0-1 1 0 0,1 0-1 0 0,-1 1 0 0 0,0-1 0 0 0,0 0 0 0 0,0 0 0 0 0,0 1 1 0 0,0-1-1 0 0,0 0 0 0 0,1 1 0 0 0,-1-1 0 0 0,0 0 0 0 0,0 0 1 0 0,0 1-1 0 0,1-1 0 0 0,-1 0 0 0 0,0 0 0 0 0,0 1 0 0 0,1-1 1 0 0,-1 0-1 0 0,0 0 0 0 0,0 0 0 0 0,1 0 0 0 0,-1 1 1 0 0,1-1-1 0 0,-1 0-1 0 0,1 0 1 0 0,0 0-1 0 0,-1 0 0 0 0,1-1 1 0 0,0 1-1 0 0,-1 0 1 0 0,1 0-1 0 0,0 0 1 0 0,-1-1-1 0 0,1 1 0 0 0,-1 0 1 0 0,1-1-1 0 0,0 1 1 0 0,-1 0-1 0 0,1-1 1 0 0,-1 1-1 0 0,1-1 0 0 0,-1 1 1 0 0,1-1-1 0 0,-1 1 1 0 0,0-1-1 0 0,1 1 1 0 0,-1-1-1 0 0,1-1 0 0 0,6-10 71 0 0,-3 7-75 0 0,-1 0-1 0 0,0 0 0 0 0,0 0 0 0 0,-1-1 0 0 0,0 1 0 0 0,0-1 0 0 0,0 1 0 0 0,0-1 0 0 0,0-7 0 0 0,-2 12-33 0 0,0 1 0 0 0,-1 0 1 0 0,1-1-1 0 0,0 1 0 0 0,0 0 0 0 0,-1-1 0 0 0,1 1 0 0 0,0 0 0 0 0,-1-1 0 0 0,1 1 0 0 0,0 0 0 0 0,-1 0 0 0 0,1 0 1 0 0,0-1-1 0 0,-1 1 0 0 0,1 0 0 0 0,-1 0 0 0 0,1 0 0 0 0,0 0 0 0 0,-1 0 0 0 0,1 0 0 0 0,-1 0 0 0 0,1 0 1 0 0,-1 0-1 0 0,1 0 0 0 0,0 0 0 0 0,-1 0 0 0 0,1 0 0 0 0,-1 0 0 0 0,1 0 0 0 0,0 0 0 0 0,-1 0 0 0 0,1 1 0 0 0,-1-1 1 0 0,1 0-1 0 0,0 0 0 0 0,-1 0 0 0 0,1 1 0 0 0,-1-1 0 0 0,-17 10-3 0 0,13-4 9 0 0,0 0-1 0 0,1 1 1 0 0,0-1 0 0 0,0 1 0 0 0,1 0 0 0 0,0 0 0 0 0,-4 12 0 0 0,-11 23 6 0 0,15-25 49 0 0,4-12 222 0 0,6-12 183 0 0,-6 6-458 0 0,33-61 264 0 0,-31 55-184 0 0,0 0 1 0 0,0 0-1 0 0,-1-1 0 0 0,0 1 0 0 0,0-1 0 0 0,-1 1 0 0 0,1-13 0 0 0,-2 20-89 0 0,0-1 1 0 0,0 1-1 0 0,0 0 1 0 0,0 0-1 0 0,0 0 0 0 0,0 0 1 0 0,0 0-1 0 0,0-1 1 0 0,0 1-1 0 0,0 0 1 0 0,0 0-1 0 0,0 0 0 0 0,0 0 1 0 0,0 0-1 0 0,0 0 1 0 0,0-1-1 0 0,0 1 1 0 0,0 0-1 0 0,-1 0 0 0 0,1 0 1 0 0,0 0-1 0 0,0 0 1 0 0,0 0-1 0 0,0 0 1 0 0,0 0-1 0 0,0 0 0 0 0,-1 0 1 0 0,1 0-1 0 0,0-1 1 0 0,0 1-1 0 0,0 0 1 0 0,0 0-1 0 0,0 0 0 0 0,0 0 1 0 0,-1 0-1 0 0,1 0 1 0 0,0 0-1 0 0,0 0 1 0 0,0 0-1 0 0,0 0 0 0 0,0 0 1 0 0,-1 0-1 0 0,1 0 1 0 0,0 1-1 0 0,0-1 1 0 0,0 0-1 0 0,0 0 0 0 0,0 0 1 0 0,0 0-1 0 0,-1 0 1 0 0,1 0-1 0 0,0 0 0 0 0,0 0 1 0 0,0 0-1 0 0,0 0 1 0 0,0 0-1 0 0,0 1 1 0 0,0-1-1 0 0,-1 0 0 0 0,-7 9-368 0 0,-23 68-3222 0 0,29-73 3127 0 0,0 1 0 0 0,0-1 0 0 0,1 0 0 0 0,-1 1 0 0 0,1-1-1 0 0,0 1 1 0 0,-1 7 0 0 0,2 8-2817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59 5049 0 0,'-8'-23'4754'0'0,"2"-12"-1493"0"0,13 42-2985 0 0,12 24-103 0 0,-1 1 0 0 0,26 62-1 0 0,-37-76 55 0 0,-2 0 0 0 0,1 0-1 0 0,-2 1 1 0 0,-1 0-1 0 0,0-1 1 0 0,-1 1 0 0 0,-2 29-1 0 0,0-44-50 0 0,0 0 0 0 0,-1 0-1 0 0,0 1 1 0 0,0-1-1 0 0,0 0 1 0 0,-1 0 0 0 0,1 0-1 0 0,-4 6 1 0 0,4-9-115 0 0,1 0-1 0 0,-1 0 1 0 0,0 0 0 0 0,1 0-1 0 0,-1 0 1 0 0,0-1 0 0 0,1 1-1 0 0,-1 0 1 0 0,0 0 0 0 0,0-1 0 0 0,0 1-1 0 0,0 0 1 0 0,0-1 0 0 0,0 1-1 0 0,0-1 1 0 0,0 1 0 0 0,0-1-1 0 0,0 0 1 0 0,0 1 0 0 0,0-1-1 0 0,0 0 1 0 0,0 0 0 0 0,0 0-1 0 0,0 0 1 0 0,0 0 0 0 0,0 0 0 0 0,0 0-1 0 0,0 0 1 0 0,0 0 0 0 0,0 0-1 0 0,0 0 1 0 0,-1-1 0 0 0,1 1-1 0 0,0-1 1 0 0,0 1 0 0 0,0 0-1 0 0,1-1 1 0 0,-3-1 0 0 0,1 1-46 0 0,0-1-1 0 0,0 0 1 0 0,0 0 0 0 0,0-1 0 0 0,0 1 0 0 0,0 0 0 0 0,0-1-1 0 0,1 1 1 0 0,0-1 0 0 0,-1 1 0 0 0,1-1 0 0 0,-2-5-1 0 0,1 1 12 0 0,0 1-1 0 0,1-1 0 0 0,0 0 0 0 0,-1-9 1 0 0,2 6-22 0 0,0 0 1 0 0,1 0 0 0 0,0 0 0 0 0,1 0 0 0 0,0 0 0 0 0,0 0 0 0 0,1 1-1 0 0,1-1 1 0 0,0 1 0 0 0,0-1 0 0 0,0 1 0 0 0,1 1 0 0 0,12-17 0 0 0,-11 19-22 0 0,1 1 1 0 0,-1-1 0 0 0,1 2 0 0 0,0-1 0 0 0,1 0 0 0 0,-1 1 0 0 0,1 1-1 0 0,0-1 1 0 0,9-2 0 0 0,26-14-1564 0 0,-33 15 693 0 0,1 0 0 0 0,-1 0 0 0 0,1 1-1 0 0,19-5 1 0 0,-4 4-1939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128 242 9266 0 0,'-6'-17'1807'0'0,"1"-1"-1209"0"0,2-1 0 0 0,0 0-1 0 0,2 1 1 0 0,0-1 0 0 0,1-20 0 0 0,0 15 343 0 0,0 24-923 0 0,0-1 0 0 0,0 0 1 0 0,0 1-1 0 0,0-1 0 0 0,0 0 0 0 0,0 1 1 0 0,0-1-1 0 0,0 1 0 0 0,-1-1 1 0 0,1 0-1 0 0,0 1 0 0 0,-1-1 0 0 0,1 1 1 0 0,0-1-1 0 0,-1 1 0 0 0,1-1 1 0 0,-1 1-1 0 0,1-1 0 0 0,-1 1 0 0 0,1-1 1 0 0,-1 1-1 0 0,1-1 0 0 0,-1 1 1 0 0,1 0-1 0 0,-1-1 0 0 0,1 1 1 0 0,-1 0-1 0 0,0 0 0 0 0,1 0 0 0 0,-1-1 1 0 0,1 1-1 0 0,-1 0 0 0 0,0 0 1 0 0,1 0-1 0 0,-1 0 0 0 0,0 0 0 0 0,1 0 1 0 0,-1 0-1 0 0,0 0 0 0 0,1 0 1 0 0,-1 0-1 0 0,0 0 0 0 0,1 1 0 0 0,-1-1 1 0 0,1 0-1 0 0,-1 0 0 0 0,0 1 1 0 0,1-1-1 0 0,-2 1 0 0 0,-1 0-16 0 0,1 0-1 0 0,-1 0 1 0 0,0 1 0 0 0,1-1-1 0 0,-1 0 1 0 0,1 1-1 0 0,0 0 1 0 0,-1 0 0 0 0,1 0-1 0 0,-3 4 1 0 0,1 1 6 0 0,0 1 0 0 0,1 0-1 0 0,0 0 1 0 0,-3 11 0 0 0,4-10-13 0 0,0 0-1 0 0,-2 0 1 0 0,-7 16-1 0 0,9-22 9 0 0,0 1 0 0 0,0 0 0 0 0,0 0 0 0 0,1 0-1 0 0,-1 1 1 0 0,1-1 0 0 0,0 0 0 0 0,0 1 0 0 0,0-1 0 0 0,1 0-1 0 0,0 1 1 0 0,-1-1 0 0 0,1 1 0 0 0,1-1 0 0 0,-1 0 0 0 0,1 1 0 0 0,0-1-1 0 0,0 0 1 0 0,0 1 0 0 0,0-1 0 0 0,1 0 0 0 0,2 4 0 0 0,-2-6 11 0 0,0 0 1 0 0,0 0 0 0 0,1-1 0 0 0,-1 1-1 0 0,0-1 1 0 0,1 1 0 0 0,-1-1 0 0 0,1 0-1 0 0,-1 0 1 0 0,1 0 0 0 0,0 0 0 0 0,-1 0 0 0 0,1-1-1 0 0,0 1 1 0 0,0-1 0 0 0,0 0 0 0 0,4 0-1 0 0,18 4 151 0 0,1 6 4 0 0,-20-8-112 0 0,0 1-1 0 0,0-1 1 0 0,0 0 0 0 0,1 0 0 0 0,-1-1-1 0 0,1 0 1 0 0,-1 0 0 0 0,1 0 0 0 0,8-1-1 0 0,-6-1 45 0 0,-1-1 0 0 0,1 0-1 0 0,-1 0 1 0 0,0-1 0 0 0,0 0-1 0 0,0 0 1 0 0,10-7 0 0 0,-3 3 12 0 0,-13 5-97 0 0,1 1 0 0 0,-1-1 0 0 0,1 0-1 0 0,-1 0 1 0 0,0-1 0 0 0,0 1-1 0 0,0 0 1 0 0,0-1 0 0 0,-1 1 0 0 0,1-1-1 0 0,-1 1 1 0 0,1-1 0 0 0,-1 0 0 0 0,0 0-1 0 0,1-5 1 0 0,7-11 56 0 0,-7 13-46 0 0,0 0-1 0 0,0 0 0 0 0,0 0 1 0 0,0 0-1 0 0,-1 0 0 0 0,0-1 1 0 0,-1 1-1 0 0,1 0 0 0 0,-1-1 1 0 0,0 1-1 0 0,-1 0 0 0 0,-1-10 1 0 0,1 8-24 0 0,-1 0 0 0 0,0 0 0 0 0,-1 0 0 0 0,0 1 0 0 0,0-1 1 0 0,0 1-1 0 0,-1 0 0 0 0,0-1 0 0 0,-7-7 0 0 0,9 13-7 0 0,0 1 1 0 0,-1-1-1 0 0,1 0 0 0 0,0 1 1 0 0,-1 0-1 0 0,1-1 0 0 0,-1 1 1 0 0,0 0-1 0 0,-4-1 0 0 0,4 1-62 0 0,1 1 1 0 0,-1-1-1 0 0,1 0 1 0 0,0 1-1 0 0,0-1 0 0 0,-1 0 1 0 0,1-1-1 0 0,0 1 0 0 0,0 0 1 0 0,0-1-1 0 0,0 1 0 0 0,0-1 1 0 0,1 1-1 0 0,-4-5 0 0 0,11 5-246 0 0,166-19 234 0 0,-168 19 81 0 0,0 0 0 0 0,0 1 0 0 0,0 0 0 0 0,0-1 0 0 0,0 2-1 0 0,0-1 1 0 0,0 0 0 0 0,0 1 0 0 0,0-1 0 0 0,0 1 0 0 0,0 0 0 0 0,-1 1-1 0 0,1-1 1 0 0,4 3 0 0 0,-7-3 0 0 0,0 0 0 0 0,0 1-1 0 0,0-1 1 0 0,0 1 0 0 0,-1-1 0 0 0,1 1-1 0 0,0-1 1 0 0,-1 1 0 0 0,0-1 0 0 0,1 1-1 0 0,-1 0 1 0 0,0-1 0 0 0,0 1-1 0 0,0 2 1 0 0,4 14 24 0 0,2-2-14 0 0,0-5-1 0 0,-2 0-1 0 0,1 1 0 0 0,-1-1 1 0 0,-1 1-1 0 0,0 0 0 0 0,-1 0 1 0 0,1 23-1 0 0,-7 55 244 0 0,-34 176 0 0 0,23-181-181 0 0,4-12-1785 0 0,-1-90-7454 0 0,8-27 7701 0 0,1 1 0 0 0,7-77 0 0 0,24-90 5580 0 0,-26 198-3636 0 0,1 0 1 0 0,0 1-1 0 0,1-1 1 0 0,0 1-1 0 0,1 0 1 0 0,0 0-1 0 0,1 0 1 0 0,0 0-1 0 0,0 1 1 0 0,12-13-1 0 0,-14 20-339 0 0,0 0 0 0 0,0 0-1 0 0,1 1 1 0 0,-1-1-1 0 0,1 1 1 0 0,0 0-1 0 0,0 0 1 0 0,-1 0-1 0 0,1 1 1 0 0,1 0 0 0 0,6-1-1 0 0,-5 1-7 0 0,1-1 0 0 0,-1 0 0 0 0,0-1-1 0 0,8-3 1 0 0,-11 4-60 0 0,1 0 1 0 0,-1 1-1 0 0,1-1 0 0 0,-1 1 0 0 0,1 0 0 0 0,-1 0 0 0 0,1 0 1 0 0,0 1-1 0 0,0-1 0 0 0,-1 1 0 0 0,1 0 0 0 0,0 1 0 0 0,-1-1 0 0 0,1 1 1 0 0,0 0-1 0 0,-1 0 0 0 0,8 3 0 0 0,-10-4-37 0 0,0 1 0 0 0,0 0-1 0 0,0 1 1 0 0,0-1 0 0 0,-1 0 0 0 0,1 1-1 0 0,0-1 1 0 0,0 1 0 0 0,-1-1 0 0 0,1 1-1 0 0,-1 0 1 0 0,1-1 0 0 0,-1 1 0 0 0,0 0-1 0 0,0 0 1 0 0,0 0 0 0 0,0 0 0 0 0,0 0-1 0 0,0 1 1 0 0,-1-1 0 0 0,1 0 0 0 0,-1 0-1 0 0,1 0 1 0 0,-1 1 0 0 0,0-1 0 0 0,0 0-1 0 0,0 0 1 0 0,0 1 0 0 0,0-1 0 0 0,0 0-1 0 0,-1 1 1 0 0,1-1 0 0 0,-1 0-1 0 0,1 0 1 0 0,-1 0 0 0 0,0 0 0 0 0,-2 3-1 0 0,1 0-14 0 0,0 0 0 0 0,0-1-1 0 0,-1 0 1 0 0,1 1 0 0 0,-1-1-1 0 0,0 0 1 0 0,0 0 0 0 0,-1-1-1 0 0,1 1 1 0 0,-1-1-1 0 0,0 1 1 0 0,0-1 0 0 0,0 0-1 0 0,-5 2 1 0 0,2 0-2 0 0,-83 64-454 0 0,34-20-3951 0 0,45-39 1969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0 479 11042 0 0,'0'0'847'0'0,"14"-10"2659"0"0,16-8-3016 0 0,109-66 593 0 0,-130 78-1016 0 0,-7 5-35 0 0,1-1 1 0 0,-1 1 0 0 0,1-1-1 0 0,-1 1 1 0 0,0-1 0 0 0,0 0-1 0 0,1 0 1 0 0,-1 0 0 0 0,-1 0-1 0 0,1 0 1 0 0,0 0 0 0 0,0-1-1 0 0,-1 1 1 0 0,0-1-1 0 0,1 1 1 0 0,-1-1 0 0 0,0 1-1 0 0,0-1 1 0 0,0 0 0 0 0,-1 0-1 0 0,2-3 1 0 0,2-7 201 0 0,2-9 139 0 0,-6 21-369 0 0,0 1-1 0 0,0-1 1 0 0,0 1 0 0 0,0-1-1 0 0,0 1 1 0 0,0-1 0 0 0,0 1-1 0 0,0-1 1 0 0,-1 1 0 0 0,1-1-1 0 0,0 1 1 0 0,0-1 0 0 0,-1 1-1 0 0,1-1 1 0 0,0 1 0 0 0,0-1 0 0 0,-1 1-1 0 0,1 0 1 0 0,-1-1 0 0 0,1 1-1 0 0,0-1 1 0 0,-1 1 0 0 0,1 0-1 0 0,-1 0 1 0 0,1-1 0 0 0,-1 1-1 0 0,1 0 1 0 0,-1 0 0 0 0,1-1-1 0 0,-1 1 1 0 0,1 0 0 0 0,-1 0 0 0 0,1 0-1 0 0,-1 0 1 0 0,1 0 0 0 0,-1 0-1 0 0,0 0 1 0 0,-4 0-3 0 0,-1 0 1 0 0,1 0 0 0 0,-1 0-1 0 0,0 1 1 0 0,1 0-1 0 0,-1 0 1 0 0,1 1-1 0 0,0-1 1 0 0,-1 1-1 0 0,1 1 1 0 0,0-1-1 0 0,-5 3 1 0 0,-26 11 18 0 0,31-14-20 0 0,0 0 0 0 0,1 1 1 0 0,-1-1-1 0 0,0 1 0 0 0,1 0 1 0 0,0 1-1 0 0,0-1 0 0 0,0 1 0 0 0,0 0 1 0 0,0 0-1 0 0,1 0 0 0 0,-5 8 0 0 0,3-5 2 0 0,0 1 0 0 0,1 0 0 0 0,1 0-1 0 0,-1 0 1 0 0,1 1 0 0 0,0-1 0 0 0,-1 12-1 0 0,-8 14-7 0 0,10-32 2 0 0,1 1 1 0 0,-1-1 0 0 0,1 1-1 0 0,0 0 1 0 0,-1 0 0 0 0,2-1-1 0 0,-1 1 1 0 0,0 0 0 0 0,0 0-1 0 0,1 0 1 0 0,0 0 0 0 0,-1 0-1 0 0,1 0 1 0 0,0 0 0 0 0,1 0-1 0 0,-1 0 1 0 0,0 0 0 0 0,1 0-1 0 0,0 0 1 0 0,0 0 0 0 0,0 0-1 0 0,0-1 1 0 0,2 5 0 0 0,-3-6-1 0 0,1 0 0 0 0,0 0 0 0 0,0-1 0 0 0,0 1 0 0 0,-1 0 0 0 0,1 0 1 0 0,0-1-1 0 0,0 1 0 0 0,0 0 0 0 0,0-1 0 0 0,0 1 0 0 0,0-1 0 0 0,0 0 1 0 0,1 1-1 0 0,-1-1 0 0 0,0 0 0 0 0,0 1 0 0 0,0-1 0 0 0,0 0 0 0 0,2 0 1 0 0,12 3-66 0 0,5 7 1 0 0,-13-7 49 0 0,0 0-1 0 0,0 0 0 0 0,0 0 0 0 0,0-1 0 0 0,1 0 0 0 0,-1 0 0 0 0,15 0 1 0 0,-1-2-6 0 0,0-2 1 0 0,0-1-1 0 0,0 0 1 0 0,34-11-1 0 0,30-5 104 0 0,-84 19-59 0 0,1 0 0 0 0,-1-1 0 0 0,1 0 0 0 0,-1 1 0 0 0,0-1 0 0 0,1 0 0 0 0,-1 0 0 0 0,0 1 1 0 0,0-1-1 0 0,0 0 0 0 0,0 0 0 0 0,1 0 0 0 0,-1-1 0 0 0,0 1 0 0 0,-1 0 0 0 0,1 0 1 0 0,0-1-1 0 0,0 1 0 0 0,0 0 0 0 0,-1-1 0 0 0,1 1 0 0 0,-1 0 0 0 0,1-1 0 0 0,-1 1 0 0 0,0-1 1 0 0,1 1-1 0 0,-1-1 0 0 0,0-1 0 0 0,1-8 32 0 0,0-1 0 0 0,-2-20 0 0 0,1 16 62 0 0,0 13-115 0 0,-1-2-4 0 0,1-1 1 0 0,0 1-1 0 0,0 0 0 0 0,1-1 0 0 0,-1 1 1 0 0,1-1-1 0 0,1 1 0 0 0,-1 0 0 0 0,1 0 1 0 0,-1-1-1 0 0,2 1 0 0 0,2-5 0 0 0,-4 9 3 0 0,0 0-1 0 0,0 0 0 0 0,0 0 0 0 0,0 1 0 0 0,0-1 0 0 0,0 0 1 0 0,0 1-1 0 0,0-1 0 0 0,0 1 0 0 0,1-1 0 0 0,-1 1 1 0 0,0 0-1 0 0,0 0 0 0 0,1-1 0 0 0,-1 1 0 0 0,0 0 0 0 0,3 0 1 0 0,10-3-12 0 0,9-6-15 0 0,-15 5 23 0 0,1 0 0 0 0,0 0 0 0 0,0 1 0 0 0,0 1 0 0 0,0 0 0 0 0,1 0 0 0 0,13-1 0 0 0,282 3 294 0 0,-305 0-286 0 0,0 0 0 0 0,0 0 0 0 0,0 0 0 0 0,0 0 0 0 0,0 0 1 0 0,0 0-1 0 0,0 0 0 0 0,0 0 0 0 0,0 0 0 0 0,0 0 0 0 0,0 0 0 0 0,0 0 0 0 0,-1 0 0 0 0,1-1 0 0 0,0 1 0 0 0,0 0 0 0 0,0 0 1 0 0,0 0-1 0 0,0 0 0 0 0,0 0 0 0 0,0 0 0 0 0,0 0 0 0 0,0 0 0 0 0,0 0 0 0 0,0 0 0 0 0,0 0 0 0 0,0 0 0 0 0,0 0 0 0 0,0 0 0 0 0,0 0 1 0 0,0 0-1 0 0,0 0 0 0 0,0 0 0 0 0,0-1 0 0 0,0 1 0 0 0,0 0 0 0 0,0 0 0 0 0,0 0 0 0 0,0 0 0 0 0,0 0 0 0 0,0 0 0 0 0,0 0 1 0 0,0 0-1 0 0,0 0 0 0 0,0 0 0 0 0,0 0 0 0 0,1 0 0 0 0,-1 0 0 0 0,0 0 0 0 0,0 0 0 0 0,0 0 0 0 0,0 0 0 0 0,0 0 0 0 0,-10-3-25 0 0,0 4 25 0 0,0 0 0 0 0,0 0 0 0 0,1 1 0 0 0,-1 0 0 0 0,0 1 0 0 0,1 0-1 0 0,0 0 1 0 0,0 1 0 0 0,-16 9 0 0 0,5-4-9 0 0,16-7 5 0 0,1-1 0 0 0,0 0-1 0 0,1 0 1 0 0,-1 1 0 0 0,0 0 0 0 0,0-1 0 0 0,1 1 0 0 0,-1 0 0 0 0,1 0 0 0 0,-5 5-1 0 0,-8 13 9 0 0,-1 1-9 0 0,1 1-1 0 0,-13 24 0 0 0,27-46 6 0 0,1 1-1 0 0,-1 0 1 0 0,1-1 0 0 0,0 1-1 0 0,-1 0 1 0 0,1-1-1 0 0,0 1 1 0 0,0 0 0 0 0,0-1-1 0 0,-1 1 1 0 0,1 0-1 0 0,0 0 1 0 0,0-1 0 0 0,0 1-1 0 0,0 0 1 0 0,0 0 0 0 0,0-1-1 0 0,0 1 1 0 0,0 0-1 0 0,1 0 1 0 0,-1-1 0 0 0,0 1-1 0 0,0 0 1 0 0,1 0 0 0 0,-1-1-1 0 0,0 1 1 0 0,1-1-1 0 0,0 2 1 0 0,0-1 2 0 0,0 0-1 0 0,0-1 1 0 0,1 1-1 0 0,-1 0 1 0 0,0-1 0 0 0,1 1-1 0 0,-1-1 1 0 0,0 1-1 0 0,1-1 1 0 0,-1 0 0 0 0,0 0-1 0 0,1 1 1 0 0,2-1 0 0 0,3 0 14 0 0,0-1 1 0 0,0 1 0 0 0,0-1 0 0 0,0-1 0 0 0,7-1 0 0 0,-4 0 2 0 0,1-1 1 0 0,-1 0 0 0 0,0 0-1 0 0,0-1 1 0 0,-1-1 0 0 0,0 1-1 0 0,1-2 1 0 0,12-11-1 0 0,54-55 112 0 0,-76 72-133 0 0,1 1 0 0 0,-1-1 0 0 0,0 1 0 0 0,1-1 0 0 0,-1 1 0 0 0,1-1 0 0 0,-1 1 0 0 0,1 0 0 0 0,-1-1 0 0 0,1 1 0 0 0,-1 0 0 0 0,1-1 1 0 0,0 1-1 0 0,-1 0 0 0 0,1 0 0 0 0,-1-1 0 0 0,1 1 0 0 0,0 0 0 0 0,-1 0 0 0 0,1 0 0 0 0,0 0 0 0 0,-1 0 0 0 0,1 0 0 0 0,0 0 0 0 0,-1 0 1 0 0,1 0-1 0 0,-1 0 0 0 0,1 0 0 0 0,0 0 0 0 0,-1 0 0 0 0,1 1 0 0 0,0-1 0 0 0,-1 0 0 0 0,1 0 0 0 0,-1 1 0 0 0,1-1 0 0 0,-1 1 0 0 0,1-1 1 0 0,-1 0-1 0 0,1 1 0 0 0,-1-1 0 0 0,1 1 0 0 0,-1-1 0 0 0,1 1 0 0 0,-1-1 0 0 0,0 1 0 0 0,1-1 0 0 0,-1 1 0 0 0,0 0 0 0 0,1-1 1 0 0,-1 1-1 0 0,0-1 0 0 0,0 1 0 0 0,0 0 0 0 0,0-1 0 0 0,1 2 0 0 0,0 5 6 0 0,1 1 0 0 0,-1 0 0 0 0,0 14 1 0 0,0-12-52 0 0,0-3-195 0 0,0 1 1 0 0,1 0-1 0 0,0-1 1 0 0,1 0 0 0 0,4 11-1 0 0,-5-16 119 0 0,0 0 1 0 0,0 0-1 0 0,1-1 0 0 0,-1 1 0 0 0,0-1 0 0 0,0 0 0 0 0,1 0 0 0 0,-1 1 1 0 0,1-1-1 0 0,2 0 0 0 0,7 4-174 0 0,-6-2 127 0 0,0-1-1 0 0,0 0 1 0 0,1 0 0 0 0,-1 0-1 0 0,1-1 1 0 0,-1 0-1 0 0,1 0 1 0 0,-1-1 0 0 0,1 0-1 0 0,0 0 1 0 0,-1 0 0 0 0,1-1-1 0 0,-1 0 1 0 0,1 0 0 0 0,12-5-1 0 0,2-1-246 0 0,0-1-1 0 0,-1-1 1 0 0,26-15-1 0 0,-26 14 170 0 0,-18 10 224 0 0,0-1 0 0 0,0 0 0 0 0,0 0 0 0 0,0 0 0 0 0,0 0 0 0 0,0 0 0 0 0,0 0-1 0 0,0 0 1 0 0,-1-1 0 0 0,1 1 0 0 0,0-1 0 0 0,-1 1 0 0 0,1-1 0 0 0,-1 0 0 0 0,0 1 0 0 0,2-3 0 0 0,7-18 99 0 0,-1-1 1 0 0,0 0 0 0 0,-2-1-1 0 0,-1 1 1 0 0,0-1 0 0 0,-2-1-1 0 0,-1 1 1 0 0,0-33 0 0 0,-1 46 122 0 0,0 0 1 0 0,0-1 0 0 0,1 1-1 0 0,1 0 1 0 0,7-17 0 0 0,-6 18 349 0 0,-1 0 1 0 0,0 0 0 0 0,-1 0-1 0 0,0-1 1 0 0,-1 1 0 0 0,0-1-1 0 0,0-13 1 0 0,-3 21-353 0 0,-3 7-81 0 0,-2 9 0 0 0,-37 153 600 0 0,2-6-443 0 0,25-111-519 0 0,-17 59 26 0 0,30-93-1937 0 0,1 1-1 0 0,-1 28 0 0 0,3-39-1438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5 161 11570 0 0,'-5'0'1311'0'0,"71"2"-519"0"0,-37 0-575 0 0,0-2-1 0 0,0 0 0 0 0,36-7 0 0 0,-56 5-171 0 0,7 0 63 0 0,0 0 0 0 0,0-2-1 0 0,-1 0 1 0 0,1-1 0 0 0,-1-1 0 0 0,27-13 0 0 0,-37 13 68 0 0,-1-1 0 0 0,0 1 0 0 0,-1-1 0 0 0,1 1 0 0 0,3-14 0 0 0,-6 18-114 0 0,0-1 1 0 0,0 1-1 0 0,0 0 0 0 0,-1-1 0 0 0,1 1 0 0 0,-1-1 1 0 0,0 1-1 0 0,0-1 0 0 0,0 1 0 0 0,0-1 0 0 0,0 1 1 0 0,0-1-1 0 0,-1 1 0 0 0,1 0 0 0 0,-1-1 1 0 0,0 1-1 0 0,-1-4 0 0 0,1 5-53 0 0,0 0 1 0 0,0-1-1 0 0,0 1 0 0 0,0 0 0 0 0,0 0 1 0 0,0 1-1 0 0,0-1 0 0 0,0 0 1 0 0,0 0-1 0 0,0 0 0 0 0,0 1 1 0 0,-1-1-1 0 0,1 1 0 0 0,0-1 1 0 0,-1 1-1 0 0,1-1 0 0 0,0 1 1 0 0,-1 0-1 0 0,1 0 0 0 0,-1 0 0 0 0,1 0 1 0 0,0 0-1 0 0,-1 0 0 0 0,1 0 1 0 0,0 0-1 0 0,-1 0 0 0 0,1 0 1 0 0,-1 1-1 0 0,1-1 0 0 0,0 1 1 0 0,0-1-1 0 0,-3 2 0 0 0,0 0-7 0 0,0 0 0 0 0,1 0 0 0 0,-1 0 0 0 0,0 1 0 0 0,1-1 0 0 0,0 1 0 0 0,-1 0 0 0 0,1 0 0 0 0,0 0 0 0 0,1 1 0 0 0,-1-1 0 0 0,1 1 0 0 0,-4 4 0 0 0,-2 8 7 0 0,-13 31 0 0 0,18-39-10 0 0,-11 33 10 0 0,11-30-11 0 0,0-1 1 0 0,-1 1-1 0 0,-7 14 0 0 0,9-22 3 0 0,0 0 1 0 0,0 1-1 0 0,1-1 0 0 0,-1 1 1 0 0,1-1-1 0 0,0 1 0 0 0,0-1 1 0 0,0 1-1 0 0,1 0 0 0 0,-1-1 1 0 0,1 1-1 0 0,0 0 0 0 0,0-1 1 0 0,0 1-1 0 0,1 0 0 0 0,-1-1 1 0 0,1 1-1 0 0,0 0 0 0 0,0-1 1 0 0,2 6-1 0 0,-1-6 5 0 0,-1-1 0 0 0,1 1 0 0 0,0 0 0 0 0,0-1 0 0 0,0 0 0 0 0,1 0 0 0 0,-1 1 0 0 0,1-1 0 0 0,-1-1 0 0 0,1 1 0 0 0,-1 0 0 0 0,1 0 0 0 0,0-1 0 0 0,0 0 0 0 0,0 0 0 0 0,0 0 0 0 0,0 0 0 0 0,0 0 0 0 0,0 0 0 0 0,0-1 0 0 0,0 1 0 0 0,0-1 0 0 0,1 0 0 0 0,2 0 1 0 0,1-1 7 0 0,-1 1 0 0 0,0-2 1 0 0,0 1-1 0 0,0 0 0 0 0,0-1 1 0 0,0 0-1 0 0,-1-1 1 0 0,8-3-1 0 0,18-7 57 0 0,-18 8-45 0 0,0 0 0 0 0,-1-1 0 0 0,1 0 1 0 0,-1-1-1 0 0,13-10 0 0 0,55-47 58 0 0,-28 21-77 0 0,-14 11-6 0 0,31-22 1 0 0,-61 49-3 0 0,0 0-1 0 0,1 0 1 0 0,-1 1-1 0 0,1 0 1 0 0,0 0-1 0 0,16-4 1 0 0,-8 1-39 0 0,-14 5 34 0 0,0 1 1 0 0,0-1-1 0 0,1 1 0 0 0,-1-1 1 0 0,1 1-1 0 0,4-1 1 0 0,-8 2 7 0 0,1 0 0 0 0,0 0 1 0 0,0 0-1 0 0,0 1 0 0 0,-1-1 1 0 0,1 0-1 0 0,0 0 0 0 0,0 0 1 0 0,-1 0-1 0 0,1 1 1 0 0,0-1-1 0 0,-1 0 0 0 0,1 1 1 0 0,0-1-1 0 0,-1 0 0 0 0,1 1 1 0 0,0-1-1 0 0,-1 1 0 0 0,1-1 1 0 0,-1 1-1 0 0,1 0 0 0 0,-1-1 1 0 0,1 1-1 0 0,-1-1 0 0 0,0 1 1 0 0,1 0-1 0 0,-1-1 0 0 0,1 1 1 0 0,-1 0-1 0 0,0 0 1 0 0,0-1-1 0 0,0 1 0 0 0,1 0 1 0 0,-1-1-1 0 0,0 2 0 0 0,4 18 30 0 0,-3-13-25 0 0,0-1 1 0 0,0 0 0 0 0,1 0 0 0 0,0 0-1 0 0,0 0 1 0 0,4 8 0 0 0,-2-7 41 0 0,-1-1 1 0 0,0 1-1 0 0,0 0 1 0 0,0 1 0 0 0,-1-1-1 0 0,0 0 1 0 0,-1 1-1 0 0,0 0 1 0 0,0-1-1 0 0,0 13 1 0 0,-1-17-27 0 0,0 0 0 0 0,0-1-1 0 0,-1 1 1 0 0,1 0 0 0 0,-1 0 0 0 0,1 0 0 0 0,-1 0-1 0 0,0-1 1 0 0,0 1 0 0 0,0 0 0 0 0,-1-1 0 0 0,1 1-1 0 0,-1-1 1 0 0,1 1 0 0 0,-1-1 0 0 0,0 0 0 0 0,0 1-1 0 0,0-1 1 0 0,0 0 0 0 0,0 0 0 0 0,0-1 0 0 0,-1 1-1 0 0,1 0 1 0 0,-1-1 0 0 0,1 1 0 0 0,-1-1 0 0 0,1 0-1 0 0,-1 0 1 0 0,0 0 0 0 0,-3 1 0 0 0,-7 1-33 0 0,3-2-81 0 0,1 2 0 0 0,0-1 0 0 0,-17 8 0 0 0,17-6-713 0 0,0-1-1 0 0,0 0 0 0 0,-1 0 0 0 0,-17 1 0 0 0,-8 0-3026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193 447 3057 0 0,'0'0'2563'0'0,"6"-10"2157"0"0,5-11-2243 0 0,-10-2-1280 0 0,0 19-1004 0 0,0-1 0 0 0,0 1 0 0 0,-1-1 0 0 0,0 1 0 0 0,0-1-1 0 0,0 0 1 0 0,-1 1 0 0 0,1-1 0 0 0,-1 1 0 0 0,0-1 0 0 0,-3-6 0 0 0,3 10-163 0 0,-1 0 0 0 0,1-1 0 0 0,0 2 0 0 0,-1-1 0 0 0,1 0 0 0 0,0 0 0 0 0,-1 0 0 0 0,1 1 0 0 0,-1-1 0 0 0,0 1 0 0 0,1-1 0 0 0,-1 1 0 0 0,1-1 0 0 0,-1 1-1 0 0,0 0 1 0 0,1 0 0 0 0,-1 0 0 0 0,1 0 0 0 0,-4 0 0 0 0,1 1-10 0 0,-1-1 1 0 0,1 1-1 0 0,-1 0 0 0 0,1 0 0 0 0,0 0 0 0 0,-5 2 0 0 0,3-1-16 0 0,0 1 0 0 0,0-1 0 0 0,1 2 0 0 0,-1-1-1 0 0,1 0 1 0 0,0 1 0 0 0,-1 0 0 0 0,2 0 0 0 0,-1 1 0 0 0,1-1 0 0 0,-8 10 0 0 0,-7 15 37 0 0,11-17-40 0 0,0 1 0 0 0,0-1 0 0 0,2 1 0 0 0,-1 0 1 0 0,-4 15-1 0 0,11-27 4 0 0,-1 0 1 0 0,1 1 0 0 0,0-1-1 0 0,-1 0 1 0 0,1 1 0 0 0,0-1-1 0 0,0 1 1 0 0,0-1 0 0 0,0 1 0 0 0,0-1-1 0 0,0 0 1 0 0,1 1 0 0 0,-1-1-1 0 0,0 1 1 0 0,1-1 0 0 0,-1 0-1 0 0,1 1 1 0 0,-1-1 0 0 0,1 0-1 0 0,0 1 1 0 0,0-1 0 0 0,-1 0 0 0 0,1 0-1 0 0,2 2 1 0 0,-1-1 6 0 0,0-1 1 0 0,1 1-1 0 0,-1-1 1 0 0,1 1-1 0 0,-1-1 1 0 0,1 0-1 0 0,0 0 1 0 0,0 0-1 0 0,-1-1 1 0 0,1 1-1 0 0,5 0 1 0 0,2-1 20 0 0,0 1 0 0 0,1-1 1 0 0,-1-1-1 0 0,0 0 0 0 0,0-1 1 0 0,13-3-1 0 0,-8-1 40 0 0,-1 0 0 0 0,1-1 0 0 0,23-15 0 0 0,12-6 101 0 0,-46 25-148 0 0,0 1 1 0 0,-1-1 0 0 0,1 0 0 0 0,0 0 0 0 0,-1 0 0 0 0,0-1 0 0 0,0 1 0 0 0,0-1 0 0 0,0 0 0 0 0,-1 0 0 0 0,1 0 0 0 0,-1 0 0 0 0,2-5 0 0 0,-1 3 131 0 0,1-1 0 0 0,-1 2 0 0 0,1-1 0 0 0,8-9-1 0 0,-12 15-156 0 0,0 0 0 0 0,1 0 0 0 0,-1 1 0 0 0,0-1 0 0 0,0 0 0 0 0,1 0 0 0 0,-1 1 0 0 0,0-1 0 0 0,0 0 0 0 0,0 1 0 0 0,0-1 0 0 0,0 0 0 0 0,1 0 0 0 0,-1 1 0 0 0,0-1 0 0 0,0 0 0 0 0,0 1 0 0 0,0-1 0 0 0,0 0 0 0 0,0 1 0 0 0,0-1 0 0 0,0 0 0 0 0,0 1 0 0 0,0-1 0 0 0,0 0-1 0 0,0 1 1 0 0,0-1 0 0 0,-1 0 0 0 0,1 1 0 0 0,0-1 0 0 0,0 0 0 0 0,0 1 0 0 0,-2 15 14 0 0,-7 25-1 0 0,-5 45-41 0 0,13-77 35 0 0,1 0 0 0 0,0 1 0 0 0,1-1 0 0 0,0 0 0 0 0,0 0 0 0 0,1 0 0 0 0,3 12 0 0 0,-4-20-15 0 0,0 1 0 0 0,1 0 0 0 0,-1 0 0 0 0,0-1-1 0 0,1 1 1 0 0,-1 0 0 0 0,1-1 0 0 0,0 0 0 0 0,0 1 0 0 0,-1-1 0 0 0,1 0 0 0 0,0 0 0 0 0,0 0 0 0 0,3 1 0 0 0,30 10 41 0 0,-29-11-37 0 0,1-1 0 0 0,0 1 0 0 0,0-1 0 0 0,0 0 0 0 0,-1-1 0 0 0,1 0 0 0 0,0 0 0 0 0,0 0 0 0 0,-1-1 0 0 0,1 0 0 0 0,-1 0 0 0 0,1-1 0 0 0,10-5 0 0 0,5-2 15 0 0,-18 8-19 0 0,0 1 1 0 0,0-1-1 0 0,0 0 0 0 0,0 0 0 0 0,-1 0 0 0 0,1-1 1 0 0,-1 1-1 0 0,6-5 0 0 0,5-9-12 0 0,-1-1 0 0 0,0 0 1 0 0,-2 0-1 0 0,0-1 0 0 0,0-1 0 0 0,-2 0 0 0 0,11-29 0 0 0,34-148-175 0 0,-35 115 167 0 0,-9 45 19 0 0,-3 13 5 0 0,5-34 1 0 0,-11 54 34 0 0,-1 0 1 0 0,1 0 0 0 0,0 1 0 0 0,0-1-1 0 0,0 1 1 0 0,1-1 0 0 0,-1 1 0 0 0,1-1-1 0 0,-1 1 1 0 0,1 0 0 0 0,0-1-1 0 0,3-2 1 0 0,-4 7-34 0 0,0 0 0 0 0,0 0 0 0 0,-1 0 0 0 0,1 1 0 0 0,-1-1 0 0 0,0 0 0 0 0,0 0 0 0 0,1 5 0 0 0,-15 253 70 0 0,6-184 35 0 0,4 152 0 0 0,4-218-127 0 0,1 2-31 0 0,0-1 0 0 0,0 0 0 0 0,1 0 1 0 0,0 1-1 0 0,1-1 0 0 0,5 14 0 0 0,-8-25-41 0 0,0 1 1 0 0,1 0-1 0 0,-1-1 1 0 0,0 1-1 0 0,0-1 0 0 0,1 1 1 0 0,-1-1-1 0 0,0 1 0 0 0,1 0 1 0 0,-1-1-1 0 0,0 1 0 0 0,1-1 1 0 0,-1 0-1 0 0,1 1 1 0 0,-1-1-1 0 0,1 1 0 0 0,-1-1 1 0 0,1 0-1 0 0,-1 1 0 0 0,1-1 1 0 0,-1 0-1 0 0,1 1 0 0 0,0-1 1 0 0,-1 0-1 0 0,1 0 1 0 0,0 0-1 0 0,-1 1 0 0 0,1-1 1 0 0,-1 0-1 0 0,1 0 0 0 0,0 0 1 0 0,-1 0-1 0 0,1 0 0 0 0,0 0 1 0 0,-1-1-1 0 0,1 1 1 0 0,0 0-1 0 0,-1 0 0 0 0,1 0 1 0 0,-1 0-1 0 0,2-1 0 0 0,-1 0-97 0 0,0 0 0 0 0,0 0 0 0 0,0 0-1 0 0,0 0 1 0 0,0 0 0 0 0,0 0 0 0 0,0 0-1 0 0,-1 0 1 0 0,1-1 0 0 0,0 1 0 0 0,0 0 0 0 0,-1-1-1 0 0,1 1 1 0 0,-1 0 0 0 0,0-1 0 0 0,1 1-1 0 0,-1-2 1 0 0,1-1-198 0 0,-1 0 1 0 0,1 0-1 0 0,0 0 0 0 0,1 0 1 0 0,-1 0-1 0 0,1 0 0 0 0,-1 1 0 0 0,4-6 1 0 0,5-9-2152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51 9226 0 0,'-17'0'3809'0'0,"-1"1"-1265"0"0,32-2-2414 0 0,99-11-57 0 0,-7-1 15 0 0,42 7 971 0 0,-146 6-972 0 0,-1 0 1 0 0,0 0-1 0 0,0-1 1 0 0,0 1-1 0 0,1-1 1 0 0,-1 1-1 0 0,0-1 1 0 0,0 1-1 0 0,0-1 1 0 0,0 0-1 0 0,0 1 1 0 0,0-1-1 0 0,0 0 1 0 0,1-1-1 0 0,3-9-2427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65 64 0 0,'0'-6'9983'0'0,"-3"-16"-5568"0"0,-3 113-1881 0 0,14 408-606 0 0,-6-498-1617 0 0,3-5-146 0 0,3-6-85 0 0,24-49-29 0 0,-3-2 1 0 0,25-71-1 0 0,19-43 122 0 0,-52 133-94 0 0,-10 24 38 0 0,-2 0-1 0 0,0-1 1 0 0,-1 0 0 0 0,6-27 0 0 0,-12 31-242 0 0,-2 5-4526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54 9618 0 0,'-1'-1'199'0'0,"0"0"-1"0"0,0 0 1 0 0,0 0 0 0 0,0 0 0 0 0,0 0-1 0 0,0 0 1 0 0,0 0 0 0 0,-1 0-1 0 0,1 1 1 0 0,0-1 0 0 0,-1 1-1 0 0,1-1 1 0 0,0 1 0 0 0,-1-1 0 0 0,1 1-1 0 0,0-1 1 0 0,-1 1 0 0 0,1 0-1 0 0,-4 0 1 0 0,4 0-185 0 0,0 1 0 0 0,0 0 0 0 0,-1-1-1 0 0,1 1 1 0 0,0 0 0 0 0,0-1 0 0 0,0 1 0 0 0,0 0 0 0 0,0 0 0 0 0,0 0-1 0 0,0 0 1 0 0,0 0 0 0 0,0 0 0 0 0,0 0 0 0 0,1 0 0 0 0,-1 1 0 0 0,0-1-1 0 0,1 0 1 0 0,-1 0 0 0 0,0 3 0 0 0,-44 129 1288 0 0,-6 16 862 0 0,40-132-1952 0 0,10-16-200 0 0,1-1 0 0 0,0 1 0 0 0,0-1 0 0 0,0 1 0 0 0,0-1 0 0 0,-1 0 1 0 0,1 1-1 0 0,0-1 0 0 0,-1 1 0 0 0,1-1 0 0 0,0 0 0 0 0,0 1 0 0 0,-1-1 1 0 0,1 0-1 0 0,-1 1 0 0 0,1-1 0 0 0,0 0 0 0 0,-1 1 0 0 0,1-1 0 0 0,-1 0 1 0 0,1 0-1 0 0,-1 0 0 0 0,1 1 0 0 0,-1-1 0 0 0,1 0 0 0 0,0 0 0 0 0,-1 0 1 0 0,1 0-1 0 0,-1 0 0 0 0,1 0 0 0 0,-2 0 0 0 0,2-3-11 0 0,0 0 0 0 0,0 0-1 0 0,0-1 1 0 0,0 1 0 0 0,0 0 0 0 0,1 0-1 0 0,-1 0 1 0 0,1 0 0 0 0,0 0 0 0 0,0 0-1 0 0,2-4 1 0 0,-1-1 9 0 0,16-59 49 0 0,3 0-1 0 0,44-95 1 0 0,-64 160-61 0 0,0 1 1 0 0,0-1-1 0 0,0 0 1 0 0,0 1-1 0 0,1-1 1 0 0,-1 0-1 0 0,1 1 1 0 0,-1 0-1 0 0,1-1 1 0 0,0 1-1 0 0,0 0 1 0 0,-1 0-1 0 0,1 0 0 0 0,0 0 1 0 0,0 0-1 0 0,0 0 1 0 0,0 1-1 0 0,0-1 1 0 0,0 1-1 0 0,0-1 1 0 0,0 1-1 0 0,0 0 1 0 0,1 0-1 0 0,-1-1 1 0 0,0 2-1 0 0,0-1 1 0 0,0 0-1 0 0,0 0 0 0 0,0 1 1 0 0,0-1-1 0 0,0 1 1 0 0,0-1-1 0 0,2 2 1 0 0,0-1 0 0 0,0 1 1 0 0,0 0-1 0 0,0 0 0 0 0,0 0 1 0 0,-1 0-1 0 0,1 0 1 0 0,-1 1-1 0 0,0-1 1 0 0,1 1-1 0 0,-1 0 0 0 0,0 0 1 0 0,0 0-1 0 0,-1 0 1 0 0,1 1-1 0 0,3 5 1 0 0,6 18 19 0 0,-6-15-2 0 0,0 1 1 0 0,-1 0-1 0 0,0 1 1 0 0,4 20-1 0 0,-7-26 9 0 0,0 0 1 0 0,0 0-1 0 0,7 13 0 0 0,-6-14 19 0 0,0 0 0 0 0,0 1-1 0 0,2 13 1 0 0,-4-17-25 0 0,-1-1 1 0 0,0 0-1 0 0,0 0 0 0 0,0 1 0 0 0,0-1 1 0 0,-1 0-1 0 0,1 1 0 0 0,-1-1 1 0 0,0 0-1 0 0,0 0 0 0 0,0 0 1 0 0,0 0-1 0 0,-2 4 0 0 0,0-1 23 0 0,-1-1-1 0 0,1 1 0 0 0,-1 0 0 0 0,-1-1 1 0 0,1 0-1 0 0,-1 0 0 0 0,1 0 1 0 0,-1 0-1 0 0,-1-1 0 0 0,-5 4 0 0 0,2-3 67 0 0,-1 0-1 0 0,1 0 0 0 0,-1-1 1 0 0,1-1-1 0 0,-22 5 0 0 0,20-5 30 0 0,4-2-61 0 0,0 1-1 0 0,0-1 1 0 0,1 1 0 0 0,-1 1-1 0 0,-8 4 1 0 0,9-4-44 0 0,0 0 0 0 0,0-1 1 0 0,0 0-1 0 0,0 0 0 0 0,0 0 0 0 0,-1 0 1 0 0,1-1-1 0 0,-1 0 0 0 0,1-1 1 0 0,-1 0-1 0 0,1 1 0 0 0,-1-2 0 0 0,1 1 1 0 0,-1-1-1 0 0,1 0 0 0 0,-1-1 0 0 0,1 1 1 0 0,0-1-1 0 0,0 0 0 0 0,0-1 1 0 0,-10-5-1 0 0,5 2-47 0 0,-3-3-1749 0 0,4 1-4525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8 13347 0 0,'-37'-8'4692'0'0,"37"8"-4508"0"0,8 0 310 0 0,192 6 301 0 0,-174-4-696 0 0,16 0-1621 0 0,-15-1-5731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 11162 0 0,'-22'7'4355'0'0,"49"-4"-2879"0"0,10-3-1144 0 0,1-1-1 0 0,39-6 1 0 0,40-1-4249 0 0,-107 8 1456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138 236 8082 0 0,'0'0'559'0'0,"-10"-22"3623"0"0,7-28-2329 0 0,4 41-1341 0 0,-2 0 1 0 0,1 1 0 0 0,-1-1-1 0 0,0 1 1 0 0,-3-11 0 0 0,4 19-498 0 0,0-1 1 0 0,0 0 0 0 0,0 1-1 0 0,0-1 1 0 0,0 1-1 0 0,-1-1 1 0 0,1 1-1 0 0,0-1 1 0 0,0 1 0 0 0,0-1-1 0 0,-1 1 1 0 0,1-1-1 0 0,0 1 1 0 0,-1-1-1 0 0,1 1 1 0 0,0-1 0 0 0,-1 1-1 0 0,1-1 1 0 0,-1 1-1 0 0,1 0 1 0 0,-1-1 0 0 0,1 1-1 0 0,0 0 1 0 0,-1-1-1 0 0,1 1 1 0 0,-1 0-1 0 0,0 0 1 0 0,1 0 0 0 0,-1-1-1 0 0,1 1 1 0 0,-1 0-1 0 0,1 0 1 0 0,-1 0-1 0 0,0 0 1 0 0,0 1-6 0 0,-1-1-1 0 0,1 1 1 0 0,0 0-1 0 0,0 0 1 0 0,0 0-1 0 0,0-1 1 0 0,0 1-1 0 0,0 0 1 0 0,0 1-1 0 0,0-1 1 0 0,0 0-1 0 0,0 0 1 0 0,0 2-1 0 0,-20 42 41 0 0,9-2 8 0 0,9-32-47 0 0,0 0 0 0 0,0-1-1 0 0,0 1 1 0 0,-8 12 0 0 0,5-9-11 0 0,0 0 1 0 0,1 0 0 0 0,1 1-1 0 0,0-1 1 0 0,1 1-1 0 0,0 0 1 0 0,1 0-1 0 0,1 0 1 0 0,1 0-1 0 0,0 1 1 0 0,1-1-1 0 0,4 25 1 0 0,-4-36 6 0 0,0 0 0 0 0,0 0 1 0 0,0 0-1 0 0,0 0 0 0 0,1-1 1 0 0,-1 1-1 0 0,1 0 1 0 0,0-1-1 0 0,0 1 0 0 0,1-1 1 0 0,-1 1-1 0 0,1-1 0 0 0,-1 0 1 0 0,1 0-1 0 0,0-1 0 0 0,0 1 1 0 0,1 0-1 0 0,-1-1 0 0 0,0 0 1 0 0,1 0-1 0 0,-1 0 1 0 0,8 3-1 0 0,-7-4 22 0 0,1 0-1 0 0,1 0 1 0 0,-1 0 0 0 0,0 0 0 0 0,0-1-1 0 0,0 0 1 0 0,0 0 0 0 0,0 0 0 0 0,0-1-1 0 0,0 1 1 0 0,1-1 0 0 0,-1-1 0 0 0,-1 1-1 0 0,1-1 1 0 0,0 1 0 0 0,0-1 0 0 0,8-5-1 0 0,-6 3-3 0 0,0 0 0 0 0,-1-1-1 0 0,1 0 1 0 0,-1 0 0 0 0,0 0-1 0 0,0-1 1 0 0,0 0 0 0 0,-1 0 0 0 0,8-11-1 0 0,-4 4 9 0 0,-1-1-1 0 0,0 0 1 0 0,-1 0-1 0 0,-1 0 1 0 0,0-1-1 0 0,-1 0 1 0 0,0-1-1 0 0,-1 1 1 0 0,-1-1-1 0 0,2-17 1 0 0,-4 25-23 0 0,0 1 0 0 0,1-1 1 0 0,0 1-1 0 0,1 0 0 0 0,4-10 1 0 0,-3 9-2 0 0,-1 0 1 0 0,0-1-1 0 0,0 1 1 0 0,1-11-1 0 0,-2 5 30 0 0,-1-1-1 0 0,-1 1 1 0 0,-2-28 0 0 0,1 34-9 0 0,0 0 1 0 0,-1 0 0 0 0,0 0-1 0 0,0 0 1 0 0,-1 1 0 0 0,0-1-1 0 0,0 1 1 0 0,-6-10 0 0 0,8 16-32 0 0,0 0 0 0 0,0 0 1 0 0,0 1-1 0 0,0-1 0 0 0,-1 1 1 0 0,1-1-1 0 0,0 1 0 0 0,0-1 0 0 0,0 1 1 0 0,0 0-1 0 0,-1-1 0 0 0,1 1 1 0 0,0 0-1 0 0,0 0 0 0 0,-2 0 1 0 0,-12-3-19 0 0,15 3 19 0 0,-6-3-14 0 0,0 1-1 0 0,0-1 1 0 0,-1 1 0 0 0,-9-2-1 0 0,14 3 14 0 0,0 1 0 0 0,0 0 0 0 0,0 0 0 0 0,1 0 0 0 0,-1 0 0 0 0,0 0 0 0 0,0 0 0 0 0,1 0 0 0 0,-1 1 0 0 0,0-1-1 0 0,0 1 1 0 0,1-1 0 0 0,-1 1 0 0 0,0 0 0 0 0,1-1 0 0 0,-1 1 0 0 0,1 0 0 0 0,-1 0 0 0 0,1 0 0 0 0,-1 0 0 0 0,1 1 0 0 0,0-1 0 0 0,0 0 0 0 0,-2 2 0 0 0,-11 31-8 0 0,4-8-4 0 0,-26 54-73 0 0,31-71 84 0 0,1 0-1 0 0,1 0 1 0 0,0 1 0 0 0,0-1 0 0 0,0 1 0 0 0,1-1 0 0 0,1 1 0 0 0,0 0 0 0 0,0 12 0 0 0,2 10 27 0 0,7 48-1 0 0,-3-40 4 0 0,-4-32-444 0 0,2 19-851 0 0,4-14-8997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12971 0 0,'0'0'4419'0'0,"8"5"-2898"0"0,-8 0-1426 0 0,1 4-1848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25 8682 0 0,'-2'-22'7049'0'0,"-1"19"-6206"0"0,-1 16-937 0 0,2-2 97 0 0,0 0 1 0 0,1 0 0 0 0,0 0 0 0 0,1 0-1 0 0,0 0 1 0 0,1 0 0 0 0,0 0 0 0 0,1 0-1 0 0,0 0 1 0 0,0-1 0 0 0,1 1 0 0 0,1 0-1 0 0,0-1 1 0 0,0 0 0 0 0,1 0 0 0 0,9 13 0 0 0,-6-11 107 0 0,1-1 1 0 0,0-1 0 0 0,1 1 0 0 0,15 11 0 0 0,-10-8 315 0 0,-9-7-33 0 0,-1 0 0 0 0,1 0 0 0 0,-1 0-1 0 0,-1 1 1 0 0,1 0 0 0 0,-2 0 0 0 0,7 15-1 0 0,-10-22-363 0 0,0 0-1 0 0,1 0 1 0 0,-1 0-1 0 0,0 0 1 0 0,0 0-1 0 0,0 0 1 0 0,0 0-1 0 0,0 0 1 0 0,0 0-1 0 0,0 0 1 0 0,0 0-1 0 0,0 0 1 0 0,-1 0-1 0 0,1 0 1 0 0,0 0-1 0 0,-1 0 1 0 0,1 0-1 0 0,0-1 1 0 0,-1 1-1 0 0,1 0 1 0 0,-1 0-1 0 0,0 0 1 0 0,1 0-1 0 0,-1-1 1 0 0,0 1-1 0 0,1 0 1 0 0,-1-1-1 0 0,0 1 1 0 0,-1 0-1 0 0,-30 15-178 0 0,17-10 134 0 0,10-4-259 0 0,0 0 0 0 0,0-1 0 0 0,0 1 0 0 0,0-1 1 0 0,0 0-1 0 0,0-1 0 0 0,-6 1 0 0 0,-20-3-5473 0 0,22 1 2502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13483 0 0,'0'0'119'0'0,"12"-11"3327"0"0,13-4-3300 0 0,0 0 0 0 0,1 2 1 0 0,41-15-1 0 0,-1 8-6613 0 0,-53 17 2743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9770 0 0,'0'0'800'0'0,"0"-34"4952"0"0,4 20-4361 0 0,-4 13-1373 0 0,0 1 0 0 0,0 0 0 0 0,1 0-1 0 0,-1-1 1 0 0,0 1 0 0 0,0 0 0 0 0,1 0 0 0 0,-1 0 0 0 0,0 0 0 0 0,0 0 0 0 0,1 0 0 0 0,-1-1 0 0 0,0 1 0 0 0,1 0-1 0 0,-1 0 1 0 0,0 0 0 0 0,0 0 0 0 0,1 0 0 0 0,-1 0 0 0 0,0 0 0 0 0,1 0 0 0 0,-1 0 0 0 0,0 0 0 0 0,0 0 0 0 0,1 0-1 0 0,-1 0 1 0 0,1 1 0 0 0,0-1-15 0 0,0 1 1 0 0,1 0-1 0 0,-1 0 0 0 0,0 0 0 0 0,0 0 0 0 0,0 0 1 0 0,0 0-1 0 0,0 0 0 0 0,0 0 0 0 0,0 0 0 0 0,0 0 1 0 0,0 1-1 0 0,-1-1 0 0 0,1 0 0 0 0,0 2 0 0 0,9 25 13 0 0,-1 0-1 0 0,-1 0 1 0 0,-2 1-1 0 0,5 52 1 0 0,-6 120 60 0 0,-5-175-67 0 0,-1-3 9 0 0,-5 33 0 0 0,2-33 552 0 0,0 32 0 0 0,4-55-557 0 0,0 1-1 0 0,1-1 0 0 0,-1 0 1 0 0,0 1-1 0 0,0-1 1 0 0,1 0-1 0 0,-1 1 0 0 0,0-1 1 0 0,1 0-1 0 0,-1 0 1 0 0,0 0-1 0 0,1 1 0 0 0,-1-1 1 0 0,0 0-1 0 0,1 0 1 0 0,-1 0-1 0 0,1 0 0 0 0,-1 0 1 0 0,0 1-1 0 0,1-1 1 0 0,-1 0-1 0 0,1 0 0 0 0,-1 0 1 0 0,0 0-1 0 0,1 0 0 0 0,-1 0 1 0 0,1 0-1 0 0,-1-1 1 0 0,0 1-1 0 0,1 0 0 0 0,-1 0 1 0 0,0 0-1 0 0,1 0 1 0 0,-1 0-1 0 0,1-1 0 0 0,-1 1 1 0 0,0 0-1 0 0,1 0 1 0 0,-1-1-1 0 0,19-8 24 0 0,7-26-48 0 0,-2 3 38 0 0,4 1-12 0 0,-1 0 1 0 0,-2-2 0 0 0,-1-1-1 0 0,-2-1 1 0 0,21-43 0 0 0,-12 10 39 0 0,61-100 1 0 0,-89 164-425 0 0,10-16 1170 0 0,-2 8-6152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62 4041 0 0,'-3'-6'8632'0'0,"-2"-5"-5615"0"0,4 9-2938 0 0,0 1 0 0 0,0-1 0 0 0,0 0-1 0 0,0 0 1 0 0,0 0 0 0 0,1 0 0 0 0,-1 0 0 0 0,0 0 0 0 0,1 0 0 0 0,0 0-1 0 0,-1 0 1 0 0,1 0 0 0 0,0 0 0 0 0,0 0 0 0 0,0-1 0 0 0,1-1 0 0 0,-1-4-3251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123 219 6617 0 0,'-1'-4'771'0'0,"0"0"-1"0"0,1 1 0 0 0,-1-1 0 0 0,0 0 0 0 0,-1 1 0 0 0,-2-7 0 0 0,-6-19 215 0 0,7 15-476 0 0,1 5 27 0 0,1 1 0 0 0,0-1 0 0 0,0 0 0 0 0,0 0 0 0 0,2 0 0 0 0,1-16 0 0 0,-1 19 316 0 0,-1 10-390 0 0,-6 24-296 0 0,-5 28-212 0 0,-11 74 108 0 0,-31 203 57 0 0,48-244-83 0 0,7-85-20 0 0,2-9-27 0 0,4-8-14 0 0,207-475 52 0 0,-191 429 53 0 0,-12 28 81 0 0,13-43 1 0 0,-25 72-246 0 0,1-1 0 0 0,0 0-1 0 0,1 0 1 0 0,-1 0 0 0 0,0 1 0 0 0,1-1 0 0 0,0 1 0 0 0,-1-1 0 0 0,1 1 0 0 0,0-1-1 0 0,4-2 1 0 0,-6 17-4769 0 0,6 37 224 0 0,-3-19 903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95 6945 0 0,'0'-1'3406'0'0,"0"-8"-1848"0"0,4-76 3905 0 0,-4 85-5378 0 0,-3 13 142 0 0,-13 39-100 0 0,-38 88 0 0 0,7-22-84 0 0,31-73-194 0 0,-14 41-4280 0 0,25-69 1498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31 304 7066 0 0,'-12'-2'5035'0'0,"0"-2"-4177"0"0,6-4-1607 0 0,6 8 760 0 0,0-1-1 0 0,1 0 1 0 0,-1 1 0 0 0,0-1-1 0 0,1 1 1 0 0,-1-1 0 0 0,0 0-1 0 0,1 1 1 0 0,-1-1-1 0 0,1 1 1 0 0,-1-1 0 0 0,1 1-1 0 0,-1 0 1 0 0,1-1 0 0 0,-1 1-1 0 0,1-1 1 0 0,0 1-1 0 0,-1 0 1 0 0,2-1 0 0 0,44-20 15 0 0,2 1 1 0 0,0 3 0 0 0,63-14-1 0 0,-1-1 105 0 0,-91 27 196 0 0,-1-1 0 0 0,0-1 0 0 0,-1-1 0 0 0,0 0 0 0 0,29-19 0 0 0,-44 24-205 0 0,0 1-1 0 0,1-1 1 0 0,-1 0 0 0 0,-1 0 0 0 0,1 0 0 0 0,0 0 0 0 0,-1 0 0 0 0,1 0-1 0 0,0-4 1 0 0,7-13 539 0 0,1-3 177 0 0,-9 23-814 0 0,-1-1 0 0 0,0 0 0 0 0,1 0 0 0 0,-1 1 0 0 0,0-1 0 0 0,0 0 0 0 0,0 0 1 0 0,1 1-1 0 0,-1-1 0 0 0,0 0 0 0 0,0 0 0 0 0,0 1 0 0 0,0-1 0 0 0,0 0 0 0 0,0 0 0 0 0,-1 0 0 0 0,1 1 0 0 0,0-1 0 0 0,0 0 0 0 0,0 0 0 0 0,-1 1 0 0 0,1-1 0 0 0,0 0 0 0 0,-1 1 0 0 0,1-1 0 0 0,-1 0 0 0 0,0 0 0 0 0,0 0-23 0 0,0 1 0 0 0,0 0 0 0 0,1 0 0 0 0,-1 0 0 0 0,0 0 0 0 0,0 0-1 0 0,0 0 1 0 0,0 0 0 0 0,1 1 0 0 0,-1-1 0 0 0,0 0 0 0 0,0 0 0 0 0,0 1 0 0 0,1-1 0 0 0,-1 0 0 0 0,0 1 0 0 0,0-1 0 0 0,1 1 0 0 0,-1-1 0 0 0,0 1 0 0 0,1-1 0 0 0,-1 1 0 0 0,1 0 0 0 0,-2 0 0 0 0,-11 16 24 0 0,-33 85-13 0 0,27-60 27 0 0,-18 64-1 0 0,-11 23-12 0 0,24-68-69 0 0,23-61 44 0 0,0 1 0 0 0,1 0 1 0 0,-1 0-1 0 0,1-1 0 0 0,0 1 0 0 0,-1 0 0 0 0,1 0 0 0 0,0 0 0 0 0,-1 0 0 0 0,1 0 0 0 0,0 0 1 0 0,0-1-1 0 0,0 1 0 0 0,0 0 0 0 0,-1 0 0 0 0,2 0 0 0 0,-1 0 0 0 0,0 0 0 0 0,0 0 0 0 0,0 0 1 0 0,0 0-1 0 0,0 0 0 0 0,1-1 0 0 0,-1 1 0 0 0,1 2 0 0 0,0-3 3 0 0,0 0 0 0 0,0 1 1 0 0,-1-1-1 0 0,1 0 0 0 0,0 0 0 0 0,0 0 1 0 0,0 0-1 0 0,0 0 0 0 0,0 0 0 0 0,-1 0 1 0 0,1 0-1 0 0,0 0 0 0 0,0 0 0 0 0,0 0 0 0 0,0 0 1 0 0,0-1-1 0 0,-1 1 0 0 0,1 0 0 0 0,0-1 1 0 0,0 1-1 0 0,0 0 0 0 0,-1-1 0 0 0,1 1 0 0 0,0-1 1 0 0,0 0-1 0 0,6-5 3 0 0,0 1 1 0 0,0-1-1 0 0,0-1 1 0 0,-1 0-1 0 0,0 0 1 0 0,0 0-1 0 0,-1 0 0 0 0,0-1 1 0 0,0 0-1 0 0,-1 0 1 0 0,4-9-1 0 0,-2 3 10 0 0,1 1-1 0 0,18-23 1 0 0,-22 32-30 0 0,1 0 0 0 0,0 0 0 0 0,0 0 0 0 0,0 1 0 0 0,6-4 0 0 0,-10 6 13 0 0,1 1 0 0 0,0-1 0 0 0,0 0 1 0 0,0 1-1 0 0,0-1 0 0 0,0 1 0 0 0,0-1 0 0 0,0 1 1 0 0,0 0-1 0 0,1-1 0 0 0,-1 1 0 0 0,0 0 0 0 0,0 0 1 0 0,0-1-1 0 0,0 1 0 0 0,0 0 0 0 0,1 0 0 0 0,-1 0 0 0 0,0 1 1 0 0,0-1-1 0 0,0 0 0 0 0,0 0 0 0 0,0 1 0 0 0,0-1 1 0 0,0 0-1 0 0,1 1 0 0 0,-1-1 0 0 0,0 1 0 0 0,1 1 1 0 0,8 18 14 0 0,-3-3-18 0 0,-5-14 7 0 0,1 1 0 0 0,0-1 0 0 0,0 1 0 0 0,1-1 0 0 0,-1 0 0 0 0,0 0 0 0 0,1 0 0 0 0,0-1 0 0 0,0 1 0 0 0,0-1 0 0 0,0 0 0 0 0,0 0 1 0 0,0-1-1 0 0,1 1 0 0 0,-1-1 0 0 0,0 0 0 0 0,1 0 0 0 0,6 1 0 0 0,-6-2-3 0 0,-1 2 0 0 0,1-1 0 0 0,0 0 1 0 0,-1 1-1 0 0,8 4 0 0 0,-8-4-181 0 0,0-1 1 0 0,0 1-1 0 0,-1-1 0 0 0,1 1 0 0 0,0-1 1 0 0,0 0-1 0 0,1 0 0 0 0,-1-1 1 0 0,0 1-1 0 0,4-1 0 0 0,27-6-3106 0 0,-15-2 348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66 11666 0 0,'-18'-18'5115'0'0,"19"16"-5069"0"0,1 1-1 0 0,0 0 1 0 0,0 0 0 0 0,0 0-1 0 0,0 0 1 0 0,0 1 0 0 0,1-1 0 0 0,-1 0-1 0 0,0 1 1 0 0,0 0 0 0 0,3-1-1 0 0,0 0 18 0 0,33-9 138 0 0,-1 1 1 0 0,53-5 0 0 0,-18 10-5850 0 0,-69 4 3269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17 11162 0 0,'-4'0'4568'0'0,"26"-1"-4228"0"0,35-6 0 0 0,8-1-218 0 0,4 7-1934 0 0,-65 1-281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240 222 8314 0 0,'-7'-15'2126'0'0,"5"-5"-969"0"0,2 14-882 0 0,-1 1 0 0 0,1 0-1 0 0,-1 0 1 0 0,0 0 0 0 0,0-1 0 0 0,0 1 0 0 0,-1 0 0 0 0,0 0 0 0 0,0 1-1 0 0,0-1 1 0 0,-4-6 0 0 0,5 10-253 0 0,0 1 0 0 0,0-1 0 0 0,1 0 0 0 0,-1 1 0 0 0,0-1 1 0 0,0 1-1 0 0,0-1 0 0 0,0 1 0 0 0,1-1 0 0 0,-1 1 0 0 0,0 0 0 0 0,0-1 0 0 0,0 1 0 0 0,0 0 0 0 0,0 0 0 0 0,0-1 0 0 0,0 1 0 0 0,0 0 0 0 0,0 0 0 0 0,0 0 0 0 0,0 0 0 0 0,0 1 0 0 0,0-1 0 0 0,0 0 1 0 0,0 0-1 0 0,0 1 0 0 0,0-1 0 0 0,0 0 0 0 0,0 1 0 0 0,0-1 0 0 0,0 1 0 0 0,1-1 0 0 0,-1 1 0 0 0,0-1 0 0 0,0 1 0 0 0,0 0 0 0 0,1-1 0 0 0,-1 1 0 0 0,0 0 0 0 0,1 0 0 0 0,-1 0 0 0 0,0 1 1 0 0,-4 5-22 0 0,0 0 0 0 0,1 0 0 0 0,-7 16 0 0 0,7-15 77 0 0,-45 76 39 0 0,31-55-3 0 0,-28 61 0 0 0,38-60-63 0 0,6-24-42 0 0,1-1 1 0 0,-1 1 0 0 0,0 0-1 0 0,-4 9 1 0 0,5-13-3 0 0,-1 0-1 0 0,1 0 0 0 0,0 0 1 0 0,0 1-1 0 0,0-1 1 0 0,0 1-1 0 0,1-1 1 0 0,-1 1-1 0 0,0-1 0 0 0,1 1 1 0 0,0-1-1 0 0,0 1 1 0 0,0-1-1 0 0,0 1 0 0 0,0 2 1 0 0,1-3 2 0 0,-1-1 0 0 0,1 1 0 0 0,0 0 0 0 0,0-1-1 0 0,-1 1 1 0 0,1-1 0 0 0,0 1 0 0 0,1-1 0 0 0,-1 0 0 0 0,0 1 0 0 0,0-1 0 0 0,0 0 0 0 0,1 0 0 0 0,-1 0 0 0 0,1 0-1 0 0,-1 0 1 0 0,1 0 0 0 0,-1 0 0 0 0,1 0 0 0 0,-1-1 0 0 0,3 2 0 0 0,2 0 47 0 0,1-1 0 0 0,-1 1 0 0 0,0-1 0 0 0,1 0 0 0 0,-1 0 0 0 0,1-1 0 0 0,-1 0 0 0 0,1 0 0 0 0,-1 0 0 0 0,1-1 0 0 0,-1 0 0 0 0,1-1 0 0 0,-1 1 0 0 0,0-1 0 0 0,1 0 0 0 0,10-6 0 0 0,4-1 164 0 0,-18 8-201 0 0,1 0 0 0 0,-1-1 0 0 0,0 1 1 0 0,1-1-1 0 0,-1 0 0 0 0,0 0 0 0 0,0 0 1 0 0,0 0-1 0 0,4-5 0 0 0,3-4 15 0 0,0 0 1 0 0,-2-1-1 0 0,1 0 0 0 0,-1 0 0 0 0,-1-1 1 0 0,-1 0-1 0 0,1 0 0 0 0,-2-1 0 0 0,0 0 0 0 0,-1 0 1 0 0,0 0-1 0 0,-1 0 0 0 0,0-1 0 0 0,0-18 1 0 0,-3 22-13 0 0,1 0 1 0 0,1-1-1 0 0,-1 1 1 0 0,2 0-1 0 0,0 0 1 0 0,4-12-1 0 0,-4 17-3 0 0,-1 0 0 0 0,0 0 0 0 0,-1 0 0 0 0,1 0 1 0 0,-1 0-1 0 0,-1-1 0 0 0,1 1 0 0 0,-1 0 0 0 0,0 0 0 0 0,0-1 0 0 0,-1 1 0 0 0,0 0 0 0 0,0 0 1 0 0,0 0-1 0 0,-1-1 0 0 0,0 1 0 0 0,0 1 0 0 0,-1-1 0 0 0,1 0 0 0 0,-6-7 0 0 0,4 9-11 0 0,1 1-1 0 0,-2-1 0 0 0,1 1 0 0 0,0 0 0 0 0,-1 0 0 0 0,1 1 0 0 0,-1-1 0 0 0,0 1 0 0 0,0 0 1 0 0,1 0-1 0 0,-2 1 0 0 0,1-1 0 0 0,0 1 0 0 0,0 0 0 0 0,0 1 0 0 0,-1-1 0 0 0,-7 1 0 0 0,8 1-7 0 0,0-1-1 0 0,-1 1 0 0 0,1 1 0 0 0,0-1 0 0 0,0 1 0 0 0,-4 1 0 0 0,-5 3-7 0 0,12-5 7 0 0,0 0 1 0 0,-1 0-1 0 0,1 1 1 0 0,0-1-1 0 0,0 1 1 0 0,0-1-1 0 0,0 1 1 0 0,1 0-1 0 0,-1 0 1 0 0,0 0-1 0 0,1 0 1 0 0,-1 0-1 0 0,-2 5 1 0 0,-17 38 33 0 0,4-8-18 0 0,12-27-19 0 0,-1 1 0 0 0,2 0 0 0 0,-1 0-1 0 0,1 0 1 0 0,-3 19 0 0 0,-7 60-14 0 0,13-81 13 0 0,0-2 12 0 0,-1 0-1 0 0,1-1 1 0 0,-2 1 0 0 0,1 0-1 0 0,-5 8 1 0 0,4-9-133 0 0,0-1-1 0 0,1 1 1 0 0,0 0-1 0 0,0 0 1 0 0,-2 12-1 0 0,4-15-357 0 0,0 1-1 0 0,0-1 1 0 0,0 0-1 0 0,1 1 0 0 0,-1-1 1 0 0,1 0-1 0 0,0 1 0 0 0,-1-1 1 0 0,3 3-1 0 0,-2-2-2400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13947 0 0,'-15'6'2886'0'0,"10"-3"-2690"0"0,0 0 0 0 0,0 1 0 0 0,1-1 0 0 0,0 1 0 0 0,-1 0-1 0 0,1 1 1 0 0,-3 4 0 0 0,4-5-552 0 0,1-1 0 0 0,0 1 0 0 0,0-1 0 0 0,0 1 0 0 0,0 0 0 0 0,-1 7-1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68 9242 0 0,'-3'-1'441'0'0,"-1"0"0"0"0,1 0 0 0 0,0-1 0 0 0,0 1 0 0 0,0-1 0 0 0,0 0 0 0 0,0 0 0 0 0,0 0 0 0 0,-3-3 0 0 0,13 4 70 0 0,152-23 654 0 0,-34 4-779 0 0,-121 19-358 0 0,2 0 159 0 0,0 0 0 0 0,0 1 0 0 0,0 0 0 0 0,1 0 0 0 0,-1 0-1 0 0,7 1 1 0 0,-13 0-147 0 0,1-1 0 0 0,0 1-1 0 0,-1-1 1 0 0,1 1 0 0 0,0-1 0 0 0,-1 1-1 0 0,1 0 1 0 0,-1-1 0 0 0,1 1-1 0 0,-1 0 1 0 0,1-1 0 0 0,-1 1 0 0 0,1 0-1 0 0,-1-1 1 0 0,0 1 0 0 0,1 0-1 0 0,-1 0 1 0 0,0 0 0 0 0,0-1-1 0 0,0 1 1 0 0,0 0 0 0 0,1 0 0 0 0,-1 1-1 0 0,-1 24-42 0 0,1-18 111 0 0,-3 39 4 0 0,-2-1 0 0 0,-2 1 0 0 0,-14 46-1 0 0,12-55-22 0 0,-16 45 131 0 0,16-57-1246 0 0,-7 33 0 0 0,16-54-2007 0 0,0-2 752 0 0</inkml:trace>
  <inkml:trace contextRef="#ctx0" brushRef="#br0" timeOffset="1">112 282 11707 0 0,'0'0'1869'0'0,"4"-1"822"0"0,78-17-2517 0 0,5-1-2073 0 0,-31 2-2848 0 0,-31 8 33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22 12859 0 0,'-3'-1'347'0'0,"0"1"1"0"0,0-1-1 0 0,0 0 1 0 0,0 0-1 0 0,0 0 1 0 0,0-1-1 0 0,0 1 1 0 0,0-1-1 0 0,0 1 1 0 0,1-1-1 0 0,-1 0 1 0 0,0 0-1 0 0,-2-3 1 0 0,5 5-347 0 0,7 23 96 0 0,4 19-25 0 0,-2 1-1 0 0,6 80 1 0 0,3 16 67 0 0,-14-117-115 0 0,9 39 204 0 0,-12-60-223 0 0,-1 0-1 0 0,0-1 1 0 0,0 1-1 0 0,1 0 1 0 0,-1 0 0 0 0,1 0-1 0 0,-1-1 1 0 0,0 1 0 0 0,1 0-1 0 0,-1-1 1 0 0,1 1 0 0 0,0 0-1 0 0,-1-1 1 0 0,1 1-1 0 0,0-1 1 0 0,-1 1 0 0 0,1-1-1 0 0,0 1 1 0 0,-1-1 0 0 0,1 0-1 0 0,0 1 1 0 0,0-1-1 0 0,0 0 1 0 0,-1 1 0 0 0,1-1-1 0 0,0 0 1 0 0,0 0 0 0 0,0 0-1 0 0,0 0 1 0 0,-1 0 0 0 0,1 0-1 0 0,0 0 1 0 0,0 0-1 0 0,0 0 1 0 0,0 0 0 0 0,0 0-1 0 0,-1-1 1 0 0,1 1 0 0 0,0 0-1 0 0,1-1 1 0 0,1-1-8 0 0,-1 1 1 0 0,1 0-1 0 0,0-1 1 0 0,-1 1-1 0 0,0-1 1 0 0,1 0 0 0 0,-1 0-1 0 0,0 0 1 0 0,0 0-1 0 0,3-5 1 0 0,39-64 37 0 0,-4-2 1 0 0,45-115-1 0 0,-72 147 183 0 0,-4 10-1196 0 0,-1 12-2717 0 0,-6 14 615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20 10346 0 0,'-26'-8'1666'0'0,"8"2"-1222"0"0,7 4-381 0 0,1 0 0 0 0,-1 1 0 0 0,1 1 0 0 0,-1 0 0 0 0,0 0-1 0 0,1 1 1 0 0,-1 0 0 0 0,1 0 0 0 0,-1 2 0 0 0,1-1 0 0 0,0 1 0 0 0,0 1 0 0 0,0 0 0 0 0,0 0 0 0 0,1 1 0 0 0,-11 6 0 0 0,18-9-68 0 0,1 0 1 0 0,-1-1 0 0 0,1 1 0 0 0,-1 0 0 0 0,1 0 0 0 0,0 0 0 0 0,0 0 0 0 0,0 0 0 0 0,0 0-1 0 0,0 0 1 0 0,0 0 0 0 0,0 4 0 0 0,-6 9-20 0 0,6-12 32 0 0,-1 0 0 0 0,1 0 0 0 0,0 0 0 0 0,0 0 0 0 0,0 0 0 0 0,0 0 0 0 0,0 0 0 0 0,0 0 0 0 0,1 1-1 0 0,0-1 1 0 0,-1 0 0 0 0,2 6 0 0 0,0-1 32 0 0,0 0 0 0 0,1 1-1 0 0,4 10 1 0 0,-1-4-14 0 0,-2-9-6 0 0,0 0-1 0 0,1 0 1 0 0,0 0-1 0 0,0-1 1 0 0,0 0-1 0 0,0 0 1 0 0,1 0-1 0 0,0 0 0 0 0,0 0 1 0 0,1-1-1 0 0,11 7 1 0 0,14 14 153 0 0,-17-13 0 0 0,4 4 399 0 0,0 0 1 0 0,-2 2-1 0 0,0-1 1 0 0,23 34-1 0 0,-38-50-525 0 0,-1 0 0 0 0,0 0 0 0 0,0-1 0 0 0,1 1-1 0 0,-1 0 1 0 0,0 0 0 0 0,0 0 0 0 0,0-1 0 0 0,0 1-1 0 0,0 0 1 0 0,0 0 0 0 0,0-1 0 0 0,0 1 0 0 0,0 0 0 0 0,-1 0-1 0 0,1 0 1 0 0,0-1 0 0 0,0 1 0 0 0,-1 0 0 0 0,1-1-1 0 0,0 1 1 0 0,-1 0 0 0 0,1 0 0 0 0,-1-1 0 0 0,1 1-1 0 0,-1-1 1 0 0,1 1 0 0 0,-1-1 0 0 0,1 1 0 0 0,-1 0 0 0 0,0-1-1 0 0,1 0 1 0 0,-1 1 0 0 0,0-1 0 0 0,1 1 0 0 0,-1-1-1 0 0,-1 0 1 0 0,-32 15-256 0 0,28-13 337 0 0,-25 8 92 0 0,1-2 0 0 0,-48 5 0 0 0,29-5-2536 0 0,1 3-5022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86 11939 0 0,'-54'-4'3194'0'0,"43"3"-3018"0"0,0-1-1 0 0,0 2 1 0 0,0-1-1 0 0,0 1 1 0 0,1 1-1 0 0,-1 0 0 0 0,-15 4 1 0 0,17-3-103 0 0,1 0 1 0 0,0 1-1 0 0,0 0 1 0 0,0 0-1 0 0,0 1 1 0 0,1 0-1 0 0,-1 1 1 0 0,1-1-1 0 0,-7 7 1 0 0,11-6-41 0 0,0 0 1 0 0,0 0 0 0 0,0 1-1 0 0,1-1 1 0 0,0 1 0 0 0,0-1-1 0 0,1 1 1 0 0,-2 9-1 0 0,3-13-1 0 0,1 0 0 0 0,-1-1 0 0 0,1 1 0 0 0,-1-1 0 0 0,1 1 0 0 0,0-1 0 0 0,-1 0 0 0 0,1 1 0 0 0,0-1 0 0 0,0 0 0 0 0,0 1 0 0 0,0-1 0 0 0,1 0 0 0 0,-1 0 0 0 0,0 0 0 0 0,0 0 0 0 0,1 0 0 0 0,-1 0 0 0 0,0 0 0 0 0,1-1 0 0 0,-1 1 0 0 0,3 1 0 0 0,35 11 235 0 0,-26-11-187 0 0,-1-1-1 0 0,1-1 1 0 0,-1 1-1 0 0,1-2 0 0 0,-1 0 1 0 0,0 0-1 0 0,1-1 1 0 0,14-5-1 0 0,-3 0 84 0 0,-1 0 1 0 0,-1-2-1 0 0,27-14 1 0 0,-45 19-103 0 0,1 1 1 0 0,-1-1-1 0 0,0 0 1 0 0,-1 0 0 0 0,1-1-1 0 0,-1 1 1 0 0,0-1 0 0 0,0 1-1 0 0,0-1 1 0 0,0 0 0 0 0,-1 0-1 0 0,0-1 1 0 0,2-7-1 0 0,-3 9-48 0 0,0 1-1 0 0,0 0 0 0 0,-1 0 0 0 0,1-1 0 0 0,-1 1 0 0 0,0 0 0 0 0,0 0 0 0 0,0-1 0 0 0,-1 1 0 0 0,1 0 1 0 0,-1 0-1 0 0,0-1 0 0 0,-1-3 0 0 0,1 6-31 0 0,1-1 1 0 0,-1 0-1 0 0,0 0 0 0 0,0 1 1 0 0,0-1-1 0 0,0 0 0 0 0,-1 1 1 0 0,1-1-1 0 0,0 1 0 0 0,0 0 0 0 0,-1-1 1 0 0,1 1-1 0 0,-1 0 0 0 0,0 0 1 0 0,1 0-1 0 0,-1 0 0 0 0,0 0 1 0 0,1 0-1 0 0,-1 0 0 0 0,0 1 1 0 0,0-1-1 0 0,-3 0 0 0 0,-26-10-925 0 0,28 10 414 0 0,0-1-1 0 0,0 1 0 0 0,0-1 1 0 0,-1 1-1 0 0,1 0 0 0 0,0 0 1 0 0,0 1-1 0 0,-1-1 0 0 0,1 1 1 0 0,0-1-1 0 0,-6 1 0 0 0,4 2-2375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186 103 12499 0 0,'-2'-19'1909'0'0,"0"1"0"0"0,-8-37 1 0 0,10 55-1893 0 0,0-1 0 0 0,0 1 1 0 0,0-1-1 0 0,0 1 0 0 0,0-1 1 0 0,0 1-1 0 0,0-1 1 0 0,0 1-1 0 0,-1 0 0 0 0,1-1 1 0 0,0 1-1 0 0,0-1 0 0 0,0 1 1 0 0,-1 0-1 0 0,1-1 1 0 0,0 1-1 0 0,0 0 0 0 0,-1-1 1 0 0,1 1-1 0 0,0 0 0 0 0,-1-1 1 0 0,1 1-1 0 0,0 0 1 0 0,-1 0-1 0 0,1-1 0 0 0,0 1 1 0 0,-2 0-1 0 0,-4 8 89 0 0,-3 21-136 0 0,9-28 46 0 0,-62 261-1 0 0,48-214-2614 0 0,-31 71 0 0 0,26-73-2356 0 0,10-22 369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0 719 7626 0 0,'0'-5'512'0'0,"1"-1"0"0"0,-1 1 1 0 0,1 0-1 0 0,0-1 1 0 0,0 1-1 0 0,3-6 0 0 0,-2 6-452 0 0,0 1 1 0 0,0-1-1 0 0,1 1 0 0 0,-1 0 0 0 0,1 0 0 0 0,0 0 1 0 0,0 0-1 0 0,0 1 0 0 0,1-1 0 0 0,-1 1 0 0 0,1 0 1 0 0,0 0-1 0 0,0 0 0 0 0,0 1 0 0 0,0-1 0 0 0,1 1 1 0 0,-1 0-1 0 0,5-2 0 0 0,141-40 209 0 0,-105 33-159 0 0,-1-1 0 0 0,68-30 0 0 0,-101 37 212 0 0,0-1 0 0 0,-1 0 0 0 0,19-13 0 0 0,-26 16-150 0 0,0 0-1 0 0,0 0 1 0 0,0-1 0 0 0,0 1 0 0 0,0-1 0 0 0,-1 0-1 0 0,1 1 1 0 0,-1-1 0 0 0,0 0 0 0 0,-1-1-1 0 0,1 1 1 0 0,0 0 0 0 0,0-7 0 0 0,12-9 1089 0 0,-5 14-1049 0 0,-9 6-211 0 0,0 0-1 0 0,0 0 0 0 0,1 1 1 0 0,-1-1-1 0 0,0 0 1 0 0,0 0-1 0 0,0 0 0 0 0,1 0 1 0 0,-1 0-1 0 0,0 0 0 0 0,0 1 1 0 0,0-1-1 0 0,0 0 0 0 0,1 0 1 0 0,-1 0-1 0 0,0 1 0 0 0,0-1 1 0 0,0 0-1 0 0,0 0 0 0 0,0 0 1 0 0,0 1-1 0 0,1-1 0 0 0,-1 0 1 0 0,0 0-1 0 0,0 1 0 0 0,0-1 1 0 0,0 0-1 0 0,0 0 0 0 0,0 1 1 0 0,0-1-1 0 0,0 0 1 0 0,0 0-1 0 0,0 1 0 0 0,0-1 1 0 0,0 0-1 0 0,0 0 0 0 0,-1 1 1 0 0,0 27 22 0 0,-2-1 1 0 0,-1 1 0 0 0,-2-1 0 0 0,0 1-1 0 0,-13 31 1 0 0,13-41-1 0 0,-1 2 78 0 0,0-1 1 0 0,2 1-1 0 0,1 0 0 0 0,0 1 1 0 0,-1 21-1 0 0,5-41-84 0 0,0-1 0 0 0,0 0 0 0 0,0 0 0 0 0,0 0 0 0 0,0 0 0 0 0,0 1 0 0 0,0-1 0 0 0,0 0 1 0 0,0 0-1 0 0,1 0 0 0 0,-1 1 0 0 0,0-1 0 0 0,0 0 0 0 0,0 0 0 0 0,0 0 0 0 0,0 0 0 0 0,0 1 0 0 0,0-1 0 0 0,0 0 0 0 0,0 0 0 0 0,1 0 0 0 0,-1 0 0 0 0,0 0 0 0 0,0 1 0 0 0,0-1 0 0 0,0 0 0 0 0,0 0 1 0 0,1 0-1 0 0,-1 0 0 0 0,0 0 0 0 0,0 0 0 0 0,0 0 0 0 0,0 0 0 0 0,1 0 0 0 0,-1 0 0 0 0,0 0 0 0 0,0 0 0 0 0,0 1 0 0 0,0-1 0 0 0,1 0 0 0 0,-1 0 0 0 0,0 0 0 0 0,0-1 0 0 0,12-3 200 0 0,9-12-152 0 0,4-12 32 0 0,-20 21-101 0 0,1 1 1 0 0,-1-1-1 0 0,1 1 0 0 0,1 0 0 0 0,-1 1 0 0 0,1-1 0 0 0,0 1 1 0 0,0 1-1 0 0,11-6 0 0 0,-2 3-26 0 0,-14 6 25 0 0,0-1-1 0 0,0 1 1 0 0,0 0-1 0 0,0 0 0 0 0,0 0 1 0 0,0 1-1 0 0,0-1 0 0 0,1 1 1 0 0,-1-1-1 0 0,0 1 0 0 0,1 0 1 0 0,-1-1-1 0 0,0 1 1 0 0,0 0-1 0 0,1 1 0 0 0,-1-1 1 0 0,0 0-1 0 0,0 1 0 0 0,1-1 1 0 0,-1 1-1 0 0,0 0 0 0 0,0-1 1 0 0,0 1-1 0 0,0 0 1 0 0,3 2-1 0 0,10 6-28 0 0,0-1-1 0 0,1 0 1 0 0,0-1 0 0 0,0-1 0 0 0,0-1-1 0 0,1 0 1 0 0,0-1 0 0 0,0-1-1 0 0,35 3 1 0 0,-33-7 35 0 0,1 0 0 0 0,0-1 0 0 0,-1 0 0 0 0,1-2 0 0 0,-1-1-1 0 0,0 0 1 0 0,0-1 0 0 0,-1-1 0 0 0,1-1 0 0 0,-2-1 0 0 0,19-11 0 0 0,-33 18 13 0 0,-1-1 0 0 0,0 1 1 0 0,1-1-1 0 0,-1 1 0 0 0,0-1 1 0 0,-1 0-1 0 0,1 0 0 0 0,0 0 1 0 0,-1 0-1 0 0,0 0 0 0 0,0 0 1 0 0,1-4-1 0 0,6-12 41 0 0,-7 18-52 0 0,0 0-1 0 0,-1 0 0 0 0,1 0 1 0 0,0 0-1 0 0,-1 0 1 0 0,1 0-1 0 0,-1 0 0 0 0,0 0 1 0 0,1 0-1 0 0,-1 0 0 0 0,0 0 1 0 0,0 0-1 0 0,0 0 1 0 0,0 0-1 0 0,1-1 0 0 0,-2 1 1 0 0,1 0-1 0 0,0 0 1 0 0,0 0-1 0 0,0 0 0 0 0,0 0 1 0 0,-1 0-1 0 0,1 0 1 0 0,0 0-1 0 0,-1 0 0 0 0,1 0 1 0 0,-1 0-1 0 0,0 0 0 0 0,1 0 1 0 0,-1 0-1 0 0,0 0 1 0 0,1 0-1 0 0,-1 0 0 0 0,0 0 1 0 0,0 1-1 0 0,0-1 1 0 0,0 0-1 0 0,1 1 0 0 0,-1-1 1 0 0,0 1-1 0 0,0-1 0 0 0,0 1 1 0 0,0-1-1 0 0,-1 1 1 0 0,1 0-1 0 0,0-1 0 0 0,0 1 1 0 0,0 0-1 0 0,-2 0 1 0 0,-5-2 14 0 0,0 1 1 0 0,0 1 0 0 0,-1-1 0 0 0,1 1 0 0 0,-11 2 0 0 0,4 1-16 0 0,-1 0 1 0 0,1 2-1 0 0,-1 0 0 0 0,1 1 1 0 0,0 0-1 0 0,1 1 0 0 0,-19 12 1 0 0,29-16-9 0 0,0 1 1 0 0,-1 0-1 0 0,2 0 1 0 0,-1 0 0 0 0,0 1-1 0 0,1-1 1 0 0,0 1-1 0 0,-5 7 1 0 0,7-9 2 0 0,-1 0 1 0 0,0 0-1 0 0,1 0 1 0 0,0 0 0 0 0,0 0-1 0 0,0 0 1 0 0,0 0-1 0 0,0 0 1 0 0,0 0-1 0 0,1 0 1 0 0,0 0-1 0 0,0 1 1 0 0,-1-1-1 0 0,2 0 1 0 0,-1 0-1 0 0,0 1 1 0 0,1 2-1 0 0,1-4 6 0 0,-1 0 0 0 0,0-1-1 0 0,1 1 1 0 0,-1 0 0 0 0,1-1-1 0 0,0 1 1 0 0,-1-1 0 0 0,1 1-1 0 0,0-1 1 0 0,0 0 0 0 0,0 0 0 0 0,0 0-1 0 0,0 0 1 0 0,0 0 0 0 0,3 0-1 0 0,33 8 55 0 0,-29-8-47 0 0,-1-1 0 0 0,1 0 0 0 0,-1-1 0 0 0,1 0 0 0 0,-1 0 0 0 0,0-1 0 0 0,14-4 0 0 0,1-3-4 0 0,29-15 0 0 0,-2 0 17 0 0,-48 24-32 0 0,0-1 0 0 0,1 0 0 0 0,-1 0 0 0 0,0 1 0 0 0,0-1 0 0 0,1 1 0 0 0,-1 0 0 0 0,0 0-1 0 0,1 0 1 0 0,-1 0 0 0 0,0 0 0 0 0,1 0 0 0 0,-1 1 0 0 0,0-1 0 0 0,3 2 0 0 0,1 0-12 0 0,-1 0 0 0 0,0 1 0 0 0,0 0 1 0 0,7 5-1 0 0,-8-5-72 0 0,0 0 1 0 0,1 0 0 0 0,-1 0 0 0 0,1-1 0 0 0,0 0-1 0 0,9 3 1 0 0,-2-2-171 0 0,-2-1 9 0 0,-1 0-1 0 0,0 1 1 0 0,13 5 0 0 0,-13-5 127 0 0,-1 0 0 0 0,1-1 0 0 0,0 0 0 0 0,-1 0 0 0 0,1-1 0 0 0,0 0 0 0 0,0-1 1 0 0,0 0-1 0 0,0 0 0 0 0,0-1 0 0 0,-1 0 0 0 0,1-1 0 0 0,9-2 0 0 0,4-3 0 0 0,0 0 0 0 0,0-1 0 0 0,38-22 0 0 0,-31 17 104 0 0,-23 11 18 0 0,-1 0 0 0 0,1 0 0 0 0,-1-1 0 0 0,0 0 0 0 0,0 0-1 0 0,0 0 1 0 0,-1 0 0 0 0,7-7 0 0 0,5-9 40 0 0,0-2 1 0 0,-2 0-1 0 0,0-1 0 0 0,-2 0 1 0 0,0-1-1 0 0,-2-1 0 0 0,13-41 1 0 0,-8 12 409 0 0,-2 0 1 0 0,7-83-1 0 0,-18 125-264 0 0,0 0 0 0 0,1 1 0 0 0,7-20 0 0 0,-7 22 35 0 0,1-1-1 0 0,-2 0 1 0 0,1 0 0 0 0,-1 0 0 0 0,-1 0 0 0 0,1-15 0 0 0,-1 23-211 0 0,-1 1 0 0 0,0 0 1 0 0,0-1-1 0 0,0 1 0 0 0,0-1 0 0 0,0 1 0 0 0,0 0 0 0 0,0-1 1 0 0,0 1-1 0 0,0 0 0 0 0,0-1 0 0 0,0 1 0 0 0,-1 0 0 0 0,1-1 0 0 0,0 1 1 0 0,0 0-1 0 0,0-1 0 0 0,0 1 0 0 0,0 0 0 0 0,-1-1 0 0 0,1 1 0 0 0,0 0 1 0 0,0-1-1 0 0,-1 1 0 0 0,1 0 0 0 0,0 0 0 0 0,-1-1 0 0 0,0 1-4 0 0,1 1-1 0 0,-1-1 0 0 0,1 1 0 0 0,-1-1 0 0 0,1 0 1 0 0,-1 1-1 0 0,1-1 0 0 0,-1 1 0 0 0,1-1 0 0 0,-1 1 1 0 0,1-1-1 0 0,-1 1 0 0 0,1 0 0 0 0,0-1 0 0 0,-1 1 1 0 0,1-1-1 0 0,0 1 0 0 0,-1 1 0 0 0,-9 23 3 0 0,0 1 0 0 0,-12 51 0 0 0,-3 60 3 0 0,4-22-5 0 0,16-88 23 0 0,1 0 1 0 0,1 1-1 0 0,1-1 0 0 0,1 1 0 0 0,2-1 0 0 0,7 52 1 0 0,-6-71 3 0 0,1-1 0 0 0,-1 1 0 0 0,1-1 1 0 0,5 9-1 0 0,-7-15-25 0 0,-1-1-1 0 0,1 1 1 0 0,0-1 0 0 0,-1 1 0 0 0,1-1-1 0 0,0 0 1 0 0,0 1 0 0 0,-1-1 0 0 0,1 0-1 0 0,0 0 1 0 0,0 1 0 0 0,-1-1 0 0 0,1 0-1 0 0,0 0 1 0 0,0 0 0 0 0,0 0 0 0 0,7 2-15 0 0,3 3-39 0 0,-8-3-86 0 0,1 0 1 0 0,-1-1-1 0 0,0 1 1 0 0,1-1 0 0 0,0 1-1 0 0,-1-1 1 0 0,1 0-1 0 0,0 0 1 0 0,-1-1-1 0 0,1 1 1 0 0,0-1 0 0 0,0 0-1 0 0,0 0 1 0 0,-1 0-1 0 0,1 0 1 0 0,0-1 0 0 0,0 0-1 0 0,0 1 1 0 0,6-4-1 0 0,-9 4 31 0 0,2-1-333 0 0,0 0 0 0 0,-1 0 1 0 0,1-1-1 0 0,-1 1 0 0 0,1-1 0 0 0,-1 1 0 0 0,0-1 1 0 0,1 0-1 0 0,-1 1 0 0 0,0-1 0 0 0,0 0 1 0 0,3-5-1 0 0,1-6-2063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15 111 8978 0 0,'0'0'908'0'0,"-15"-20"4707"0"0,17 18-5560 0 0,-1 1 0 0 0,0-1 0 0 0,1 1 0 0 0,0-1 0 0 0,-1 1 1 0 0,1-1-1 0 0,0 1 0 0 0,0 0 0 0 0,0 0 0 0 0,0 0 0 0 0,0 0 1 0 0,0 0-1 0 0,3-1 0 0 0,0 0-1 0 0,21-7 114 0 0,1 1-1 0 0,0 2 1 0 0,0 0-1 0 0,1 2 1 0 0,42-2-1 0 0,-11 0 9 0 0,215-8 995 0 0,-262 9 310 0 0,-4 0-2197 0 0,-2 5-4294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300 255 7306 0 0,'-1'-8'521'0'0,"1"-1"0"0"0,-1 0 0 0 0,-4-12 1 0 0,-1-11-122 0 0,-1-18 444 0 0,2 16 1223 0 0,-1-46-1 0 0,6 80-2032 0 0,0-1 0 0 0,0 1 0 0 0,0 0 0 0 0,0-1 0 0 0,0 1 0 0 0,0-1 0 0 0,0 1-1 0 0,0-1 1 0 0,0 1 0 0 0,0 0 0 0 0,0-1 0 0 0,0 1 0 0 0,0-1 0 0 0,0 1 0 0 0,0-1-1 0 0,-1 1 1 0 0,1 0 0 0 0,0-1 0 0 0,0 1 0 0 0,-1 0 0 0 0,1-1 0 0 0,0 1-1 0 0,0 0 1 0 0,-1-1 0 0 0,1 1 0 0 0,0 0 0 0 0,-1 0 0 0 0,1-1 0 0 0,0 1 0 0 0,-1 0-1 0 0,1 0 1 0 0,-1-1 0 0 0,0 1-28 0 0,0 1 0 0 0,1-1 0 0 0,-1 0-1 0 0,1 0 1 0 0,-1 1 0 0 0,0-1 0 0 0,1 0-1 0 0,-1 1 1 0 0,1-1 0 0 0,-1 0 0 0 0,1 1-1 0 0,-1-1 1 0 0,1 1 0 0 0,-1-1 0 0 0,1 1 0 0 0,0-1-1 0 0,-1 1 1 0 0,1 0 0 0 0,0-1 0 0 0,-1 1-1 0 0,1-1 1 0 0,0 1 0 0 0,-1 1 0 0 0,-6 19 31 0 0,1 0 0 0 0,1 0 0 0 0,1 1 1 0 0,1 0-1 0 0,-1 32 0 0 0,-7 44 49 0 0,8-85-67 0 0,0 0 0 0 0,0 0 0 0 0,-1-1 0 0 0,-1 1 0 0 0,-8 15 0 0 0,9-20 9 0 0,-1 0 1 0 0,1 0 0 0 0,-1 0 0 0 0,-1-1-1 0 0,1 0 1 0 0,-1 0 0 0 0,-1-1 0 0 0,1 1 0 0 0,-1-1-1 0 0,0 0 1 0 0,-9 5 0 0 0,-29 10 123 0 0,6-4 755 0 0,21-9 139 0 0,35-14-825 0 0,166-26-66 0 0,-35 7-114 0 0,-113 20-122 0 0,13-3-642 0 0,-19-2-6126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4 124 11747 0 0,'0'0'1318'0'0,"-4"-20"1932"0"0,5 17-3199 0 0,0 1-1 0 0,-1 0 0 0 0,1 0 0 0 0,0 0 0 0 0,1 0 1 0 0,-1 0-1 0 0,0 0 0 0 0,0 0 0 0 0,1 0 0 0 0,-1 0 0 0 0,1 1 1 0 0,0-1-1 0 0,0 1 0 0 0,-1-1 0 0 0,1 1 0 0 0,0-1 0 0 0,0 1 1 0 0,0 0-1 0 0,0 0 0 0 0,0 0 0 0 0,1 0 0 0 0,-1 1 0 0 0,2-2 1 0 0,11-2-32 0 0,0-1 1 0 0,20-1-1 0 0,-27 4 45 0 0,141-19 80 0 0,-142 20-195 0 0,1 0 0 0 0,-1-1 0 0 0,0 0 0 0 0,11-5 0 0 0,-13 4-409 0 0,0 1 1 0 0,0 0 0 0 0,1 1 0 0 0,-1-1 0 0 0,1 1 0 0 0,-1 0 0 0 0,1 0-1 0 0,-1 1 1 0 0,1 0 0 0 0,6 0 0 0 0,-1 1-2283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55 154 3609 0 0,'0'-8'5945'0'0,"0"-10"-4445"0"0,0 12-926 0 0,0 0 0 0 0,1 0 0 0 0,0 0 0 0 0,0 0 0 0 0,1 1 0 0 0,0-1 0 0 0,0 0 0 0 0,0 1 0 0 0,0 0 0 0 0,4-6 0 0 0,-7 16-554 0 0,1 0 1 0 0,-1-1-1 0 0,1 1 0 0 0,0 0 1 0 0,0 0-1 0 0,1 6 1 0 0,0 12-36 0 0,-13 91-11 0 0,6-76 750 0 0,-2 54-1 0 0,8-91-613 0 0,-4-19 116 0 0,0-9-239 0 0,1 1 0 0 0,2 0-1 0 0,1-1 1 0 0,0 1 0 0 0,2-1-1 0 0,2 1 1 0 0,0 0 0 0 0,14-45-1 0 0,-17 67 15 0 0,1 0-1 0 0,-1 0 0 0 0,1 1 1 0 0,0-1-1 0 0,1 1 0 0 0,-1-1 1 0 0,0 1-1 0 0,1 0 0 0 0,0 0 1 0 0,0 0-1 0 0,0 0 0 0 0,0 0 1 0 0,0 0-1 0 0,0 1 0 0 0,8-4 1 0 0,-6 4-2 0 0,0 0-1 0 0,1 0 1 0 0,0 0 0 0 0,-1 1 0 0 0,1 0 0 0 0,0 0 0 0 0,0 0-1 0 0,-1 1 1 0 0,1 0 0 0 0,7 0 0 0 0,0 2 3 0 0,0 0 0 0 0,-1 0-1 0 0,1 2 1 0 0,-1-1 0 0 0,0 2 0 0 0,0-1 0 0 0,0 2-1 0 0,-1-1 1 0 0,18 13 0 0 0,-25-14 1 0 0,1 0-1 0 0,-1 0 0 0 0,0 0 1 0 0,0 1-1 0 0,0 0 1 0 0,0 0-1 0 0,-1 0 0 0 0,0 0 1 0 0,0 1-1 0 0,0-1 1 0 0,2 9-1 0 0,2 7 37 0 0,7 38-1 0 0,-13-56-33 0 0,14 39 72 0 0,-13-39-58 0 0,0 1 0 0 0,0-1 1 0 0,-1 1-1 0 0,0 0 0 0 0,1-1 1 0 0,-1 1-1 0 0,0 0 0 0 0,-1 0 0 0 0,1 0 1 0 0,-1-1-1 0 0,1 1 0 0 0,-1 0 1 0 0,0 0-1 0 0,-1 0 0 0 0,1 0 0 0 0,-1 0 1 0 0,0 0-1 0 0,0-1 0 0 0,-2 7 1 0 0,2-8-16 0 0,0-1 1 0 0,0 0-1 0 0,0 0 1 0 0,0 0 0 0 0,0 0-1 0 0,0 0 1 0 0,0 0-1 0 0,0-1 1 0 0,0 1 0 0 0,-1 0-1 0 0,1-1 1 0 0,0 1-1 0 0,-1 0 1 0 0,1-1 0 0 0,0 0-1 0 0,-3 1 1 0 0,-29 5 42 0 0,20-4-6 0 0,-30 5 53 0 0,29-6-80 0 0,1 1 1 0 0,0 1-1 0 0,0 0 0 0 0,0 1 1 0 0,-14 5-1 0 0,18-5 29 0 0,0 0 0 0 0,-1-1 0 0 0,1 0-1 0 0,-1-1 1 0 0,1 0 0 0 0,-15 1 0 0 0,-60-3-631 0 0,44-1-2168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52 9346 0 0,'0'0'1282'0'0,"-13"-14"5363"0"0,16 12-6589 0 0,-1 1-1 0 0,1 0 1 0 0,-1 0-1 0 0,1 0 1 0 0,0 0-1 0 0,0 1 1 0 0,-1-1-1 0 0,1 1 1 0 0,0 0-1 0 0,4-1 1 0 0,3 0 53 0 0,222-26 650 0 0,-193 27-480 0 0,-23 0-6193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23 11234 0 0,'0'0'925'0'0,"-4"0"2870"0"0,25-1-3608 0 0,44-8 0 0 0,1-1-26 0 0,-5 7 98 0 0,-35 3-3597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194 125 9442 0 0,'-1'-86'8826'0'0,"1"85"-8797"0"0,0 1 1 0 0,0-1-1 0 0,0 1 0 0 0,0-1 1 0 0,0 1-1 0 0,-1-1 0 0 0,1 1 1 0 0,0-1-1 0 0,0 0 0 0 0,0 1 1 0 0,0-1-1 0 0,-1 1 0 0 0,1-1 1 0 0,0 1-1 0 0,-1-1 1 0 0,1 1-1 0 0,0-1 0 0 0,-1 1 1 0 0,1 0-1 0 0,0-1 0 0 0,-1 1 1 0 0,1-1-1 0 0,-1 1 0 0 0,1 0 1 0 0,-1 0-1 0 0,1-1 0 0 0,-1 1 1 0 0,0-1-1 0 0,-19 1 182 0 0,16 1-209 0 0,-1 0 0 0 0,1 1 0 0 0,0-1 0 0 0,0 1 0 0 0,0 0 0 0 0,-6 3 0 0 0,3 2-1 0 0,1 0 0 0 0,1 0 0 0 0,-1 1 0 0 0,1 0 0 0 0,0 0 0 0 0,1 0 0 0 0,0 0 0 0 0,-5 16 0 0 0,-3 3 22 0 0,5-11-25 0 0,-1 1-1 0 0,2 0 1 0 0,0 1-1 0 0,1-1 1 0 0,1 1-1 0 0,-3 23 1 0 0,7-36 4 0 0,-1 0 1 0 0,0-1 0 0 0,0 1 0 0 0,-1-1-1 0 0,0 1 1 0 0,-2 5 0 0 0,2-7-3 0 0,0 1 0 0 0,1 0 0 0 0,-1 0 1 0 0,1 0-1 0 0,0 0 0 0 0,0 0 1 0 0,0 0-1 0 0,0 6 0 0 0,4 17-15 0 0,-3-26 14 0 0,0 1 0 0 0,0-1 0 0 0,0 0 0 0 0,1 0 0 0 0,-1 0 0 0 0,1 0 0 0 0,-1 0 0 0 0,1 0 0 0 0,-1 0 0 0 0,1-1 0 0 0,-1 1 0 0 0,1 0 0 0 0,0 0 0 0 0,-1 0 0 0 0,1 0 0 0 0,0-1 0 0 0,0 1 0 0 0,0 0 0 0 0,-1-1 0 0 0,1 1 0 0 0,0-1 0 0 0,0 1 0 0 0,2 0 0 0 0,35 14 0 0 0,-32-12 8 0 0,0 0 0 0 0,1 0 0 0 0,0-1 0 0 0,-1 0-1 0 0,1 0 1 0 0,12 2 0 0 0,-8-4 18 0 0,0-1 0 0 0,-1 1 1 0 0,0-2-1 0 0,1 1 0 0 0,-1-2 0 0 0,0 1 0 0 0,0-1 0 0 0,0-1 0 0 0,0 0 1 0 0,0 0-1 0 0,-1-1 0 0 0,0 0 0 0 0,13-10 0 0 0,-16 9-11 0 0,0-1 1 0 0,-1-1-1 0 0,0 1 0 0 0,0-1 1 0 0,0 0-1 0 0,-1 0 0 0 0,-1 0 0 0 0,1 0 1 0 0,3-13-1 0 0,5-11 46 0 0,-7 17-50 0 0,0 0 1 0 0,-1 0 0 0 0,0 0-1 0 0,-1-1 1 0 0,-1 1-1 0 0,-1-1 1 0 0,0 0-1 0 0,-1 0 1 0 0,-1 1 0 0 0,0-1-1 0 0,-6-25 1 0 0,-5 7 9 0 0,11 33-26 0 0,0-1 1 0 0,0 1-1 0 0,0 0 0 0 0,0-1 1 0 0,0 1-1 0 0,0 0 0 0 0,0 0 1 0 0,0 0-1 0 0,0-1 0 0 0,0 1 0 0 0,-1 1 1 0 0,1-1-1 0 0,-1 0 0 0 0,1 0 1 0 0,0 0-1 0 0,-1 1 0 0 0,1-1 1 0 0,-1 1-1 0 0,-2-1 0 0 0,-29-10-7 0 0,29 10 10 0 0,1-1 0 0 0,0 1 0 0 0,-1 0-1 0 0,1 0 1 0 0,0 0 0 0 0,-1 0 0 0 0,0 0 0 0 0,1 1-1 0 0,-1 0 1 0 0,1-1 0 0 0,-1 1 0 0 0,-6 1 0 0 0,4 0 1 0 0,1 1 0 0 0,-1 0 0 0 0,0-1 0 0 0,1 2 0 0 0,0-1 0 0 0,-1 1 1 0 0,1-1-1 0 0,0 2 0 0 0,0-1 0 0 0,0 0 0 0 0,1 1 0 0 0,-1 0 0 0 0,1 0 1 0 0,0 0-1 0 0,0 1 0 0 0,1-1 0 0 0,-1 1 0 0 0,1 0 0 0 0,0 0 0 0 0,0 0 1 0 0,0 0-1 0 0,-1 7 0 0 0,-3 1-12 0 0,2 1 0 0 0,-1 0 0 0 0,2 1 0 0 0,-5 22 1 0 0,7-28 9 0 0,0-1 1 0 0,0 0-1 0 0,-1-1 1 0 0,-5 12-1 0 0,5-12-10 0 0,0 0 0 0 0,0-1 0 0 0,1 2 0 0 0,0-1 0 0 0,0 0 0 0 0,-1 12 0 0 0,6 23-1448 0 0,4-16-2514 0 0,-5-21 1939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15331 0 0,'0'0'2945'0'0,"-19"6"-2228"0"0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13747 0 0,'0'0'120'0'0,"-14"7"2327"0"0,11-6-2392 0 0,0 1 0 0 0,1 0 0 0 0,-1-1 0 0 0,1 1-1 0 0,0 1 1 0 0,0-1 0 0 0,0 0 0 0 0,0 0 0 0 0,0 1 0 0 0,0-1 0 0 0,0 1 0 0 0,1 0-1 0 0,-1-1 1 0 0,1 1 0 0 0,-1 3 0 0 0,-3 8 136 0 0,2-1 1 0 0,-4 18-1 0 0,6-22-93 0 0,-1 0-1 0 0,0 0 1 0 0,0 0 0 0 0,-1 0-1 0 0,-5 11 1 0 0,5-14-61 0 0,0 0 0 0 0,1 0 1 0 0,0 0-1 0 0,0 1 0 0 0,1-1 1 0 0,0 0-1 0 0,0 1 0 0 0,0-1 0 0 0,1 1 1 0 0,-1-1-1 0 0,2 1 0 0 0,-1 0 1 0 0,1-1-1 0 0,0 1 0 0 0,0-1 0 0 0,1 0 1 0 0,0 1-1 0 0,0-1 0 0 0,0 0 1 0 0,1 0-1 0 0,3 6 0 0 0,-3-10-21 0 0,-1 1-1 0 0,1-1 0 0 0,0 1 1 0 0,-1-1-1 0 0,1 0 1 0 0,0 0-1 0 0,1 0 0 0 0,-1 0 1 0 0,0-1-1 0 0,0 1 1 0 0,1-1-1 0 0,-1 0 0 0 0,1 0 1 0 0,-1 0-1 0 0,6 0 1 0 0,7 3 45 0 0,-4 0-24 0 0,1 0 17 0 0,-1 0 1 0 0,21 10-1 0 0,-22-9-39 0 0,0-1 0 0 0,1 0-1 0 0,0-1 1 0 0,-1 0 0 0 0,1 0 0 0 0,0-2-1 0 0,1 1 1 0 0,-1-2 0 0 0,0 0-1 0 0,0 0 1 0 0,0-1 0 0 0,0 0 0 0 0,21-6-1 0 0,-23 5-499 0 0,0-1-1 0 0,1-1 1 0 0,-1 0-1 0 0,0 0 1 0 0,12-8-1 0 0,0 1-3392 0 0,-13-1-23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6 9170 0 0,'0'0'1980'0'0,"-6"-2"2434"0"0,-5-2-2577 0 0,9 7-1819 0 0,1 0 0 0 0,0 0-1 0 0,-1 1 1 0 0,1-1 0 0 0,0 0 0 0 0,0 1 0 0 0,1-1-1 0 0,-1 1 1 0 0,1-1 0 0 0,0 1 0 0 0,0 5 0 0 0,-1 3 21 0 0,-6 71 202 0 0,-13 91 56 0 0,16-149-265 0 0,-2 0 1 0 0,-1 0-1 0 0,-1-1 1 0 0,-21 44 0 0 0,-28 47-4026 0 0,52-101 1954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55 10434 0 0,'0'-9'4116'0'0,"1"76"-3781"0"0,1-34 58 0 0,-2 1 0 0 0,-1-1 0 0 0,-1 1-1 0 0,-2-1 1 0 0,-10 40 0 0 0,9-42 381 0 0,4-23-296 0 0,6-22-380 0 0,-2 3-85 0 0,0 1-1 0 0,1-1 1 0 0,1 1 0 0 0,0 0-1 0 0,8-11 1 0 0,36-50 18 0 0,-27 42-18 0 0,1-6-29 0 0,-7 11-2 0 0,19-23 1 0 0,-31 42 21 0 0,0 0 0 0 0,1 0 1 0 0,-1 1-1 0 0,1 0 0 0 0,0 0 0 0 0,0 0 0 0 0,1 0 0 0 0,-1 1 0 0 0,1 0 1 0 0,8-4-1 0 0,-1 1 5 0 0,13-5 68 0 0,-25 11-74 0 0,-1-1 0 0 0,1 1 1 0 0,0 0-1 0 0,-1 0 0 0 0,1 0 1 0 0,0 0-1 0 0,-1 0 0 0 0,1 0 1 0 0,0 0-1 0 0,0 0 1 0 0,-1 0-1 0 0,1 0 0 0 0,0 0 1 0 0,-1 1-1 0 0,1-1 0 0 0,0 0 1 0 0,-1 0-1 0 0,1 1 0 0 0,0-1 1 0 0,-1 0-1 0 0,1 1 0 0 0,-1-1 1 0 0,1 1-1 0 0,-1-1 1 0 0,1 1-1 0 0,-1-1 0 0 0,1 1 1 0 0,-1-1-1 0 0,1 1 0 0 0,-1-1 1 0 0,1 2-1 0 0,3 6 8 0 0,-1 0 0 0 0,0 0 0 0 0,-1 0 0 0 0,0 1 0 0 0,0-1 0 0 0,-1 1 0 0 0,0-1-1 0 0,0 1 1 0 0,-1 9 0 0 0,-2 11 69 0 0,-7 39-1 0 0,3-33-46 0 0,8-17 87 0 0,2-13 4 0 0,1-13-66 0 0,15-37-68 0 0,2 1 1 0 0,46-68 0 0 0,-63 106 5 0 0,-1 0 1 0 0,1 0-1 0 0,0 1 1 0 0,1-1-1 0 0,-1 1 0 0 0,1 0 1 0 0,0 1-1 0 0,1-1 1 0 0,-1 1-1 0 0,1 0 1 0 0,10-4-1 0 0,-9 4-4 0 0,-5 2 0 0 0,1 0-1 0 0,0 0 1 0 0,0 1-1 0 0,0-1 0 0 0,7-1 1 0 0,-10 3 9 0 0,-1 0 0 0 0,1 0-1 0 0,0 0 1 0 0,0 0 0 0 0,-1 0 0 0 0,1 0 0 0 0,0 0 0 0 0,-1 0 0 0 0,1 0 0 0 0,0 0 0 0 0,0 0 0 0 0,-1 1-1 0 0,1-1 1 0 0,0 0 0 0 0,-1 1 0 0 0,1-1 0 0 0,0 0 0 0 0,-1 1 0 0 0,1-1 0 0 0,-1 1 0 0 0,1-1-1 0 0,0 1 1 0 0,-1-1 0 0 0,1 1 0 0 0,-1-1 0 0 0,0 1 0 0 0,1 0 0 0 0,-1-1 0 0 0,1 1 0 0 0,-1 0 0 0 0,0-1-1 0 0,0 1 1 0 0,1 0 0 0 0,-1-1 0 0 0,0 1 0 0 0,0 0 0 0 0,0 0 0 0 0,0-1 0 0 0,0 1 0 0 0,0 1-1 0 0,2 7 16 0 0,1-1 0 0 0,-1 1-1 0 0,9 16 1 0 0,-7-16-10 0 0,-1-1 1 0 0,1 1-1 0 0,-2 0 1 0 0,4 18-1 0 0,-4-6-70 0 0,-1 0-1 0 0,-2 0 1 0 0,-3 29 0 0 0,-3-1-5228 0 0,6-39 971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224 127 11650 0 0,'0'0'98'0'0,"0"0"0"0"0,0 0 0 0 0,1-1 0 0 0,-1 1 0 0 0,0 0-1 0 0,0-1 1 0 0,0 1 0 0 0,0 0 0 0 0,0-1 0 0 0,0 1-1 0 0,0 0 1 0 0,0-1 0 0 0,0 1 0 0 0,0 0 0 0 0,-1-1-1 0 0,1 1 1 0 0,0 0 0 0 0,0-1 0 0 0,0 1 0 0 0,0 0-1 0 0,0 0 1 0 0,0-1 0 0 0,-1 1 0 0 0,1 0 0 0 0,0-1-1 0 0,0 1 1 0 0,0 0 0 0 0,-1 0 0 0 0,1 0 0 0 0,0-1-1 0 0,0 1 1 0 0,-1 0 0 0 0,1 0 0 0 0,0 0 0 0 0,-1-1 0 0 0,-8 9 713 0 0,-7 19-893 0 0,-6 18 389 0 0,-25 80 0 0 0,32-78-85 0 0,-41 82 1 0 0,46-108-119 0 0,8-15-11 0 0,0-1 1 0 0,0 0 0 0 0,0-1-1 0 0,-1 1 1 0 0,1 0 0 0 0,-1-1-1 0 0,-1 1 1 0 0,1-1 0 0 0,0 0 0 0 0,-1 0-1 0 0,-7 6 1 0 0,11-10-88 0 0,0 0-1 0 0,-1 0 1 0 0,1 0-1 0 0,0 0 1 0 0,0 0 0 0 0,0 0-1 0 0,0 0 1 0 0,0 0 0 0 0,-1-1-1 0 0,1 1 1 0 0,0 0 0 0 0,0 0-1 0 0,0 0 1 0 0,0 0 0 0 0,0 0-1 0 0,0 0 1 0 0,-1 0 0 0 0,1 0-1 0 0,0 0 1 0 0,0-1 0 0 0,0 1-1 0 0,0 0 1 0 0,0 0 0 0 0,0 0-1 0 0,0 0 1 0 0,0 0-1 0 0,0 0 1 0 0,0-1 0 0 0,-1 1-1 0 0,1 0 1 0 0,0 0 0 0 0,0 0-1 0 0,0 0 1 0 0,0-1 0 0 0,0 1-1 0 0,0 0 1 0 0,0 0 0 0 0,0 0-1 0 0,0 0 1 0 0,0 0 0 0 0,0-1-1 0 0,0 1 1 0 0,1 0 0 0 0,-1 0-1 0 0,0 0 1 0 0,0 0 0 0 0,0-1-1 0 0,1-10 28 0 0,7-23-6 0 0,2 0 0 0 0,1 0 1 0 0,27-57-1 0 0,-18 47-37 0 0,44-89 15 0 0,-43 83 8 0 0,-18 40-13 0 0,0 1 0 0 0,1-1 0 0 0,1 1-1 0 0,-1 0 1 0 0,11-15 0 0 0,-9 17 29 0 0,-1 1 1 0 0,1-1-1 0 0,0 1 1 0 0,1 1-1 0 0,-1-1 1 0 0,1 1-1 0 0,0 0 1 0 0,1 0-1 0 0,-1 1 1 0 0,12-5-1 0 0,-16 8-3 0 0,-1 0-18 0 0,-1 0-1 0 0,0 0 1 0 0,1 1-1 0 0,-1-1 1 0 0,1 1-1 0 0,-1-1 1 0 0,1 1-1 0 0,-1 0 1 0 0,1-1-1 0 0,0 1 1 0 0,2 0 0 0 0,-3 1-7 0 0,0-1 0 0 0,0 1 0 0 0,0 0 0 0 0,0 0 0 0 0,0-1 0 0 0,-1 1 0 0 0,1 0 0 0 0,0 0 0 0 0,0 0 0 0 0,-1 0 0 0 0,1 0 0 0 0,0 0 0 0 0,-1 0 1 0 0,1 0-1 0 0,-1 0 0 0 0,1 3 0 0 0,7 12 11 0 0,-1 1 1 0 0,0 0 0 0 0,-1 0-1 0 0,-1 1 1 0 0,4 31 0 0 0,-2 271 578 0 0,-9-192-531 0 0,2-120-2025 0 0,0-2-2225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17 9354 0 0,'-2'-2'6313'0'0,"-1"-2"-3440"0"0,-6-7-1826 0 0,145 17-3656 0 0,-120-6 746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29 689 9266 0 0,'-27'-3'3475'0'0,"27"2"-3425"0"0,-1 0 0 0 0,1 1 0 0 0,0-1 1 0 0,0 1-1 0 0,0-1 0 0 0,0 0 0 0 0,-1 1 0 0 0,1-1 0 0 0,0 0 0 0 0,0 1 0 0 0,0-1 0 0 0,1 0 0 0 0,-1 1 0 0 0,0-1 0 0 0,0 1 0 0 0,0-1 0 0 0,0 0 0 0 0,1 1 0 0 0,-1-1 0 0 0,0 1 0 0 0,0-1 0 0 0,1 0 0 0 0,-1 1 0 0 0,0-1 0 0 0,1 1 0 0 0,-1-1 0 0 0,1 1 0 0 0,-1 0 0 0 0,1-1 0 0 0,0 0 0 0 0,16-15 83 0 0,-16 15-102 0 0,24-21 145 0 0,-1 0-1 0 0,-1-2 0 0 0,-1 0 0 0 0,-2-1 0 0 0,0-2 1 0 0,-1 0-1 0 0,26-54 0 0 0,77-157 1213 0 0,-121 234-1316 0 0,1 1-1 0 0,-1 0 1 0 0,0-1-1 0 0,0 0 1 0 0,0 1-1 0 0,0-1 1 0 0,0-4-1 0 0,-6 16-104 0 0,4-7 34 0 0,-20 55 23 0 0,2 1-1 0 0,-13 65 1 0 0,26-88-6 0 0,2-1 0 0 0,0 45-1 0 0,4-77-14 0 0,0 0 0 0 0,1 0-1 0 0,-1 0 1 0 0,0 0-1 0 0,1 0 1 0 0,-1 0 0 0 0,1 0-1 0 0,-1 0 1 0 0,1 0-1 0 0,0 0 1 0 0,-1-1 0 0 0,1 1-1 0 0,0 0 1 0 0,0 0-1 0 0,-1-1 1 0 0,1 1 0 0 0,0-1-1 0 0,0 1 1 0 0,0 0-1 0 0,0-1 1 0 0,0 0 0 0 0,0 1-1 0 0,0-1 1 0 0,0 1-1 0 0,0-1 1 0 0,0 0 0 0 0,1 0-1 0 0,30 4 46 0 0,-27-5-35 0 0,1 1 0 0 0,-1-2 0 0 0,1 1 0 0 0,-1 0 1 0 0,1-1-1 0 0,-1 0 0 0 0,0-1 0 0 0,0 1 1 0 0,0-1-1 0 0,0 0 0 0 0,0 0 0 0 0,-1 0 0 0 0,0-1 1 0 0,1 0-1 0 0,-1 0 0 0 0,0 0 0 0 0,4-6 1 0 0,7-10 8 0 0,-1 0 0 0 0,19-40 0 0 0,-9 16 23 0 0,19-30 104 0 0,42-101 1 0 0,-67 137-147 0 0,6-17 391 0 0,-48 91-338 0 0,-3 14-56 0 0,2 2-1 0 0,2 0 1 0 0,3 2 0 0 0,2 0-1 0 0,3 1 1 0 0,-9 58-1 0 0,23-105-7 0 0,-4 17-359 0 0,-1 33 0 0 0,6-52 253 0 0,0 0 0 0 0,0 1 0 0 0,0-1 0 0 0,1 0 0 0 0,0 0-1 0 0,0 1 1 0 0,1-1 0 0 0,0 0 0 0 0,0 0 0 0 0,5 10 0 0 0,3-9-2944 0 0,5 3 658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9 183 8690 0 0,'-9'-14'2023'0'0,"10"11"-1953"0"0,-1 0 1 0 0,1 0-1 0 0,0 0 0 0 0,0 0 0 0 0,0 0 1 0 0,0 0-1 0 0,1 1 0 0 0,2-6 1 0 0,3-4 91 0 0,-6 10-137 0 0,0-1 1 0 0,0 1-1 0 0,1 0 1 0 0,-1 0-1 0 0,1 1 1 0 0,-1-1-1 0 0,1 0 1 0 0,-1 0-1 0 0,1 1 1 0 0,0-1-1 0 0,0 1 0 0 0,0 0 1 0 0,0-1-1 0 0,3 0 1 0 0,36-14 323 0 0,-14 6-16 0 0,2-2 63 0 0,21-11 195 0 0,-49 22-572 0 0,0 0-1 0 0,0 1 1 0 0,0-1 0 0 0,0 0 0 0 0,0 1-1 0 0,0-1 1 0 0,0 1 0 0 0,0-1 0 0 0,0 1 0 0 0,0 0-1 0 0,0-1 1 0 0,1 1 0 0 0,-1 0 0 0 0,0 0-1 0 0,0 0 1 0 0,0 0 0 0 0,0 0 0 0 0,0 0-1 0 0,1 0 1 0 0,-1 0 0 0 0,0 1 0 0 0,0-1-1 0 0,0 0 1 0 0,0 0 0 0 0,0 1 0 0 0,1 0 0 0 0,0 0 4 0 0,-1 1 1 0 0,0-1 0 0 0,1 1 0 0 0,-1-1 0 0 0,0 1 0 0 0,0-1 0 0 0,0 1-1 0 0,0 0 1 0 0,0-1 0 0 0,-1 1 0 0 0,1 0 0 0 0,0 0 0 0 0,-1 0-1 0 0,1 2 1 0 0,1 6 100 0 0,-1 0 0 0 0,0 1 0 0 0,-1-1 0 0 0,-1 15 0 0 0,0-14 144 0 0,-1-1 0 0 0,0 0 0 0 0,-1 0 0 0 0,-1 0 0 0 0,1 0 0 0 0,-8 12 0 0 0,-2 8 209 0 0,7-7-216 0 0,6-23-249 0 0,0 0 0 0 0,0 1 0 0 0,0-1 0 0 0,0 0 0 0 0,0 0 0 0 0,-1 1 0 0 0,1-1 0 0 0,0 0-1 0 0,0 1 1 0 0,0-1 0 0 0,0 0 0 0 0,0 1 0 0 0,0-1 0 0 0,0 0 0 0 0,0 0 0 0 0,0 1 0 0 0,0-1 0 0 0,0 0 0 0 0,0 1 0 0 0,1-1 0 0 0,-1 0-1 0 0,0 0 1 0 0,0 1 0 0 0,0-1 0 0 0,0 0 0 0 0,0 0 0 0 0,0 1 0 0 0,1-1 0 0 0,-1 0 0 0 0,0 0 0 0 0,0 1 0 0 0,0-1 0 0 0,1 0 0 0 0,-1 0 0 0 0,0 0-1 0 0,0 0 1 0 0,1 1 0 0 0,-1-1 0 0 0,0 0 0 0 0,0 0 0 0 0,1 0 0 0 0,-1 0 0 0 0,0 0 0 0 0,1 0 0 0 0,-1 0 0 0 0,0 0 0 0 0,0 0 0 0 0,1 0-1 0 0,-1 0 1 0 0,0 0 0 0 0,1 0 0 0 0,-1 0 0 0 0,0 0 0 0 0,1 0 0 0 0,-1 0 0 0 0,0 0 0 0 0,0 0 0 0 0,1 0 0 0 0,-1 0 0 0 0,0 0 0 0 0,0 0-1 0 0,1-1 1 0 0,-1 1 0 0 0,0 0 0 0 0,0 0 0 0 0,1 0 0 0 0,-1-1 0 0 0,0 1 0 0 0,16-8 9 0 0,-13 6-18 0 0,1 1-1 0 0,-1-1 1 0 0,1 0 0 0 0,-1 0-1 0 0,0 0 1 0 0,0 0 0 0 0,0-1 0 0 0,5-4-1 0 0,14-23 45 0 0,32-57 1 0 0,-4 4-39 0 0,-46 77-13 0 0,14-19-11 0 0,-18 25 14 0 0,1-1 0 0 0,0 0-1 0 0,-1 1 1 0 0,1-1 0 0 0,-1 0 0 0 0,1 1 0 0 0,0-1 0 0 0,0 1 0 0 0,-1-1 0 0 0,1 1 0 0 0,0-1-1 0 0,0 1 1 0 0,-1 0 0 0 0,1-1 0 0 0,0 1 0 0 0,0 0 0 0 0,0 0 0 0 0,0 0 0 0 0,0 0 0 0 0,-1-1-1 0 0,1 1 1 0 0,0 0 0 0 0,0 0 0 0 0,0 1 0 0 0,0-1 0 0 0,0 0 0 0 0,1 1 0 0 0,-1 0 2 0 0,1 0 1 0 0,-1 0 0 0 0,0 1-1 0 0,0-1 1 0 0,0 1-1 0 0,0-1 1 0 0,0 1 0 0 0,0-1-1 0 0,-1 1 1 0 0,1 0 0 0 0,0-1-1 0 0,-1 1 1 0 0,1 0-1 0 0,-1-1 1 0 0,1 4 0 0 0,0-1 1 0 0,1 10 40 0 0,0 0-1 0 0,-1 0 1 0 0,-1 1 0 0 0,0-1-1 0 0,0 0 1 0 0,-2 0 0 0 0,-4 23-1 0 0,2-15-1707 0 0,-1 37 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323 149 10962 0 0,'-1'-11'526'0'0,"0"1"1"0"0,-1 0-1 0 0,0 0 0 0 0,-4-10 0 0 0,-2-10 312 0 0,7 27-666 0 0,1-1 1 0 0,-1 1-1 0 0,0 0 1 0 0,0 0-1 0 0,-1 0 0 0 0,1 0 1 0 0,0 0-1 0 0,-1 0 0 0 0,0 0 1 0 0,0 0-1 0 0,0 0 1 0 0,0 1-1 0 0,-3-4 0 0 0,2 4-124 0 0,1 1 0 0 0,0 0 0 0 0,-1-1 0 0 0,1 1 0 0 0,-1 0 0 0 0,0 0 0 0 0,1 0 0 0 0,-1 0 0 0 0,0 1 0 0 0,0-1 0 0 0,1 1 0 0 0,-1 0 0 0 0,0 0 0 0 0,0 0 0 0 0,0 0 0 0 0,-3 0 0 0 0,1 1-16 0 0,-1 0-1 0 0,1 0 1 0 0,0 0 0 0 0,0 1 0 0 0,0 0 0 0 0,1-1-1 0 0,-1 2 1 0 0,0-1 0 0 0,1 1 0 0 0,-1-1 0 0 0,1 1-1 0 0,0 0 1 0 0,0 1 0 0 0,0-1 0 0 0,0 1 0 0 0,-5 6-1 0 0,-1 5 60 0 0,-1 0-1 0 0,2 0 0 0 0,-11 24 0 0 0,11-23-39 0 0,1 4 50 0 0,0 1 1 0 0,-9 33-1 0 0,1 0-16 0 0,10-33-64 0 0,-13 27-43 0 0,16-43 25 0 0,1 0 1 0 0,0 1-1 0 0,0-1 1 0 0,1 1-1 0 0,-1-1 1 0 0,1 1-1 0 0,0 0 1 0 0,1-1-1 0 0,-1 1 0 0 0,1 0 1 0 0,0-1-1 0 0,1 7 1 0 0,-1-9-69 0 0,1 0 0 0 0,-1-1 0 0 0,1 0 0 0 0,-1 1 1 0 0,1-1-1 0 0,0 1 0 0 0,0-1 0 0 0,0 0 0 0 0,0 1 1 0 0,0-1-1 0 0,0 0 0 0 0,1 0 0 0 0,-1 0 0 0 0,1 0 0 0 0,0 0 1 0 0,-1 0-1 0 0,1 0 0 0 0,0-1 0 0 0,0 1 0 0 0,0-1 1 0 0,0 1-1 0 0,0-1 0 0 0,1 0 0 0 0,-1 0 0 0 0,0 0 0 0 0,1 0 1 0 0,-1 0-1 0 0,4 1 0 0 0,36 11-1371 0 0,-36-11 1267 0 0,-1 1 0 0 0,0-1 1 0 0,0-1-1 0 0,1 1 0 0 0,-1-1 1 0 0,1 0-1 0 0,0 0 0 0 0,-1-1 0 0 0,1 1 1 0 0,-1-1-1 0 0,7-1 0 0 0,-6 0 138 0 0,1 0-1 0 0,-1-1 1 0 0,0 0-1 0 0,0 0 1 0 0,0 0-1 0 0,0-1 0 0 0,0 0 1 0 0,0 0-1 0 0,-1-1 1 0 0,0 1-1 0 0,1-1 1 0 0,-1 0-1 0 0,-1-1 1 0 0,1 1-1 0 0,0-1 1 0 0,-1 0-1 0 0,0 0 1 0 0,0 0-1 0 0,4-9 0 0 0,15-26 80 0 0,-16 26 517 0 0,1 1-1 0 0,0 0 0 0 0,1 0 0 0 0,13-15 0 0 0,-22 27-538 0 0,0 1-1 0 0,0 0 1 0 0,1 0 0 0 0,-1 0-1 0 0,0-1 1 0 0,0 1 0 0 0,0 0 0 0 0,0 0-1 0 0,0 0 1 0 0,0 0 0 0 0,0-1-1 0 0,1 1 1 0 0,-1 0 0 0 0,0 0-1 0 0,0 0 1 0 0,0 0 0 0 0,0-1-1 0 0,1 1 1 0 0,-1 0 0 0 0,0 0-1 0 0,0 0 1 0 0,0 0 0 0 0,1 0-1 0 0,-1 0 1 0 0,0 0 0 0 0,0 0-1 0 0,0 0 1 0 0,1 0 0 0 0,-1 0-1 0 0,0 0 1 0 0,0 0 0 0 0,1 0-1 0 0,-1 0 1 0 0,0 0 0 0 0,0 0 0 0 0,0 0-1 0 0,1 0 1 0 0,-1 0 0 0 0,0 0-1 0 0,0 0 1 0 0,0 0 0 0 0,1 0-1 0 0,-1 0 1 0 0,0 0 0 0 0,0 1-1 0 0,0-1 1 0 0,1 0 0 0 0,-1 0-1 0 0,0 0 1 0 0,0 0 0 0 0,0 0-1 0 0,0 1 1 0 0,0-1 0 0 0,1 0-1 0 0,-1 0 1 0 0,0 0 0 0 0,0 1-1 0 0,0-1 1 0 0,0 0 0 0 0,0 0 0 0 0,0 22 378 0 0,-10 27-252 0 0,4-27 34 0 0,1 0-1 0 0,1 1 1 0 0,1-1 0 0 0,0 34-1 0 0,5-54-104 0 0,0 0-1 0 0,0 0 1 0 0,0-1 0 0 0,0 1-1 0 0,1-1 1 0 0,-1 0-1 0 0,0 1 1 0 0,1-1-1 0 0,4 1 1 0 0,-2-1-15 0 0,0 0 0 0 0,-1 0-1 0 0,1-1 1 0 0,0 0 0 0 0,0 0 0 0 0,0 0 0 0 0,-1-1-1 0 0,1 1 1 0 0,0-1 0 0 0,0 0 0 0 0,-1-1 0 0 0,1 1-1 0 0,-1-1 1 0 0,1 0 0 0 0,-1 0 0 0 0,0 0 0 0 0,1-1 0 0 0,-1 1-1 0 0,7-7 1 0 0,-10 8-58 0 0,0-1 1 0 0,0 1-1 0 0,0-1 0 0 0,0 1 0 0 0,0-1 0 0 0,0 1 1 0 0,0-1-1 0 0,0 0 0 0 0,-1 1 0 0 0,1-1 0 0 0,-1 0 1 0 0,1 0-1 0 0,-1 1 0 0 0,1-3 0 0 0,4-15 75 0 0,-2 13-63 0 0,2-5 40 0 0,0-1 0 0 0,0 0 1 0 0,4-20-1 0 0,-8 28-55 0 0,-1 0 1 0 0,1 0-1 0 0,-1 0 1 0 0,0 0 0 0 0,0 0-1 0 0,0 0 1 0 0,-1 0-1 0 0,1 0 1 0 0,-1 0 0 0 0,0 1-1 0 0,0-1 1 0 0,-1 0-1 0 0,1 0 1 0 0,-1 1 0 0 0,-3-8-1 0 0,2 8-69 0 0,0 0-1 0 0,0 0 0 0 0,1 0 0 0 0,-2 1 1 0 0,1-1-1 0 0,0 0 0 0 0,0 1 0 0 0,-1 0 1 0 0,0 0-1 0 0,1 0 0 0 0,-1 1 0 0 0,0-1 1 0 0,0 1-1 0 0,0-1 0 0 0,0 1 0 0 0,0 1 1 0 0,-5-2-1 0 0,6 2-522 0 0,-1 0 0 0 0,0-1 0 0 0,0 1-1 0 0,0 1 1 0 0,1-1 0 0 0,-1 0 0 0 0,0 1 0 0 0,1 0 0 0 0,-1 0 0 0 0,0 0-1 0 0,-3 2 1 0 0,3-2-2295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13307 0 0,'0'0'197'0'0,"1"8"3572"0"0,4 32-3154 0 0,-1-16-316 0 0,1 0 0 0 0,12 31 0 0 0,-13-45-254 0 0,0 0 1 0 0,0 0-1 0 0,1 0 1 0 0,1-1 0 0 0,0 0-1 0 0,0 0 1 0 0,13 15-1 0 0,-13-20-241 0 0,0 0-1 0 0,-1 0 0 0 0,1 0 0 0 0,12 4 0 0 0,5 5-3285 0 0,-6-4-919 0 0,-9-6 640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23 12155 0 0,'-15'-17'4926'0'0,"12"16"-4886"0"0,1 0 0 0 0,-1 0 0 0 0,1 0 0 0 0,0 1 1 0 0,-1 0-1 0 0,1-1 0 0 0,-1 1 0 0 0,0 0 0 0 0,1 0 0 0 0,-1 0 0 0 0,1 0 0 0 0,-1 1 0 0 0,1-1 1 0 0,-1 1-1 0 0,1-1 0 0 0,-1 1 0 0 0,1 0 0 0 0,0 0 0 0 0,-1 0 0 0 0,1 0 0 0 0,0 0 1 0 0,0 1-1 0 0,0-1 0 0 0,0 1 0 0 0,0-1 0 0 0,-3 5 0 0 0,-3 3-26 0 0,1 0-1 0 0,0 0 1 0 0,0 1 0 0 0,-8 18-1 0 0,-2 2 86 0 0,-4-3-60 0 0,-1 0 1 0 0,-48 44-1 0 0,7-8-3666 0 0,47-44 752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26 1888 0 0,'-8'1'7342'0'0,"-8"-2"-3461"0"0,2-1-2288 0 0,-18-3 790 0 0,24 3-1597 0 0,11 0-440 0 0,125-11-167 0 0,-72 11-3659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8586 0 0,'0'0'7632'0'0,"17"-2"-5965"0"0,106-34-4286 0 0,-105 28-356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62 15747 0 0,'0'-3'224'0'0,"-1"0"-1"0"0,1 1 0 0 0,-1-1 0 0 0,0 0 0 0 0,1 1 1 0 0,-1-1-1 0 0,0 1 0 0 0,-3-5 0 0 0,2 5-69 0 0,1-1 0 0 0,-1 0 0 0 0,1 0 0 0 0,0 0 0 0 0,0 0-1 0 0,0 0 1 0 0,1-1 0 0 0,-1 1 0 0 0,0-4 0 0 0,10 89 117 0 0,-9-62-257 0 0,-2 0 0 0 0,0-1 0 0 0,-1 1 0 0 0,-1-1 0 0 0,0 0 0 0 0,-12 28 0 0 0,-53 108 86 0 0,50-116-112 0 0,7-16-247 0 0,-6 16-1679 0 0,11-14-4399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81 9090 0 0,'-30'-2'6714'0'0,"25"1"-6586"0"0,1 0-1 0 0,-1 1 0 0 0,0-1 0 0 0,0 1 0 0 0,1 0 0 0 0,-1 1 1 0 0,0-1-1 0 0,0 1 0 0 0,1 0 0 0 0,-1 0 0 0 0,-7 3 0 0 0,9-2-110 0 0,-1 0-1 0 0,1 0 1 0 0,0 0-1 0 0,0 1 1 0 0,0-1-1 0 0,0 1 1 0 0,1-1 0 0 0,-1 1-1 0 0,1 0 1 0 0,-1 0-1 0 0,1 0 1 0 0,0 1-1 0 0,0-1 1 0 0,1 0-1 0 0,-3 7 1 0 0,-2 5 7 0 0,2 1 1 0 0,-5 24-1 0 0,7-27-8 0 0,0-1-1 0 0,-1 0 1 0 0,-9 22-1 0 0,9-27-12 0 0,0 0 0 0 0,0 1 0 0 0,1-1 0 0 0,0 0-1 0 0,0 1 1 0 0,1 0 0 0 0,0-1 0 0 0,0 1 0 0 0,1 0 0 0 0,0 0-1 0 0,0 0 1 0 0,1-1 0 0 0,0 1 0 0 0,0 0 0 0 0,1-1-1 0 0,0 1 1 0 0,1-1 0 0 0,4 11 0 0 0,-6-17 20 0 0,0 0-1 0 0,1 0 1 0 0,-1 0 0 0 0,0 0-1 0 0,1 0 1 0 0,-1 0 0 0 0,1 0 0 0 0,0 0-1 0 0,-1 0 1 0 0,3 0 0 0 0,3 2 64 0 0,-2 0-35 0 0,1-1 1 0 0,-1 0-1 0 0,0 0 0 0 0,1 0 0 0 0,0-1 0 0 0,-1 0 0 0 0,1 0 1 0 0,0 0-1 0 0,0-1 0 0 0,-1 0 0 0 0,1 0 0 0 0,0 0 1 0 0,0-1-1 0 0,0 0 0 0 0,5-2 0 0 0,0 1-14 0 0,-1-1 0 0 0,0-1 0 0 0,0 0-1 0 0,0 0 1 0 0,-1-1 0 0 0,1 0 0 0 0,11-10 0 0 0,-15 10-23 0 0,1-1 1 0 0,-2 0-1 0 0,1-1 1 0 0,-1 1 0 0 0,0-1-1 0 0,0 0 1 0 0,-1 0-1 0 0,0 0 1 0 0,0-1-1 0 0,4-13 1 0 0,3-9 105 0 0,8-45 0 0 0,-18 72-111 0 0,12-35 76 0 0,-11 34-62 0 0,0 1 0 0 0,0-1 0 0 0,-1 0 0 0 0,1 0 0 0 0,-1 0 0 0 0,0 0 0 0 0,0 0 0 0 0,0 0 0 0 0,-1-1 0 0 0,1 1 0 0 0,-1 0 0 0 0,0 0 0 0 0,0-1 0 0 0,-1 1 0 0 0,1 0 0 0 0,-1 0 0 0 0,0 0 0 0 0,0 0 0 0 0,-2-6 0 0 0,1 8-39 0 0,-1-1 0 0 0,1 0 1 0 0,-1 1-1 0 0,0 0 0 0 0,0-1 0 0 0,1 1 0 0 0,-1 0 0 0 0,-1 0 0 0 0,1 1 0 0 0,0-1 0 0 0,0 1 0 0 0,-6-2 0 0 0,7 2 3 0 0,-4-1-274 0 0,-1 0 1 0 0,1 1 0 0 0,-1 0-1 0 0,1 0 1 0 0,-1 0 0 0 0,1 1-1 0 0,-1 0 1 0 0,1 0 0 0 0,-1 1-1 0 0,0 0 1 0 0,1 0 0 0 0,0 1-1 0 0,-1-1 1 0 0,1 1 0 0 0,0 0-1 0 0,0 1 1 0 0,0 0 0 0 0,-8 4-1 0 0,-5 5-2708 0 0</inkml:trace>
  <inkml:trace contextRef="#ctx0" brushRef="#br0" timeOffset="1">622 73 14299 0 0,'0'-1'209'0'0,"0"0"1"0"0,0 0-1 0 0,0 0 1 0 0,0 0-1 0 0,0 0 1 0 0,0 0-1 0 0,-1 0 0 0 0,1 0 1 0 0,0 0-1 0 0,-1 0 1 0 0,1-1-1 0 0,-1 2 0 0 0,1-1 1 0 0,-1 0-1 0 0,1 0 1 0 0,-1 0-1 0 0,0 0 0 0 0,1 0 1 0 0,-1 0-1 0 0,0 1 1 0 0,-1-2-1 0 0,0 1-140 0 0,1 0 1 0 0,-1 1-1 0 0,1-1 1 0 0,-1 0-1 0 0,1 1 0 0 0,-1-1 1 0 0,0 1-1 0 0,0 0 0 0 0,1 0 1 0 0,-1 0-1 0 0,0 0 1 0 0,-2 0-1 0 0,-1 0-107 0 0,-1 1 0 0 0,1 0-1 0 0,-1 1 1 0 0,1-1 0 0 0,0 1 0 0 0,0 0 0 0 0,-7 4 0 0 0,9-4 41 0 0,0 0 1 0 0,0 0-1 0 0,0 0 1 0 0,0 1-1 0 0,1-1 1 0 0,-1 1-1 0 0,1 0 1 0 0,0 0-1 0 0,0 0 1 0 0,0 0-1 0 0,-3 6 1 0 0,-12 40 13 0 0,14-39-16 0 0,0 0 0 0 0,0 0 0 0 0,-7 11 0 0 0,7-14-9 0 0,0 0 1 0 0,0 1 0 0 0,0 0 0 0 0,1-1 0 0 0,0 1 0 0 0,-2 15 0 0 0,4-20 15 0 0,-1 1 1 0 0,1-1-1 0 0,0 1 1 0 0,0 0-1 0 0,0-1 1 0 0,1 1-1 0 0,-1-1 1 0 0,1 1-1 0 0,0-1 0 0 0,0 1 1 0 0,0-1-1 0 0,0 0 1 0 0,0 1-1 0 0,1-1 1 0 0,0 0-1 0 0,-1 0 1 0 0,5 5-1 0 0,-4-6 46 0 0,1 0 1 0 0,0 0-1 0 0,0 1 0 0 0,-1-2 0 0 0,1 1 0 0 0,0 0 1 0 0,0-1-1 0 0,1 1 0 0 0,-1-1 0 0 0,0 0 0 0 0,1 0 0 0 0,-1 0 1 0 0,0 0-1 0 0,1-1 0 0 0,-1 0 0 0 0,1 1 0 0 0,-1-1 1 0 0,7-1-1 0 0,-2 0 24 0 0,0-1 1 0 0,1 0-1 0 0,-1 0 1 0 0,0-1-1 0 0,0 0 1 0 0,10-5-1 0 0,-15 6-63 0 0,-1 1 0 0 0,1-1-1 0 0,-1 0 1 0 0,1 0 0 0 0,-1 0 0 0 0,0 0-1 0 0,0 0 1 0 0,0-1 0 0 0,0 1 0 0 0,0 0-1 0 0,-1-1 1 0 0,1 0 0 0 0,-1 1 0 0 0,2-4-1 0 0,12-44 179 0 0,-13 41-148 0 0,0 0 0 0 0,0 1 0 0 0,8-17 0 0 0,-7 18-30 0 0,0 0 1 0 0,0 0 0 0 0,-1 0 0 0 0,0 0 0 0 0,0 0-1 0 0,-1-1 1 0 0,0 1 0 0 0,0-1 0 0 0,-1 1-1 0 0,0-9 1 0 0,0 11-36 0 0,0-1-1 0 0,-1 1 1 0 0,0-1-1 0 0,0 1 1 0 0,0-1-1 0 0,-1 1 1 0 0,0 0-1 0 0,0-1 1 0 0,0 1 0 0 0,0 0-1 0 0,-1 0 1 0 0,0 1-1 0 0,0-1 1 0 0,-6-6-1 0 0,6 8-137 0 0,1 1-1 0 0,-1 0 0 0 0,0 0 0 0 0,0 0 1 0 0,0 0-1 0 0,0 0 0 0 0,0 1 1 0 0,-5-2-1 0 0,-15-1-6504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9 322 10418 0 0,'-9'17'5547'0'0,"12"-17"-5493"0"0,-1 0 0 0 0,1 0 1 0 0,-1 0-1 0 0,1-1 1 0 0,-1 1-1 0 0,1-1 0 0 0,-1 0 1 0 0,0 0-1 0 0,1 1 0 0 0,-1-1 1 0 0,0-1-1 0 0,0 1 1 0 0,3-2-1 0 0,-3 2 17 0 0,8-4-4 0 0,1 1 6 0 0,-1-1 0 0 0,0 0 1 0 0,-1-1-1 0 0,1 0 0 0 0,-1-1 1 0 0,12-10-1 0 0,-19 14-60 0 0,18-16 82 0 0,0-2-1 0 0,-2 0 1 0 0,27-39 0 0 0,-31 37-42 0 0,-9 17-37 0 0,0-1 0 0 0,-1 0 0 0 0,0 0 0 0 0,-1 0 0 0 0,0 0 0 0 0,0-1 0 0 0,0 1 0 0 0,-1-1 1 0 0,2-10-1 0 0,1-7 86 0 0,-5 24-100 0 0,1 0 0 0 0,-1 0 0 0 0,0 0 0 0 0,0 1 0 0 0,1-1 0 0 0,-1 0 0 0 0,0 0 0 0 0,1 0 1 0 0,-1 1-1 0 0,1-1 0 0 0,-1 0 0 0 0,1 0 0 0 0,-1 1 0 0 0,1-1 0 0 0,-1 1 0 0 0,1-1 0 0 0,0 0 0 0 0,-1 1 0 0 0,1-1 0 0 0,0 1 0 0 0,0-1 0 0 0,-1 1 0 0 0,1 0 0 0 0,0-1 0 0 0,1 1 1 0 0,-1 0-3 0 0,-1 0 0 0 0,1 1 1 0 0,-1-1-1 0 0,0 0 0 0 0,1 1 1 0 0,-1-1-1 0 0,0 1 0 0 0,1-1 1 0 0,-1 1-1 0 0,0-1 0 0 0,0 0 1 0 0,1 1-1 0 0,-1-1 0 0 0,0 1 1 0 0,0-1-1 0 0,0 1 0 0 0,0 0 1 0 0,1-1-1 0 0,-1 1 0 0 0,0-1 1 0 0,0 1-1 0 0,0-1 1 0 0,0 1-1 0 0,0-1 0 0 0,-1 1 1 0 0,1 19 30 0 0,0-17-23 0 0,-1 18 2 0 0,-1 1 1 0 0,-9 35-1 0 0,6-36 11 0 0,2 1 0 0 0,-3 36 0 0 0,6-53-5 0 0,0 0 0 0 0,0 0 0 0 0,0-1 0 0 0,1 1-1 0 0,0 0 1 0 0,0 0 0 0 0,0-1 0 0 0,0 1 0 0 0,4 5-1 0 0,-4-8 1 0 0,0-1-1 0 0,0 1 0 0 0,0-1 0 0 0,1 1 0 0 0,-1-1 0 0 0,0 0 0 0 0,1 1 1 0 0,-1-1-1 0 0,1 0 0 0 0,0 0 0 0 0,-1 0 0 0 0,1 0 0 0 0,0-1 1 0 0,0 1-1 0 0,0 0 0 0 0,-1-1 0 0 0,1 1 0 0 0,0-1 0 0 0,0 0 0 0 0,0 0 1 0 0,0 1-1 0 0,0-1 0 0 0,0 0 0 0 0,0-1 0 0 0,2 1 0 0 0,1-1-2 0 0,0 1 0 0 0,0-1 0 0 0,-1-1 0 0 0,1 1-1 0 0,-1 0 1 0 0,1-1 0 0 0,-1 0 0 0 0,0 0-1 0 0,1 0 1 0 0,-1-1 0 0 0,0 0 0 0 0,-1 1 0 0 0,1-1-1 0 0,0-1 1 0 0,-1 1 0 0 0,1 0 0 0 0,-1-1 0 0 0,0 0-1 0 0,0 0 1 0 0,2-4 0 0 0,5-9 18 0 0,-1-1 0 0 0,-1 0 0 0 0,10-29 0 0 0,-15 38-22 0 0,3-7 0 0 0,5-14 36 0 0,9-42-1 0 0,-20 71-42 0 0,0 1 0 0 0,0 0-1 0 0,0-1 1 0 0,0 1-1 0 0,0-1 1 0 0,0 1-1 0 0,0 0 1 0 0,1-1-1 0 0,-1 1 1 0 0,0 0 0 0 0,0-1-1 0 0,0 1 1 0 0,0 0-1 0 0,0-1 1 0 0,1 1-1 0 0,-1 0 1 0 0,0 0-1 0 0,0-1 1 0 0,0 1 0 0 0,1 0-1 0 0,-1 0 1 0 0,0-1-1 0 0,1 1 1 0 0,-1 0-1 0 0,0 0 1 0 0,0 0-1 0 0,1-1 1 0 0,-1 1-1 0 0,0 0 1 0 0,1 0 0 0 0,-1 0-1 0 0,0 0 1 0 0,1 0-1 0 0,0 0 1 0 0,-1 0 0 0 0,0 1-1 0 0,1-1 1 0 0,-1 1 0 0 0,0-1 0 0 0,1 1-1 0 0,-1-1 1 0 0,0 0 0 0 0,0 1 0 0 0,1-1-1 0 0,-1 1 1 0 0,0-1 0 0 0,0 1 0 0 0,0 0-1 0 0,0-1 1 0 0,0 1 0 0 0,0-1 0 0 0,0 1-1 0 0,0-1 1 0 0,0 1 0 0 0,0-1 0 0 0,0 1-1 0 0,0-1 1 0 0,0 1 0 0 0,0-1 0 0 0,0 1-1 0 0,-8 36 63 0 0,-1-1-1 0 0,-21 56 1 0 0,-5 13-30 0 0,24-62-460 0 0,-17 66 820 0 0,16-35-6945 0 0,11-67 3294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181 123 12203 0 0,'-17'2'1187'0'0,"13"0"-1128"0"0,1-1 1 0 0,0 0 0 0 0,0 1 0 0 0,0 0-1 0 0,0 0 1 0 0,0 0 0 0 0,0 0 0 0 0,0 0 0 0 0,1 1-1 0 0,-1-1 1 0 0,1 1 0 0 0,0-1 0 0 0,-1 1 0 0 0,1 0-1 0 0,-2 5 1 0 0,-3 5 45 0 0,1 0-1 0 0,-7 22 1 0 0,2-3 80 0 0,-46 124 692 0 0,40-126 207 0 0,10-21-77 0 0,10-22-79 0 0,15-30-856 0 0,41-69 0 0 0,-55 104-66 0 0,0-1 0 0 0,-1 1-1 0 0,4-12 1 0 0,-5 11-1 0 0,1 0 0 0 0,1 0 0 0 0,6-11 0 0 0,14-22 9 0 0,53-80 688 0 0,-75 120-686 0 0,0 0 1 0 0,0-1-1 0 0,0 1 0 0 0,1 0 0 0 0,-1 0 0 0 0,0 0 0 0 0,1 0 0 0 0,-1 1 1 0 0,1-1-1 0 0,0 1 0 0 0,0-1 0 0 0,-1 1 0 0 0,1 0 0 0 0,0 0 0 0 0,0 0 1 0 0,0 1-1 0 0,6-2 0 0 0,-2 19 45 0 0,-1-4-27 0 0,-1 0-1 0 0,0 0 0 0 0,-1 0 1 0 0,-1 0-1 0 0,0 1 0 0 0,-1 0 1 0 0,0-1-1 0 0,0 29 0 0 0,-9 151 250 0 0,0-131-1408 0 0,4-42-2678 0 0,3-15 1203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12579 0 0,'0'0'573'0'0,"0"0"-307"0"0,0-1 0 0 0,0 0-1 0 0,0 0 1 0 0,0 0 0 0 0,0 1 0 0 0,0-1 0 0 0,1 0-1 0 0,-1 0 1 0 0,0 0 0 0 0,0 1 0 0 0,1-1-1 0 0,-1 0 1 0 0,1 0 0 0 0,-1 1 0 0 0,1-1-1 0 0,-1 0 1 0 0,1 1 0 0 0,-1-1 0 0 0,1 1 0 0 0,0-1-1 0 0,109-15 28 0 0,9-1-1642 0 0,-41 4-3477 0 0,-52 8 2041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33 11682 0 0,'0'0'366'0'0,"-1"-21"5086"0"0,-1 11-4497 0 0,1 10-950 0 0,1 0 0 0 0,0 0 0 0 0,0 0-1 0 0,0 0 1 0 0,0 0 0 0 0,0 0-1 0 0,0-1 1 0 0,0 1 0 0 0,0 0 0 0 0,0 0-1 0 0,0 0 1 0 0,-1 0 0 0 0,1 0 0 0 0,0 0-1 0 0,0 0 1 0 0,0 0 0 0 0,0 0-1 0 0,0 0 1 0 0,0 0 0 0 0,-1 0 0 0 0,1 0-1 0 0,0 0 1 0 0,0 0 0 0 0,0 0-1 0 0,0 0 1 0 0,0 0 0 0 0,0 0 0 0 0,-1 0-1 0 0,1 0 1 0 0,0 0 0 0 0,0 0-1 0 0,0 0 1 0 0,0 0 0 0 0,0 0 0 0 0,0 0-1 0 0,-1 0 1 0 0,1 0 0 0 0,0 0-1 0 0,0 0 1 0 0,0 0 0 0 0,0 0 0 0 0,0 0-1 0 0,0 0 1 0 0,0 1 0 0 0,-1-1 0 0 0,1 0-1 0 0,0 0 1 0 0,0 0 0 0 0,-6 13 44 0 0,-53 164 95 0 0,3-2-65 0 0,5-58 31 0 0,-25 71-72 0 0,68-163-203 0 0,-24 70-409 0 0,16-31-3267 0 0,11-40 1237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1 252 14691 0 0,'0'0'290'0'0,"1"-4"2077"0"0,3 12-2329 0 0,-1 0 0 0 0,0 0 0 0 0,0 1 0 0 0,-1-1 0 0 0,0 1 0 0 0,0 0 0 0 0,-1-1-1 0 0,0 11 1 0 0,1-1 35 0 0,15 191 571 0 0,-17-167-292 0 0,-1 0 0 0 0,-2 0 0 0 0,-10 42 0 0 0,10-56 1279 0 0,3-28-1471 0 0,4-9 148 0 0,-1-3-289 0 0,1 0-1 0 0,1 0 1 0 0,0 0 0 0 0,1 1 0 0 0,0-1 0 0 0,11-14 0 0 0,3-6 19 0 0,164-306 289 0 0,-149 263-3760 0 0,-30 64-2025 0 0</inkml:trace>
  <inkml:trace contextRef="#ctx0" brushRef="#br0" timeOffset="1">326 112 14587 0 0,'-1'-3'139'0'0,"1"0"0"0"0,0 0 0 0 0,1 0 1 0 0,-1 0-1 0 0,0 0 0 0 0,1 0 0 0 0,0 0 0 0 0,0 0 0 0 0,0 0 0 0 0,0 0 0 0 0,0 0 0 0 0,0 0 1 0 0,1 0-1 0 0,0 1 0 0 0,-1-1 0 0 0,1 1 0 0 0,0-1 0 0 0,0 1 0 0 0,4-4 0 0 0,0 2-25 0 0,1 0 0 0 0,-1 1 0 0 0,0 0 0 0 0,1 0 0 0 0,0 1 0 0 0,-1-1 0 0 0,10-1 0 0 0,7-1 102 0 0,-18 5-160 0 0,1-1 0 0 0,-1-1 1 0 0,0 1-1 0 0,0-1 0 0 0,0 0 0 0 0,6-3 1 0 0,-9 4-39 0 0,1 0 0 0 0,-1 0 0 0 0,0 0 1 0 0,1 0-1 0 0,-1 0 0 0 0,1 1 0 0 0,-1-1 0 0 0,1 1 1 0 0,3-1-1 0 0,-5 1-14 0 0,0 0 0 0 0,-1 0 0 0 0,1 0 0 0 0,0 0 0 0 0,0 1 0 0 0,0-1 1 0 0,0 0-1 0 0,-1 0 0 0 0,1 0 0 0 0,0 1 0 0 0,0-1 0 0 0,0 0 0 0 0,-1 1 0 0 0,1-1 0 0 0,0 0 1 0 0,-1 1-1 0 0,1-1 0 0 0,0 1 0 0 0,-1-1 0 0 0,1 1 0 0 0,0 0 0 0 0,-1-1 0 0 0,1 1 0 0 0,-1 0 0 0 0,1-1 1 0 0,-1 1-1 0 0,1 0 0 0 0,-1 0 0 0 0,0-1 0 0 0,1 1 0 0 0,-1 1 0 0 0,3 7 28 0 0,0 0 0 0 0,1 0 0 0 0,5 9 0 0 0,-6-12 39 0 0,1 1 0 0 0,-1 0 0 0 0,0-1 1 0 0,-1 1-1 0 0,0 0 0 0 0,0 0 0 0 0,0 0 0 0 0,0 11 0 0 0,-2-17-62 0 0,0 0 0 0 0,0 1-1 0 0,0-1 1 0 0,1 0 0 0 0,-1 0-1 0 0,0 0 1 0 0,1 0 0 0 0,-1 1-1 0 0,0-1 1 0 0,1 0 0 0 0,0 0-1 0 0,-1 0 1 0 0,1 0 0 0 0,-1 0-1 0 0,1 0 1 0 0,0 0 0 0 0,0 0-1 0 0,0-1 1 0 0,-1 1 0 0 0,1 0 0 0 0,0 0-1 0 0,2 0 1 0 0,0 1-90 0 0,0-1 1 0 0,0 1-1 0 0,1-1 1 0 0,-1 0-1 0 0,0 0 1 0 0,0-1-1 0 0,1 1 1 0 0,3 0-1 0 0,3-1-709 0 0,-1 0 0 0 0,1 0-1 0 0,0-1 1 0 0,-1 0 0 0 0,11-4 0 0 0,2-2-2930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66 7298 0 0,'0'-63'7580'0'0,"0"63"-7579"0"0,0 0 1 0 0,0 0-1 0 0,0 0 0 0 0,-1 0 1 0 0,1 0-1 0 0,0 0 0 0 0,0 0 1 0 0,0 0-1 0 0,0 0 0 0 0,0 0 1 0 0,0 0-1 0 0,0 0 1 0 0,0 0-1 0 0,0 0 0 0 0,0 0 1 0 0,-1 0-1 0 0,1 0 0 0 0,0 0 1 0 0,0 0-1 0 0,0 0 0 0 0,0 0 1 0 0,0 0-1 0 0,0 0 0 0 0,0 0 1 0 0,0 0-1 0 0,0 0 1 0 0,0 0-1 0 0,-1 0 0 0 0,1 0 1 0 0,0 0-1 0 0,0 0 0 0 0,0 0 1 0 0,0 0-1 0 0,0 0 0 0 0,0 0 1 0 0,0 0-1 0 0,0 0 1 0 0,0 0-1 0 0,0 0 0 0 0,0 0 1 0 0,0 0-1 0 0,-1 0 0 0 0,1-1 1 0 0,0 1-1 0 0,0 0 0 0 0,0 0 1 0 0,0 0-1 0 0,0 0 1 0 0,0 0-1 0 0,0 0 0 0 0,0 0 1 0 0,0 0-1 0 0,0 0 0 0 0,0 0 1 0 0,0-1-1 0 0,0 1 0 0 0,0 0 1 0 0,0 0-1 0 0,0 0 0 0 0,0 0 1 0 0,0 0-1 0 0,0 0 1 0 0,0 0-1 0 0,-5 9 137 0 0,-124 428 790 0 0,109-363-507 0 0,17-50 282 0 0,5-18 27 0 0,3-17-438 0 0,-4 7-274 0 0,1 1-1 0 0,0-1 0 0 0,-1 1 1 0 0,1 0-1 0 0,1 0 1 0 0,-1 0-1 0 0,0 0 0 0 0,1 0 1 0 0,0 1-1 0 0,-1-1 0 0 0,1 1 1 0 0,0-1-1 0 0,0 1 1 0 0,6-3-1 0 0,6-3 36 0 0,0 1 0 0 0,17-6 0 0 0,-31 13-53 0 0,5-2 1 0 0,1 0-1 0 0,0 0 1 0 0,0 1-1 0 0,0 0 1 0 0,1 1-1 0 0,-1-1 1 0 0,0 1-1 0 0,0 1 1 0 0,13 1-1 0 0,5 3-3 0 0,35 12 1 0 0,-1-1 40 0 0,-41-11-525 0 0,26 4 1170 0 0,-13-7-8112 0 0,-23-2 1324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 15523 0 0,'0'0'132'0'0,"-7"0"10"0"0,69-1 132 0 0,47 0 234 0 0,-93 2-2148 0 0,1 1 1 0 0,19 5-1 0 0,-33-6-978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23 9514 0 0,'-4'5'5385'0'0,"34"-6"-4504"0"0,43-7 0 0 0,-5-3-3909 0 0,-44 7 381 0 0,-2 0-1153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179 152 4721 0 0,'0'0'1266'0'0,"-8"-18"4770"0"0,2-22-3668 0 0,0-50 1 0 0,4 87-2246 0 0,-1 12-25 0 0,-6 68 41 0 0,-34 142 1 0 0,0-10 34 0 0,33-154 176 0 0,-31 106 1 0 0,37-154-1785 0 0,0-2-2794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19 298 10906 0 0,'0'0'302'0'0,"-19"22"4689"0"0,21-23-4945 0 0,0 1 0 0 0,0 0 0 0 0,0-1 0 0 0,1 0 0 0 0,-2 1 0 0 0,1-1 0 0 0,0 0 0 0 0,0 0 0 0 0,0 0 0 0 0,0 0 0 0 0,0 0 0 0 0,-1-1 0 0 0,3-1 0 0 0,20-21 31 0 0,-20 20-15 0 0,14-19 34 0 0,-1-1 0 0 0,-1 0 0 0 0,-1-1 0 0 0,-1 0 0 0 0,14-40 0 0 0,6-8 410 0 0,-24 58-49 0 0,-6 11-300 0 0,-4 15-146 0 0,-18 67 29 0 0,12-55-35 0 0,0 0 1 0 0,2 0-1 0 0,0 1 0 0 0,0 23 0 0 0,4-44-15 0 0,0 1-1 0 0,0-1 1 0 0,0 1 0 0 0,1-1 0 0 0,-1 0 0 0 0,1 1-1 0 0,0-1 1 0 0,0 0 0 0 0,0 0 0 0 0,3 6 0 0 0,-3-7 5 0 0,1 0 0 0 0,-1-1 0 0 0,1 1 0 0 0,-1-1 0 0 0,1 1-1 0 0,0-1 1 0 0,-1 0 0 0 0,1 0 0 0 0,0 0 0 0 0,0 0 0 0 0,0 0 0 0 0,0 0 0 0 0,0 0 0 0 0,0-1 0 0 0,0 1 0 0 0,0-1 0 0 0,0 1 0 0 0,4-1 0 0 0,1 0 13 0 0,0 0 0 0 0,0 0 0 0 0,1-1 0 0 0,-1 0 0 0 0,0 0 0 0 0,0-1 0 0 0,0 0 1 0 0,0 0-1 0 0,0-1 0 0 0,-1 1 0 0 0,1-2 0 0 0,-1 1 0 0 0,12-8 0 0 0,-2 2 16 0 0,-12 6-19 0 0,0 0 0 0 0,0 0 0 0 0,0 0 1 0 0,-1 0-1 0 0,1 0 0 0 0,-1-1 0 0 0,0 1 0 0 0,0-1 0 0 0,5-8 1 0 0,18-43 79 0 0,0 2-57 0 0,-24 50-32 0 0,1-1 35 0 0,0 0-1 0 0,0-1 1 0 0,0 1-1 0 0,-1-1 0 0 0,0 0 1 0 0,0 0-1 0 0,0 0 1 0 0,0 0-1 0 0,0-8 0 0 0,-2 13 6 0 0,0 14 56 0 0,-37 175 39 0 0,25-135-128 0 0,-12 28 69 0 0,16-58-398 0 0,0 1 0 0 0,2 0 0 0 0,-4 37 0 0 0,9-59-31 0 0,1 11-1275 0 0,1-5-3596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46 11026 0 0,'0'0'735'0'0,"-13"-8"3282"0"0,9 20-3956 0 0,0 1 0 0 0,1 0 0 0 0,0-1-1 0 0,1 1 1 0 0,0 0 0 0 0,0 22 0 0 0,-1 8 148 0 0,-2 15 137 0 0,-7 42 1402 0 0,10-86-1505 0 0,6-27-93 0 0,2-9-119 0 0,7-11-42 0 0,1 0 0 0 0,22-37 1 0 0,-26 51 6 0 0,-9 16 5 0 0,0-1 1 0 0,1 1-1 0 0,-1 0 0 0 0,1 0 0 0 0,0 0 0 0 0,0 0 0 0 0,0 0 0 0 0,5-4 0 0 0,7-4 49 0 0,0 1-1 0 0,0 0 0 0 0,2 1 1 0 0,27-12-1 0 0,-43 21-45 0 0,1 0 1 0 0,-1 0-1 0 0,1-1 0 0 0,0 1 0 0 0,-1 0 1 0 0,1 0-1 0 0,0 0 0 0 0,-1 0 0 0 0,1 0 1 0 0,-1 0-1 0 0,1 0 0 0 0,0 0 0 0 0,-1 0 1 0 0,1 0-1 0 0,0 0 0 0 0,-1 0 0 0 0,1 0 1 0 0,-1 1-1 0 0,1-1 0 0 0,-1 0 0 0 0,1 0 1 0 0,0 1-1 0 0,-1-1 0 0 0,1 0 0 0 0,-1 1 0 0 0,1-1 1 0 0,-1 1-1 0 0,1-1 0 0 0,-1 1 0 0 0,2 1 2 0 0,-1 0 0 0 0,0 0-1 0 0,1 0 1 0 0,-1 0 0 0 0,0 0 0 0 0,-1 0-1 0 0,1 1 1 0 0,1 2 0 0 0,4 41 51 0 0,-7-32-2 0 0,1 0-1 0 0,-2-1 1 0 0,-4 21 0 0 0,0 2 9 0 0,7-21 27 0 0,6-19 67 0 0,9-19-88 0 0,43-67-5 0 0,-16 26-62 0 0,-38 56-7 0 0,0 0 0 0 0,1 0 1 0 0,0 0-1 0 0,0 1 1 0 0,0-1-1 0 0,1 2 0 0 0,0-1 1 0 0,0 1-1 0 0,15-10 1 0 0,-13 10 26 0 0,5-3 40 0 0,-14 9-62 0 0,1 0-1 0 0,-1-1 1 0 0,1 1 0 0 0,0 0-1 0 0,-1 0 1 0 0,1 0-1 0 0,-1 0 1 0 0,1 1 0 0 0,-1-1-1 0 0,1 0 1 0 0,0 0-1 0 0,-1 0 1 0 0,1 0 0 0 0,-1 0-1 0 0,1 1 1 0 0,-1-1-1 0 0,1 0 1 0 0,-1 1 0 0 0,1-1-1 0 0,-1 0 1 0 0,1 1-1 0 0,-1-1 1 0 0,0 0 0 0 0,1 1-1 0 0,-1-1 1 0 0,1 1-1 0 0,-1-1 1 0 0,1 1 0 0 0,3 7 13 0 0,1-1 0 0 0,-1 0 0 0 0,-1 1 0 0 0,1-1 1 0 0,-2 1-1 0 0,1 0 0 0 0,2 11 0 0 0,7 62 114 0 0,-10-59-157 0 0,1-1 0 0 0,10 40 0 0 0,-13-60-263 0 0,0-1 0 0 0,1 1 0 0 0,-1-1-1 0 0,0 1 1 0 0,1-1 0 0 0,-1 1 0 0 0,0-1-1 0 0,1 1 1 0 0,-1-1 0 0 0,1 1 0 0 0,-1-1-1 0 0,0 1 1 0 0,1-1 0 0 0,-1 0 0 0 0,1 1 0 0 0,0-1-1 0 0,-1 0 1 0 0,1 1 0 0 0,-1-1 0 0 0,1 0-1 0 0,-1 0 1 0 0,2 1 0 0 0,7 0-5353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112 218 8474 0 0,'0'-10'745'0'0,"-1"1"1"0"0,-1-1-1 0 0,-4-16 1 0 0,4 17-247 0 0,-1-1-1 0 0,2 1 1 0 0,-2-19 0 0 0,2 13 288 0 0,0 12-595 0 0,1 0 1 0 0,0-1-1 0 0,-1 1 1 0 0,1 0-1 0 0,0-1 1 0 0,1 1-1 0 0,-1 0 1 0 0,0-1-1 0 0,1 1 1 0 0,0 0-1 0 0,0 0 1 0 0,0 0-1 0 0,3-6 1 0 0,-1 27 270 0 0,-3 8-371 0 0,-1 1 0 0 0,-2-1 0 0 0,-7 38 1 0 0,-27 78 362 0 0,23-94-248 0 0,1 0 0 0 0,-10 95 0 0 0,22-138-137 0 0,1 20-123 0 0,0-25 74 0 0,0 1 0 0 0,0 0 0 0 0,0-1 0 0 0,0 1-1 0 0,0-1 1 0 0,0 1 0 0 0,0-1 0 0 0,0 1 0 0 0,0-1 0 0 0,0 1-1 0 0,0-1 1 0 0,1 1 0 0 0,-1-1 0 0 0,0 1 0 0 0,0-1-1 0 0,1 1 1 0 0,-1-1 0 0 0,0 1 0 0 0,1-1 0 0 0,-1 0 0 0 0,0 1-1 0 0,1-1 1 0 0,-1 1 0 0 0,1-1 0 0 0,-1 0 0 0 0,1 0 0 0 0,-1 1-1 0 0,0-1 1 0 0,1 0 0 0 0,-1 0 0 0 0,1 1 0 0 0,0-1-1 0 0,0 0-10 0 0,0-1 0 0 0,0 1 0 0 0,-1-1 0 0 0,1 0 0 0 0,0 1 0 0 0,-1-1 0 0 0,1 0 0 0 0,0 1-1 0 0,-1-1 1 0 0,1 0 0 0 0,-1 0 0 0 0,1 1 0 0 0,-1-1 0 0 0,0 0 0 0 0,1 0 0 0 0,-1 0 0 0 0,1-1-1 0 0,-1 0 10 0 0,43-99 71 0 0,-12 26-70 0 0,48-83 0 0 0,-74 149-6 0 0,20-30-19 0 0,-24 37 9 0 0,1 0 0 0 0,-1 1 0 0 0,1-1 0 0 0,-1 1 0 0 0,1-1 0 0 0,0 1-1 0 0,-1 0 1 0 0,1 0 0 0 0,0 0 0 0 0,0 0 0 0 0,0 0 0 0 0,0 0 0 0 0,0 0 0 0 0,0 0 0 0 0,0 1 0 0 0,0-1 0 0 0,4 0 0 0 0,-5 2-1 0 0,0 0-1 0 0,0-1 1 0 0,0 1-1 0 0,-1 0 1 0 0,1 0-1 0 0,0-1 1 0 0,-1 1-1 0 0,1 0 1 0 0,0 0-1 0 0,-1 0 1 0 0,1 0-1 0 0,-1 0 1 0 0,1 0-1 0 0,-1 0 1 0 0,0 0-1 0 0,1 0 1 0 0,-1 0-1 0 0,0 0 1 0 0,0 0-1 0 0,0 1 1 0 0,0 1-1 0 0,1-1 5 0 0,2 20-1 0 0,-1 0 1 0 0,-1-1 0 0 0,-2 42 0 0 0,0 27-22 0 0,2-80 9 0 0,0 0-1 0 0,0 0 1 0 0,2 0 0 0 0,-1-1-1 0 0,1 1 1 0 0,8 17 0 0 0,-10-26 14 0 0,0 1 0 0 0,0-1 0 0 0,1 1 0 0 0,-1-1 0 0 0,0 0 1 0 0,1 0-1 0 0,-1 0 0 0 0,1 0 0 0 0,0 0 0 0 0,-1 0 0 0 0,1 0 0 0 0,0 0 1 0 0,0 0-1 0 0,-1-1 0 0 0,1 1 0 0 0,0-1 0 0 0,3 1 0 0 0,-1 0 45 0 0,-1-1-1 0 0,1 1 1 0 0,0-1-1 0 0,-1 0 1 0 0,1 0-1 0 0,-1-1 1 0 0,1 1-1 0 0,4-2 0 0 0,-5 1-10 0 0,0 0 0 0 0,1-1-1 0 0,-1 0 1 0 0,0 1 0 0 0,-1-1-1 0 0,1 0 1 0 0,0-1-1 0 0,-1 1 1 0 0,1 0 0 0 0,-1-1-1 0 0,5-5 1 0 0,19-36 168 0 0,-9 13-97 0 0,-5 12-62 0 0,-1-1-1 0 0,-1-1 1 0 0,-1 0-1 0 0,-1 0 1 0 0,0 0-1 0 0,-2-1 1 0 0,5-29-1 0 0,-3 3 40 0 0,-7 35-41 0 0,1-1 1 0 0,0 1-1 0 0,1 0 1 0 0,1 0-1 0 0,0 0 1 0 0,7-15-1 0 0,-7 21-47 0 0,-1 0 0 0 0,0 0 0 0 0,-1-1 0 0 0,1 1 0 0 0,-1-1 0 0 0,-1 1 0 0 0,0-1 0 0 0,0 0 0 0 0,0 0 0 0 0,-1 1 0 0 0,-1-9 0 0 0,1 16-187 0 0,0 0-1 0 0,-1 0 0 0 0,1 0 0 0 0,0 0 0 0 0,0 0 0 0 0,-1 0 1 0 0,1 0-1 0 0,0 0 0 0 0,0 0 0 0 0,-1 0 0 0 0,1 1 0 0 0,0-1 1 0 0,0 0-1 0 0,-1 0 0 0 0,-1 3-2787 0 0,2-2 2787 0 0,0-1 0 0 0,0 0 0 0 0,0 1 0 0 0,0 3-2994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13 14771 0 0,'5'-12'3332'0'0,"3"12"-3634"0"0,8-1 442 0 0</inkml:trace>
  <inkml:trace contextRef="#ctx0" brushRef="#br0" timeOffset="1">3 167 11362 0 0,'0'0'645'0'0,"-3"6"2477"0"0,5-5-3069 0 0,1 0 1 0 0,-1 0 0 0 0,0-1-1 0 0,1 1 1 0 0,-1-1 0 0 0,0 0-1 0 0,1 1 1 0 0,-1-1 0 0 0,0 0-1 0 0,1-1 1 0 0,2 1 0 0 0,1 0 4 0 0,16-1-1682 0 0,1 0 1 0 0,23-5-1 0 0,-26 1-1830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56 7162 0 0,'-15'-4'6163'0'0,"-11"-10"-5808"0"0,12 6 677 0 0,14 8-1011 0 0,0 0-1 0 0,-1 0 0 0 0,1 0 0 0 0,0 0 1 0 0,-1 0-1 0 0,1 0 0 0 0,0 0 0 0 0,-1-1 1 0 0,1 1-1 0 0,0 0 0 0 0,-1 0 0 0 0,1 0 1 0 0,0 0-1 0 0,-1-1 0 0 0,1 1 0 0 0,0 0 1 0 0,0 0-1 0 0,-1-1 0 0 0,1 1 0 0 0,0 0 1 0 0,0 0-1 0 0,-1-1 0 0 0,1 1 0 0 0,0 0 0 0 0,0-1 1 0 0,0 1-1 0 0,0 0 0 0 0,0-1 0 0 0,-1 1 1 0 0,1 0-1 0 0,0-1 0 0 0,0 1 0 0 0,0 0 1 0 0,0-1-1 0 0,0 1 0 0 0,0-1 0 0 0,0 1 1 0 0,0 0-1 0 0,0-1 0 0 0,0 1 0 0 0,0 0 1 0 0,1-1-1 0 0,-1 1 0 0 0,0-1 0 0 0,18-8 385 0 0,31 1 103 0 0,-43 7-442 0 0,0 1 0 0 0,1 0 0 0 0,-1 1 0 0 0,0-1 0 0 0,0 1 0 0 0,0 0 0 0 0,0 1 0 0 0,0-1 0 0 0,11 6 0 0 0,-16-6-30 0 0,1 1 0 0 0,-1 0 1 0 0,0 0-1 0 0,1 0 0 0 0,-1 0 0 0 0,0 0 1 0 0,0 0-1 0 0,1 3 0 0 0,1 3 35 0 0,-1-4-48 0 0,0 0 0 0 0,-1 0 0 0 0,1 1 0 0 0,-1-1 0 0 0,0 1 1 0 0,0-1-1 0 0,-1 1 0 0 0,1-1 0 0 0,-1 1 0 0 0,0 0 0 0 0,0-1 0 0 0,-1 1 0 0 0,1-1 0 0 0,-1 1 0 0 0,0-1 0 0 0,-1 1 0 0 0,1-1 0 0 0,-1 0 0 0 0,1 1 1 0 0,-1-1-1 0 0,0 0 0 0 0,-1 0 0 0 0,1 0 0 0 0,-1 0 0 0 0,0-1 0 0 0,0 1 0 0 0,0-1 0 0 0,0 0 0 0 0,-7 6 0 0 0,-8 2 53 0 0,10-6-70 0 0,-1 1 1 0 0,1-1-1 0 0,-1 2 0 0 0,2-1 1 0 0,-1 1-1 0 0,-9 11 0 0 0,17-17-17 0 0,-1 0-1 0 0,0 0 1 0 0,1 0-1 0 0,0 0 1 0 0,-1 0 0 0 0,1 0-1 0 0,0 1 1 0 0,-1-1-1 0 0,1 0 1 0 0,0 0-1 0 0,0 0 1 0 0,0 0-1 0 0,0 0 1 0 0,0 1-1 0 0,0-1 1 0 0,0 0-1 0 0,0 0 1 0 0,1 0 0 0 0,-1 0-1 0 0,0 0 1 0 0,1 1-1 0 0,-1-1 1 0 0,1 0-1 0 0,-1 0 1 0 0,1 0-1 0 0,0 0 1 0 0,-1 0-1 0 0,1-1 1 0 0,0 1 0 0 0,-1 0-1 0 0,1 0 1 0 0,0 0-1 0 0,0 0 1 0 0,0-1-1 0 0,1 2 1 0 0,6 3 43 0 0,-1 0 1 0 0,1 0 0 0 0,14 6-1 0 0,-7-4 20 0 0,-11-4-96 0 0,2 0 223 0 0,0 0 0 0 0,-1 1 0 0 0,1-1 0 0 0,-1 1 0 0 0,6 6 0 0 0,-10-9-138 0 0,0 1 0 0 0,0-1 0 0 0,0 0 1 0 0,0 0-1 0 0,-1 1 0 0 0,1-1 1 0 0,0 1-1 0 0,0-1 0 0 0,-1 1 0 0 0,1-1 1 0 0,-1 1-1 0 0,0-1 0 0 0,1 1 0 0 0,-1 0 1 0 0,0-1-1 0 0,0 1 0 0 0,0-1 1 0 0,0 1-1 0 0,0 0 0 0 0,0-1 0 0 0,0 1 1 0 0,-1-1-1 0 0,1 1 0 0 0,-1-1 0 0 0,1 1 1 0 0,-2 2-1 0 0,0-2-35 0 0,1 0 1 0 0,-1 0-1 0 0,0-1 0 0 0,-1 1 1 0 0,1 0-1 0 0,0-1 0 0 0,0 1 1 0 0,-1-1-1 0 0,1 0 0 0 0,0 0 1 0 0,-1 0-1 0 0,1 0 0 0 0,-1 0 1 0 0,0-1-1 0 0,-4 1 0 0 0,-6 3 20 0 0,-13 4-60 0 0,-2-1 1 0 0,-29 4 0 0 0,53-10 14 0 0,1 0 0 0 0,-1 0 1 0 0,1 1-1 0 0,-1-1 1 0 0,1 1-1 0 0,-4 2 0 0 0,-21 9-1849 0 0,26-12 1269 0 0,1-1 1 0 0,0 0 0 0 0,-1 1-1 0 0,1-1 1 0 0,0 0 0 0 0,-1 0-1 0 0,1 0 1 0 0,-1 0-1 0 0,1-1 1 0 0,0 1 0 0 0,-3-1-1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70 7530 0 0,'-3'-4'7682'0'0,"-5"-12"-6226"0"0,9 14-1387 0 0,0 0 0 0 0,1 1 1 0 0,-1-1-1 0 0,0 1 1 0 0,1-1-1 0 0,-1 1 0 0 0,1-1 1 0 0,0 1-1 0 0,-1 0 0 0 0,1 0 1 0 0,0 0-1 0 0,0 0 1 0 0,0 0-1 0 0,2 0 0 0 0,1-2 20 0 0,6-2-24 0 0,-1 1 0 0 0,1 0 0 0 0,0 1 0 0 0,0 0 0 0 0,1 0 0 0 0,-1 1 0 0 0,1 1 0 0 0,-1 0 0 0 0,1 0 0 0 0,-1 1 0 0 0,1 1 0 0 0,-1 0 0 0 0,1 0 0 0 0,-1 1 0 0 0,0 1 0 0 0,0 0 0 0 0,16 7 0 0 0,-24-9-57 0 0,-1 1-1 0 0,0 0 1 0 0,0 0 0 0 0,0 0 0 0 0,0 0 0 0 0,0 1 0 0 0,0-1 0 0 0,-1 0-1 0 0,1 1 1 0 0,-1-1 0 0 0,0 1 0 0 0,1 0 0 0 0,-1-1 0 0 0,-1 1-1 0 0,1 0 1 0 0,0 0 0 0 0,0-1 0 0 0,-1 1 0 0 0,0 5 0 0 0,7 18 32 0 0,1-4 15 0 0,-5-16-35 0 0,0-1 0 0 0,-1 1 0 0 0,0-1 0 0 0,0 1 0 0 0,-1 0 1 0 0,1 0-1 0 0,-1 0 0 0 0,0 0 0 0 0,-1 0 0 0 0,0 0 0 0 0,0 0 0 0 0,0 0 0 0 0,0 0 0 0 0,-1-1 0 0 0,-2 8 0 0 0,2-6-1 0 0,-2 0 0 0 0,1 0 0 0 0,-1 0 0 0 0,0-1 0 0 0,-1 1 0 0 0,1-1-1 0 0,-1 1 1 0 0,0-1 0 0 0,-1 0 0 0 0,0-1 0 0 0,-9 10 0 0 0,-11 3 116 0 0,-1-2-1 0 0,0-1 1 0 0,-55 23 0 0 0,72-33 285 0 0,-12 5 534 0 0,14-13-658 0 0,7-8-294 0 0,0 9-1 0 0,1 0 0 0 0,-1 1 0 0 0,1-1 1 0 0,0 1-1 0 0,-1-1 0 0 0,1 1 0 0 0,0-1 0 0 0,0 1 0 0 0,0 0 0 0 0,0-1 0 0 0,0 1 1 0 0,0 0-1 0 0,1 0 0 0 0,-1 0 0 0 0,0 0 0 0 0,0 0 0 0 0,1 0 0 0 0,-1 0 0 0 0,1 0 1 0 0,-1 0-1 0 0,1 1 0 0 0,2-2 0 0 0,5 0 16 0 0,0-1 1 0 0,0 2-1 0 0,11-2 0 0 0,-13 2-14 0 0,0 1 0 0 0,0-2 0 0 0,0 1 0 0 0,11-5-1 0 0,-4 0-121 0 0,-7 2-27 0 0,0 1-1 0 0,0-1 1 0 0,0 2-1 0 0,0-1 1 0 0,0 1-1 0 0,1 0 1 0 0,-1 0-1 0 0,1 1 1 0 0,10 0-1 0 0,25 1-5789 0 0,-27 0 2283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13 380 15147 0 0,'0'0'471'0'0,"-13"-13"2280"0"0,14 10-2748 0 0,0-1 0 0 0,-1 1 1 0 0,1-1-1 0 0,1 0 0 0 0,-1 1 0 0 0,0 0 0 0 0,1-1 0 0 0,0 1 0 0 0,0 0 0 0 0,0 0 1 0 0,3-4-1 0 0,8-16 37 0 0,-9 15-33 0 0,0 1 1 0 0,0 0 0 0 0,1 1-1 0 0,7-10 1 0 0,10-12 22 0 0,24-54-4 0 0,-36 60 68 0 0,2 0 1 0 0,0 1 0 0 0,2 1 0 0 0,0 0 0 0 0,19-20-1 0 0,-33 40-92 0 0,0 0-1 0 0,1 0 0 0 0,-1 0 0 0 0,0 0 0 0 0,0 0 0 0 0,0 0 1 0 0,0 0-1 0 0,0 0 0 0 0,1 0 0 0 0,-1 0 0 0 0,0 0 0 0 0,0 0 1 0 0,0 0-1 0 0,0-1 0 0 0,0 1 0 0 0,1 0 0 0 0,-1 0 0 0 0,0 1 1 0 0,0-1-1 0 0,0 0 0 0 0,0 0 0 0 0,1 0 0 0 0,-1 0 0 0 0,0 0 1 0 0,0 0-1 0 0,0 0 0 0 0,0 0 0 0 0,0 0 0 0 0,0 0 0 0 0,1 0 1 0 0,-1 0-1 0 0,0 0 0 0 0,0 0 0 0 0,0 1 0 0 0,0-1 0 0 0,0 0 1 0 0,0 0-1 0 0,0 0 0 0 0,1 0 0 0 0,-1 0 0 0 0,0 0 0 0 0,0 1 1 0 0,0-1-1 0 0,0 0 0 0 0,0 0 0 0 0,0 0 0 0 0,0 0 0 0 0,0 0 1 0 0,0 1-1 0 0,0-1 0 0 0,0 0 0 0 0,0 0 0 0 0,0 0 0 0 0,0 0 1 0 0,0 1-1 0 0,0-1 0 0 0,0 0 0 0 0,2 12 21 0 0,-2-12-21 0 0,0 14 5 0 0,0-1-1 0 0,-1 1 1 0 0,-5 22-1 0 0,4-23-15 0 0,0-1-1 0 0,1 1 0 0 0,0 0 0 0 0,2 25 0 0 0,-1-37 12 0 0,0 0-1 0 0,1 0 1 0 0,-1 1 0 0 0,1-1-1 0 0,-1 0 1 0 0,1 0-1 0 0,-1 0 1 0 0,1 0 0 0 0,0 0-1 0 0,-1 0 1 0 0,1 0 0 0 0,0 0-1 0 0,0 0 1 0 0,0 0-1 0 0,0 0 1 0 0,0 0 0 0 0,0-1-1 0 0,0 1 1 0 0,0 0-1 0 0,0-1 1 0 0,0 1 0 0 0,0-1-1 0 0,0 1 1 0 0,1-1 0 0 0,-1 1-1 0 0,0-1 1 0 0,0 0-1 0 0,1 0 1 0 0,-1 0 0 0 0,0 0-1 0 0,0 0 1 0 0,1 0 0 0 0,-1 0-1 0 0,0 0 1 0 0,0 0-1 0 0,1 0 1 0 0,0-1 0 0 0,1 1 2 0 0,0-1 1 0 0,0 1 0 0 0,-1-1 0 0 0,1 0 0 0 0,0 0-1 0 0,-1 0 1 0 0,1 0 0 0 0,-1-1 0 0 0,1 1 0 0 0,-1-1-1 0 0,1 1 1 0 0,-1-1 0 0 0,0 0 0 0 0,0 0 0 0 0,0 0-1 0 0,2-3 1 0 0,5-10 17 0 0,-2-1 0 0 0,0-1 0 0 0,-1 1 0 0 0,-1-1 0 0 0,4-19-1 0 0,-9 36-12 0 0,0-1-1 0 0,0 1 0 0 0,0-1 0 0 0,0 1 0 0 0,1-1 0 0 0,-1 0 0 0 0,0 1 0 0 0,0-1 0 0 0,0 1 0 0 0,0-1 0 0 0,1 1 0 0 0,-1-1 0 0 0,0 1 0 0 0,1-1 0 0 0,-1 1 0 0 0,0-1 0 0 0,1 1 0 0 0,-1-1 0 0 0,0 1 0 0 0,1 0 0 0 0,-1-1 0 0 0,1 1 0 0 0,-1 0 0 0 0,1-1 0 0 0,-1 1 0 0 0,1 0 0 0 0,-1 0 0 0 0,1-1 0 0 0,-1 1 0 0 0,1 0 0 0 0,0 0 0 0 0,-1 0 1 0 0,2 0-1 0 0,-2 0-2 0 0,1 0 1 0 0,0 0 0 0 0,0 1 0 0 0,0-1 0 0 0,-1 1-1 0 0,1-1 1 0 0,0 1 0 0 0,-1-1 0 0 0,1 1 0 0 0,0-1 0 0 0,-1 1-1 0 0,1 0 1 0 0,0-1 0 0 0,-1 1 0 0 0,1 0 0 0 0,-1 0-1 0 0,0-1 1 0 0,1 1 0 0 0,-1 0 0 0 0,0 0 0 0 0,1 0 0 0 0,-1 0-1 0 0,0 0 1 0 0,4 11 16 0 0,-2 0 0 0 0,0 1 0 0 0,0-1-1 0 0,-1 0 1 0 0,-1 1 0 0 0,0-1 0 0 0,-1 1 0 0 0,0-1-1 0 0,-5 24 1 0 0,-6 8 32 0 0,-23 59 0 0 0,12-39-54 0 0,11-30-266 0 0,-11 36 172 0 0,21-60-1378 0 0,1-1 1 0 0,0 1 0 0 0,0 11-1 0 0,1-15-2214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42 11202 0 0,'-1'-9'1581'0'0,"-2"-12"-139"0"0,3 21-1388 0 0,0 0 0 0 0,0-1 0 0 0,0 1 0 0 0,0-1-1 0 0,0 1 1 0 0,0 0 0 0 0,0-1 0 0 0,0 1 0 0 0,0-1 0 0 0,0 1-1 0 0,0 0 1 0 0,0-1 0 0 0,0 1 0 0 0,0-1 0 0 0,0 1 0 0 0,1 0-1 0 0,-1-1 1 0 0,0 1 0 0 0,0 0 0 0 0,0-1 0 0 0,1 1 0 0 0,-1-1-1 0 0,0 1 1 0 0,0 0 0 0 0,1 0 0 0 0,-1-1 0 0 0,0 1-1 0 0,0 0 1 0 0,1 0 0 0 0,-1-1 0 0 0,1 1 0 0 0,-1 0 0 0 0,1-1-1 0 0,0 26 1002 0 0,-1-11-909 0 0,-1-1 0 0 0,-1 0-1 0 0,0 1 1 0 0,-1-1 0 0 0,-6 19-1 0 0,-28 58 727 0 0,4-15 62 0 0,25-42-319 0 0,8-19-95 0 0,0-14-514 0 0,0 0 0 0 0,0 0-1 0 0,0 0 1 0 0,0 0 0 0 0,0 0 0 0 0,0 0-1 0 0,0 0 1 0 0,0 1 0 0 0,0-1 0 0 0,0 0-1 0 0,0 0 1 0 0,0 0 0 0 0,0 0-1 0 0,0 0 1 0 0,0 0 0 0 0,0 0 0 0 0,1 0-1 0 0,-1 0 1 0 0,0 1 0 0 0,0-1 0 0 0,0 0-1 0 0,0 0 1 0 0,0 0 0 0 0,0 0 0 0 0,0 0-1 0 0,0 0 1 0 0,0 0 0 0 0,1 0-1 0 0,-1 0 1 0 0,0 0 0 0 0,0 0 0 0 0,0 0-1 0 0,0 0 1 0 0,0 0 0 0 0,0 0 0 0 0,0 0-1 0 0,1 0 1 0 0,-1 0 0 0 0,0 0 0 0 0,0 0-1 0 0,0 0 1 0 0,0 0 0 0 0,0 0-1 0 0,0 0 1 0 0,0 0 0 0 0,0 0 0 0 0,1 0-1 0 0,-1 0 1 0 0,0 0 0 0 0,0 0 0 0 0,0 0-1 0 0,0 0 1 0 0,0 0 0 0 0,0-1 0 0 0,0 1-1 0 0,0 0 1 0 0,0 0 0 0 0,0 0 0 0 0,1 0-1 0 0,-1 0 1 0 0,0 0 0 0 0,0 0-1 0 0,0 0 1 0 0,0-1 0 0 0,6-1-4 0 0,-5 2 1 0 0,-1 1-1 0 0,0-1 1 0 0,0 0-1 0 0,1 0 0 0 0,-1 0 1 0 0,0 0-1 0 0,0 0 0 0 0,1 0 1 0 0,-1 0-1 0 0,0-1 1 0 0,0 1-1 0 0,0 0 0 0 0,1 0 1 0 0,-1 0-1 0 0,0 0 1 0 0,0 0-1 0 0,1 0 0 0 0,-1 0 1 0 0,0 0-1 0 0,0-1 0 0 0,0 1 1 0 0,1 0-1 0 0,-1 0 1 0 0,0 0-1 0 0,0 0 0 0 0,0-1 1 0 0,0 1-1 0 0,1 0 1 0 0,-1 0-1 0 0,0 0 0 0 0,0-1 1 0 0,0 1-1 0 0,0 0 0 0 0,0 0 1 0 0,0-1-1 0 0,0 1 1 0 0,1-2-3 0 0,0 0 1 0 0,0 0-1 0 0,0 1 0 0 0,0-1 1 0 0,0 0-1 0 0,0 1 1 0 0,0-1-1 0 0,0 1 1 0 0,1-1-1 0 0,-1 1 1 0 0,1-1-1 0 0,-1 1 1 0 0,3-1-1 0 0,-1-1 3 0 0,-1 1 1 0 0,1 0-1 0 0,-1 0 0 0 0,1-1 0 0 0,-1 1 1 0 0,0-1-1 0 0,0 0 0 0 0,0 0 0 0 0,1-3 0 0 0,10-12-40 0 0,21-31 5 0 0,-28 39 39 0 0,0 0 1 0 0,2 0-1 0 0,-1 0 1 0 0,14-13-1 0 0,-5 7-33 0 0,-14 13 28 0 0,1 0 0 0 0,-1 0 0 0 0,1 0 0 0 0,0 1 0 0 0,0-1 0 0 0,0 1 0 0 0,0 0 0 0 0,0 0 0 0 0,1 0 0 0 0,-1 0 0 0 0,0 1 0 0 0,6-2 0 0 0,7-4-53 0 0,-1 3 78 0 0,-14 5-23 0 0,0-1 1 0 0,0 1 0 0 0,0-1 0 0 0,0 1-1 0 0,0 0 1 0 0,0-1 0 0 0,0 1 0 0 0,0 0 0 0 0,-1 0-1 0 0,1-1 1 0 0,0 1 0 0 0,-1 0 0 0 0,1 0-1 0 0,0 0 1 0 0,-1 0 0 0 0,1 0 0 0 0,0 2 0 0 0,2 3 1 0 0,-1 1 1 0 0,0-1-1 0 0,0 0 0 0 0,-1 1 1 0 0,1-1-1 0 0,-1 1 1 0 0,-1 0-1 0 0,1-1 1 0 0,-1 8-1 0 0,-2 9 124 0 0,-5 29 0 0 0,6-50-114 0 0,0 17 29 0 0,3-13 35 0 0,4-13 39 0 0,16-44-123 0 0,-13 36 3 0 0,1 1 0 0 0,0 0 0 0 0,1 1 0 0 0,0 0 0 0 0,1 0 0 0 0,19-15 0 0 0,-12 12-7 0 0,21-16 20 0 0,-38 30-14 0 0,-1 1-1 0 0,1 0 1 0 0,0 0 0 0 0,0 0-1 0 0,0 0 1 0 0,0 1 0 0 0,0-1-1 0 0,0 0 1 0 0,0 1 0 0 0,0 0-1 0 0,0-1 1 0 0,0 1 0 0 0,0 0-1 0 0,0 0 1 0 0,0 0 0 0 0,0 0-1 0 0,1 0 1 0 0,-1 1 0 0 0,3 0-1 0 0,-4 1 6 0 0,0 0-1 0 0,0 0 0 0 0,1 0 1 0 0,-1 1-1 0 0,-1-1 0 0 0,1 0 1 0 0,0 1-1 0 0,-1-1 0 0 0,1 1 1 0 0,-1-1-1 0 0,1 5 0 0 0,-1-2 13 0 0,5 28-14 0 0,-2-10 20 0 0,1 0 0 0 0,1-1-1 0 0,1 1 1 0 0,0-1 0 0 0,12 24-1 0 0,-13-39-993 0 0,4 1-5110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214 248 3145 0 0,'-3'-12'1128'0'0,"-1"-9"1130"0"0,1 0 1 0 0,2 0-1 0 0,0-32 1 0 0,1 43-544 0 0,-16 31-486 0 0,-9 31-753 0 0,-31 93-1 0 0,36-86-5 0 0,-37 73 1 0 0,30-72 2 0 0,118-261-355 0 0,-45 97-92 0 0,86-149 1 0 0,-130 252-24 0 0,-1-1 0 0 0,1 0 0 0 0,-1 1 0 0 0,1-1 1 0 0,-1 1-1 0 0,1 0 0 0 0,0-1 0 0 0,0 1 0 0 0,-1 0 1 0 0,1 0-1 0 0,0 0 0 0 0,0 0 0 0 0,0 1 0 0 0,0-1 0 0 0,4-1 1 0 0,-4 2-5 0 0,-1 0 1 0 0,1 0 0 0 0,-1 0 0 0 0,0 0 0 0 0,1 0-1 0 0,-1 0 1 0 0,1 0 0 0 0,-1 0 0 0 0,1 0 0 0 0,-1 0-1 0 0,0 1 1 0 0,1-1 0 0 0,-1 1 0 0 0,1-1 0 0 0,-1 1-1 0 0,0 0 1 0 0,0-1 0 0 0,1 1 0 0 0,-1 0-1 0 0,0 0 1 0 0,0 0 0 0 0,0 0 0 0 0,0 0 0 0 0,0 0-1 0 0,0 0 1 0 0,1 1 0 0 0,2 7 7 0 0,1-1 1 0 0,-1 1-1 0 0,-1 0 1 0 0,0 0-1 0 0,4 16 0 0 0,6 55 49 0 0,-9-54-51 0 0,9 63-2 0 0,-12-81 4 0 0,1 0 0 0 0,0 0 0 0 0,0-1 0 0 0,0 1 0 0 0,6 11 0 0 0,-4-11-1 0 0,-1 0 0 0 0,0 0 1 0 0,-1 0-1 0 0,3 14 0 0 0,-3 19-37 0 0,-2-32-458 0 0,0 0-1 0 0,1 0 1 0 0,0 0 0 0 0,0-1 0 0 0,1 1 0 0 0,0 0 0 0 0,6 16 0 0 0,-3-17-1841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38 313 13739 0 0,'-27'-7'592'0'0,"26"7"-584"0"0,1 0 0 0 0,-1 0 0 0 0,1 0 0 0 0,-1 0 0 0 0,1 0 0 0 0,0-1 0 0 0,-1 1 0 0 0,1 0 0 0 0,-1 0 0 0 0,1 0 0 0 0,0-1 0 0 0,-1 1 0 0 0,1 0 0 0 0,-1-1 0 0 0,1 1 0 0 0,0 0 0 0 0,-1-1 1 0 0,1 1-1 0 0,0 0 0 0 0,0-1 0 0 0,-1 1 0 0 0,1 0 0 0 0,0-1 0 0 0,0 1 0 0 0,0-1 0 0 0,-1 1 0 0 0,1-1 0 0 0,0 1 0 0 0,0 0 0 0 0,0-1 0 0 0,0 1 0 0 0,0-1 0 0 0,0 1 0 0 0,0-1 0 0 0,0 1 0 0 0,0-1 0 0 0,0 1 0 0 0,0-1 0 0 0,0 1 0 0 0,0 0 0 0 0,0-1 0 0 0,1 1 0 0 0,-1-1 0 0 0,0 1 0 0 0,0-1 0 0 0,0 1 0 0 0,1 0 0 0 0,-1-1 0 0 0,0 1 0 0 0,0 0 0 0 0,1-1 0 0 0,-1 1 0 0 0,0 0 0 0 0,1-1 0 0 0,-1 1 0 0 0,1 0 0 0 0,-1-1 0 0 0,1 1 0 0 0,75-51 874 0 0,5-3-494 0 0,-72 47-348 0 0,-1 0-1 0 0,1-1 1 0 0,-2 0 0 0 0,1 0-1 0 0,-1-1 1 0 0,9-14-1 0 0,-10 12 68 0 0,-1 0 0 0 0,6-20 0 0 0,1-2 679 0 0,-12 32-751 0 0,1 1-1 0 0,-1-1 0 0 0,0 1 0 0 0,1-1 0 0 0,-1 0 0 0 0,0 1 0 0 0,0-1 1 0 0,0 1-1 0 0,0-1 0 0 0,0 0 0 0 0,0 1 0 0 0,1-1 0 0 0,-2 0 1 0 0,1 1-1 0 0,0-1 0 0 0,0 0 0 0 0,0 1 0 0 0,0-1 0 0 0,0 0 0 0 0,0 1 1 0 0,-1-1-1 0 0,1 1 0 0 0,0-1 0 0 0,0 0 0 0 0,-1 1 0 0 0,1-1 1 0 0,-1 1-1 0 0,0-1 0 0 0,0 0-13 0 0,0 0 0 0 0,0 0 1 0 0,0 1-1 0 0,-1-1 0 0 0,1 1 1 0 0,0-1-1 0 0,0 1 0 0 0,-1-1 0 0 0,1 1 1 0 0,-1 0-1 0 0,1 0 0 0 0,-3-1 1 0 0,-2 1 6 0 0,-1 0 1 0 0,1 1-1 0 0,-1 0 1 0 0,-11 2-1 0 0,11-1-9 0 0,-1 1 0 0 0,0 0-1 0 0,1 0 1 0 0,0 1 0 0 0,-1 0 0 0 0,1 0-1 0 0,1 0 1 0 0,-1 1 0 0 0,1 0 0 0 0,0 0-1 0 0,0 1 1 0 0,0 0 0 0 0,-6 8 0 0 0,5-3-20 0 0,0 0 1 0 0,1 1-1 0 0,0 0 1 0 0,0 0-1 0 0,2 0 1 0 0,-1 0-1 0 0,-3 21 1 0 0,-8 11 19 0 0,13-39-18 0 0,1 0-1 0 0,0 0 1 0 0,0 1 0 0 0,0-1 0 0 0,0 0-1 0 0,1 1 1 0 0,0-1 0 0 0,0 1 0 0 0,1-1 0 0 0,-1 1-1 0 0,1-1 1 0 0,0 1 0 0 0,1 0 0 0 0,1 6-1 0 0,-2-9-4 0 0,0 0-1 0 0,1-1 0 0 0,-1 1 0 0 0,1 0 0 0 0,0-1 0 0 0,0 1 0 0 0,0-1 1 0 0,0 1-1 0 0,1-1 0 0 0,-1 0 0 0 0,1 1 0 0 0,-1-1 0 0 0,1 0 0 0 0,0 0 1 0 0,0 0-1 0 0,0 0 0 0 0,0-1 0 0 0,0 1 0 0 0,0 0 0 0 0,0-1 0 0 0,1 1 1 0 0,-1-1-1 0 0,1 0 0 0 0,-1 0 0 0 0,1 0 0 0 0,-1 0 0 0 0,5 1 0 0 0,35 10-32 0 0,-36-10 27 0 0,1 0-1 0 0,-1 0 1 0 0,1 0 0 0 0,-1-1 0 0 0,1 0 0 0 0,9 1 0 0 0,-8-3 5 0 0,-1 0 1 0 0,1 0-1 0 0,0 0 0 0 0,0-1 0 0 0,-1 0 0 0 0,0-1 0 0 0,11-5 0 0 0,22-6-1 0 0,-22 7 2 0 0,0 0 0 0 0,-1-2 0 0 0,0 0 0 0 0,0 0 0 0 0,-1-2 0 0 0,28-22 0 0 0,-23 16 3 0 0,4-2 134 0 0,32-31 0 0 0,-49 42-96 0 0,-1 1 0 0 0,-1-1 0 0 0,1 0 0 0 0,-1-1 0 0 0,-1 0 0 0 0,1 0 1 0 0,-1 0-1 0 0,4-12 0 0 0,-9 20-4 0 0,0 1 0 0 0,1-1 1 0 0,-1 0-1 0 0,0 0 0 0 0,0 0 0 0 0,0 0 1 0 0,0 1-1 0 0,0-1 0 0 0,0 0 0 0 0,0 0 0 0 0,0 0 1 0 0,0 0-1 0 0,0 1 0 0 0,-1-1 0 0 0,1 0 1 0 0,0 0-1 0 0,-1 0 0 0 0,1 1 0 0 0,0-1 1 0 0,-1 0-1 0 0,1 0 0 0 0,-1 1 0 0 0,1-1 1 0 0,-1 0-1 0 0,0 0 0 0 0,-1-1-14 0 0,0 1 0 0 0,0 0 1 0 0,0-1-1 0 0,0 1 0 0 0,0 0 0 0 0,0 0 0 0 0,0 0 0 0 0,-1 0 1 0 0,-2 0-1 0 0,-1-1-18 0 0,-1 1 0 0 0,0 0 1 0 0,0 0-1 0 0,0 0 1 0 0,-13 2-1 0 0,11 0 1 0 0,1 1-1 0 0,-1 0 1 0 0,0 1 0 0 0,1 0-1 0 0,-1 0 1 0 0,1 1 0 0 0,0 0 0 0 0,1 0-1 0 0,-1 1 1 0 0,0 0 0 0 0,1 0-1 0 0,0 1 1 0 0,1 0 0 0 0,-1 0-1 0 0,1 1 1 0 0,0 0 0 0 0,1 0-1 0 0,-7 11 1 0 0,7-9 5 0 0,1-2-10 0 0,1-1 0 0 0,0 1 1 0 0,0 0-1 0 0,1 0 0 0 0,-1 0 0 0 0,0 8 1 0 0,3-13-1 0 0,-1 0 0 0 0,1 0 1 0 0,0 0-1 0 0,1 0 1 0 0,-1 0-1 0 0,0 0 0 0 0,1 0 1 0 0,-1 0-1 0 0,1 0 1 0 0,-1 0-1 0 0,1 0 0 0 0,0-1 1 0 0,0 1-1 0 0,0 0 1 0 0,0 0-1 0 0,0-1 0 0 0,0 1 1 0 0,0-1-1 0 0,1 1 0 0 0,-1-1 1 0 0,0 1-1 0 0,1-1 1 0 0,0 0-1 0 0,-1 1 0 0 0,1-1 1 0 0,0 0-1 0 0,-1 0 1 0 0,4 1-1 0 0,42 19 19 0 0,-31-15-15 0 0,-1 1-1 0 0,-1 0 1 0 0,1 1 0 0 0,-1 0 0 0 0,-1 2 0 0 0,1-1 0 0 0,13 15 0 0 0,-17-15 4 0 0,-1 0 1 0 0,-1 0 0 0 0,0 1-1 0 0,0 0 1 0 0,-1 1 0 0 0,-1 0 0 0 0,1 0-1 0 0,-2 0 1 0 0,0 1 0 0 0,5 14-1 0 0,2 15-11 0 0,-8-31 21 0 0,-1 0 0 0 0,-1 0 0 0 0,3 14 0 0 0,-5-20-4 0 0,0 1 0 0 0,0-1 0 0 0,0 0 0 0 0,-1 1 0 0 0,0-1 0 0 0,1 0 0 0 0,-1 0 0 0 0,-1 1 0 0 0,1-1 0 0 0,-1 0 0 0 0,-3 6 0 0 0,4-7-8 0 0,-1 0 0 0 0,0 0 0 0 0,1-1 0 0 0,-1 1 0 0 0,-1-1 0 0 0,1 1 0 0 0,0-1 0 0 0,-1 0 0 0 0,1 0 0 0 0,-1 0 0 0 0,1 0 0 0 0,-1 0 0 0 0,0-1 0 0 0,0 1 0 0 0,-4 1 0 0 0,-2-1 1 0 0,0 1-1 0 0,0-1 1 0 0,-18 1-1 0 0,21-3-201 0 0,-1 1 0 0 0,0-1 0 0 0,1 2-1 0 0,-1-1 1 0 0,1 1 0 0 0,-1 0 0 0 0,1 0-1 0 0,-11 5 1 0 0,6-1-1292 0 0,2-5-2256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163 397 7050 0 0,'1'-23'3162'0'0,"1"-11"-1170"0"0,-5 14 2448 0 0,3 20-4421 0 0,0 0 0 0 0,-1 0 1 0 0,1-1-1 0 0,0 1 0 0 0,0 0 1 0 0,0 0-1 0 0,0 0 0 0 0,0 0 1 0 0,0-1-1 0 0,0 1 1 0 0,0 0-1 0 0,0 0 0 0 0,-1 0 1 0 0,1 0-1 0 0,0 0 0 0 0,0 0 1 0 0,0-1-1 0 0,0 1 0 0 0,0 0 1 0 0,-1 0-1 0 0,1 0 0 0 0,0 0 1 0 0,0 0-1 0 0,0 0 1 0 0,0 0-1 0 0,-1 0 0 0 0,1 0 1 0 0,0 0-1 0 0,0 0 0 0 0,0 0 1 0 0,-1 0-1 0 0,1 0 0 0 0,0 0 1 0 0,0 0-1 0 0,0 0 1 0 0,0 0-1 0 0,-1 0 0 0 0,1 0 1 0 0,0 0-1 0 0,0 0 0 0 0,0 0 1 0 0,0 0-1 0 0,-1 0 0 0 0,1 0 1 0 0,0 0-1 0 0,0 1 1 0 0,0-1-1 0 0,0 0 0 0 0,-1 0 1 0 0,1 0-1 0 0,0 0 0 0 0,0 0 1 0 0,0 1-1 0 0,0-1 0 0 0,0 0 1 0 0,0 0-1 0 0,0 0 0 0 0,0 0 1 0 0,0 1-1 0 0,-1-1 1 0 0,1 0-1 0 0,0 0 0 0 0,0 0 1 0 0,0 0-1 0 0,0 1 0 0 0,-7 13 121 0 0,6-14-126 0 0,-28 72 392 0 0,-25 95 0 0 0,34-100-510 0 0,-20 130 0 0 0,38-152-686 0 0,2-41 541 0 0,0-1 0 0 0,0 0-1 0 0,0 1 1 0 0,1-1 0 0 0,0 0-1 0 0,0 1 1 0 0,0-1 0 0 0,0 0 0 0 0,0 0-1 0 0,0 0 1 0 0,3 4 0 0 0,-3-6 173 0 0,0 0 1 0 0,0 1 0 0 0,0-2-1 0 0,0 1 1 0 0,0 0-1 0 0,0 0 1 0 0,0 0-1 0 0,0 0 1 0 0,0-1 0 0 0,1 1-1 0 0,-1 0 1 0 0,0-1-1 0 0,0 0 1 0 0,1 1-1 0 0,-1-1 1 0 0,0 1 0 0 0,1-1-1 0 0,-1 0 1 0 0,0 0-1 0 0,1 0 1 0 0,-1 0-1 0 0,0 0 1 0 0,1 0 0 0 0,-1 0-1 0 0,1 0 1 0 0,-1-1-1 0 0,0 1 1 0 0,0 0-1 0 0,1-1 1 0 0,-1 1 0 0 0,0-1-1 0 0,2-1 1 0 0,1 1 61 0 0,-1-2 1 0 0,1 1 0 0 0,-1 0-1 0 0,0-1 1 0 0,1 1-1 0 0,-1-1 1 0 0,-1 0-1 0 0,1 0 1 0 0,3-5 0 0 0,9-14 58 0 0,-3 3 269 0 0,1 0 1 0 0,1 0-1 0 0,1 1 1 0 0,0 1-1 0 0,21-17 1 0 0,126-96 3188 0 0,-156 123-3325 0 0,0-1 0 0 0,0 1 0 0 0,-1-1 0 0 0,0 0 0 0 0,-1 0 0 0 0,1-1 0 0 0,-2 1 0 0 0,4-12 0 0 0,-6 19-160 0 0,-1 0 0 0 0,0 0 0 0 0,1 0 0 0 0,-1 0 0 0 0,0 0-1 0 0,0 0 1 0 0,0 0 0 0 0,1 0 0 0 0,-1-1 0 0 0,0 1 0 0 0,-1 0 0 0 0,1 0 0 0 0,0 0 0 0 0,0 0-1 0 0,0 0 1 0 0,-1 0 0 0 0,1 0 0 0 0,0 0 0 0 0,-1 0 0 0 0,1 0 0 0 0,-1 0 0 0 0,1 0 0 0 0,-1 0-1 0 0,-1-1 1 0 0,1 0-6 0 0,-1 1 0 0 0,1 0 0 0 0,-1 0-1 0 0,0 0 1 0 0,1 0 0 0 0,-1 0 0 0 0,0 0-1 0 0,0 1 1 0 0,0-1 0 0 0,0 1 0 0 0,0-1 0 0 0,-3 0-1 0 0,-1 1-5 0 0,0 0 0 0 0,0-1 0 0 0,0 2 0 0 0,0-1 0 0 0,0 1 0 0 0,1 0 0 0 0,-1 0 0 0 0,-9 3 0 0 0,10-2-7 0 0,1 0 0 0 0,-1 0 0 0 0,0 1 0 0 0,1-1 1 0 0,0 1-1 0 0,-1 0 0 0 0,1 0 0 0 0,0 1 0 0 0,0-1 1 0 0,1 1-1 0 0,-1 0 0 0 0,1 0 0 0 0,0 0 0 0 0,-4 7 1 0 0,1-2 2 0 0,1-1 0 0 0,0 2 0 0 0,1-1 0 0 0,0 0 0 0 0,0 1 1 0 0,1 0-1 0 0,-2 11 0 0 0,-10 24-7 0 0,11-37-4 0 0,1 0 0 0 0,0 1 0 0 0,-2 11 0 0 0,4-16 3 0 0,1-1 1 0 0,0 0 0 0 0,0 1 0 0 0,0-1 0 0 0,0 1 0 0 0,0-1 0 0 0,1 0 0 0 0,-1 1-1 0 0,1-1 1 0 0,0 0 0 0 0,0 0 0 0 0,3 6 0 0 0,-2-6 1 0 0,0-1 1 0 0,-1 0-1 0 0,1 1 1 0 0,0-1 0 0 0,0 0-1 0 0,1 0 1 0 0,-1 0-1 0 0,0-1 1 0 0,1 1-1 0 0,-1-1 1 0 0,1 1-1 0 0,0-1 1 0 0,-1 0-1 0 0,1 0 1 0 0,0 0-1 0 0,4 1 1 0 0,16 8-14 0 0,-17-7 16 0 0,1-1 0 0 0,-1 1 0 0 0,0-1 0 0 0,1 0 0 0 0,-1-1 0 0 0,1 0 0 0 0,0 0 0 0 0,-1 0 0 0 0,1-1 0 0 0,0 0 0 0 0,-1 0 0 0 0,1-1 0 0 0,0 0 1 0 0,10-2-1 0 0,-2-1-2 0 0,-1 0 0 0 0,0-2 0 0 0,0 1 1 0 0,0-2-1 0 0,16-9 0 0 0,0 1 0 0 0,-24 13 3 0 0,-1 0-1 0 0,0-1 1 0 0,0 0 0 0 0,0 0-1 0 0,0 0 1 0 0,5-4 0 0 0,7-8 20 0 0,-12 12 6 0 0,0-1 0 0 0,0 0 1 0 0,-1 0-1 0 0,1-1 1 0 0,-1 1-1 0 0,0-1 1 0 0,0 0-1 0 0,-1 0 1 0 0,0 0-1 0 0,4-8 1 0 0,1 1 127 0 0,-4 10-125 0 0,-4 10-60 0 0,-6 7 13 0 0,4-11-9 0 0,1-1 0 0 0,-1 1 1 0 0,1 0-1 0 0,-1 0 0 0 0,1-1 0 0 0,0 1 1 0 0,1 0-1 0 0,-1 0 0 0 0,1 0 0 0 0,0 0 1 0 0,0 0-1 0 0,0 0 0 0 0,1 7 1 0 0,0-10 10 0 0,0 0 1 0 0,0 0 0 0 0,0 0 0 0 0,0 0 0 0 0,1 0 0 0 0,-1 0-1 0 0,0 0 1 0 0,1 0 0 0 0,-1-1 0 0 0,0 1 0 0 0,1 0-1 0 0,-1-1 1 0 0,1 1 0 0 0,-1-1 0 0 0,1 0 0 0 0,-1 1 0 0 0,1-1-1 0 0,-1 0 1 0 0,1 0 0 0 0,2 0 0 0 0,32-3-139 0 0,-26 0 134 0 0,-1 1-1 0 0,1-1 0 0 0,-1-1 1 0 0,0 0-1 0 0,0 0 0 0 0,0-1 1 0 0,-1 0-1 0 0,0 0 0 0 0,0-1 1 0 0,0 0-1 0 0,12-13 0 0 0,6-7 27 0 0,-1-2-1 0 0,33-47 0 0 0,-47 59 12 0 0,-1-1 1 0 0,-1 1-1 0 0,-1-2 1 0 0,-1 1-1 0 0,0-1 0 0 0,8-35 1 0 0,-1-23 64 0 0,6-105 0 0 0,-19 170-43 0 0,1 0 0 0 0,0 0 1 0 0,1 0-1 0 0,8-20 1 0 0,-7 21 106 0 0,-1 0 0 0 0,0 0 0 0 0,0 0 0 0 0,-1-1 1 0 0,0 1-1 0 0,0-15 0 0 0,-4 25-107 0 0,0 5-30 0 0,-18 68 40 0 0,4 0 1 0 0,-10 105-1 0 0,12-71 80 0 0,9-71-80 0 0,2 0-1 0 0,1 0 0 0 0,1 0 0 0 0,3 0 0 0 0,0 0 1 0 0,3-1-1 0 0,14 58 0 0 0,-18-90-86 0 0,0 0 1 0 0,1 0-1 0 0,0 0 1 0 0,-1-1-1 0 0,1 1 0 0 0,0 0 1 0 0,0-1-1 0 0,0 0 1 0 0,1 1-1 0 0,3 2 1 0 0,-5-4-69 0 0,0 0 0 0 0,-1-1 0 0 0,1 1 1 0 0,0-1-1 0 0,0 1 0 0 0,-1-1 0 0 0,1 1 0 0 0,0-1 1 0 0,0 1-1 0 0,0-1 0 0 0,0 0 0 0 0,0 1 1 0 0,0-1-1 0 0,0 0 0 0 0,-1 0 0 0 0,1 0 1 0 0,0 0-1 0 0,0 0 0 0 0,0 0 0 0 0,0 0 1 0 0,0 0-1 0 0,0 0 0 0 0,0 0 0 0 0,0 0 1 0 0,0-1-1 0 0,0 1 0 0 0,0 0 0 0 0,-1-1 0 0 0,1 1 1 0 0,0-1-1 0 0,0 1 0 0 0,0-1 0 0 0,0 1 1 0 0,-1-1-1 0 0,1 1 0 0 0,0-1 0 0 0,-1 0 1 0 0,1 1-1 0 0,0-1 0 0 0,-1 0 0 0 0,1 0 1 0 0,0-1-1 0 0,2-4-479 0 0,1 0-1 0 0,-1 0 1 0 0,-1 0 0 0 0,1-1 0 0 0,-1 1 0 0 0,0-1-1 0 0,0 0 1 0 0,-1 1 0 0 0,0-1 0 0 0,0-9-1 0 0,-2-3-1795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36 135 9122 0 0,'-2'-1'467'0'0,"0"1"1"0"0,0 0 0 0 0,1-1-1 0 0,-1 0 1 0 0,0 1-1 0 0,0-1 1 0 0,1 0-1 0 0,-1 0 1 0 0,0 0-1 0 0,1 0 1 0 0,-1 0-1 0 0,1 0 1 0 0,-1 0-1 0 0,1 0 1 0 0,0-1-1 0 0,-1 1 1 0 0,-1-3-1 0 0,3 3-433 0 0,-1 0-1 0 0,1 1 0 0 0,-1-1 1 0 0,1 0-1 0 0,-1 0 0 0 0,1 1 0 0 0,0-1 1 0 0,-1 0-1 0 0,1 0 0 0 0,0 0 1 0 0,0 0-1 0 0,-1 0 0 0 0,1 1 1 0 0,0-1-1 0 0,0 0 0 0 0,0 0 0 0 0,0 0 1 0 0,0 0-1 0 0,0 0 0 0 0,0 0 1 0 0,1 0-1 0 0,-1 1 0 0 0,0-1 1 0 0,0 0-1 0 0,1 0 0 0 0,-1 0 0 0 0,1 0 1 0 0,-1 1-1 0 0,1-1 0 0 0,-1 0 1 0 0,1 0-1 0 0,-1 1 0 0 0,1-1 1 0 0,-1 0-1 0 0,1 1 0 0 0,0-1 1 0 0,-1 1-1 0 0,1-1 0 0 0,0 1 0 0 0,1-1 1 0 0,7-4-13 0 0,1 1 1 0 0,0 0-1 0 0,0 0 1 0 0,0 1 0 0 0,12-2-1 0 0,56-7 6 0 0,-69 11-26 0 0,-4 0-13 0 0,12-1-130 0 0,0 0 0 0 0,0-2 0 0 0,0 1 1 0 0,27-12-1 0 0,-12 4-1951 0 0,-1 4-886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363 430 1816 0 0,'-5'-79'9095'0'0,"-2"36"-7274"0"0,-3 1 0 0 0,-17-52 0 0 0,26 92-1739 0 0,0 0-1 0 0,0 0 1 0 0,-1-1-1 0 0,1 1 1 0 0,0 0-1 0 0,-1 0 1 0 0,0 0-1 0 0,0 0 1 0 0,1 0-1 0 0,-1 1 1 0 0,0-1-1 0 0,0 0 1 0 0,0 1-1 0 0,-1 0 1 0 0,1-1 0 0 0,0 1-1 0 0,-1 0 1 0 0,1 0-1 0 0,0 0 1 0 0,-1 1-1 0 0,1-1 1 0 0,-1 1-1 0 0,-3-1 1 0 0,2 0-51 0 0,-1 1 0 0 0,1-1 0 0 0,0 1 0 0 0,-1 0 0 0 0,1 1 0 0 0,-1-1-1 0 0,1 1 1 0 0,-1 0 0 0 0,1 0 0 0 0,0 0 0 0 0,0 0 0 0 0,-8 5 0 0 0,4-1-17 0 0,1 0 0 0 0,0 1-1 0 0,0 0 1 0 0,0 0 0 0 0,1 0-1 0 0,0 1 1 0 0,1 0 0 0 0,-1 0-1 0 0,1 1 1 0 0,-5 10 0 0 0,-5 12-11 0 0,-16 47 1 0 0,10-24 6 0 0,15-38-16 0 0,-6 29 0 0 0,10-31 11 0 0,-1-1 0 0 0,-1 0-1 0 0,-7 16 1 0 0,7-20 0 0 0,1 0 0 0 0,0 1-1 0 0,0-1 1 0 0,1 1 0 0 0,0 0 0 0 0,0-1-1 0 0,1 1 1 0 0,0 0 0 0 0,1 15 0 0 0,0-21-7 0 0,0 1 0 0 0,1-1 1 0 0,-1 0-1 0 0,1 1 0 0 0,-1-1 1 0 0,1 0-1 0 0,0 0 1 0 0,0 0-1 0 0,1 1 0 0 0,-1-1 1 0 0,1-1-1 0 0,-1 1 0 0 0,1 0 1 0 0,0 0-1 0 0,0-1 0 0 0,0 1 1 0 0,1-1-1 0 0,-1 1 0 0 0,0-1 1 0 0,1 0-1 0 0,0 0 1 0 0,-1 0-1 0 0,1 0 0 0 0,0 0 1 0 0,0-1-1 0 0,0 0 0 0 0,0 1 1 0 0,6 0-1 0 0,31 12-48 0 0,-33-11 44 0 0,0 0 0 0 0,0-1 0 0 0,0 0 0 0 0,0 0 0 0 0,0-1-1 0 0,0 1 1 0 0,0-2 0 0 0,1 1 0 0 0,-1-1 0 0 0,9 0 0 0 0,-5-3-11 0 0,1 0 0 0 0,0 0 0 0 0,-1-1 0 0 0,0-1 0 0 0,16-8 1 0 0,14-5-14 0 0,-27 12 24 0 0,0-1 1 0 0,-1 0-1 0 0,0-1 1 0 0,0 0-1 0 0,-1-1 1 0 0,0-1-1 0 0,15-14 1 0 0,-4-1-2 0 0,0-1 0 0 0,23-34 0 0 0,-33 39 22 0 0,0-1 0 0 0,-1 0 1 0 0,-2 0-1 0 0,0-1 0 0 0,9-33 1 0 0,-5 3 17 0 0,10-72 0 0 0,-23 116-23 0 0,2 0-1 0 0,-1 1 0 0 0,1 0 0 0 0,1-1 0 0 0,4-7 1 0 0,-5 10 47 0 0,0-1 0 0 0,0 0 0 0 0,0 1 0 0 0,-1-1 0 0 0,0 0-1 0 0,0 0 1 0 0,-1 0 0 0 0,1-13 0 0 0,-2 21-55 0 0,0-1 0 0 0,0 0 0 0 0,0 0 0 0 0,0 1 0 0 0,0-1 0 0 0,0 0 0 0 0,-1 0 0 0 0,1 0 0 0 0,0 1 0 0 0,0-1 0 0 0,0 0 0 0 0,-1 0-1 0 0,1 0 1 0 0,0 0 0 0 0,0 0 0 0 0,0 1 0 0 0,-1-1 0 0 0,1 0 0 0 0,0 0 0 0 0,0 0 0 0 0,-1 0 0 0 0,1 0 0 0 0,0 0 0 0 0,0 0 0 0 0,-1 0-1 0 0,1 0 1 0 0,0 0 0 0 0,-1 0 0 0 0,1 0 0 0 0,0 0 0 0 0,0 0 0 0 0,-1 0 0 0 0,1 0 0 0 0,0 0 0 0 0,0 0 0 0 0,-1 0 0 0 0,1 0 0 0 0,0 0-1 0 0,0-1 1 0 0,0 1 0 0 0,-1 0 0 0 0,1 0 0 0 0,0 0 0 0 0,0 0 0 0 0,0-1 0 0 0,-1 1 0 0 0,1 0 0 0 0,0 0 0 0 0,0 0 0 0 0,0-1-1 0 0,0 1 1 0 0,-1 0 0 0 0,1 0 0 0 0,0-1 0 0 0,0 1 0 0 0,0 0 0 0 0,0 0 0 0 0,0-1 0 0 0,-55 130 60 0 0,-55 193 1 0 0,103-290-35 0 0,6-24-13 0 0,-1 0 0 0 0,1 0-1 0 0,-1-1 1 0 0,-1 1 0 0 0,0-1-1 0 0,-6 13 1 0 0,-2 6 83 0 0,11-26-91 0 0,0 1 0 0 0,0-1 0 0 0,0 1 0 0 0,-1-1 1 0 0,1 1-1 0 0,0-1 0 0 0,0 0 0 0 0,0 1 0 0 0,0-1 0 0 0,0 1 1 0 0,0-1-1 0 0,0 1 0 0 0,0-1 0 0 0,1 1 0 0 0,-1-1 0 0 0,0 1 1 0 0,0-1-1 0 0,0 1 0 0 0,0-1 0 0 0,1 1 0 0 0,-1-1 0 0 0,0 0 1 0 0,1 1-1 0 0,-1-1 0 0 0,0 1 0 0 0,1-1 0 0 0,-1 0 0 0 0,0 1 1 0 0,1-1-1 0 0,-1 0 0 0 0,0 0 0 0 0,1 1 0 0 0,-1-1 0 0 0,1 0 1 0 0,-1 0-1 0 0,1 1 0 0 0,-1-1 0 0 0,1 0 0 0 0,-1 0 0 0 0,1 0 1 0 0,-1 0-1 0 0,0 0 0 0 0,1 0 0 0 0,-1 0 0 0 0,1 0 0 0 0,-1 0 1 0 0,1 0-1 0 0,-1 0 0 0 0,1 0 0 0 0,-1 0 0 0 0,1 0 1 0 0,-1 0-1 0 0,1-1 0 0 0,0 1 0 0 0,7-2 12 0 0,0 0-1 0 0,0-1 1 0 0,0 0 0 0 0,0-1-1 0 0,0 1 1 0 0,-1-1 0 0 0,1-1-1 0 0,-1 1 1 0 0,0-1 0 0 0,7-7-1 0 0,8-9 38 0 0,29-34 0 0 0,-39 39-45 0 0,0-1-1 0 0,18-35 0 0 0,-5 7 14 0 0,-19 35 0 0 0,-5 7-13 0 0,0 1 1 0 0,0 0 0 0 0,0 0-1 0 0,1 0 1 0 0,-1 0 0 0 0,1 0-1 0 0,0 0 1 0 0,-1 0 0 0 0,1 0-1 0 0,0 1 1 0 0,0-1-1 0 0,0 1 1 0 0,4-3 0 0 0,-6 5-9 0 0,1-1 1 0 0,-1 0-1 0 0,1 1 1 0 0,-1-1-1 0 0,1 1 1 0 0,-1-1-1 0 0,0 0 1 0 0,1 1-1 0 0,-1-1 1 0 0,0 1-1 0 0,1-1 1 0 0,-1 1-1 0 0,0-1 1 0 0,0 1-1 0 0,0-1 1 0 0,1 1-1 0 0,-1 0 1 0 0,0-1-1 0 0,0 1 1 0 0,0-1-1 0 0,0 1 1 0 0,0-1-1 0 0,0 1 1 0 0,0 0-1 0 0,0-1 1 0 0,0 2-1 0 0,1 16-19 0 0,-1-7 22 0 0,-1 0 0 0 0,-1 0-1 0 0,0 0 1 0 0,-1-1 0 0 0,-6 20 0 0 0,5-22-178 0 0,1-1 0 0 0,1 1 0 0 0,0 0 0 0 0,0 0 0 0 0,0 0 0 0 0,1 0 0 0 0,0 1 0 0 0,1-1 1 0 0,-1 0-1 0 0,2 1 0 0 0,-1-1 0 0 0,3 9 0 0 0,-2-15-21 0 0,0 1-1 0 0,1-1 1 0 0,-1 1 0 0 0,1-1-1 0 0,-1 1 1 0 0,1-1 0 0 0,0 0-1 0 0,0 0 1 0 0,0 0 0 0 0,0 0-1 0 0,0 0 1 0 0,0-1 0 0 0,1 1-1 0 0,-1-1 1 0 0,1 1 0 0 0,-1-1 0 0 0,1 0-1 0 0,0 0 1 0 0,-1 0 0 0 0,1 0-1 0 0,4 0 1 0 0,1 1-103 0 0,0-1-1 0 0,0 0 1 0 0,0 0-1 0 0,0-1 1 0 0,1 0-1 0 0,10-1 1 0 0,-4-3 144 0 0,0 0 1 0 0,-1-1-1 0 0,0-1 0 0 0,1 0 1 0 0,-2-1-1 0 0,17-10 0 0 0,-22 12 304 0 0,-1-1 0 0 0,-1 0 0 0 0,1 0 0 0 0,-1 0-1 0 0,0-1 1 0 0,0 1 0 0 0,-1-1 0 0 0,0-1 0 0 0,0 1-1 0 0,-1-1 1 0 0,0 0 0 0 0,3-8 0 0 0,-5 10 239 0 0,6-8 621 0 0,-6 12-820 0 0,0-1 1 0 0,0 1-1 0 0,-1-1 1 0 0,1 0-1 0 0,-1 1 1 0 0,0-1 0 0 0,1 0-1 0 0,-1 0 1 0 0,-1 0-1 0 0,1 1 1 0 0,0-1-1 0 0,-1 0 1 0 0,1 0-1 0 0,-1 0 1 0 0,0 0-1 0 0,0 0 1 0 0,0 0 0 0 0,-1 0-1 0 0,1 0 1 0 0,-1 0-1 0 0,-1-5 1 0 0,2 7-175 0 0,-1 0 0 0 0,0 0 0 0 0,1 0 0 0 0,-1 0 0 0 0,0 1 0 0 0,0-1 0 0 0,0 0 0 0 0,0 1 0 0 0,1-1 0 0 0,-1 0 0 0 0,0 1 0 0 0,0-1 0 0 0,0 1 0 0 0,0 0 0 0 0,0-1 0 0 0,0 1 0 0 0,-1 0 0 0 0,1-1 0 0 0,0 1 0 0 0,0 0 0 0 0,0 0 0 0 0,0 0 0 0 0,0 0 0 0 0,0 0 1 0 0,0 0-1 0 0,-2 1 0 0 0,-31 7-17 0 0,26-5 19 0 0,3-1-16 0 0,1 0-1 0 0,-1 0 1 0 0,1 1 0 0 0,0-1 0 0 0,0 1 0 0 0,0 0-1 0 0,0 0 1 0 0,1 0 0 0 0,-1 1 0 0 0,1 0 0 0 0,-6 7-1 0 0,-34 54 36 0 0,27-39-26 0 0,16-25-11 0 0,-5 6 4 0 0,0-1 0 0 0,1 1 1 0 0,0 0-1 0 0,1 0 1 0 0,0 0-1 0 0,0 1 0 0 0,0-1 1 0 0,1 1-1 0 0,-2 9 1 0 0,-4 6 33 0 0,-1 2-41 0 0,9-24 6 0 0,-1 0 0 0 0,1 0 0 0 0,0 0 0 0 0,0 0 0 0 0,0 0 0 0 0,0 0 0 0 0,0 0 0 0 0,0 0 0 0 0,0 0 0 0 0,0 0 0 0 0,0 0 0 0 0,0 0 0 0 0,1-1 0 0 0,-1 1 0 0 0,0 0 0 0 0,1 0 0 0 0,-1 0 0 0 0,0 0 0 0 0,1 0 0 0 0,-1-1 0 0 0,2 2 0 0 0,-1-1-3 0 0,0 0 0 0 0,0 0-1 0 0,0-1 1 0 0,0 1 0 0 0,0 0 0 0 0,1-1 0 0 0,-1 1 0 0 0,0-1-1 0 0,0 1 1 0 0,1-1 0 0 0,-1 0 0 0 0,0 1 0 0 0,1-1-1 0 0,-1 0 1 0 0,0 0 0 0 0,1 0 0 0 0,-1 0 0 0 0,1 0 0 0 0,1-1-1 0 0,28-8 82 0 0,-19 5-43 0 0,-7 1-24 0 0,0 1 1 0 0,0-1-1 0 0,0 0 0 0 0,-1 0 1 0 0,1 0-1 0 0,-1-1 1 0 0,0 0-1 0 0,0 0 1 0 0,-1 0-1 0 0,1 0 1 0 0,-1 0-1 0 0,0-1 1 0 0,0 0-1 0 0,4-8 1 0 0,5-9 50 0 0,15-44 0 0 0,-17 25-2 0 0,-8 33-2 0 0,0-1 1 0 0,0 1-1 0 0,0 0 1 0 0,1 0-1 0 0,0 0 1 0 0,6-10-1 0 0,3 6 270 0 0,-12 12-330 0 0,1 0 0 0 0,-1 0 0 0 0,0 0-1 0 0,0 0 1 0 0,1 0 0 0 0,-1 1 0 0 0,0-1-1 0 0,0 0 1 0 0,1 0 0 0 0,-1 0 0 0 0,0 0 0 0 0,0 1-1 0 0,0-1 1 0 0,1 0 0 0 0,-1 0 0 0 0,0 0 0 0 0,0 0-1 0 0,0 1 1 0 0,0-1 0 0 0,1 0 0 0 0,-1 0-1 0 0,0 1 1 0 0,0-1 0 0 0,0 0 0 0 0,0 0 0 0 0,0 1-1 0 0,0-1 1 0 0,0 0 0 0 0,0 0 0 0 0,0 1 0 0 0,0-1-1 0 0,0 0 1 0 0,0 1 0 0 0,0 36-60 0 0,0-24 117 0 0,-3 23-93 0 0,1 13-400 0 0,8-19-3270 0 0,-4-28 3354 0 0,-1 0-1 0 0,1-1 1 0 0,-1 1-1 0 0,1 0 1 0 0,0-1-1 0 0,0 1 1 0 0,0-1 0 0 0,0 0-1 0 0,0 0 1 0 0,0 0-1 0 0,0 0 1 0 0,0 0-1 0 0,4 1 1 0 0,-4-1-305 0 0,17 6-2660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82 9722 0 0,'-1'-1'266'0'0,"0"0"1"0"0,0-1-1 0 0,0 1 1 0 0,0 0-1 0 0,0-1 0 0 0,0 1 1 0 0,0-1-1 0 0,0 1 0 0 0,0-1 1 0 0,1 1-1 0 0,-1-1 1 0 0,0 1-1 0 0,1-1 0 0 0,0 0 1 0 0,-1 1-1 0 0,1-1 0 0 0,0 0 1 0 0,0-2-1 0 0,4 12 889 0 0,-4 10-884 0 0,0 1 0 0 0,-2-1 1 0 0,0 1-1 0 0,-1-1 0 0 0,-1 0 0 0 0,0 0 0 0 0,-1 0 0 0 0,-9 17 1 0 0,8-16 30 0 0,6-19-297 0 0,0 1 0 0 0,0-1 0 0 0,0 0 0 0 0,0 0 0 0 0,0 1 0 0 0,0-1 0 0 0,-1 0 0 0 0,1 1-1 0 0,0-1 1 0 0,0 0 0 0 0,0 0 0 0 0,0 1 0 0 0,0-1 0 0 0,0 0 0 0 0,0 1 0 0 0,0-1 0 0 0,1 0 0 0 0,-1 1-1 0 0,0-1 1 0 0,0 0 0 0 0,0 0 0 0 0,0 1 0 0 0,0-1 0 0 0,0 0 0 0 0,1 0 0 0 0,-1 1 0 0 0,0-1 0 0 0,0 0-1 0 0,0 0 1 0 0,0 0 0 0 0,1 1 0 0 0,-1-1 0 0 0,0 0 0 0 0,0 0 0 0 0,1 0 0 0 0,-1 0 0 0 0,0 1 0 0 0,0-1 0 0 0,1 0-1 0 0,-1 0 1 0 0,0 0 0 0 0,1 0 0 0 0,-1 0 0 0 0,0 0 0 0 0,0 0 0 0 0,1 0 0 0 0,-1 0 0 0 0,0 0 0 0 0,1 0-1 0 0,-1 0 1 0 0,0 0 0 0 0,0 0 0 0 0,1 0 0 0 0,-1 0 0 0 0,0 0 0 0 0,1 0 0 0 0,-1 0 0 0 0,0 0 0 0 0,0-1 0 0 0,1 1-1 0 0,-1 0 1 0 0,0 0 0 0 0,0 0 0 0 0,1 0 0 0 0,-1-1 0 0 0,0 1 0 0 0,0 0 0 0 0,8-4 19 0 0,-1 0-1 0 0,0-1 1 0 0,0 1 0 0 0,0-2 0 0 0,0 1 0 0 0,-1 0 0 0 0,11-13-1 0 0,36-47 24 0 0,-18 22 88 0 0,48-46 1 0 0,-82 87-128 0 0,1 1 0 0 0,0-1 0 0 0,0 0 0 0 0,0 1 0 0 0,0 0 0 0 0,0-1 0 0 0,0 1 0 0 0,0 0 1 0 0,0 0-1 0 0,1 0 0 0 0,-1 0 0 0 0,0 0 0 0 0,1 1 0 0 0,2-1 0 0 0,-4 1-6 0 0,1 0-1 0 0,-1 0 1 0 0,0 1 0 0 0,0-1-1 0 0,0 1 1 0 0,0-1 0 0 0,0 1 0 0 0,0-1-1 0 0,0 1 1 0 0,0 0 0 0 0,0-1-1 0 0,0 1 1 0 0,0 0 0 0 0,-1 0-1 0 0,1 0 1 0 0,0 0 0 0 0,0-1-1 0 0,-1 1 1 0 0,1 0 0 0 0,-1 0-1 0 0,1 0 1 0 0,-1 1 0 0 0,1-1-1 0 0,-1 0 1 0 0,1 0 0 0 0,-1 0-1 0 0,0 0 1 0 0,0 0 0 0 0,0 0 0 0 0,0 2-1 0 0,2 9-178 0 0,-1 1-1 0 0,0-1 0 0 0,-1 1 1 0 0,0-1-1 0 0,-1 1 1 0 0,-1-1-1 0 0,-5 24 1 0 0,-3 19-6490 0 0,10-49 4349 0 0,0-1-900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67 534 3361 0 0,'2'-10'4809'0'0,"6"-7"-2234"0"0,1-4-64 0 0,-9 18-156 0 0,-4 9-980 0 0,-10 25-647 0 0,-16 46-893 0 0,17-44 259 0 0,9-24-82 0 0,0 1 0 0 0,0-1 0 0 0,1 1 0 0 0,0 0 0 0 0,1 0 0 0 0,-2 18-1 0 0,4-28-10 0 0,0 0 0 0 0,0 0 0 0 0,0 0 0 0 0,0 0 0 0 0,1 0-1 0 0,-1 0 1 0 0,0 0 0 0 0,0 0 0 0 0,0 1 0 0 0,0-1-1 0 0,0 0 1 0 0,0 0 0 0 0,1 0 0 0 0,-1 0 0 0 0,0 0-1 0 0,0 0 1 0 0,0 0 0 0 0,0 0 0 0 0,0 0 0 0 0,1 0 0 0 0,-1 0-1 0 0,0 0 1 0 0,0 0 0 0 0,0 0 0 0 0,0 0 0 0 0,0 0-1 0 0,1 0 1 0 0,-1 0 0 0 0,0 0 0 0 0,0 0 0 0 0,0 0 0 0 0,0-1-1 0 0,0 1 1 0 0,1 0 0 0 0,-1 0 0 0 0,0 0 0 0 0,0 0-1 0 0,0 0 1 0 0,0 0 0 0 0,0 0 0 0 0,0 0 0 0 0,0 0-1 0 0,0-1 1 0 0,1 1 0 0 0,-1 0 0 0 0,0 0 0 0 0,0 0 0 0 0,0 0-1 0 0,0 0 1 0 0,0-1 0 0 0,0 1 0 0 0,0 0 0 0 0,0 0-1 0 0,0 0 1 0 0,0 0 0 0 0,0 0 0 0 0,0-1 0 0 0,0 1-1 0 0,8-10 31 0 0,45-76 68 0 0,9-15 2 0 0,-52 87-13 0 0,0 2 1 0 0,1-1-1 0 0,0 1 0 0 0,1 1 0 0 0,17-13 1 0 0,-16 13 40 0 0,16-12 204 0 0,-27 22-321 0 0,-1 0 1 0 0,1 0-1 0 0,-1 1 0 0 0,1-1 0 0 0,-1 0 0 0 0,1 0 1 0 0,0 1-1 0 0,-1-1 0 0 0,1 1 0 0 0,0-1 0 0 0,-1 1 0 0 0,1 0 1 0 0,0 0-1 0 0,0 0 0 0 0,2 0 0 0 0,-3 1-9 0 0,0-1 0 0 0,0 1 0 0 0,-1-1 0 0 0,1 1 0 0 0,0 0 0 0 0,-1 0 0 0 0,1 0 0 0 0,0-1 0 0 0,-1 1 0 0 0,1 0 0 0 0,-1 0 0 0 0,1 0 0 0 0,-1 0 0 0 0,0 0 0 0 0,1 0 0 0 0,-1 0 0 0 0,0 0 0 0 0,0 0 0 0 0,0 0 0 0 0,1 1 0 0 0,1 22 33 0 0,-2-22-31 0 0,1 9-26 0 0,-1 0 0 0 0,-1 0 1 0 0,0 0-1 0 0,0 0 0 0 0,-1 0 0 0 0,-6 18 0 0 0,-2 0-1550 0 0,-17 30 0 0 0,23-51 998 0 0,-2 6 298 0 0,3 5-6637 0 0,3-18 6588 0 0,0-1 0 0 0,1 1 0 0 0,-1 0-1 0 0,0-1 1 0 0,0 1 0 0 0,1 0 0 0 0,-1-1-1 0 0,0 1 1 0 0,1 0 0 0 0,-1-1 0 0 0,0 1 0 0 0,1-1-1 0 0,-1 1 1 0 0,1-1 0 0 0,-1 1 0 0 0,1-1 0 0 0,-1 1-1 0 0,1-1 1 0 0,-1 0 0 0 0,1 1 0 0 0,1 0-1 0 0,13 2-342 0 0,-5-2 1369 0 0,-1-2-1 0 0,1 0 0 0 0,-1 0 1 0 0,1-1-1 0 0,-1 0 1 0 0,0 0-1 0 0,1-1 1 0 0,-1 0-1 0 0,15-8 0 0 0,9-6 3129 0 0,32-23-1 0 0,-63 39-3800 0 0,67-44 2041 0 0,-59 36-1981 0 0,0 0 1 0 0,0 0 0 0 0,-1-1-1 0 0,0 0 1 0 0,0 0 0 0 0,-2-1-1 0 0,1 0 1 0 0,-1-1 0 0 0,-1 0-1 0 0,0 0 1 0 0,0 0 0 0 0,5-20-1 0 0,0 14 33 0 0,-10 17-101 0 0,0 0 0 0 0,0 0 0 0 0,0 0-1 0 0,-1 0 1 0 0,1 0 0 0 0,0 0 0 0 0,0 0-1 0 0,-1 0 1 0 0,1 0 0 0 0,0-1 0 0 0,-1 1-1 0 0,0 0 1 0 0,1-1 0 0 0,-1 1 0 0 0,0 0-1 0 0,1 0 1 0 0,-1-1 0 0 0,0 1 0 0 0,0-1-1 0 0,0 1 1 0 0,0 0 0 0 0,0-1 0 0 0,-1-1-1 0 0,1 3-15 0 0,-1 0-1 0 0,1-1 1 0 0,-1 1-1 0 0,1 0 1 0 0,-1 0-1 0 0,1 0 0 0 0,-1 0 1 0 0,0 0-1 0 0,1 0 1 0 0,-1 0-1 0 0,1 0 1 0 0,-1 0-1 0 0,1 1 0 0 0,-1-1 1 0 0,1 0-1 0 0,-1 0 1 0 0,1 0-1 0 0,-1 1 0 0 0,1-1 1 0 0,-1 0-1 0 0,1 0 1 0 0,0 1-1 0 0,-1-1 1 0 0,1 0-1 0 0,-1 1 0 0 0,-13 10 35 0 0,4 3-36 0 0,1 0 1 0 0,1 1 0 0 0,1 0-1 0 0,-10 26 1 0 0,6-15 28 0 0,5-11-31 0 0,-28 71-16 0 0,34-85 6 0 0,0 0 0 0 0,-1 0 0 0 0,1 0 0 0 0,0 0 0 0 0,0 0 0 0 0,-1 0 0 0 0,1 0 1 0 0,0 1-1 0 0,0-1 0 0 0,0 0 0 0 0,1 0 0 0 0,-1 0 0 0 0,0 0 0 0 0,0 0 0 0 0,1 0 0 0 0,-1 1 1 0 0,0-1-1 0 0,1 0 0 0 0,-1 0 0 0 0,1 0 0 0 0,-1 0 0 0 0,1 0 0 0 0,0 0 0 0 0,1 1 0 0 0,-1-1 0 0 0,1 0 0 0 0,0 1-1 0 0,0-1 1 0 0,0 0-1 0 0,0 0 1 0 0,0 0-1 0 0,0 0 1 0 0,0 0-1 0 0,1-1 1 0 0,-1 1 0 0 0,4 0-1 0 0,3 0-17 0 0,-1-1 0 0 0,1 1 0 0 0,0-2-1 0 0,0 1 1 0 0,13-3 0 0 0,-7-1 12 0 0,0-1 0 0 0,0-1 0 0 0,-1 0-1 0 0,17-9 1 0 0,24-11-33 0 0,-49 24 47 0 0,-1 0 1 0 0,1-1-1 0 0,-1 1 1 0 0,1-1-1 0 0,-1-1 1 0 0,0 1-1 0 0,0-1 1 0 0,0 0-1 0 0,-1 0 1 0 0,1 0-1 0 0,-1-1 1 0 0,0 1-1 0 0,0-1 1 0 0,4-7-1 0 0,2-3 9 0 0,0-2 1 0 0,-1 1-1 0 0,0-1 1 0 0,-2-1-1 0 0,12-36 0 0 0,-9 10 26 0 0,7-60 1 0 0,-14 90-23 0 0,0 1 0 0 0,1 0 0 0 0,7-19 0 0 0,-6 20 8 0 0,0-1 0 0 0,-2 1 0 0 0,6-25 0 0 0,-9 32-10 0 0,3-27 204 0 0,-3 31-193 0 0,0 0 0 0 0,0-1-1 0 0,0 1 1 0 0,0 0 0 0 0,0 0 0 0 0,0 0 0 0 0,0 0 0 0 0,0-1 0 0 0,-1 1 0 0 0,1 0 0 0 0,0 0-1 0 0,-1 0 1 0 0,1 0 0 0 0,-1 0 0 0 0,1 0 0 0 0,-1 0 0 0 0,0 0 0 0 0,1 0 0 0 0,-1 0 0 0 0,-1-1-1 0 0,2 2-20 0 0,0 0-1 0 0,-1 0 1 0 0,1 0-1 0 0,0 0 1 0 0,0 0-1 0 0,-1 0 1 0 0,1 0-1 0 0,0 1 1 0 0,0-1-1 0 0,-1 0 1 0 0,1 0-1 0 0,0 0 1 0 0,0 0-1 0 0,0 0 1 0 0,-1 0-1 0 0,1 1 1 0 0,0-1-1 0 0,0 0 1 0 0,0 0-1 0 0,0 0 1 0 0,-1 1-1 0 0,1-1 0 0 0,0 0 1 0 0,0 0-1 0 0,0 0 1 0 0,0 1-1 0 0,0-1 1 0 0,0 0-1 0 0,0 0 1 0 0,0 1-1 0 0,-1-1 1 0 0,1 0-1 0 0,0 0 1 0 0,0 1-1 0 0,0-1 1 0 0,0 0-1 0 0,0 1 1 0 0,0 1 2 0 0,-9 19 6 0 0,1 1 1 0 0,2 1-1 0 0,-7 33 0 0 0,-5 77 57 0 0,14-95-20 0 0,3-32-148 0 0,-10 129 541 0 0,11-118-1132 0 0,0 1-1 0 0,1-1 1 0 0,1 0 0 0 0,1 1 0 0 0,7 27 0 0 0,-4-29-1488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73 11490 0 0,'0'0'1759'0'0,"-5"12"-81"0"0,-23 60-965 0 0,6-10 58 0 0,-47 91 0 0 0,47-99 106 0 0,87-183 193 0 0,-48 88-1118 0 0,-14 32 37 0 0,0-1 0 0 0,1 2 0 0 0,8-17 0 0 0,-1 8 8 0 0,1 0 0 0 0,15-15 0 0 0,-22 26 15 0 0,1 1 0 0 0,0 0 0 0 0,0 0 1 0 0,0 0-1 0 0,1 1 0 0 0,-1 0 0 0 0,1 0 0 0 0,12-4 0 0 0,-10 4-26 0 0,-9 3 15 0 0,1 1-1 0 0,-1-1 0 0 0,1 1 1 0 0,-1-1-1 0 0,1 1 0 0 0,-1 0 1 0 0,1-1-1 0 0,0 1 0 0 0,-1 0 1 0 0,1-1-1 0 0,0 1 0 0 0,-1 0 1 0 0,1 0-1 0 0,0-1 0 0 0,-1 1 1 0 0,1 0-1 0 0,0 0 0 0 0,-1 0 1 0 0,1 0-1 0 0,0 0 0 0 0,0 0 0 0 0,-1 0 1 0 0,1 0-1 0 0,0 0 0 0 0,-1 1 1 0 0,1-1-1 0 0,0 0 0 0 0,-1 0 1 0 0,1 1-1 0 0,0-1 0 0 0,-1 0 1 0 0,1 1-1 0 0,-1-1 0 0 0,1 0 1 0 0,0 1-1 0 0,-1-1 0 0 0,1 1 1 0 0,-1-1-1 0 0,1 1 0 0 0,-1-1 1 0 0,0 1-1 0 0,1 0 0 0 0,-1-1 1 0 0,0 1-1 0 0,1-1 0 0 0,-1 1 1 0 0,0 0-1 0 0,1-1 0 0 0,-1 1 1 0 0,0 1-1 0 0,3 5 3 0 0,-1 1 0 0 0,0-1 1 0 0,0 1-1 0 0,-1 0 0 0 0,0 0 0 0 0,0 0 0 0 0,0 0 0 0 0,-1 0 1 0 0,-2 12-1 0 0,-2 5 87 0 0,-11 40 1 0 0,6-33 13 0 0,8-23-44 0 0,4-7 1 0 0,7-15-13 0 0,21-48-44 0 0,31-59 36 0 0,-54 108-40 0 0,0-1 1 0 0,1 1-1 0 0,1 0 1 0 0,0 1-1 0 0,0 0 1 0 0,20-16 0 0 0,-26 24 15 0 0,1 0 0 0 0,-1 0 0 0 0,1 0 0 0 0,0 1 0 0 0,0-1 0 0 0,0 1 0 0 0,0 0 0 0 0,0 1 0 0 0,0-1 0 0 0,9 0 0 0 0,-8 8 47 0 0,-4-4-54 0 0,1 5-5 0 0,1-1 0 0 0,-1 1 1 0 0,-1 0-1 0 0,1 0 0 0 0,-1 0 1 0 0,0 0-1 0 0,-1 0 0 0 0,0 0 1 0 0,0 1-1 0 0,-1-1 0 0 0,0 11 1 0 0,-2 7 15 0 0,-1 0 0 0 0,-6 25 1 0 0,3-23-2885 0 0,-2 33 0 0 0,8-49-433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142 322 4537 0 0,'0'0'2015'0'0,"-4"-10"5114"0"0,-6-8-3724 0 0,9 18-3398 0 0,0-1 0 0 0,0 1 0 0 0,0 0 0 0 0,0 0 0 0 0,0 0 0 0 0,0 0 0 0 0,0 0 0 0 0,0 0 0 0 0,0 0 0 0 0,0 0 0 0 0,0 0 0 0 0,0 1 0 0 0,0-1 0 0 0,0 0 0 0 0,0 1 0 0 0,1-1 0 0 0,-1 1 0 0 0,0-1 0 0 0,0 1 0 0 0,0-1 0 0 0,0 1 0 0 0,0-1 0 0 0,1 1 0 0 0,-1 0 0 0 0,0-1 0 0 0,1 1 0 0 0,-1 0 0 0 0,0 0 0 0 0,1 0 0 0 0,-1-1 0 0 0,1 1 0 0 0,-1 0 0 0 0,0 2 0 0 0,-15 33 40 0 0,15-33-34 0 0,-12 37 173 0 0,-16 74 0 0 0,27-106-150 0 0,-1 0 0 0 0,1 0 0 0 0,-1 0 0 0 0,-6 11 0 0 0,6-13 9 0 0,0 0 1 0 0,0 0-1 0 0,0 0 1 0 0,1 1-1 0 0,0-1 1 0 0,1 1-1 0 0,0-1 1 0 0,-2 12-1 0 0,3-16-21 0 0,0 0 0 0 0,0 0 0 0 0,0-1 0 0 0,0 1 0 0 0,0 0-1 0 0,1-1 1 0 0,-1 1 0 0 0,0 0 0 0 0,1-1 0 0 0,-1 1 0 0 0,1 0-1 0 0,0-1 1 0 0,-1 1 0 0 0,1-1 0 0 0,0 1 0 0 0,0-1 0 0 0,0 1 0 0 0,0-1-1 0 0,0 0 1 0 0,0 1 0 0 0,1-1 0 0 0,-1 0 0 0 0,0 0 0 0 0,1 0 0 0 0,-1 0-1 0 0,1 0 1 0 0,-1 0 0 0 0,1-1 0 0 0,-1 1 0 0 0,1 0 0 0 0,0-1 0 0 0,-1 1-1 0 0,1-1 1 0 0,0 1 0 0 0,-1-1 0 0 0,1 0 0 0 0,0 0 0 0 0,-1 0 0 0 0,1 0-1 0 0,0 0 1 0 0,0 0 0 0 0,-1 0 0 0 0,4-2 0 0 0,-2 2-14 0 0,-1 0 1 0 0,1-1 0 0 0,0 0-1 0 0,-1 0 1 0 0,1 0-1 0 0,-1 0 1 0 0,1 0-1 0 0,-1 0 1 0 0,0-1 0 0 0,1 1-1 0 0,-1-1 1 0 0,0 1-1 0 0,0-1 1 0 0,0 0-1 0 0,0 0 1 0 0,-1 0 0 0 0,1 0-1 0 0,0 0 1 0 0,-1-1-1 0 0,1 1 1 0 0,-1 0-1 0 0,0-1 1 0 0,2-4 0 0 0,1-6-3 0 0,0 1 1 0 0,-1-1-1 0 0,2-24 1 0 0,-1 12 16 0 0,1-6-27 0 0,12-51-39 0 0,-14 72 26 0 0,0 1 0 0 0,0 0 1 0 0,1 0-1 0 0,0 0 0 0 0,1 1 0 0 0,8-12 1 0 0,-11 17-12 0 0,0 1 0 0 0,1 0 0 0 0,-1 0 0 0 0,1 0 0 0 0,-1 1 0 0 0,1-1 0 0 0,0 1 0 0 0,-1-1 0 0 0,1 1 0 0 0,4-2 0 0 0,14-6-62 0 0,-16 6 69 0 0,0 0 0 0 0,1 1 0 0 0,0-1 0 0 0,0 1 0 0 0,-1 1 0 0 0,1-1 1 0 0,0 1-1 0 0,0 0 0 0 0,13-1 0 0 0,5 2 17 0 0,31 4 1 0 0,0-1 12 0 0,-41-2 19 0 0,-9 0 21 0 0,-1-1-1 0 0,1 0 1 0 0,-1 0-1 0 0,1 0 1 0 0,7-2-1 0 0,-22 18 70 0 0,-16 33 0 0 0,17-32-97 0 0,-1 2-27 0 0,0 0 1 0 0,2 1-1 0 0,0 0 1 0 0,-11 42 0 0 0,9-40-106 0 0,9-21 95 0 0,0 1 0 0 0,0-1 1 0 0,0 1-1 0 0,0-1 0 0 0,0 1 0 0 0,1 0 0 0 0,-1-1 1 0 0,0 1-1 0 0,1 0 0 0 0,-1 0 0 0 0,1 0 0 0 0,0-1 1 0 0,-1 1-1 0 0,1 0 0 0 0,0 3 0 0 0,1-4 2 0 0,-1 0 1 0 0,1-1-1 0 0,-1 1 1 0 0,1-1-1 0 0,-1 1 0 0 0,1-1 1 0 0,-1 1-1 0 0,1-1 1 0 0,0 1-1 0 0,-1-1 0 0 0,1 0 1 0 0,0 1-1 0 0,-1-1 0 0 0,1 0 1 0 0,0 1-1 0 0,-1-1 1 0 0,1 0-1 0 0,0 0 0 0 0,-1 0 1 0 0,1 0-1 0 0,0 0 0 0 0,0 0 1 0 0,-1 0-1 0 0,2 0 1 0 0,18-1-48 0 0,-11-1 47 0 0,-1 0 1 0 0,0 0 0 0 0,0-1 0 0 0,8-4-1 0 0,10-3 1 0 0,-18 7 12 0 0,0-1 1 0 0,-1 1-1 0 0,0-2 1 0 0,1 1-1 0 0,-1-1 1 0 0,-1 0-1 0 0,1 0 1 0 0,-1 0-1 0 0,0-1 1 0 0,10-12-1 0 0,-4 3 7 0 0,-1-1-1 0 0,-1 0 1 0 0,14-30-1 0 0,-15 23 23 0 0,-2 0 1 0 0,0 0-1 0 0,-2-1 0 0 0,-1 0 0 0 0,0 0 0 0 0,-1-38 0 0 0,-2 55-25 0 0,0-1-1 0 0,1 1 1 0 0,0 0-1 0 0,0-1 1 0 0,1 1 0 0 0,3-7-1 0 0,-3 6 21 0 0,1-1 1 0 0,-1 1-1 0 0,2-15 0 0 0,-3 13 2 0 0,1-9 310 0 0,2-34 0 0 0,-10 67-392 0 0,0-5 60 0 0,-10 33-8 0 0,-49 149 126 0 0,54-153-123 0 0,1 0-1 0 0,2 1 0 0 0,-3 42 1 0 0,10-80 6 0 0,0 4-16 0 0,-1-1 0 0 0,1 1 0 0 0,0-1 0 0 0,0 1 0 0 0,1-1 0 0 0,0 1 1 0 0,1 7-1 0 0,-1-11 2 0 0,0 0 0 0 0,-1 0 0 0 0,1 0 0 0 0,0 0 0 0 0,0 0 1 0 0,0 0-1 0 0,0 0 0 0 0,0 0 0 0 0,0 0 0 0 0,0-1 0 0 0,0 1 1 0 0,0 0-1 0 0,0-1 0 0 0,1 1 0 0 0,-1-1 0 0 0,0 1 0 0 0,0-1 1 0 0,1 0-1 0 0,-1 1 0 0 0,0-1 0 0 0,0 0 0 0 0,1 0 0 0 0,-1 0 0 0 0,0 0 1 0 0,1 0-1 0 0,-1 0 0 0 0,0 0 0 0 0,1 0 0 0 0,-1-1 0 0 0,2 0 1 0 0,4 0-5 0 0,-1 0 1 0 0,0-1 0 0 0,0 0 0 0 0,0 0-1 0 0,0 0 1 0 0,0-1 0 0 0,-1 0-1 0 0,1 0 1 0 0,-1-1 0 0 0,0 1 0 0 0,0-1-1 0 0,9-8 1 0 0,0-4 0 0 0,-1 0 0 0 0,19-28 0 0 0,-13 15-5 0 0,4-3 2 0 0,-14 17 30 0 0,1 0 1 0 0,1 1-1 0 0,1 1 0 0 0,13-14 1 0 0,-5 14 272 0 0,-13 15-203 0 0,-5 11-84 0 0,-4 10 11 0 0,-9 39 0 0 0,6-42-3 0 0,1 0 0 0 0,-1 38 0 0 0,4-57-12 0 0,1 0-1 0 0,0-1 1 0 0,0 1 0 0 0,0-1-1 0 0,1 1 1 0 0,-1 0-1 0 0,0-1 1 0 0,0 1 0 0 0,0 0-1 0 0,0-1 1 0 0,0 1 0 0 0,1-1-1 0 0,-1 1 1 0 0,0-1 0 0 0,1 1-1 0 0,-1-1 1 0 0,0 1 0 0 0,1-1-1 0 0,-1 1 1 0 0,1-1 0 0 0,-1 1-1 0 0,1-1 1 0 0,-1 1-1 0 0,1-1 1 0 0,-1 0 0 0 0,1 1-1 0 0,0-1 1 0 0,0 1 2 0 0,0-1 0 0 0,1 0 1 0 0,-1 0-1 0 0,0 1 0 0 0,1-1 0 0 0,-1 0 0 0 0,0 0 0 0 0,1 0 1 0 0,-1-1-1 0 0,1 1 0 0 0,-1 0 0 0 0,2-1 0 0 0,1 0 5 0 0,0-1-1 0 0,1 0 1 0 0,-1 0-1 0 0,0 0 1 0 0,0 0-1 0 0,7-6 1 0 0,0-2 8 0 0,-2-1 1 0 0,1-1-1 0 0,12-20 1 0 0,7-9 45 0 0,-27 38-60 0 0,3-5 52 0 0,1 1 1 0 0,0 1-1 0 0,0-1 0 0 0,0 1 0 0 0,1 0 0 0 0,-1 0 0 0 0,1 1 0 0 0,15-9 0 0 0,-21 14-49 0 0,-1 0 1 0 0,1-1-1 0 0,0 1 0 0 0,-1 0 0 0 0,1 0 1 0 0,0 0-1 0 0,0 0 0 0 0,-1 0 1 0 0,1 0-1 0 0,0 0 0 0 0,0 0 1 0 0,-1 0-1 0 0,1 0 0 0 0,0 0 0 0 0,0 0 1 0 0,-1 0-1 0 0,1 1 0 0 0,0-1 1 0 0,-1 0-1 0 0,1 0 0 0 0,0 1 0 0 0,-1-1 1 0 0,1 1-1 0 0,0-1 0 0 0,0 1 1 0 0,1 1 1 0 0,-1 0 0 0 0,1 0-1 0 0,-1-1 1 0 0,0 1 0 0 0,1 0 0 0 0,-1 0 0 0 0,0 1 0 0 0,1 2 0 0 0,1 2-4 0 0,-1 1-1 0 0,0-1 1 0 0,-1 0 0 0 0,1 13-1 0 0,-1 40-2144 0 0,-1-36-2907 0 0,0-19 2071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40 148 10146 0 0,'-5'-148'8970'0'0,"-4"247"-9107"0"0,-11 132 610 0 0,14-76-3249 0 0,6-150 2213 0 0,0 0 0 0 0,1 0-1 0 0,-1 1 1 0 0,1-1 0 0 0,0 0 0 0 0,0 0 0 0 0,1 0 0 0 0,0-1 0 0 0,-1 1 0 0 0,4 5 0 0 0,3 3-1501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59 701 6305 0 0,'1'0'289'0'0,"0"0"0"0"0,0-1-1 0 0,0 0 1 0 0,-1 1 0 0 0,1-1-1 0 0,0 0 1 0 0,0 1 0 0 0,0-1 0 0 0,-1 0-1 0 0,1 0 1 0 0,0 0 0 0 0,-1 0-1 0 0,1 0 1 0 0,0 1 0 0 0,0-3-1 0 0,2-2 232 0 0,2-1-134 0 0,13-15 1315 0 0,16-26 0 0 0,-29 39-1426 0 0,-1 1-1 0 0,0-1 1 0 0,0 0-1 0 0,-1-1 1 0 0,0 1 0 0 0,0 0-1 0 0,2-16 1 0 0,-4 21-178 0 0,0-1 0 0 0,0 1-1 0 0,0-1 1 0 0,1 1 0 0 0,-1-1 0 0 0,1 1 0 0 0,3-5-1 0 0,-3 6-20 0 0,0-1 0 0 0,-1 0 0 0 0,1 1-1 0 0,-1-1 1 0 0,0 0 0 0 0,0 0-1 0 0,0 0 1 0 0,0 0 0 0 0,0 0 0 0 0,-1 0-1 0 0,1-3 1 0 0,-1 6-72 0 0,0-1 0 0 0,0 1 0 0 0,0 0-1 0 0,-1 0 1 0 0,1-1 0 0 0,0 1 0 0 0,0 0 0 0 0,-1 0-1 0 0,1-1 1 0 0,0 1 0 0 0,0 0 0 0 0,-1 0 0 0 0,1 0 0 0 0,0-1-1 0 0,0 1 1 0 0,-1 0 0 0 0,1 0 0 0 0,0 0 0 0 0,-1 0-1 0 0,1 0 1 0 0,0 0 0 0 0,-1-1 0 0 0,1 1 0 0 0,0 0-1 0 0,-1 0 1 0 0,1 0 0 0 0,0 0 0 0 0,-1 0 0 0 0,1 0 0 0 0,0 0-1 0 0,-1 1 1 0 0,1-1 0 0 0,0 0 0 0 0,-1 0 0 0 0,1 0-1 0 0,0 0 1 0 0,0 0 0 0 0,-1 0 0 0 0,1 1 0 0 0,0-1 0 0 0,-1 0-1 0 0,-17 7-32 0 0,16-6 42 0 0,-2 1-12 0 0,0-1 1 0 0,0 1-1 0 0,1 0 0 0 0,-1 1 1 0 0,0-1-1 0 0,1 1 0 0 0,0 0 0 0 0,0-1 1 0 0,-1 2-1 0 0,-3 4 0 0 0,-26 39 30 0 0,20-27-4 0 0,0 0-4 0 0,0 0 0 0 0,-16 38 0 0 0,27-54-22 0 0,-9 16 53 0 0,11-20-54 0 0,0 0 0 0 0,0 0 0 0 0,0 0-1 0 0,0 1 1 0 0,-1-1 0 0 0,1 0 0 0 0,0 0 0 0 0,0 0 0 0 0,0 1 0 0 0,0-1-1 0 0,0 0 1 0 0,0 0 0 0 0,0 0 0 0 0,0 1 0 0 0,0-1 0 0 0,0 0 0 0 0,-1 0 0 0 0,1 1-1 0 0,0-1 1 0 0,0 0 0 0 0,1 0 0 0 0,-1 1 0 0 0,0-1 0 0 0,0 0 0 0 0,0 0-1 0 0,0 1 1 0 0,0-1 0 0 0,0 0 0 0 0,0 0 0 0 0,0 0 0 0 0,0 1 0 0 0,0-1 0 0 0,1 0-1 0 0,-1 0 1 0 0,0 0 0 0 0,0 1 0 0 0,0-1 0 0 0,0 0 0 0 0,0 0 0 0 0,1 0-1 0 0,-1 0 1 0 0,0 0 0 0 0,0 1 0 0 0,0-1 0 0 0,1 0 0 0 0,-1 0 0 0 0,0 0 0 0 0,0 0-1 0 0,1 0 1 0 0,-1 0 0 0 0,0 0 0 0 0,0 0 0 0 0,1 0 0 0 0,-1 0 0 0 0,0 0-1 0 0,0 0 1 0 0,0 0 0 0 0,1 0 0 0 0,-1 0 0 0 0,0 0 0 0 0,0 0 0 0 0,1 0 0 0 0,-1 0-1 0 0,0 0 1 0 0,0 0 0 0 0,1 0 0 0 0,-1-1 0 0 0,15-4 28 0 0,0-2 0 0 0,0 0 0 0 0,-1-1 1 0 0,0 0-1 0 0,0-1 0 0 0,22-19 0 0 0,-25 20-18 0 0,1 0 0 0 0,1 1 0 0 0,-1 1 0 0 0,15-6 0 0 0,-1 0 50 0 0,-17 8-157 0 0,-6 2 63 0 0,1 0 1 0 0,-1 1-1 0 0,0-1 0 0 0,1 1 0 0 0,0 0 0 0 0,-1 0 1 0 0,1 0-1 0 0,5 0 0 0 0,-6 1-395 0 0,-1 0 0 0 0,1 1 0 0 0,-1-1 0 0 0,1 1 0 0 0,-1-1 0 0 0,1 1 0 0 0,-1 0 0 0 0,1 0 0 0 0,3 3 0 0 0,2 0-989 0 0,1 1-130 0 0,-1-1 0 0 0,1 1 0 0 0,10 2 1 0 0,2-2-1790 0 0</inkml:trace>
  <inkml:trace contextRef="#ctx0" brushRef="#br0" timeOffset="1">621 400 1168 0 0,'0'-11'777'0'0,"1"-1"0"0"0,1 1 0 0 0,0 0 0 0 0,4-11 1 0 0,2-15 609 0 0,4-34 2421 0 0,-3 0-1 0 0,0-74 1 0 0,-9 145-3785 0 0,0 0 0 0 0,0-1 0 0 0,0 1 0 0 0,0 0 0 0 0,0-1 0 0 0,0 1 0 0 0,0 0 0 0 0,0 0 1 0 0,0-1-1 0 0,0 1 0 0 0,0 0 0 0 0,0 0 0 0 0,0-1 0 0 0,0 1 0 0 0,0 0 0 0 0,0 0 0 0 0,0-1 0 0 0,0 1 0 0 0,0 0 1 0 0,-1 0-1 0 0,1-1 0 0 0,0 1 0 0 0,0 0 0 0 0,0 0 0 0 0,0 0 0 0 0,-1-1 0 0 0,1 1 0 0 0,0 0 0 0 0,0 0 0 0 0,-1 0 0 0 0,1 0 1 0 0,0-1-1 0 0,0 1 0 0 0,0 0 0 0 0,-1 0 0 0 0,1 0 0 0 0,0 0 0 0 0,-1 0 0 0 0,1 0 0 0 0,0 0 0 0 0,-1 0-22 0 0,0 0 0 0 0,1 1-1 0 0,-1-1 1 0 0,0 1 0 0 0,1-1-1 0 0,-1 1 1 0 0,1-1 0 0 0,-1 1-1 0 0,1-1 1 0 0,-1 1 0 0 0,1-1 0 0 0,0 1-1 0 0,-1 0 1 0 0,1-1 0 0 0,-1 1-1 0 0,1 0 1 0 0,0-1 0 0 0,0 1-1 0 0,-1 1 1 0 0,-112 371 765 0 0,102-310-698 0 0,-3 14-42 0 0,8-51-29 0 0,4-18-6 0 0,1-1-1 0 0,-1 0 1 0 0,0 0 0 0 0,-7 13 0 0 0,-7 23-1305 0 0,7-17-1736 0 0,4-15 14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15579 0 0,'0'0'39'0'0,"10"2"9"0"0,21 0-44 0 0,0-1 0 0 0,0-1-1 0 0,-1-2 1 0 0,1-2 0 0 0,0 0 0 0 0,-1-2-1 0 0,44-14 1 0 0,0-6 1047 0 0,126-63 0 0 0,-200 89-1039 0 0,0-1-1 0 0,1 1 0 0 0,-1 0 1 0 0,0 0-1 0 0,0 0 0 0 0,0 0 1 0 0,0-1-1 0 0,0 1 0 0 0,1 0 0 0 0,-1 0 1 0 0,0 0-1 0 0,0 0 0 0 0,0 0 1 0 0,1 0-1 0 0,-1 0 0 0 0,0 0 0 0 0,0-1 1 0 0,0 1-1 0 0,1 0 0 0 0,-1 0 1 0 0,0 0-1 0 0,0 0 0 0 0,1 0 0 0 0,-1 0 1 0 0,0 0-1 0 0,0 0 0 0 0,0 0 1 0 0,1 0-1 0 0,-1 1 0 0 0,0-1 0 0 0,0 0 1 0 0,0 0-1 0 0,1 0 0 0 0,-1 0 1 0 0,0 0-1 0 0,0 0 0 0 0,0 0 1 0 0,1 0-1 0 0,-1 1 0 0 0,0-1 0 0 0,0 0 1 0 0,0 0-1 0 0,0 0 0 0 0,1 0 1 0 0,-1 1-1 0 0,0-1 0 0 0,0 0 0 0 0,-4 13 150 0 0,-12 14-118 0 0,16-27-40 0 0,-6 8 11 0 0,0 1 0 0 0,1 1 0 0 0,0-1 0 0 0,1 0 0 0 0,0 1 1 0 0,0 0-1 0 0,1 0 0 0 0,0 1 0 0 0,1-1 0 0 0,0 0 0 0 0,0 1 1 0 0,1 18-1 0 0,1-28-13 0 0,0 0 0 0 0,1 0 0 0 0,-1 0 0 0 0,1 0 0 0 0,0 0 0 0 0,-1 0 0 0 0,1 0 0 0 0,0 0 0 0 0,-1-1 0 0 0,1 1 0 0 0,0 0 0 0 0,0 0 0 0 0,0 0 0 0 0,0-1 0 0 0,0 1 0 0 0,0-1 0 0 0,0 1 0 0 0,0-1 0 0 0,1 1 0 0 0,21 8-4 0 0,-16-7 22 0 0,-1-1 0 0 0,1 0 0 0 0,0-1 1 0 0,0 0-1 0 0,-1 0 0 0 0,1 0 0 0 0,0-1 0 0 0,-1 0 0 0 0,1 0 0 0 0,0-1 0 0 0,10-3 1 0 0,-4 0 8 0 0,-1-1 1 0 0,1 0-1 0 0,-1 0 1 0 0,20-15-1 0 0,-27 16-2 0 0,1 0 0 0 0,-1-1 0 0 0,-1 0 0 0 0,1 0 0 0 0,-1 0 0 0 0,0 0 0 0 0,0-1 1 0 0,-1 1-1 0 0,0-1 0 0 0,0 0 0 0 0,-1 0 0 0 0,4-14 0 0 0,0 4 225 0 0,-3 12-154 0 0,-5 12-66 0 0,-31 82-18 0 0,29-82 14 0 0,-8 18 19 0 0,11-24-43 0 0,1-1-1 0 0,0 1 1 0 0,0-1 0 0 0,0 0-1 0 0,0 1 1 0 0,0-1 0 0 0,-1 1-1 0 0,1-1 1 0 0,0 1 0 0 0,0-1-1 0 0,0 1 1 0 0,0-1 0 0 0,0 1-1 0 0,0-1 1 0 0,1 1-1 0 0,-1-1 1 0 0,0 0 0 0 0,0 1-1 0 0,0-1 1 0 0,0 1 0 0 0,1-1-1 0 0,-1 1 1 0 0,0-1 0 0 0,0 0-1 0 0,0 1 1 0 0,1-1 0 0 0,-1 0-1 0 0,0 1 1 0 0,1-1-1 0 0,-1 0 1 0 0,0 1 0 0 0,1-1-1 0 0,-1 0 1 0 0,1 0 0 0 0,-1 1-1 0 0,0-1 1 0 0,1 0 0 0 0,-1 0-1 0 0,1 0 1 0 0,-1 0 0 0 0,1 1-1 0 0,-1-1 1 0 0,0 0-1 0 0,1 0 1 0 0,-1 0 0 0 0,1 0-1 0 0,-1 0 1 0 0,1 0 0 0 0,-1 0-1 0 0,1 0 1 0 0,6 0 7 0 0,-1-1 0 0 0,0 1 1 0 0,0-1-1 0 0,1 0 0 0 0,-1-1 0 0 0,0 1 0 0 0,0-1 0 0 0,0 0 1 0 0,-1-1-1 0 0,1 0 0 0 0,0 1 0 0 0,-1-2 0 0 0,0 1 1 0 0,0-1-1 0 0,0 0 0 0 0,0 0 0 0 0,0 0 0 0 0,-1 0 1 0 0,0-1-1 0 0,0 0 0 0 0,0 0 0 0 0,0 0 0 0 0,-1 0 0 0 0,3-7 1 0 0,2-1-32 0 0,-6 9 16 0 0,0-1 1 0 0,0 1-1 0 0,0 0 0 0 0,1 0 1 0 0,0 0-1 0 0,0 1 0 0 0,0-1 1 0 0,0 1-1 0 0,1-1 0 0 0,-1 1 1 0 0,1 0-1 0 0,7-4 0 0 0,-8 5 5 0 0,0 0 1 0 0,0 0-1 0 0,1 1 0 0 0,-1-1 0 0 0,0 1 0 0 0,1 0 0 0 0,-1 0 0 0 0,1 0 0 0 0,-1 0 1 0 0,1 1-1 0 0,0-1 0 0 0,-1 1 0 0 0,1 0 0 0 0,0 0 0 0 0,-1 1 0 0 0,1-1 0 0 0,-1 1 1 0 0,1-1-1 0 0,0 1 0 0 0,5 2 0 0 0,6 5 164 0 0,1-1 0 0 0,0 0 0 0 0,1-2 0 0 0,-1 0-1 0 0,1-1 1 0 0,0 0 0 0 0,0-1 0 0 0,29 0 0 0 0,-39-2-356 0 0,11-2-128 0 0,-8-5-5192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09:38:48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79 11795 0 0,'-1'-1'457'0'0,"1"1"0"0"0,-1-1 0 0 0,0 0 0 0 0,1 1 1 0 0,-1-1-1 0 0,1 0 0 0 0,-1 0 0 0 0,1 0 1 0 0,-1 0-1 0 0,1 0 0 0 0,0 0 0 0 0,-1 0 0 0 0,1 0 1 0 0,0 0-1 0 0,-1-1 0 0 0,6-11 2451 0 0,-1 9-3065 0 0,-1 1 1 0 0,1 0-1 0 0,0 0 0 0 0,0 0 1 0 0,5-4-1 0 0,10-6-210 0 0,-16 5-1960 0 0,1 2-54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8T10:18:42.9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24575,'0'0'-8191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8T10:18:48.6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24575,'0'0'-8191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20 214 2433 0 0,'0'0'296'0'0,"0"-17"4326"0"0,2-8-3713 0 0,0 0 0 0 0,2 0-1 0 0,13-45 1 0 0,-15 64-623 0 0,0-1-1 0 0,1 1 1 0 0,0 0-1 0 0,0 0 0 0 0,0 0 1 0 0,7-8-1 0 0,-10 14-267 0 0,0 0 0 0 0,0 0 0 0 0,1 0 0 0 0,-1 0 0 0 0,0 0 0 0 0,0 0 0 0 0,0 0 0 0 0,0 0 0 0 0,0 0 0 0 0,1 0 0 0 0,-1 0 0 0 0,0 0 0 0 0,0 0 1 0 0,0 0-1 0 0,0 0 0 0 0,1 0 0 0 0,-1 0 0 0 0,0 0 0 0 0,0 0 0 0 0,0 0 0 0 0,0 0 0 0 0,1 0 0 0 0,-1 0 0 0 0,0 0 0 0 0,0 0 0 0 0,0 0 0 0 0,0 0 0 0 0,1 0 0 0 0,-1 0 0 0 0,0 0 0 0 0,0 0 0 0 0,0 1 0 0 0,0-1 0 0 0,0 0 0 0 0,0 0 0 0 0,0 0 0 0 0,1 0 0 0 0,-1 0 0 0 0,0 0 0 0 0,0 1 0 0 0,0-1 0 0 0,0 0 0 0 0,0 0 0 0 0,0 0 0 0 0,0 0 0 0 0,0 0 0 0 0,0 1 0 0 0,0-1 1 0 0,0 0-1 0 0,0 0 0 0 0,0 0 0 0 0,0 0 0 0 0,0 1 0 0 0,3 12 222 0 0,-3-13-234 0 0,2 15 125 0 0,0-1-1 0 0,-2 1 0 0 0,0-1 1 0 0,0 0-1 0 0,-6 27 1 0 0,-21 74 430 0 0,5-29-272 0 0,14-48-103 0 0,2-10 191 0 0,0 0 0 0 0,2 1 0 0 0,-1 30-1 0 0,5-59-280 0 0,3-28 71 0 0,1 27-171 0 0,0 0 0 0 0,0 0 0 0 0,0 0 0 0 0,-1 1 0 0 0,1-1 0 0 0,0 1 0 0 0,0 0 0 0 0,0 0 0 0 0,7 2 0 0 0,4-2 3 0 0,42 1 59 0 0,-6 0 72 0 0,0-2 0 0 0,91-13 0 0 0,-141 13-181 0 0,1 1 1 0 0,0-1-1 0 0,-1 1 0 0 0,1-1 1 0 0,0 0-1 0 0,-1 0 0 0 0,1 1 1 0 0,-1-1-1 0 0,0 0 0 0 0,1 0 1 0 0,-1 0-1 0 0,2-2 0 0 0,7-10-4262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14 103 8370 0 0,'-14'-9'4591'0'0,"17"7"-4474"0"0,-1 0 0 0 0,0 0-1 0 0,1 0 1 0 0,-1 0 0 0 0,1 0-1 0 0,-1 1 1 0 0,1-1 0 0 0,0 1-1 0 0,0 0 1 0 0,5-2 0 0 0,0 0 46 0 0,34-12-49 0 0,0 1 1 0 0,2 2-1 0 0,84-11 0 0 0,-93 17-1375 0 0,-31 5-484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10 172 6865 0 0,'0'1'120'0'0,"0"-1"-1"0"0,-1 0 0 0 0,1 0 0 0 0,0 0 0 0 0,-1 0 0 0 0,1 0 0 0 0,0 0 0 0 0,-1 0 0 0 0,1 0 0 0 0,0 0 0 0 0,-1-1 0 0 0,1 1 0 0 0,0 0 0 0 0,-1 0 1 0 0,1 0-1 0 0,0 0 0 0 0,0 0 0 0 0,-1 0 0 0 0,1-1 0 0 0,0 1 0 0 0,-1 0 0 0 0,1 0 0 0 0,0-1 0 0 0,0 1 0 0 0,-1 0 0 0 0,1 0 0 0 0,0-1 1 0 0,0 1-1 0 0,0 0 0 0 0,0 0 0 0 0,-1-1 0 0 0,1 1 0 0 0,0 0 0 0 0,0-1 0 0 0,0 1 0 0 0,0 0 0 0 0,0-1 0 0 0,0 1 0 0 0,0 0 0 0 0,0-1 0 0 0,0 1 1 0 0,0 0-1 0 0,0-1 0 0 0,0 1 0 0 0,0 0 0 0 0,0-1 0 0 0,0 1 0 0 0,0 0 0 0 0,0-1 0 0 0,1-1 13 0 0,-1 1 0 0 0,1 0 0 0 0,0-1 0 0 0,-1 1 0 0 0,1 0-1 0 0,0 0 1 0 0,0 0 0 0 0,0-1 0 0 0,0 1 0 0 0,0 0 0 0 0,1-1 0 0 0,10-5 105 0 0,-1-1 1 0 0,1 2 0 0 0,22-9-1 0 0,13-7 110 0 0,25-9-125 0 0,-50 22-688 0 0,-1 0 0 0 0,27-16 0 0 0,-32 16-1322 0 0,-2 4-1641 0 0</inkml:trace>
  <inkml:trace contextRef="#ctx0" brushRef="#br0" timeOffset="1">432 111 6969 0 0,'-2'4'6884'0'0,"2"2"-5755"0"0,51 85 486 0 0,-24-50-1236 0 0,-7-12-173 0 0,-3-5-65 0 0,1-1-1 0 0,32 32 1 0 0,-33-37-89 0 0,-6-2-24 0 0,-10-14-37 0 0,0-1 1 0 0,0 1-1 0 0,0 0 1 0 0,0-1-1 0 0,0 1 1 0 0,0-1-1 0 0,1 0 1 0 0,-1 1-1 0 0,0-1 1 0 0,1 0 0 0 0,-1 0-1 0 0,1 1 1 0 0,-1-1-1 0 0,1 0 1 0 0,0-1-1 0 0,-1 1 1 0 0,1 0-1 0 0,0 0 1 0 0,2 0-1 0 0,62 22-6417 0 0,-49-21 2556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8 5785 0 0,'-1'0'122'0'0,"1"-1"0"0"0,0 1-1 0 0,0 0 1 0 0,-1-1 0 0 0,1 1 0 0 0,0-1-1 0 0,-1 1 1 0 0,1-1 0 0 0,0 1 0 0 0,-1 0-1 0 0,1-1 1 0 0,0 1 0 0 0,-1 0 0 0 0,1-1-1 0 0,-1 1 1 0 0,1 0 0 0 0,-1 0 0 0 0,1 0-1 0 0,-1-1 1 0 0,1 1 0 0 0,-1 0 0 0 0,1 0-1 0 0,-1 0 1 0 0,1 0 0 0 0,-1 0 0 0 0,1 0-1 0 0,-1 0 1 0 0,1 0 0 0 0,-2 0 0 0 0,-18 0 1109 0 0,18 0-984 0 0,-4 0 24 0 0,1 0 1 0 0,-1 1 0 0 0,1 0-1 0 0,0 0 1 0 0,-1 0-1 0 0,1 1 1 0 0,0-1 0 0 0,-1 1-1 0 0,1 0 1 0 0,-9 6 0 0 0,8-3-105 0 0,0-1 0 0 0,1 1 0 0 0,0 1 0 0 0,0-1 0 0 0,0 1 0 0 0,1 0 0 0 0,-6 10 1 0 0,-6 7 329 0 0,-34 36 0 0 0,-9 14 20 0 0,34-38-566 0 0,-25 41 567 0 0,45-69-857 0 0,1 2 0 0 0,0-1 0 0 0,1 0 0 0 0,-1 1 0 0 0,2 0 0 0 0,-1 0 1 0 0,-1 12-1 0 0,4-10-3410 0 0,0-6 38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242 450 7482 0 0,'0'0'242'0'0,"-12"-8"4786"0"0,-1 8-4394 0 0,0 1 0 0 0,0 0 1 0 0,-21 4-1 0 0,30-4-574 0 0,0 0 0 0 0,1 0 1 0 0,-1 1-1 0 0,1-1 0 0 0,-1 1 1 0 0,1-1-1 0 0,-1 1 0 0 0,1 0 0 0 0,0 0 1 0 0,0 1-1 0 0,0-1 0 0 0,0 1 1 0 0,1-1-1 0 0,-1 1 0 0 0,1 0 1 0 0,-1 0-1 0 0,-1 3 0 0 0,-8 15 99 0 0,1 1 1 0 0,1 0-1 0 0,1 0 0 0 0,-7 27 0 0 0,11-27-96 0 0,3-11-41 0 0,-1 0-1 0 0,0 0 1 0 0,-1-1-1 0 0,1 0 1 0 0,-7 12-1 0 0,8-20-11 0 0,1 0-1 0 0,0 0 0 0 0,0 0 0 0 0,0 1 0 0 0,0-1 1 0 0,0 0-1 0 0,0 1 0 0 0,1-1 0 0 0,-1 1 0 0 0,1-1 1 0 0,-1 1-1 0 0,1-1 0 0 0,0 1 0 0 0,0-1 1 0 0,0 1-1 0 0,1-1 0 0 0,-1 1 0 0 0,2 3 0 0 0,-2-4 2 0 0,1 0 0 0 0,0-1 0 0 0,0 1 0 0 0,0-1-1 0 0,0 0 1 0 0,0 1 0 0 0,1-1 0 0 0,-1 0 0 0 0,0 0-1 0 0,1 0 1 0 0,-1 0 0 0 0,0 0 0 0 0,1 0 0 0 0,0 0-1 0 0,-1 0 1 0 0,1-1 0 0 0,-1 1 0 0 0,1 0 0 0 0,0-1-1 0 0,-1 0 1 0 0,1 1 0 0 0,0-1 0 0 0,0 0 0 0 0,-1 0 0 0 0,1 0-1 0 0,3 0 1 0 0,-1 0-2 0 0,1-1 0 0 0,-1 1 0 0 0,1-1 0 0 0,0 0-1 0 0,-1-1 1 0 0,1 1 0 0 0,-1-1 0 0 0,0 1 0 0 0,0-2 0 0 0,1 1-1 0 0,-1 0 1 0 0,-1-1 0 0 0,1 1 0 0 0,0-1 0 0 0,-1 0 0 0 0,1-1 0 0 0,-1 1-1 0 0,5-6 1 0 0,4-7 2 0 0,-1 0 0 0 0,-1-1 0 0 0,10-21 0 0 0,-12 22 13 0 0,-4 7-27 0 0,3-2 27 0 0,-1 0-1 0 0,-1-1 0 0 0,0 0 0 0 0,-1 0 0 0 0,0 0 0 0 0,4-20 0 0 0,-8 28-7 0 0,1 0 0 0 0,0 1 0 0 0,0-1 0 0 0,0 1 0 0 0,0-1 0 0 0,1 1 0 0 0,0 0 0 0 0,-1-1 0 0 0,1 1 0 0 0,0 0 0 0 0,0 0 0 0 0,1 0 0 0 0,2-3 0 0 0,-5 27 119 0 0,-17 53-61 0 0,0 4 1 0 0,15-70-76 0 0,1 1 0 0 0,1 0 0 0 0,0 0 0 0 0,0 0 0 0 0,0 0 0 0 0,4 14 0 0 0,-3-21 2 0 0,0 0 0 0 0,0 1-1 0 0,0-1 1 0 0,0 0-1 0 0,1 0 1 0 0,-1 0-1 0 0,0 0 1 0 0,1-1 0 0 0,0 1-1 0 0,-1 0 1 0 0,1 0-1 0 0,0-1 1 0 0,0 0 0 0 0,0 1-1 0 0,0-1 1 0 0,0 0-1 0 0,1 0 1 0 0,-1 0 0 0 0,0 0-1 0 0,5 1 1 0 0,-1 0 0 0 0,0 0 0 0 0,0-1 1 0 0,0 0-1 0 0,0 0 0 0 0,0 0 0 0 0,0-1 1 0 0,9-1-1 0 0,-7 0-1 0 0,-1 0 0 0 0,1-1 0 0 0,-1-1 1 0 0,1 1-1 0 0,10-6 0 0 0,17-6-5 0 0,-29 11 9 0 0,0 0-1 0 0,1 0 1 0 0,-1 0-1 0 0,0-1 1 0 0,-1 0 0 0 0,1 0-1 0 0,-1 0 1 0 0,0-1-1 0 0,0 0 1 0 0,0 0-1 0 0,5-8 1 0 0,-1 1 6 0 0,0 0 0 0 0,-1-1-1 0 0,0-1 1 0 0,7-17 0 0 0,-9 8-30 0 0,-6 21 17 0 0,0 0 0 0 0,0 0 1 0 0,0 0-1 0 0,1 0 0 0 0,-1-1 1 0 0,1 1-1 0 0,0 0 0 0 0,0 0 1 0 0,-1 0-1 0 0,1 0 0 0 0,0 1 1 0 0,1-1-1 0 0,-1 0 1 0 0,0 0-1 0 0,1 1 0 0 0,-1-1 1 0 0,0 0-1 0 0,1 1 0 0 0,0-1 1 0 0,2-1-1 0 0,-4 4 6 0 0,1 1 0 0 0,-1-1 0 0 0,1 0 0 0 0,-1 0 0 0 0,0 0 0 0 0,1 0 0 0 0,-1 0 0 0 0,0 0 0 0 0,0 0 0 0 0,0 0 0 0 0,1 1 0 0 0,-1-1 0 0 0,-1 0 0 0 0,1 0 1 0 0,0 2-1 0 0,0-1-1 0 0,-1 16 11 0 0,-1 1 0 0 0,-1-1 0 0 0,-6 25 0 0 0,-5 29 49 0 0,14-71-54 0 0,-1 0 0 0 0,1 0-1 0 0,0 0 1 0 0,0 0-1 0 0,0 0 1 0 0,0 0 0 0 0,0 0-1 0 0,0 1 1 0 0,0-1-1 0 0,0 0 1 0 0,0 0 0 0 0,1 0-1 0 0,-1 0 1 0 0,0 0-1 0 0,1 0 1 0 0,-1 0 0 0 0,1 0-1 0 0,-1-1 1 0 0,1 1-1 0 0,0 1 1 0 0,0-1-4 0 0,0-1 0 0 0,-1 0 0 0 0,1 0 0 0 0,0 1 1 0 0,-1-1-1 0 0,1 0 0 0 0,0 0 0 0 0,-1 0 0 0 0,1 0 0 0 0,0 0 0 0 0,-1 0 0 0 0,1 0 1 0 0,0 0-1 0 0,-1 0 0 0 0,1-1 0 0 0,0 1 0 0 0,-1 0 0 0 0,1 0 0 0 0,-1-1 0 0 0,1 1 0 0 0,0 0 1 0 0,0-1-1 0 0,3-2 0 0 0,0 1-1 0 0,-1-1 1 0 0,1 0 0 0 0,-1 0 0 0 0,0 0 0 0 0,0 0 0 0 0,5-7 0 0 0,-4 3-5 0 0,12-20-7 0 0,1 1 0 0 0,2 1 0 0 0,26-31-1 0 0,-44 55 8 0 0,0 1-1 0 0,-1-1 0 0 0,1 0 0 0 0,0 0 0 0 0,0 0 0 0 0,-1 1 0 0 0,1-1 0 0 0,0 0 0 0 0,0 1 0 0 0,0-1 0 0 0,0 1 1 0 0,0-1-1 0 0,0 1 0 0 0,0 0 0 0 0,0-1 0 0 0,0 1 0 0 0,0 0 0 0 0,0-1 0 0 0,0 1 0 0 0,0 0 0 0 0,0 0 1 0 0,0 0-1 0 0,0 0 0 0 0,0 0 0 0 0,0 0 0 0 0,0 1 0 0 0,2-1 0 0 0,-1 1 1 0 0,-1 0-1 0 0,0 1 1 0 0,1-1-1 0 0,-1 0 1 0 0,0 0-1 0 0,0 1 1 0 0,0-1-1 0 0,0 1 1 0 0,0-1-1 0 0,0 1 1 0 0,0-1-1 0 0,0 1 1 0 0,-1 0-1 0 0,2 2 1 0 0,1 7 0 0 0,-1 1 0 0 0,0-1-1 0 0,2 22 1 0 0,-4-4 36 0 0,-1-20-26 0 0,1 0-1 0 0,0 0 1 0 0,1 0-1 0 0,0-1 0 0 0,4 16 1 0 0,-4-23-6 0 0,-1 1 0 0 0,1-1 0 0 0,0 0 0 0 0,0 0 0 0 0,0 1 0 0 0,0-1 0 0 0,0 0 0 0 0,0 0 0 0 0,1 0 1 0 0,-1 0-1 0 0,0-1 0 0 0,0 1 0 0 0,1 0 0 0 0,-1 0 0 0 0,0-1 0 0 0,1 1 0 0 0,-1-1 0 0 0,1 1 0 0 0,-1-1 0 0 0,1 0 0 0 0,-1 1 1 0 0,3-1-1 0 0,0 0 4 0 0,0 1 1 0 0,0-1 0 0 0,0 0-1 0 0,-1 0 1 0 0,1-1-1 0 0,0 1 1 0 0,7-2 0 0 0,-5-1-4 0 0,0 0 0 0 0,0 0 0 0 0,0-1 0 0 0,-1 1 0 0 0,1-1 0 0 0,-1 0 0 0 0,0-1 0 0 0,0 1 0 0 0,-1-1 0 0 0,1 0 0 0 0,-1 0 0 0 0,0-1 0 0 0,0 1 0 0 0,3-8 0 0 0,20-25 0 0 0,-24 35 1 0 0,16-18-13 0 0,-19 20 2 0 0,1 1 0 0 0,0-1 0 0 0,0 0-1 0 0,0 0 1 0 0,-1 1 0 0 0,1-1 0 0 0,0 1 0 0 0,0-1 0 0 0,0 1 0 0 0,0-1-1 0 0,0 1 1 0 0,0-1 0 0 0,0 1 0 0 0,0 0 0 0 0,0 0 0 0 0,1-1-1 0 0,-1 1 1 0 0,0 0 0 0 0,0 0 0 0 0,2 0 0 0 0,-2 2 5 0 0,1 0 1 0 0,-1 0-1 0 0,0 0 0 0 0,0 1 1 0 0,0-1-1 0 0,0 0 0 0 0,0 0 1 0 0,0 1-1 0 0,-1-1 1 0 0,1 0-1 0 0,-1 1 0 0 0,1-1 1 0 0,-1 1-1 0 0,0 4 1 0 0,0-3-1 0 0,1-1 2 0 0,-1 0 0 0 0,1 0 0 0 0,-1-1 0 0 0,1 1 0 0 0,0 0-1 0 0,0-1 1 0 0,0 1 0 0 0,1-1 0 0 0,-1 1 0 0 0,0-1 0 0 0,1 1-1 0 0,0-1 1 0 0,0 0 0 0 0,-1 0 0 0 0,1 0 0 0 0,0 0 0 0 0,1 0-1 0 0,-1 0 1 0 0,0 0 0 0 0,3 1 0 0 0,0-1 3 0 0,-1 0 0 0 0,1 0 0 0 0,-1-1 0 0 0,1 1 0 0 0,0-1 1 0 0,0 0-1 0 0,-1-1 0 0 0,1 1 0 0 0,0-1 0 0 0,0 0 0 0 0,6 0 0 0 0,-4-1-2 0 0,1-1 0 0 0,-1 1 0 0 0,0-1 0 0 0,0-1 0 0 0,0 1 0 0 0,10-6 1 0 0,10-3 13 0 0,-22 8-14 0 0,0 1 0 0 0,0-1 1 0 0,-1 0-1 0 0,1 0 0 0 0,-1 0 1 0 0,1-1-1 0 0,-1 0 0 0 0,0 0 1 0 0,-1 0-1 0 0,1 0 0 0 0,3-5 0 0 0,8-13 15 0 0,12-23 0 0 0,-16 25-14 0 0,-8 15-12 0 0,8-13-63 0 0,-11 17 70 0 0,1 1 0 0 0,-1-1 0 0 0,1 1 0 0 0,-1-1 1 0 0,1 1-1 0 0,-1 0 0 0 0,1-1 0 0 0,-1 1 0 0 0,1 0 0 0 0,0-1 0 0 0,-1 1 0 0 0,1 0 0 0 0,-1-1 0 0 0,1 1 1 0 0,0 0-1 0 0,-1 0 0 0 0,1 0 0 0 0,0 0 0 0 0,-1 0 0 0 0,1 0 0 0 0,0 0 0 0 0,-1 0 0 0 0,1 0 0 0 0,0 0 1 0 0,-1 0-1 0 0,2 0 0 0 0,1 7 8 0 0,2 14-4 0 0,-1 0-1 0 0,-1 1 0 0 0,0-1 0 0 0,-2 36 1 0 0,-11 94 2 0 0,7-116 0 0 0,0 2 53 0 0,-1-1 1 0 0,-3 0-1 0 0,0 0 1 0 0,-25 66-1 0 0,26-89 88 0 0,9-31-107 0 0,13-57-48 0 0,3 0 0 0 0,4 1 0 0 0,32-72 0 0 0,-44 119 8 0 0,-10 23 2 0 0,0 0 0 0 0,1 0 0 0 0,0 0 0 0 0,-1 0 0 0 0,1 0 0 0 0,0 1 0 0 0,1-1 0 0 0,-1 1 0 0 0,1-1 0 0 0,0 1 0 0 0,-1 0 0 0 0,1 0 0 0 0,1 0 0 0 0,-1 0 0 0 0,0 1 0 0 0,5-4 0 0 0,36-11-50 0 0,-7 2-6 0 0,-7 5 29 0 0,-29 9 27 0 0,0 1-1 0 0,0-1 1 0 0,0 1 0 0 0,1 0 0 0 0,-1 0 0 0 0,0 0-1 0 0,0 0 1 0 0,1 0 0 0 0,-1 0 0 0 0,0 0 0 0 0,0 0-1 0 0,0 1 1 0 0,1-1 0 0 0,-1 0 0 0 0,0 1 0 0 0,0-1-1 0 0,0 1 1 0 0,0-1 0 0 0,0 1 0 0 0,0-1 0 0 0,0 1-1 0 0,0 0 1 0 0,0 0 0 0 0,0-1 0 0 0,2 3 0 0 0,-1 0 0 0 0,0 1 0 0 0,0 0 0 0 0,0 0 1 0 0,-1 1-1 0 0,0-1 0 0 0,1 0 1 0 0,-1 0-1 0 0,-1 1 0 0 0,1-1 0 0 0,0 0 1 0 0,-1 1-1 0 0,0-1 0 0 0,-1 6 1 0 0,0-1 6 0 0,0-1 1 0 0,-1 0-1 0 0,0 0 1 0 0,-1 0 0 0 0,0-1-1 0 0,-6 15 1 0 0,-4 5 7 0 0,9-18-21 0 0,0 0 0 0 0,-1 0 0 0 0,0 0 0 0 0,-6 8 0 0 0,4-8 0 0 0,6-6 10 0 0,0-1 0 0 0,-1 0 0 0 0,1 0 0 0 0,-1 0 0 0 0,1 0 1 0 0,-1 0-1 0 0,0 0 0 0 0,0-1 0 0 0,1 1 0 0 0,-1-1 0 0 0,0 1 0 0 0,-4 1 0 0 0,8-14-19 0 0,30-73 47 0 0,-17 47-44 0 0,-6 20 6 0 0,1-1 1 0 0,1 1-1 0 0,0 1 0 0 0,19-22 0 0 0,10-14 6 0 0,-6 1-4 0 0,-3-1 1 0 0,-2-1-1 0 0,-2-2 1 0 0,36-106 0 0 0,-30 77 4 0 0,-20 56 2 0 0,12-44-1 0 0,-16 54 19 0 0,-8 17-21 0 0,0-1 1 0 0,0 0 0 0 0,0 0-1 0 0,0 1 1 0 0,0-1 0 0 0,-1 0-1 0 0,1 0 1 0 0,0 0 0 0 0,-1 0 0 0 0,1-2-1 0 0,-1 3 15 0 0,-4 7-34 0 0,-18 34 51 0 0,2 1 0 0 0,2 0-1 0 0,2 2 1 0 0,-22 86 0 0 0,27-85-12 0 0,2 0 0 0 0,-3 48 0 0 0,11-77-15 0 0,1 0-1 0 0,0 1 1 0 0,1-1-1 0 0,1 0 1 0 0,0 0-1 0 0,1 0 1 0 0,0 0-1 0 0,2 0 1 0 0,10 25-1 0 0,-12-32 5 0 0,1-1-1 0 0,0 1 1 0 0,0-1-1 0 0,9 10 1 0 0,-11-14-1 0 0,1-1 0 0 0,0 1 0 0 0,0-1 0 0 0,0 0 0 0 0,0 0 0 0 0,0 0 0 0 0,0-1 1 0 0,0 1-1 0 0,1-1 0 0 0,-1 1 0 0 0,0-1 0 0 0,8 1 0 0 0,30 13 42 0 0,-36-12-48 0 0,0-1-1 0 0,0 0 1 0 0,0 0-1 0 0,0 0 1 0 0,1-1-1 0 0,-1 0 1 0 0,1 0 0 0 0,-1 0-1 0 0,12 0 1 0 0,-9-2 3 0 0,0-1 1 0 0,-1 0 0 0 0,1 0 0 0 0,0 0-1 0 0,0-1 1 0 0,-1 0 0 0 0,9-5 0 0 0,17-7 34 0 0,-14 6-25 0 0,-1 0-1 0 0,0-1 0 0 0,-1-1 1 0 0,0-1-1 0 0,0 0 0 0 0,-1-1 0 0 0,-1-1 1 0 0,0-1-1 0 0,-1 0 0 0 0,20-28 1 0 0,-22 23-3 0 0,0-2 1 0 0,-1 0 0 0 0,-1 0-1 0 0,-1-1 1 0 0,7-28 0 0 0,16-37 24 0 0,-29 79-32 0 0,1 0 1 0 0,-1-1-1 0 0,0 1 1 0 0,-1-1-1 0 0,0 0 1 0 0,-1 0-1 0 0,0 1 1 0 0,-1-1-1 0 0,0 0 1 0 0,0 0-1 0 0,-2-11 0 0 0,1 20-4 0 0,1 0 0 0 0,-1 1 0 0 0,1-1 0 0 0,-1 0-1 0 0,1 0 1 0 0,-1 1 0 0 0,1-1 0 0 0,-1 1 0 0 0,0-1 0 0 0,1 1-1 0 0,-1-1 1 0 0,0 1 0 0 0,1-1 0 0 0,-1 1 0 0 0,0-1-1 0 0,0 1 1 0 0,1 0 0 0 0,-1 0 0 0 0,0-1 0 0 0,0 1 0 0 0,0 0-1 0 0,1 0 1 0 0,-1 0 0 0 0,0 0 0 0 0,0 0 0 0 0,0 0-1 0 0,0 0 1 0 0,1 0 0 0 0,-1 0 0 0 0,0 0 0 0 0,0 0 0 0 0,0 1-1 0 0,0-1 1 0 0,1 0 0 0 0,-1 0 0 0 0,0 1 0 0 0,-1 0-1 0 0,-1 0 0 0 0,0 0-1 0 0,0 1 1 0 0,-1-1 0 0 0,1 1-1 0 0,0 0 1 0 0,0 0-1 0 0,0 0 1 0 0,-4 5-1 0 0,0 2 8 0 0,0 1-1 0 0,1-1 1 0 0,0 2-1 0 0,-8 18 1 0 0,-17 55 21 0 0,11-31-13 0 0,11-30 9 0 0,1 0-1 0 0,0 0 0 0 0,2 1 1 0 0,-5 36-1 0 0,9-49-13 0 0,0 0 0 0 0,0 0 0 0 0,-5 10 0 0 0,4-11 1 0 0,0 0 0 0 0,0 0 0 0 0,0 12 0 0 0,2-18-4 0 0,1 0-1 0 0,0 0 1 0 0,1 0 0 0 0,-1 0-1 0 0,1 0 1 0 0,-1 0-1 0 0,1 0 1 0 0,0 0-1 0 0,1 0 1 0 0,-1-1 0 0 0,4 8-1 0 0,-4-9 3 0 0,1 1 1 0 0,0 0-1 0 0,0-1 0 0 0,-1 1 0 0 0,1-1 0 0 0,1 1 1 0 0,-1-1-1 0 0,0 0 0 0 0,1 0 0 0 0,-1 0 0 0 0,1 0 1 0 0,-1 0-1 0 0,6 2 0 0 0,-2-2 14 0 0,0 0 1 0 0,0-1-1 0 0,0 1 0 0 0,0-1 1 0 0,7 0-1 0 0,31 7 82 0 0,-26-2-83 0 0,-10-2-3 0 0,1-1 0 0 0,-1 0 0 0 0,1-1 0 0 0,0 0-1 0 0,0 0 1 0 0,0-1 0 0 0,0 0 0 0 0,0 0 0 0 0,0-1 0 0 0,0-1 0 0 0,11-1 0 0 0,-7-1-7 0 0,0-1 1 0 0,-1-1-1 0 0,1 0 0 0 0,-1 0 1 0 0,0-2-1 0 0,0 1 0 0 0,13-11 1 0 0,-20 13-200 0 0,0-1 1 0 0,-1 0-1 0 0,1 0 1 0 0,-1 0 0 0 0,0-1-1 0 0,0 1 1 0 0,3-9-1 0 0,14-17-6690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90 481 7178 0 0,'-5'-6'136'0'0,"2"-1"0"0"0,-1 1 0 0 0,1-1 0 0 0,0 0 0 0 0,0 0 0 0 0,0 0 0 0 0,1 0 0 0 0,-1-8 0 0 0,0 4 53 0 0,-7-27 276 0 0,3 0 0 0 0,-7-71 0 0 0,10-79 3792 0 0,4 161-2787 0 0,0 26-1380 0 0,0 8 278 0 0,-13 324 1365 0 0,4-162-1274 0 0,8-92 14 0 0,1-40-7871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14547 0 0,'0'0'602'0'0,"-17"20"1691"0"0,16-17-2322 0 0,-6 16-347 0 0,1-7-6011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14 215 10354 0 0,'-11'-22'3954'0'0,"10"19"-3864"0"0,1 0 0 0 0,-1 0 0 0 0,1 0 0 0 0,0 0 0 0 0,0 0 0 0 0,0-1 0 0 0,0 1 0 0 0,0 0 0 0 0,1 0 0 0 0,0 0 0 0 0,-1 0 0 0 0,1 0 0 0 0,0 1 0 0 0,0-1 0 0 0,1 0 0 0 0,-1 0 0 0 0,1 1 0 0 0,-1-1 0 0 0,1 0 0 0 0,0 1 0 0 0,0 0 0 0 0,0-1 0 0 0,4-2 0 0 0,4-3 131 0 0,0 0 1 0 0,1 2-1 0 0,0-1 0 0 0,18-7 0 0 0,5-3 101 0 0,-23 10-240 0 0,1 1 1 0 0,0 1-1 0 0,1 0 1 0 0,-1 1-1 0 0,26-6 1 0 0,-34 9-70 0 0,1 0 1 0 0,-1-1 0 0 0,0 1 0 0 0,0-1-1 0 0,7-3 1 0 0,-8 3 19 0 0,0 0 0 0 0,0 1 0 0 0,1-1 0 0 0,-1 1 0 0 0,1 0 0 0 0,-1 0 0 0 0,1 0 0 0 0,0 1 0 0 0,5-1 0 0 0,-2 7 189 0 0,-4 1-188 0 0,0-1-1 0 0,0 1 0 0 0,0-1 1 0 0,-1 1-1 0 0,0 0 0 0 0,0 0 0 0 0,0 0 1 0 0,-1 0-1 0 0,-1 0 0 0 0,1 0 1 0 0,-1 0-1 0 0,0 1 0 0 0,0-1 0 0 0,-1 0 1 0 0,0 0-1 0 0,0 0 0 0 0,-1 0 0 0 0,-3 7 1 0 0,-5 16 60 0 0,-1-1-1 0 0,-28 51 1 0 0,31-66-66 0 0,-23 44-15 0 0,7-16 9 0 0,2 2 0 0 0,1 0-1 0 0,-27 90 1 0 0,47-131-30 0 0,0 1 1 0 0,0 0-1 0 0,1 0 1 0 0,-1 0-1 0 0,1 0 1 0 0,0 0-1 0 0,0 0 0 0 0,0-1 1 0 0,2 8-1 0 0,-2-9 5 0 0,1-1 0 0 0,0 1-1 0 0,0 0 1 0 0,0 0 0 0 0,0-1-1 0 0,0 1 1 0 0,0-1 0 0 0,1 1-1 0 0,-1-1 1 0 0,1 1 0 0 0,-1-1-1 0 0,0 0 1 0 0,1 0 0 0 0,0 0-1 0 0,-1 0 1 0 0,1 0 0 0 0,0 0 0 0 0,0 0-1 0 0,-1 0 1 0 0,4 0 0 0 0,3 1 25 0 0,0 0 0 0 0,-1-1 1 0 0,1 0-1 0 0,0 0 0 0 0,0-1 0 0 0,0 0 1 0 0,0 0-1 0 0,0-1 0 0 0,0 0 1 0 0,0 0-1 0 0,-1-1 0 0 0,1 0 1 0 0,-1-1-1 0 0,1 1 0 0 0,-1-2 1 0 0,0 1-1 0 0,0-1 0 0 0,0 0 0 0 0,0 0 1 0 0,-1-1-1 0 0,8-6 0 0 0,-12 8 28 0 0,0 0-1 0 0,0 0 1 0 0,0-1-1 0 0,-1 1 1 0 0,1 0 0 0 0,-1-1-1 0 0,0 1 1 0 0,1-7-1 0 0,6-13 196 0 0,-6 19-209 0 0,0 0-1 0 0,-1 0 1 0 0,1 0 0 0 0,-1 0-1 0 0,0-1 1 0 0,0 1-1 0 0,-1 0 1 0 0,1-1 0 0 0,-1 1-1 0 0,0 0 1 0 0,0-1-1 0 0,0 1 1 0 0,-1 0 0 0 0,-1-7-1 0 0,-1-2 15 0 0,-1 0-1 0 0,-1 0 1 0 0,-8-15-1 0 0,-7-19 33 0 0,16 38-65 0 0,0 0 0 0 0,0 0 1 0 0,0 1-1 0 0,-1 0 0 0 0,-1 0 0 0 0,1 0 1 0 0,-11-11-1 0 0,0 2 6 0 0,-36-29 1 0 0,46 41-24 0 0,-2-2-1 0 0,0 1 1 0 0,-1 0 0 0 0,1 0-1 0 0,-1 0 1 0 0,0 1-1 0 0,-1 0 1 0 0,1 1-1 0 0,-14-4 1 0 0,-2-3 103 0 0,22 9-399 0 0,1 0-1 0 0,-1 1 0 0 0,0-1 0 0 0,0 1 0 0 0,0 0 1 0 0,0 0-1 0 0,0 0 0 0 0,0 1 0 0 0,-4-2 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17 133 8426 0 0,'0'-23'6069'0'0,"-5"-17"-2355"0"0,5 40-3576 0 0,-3 20 684 0 0,-2 23-555 0 0,2 1-1 0 0,3 54 0 0 0,14 89 33 0 0,-12-171-270 0 0,2 15 38 0 0,13 42-1 0 0,-3-11 261 0 0,-14-61-301 0 0,0-1 0 0 0,0 1-1 0 0,0 0 1 0 0,0-1 0 0 0,0 1 0 0 0,1 0-1 0 0,-1-1 1 0 0,0 1 0 0 0,0-1-1 0 0,0 1 1 0 0,1 0 0 0 0,-1-1-1 0 0,0 1 1 0 0,0-1 0 0 0,1 1-1 0 0,-1-1 1 0 0,1 1 0 0 0,-1-1-1 0 0,0 1 1 0 0,1-1 0 0 0,-1 0 0 0 0,1 1-1 0 0,-1-1 1 0 0,1 1 0 0 0,-1-1-1 0 0,1 0 1 0 0,0 0 0 0 0,-1 1-1 0 0,1-1 1 0 0,-1 0 0 0 0,1 0-1 0 0,0 0 1 0 0,-1 1 0 0 0,1-1-1 0 0,-1 0 1 0 0,1 0 0 0 0,0 0-1 0 0,-1 0 1 0 0,1 0 0 0 0,0 0 0 0 0,0-1-1 0 0,0 1-5 0 0,1-1 0 0 0,-1 0-1 0 0,1 0 1 0 0,-1 0 0 0 0,1 0-1 0 0,-1 0 1 0 0,0 0 0 0 0,0 0-1 0 0,1 0 1 0 0,-1 0 0 0 0,0-1-1 0 0,0 1 1 0 0,0 0 0 0 0,0-1-1 0 0,1-2 1 0 0,71-185 180 0 0,-16-4-85 0 0,-3 11-31 0 0,-50 171-59 0 0,1 1 0 0 0,9-17 1 0 0,0 2 71 0 0,-14 24-109 0 0,0 1 11 0 0,-8 24-3174 0 0,-1-1-965 0 0,6-12 573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2103 124 2048 0 0,'0'-3'4451'0'0,"0"-9"-3176"0"0,-1-5-60 0 0,1 9-535 0 0,0 0-1 0 0,-1 1 1 0 0,1-1-1 0 0,-2 0 0 0 0,1 0 1 0 0,-1 1-1 0 0,0-1 1 0 0,-1 1-1 0 0,-3-9 0 0 0,5 15-614 0 0,-1 0 1 0 0,1 1-1 0 0,0-1 0 0 0,0 1 0 0 0,0-1 0 0 0,-1 0 0 0 0,1 1 0 0 0,0 0 0 0 0,0-1 0 0 0,-1 1 1 0 0,1 0-1 0 0,0 0 0 0 0,-1 0 0 0 0,1 0 0 0 0,0 0 0 0 0,-1 0 0 0 0,1 0 0 0 0,0 0 0 0 0,-1 0 0 0 0,1 1 1 0 0,0-1-1 0 0,-2 1 0 0 0,-1 0-12 0 0,0 0-1 0 0,0 0 1 0 0,0 1 0 0 0,0-1 0 0 0,1 1 0 0 0,-6 3-1 0 0,5 0 16 0 0,0-1-1 0 0,0 1 1 0 0,0 0-1 0 0,-3 7 1 0 0,-6 7 83 0 0,4-5-38 0 0,0 1 0 0 0,1 0 1 0 0,0 0-1 0 0,-10 30 0 0 0,18-44-101 0 0,-1 0-1 0 0,1 0 1 0 0,-1 0-1 0 0,1 1 0 0 0,-1-1 1 0 0,1 0-1 0 0,0 0 0 0 0,-1 1 1 0 0,1-1-1 0 0,0 0 1 0 0,0 0-1 0 0,0 1 0 0 0,0-1 1 0 0,0 0-1 0 0,1 1 1 0 0,-1-1-1 0 0,0 0 0 0 0,0 0 1 0 0,1 1-1 0 0,-1-1 1 0 0,1 0-1 0 0,-1 0 0 0 0,1 0 1 0 0,0 1-1 0 0,-1-1 1 0 0,1 0-1 0 0,0 0 0 0 0,0 0 1 0 0,0 0-1 0 0,0 0 1 0 0,-1-1-1 0 0,1 1 0 0 0,1 0 1 0 0,-1 0-1 0 0,0-1 1 0 0,0 1-1 0 0,0 0 0 0 0,0-1 1 0 0,0 1-1 0 0,1-1 0 0 0,-1 0 1 0 0,0 1-1 0 0,0-1 1 0 0,1 0-1 0 0,-1 0 0 0 0,2 1 1 0 0,2-1 29 0 0,0 0 0 0 0,0 1 1 0 0,0-2-1 0 0,0 1 0 0 0,0 0 0 0 0,1-1 1 0 0,-1 0-1 0 0,-1 0 0 0 0,1-1 1 0 0,7-2-1 0 0,-10 2-28 0 0,0 1 0 0 0,0-1 0 0 0,0 1 0 0 0,0-1 0 0 0,0 0 0 0 0,0 0 0 0 0,-1 0 0 0 0,1 0 1 0 0,-1 0-1 0 0,1 0 0 0 0,-1 0 0 0 0,0 0 0 0 0,0-1 0 0 0,0 1 0 0 0,0 0 0 0 0,0-1 0 0 0,0 1 0 0 0,-1-1 0 0 0,1-3 0 0 0,0 1 10 0 0,0 1 1 0 0,1-1-1 0 0,-1 1 0 0 0,1 0 0 0 0,4-9 0 0 0,-4 10 9 0 0,1 0 0 0 0,-1-1 0 0 0,-1 1 0 0 0,1-1 0 0 0,0 1 0 0 0,-1-1 0 0 0,0 0 1 0 0,0 0-1 0 0,0 0 0 0 0,0 1 0 0 0,-1-1 0 0 0,1 0 0 0 0,-1 0 0 0 0,0 0 0 0 0,0 0 0 0 0,-1 0 0 0 0,1 0 0 0 0,-2-4 0 0 0,2 7-29 0 0,-1 0-1 0 0,0 1 1 0 0,0-1-1 0 0,0 0 1 0 0,1 0-1 0 0,-1 1 0 0 0,0-1 1 0 0,0 1-1 0 0,0-1 1 0 0,0 1-1 0 0,0-1 1 0 0,0 1-1 0 0,0-1 0 0 0,0 1 1 0 0,-1 0-1 0 0,1 0 1 0 0,0-1-1 0 0,0 1 1 0 0,0 0-1 0 0,-2 0 0 0 0,-25 2 15 0 0,25-1-15 0 0,0 0-1 0 0,0 0 0 0 0,0 1 1 0 0,0-1-1 0 0,0 1 0 0 0,1 0 0 0 0,-1-1 1 0 0,0 1-1 0 0,1 1 0 0 0,-1-1 1 0 0,1 0-1 0 0,-4 5 0 0 0,2 0 7 0 0,-1 0-1 0 0,1 0 0 0 0,-4 13 1 0 0,-11 17 4 0 0,18-35-9 0 0,0 0 0 0 0,0-1 0 0 0,0 1 0 0 0,0 0 1 0 0,0 0-1 0 0,1-1 0 0 0,-1 1 0 0 0,0 0 0 0 0,1 0 0 0 0,-1 0 0 0 0,1 0 0 0 0,0 0 0 0 0,0 0 0 0 0,0 0 0 0 0,0 0 0 0 0,0 0 1 0 0,0 0-1 0 0,0 0 0 0 0,0 0 0 0 0,1 0 0 0 0,-1 0 0 0 0,1 0 0 0 0,0 2 0 0 0,1-3 3 0 0,-1 1-1 0 0,1 0 0 0 0,0 0 1 0 0,-1-1-1 0 0,1 1 0 0 0,0-1 1 0 0,0 1-1 0 0,0-1 0 0 0,0 0 1 0 0,0 0-1 0 0,0 1 1 0 0,0-2-1 0 0,1 1 0 0 0,-1 0 1 0 0,0 0-1 0 0,0-1 0 0 0,1 1 1 0 0,4-1-1 0 0,0 1 15 0 0,0-1 0 0 0,1-1 1 0 0,-1 1-1 0 0,0-1 0 0 0,0 0 0 0 0,0-1 0 0 0,1 0 0 0 0,-2 0 0 0 0,1-1 0 0 0,0 1 0 0 0,0-1 1 0 0,9-7-1 0 0,-10 7 12 0 0,-2 0-4 0 0,-1-1 1 0 0,-1 0-1 0 0,1 0 1 0 0,-1 0-1 0 0,1 0 1 0 0,-1-1-1 0 0,0 1 1 0 0,0 0-1 0 0,-1-1 1 0 0,0 0-1 0 0,1 1 1 0 0,0-10-1 0 0,-2 13-27 0 0,0 0-1 0 0,0 0 0 0 0,0 0 0 0 0,0 0 1 0 0,0 0-1 0 0,-1 0 0 0 0,1 0 1 0 0,0 0-1 0 0,0 0 0 0 0,-1 0 0 0 0,1 0 1 0 0,-1 0-1 0 0,1 0 0 0 0,-1 0 1 0 0,1 0-1 0 0,-1 0 0 0 0,0 0 1 0 0,1 0-1 0 0,-1 0 0 0 0,0 1 0 0 0,1-1 1 0 0,-2-1-1 0 0,-24-5-1 0 0,22 6-8 0 0,0 0 0 0 0,0 0 0 0 0,-1 1 0 0 0,1 0 0 0 0,0 0 0 0 0,-1 0 1 0 0,1 0-1 0 0,0 1 0 0 0,-1 0 0 0 0,1 0 0 0 0,0 0 0 0 0,0 0 0 0 0,0 1 1 0 0,0-1-1 0 0,0 1 0 0 0,-7 4 0 0 0,23-6 88 0 0,-5-1 111 0 0,-17 4-94 0 0,-37 7-11 0 0,0-2-1 0 0,-80 3 1 0 0,-100-12-41 0 0,90-1-36 0 0,-394 22 6 0 0,478-17-29 0 0,-90 6 18 0 0,-144 27 1 0 0,264-33 4 0 0,0 0 0 0 0,0-1 0 0 0,0-2 0 0 0,0 0-1 0 0,-31-5 1 0 0,0 3-42 0 0,36 2 57 0 0,18 0-23 0 0,-1 1 0 0 0,0-1 0 0 0,1 0 0 0 0,-1 0 0 0 0,0 1 0 0 0,1-1 0 0 0,-1 0 0 0 0,0 1 0 0 0,1-1 0 0 0,-1 0-1 0 0,1 1 1 0 0,-1-1 0 0 0,1 1 0 0 0,-1-1 0 0 0,1 1 0 0 0,-1-1 0 0 0,1 1 0 0 0,-1 0 0 0 0,1-1 0 0 0,0 1 0 0 0,-1-1 0 0 0,1 1-1 0 0,0 0 1 0 0,0-1 0 0 0,-1 1 0 0 0,1 0 0 0 0,0-1 0 0 0,0 1 0 0 0,0 0 0 0 0,0 0 0 0 0,0-1 0 0 0,0 2 0 0 0,-1 27-14 0 0,2-22 12 0 0,-2 144 3 0 0,3 212 7 0 0,10-224-27 0 0,-1-25 62 0 0,-3 22-27 0 0,-14 185 0 0 0,3-149 74 0 0,0 15-17 0 0,-8 132 378 0 0,11-291-289 0 0,0-27-68 0 0,-23-30 117 0 0,21 25-210 0 0,0 1 0 0 0,0-1 0 0 0,-1 1 0 0 0,0-1 0 0 0,1 1 0 0 0,-1 0 0 0 0,0 0-1 0 0,-1 0 1 0 0,1 1 0 0 0,0-1 0 0 0,-1 1 0 0 0,0 0 0 0 0,1 0 0 0 0,-7-2 0 0 0,7 3-3 0 0,0 0 0 0 0,1 0 0 0 0,-1 1 0 0 0,0 0 0 0 0,0-1 0 0 0,0 1-1 0 0,0 0 1 0 0,1 0 0 0 0,-1 0 0 0 0,0 1 0 0 0,0-1 0 0 0,0 1 0 0 0,0 0 0 0 0,1 0 0 0 0,-1-1 0 0 0,0 2 0 0 0,1-1 0 0 0,-1 0 0 0 0,1 1-1 0 0,-1-1 1 0 0,1 1 0 0 0,0-1 0 0 0,0 1 0 0 0,-1 0 0 0 0,1 0 0 0 0,0 0 0 0 0,1 1 0 0 0,-1-1 0 0 0,0 0 0 0 0,1 1 0 0 0,-1-1-1 0 0,1 1 1 0 0,-2 2 0 0 0,0 3-4 0 0,1-4 2 0 0,0-1-1 0 0,0 1 1 0 0,0 0 0 0 0,1 0 0 0 0,0 0 0 0 0,0 0 0 0 0,-1 5-1 0 0,2-8 6 0 0,0 0-1 0 0,0 0 0 0 0,1 0 0 0 0,-1 0 0 0 0,0 0 0 0 0,0 0 1 0 0,1 0-1 0 0,-1 0 0 0 0,0-1 0 0 0,1 1 0 0 0,-1 0 1 0 0,1 0-1 0 0,-1 0 0 0 0,1 0 0 0 0,0 0 0 0 0,-1-1 0 0 0,1 1 1 0 0,0 0-1 0 0,0-1 0 0 0,-1 1 0 0 0,1 0 0 0 0,0-1 0 0 0,0 1 1 0 0,0-1-1 0 0,0 1 0 0 0,0-1 0 0 0,-1 0 0 0 0,1 1 1 0 0,0-1-1 0 0,0 0 0 0 0,0 0 0 0 0,0 1 0 0 0,0-1 0 0 0,0 0 1 0 0,0 0-1 0 0,2 0 0 0 0,1 0 6 0 0,-1 1 1 0 0,1-1-1 0 0,-1 0 0 0 0,1 0 0 0 0,-1 0 1 0 0,1 0-1 0 0,-1 0 0 0 0,1-1 1 0 0,-1 0-1 0 0,0 1 0 0 0,1-1 1 0 0,-1-1-1 0 0,0 1 0 0 0,1 0 0 0 0,-1-1 1 0 0,0 0-1 0 0,0 1 0 0 0,0-1 1 0 0,0 0-1 0 0,-1-1 0 0 0,1 1 1 0 0,0 0-1 0 0,-1-1 0 0 0,0 0 0 0 0,1 1 1 0 0,-1-1-1 0 0,0 0 0 0 0,-1 0 1 0 0,1 0-1 0 0,0 0 0 0 0,-1-1 1 0 0,0 1-1 0 0,0 0 0 0 0,0-1 0 0 0,1-5 1 0 0,-2-6 92 0 0,0 15-98 0 0,0 0-1 0 0,0 0 1 0 0,0-1-1 0 0,0 1 1 0 0,0 0-1 0 0,0 0 1 0 0,0 0-1 0 0,0 0 1 0 0,-1 0-1 0 0,1 0 1 0 0,0-1-1 0 0,0 1 1 0 0,0 0-1 0 0,0 0 1 0 0,0 0-1 0 0,0 0 1 0 0,0 0-1 0 0,-1 0 1 0 0,1 0-1 0 0,0 0 1 0 0,0 0-1 0 0,0 0 1 0 0,0 0-1 0 0,0 0 1 0 0,0 0-1 0 0,-1 0 1 0 0,1 0-1 0 0,0-1 1 0 0,0 1-1 0 0,0 0 1 0 0,0 0-1 0 0,0 1 1 0 0,-1-1-1 0 0,1 0 1 0 0,0 0-1 0 0,0 0 1 0 0,0 0-1 0 0,0 0 1 0 0,0 0-1 0 0,0 0 1 0 0,-1 0-1 0 0,1 0 1 0 0,-1 1-4 0 0,0 0 1 0 0,0 0-1 0 0,0 0 0 0 0,0 0 1 0 0,0 0-1 0 0,0 1 0 0 0,0-1 1 0 0,1 0-1 0 0,-1 0 0 0 0,0 1 1 0 0,1-1-1 0 0,-1 0 0 0 0,1 1 1 0 0,-1 1-1 0 0,-9 17-16 0 0,8-18 15 0 0,1-1 0 0 0,0 1-1 0 0,0 0 1 0 0,0 0-1 0 0,0-1 1 0 0,0 1 0 0 0,0 0-1 0 0,0 0 1 0 0,1 0-1 0 0,-1 0 1 0 0,1 0 0 0 0,-1 1-1 0 0,1-1 1 0 0,0 0-1 0 0,0 0 1 0 0,0 3 0 0 0,0-4 5 0 0,1-1 1 0 0,0 1 0 0 0,-1-1 0 0 0,1 1-1 0 0,0-1 1 0 0,-1 1 0 0 0,1-1 0 0 0,0 0-1 0 0,-1 0 1 0 0,1 1 0 0 0,0-1 0 0 0,0 0-1 0 0,-1 0 1 0 0,1 0 0 0 0,0 0 0 0 0,0 0-1 0 0,0 0 1 0 0,-1 0 0 0 0,1 0 0 0 0,0 0-1 0 0,0 0 1 0 0,-1 0 0 0 0,1 0 0 0 0,0-1-1 0 0,0 1 1 0 0,-1 0 0 0 0,1 0 0 0 0,0-1-1 0 0,-1 1 1 0 0,2-1 0 0 0,0 0 6 0 0,0 1 0 0 0,-1-1 1 0 0,1 0-1 0 0,0 0 0 0 0,-1 0 0 0 0,1 0 0 0 0,-1 0 1 0 0,1 0-1 0 0,-1 0 0 0 0,0 0 0 0 0,1-1 1 0 0,-1 1-1 0 0,2-2 0 0 0,5-15 85 0 0,0-1-2882 0 0,-6 5-4304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383 567 960 0 0,'0'-7'3644'0'0,"0"-11"-2293"0"0,-7-194 3487 0 0,6-117-220 0 0,-10 454-4420 0 0,2-39-202 0 0,5 89 138 0 0,25 241 1 0 0,-19-382-114 0 0,0-3 305 0 0,1-1 0 0 0,1 1 0 0 0,14 50-1 0 0,-14-70-223 0 0,-3-7-58 0 0,1-1-1 0 0,-1 1 0 0 0,0-1 0 0 0,0 1 0 0 0,0-1 1 0 0,0 1-1 0 0,-1 0 0 0 0,1 0 0 0 0,-1-1 1 0 0,0 1-1 0 0,0 0 0 0 0,0-1 0 0 0,-1 1 0 0 0,1 0 1 0 0,-3 4-1 0 0,1-6-33 0 0,0 0 0 0 0,0 0 0 0 0,0 0 0 0 0,-1 0 0 0 0,1-1 0 0 0,-1 1 0 0 0,0-1 0 0 0,1 1 0 0 0,-1-1 0 0 0,0 0 0 0 0,0 0 0 0 0,0-1 0 0 0,-5 2 0 0 0,-5 2 9 0 0,-225 76 773 0 0,216-73-663 0 0,10-4-19 0 0,0 1-1 0 0,0 1 1 0 0,-13 6 0 0 0,19-7-89 0 0,-8 6-205 0 0,14-9 181 0 0,1 0-1 0 0,-1-1 0 0 0,0 1 0 0 0,0 0 0 0 0,1-1 0 0 0,-1 1 0 0 0,1 0 1 0 0,-1-1-1 0 0,0 1 0 0 0,1 0 0 0 0,-1-1 0 0 0,1 1 0 0 0,-1-1 0 0 0,1 1 1 0 0,-1-1-1 0 0,1 1 0 0 0,0-1 0 0 0,-1 0 0 0 0,1 1 0 0 0,0-1 0 0 0,-1 0 1 0 0,1 1-1 0 0,0-1 0 0 0,-1 0 0 0 0,3 0 0 0 0,51 25-18 0 0,1-3 0 0 0,74 20-1 0 0,-114-37 4 0 0,22 4 46 0 0,-2 2-1 0 0,1 1 1 0 0,-2 2-1 0 0,42 23 1 0 0,-74-35 1 0 0,1 0 0 0 0,-1-1-1 0 0,0 1 1 0 0,0 0 0 0 0,0 0 0 0 0,-1 0 0 0 0,1 1 0 0 0,0-1 0 0 0,-1 0 0 0 0,1 1-1 0 0,-1-1 1 0 0,0 1 0 0 0,0-1 0 0 0,0 1 0 0 0,1 4 0 0 0,-1-5-16 0 0,-1 0 0 0 0,0-1 0 0 0,0 1 1 0 0,0-1-1 0 0,0 1 0 0 0,0 0 0 0 0,0-1 0 0 0,0 1 1 0 0,-1-1-1 0 0,1 1 0 0 0,0-1 0 0 0,-1 1 0 0 0,1-1 1 0 0,-1 1-1 0 0,0-1 0 0 0,0 1 0 0 0,1-1 0 0 0,-1 1 1 0 0,0-1-1 0 0,0 0 0 0 0,0 0 0 0 0,0 0 0 0 0,0 1 1 0 0,-1-1-1 0 0,1 0 0 0 0,0 0 0 0 0,-1 0 0 0 0,1-1 1 0 0,0 1-1 0 0,-3 1 0 0 0,-88 37 206 0 0,-1-3 1 0 0,-192 44-1 0 0,283-79-232 0 0,-1 0 1 0 0,0 0-1 0 0,1 0 1 0 0,-1 0-1 0 0,1 0 1 0 0,-1 1-1 0 0,1-1 0 0 0,-1 1 1 0 0,1 0-1 0 0,-3 3 1 0 0,4-5 6 0 0,0 1 0 0 0,1 0 0 0 0,0-1 0 0 0,-1 1 0 0 0,1 0 0 0 0,-1-1 0 0 0,1 1 0 0 0,0 0 0 0 0,-1-1 0 0 0,1 1 0 0 0,0 0-1 0 0,0 0 1 0 0,0 0 0 0 0,-1-1 0 0 0,1 1 0 0 0,0 0 0 0 0,0 0 0 0 0,0 0 0 0 0,0-1 0 0 0,1 1 0 0 0,-1 0 0 0 0,0 0 0 0 0,0-1 0 0 0,0 1 0 0 0,1 0 0 0 0,-1 0 0 0 0,0-1 0 0 0,1 1 0 0 0,-1 0 0 0 0,0 0 0 0 0,1-1 0 0 0,-1 1 0 0 0,1-1 0 0 0,-1 1 0 0 0,1 0 0 0 0,0-1 0 0 0,-1 1 0 0 0,1-1 0 0 0,-1 1 0 0 0,1-1 0 0 0,0 0 0 0 0,-1 1 0 0 0,1-1 0 0 0,0 0 0 0 0,1 1 0 0 0,14 9-7 0 0,1-1 0 0 0,1-1 0 0 0,-1 0 0 0 0,26 6 0 0 0,80 16 13 0 0,23 7 65 0 0,-126-30-44 0 0,0 0 1 0 0,-1 2-1 0 0,0 0 1 0 0,0 1-1 0 0,17 13 1 0 0,-34-22-3 0 0,0 1 0 0 0,-1-1 1 0 0,1 1-1 0 0,-1 0 0 0 0,1-1 0 0 0,-1 1 1 0 0,0 0-1 0 0,0 0 0 0 0,1 0 1 0 0,-1 0-1 0 0,-1 0 0 0 0,1 0 0 0 0,0 1 1 0 0,0-1-1 0 0,-1 0 0 0 0,0 0 1 0 0,1 1-1 0 0,-1-1 0 0 0,0 0 0 0 0,0 0 1 0 0,0 1-1 0 0,0-1 0 0 0,0 0 1 0 0,-1 0-1 0 0,1 1 0 0 0,-2 1 0 0 0,1 0-7 0 0,0 0 0 0 0,0 1 0 0 0,-1-2 0 0 0,0 1 0 0 0,0 0 0 0 0,0 0-1 0 0,-1-1 1 0 0,1 1 0 0 0,-1-1 0 0 0,1 1 0 0 0,-1-1 0 0 0,-5 4 0 0 0,-15 10 20 0 0,1-2 0 0 0,-2 0 1 0 0,-34 15-1 0 0,18-11-41 0 0,-63 40 0 0 0,103-59-5 0 0,-1 1-1 0 0,0-1 1 0 0,1 0 0 0 0,-1 0 0 0 0,1 1 0 0 0,-1-1-1 0 0,0 0 1 0 0,1 1 0 0 0,-1-1 0 0 0,1 1-1 0 0,-1-1 1 0 0,1 1 0 0 0,-1-1 0 0 0,1 1 0 0 0,0-1-1 0 0,-1 1 1 0 0,1-1 0 0 0,-1 1 0 0 0,1-1-1 0 0,0 1 1 0 0,0 0 0 0 0,-1-1 0 0 0,1 1 0 0 0,0 0-1 0 0,0-1 1 0 0,0 1 0 0 0,0 0 0 0 0,-1 1-1 0 0,2-2 12 0 0,0 1-1 0 0,0-1 0 0 0,0 1 0 0 0,0-1 0 0 0,0 1 0 0 0,0-1 0 0 0,0 1 0 0 0,0-1 0 0 0,0 0 0 0 0,0 1 0 0 0,0-1 0 0 0,0 0 1 0 0,0 0-1 0 0,0 0 0 0 0,2 0 0 0 0,48-3 30 0 0,-50 3-34 0 0,219-15 7 0 0,-218 15 11 0 0,-1 0-1 0 0,1 0 1 0 0,0 0-1 0 0,0 0 0 0 0,-1 1 1 0 0,1-1-1 0 0,0 0 1 0 0,0 1-1 0 0,-1-1 0 0 0,1 1 1 0 0,-1 0-1 0 0,1-1 1 0 0,0 1-1 0 0,-1 0 0 0 0,1 0 1 0 0,-1 0-1 0 0,0 0 1 0 0,3 2-1 0 0,-2 0-3 0 0,-1-1 0 0 0,1 1 0 0 0,-1 0 1 0 0,0 0-1 0 0,0-1 0 0 0,0 1 0 0 0,0 0 0 0 0,0 0 0 0 0,0 0 0 0 0,0 5 0 0 0,8 129 12 0 0,-8-93 21 0 0,17 520 77 0 0,-14-408-107 0 0,15 178 33 0 0,-4-104 14 0 0,-11-83-19 0 0,4 52 17 0 0,3-74-61 0 0,6 140 118 0 0,-11-116-132 0 0,0-82 86 0 0,-5-54-65 0 0,0 0-1 0 0,1 0 1 0 0,6 18-1 0 0,-5-18 20 0 0,0 1-1 0 0,-1-1 1 0 0,1 20-1 0 0,-3-21 52 0 0,0-6-67 0 0,0 0 0 0 0,0 0 0 0 0,0 0 1 0 0,1 0-1 0 0,-1 0 0 0 0,2 0 0 0 0,-1 0 0 0 0,1 0 0 0 0,3 8 0 0 0,5 13 87 0 0,-8-17-2686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1 310 6641 0 0,'0'-56'7582'0'0,"9"165"-5980"0"0,-7 141 110 0 0,-2-143-1014 0 0,2-98-468 0 0,-1-10-222 0 0,-1 1 1 0 0,0 0-1 0 0,1 0 1 0 0,-1 0 0 0 0,0-1-1 0 0,0 1 1 0 0,1 0-1 0 0,-1-1 1 0 0,0 1 0 0 0,0 0-1 0 0,1 0 1 0 0,-1-1-1 0 0,0 1 1 0 0,0 0 0 0 0,0-1-1 0 0,0 1 1 0 0,0-1 0 0 0,0 1-1 0 0,1 0 1 0 0,-1-1-1 0 0,0 1 1 0 0,0 0 0 0 0,0-1-1 0 0,0 1 1 0 0,0 0-1 0 0,0-1 1 0 0,0 1 0 0 0,0-1-1 0 0,-1 1 1 0 0,1 0-1 0 0,0-1 1 0 0,5-374 158 0 0,-5 355-167 0 0,2-1 1 0 0,0 1 0 0 0,1 0 0 0 0,1 1-1 0 0,1-1 1 0 0,1 1 0 0 0,0-1 0 0 0,2 2-1 0 0,0-1 1 0 0,17-26 0 0 0,-22 39 0 0 0,1 0 11 0 0,-1 0 1 0 0,1 0-1 0 0,0 1 1 0 0,0-1-1 0 0,1 1 1 0 0,0 0 0 0 0,0 0-1 0 0,0 1 1 0 0,0 0-1 0 0,1 0 1 0 0,-1 0-1 0 0,13-6 1 0 0,4-1 0 0 0,-19 9-2 0 0,-1 1-1 0 0,1-1 0 0 0,-1 0 0 0 0,1 1 0 0 0,0 0 1 0 0,0 0-1 0 0,0 0 0 0 0,0 0 0 0 0,0 0 0 0 0,0 0 0 0 0,0 1 1 0 0,0 0-1 0 0,0-1 0 0 0,0 1 0 0 0,0 0 0 0 0,0 0 1 0 0,0 1-1 0 0,0-1 0 0 0,0 1 0 0 0,0-1 0 0 0,0 1 1 0 0,4 2-1 0 0,-5-2-2 0 0,-1 1 1 0 0,0-1-1 0 0,0 1 1 0 0,0-1-1 0 0,0 1 1 0 0,0 0-1 0 0,0-1 1 0 0,0 1-1 0 0,0 0 1 0 0,0 3-1 0 0,5 8 51 0 0,-2-6-30 0 0,-1 0 0 0 0,0 1 1 0 0,0-1-1 0 0,-1 1 0 0 0,0 0 0 0 0,0 0 1 0 0,-1 0-1 0 0,0 0 0 0 0,0 0 0 0 0,-1 0 1 0 0,0 0-1 0 0,-1 0 0 0 0,1 0 0 0 0,-2 0 1 0 0,1 0-1 0 0,-5 14 0 0 0,-1-2 18 0 0,-1 0 0 0 0,-1 0 0 0 0,0-1 0 0 0,-1 0 0 0 0,-15 20 0 0 0,12-17-18 0 0,11-18-12 0 0,-1 1 0 0 0,1-1 0 0 0,-1 0 1 0 0,0 0-1 0 0,0 0 0 0 0,0 0 0 0 0,-6 4 0 0 0,-2 4 29 0 0,1-1-1 0 0,0 2 0 0 0,-16 25 0 0 0,17-25-36 0 0,-26 48-4 0 0,34-59-6 0 0,-1 1 0 0 0,1-1 0 0 0,0 0 0 0 0,-1 0 0 0 0,1 1 0 0 0,0-1 0 0 0,1 1 0 0 0,-1-1 0 0 0,0 1 0 0 0,1-1 0 0 0,-1 1 0 0 0,1-1 0 0 0,0 1 0 0 0,0 0 0 0 0,0-1 0 0 0,0 1 0 0 0,0-1 0 0 0,1 5 1 0 0,1-5-2 0 0,-1 1 1 0 0,0-1 0 0 0,1 0 0 0 0,-1 0 0 0 0,1 0-1 0 0,0 0 1 0 0,0 0 0 0 0,-1 0 0 0 0,1 0 0 0 0,1 0-1 0 0,-1-1 1 0 0,0 1 0 0 0,0-1 0 0 0,0 0 0 0 0,1 1-1 0 0,-1-1 1 0 0,5 1 0 0 0,9 4 20 0 0,1-1 0 0 0,1-1 0 0 0,31 3 0 0 0,-34-5-27 0 0,1 0 1 0 0,-1 1-1 0 0,0 1 0 0 0,-1 0 0 0 0,24 10 0 0 0,-26-9-1286 0 0,0 1-3506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59 9362 0 0,'-6'-25'5911'0'0,"8"23"-5803"0"0,-1 0 0 0 0,0 0 1 0 0,1 0-1 0 0,-1 0 0 0 0,1 0 0 0 0,0 1 1 0 0,-1-1-1 0 0,1 0 0 0 0,0 1 1 0 0,0-1-1 0 0,0 1 0 0 0,0 0 1 0 0,0 0-1 0 0,1-1 0 0 0,-1 2 1 0 0,0-1-1 0 0,0 0 0 0 0,5-1 1 0 0,-4 1-95 0 0,0 0 1 0 0,0 1-1 0 0,-1-1 1 0 0,1 0-1 0 0,0 1 1 0 0,0 0-1 0 0,0 0 1 0 0,0 0-1 0 0,-1 0 1 0 0,1 0-1 0 0,0 0 1 0 0,0 1-1 0 0,0 0 1 0 0,0-1-1 0 0,-1 1 1 0 0,6 2-1 0 0,-6-1 23 0 0,0 0 0 0 0,-1 0 0 0 0,1 0-1 0 0,0 0 1 0 0,-1 0 0 0 0,0 0 0 0 0,1 0 0 0 0,-1 1 0 0 0,0-1-1 0 0,0 0 1 0 0,0 1 0 0 0,0-1 0 0 0,-1 1 0 0 0,2 4 0 0 0,2 41 285 0 0,-4-35-207 0 0,0-5-70 0 0,1 0 0 0 0,0 0 0 0 0,0-1 0 0 0,0 1 1 0 0,1 0-1 0 0,0-1 0 0 0,1 1 0 0 0,4 8 0 0 0,-4-10-6 0 0,-1 0-1 0 0,0 1 1 0 0,1-1-1 0 0,-2 1 1 0 0,1 0-1 0 0,-1-1 1 0 0,0 1 0 0 0,-1 0-1 0 0,1 9 1 0 0,-3 4 169 0 0,-7 37 0 0 0,3-26-103 0 0,6-31-103 0 0,0 1-1 0 0,0 0 0 0 0,-1-1 1 0 0,1 1-1 0 0,0-1 0 0 0,0 1 1 0 0,0 0-1 0 0,0-1 0 0 0,0 1 1 0 0,0 0-1 0 0,0-1 1 0 0,0 1-1 0 0,0-1 0 0 0,0 1 1 0 0,0 0-1 0 0,0-1 0 0 0,0 1 1 0 0,1 0-1 0 0,-1-1 0 0 0,0 1 1 0 0,0-1-1 0 0,1 1 0 0 0,-1-1 1 0 0,0 1-1 0 0,1-1 1 0 0,-1 1-1 0 0,1-1 0 0 0,-1 1 1 0 0,0-1-1 0 0,1 1 0 0 0,-1-1 1 0 0,1 0-1 0 0,-1 1 0 0 0,1-1 1 0 0,0 0-1 0 0,-1 1 0 0 0,1-1 1 0 0,-1 0-1 0 0,1 0 1 0 0,0 1-1 0 0,3-1 12 0 0,-1 0 0 0 0,1-1 1 0 0,-1 1-1 0 0,0-1 0 0 0,1 1 1 0 0,4-3-1 0 0,1 1-23 0 0,-5 1 25 0 0,5-2 36 0 0,0 0 0 0 0,1 1 0 0 0,-1 1 0 0 0,0 0 0 0 0,1 0 0 0 0,-1 1 0 0 0,1 0-1 0 0,11 1 1 0 0,-17 0-128 0 0,6 1-2262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45 7106 0 0,'0'0'453'0'0,"-18"-23"5278"0"0,17 23-5630 0 0,1-1 1 0 0,0 1 0 0 0,0-1 0 0 0,0 0 0 0 0,0 1 0 0 0,0-1 0 0 0,0 1 0 0 0,0-1 0 0 0,0 0 0 0 0,0 1 0 0 0,0-1 0 0 0,0 1 0 0 0,0-1 0 0 0,1 0 0 0 0,-1 1 0 0 0,0-1 0 0 0,0 1 0 0 0,0-1 0 0 0,1 1 0 0 0,-1-1 0 0 0,0 1 0 0 0,1-1-1 0 0,-1 1 1 0 0,1-1 0 0 0,-1 1 0 0 0,0-1 0 0 0,2 0 0 0 0,17-5 772 0 0,29 8-960 0 0,-43-2 287 0 0,4 1-158 0 0,1 1 1 0 0,-1 0-1 0 0,1 0 0 0 0,13 6 0 0 0,-19-7-32 0 0,-1 1 0 0 0,0-1 0 0 0,0 1 0 0 0,1 0 0 0 0,-1 0-1 0 0,0 0 1 0 0,-1 0 0 0 0,1 0 0 0 0,0 0 0 0 0,-1 1-1 0 0,1 0 1 0 0,-1-1 0 0 0,0 1 0 0 0,0 0 0 0 0,3 5-1 0 0,0 6 59 0 0,-1 0 0 0 0,3 15 0 0 0,-5-18 23 0 0,1 0 0 0 0,0-1-1 0 0,0 1 1 0 0,8 14 0 0 0,-8-18-27 0 0,0 0 0 0 0,0 0 0 0 0,-1 1 0 0 0,0-1 1 0 0,0 1-1 0 0,-1-1 0 0 0,0 1 0 0 0,0-1 0 0 0,-1 1 0 0 0,0 0 0 0 0,0-1 0 0 0,-1 1 0 0 0,-2 14 1 0 0,-1-8 20 0 0,1 1 1 0 0,-2-1 0 0 0,0 0 0 0 0,-1 0-1 0 0,0 0 1 0 0,-10 13 0 0 0,14-24-66 0 0,-1-1 0 0 0,0 1-1 0 0,0-1 1 0 0,0 0 0 0 0,0 0 0 0 0,0 0 0 0 0,0 0 0 0 0,0-1-1 0 0,-1 1 1 0 0,1-1 0 0 0,-7 2 0 0 0,-6 3 150 0 0,15-5-150 0 0,0-1-1 0 0,0 1 1 0 0,-1-1 0 0 0,1 1-1 0 0,-1-1 1 0 0,1 0-1 0 0,0 1 1 0 0,-1-1 0 0 0,1 0-1 0 0,-1 0 1 0 0,1 0-1 0 0,-1 0 1 0 0,1 0 0 0 0,-1 0-1 0 0,1 0 1 0 0,0-1-1 0 0,-1 1 1 0 0,1 0 0 0 0,-1-1-1 0 0,1 1 1 0 0,0-1-1 0 0,-1 0 1 0 0,1 1 0 0 0,0-1-1 0 0,0 0 1 0 0,0 0-1 0 0,-1 0 1 0 0,1 0 0 0 0,0 0-1 0 0,-1-1 1 0 0,1 0-25 0 0,0 0 0 0 0,-1 0 1 0 0,1 0-1 0 0,0 0 0 0 0,0 0 1 0 0,1 0-1 0 0,-1 0 0 0 0,0-1 0 0 0,1 1 1 0 0,-1 0-1 0 0,1-1 0 0 0,0 1 1 0 0,0 0-1 0 0,0 0 0 0 0,0-1 1 0 0,0 1-1 0 0,0 0 0 0 0,2-5 0 0 0,-2 6 2 0 0,1-1 0 0 0,0 1 0 0 0,0 0 0 0 0,0 0-1 0 0,0-1 1 0 0,0 1 0 0 0,0 0 0 0 0,1 0 0 0 0,-1 0-1 0 0,0 0 1 0 0,1 0 0 0 0,-1 1 0 0 0,0-1 0 0 0,1 0-1 0 0,-1 0 1 0 0,4 0 0 0 0,24-8-3 0 0,-18 7 2 0 0,0 1 1 0 0,1 0-1 0 0,-1 0 1 0 0,1 1-1 0 0,-1 1 0 0 0,1 0 1 0 0,18 4-1 0 0,81 26 45 0 0,-39-9-18 0 0,-47-15-394 0 0,-7-2 543 0 0,0 0 1 0 0,24 2-1 0 0,-36-6-1131 0 0,1-1-1 0 0,0 0 0 0 0,0 0 0 0 0,0-1 0 0 0,12-2 1 0 0,-2-3-4625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28 451 8962 0 0,'0'0'596'0'0,"-26"12"5883"0"0,25-15-6438 0 0,1 1 0 0 0,0-1 0 0 0,0 0 0 0 0,0 0 0 0 0,0 0 1 0 0,1 0-1 0 0,-1 0 0 0 0,1 0 0 0 0,-1 1 0 0 0,1-1 0 0 0,2-4 0 0 0,-1-1 59 0 0,13-38 378 0 0,35-77 1 0 0,-7 20-225 0 0,-32 71-160 0 0,-6 16 76 0 0,0 0-1 0 0,2 1 1 0 0,0-1-1 0 0,17-26 1 0 0,-24 41-165 0 0,0 1 0 0 0,1-1 0 0 0,-1 1 0 0 0,0-1 0 0 0,1 1 0 0 0,-1-1 0 0 0,1 1 0 0 0,-1 0 0 0 0,1-1 0 0 0,-1 1 0 0 0,1 0 0 0 0,-1-1 0 0 0,1 1 1 0 0,-1 0-1 0 0,1 0 0 0 0,-1 0 0 0 0,1-1 0 0 0,0 1 0 0 0,-1 0 0 0 0,1 0 0 0 0,-1 0 0 0 0,1 0 0 0 0,0 0 0 0 0,-1 0 0 0 0,1 0 0 0 0,-1 0 0 0 0,1 0 0 0 0,0 0 0 0 0,-1 1 0 0 0,1-1 1 0 0,-1 0-1 0 0,1 0 0 0 0,-1 0 0 0 0,1 1 0 0 0,-1-1 0 0 0,1 0 0 0 0,-1 1 0 0 0,1-1 0 0 0,-1 0 0 0 0,1 1 0 0 0,-1-1 0 0 0,1 1 0 0 0,-1-1 0 0 0,0 1 0 0 0,1 0 0 0 0,16 25 84 0 0,-15-23-77 0 0,35 74 315 0 0,-26-52-182 0 0,0 0 1 0 0,22 31 0 0 0,-28-49-127 0 0,0 0 0 0 0,1-1 0 0 0,0 0 0 0 0,1 0 0 0 0,-1 0 0 0 0,1-1 0 0 0,0 0 0 0 0,0 0 0 0 0,1-1 0 0 0,-1 0 0 0 0,13 5 0 0 0,5 6-2148 0 0,-17-12-823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40 159 2048 0 0,'0'0'726'0'0,"0"-15"5118"0"0,0-2-3540 0 0,0-109 2221 0 0,0 125-4446 0 0,-10 16 412 0 0,2 17-279 0 0,1 1 1 0 0,2-1 0 0 0,0 1 0 0 0,2 33-1 0 0,1 20-2407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84 2585 0 0,'-6'-15'3602'0'0,"-11"-48"1331"0"0,13 57-3287 0 0,2 9-680 0 0,-2 21-430 0 0,2 37-533 0 0,17 224 475 0 0,-3-97-310 0 0,-7-68 154 0 0,-14 169 1 0 0,4-147 777 0 0,5-139-1066 0 0,-6 3-3899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0 4937 0 0,'-47'3'2584'0'0,"1"2"0"0"0,1 2 0 0 0,-70 19 0 0 0,95-17-1311 0 0,19-3-949 0 0,13-1-166 0 0,10-2-45 0 0,1-1-1 0 0,-1-1 1 0 0,1 0 0 0 0,31-5 0 0 0,93-18 229 0 0,-89 11-236 0 0,-22 5-55 0 0,65-2 1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13 4929 0 0,'0'0'148'0'0,"-20"-12"7506"0"0,18 12-7502 0 0,1 0 0 0 0,0 0 0 0 0,-1 1 0 0 0,1-1 0 0 0,0 1 0 0 0,-1-1 0 0 0,1 1 0 0 0,0 0 0 0 0,0-1 0 0 0,-1 1 0 0 0,1 0 0 0 0,0 0 0 0 0,0 0 0 0 0,0 0 0 0 0,0 0 0 0 0,0 0 0 0 0,0 0 0 0 0,0 0 0 0 0,1 0 0 0 0,-2 2 0 0 0,-15 29-37 0 0,13-22 74 0 0,-3 6-144 0 0,1 0 0 0 0,1 1 0 0 0,0-1-1 0 0,1 1 1 0 0,1 0 0 0 0,0 0-1 0 0,2 1 1 0 0,0 21 0 0 0,3 18 30 0 0,12 66 0 0 0,0 2 29 0 0,1 58 446 0 0,5 158 255 0 0,-20-314-753 0 0,1 0 1 0 0,1-1-1 0 0,1 1 1 0 0,11 46-1 0 0,-13-66-41 0 0,-1-6-20 0 0,0-1-1 0 0,0 1 1 0 0,0 0-1 0 0,0-1 1 0 0,0 1-1 0 0,0 0 1 0 0,0-1-1 0 0,0 1 1 0 0,0 0-1 0 0,1-1 1 0 0,-1 1-1 0 0,0 0 1 0 0,0-1-1 0 0,1 1 1 0 0,-1 0-1 0 0,0-1 1 0 0,1 1-1 0 0,-1-1 1 0 0,1 1-1 0 0,-1-1 1 0 0,0 1-1 0 0,1-1 1 0 0,-1 1 0 0 0,1-1-1 0 0,0 1 1 0 0,-1-1-1 0 0,1 1 1 0 0,0-8-5463 0 0,-1 2 2355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20 172 7194 0 0,'0'0'656'0'0,"-17"-22"4277"0"0,17 21-4698 0 0,-1-1 1 0 0,1 0 0 0 0,-1 1 0 0 0,1-1-1 0 0,0 0 1 0 0,-1 1 0 0 0,1-1-1 0 0,0 0 1 0 0,0 1 0 0 0,0-1-1 0 0,0 0 1 0 0,1 1 0 0 0,0-4-1 0 0,-1 5-196 0 0,0 0 0 0 0,0 0-1 0 0,0 0 1 0 0,0 0-1 0 0,0-1 1 0 0,0 1-1 0 0,0 0 1 0 0,0 0 0 0 0,0 0-1 0 0,0-1 1 0 0,0 1-1 0 0,1 0 1 0 0,-1 0-1 0 0,0 0 1 0 0,0 0 0 0 0,0 0-1 0 0,0-1 1 0 0,0 1-1 0 0,0 0 1 0 0,1 0 0 0 0,-1 0-1 0 0,0 0 1 0 0,0 0-1 0 0,0 0 1 0 0,1 0-1 0 0,-1 0 1 0 0,0 0 0 0 0,0-1-1 0 0,0 1 1 0 0,0 0-1 0 0,1 0 1 0 0,-1 0-1 0 0,0 0 1 0 0,0 0 0 0 0,0 0-1 0 0,1 0 1 0 0,-1 0-1 0 0,0 1 1 0 0,10 11 626 0 0,1 7-531 0 0,2 0 0 0 0,0-1 0 0 0,20 21 0 0 0,-9-9-39 0 0,-16-22-38 0 0,0-1 0 0 0,0 0 0 0 0,0 0 0 0 0,1 0 1 0 0,0-1-1 0 0,1-1 0 0 0,10 6 0 0 0,-19-11-48 0 0,0 1 0 0 0,0 0 0 0 0,0-1-1 0 0,0 0 1 0 0,1 1 0 0 0,-1-1 0 0 0,0 0 0 0 0,0 1 0 0 0,1-1-1 0 0,-1 0 1 0 0,0 0 0 0 0,0 0 0 0 0,1 0 0 0 0,-1 0 0 0 0,0 0-1 0 0,0-1 1 0 0,1 1 0 0 0,-1 0 0 0 0,0-1 0 0 0,0 1 0 0 0,0-1-1 0 0,0 1 1 0 0,1-1 0 0 0,-1 1 0 0 0,0-1 0 0 0,0 0-1 0 0,0 0 1 0 0,0 1 0 0 0,0-1 0 0 0,-1 0 0 0 0,1 0 0 0 0,0 0-1 0 0,0 0 1 0 0,0 0 0 0 0,-1 0 0 0 0,2-2 0 0 0,1-4 1 0 0,1 0 1 0 0,-1 0-1 0 0,0-1 1 0 0,3-12-1 0 0,-3 7 39 0 0,9-22 8 0 0,-5 16-41 0 0,0-1 0 0 0,6-37 1 0 0,-12 51-7 0 0,1-1 1 0 0,0 1 0 0 0,0-1 0 0 0,0 1 0 0 0,1 0 0 0 0,0 0 0 0 0,5-7 0 0 0,10-25 24 0 0,-12 24-4628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142 153 5345 0 0,'-5'-1'358'0'0,"0"0"0"0"0,0 0 0 0 0,0-1 0 0 0,0 0 0 0 0,1 0 0 0 0,-9-4-1 0 0,-8-4 558 0 0,-4 1 146 0 0,19 6-393 0 0,1 1 0 0 0,-1-1 0 0 0,0 1 0 0 0,0 1 0 0 0,0-1 0 0 0,-12 0 412 0 0,37-1 188 0 0,38-12-775 0 0,1 3 0 0 0,101-8 0 0 0,-46 18-322 0 0,-62 2 37 0 0,0-2 1 0 0,0-2 0 0 0,0-2-1 0 0,52-13 1 0 0,-84 13-85 0 0,-10 3 15 0 0,1 0 0 0 0,-1 1 0 0 0,1 0 0 0 0,17-1 0 0 0,-20 2-342 0 0,4 0 1215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0 3633 0 0,'-52'3'6547'0'0,"49"-2"-6137"0"0,-1-1 1 0 0,0 1-1 0 0,1 0 0 0 0,-1 0 0 0 0,1 0 0 0 0,-1 1 1 0 0,1-1-1 0 0,0 1 0 0 0,0 0 0 0 0,0 0 0 0 0,0 0 0 0 0,-4 2 1 0 0,7-3-388 0 0,0-1 1 0 0,0 0-1 0 0,0 0 1 0 0,0 0 0 0 0,0 0-1 0 0,0 0 1 0 0,0 0-1 0 0,0 0 1 0 0,-1 0-1 0 0,1 0 1 0 0,0 0 0 0 0,0 1-1 0 0,0-1 1 0 0,0 0-1 0 0,0 0 1 0 0,0 0 0 0 0,0 0-1 0 0,0 0 1 0 0,0 0-1 0 0,0 0 1 0 0,0 1-1 0 0,0-1 1 0 0,0 0 0 0 0,0 0-1 0 0,0 0 1 0 0,0 0-1 0 0,0 0 1 0 0,0 0-1 0 0,0 1 1 0 0,0-1 0 0 0,0 0-1 0 0,0 0 1 0 0,0 0-1 0 0,0 0 1 0 0,0 0 0 0 0,0 0-1 0 0,0 1 1 0 0,0-1-1 0 0,0 0 1 0 0,0 0-1 0 0,0 0 1 0 0,0 0 0 0 0,1 0-1 0 0,-1 0 1 0 0,0 0-1 0 0,0 0 1 0 0,0 1 0 0 0,0-1-1 0 0,0 0 1 0 0,0 0-1 0 0,0 0 1 0 0,0 0-1 0 0,1 0 1 0 0,-1 0 0 0 0,0 0-1 0 0,0 0 1 0 0,0 0-1 0 0,0 0 1 0 0,0 0-1 0 0,0 0 1 0 0,1 0 0 0 0,-1 0-1 0 0,0 0 1 0 0,0 0-1 0 0,0 0 1 0 0,12 1 303 0 0,-9-1-314 0 0,208-10 870 0 0,4 0-5025 0 0,-211 10 1777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12875 0 0,'-18'1'1683'0'0,"9"2"-1338"0"0,9-3-333 0 0,0 0 0 0 0,0 0 0 0 0,0 0 0 0 0,-1 0 0 0 0,1 0-1 0 0,0 0 1 0 0,0 0 0 0 0,0 0 0 0 0,0 0 0 0 0,0 1 0 0 0,0-1 0 0 0,0 0 0 0 0,0 0-1 0 0,0 0 1 0 0,0 0 0 0 0,-1 0 0 0 0,1 0 0 0 0,0 0 0 0 0,0 0 0 0 0,0 0-1 0 0,0 1 1 0 0,0-1 0 0 0,0 0 0 0 0,0 0 0 0 0,0 0 0 0 0,0 0 0 0 0,0 0 0 0 0,0 0-1 0 0,0 0 1 0 0,0 1 0 0 0,0-1 0 0 0,0 0 0 0 0,0 0 0 0 0,0 0 0 0 0,0 0 0 0 0,0 0-1 0 0,0 0 1 0 0,0 0 0 0 0,0 0 0 0 0,0 1 0 0 0,0-1 0 0 0,0 0 0 0 0,1 0 0 0 0,-1 0-1 0 0,0 0 1 0 0,0 0 0 0 0,0 0 0 0 0,0 0 0 0 0,0 0 0 0 0,0 0 0 0 0,3 1 29 0 0,0 0-1 0 0,0 0 1 0 0,0-1 0 0 0,0 1 0 0 0,0-1 0 0 0,0 0 0 0 0,0 0 0 0 0,4 0 0 0 0,1 0 16 0 0,72 4-857 0 0,115-7 0 0 0,-164 0-2748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202 334 2048 0 0,'0'0'-76'0'0,"-7"-14"2197"0"0,-11-56 1043 0 0,13 49-1721 0 0,0 0-1 0 0,-2 0 1 0 0,-11-28 0 0 0,17 48-1401 0 0,1 1 0 0 0,-1-1 1 0 0,1 0-1 0 0,-1 1 0 0 0,1-1 0 0 0,-1 1 0 0 0,0-1 1 0 0,1 1-1 0 0,-1-1 0 0 0,0 1 0 0 0,1-1 0 0 0,-1 1 0 0 0,0-1 1 0 0,0 1-1 0 0,1 0 0 0 0,-1 0 0 0 0,0-1 0 0 0,0 1 0 0 0,0 0 1 0 0,1 0-1 0 0,-1 0 0 0 0,0 0 0 0 0,0 0 0 0 0,0 0 1 0 0,0 0-1 0 0,1 0 0 0 0,-1 0 0 0 0,0 0 0 0 0,0 0 0 0 0,0 1 1 0 0,1-1-1 0 0,-1 0 0 0 0,0 1 0 0 0,0-1 0 0 0,0 1 0 0 0,-2 0-12 0 0,1 0-1 0 0,0 0 1 0 0,0 1-1 0 0,-1-1 0 0 0,1 1 1 0 0,0-1-1 0 0,0 1 1 0 0,1 0-1 0 0,-1 0 0 0 0,-2 3 1 0 0,-3 9 52 0 0,1-1 1 0 0,0 2-1 0 0,1-1 1 0 0,-5 24-1 0 0,-5 16 146 0 0,5-16-65 0 0,8-30-146 0 0,0 1-1 0 0,0-1 1 0 0,-1 0-1 0 0,-4 10 0 0 0,4-11-10 0 0,0 0 0 0 0,1 1 0 0 0,0-1 0 0 0,0 0 0 0 0,1 1 0 0 0,0-1 0 0 0,1 1 0 0 0,-1-1 0 0 0,1 1 0 0 0,1-1 0 0 0,-1 1 0 0 0,1-1 0 0 0,1 1 0 0 0,-1-1 0 0 0,1 0 0 0 0,1 1 0 0 0,-1-1 0 0 0,1 0 0 0 0,7 12 0 0 0,-7-17 10 0 0,-1 0-1 0 0,1 0 1 0 0,-1 0-1 0 0,1 0 1 0 0,0 0-1 0 0,0-1 1 0 0,-1 1-1 0 0,2-1 1 0 0,3 2-1 0 0,10 4 56 0 0,-14-5-50 0 0,1 0 1 0 0,0 0 0 0 0,0-1-1 0 0,0 0 1 0 0,0 0 0 0 0,0 0-1 0 0,0 0 1 0 0,0-1 0 0 0,0 1-1 0 0,0-1 1 0 0,1 0 0 0 0,-1 0-1 0 0,0-1 1 0 0,0 1 0 0 0,0-1-1 0 0,0 0 1 0 0,0 0 0 0 0,0 0-1 0 0,0-1 1 0 0,0 0 0 0 0,0 1-1 0 0,-1-1 1 0 0,1 0 0 0 0,-1-1-1 0 0,1 1 1 0 0,-1-1 0 0 0,0 1-1 0 0,0-1 1 0 0,0 0 0 0 0,0 0-1 0 0,0 0 1 0 0,-1-1 0 0 0,1 1-1 0 0,-1-1 1 0 0,0 1 0 0 0,3-8-1 0 0,9-17 154 0 0,-2-1 1 0 0,0-1-1 0 0,-2 0 0 0 0,-1-1 0 0 0,7-51 0 0 0,-14 71-105 0 0,0 1 1 0 0,1-1-1 0 0,6-16 0 0 0,-5 19-16 0 0,-2-1 0 0 0,1 1 1 0 0,-1 0-1 0 0,0-1 0 0 0,0 0 0 0 0,-1 1 1 0 0,0-11-1 0 0,-2 9 22 0 0,0 1 1 0 0,0-1-1 0 0,-1 0 0 0 0,0 1 1 0 0,0 0-1 0 0,-1-1 0 0 0,-1 1 1 0 0,0 0-1 0 0,0 1 0 0 0,0-1 1 0 0,-9-11-1 0 0,12 19-73 0 0,-1-1-1 0 0,1 1 0 0 0,-1 0 1 0 0,0-1-1 0 0,0 1 0 0 0,1 0 1 0 0,-1 0-1 0 0,0 0 0 0 0,0 1 1 0 0,0-1-1 0 0,0 0 0 0 0,0 1 1 0 0,0-1-1 0 0,0 1 1 0 0,-3 0-1 0 0,-16-7 0 0 0,17 5-66 0 0,1 0 0 0 0,-1 0 0 0 0,0 1 0 0 0,0-1 0 0 0,1 1 0 0 0,-1 0 0 0 0,0 0 0 0 0,0 0 0 0 0,-1 0 0 0 0,1 1 0 0 0,0 0 0 0 0,0 0-1 0 0,0 0 1 0 0,0 0 0 0 0,0 1 0 0 0,0-1 0 0 0,0 1 0 0 0,0 0 0 0 0,0 0 0 0 0,0 0 0 0 0,0 1 0 0 0,0 0 0 0 0,1 0 0 0 0,-1 0 0 0 0,1 0 0 0 0,-1 0 0 0 0,1 0 0 0 0,0 1 0 0 0,0 0 0 0 0,0 0-1 0 0,-5 5 1 0 0,2 1-821 0 0,0 1-1 0 0,0 0 1 0 0,0 0-1 0 0,1 0 1 0 0,1 1-1 0 0,0-1 1 0 0,0 1-1 0 0,1 0 1 0 0,1 0-1 0 0,-2 15 1 0 0,2-6-2092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3137 0 0,'4'-6'8166'0'0,"4"-5"-4524"0"0,-4 12-3563 0 0,-1 1 0 0 0,0 0 1 0 0,-1 0-1 0 0,1 0 1 0 0,0 0-1 0 0,0 0 1 0 0,-1 0-1 0 0,1 0 1 0 0,-1 1-1 0 0,0 0 1 0 0,0-1-1 0 0,0 1 1 0 0,4 6-1 0 0,19 46 197 0 0,-14-31-96 0 0,8 15 135 0 0,43 64-1 0 0,-61-101-403 0 0,0-1 1 0 0,1 1-1 0 0,-1-1 0 0 0,0 1 0 0 0,1-1 0 0 0,-1 0 0 0 0,1 0 0 0 0,0 1 0 0 0,-1-1 0 0 0,1 0 0 0 0,0-1 1 0 0,3 3-1 0 0,7 2-2303 0 0,-5-1 231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32 8234 0 0,'0'0'3464'0'0,"11"-15"-2030"0"0,-6 12-1469 0 0,-1 1 133 0 0,1 0 0 0 0,-1 0 1 0 0,0 0-1 0 0,1 1 0 0 0,-1-1 1 0 0,6 0-1 0 0,-9 2-68 0 0,0 0-1 0 0,1 0 1 0 0,-1 0-1 0 0,0 0 1 0 0,1 0-1 0 0,-1 0 1 0 0,0 1-1 0 0,1-1 1 0 0,-1 0-1 0 0,0 1 1 0 0,0-1-1 0 0,1 1 1 0 0,-1-1-1 0 0,0 1 1 0 0,0 0-1 0 0,0 0 1 0 0,0-1-1 0 0,0 1 1 0 0,0 0-1 0 0,0 0 1 0 0,0 0-1 0 0,0 0 1 0 0,0 0-1 0 0,0 0 1 0 0,-1 0-1 0 0,1 0 1 0 0,1 3-1 0 0,1 2 3 0 0,0 1-1 0 0,0 0 1 0 0,-1 0-1 0 0,0 0 1 0 0,0 1 0 0 0,-1-1-1 0 0,0 0 1 0 0,0 1-1 0 0,-1-1 1 0 0,0 1 0 0 0,0-1-1 0 0,0 1 1 0 0,-1-1-1 0 0,0 0 1 0 0,-1 1-1 0 0,0-1 1 0 0,0 0 0 0 0,-6 13-1 0 0,-4 6 255 0 0,-1-1-1 0 0,-2 0 1 0 0,-26 34-1 0 0,36-51-145 0 0,1-4 681 0 0,-6 10-351 0 0,10-14-463 0 0,-1 0 0 0 0,1 0 0 0 0,0 0 0 0 0,0 0 0 0 0,0 1 0 0 0,0-1 1 0 0,0 0-1 0 0,0 0 0 0 0,0 0 0 0 0,0 0 0 0 0,0 1 0 0 0,0-1 0 0 0,0 0 1 0 0,0 0-1 0 0,0 0 0 0 0,0 0 0 0 0,0 1 0 0 0,0-1 0 0 0,0 0 0 0 0,0 0 1 0 0,0 0-1 0 0,0 1 0 0 0,0-1 0 0 0,0 0 0 0 0,0 0 0 0 0,0 0 0 0 0,0 0 1 0 0,0 1-1 0 0,1-1 0 0 0,-1 0 0 0 0,0 0 0 0 0,0 0 0 0 0,0 0 0 0 0,0 0 1 0 0,0 0-1 0 0,0 1 0 0 0,1-1 0 0 0,-1 0 0 0 0,0 0 0 0 0,0 0 0 0 0,0 0 1 0 0,0 0-1 0 0,1 0 0 0 0,-1 0 0 0 0,0 0 0 0 0,0 0 0 0 0,0 0 0 0 0,0 0 1 0 0,1 0-1 0 0,-1 0 0 0 0,0 0 0 0 0,0 0 0 0 0,0 0 0 0 0,1 0 0 0 0,-1 0 1 0 0,0 0-1 0 0,0 0 0 0 0,0 0 0 0 0,0 0 0 0 0,1 0 0 0 0,-1 0 0 0 0,0 0 1 0 0,0 0-1 0 0,0 0 0 0 0,0 0 0 0 0,1 0 0 0 0,-1-1 0 0 0,32-4-767 0 0,-1-2 0 0 0,56-19 0 0 0,-73 20-2082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5 5521 0 0,'0'0'524'0'0,"-17"1"1173"0"0,-8 2 181 0 0,0-2 0 0 0,-38-2 0 0 0,14 0 173 0 0,48 1-2030 0 0,0-1-1 0 0,1 1 0 0 0,-1 0 1 0 0,1 0-1 0 0,-1 0 1 0 0,1 0-1 0 0,-1 0 0 0 0,0 0 1 0 0,1 0-1 0 0,-1 0 0 0 0,1 1 1 0 0,-1-1-1 0 0,1 0 1 0 0,-1 0-1 0 0,0 0 0 0 0,1 1 1 0 0,-1-1-1 0 0,1 0 1 0 0,-1 0-1 0 0,1 1 0 0 0,-1-1 1 0 0,1 0-1 0 0,0 1 0 0 0,-1-1 1 0 0,1 1-1 0 0,-1-1 1 0 0,1 1-1 0 0,0-1 0 0 0,-1 1 1 0 0,1-1-1 0 0,0 1 1 0 0,0-1-1 0 0,-1 1 0 0 0,1-1 1 0 0,0 1-1 0 0,0-1 0 0 0,-1 2 1 0 0,2-2-12 0 0,-1 1 1 0 0,0 0 0 0 0,1 0 0 0 0,-1-1-1 0 0,0 1 1 0 0,1 0 0 0 0,-1 0-1 0 0,1-1 1 0 0,-1 1 0 0 0,1-1-1 0 0,-1 1 1 0 0,1 0 0 0 0,0-1 0 0 0,-1 1-1 0 0,1-1 1 0 0,0 1 0 0 0,-1-1-1 0 0,1 1 1 0 0,0-1 0 0 0,0 0-1 0 0,-1 1 1 0 0,1-1 0 0 0,0 0-1 0 0,0 0 1 0 0,0 0 0 0 0,1 1 0 0 0,34 5 62 0 0,0-2 0 0 0,1-1 0 0 0,45-3 0 0 0,111-16 127 0 0,-44 3-161 0 0,-58 5 76 0 0,55-1 1698 0 0,-135 11-1594 0 0,2-1-4016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20 230 32 0 0,'0'0'4153'0'0,"3"-26"540"0"0,-2 13-4002 0 0,1 0 1 0 0,0 1-1 0 0,0 0 1 0 0,5-14-1 0 0,5-25 333 0 0,-8-1-2 0 0,-3 31-355 0 0,-1 17-273 0 0,0 8 47 0 0,-11 118 44 0 0,-1 66 217 0 0,12-31-196 0 0,11-238-39 0 0,-5 7-407 0 0,3-54 44 0 0,-8 100-108 0 0,-1 14 28 0 0,1-1 0 0 0,-2 1 0 0 0,0 0 0 0 0,0 0 0 0 0,-6-20 0 0 0,7 33-23 0 0,0 1 0 0 0,0 0 0 0 0,0 0 0 0 0,1 0 0 0 0,-1-1 0 0 0,-1 1 0 0 0,1 0 0 0 0,0 0 0 0 0,0-1 0 0 0,0 1 0 0 0,0 0 0 0 0,0 0 0 0 0,0-1 0 0 0,0 1 0 0 0,0 0 0 0 0,0 0 0 0 0,0-1 0 0 0,0 1 0 0 0,-1 0 0 0 0,1 0 0 0 0,0 0 0 0 0,0 0 0 0 0,0-1 0 0 0,0 1 0 0 0,-1 0 0 0 0,1 0 0 0 0,0 0 0 0 0,0 0 0 0 0,0-1 0 0 0,-1 1 0 0 0,1 0 0 0 0,0 0 0 0 0,0 0 0 0 0,-1 0 0 0 0,1 0 0 0 0,0 0 0 0 0,0 0 0 0 0,-1 0 0 0 0,1 0 0 0 0,0 0 0 0 0,0 0 0 0 0,-1 0 0 0 0,1 0 0 0 0,-6 12 76 0 0,-2 31 59 0 0,7-35-125 0 0,-10 44-350 0 0,6-31-140 0 0,1 0 1 0 0,0 0-1 0 0,2 1 0 0 0,0 41 0 0 0,7-42-4615 0 0,-4-14 2300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34 287 3625 0 0,'0'0'913'0'0,"-11"0"5782"0"0,-11 0-2485 0 0,210-9-1934 0 0,6 1-2395 0 0,-154 8 170 0 0,17 1-36 0 0,1-3 1 0 0,105-16-1 0 0,-103 8 14 0 0,93-6 0 0 0,62 13 35 0 0,-191 3-71 0 0,28-2 50 0 0,86-13 1 0 0,49-22 10 0 0,-87 15-34 0 0,-87 20 4 0 0,30-7 23 0 0,0 1 0 0 0,75-2 1 0 0,-83 9-8 0 0,-1-3 1 0 0,58-12 0 0 0,-82 14-46 0 0,18-2 51 0 0,52-1 0 0 0,-56 5-20 0 0,-1-2 0 0 0,1 0 0 0 0,30-8 0 0 0,-14 0-3 0 0,-1 2 0 0 0,1 2 0 0 0,1 2 0 0 0,47 0 0 0 0,-79 3-22 0 0,1 0 0 0 0,-1-1 0 0 0,1 0 0 0 0,-1 0 0 0 0,0-1 0 0 0,11-5 0 0 0,-11 5 8 0 0,0-1 1 0 0,1 1-1 0 0,-1 1 1 0 0,0 0-1 0 0,1 0 0 0 0,12 0 1 0 0,-5 1 63 0 0,24 1 67 0 0,-39 0-125 0 0,0 0 0 0 0,-1 0-1 0 0,1 1 1 0 0,-1-1 0 0 0,1 1 0 0 0,0-1 0 0 0,-1 1 0 0 0,1-1-1 0 0,-1 1 1 0 0,0 0 0 0 0,1 0 0 0 0,-1-1 0 0 0,1 1-1 0 0,-1 0 1 0 0,0 1 0 0 0,0-1 0 0 0,0 0 0 0 0,0 0-1 0 0,0 0 1 0 0,2 3 0 0 0,-3 0-1241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47 8042 0 0,'0'0'98'0'0,"-8"-33"5786"0"0,8 33-5790 0 0,-1-1 0 0 0,1 0 0 0 0,0 0 0 0 0,0 0 0 0 0,-1 0 0 0 0,1 0 0 0 0,0 0 0 0 0,-1 1 0 0 0,1-1 0 0 0,-1 0 0 0 0,1 0 0 0 0,-1 1 0 0 0,1-1 0 0 0,-1 0 0 0 0,0 0 0 0 0,0 0 0 0 0,0 1-67 0 0,1 1 0 0 0,0-1 0 0 0,-1 0-1 0 0,1 0 1 0 0,0 1 0 0 0,-1-1 0 0 0,1 0 0 0 0,0 0 0 0 0,0 1 0 0 0,-1-1 0 0 0,1 0 0 0 0,0 1 0 0 0,0-1 0 0 0,0 0 0 0 0,-1 1 0 0 0,1-1 0 0 0,0 1 0 0 0,0-1 0 0 0,0 0 0 0 0,0 1 0 0 0,0-1 0 0 0,0 1 0 0 0,0-1 0 0 0,0 1 0 0 0,-4 38 110 0 0,4-33-62 0 0,-4 315 792 0 0,5-187-3052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18 278 520 0 0,'0'0'5623'0'0,"-6"-1"-1819"0"0,-5-4-2245 0 0,11-242 2662 0 0,1 222-2896 0 0,-1 44-625 0 0,2 10-685 0 0,1 0 1 0 0,8 36-1 0 0,4 33 4 0 0,13 139 69 0 0,-2-19-44 0 0,-20-92 170 0 0,-6-71-2664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81 2048 0 0,'0'-73'9338'0'0,"0"72"-9300"0"0,0 1-1 0 0,0 0 0 0 0,0 0 0 0 0,0-1 1 0 0,0 1-1 0 0,0 0 0 0 0,0 0 0 0 0,0-1 0 0 0,0 1 1 0 0,0 0-1 0 0,0-1 0 0 0,-1 1 0 0 0,1 0 1 0 0,0 0-1 0 0,0-1 0 0 0,0 1 0 0 0,0 0 1 0 0,0 0-1 0 0,-1 0 0 0 0,1-1 0 0 0,0 1 0 0 0,0 0 1 0 0,0 0-1 0 0,-1 0 0 0 0,1 0 0 0 0,0-1 1 0 0,0 1-1 0 0,-1 0 0 0 0,1 0 0 0 0,0 0 0 0 0,0 0 1 0 0,-1 0-1 0 0,1 0 0 0 0,0 0 0 0 0,0 0 1 0 0,-1 0-1 0 0,1-1 0 0 0,0 1 0 0 0,-1 0 1 0 0,1 0-1 0 0,0 1 0 0 0,0-1 0 0 0,-1 0 0 0 0,1 0 1 0 0,0 0-1 0 0,0 0 0 0 0,-1 0 0 0 0,1 0 1 0 0,0 0-1 0 0,-1 0 0 0 0,1 0 0 0 0,0 1 0 0 0,0-1 1 0 0,0 0-1 0 0,-1 0 0 0 0,1 0 0 0 0,0 0 1 0 0,0 1-1 0 0,0-1 0 0 0,-1 0 0 0 0,1 0 1 0 0,0 1-1 0 0,0-1 0 0 0,0 0 0 0 0,0 0 0 0 0,0 1 1 0 0,0-1-1 0 0,-1 0 0 0 0,1 1 0 0 0,-6 25 161 0 0,1 1 0 0 0,2 0 0 0 0,0 0 0 0 0,2 0 0 0 0,2 39 0 0 0,0-18 68 0 0,8 317 1858 0 0,-9-284-1836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74 4785 0 0,'0'0'1550'0'0,"-9"0"3549"0"0,-11 0-2214 0 0,258-19 77 0 0,-10-2-2486 0 0,-131 17-295 0 0,124-9 701 0 0,-218 12-1247 0 0,26-3 1692 0 0,-16 0-2073 0 0,-8-4-3523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11 12339 0 0,'-72'-7'3060'0'0,"53"4"-1317"0"0,51 3-1719 0 0,-1 2 111 0 0,6-1 100 0 0,0 2-1 0 0,0 1 1 0 0,0 2 0 0 0,54 15 0 0 0,-90-20-187 0 0,1 0 0 0 0,0-1 0 0 0,0 1 1 0 0,0 0-1 0 0,-1 0 0 0 0,1 0 1 0 0,0 0-1 0 0,-1 0 0 0 0,1 1 0 0 0,-1-1 1 0 0,1 0-1 0 0,-1 1 0 0 0,0-1 0 0 0,0 1 1 0 0,0 0-1 0 0,1-1 0 0 0,-2 1 0 0 0,1 0 1 0 0,0-1-1 0 0,0 1 0 0 0,0 0 1 0 0,-1 0-1 0 0,1 0 0 0 0,-1 0 0 0 0,1 0 1 0 0,-1 0-1 0 0,0 0 0 0 0,0 0 0 0 0,0 0 1 0 0,0-1-1 0 0,0 1 0 0 0,-1 3 0 0 0,0-1-36 0 0,1-1 0 0 0,-1 0 0 0 0,0 1-1 0 0,-1-1 1 0 0,1 0 0 0 0,-1 0 0 0 0,1 0-1 0 0,-1 0 1 0 0,0 0 0 0 0,0-1 0 0 0,0 1-1 0 0,0 0 1 0 0,-1-1 0 0 0,1 0 0 0 0,-1 1-1 0 0,1-1 1 0 0,-6 3 0 0 0,-18 9-146 0 0,-60 33 197 0 0,26-21-3655 0 0,56-20-1750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 5401 0 0,'0'0'4297'0'0,"-7"0"1774"0"0,-8 0-3978 0 0,13 2-1993 0 0,-1-1-1 0 0,1 1 0 0 0,0-1 0 0 0,0 1 0 0 0,0 0 0 0 0,0 0 1 0 0,0 0-1 0 0,0 0 0 0 0,1 0 0 0 0,-1 1 0 0 0,1-1 0 0 0,-1 0 1 0 0,1 1-1 0 0,0-1 0 0 0,0 1 0 0 0,0 0 0 0 0,0-1 0 0 0,1 1 1 0 0,-1 4-1 0 0,-2 10 101 0 0,-2 34-1 0 0,3-31-61 0 0,1-10-92 0 0,-1 1-1 0 0,-1-1 1 0 0,0 0-1 0 0,-7 16 1 0 0,5-14-17 0 0,1 0 1 0 0,0 1-1 0 0,-2 12 0 0 0,-25 323 226 0 0,28-293-240 0 0,0-4 20 0 0,3 1 0 0 0,2-1 0 0 0,2 0 0 0 0,13 63 0 0 0,-13-94-667 0 0,7 40 1717 0 0,-8-19-8956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12091 0 0,'14'1'4762'0'0,"21"0"-3877"0"0,35-3 0 0 0,-2-11 15 0 0,94-28 0 0 0,22-5-535 0 0,-130 33-322 0 0,-38 9 32 0 0,-1 0 1 0 0,1 1 0 0 0,0 0 0 0 0,17 0 0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 12819 0 0,'-2'0'4113'0'0,"76"-4"-4846"0"0,-71 4-1215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84 4305 0 0,'0'0'6503'0'0,"-10"0"-2163"0"0,-11 0-2760 0 0,20 0-1504 0 0,0 1 0 0 0,0 0 0 0 0,0-1 0 0 0,0 1 0 0 0,0 0 0 0 0,0-1 0 0 0,0 1 0 0 0,0 0 0 0 0,0 0 0 0 0,1 0 0 0 0,-1 0 0 0 0,0 0 0 0 0,0 0 0 0 0,1 0 0 0 0,-1 0 0 0 0,0 2 0 0 0,1-2-61 0 0,0-1 0 0 0,0 1 0 0 0,0-1 0 0 0,0 1 1 0 0,0 0-1 0 0,0-1 0 0 0,1 1 0 0 0,-1-1 0 0 0,0 1 0 0 0,0-1 1 0 0,1 1-1 0 0,-1-1 0 0 0,0 1 0 0 0,1-1 0 0 0,-1 1 1 0 0,0-1-1 0 0,1 1 0 0 0,-1-1 0 0 0,1 0 0 0 0,-1 1 1 0 0,1-1-1 0 0,-1 0 0 0 0,1 1 0 0 0,-1-1 0 0 0,1 0 0 0 0,-1 0 1 0 0,1 1-1 0 0,-1-1 0 0 0,1 0 0 0 0,-1 0 0 0 0,1 0 1 0 0,-1 0-1 0 0,1 0 0 0 0,0 0 0 0 0,-1 0 0 0 0,1 0 1 0 0,-1 0-1 0 0,2 0 0 0 0,33 2 200 0 0,0-1 0 0 0,-1-2 0 0 0,1-1 0 0 0,65-14 0 0 0,-13 3-74 0 0,29 0 43 0 0,-37 6 69 0 0,-1-4 1 0 0,78-21-1 0 0,-147 29 59 0 0,-6 3-227 0 0,0-1-1 0 0,0 0 1 0 0,-1 0 0 0 0,1 0 0 0 0,0 0-1 0 0,0 0 1 0 0,-1-1 0 0 0,1 1-1 0 0,0-1 1 0 0,-1 0 0 0 0,4-2 0 0 0,-4 4 49 0 0,-3 5-104 0 0,-5 8-30 0 0,5-12 28 0 0,0 1 1 0 0,0-1-1 0 0,1 1 1 0 0,-1-1-1 0 0,0 1 1 0 0,1-1-1 0 0,-1 1 1 0 0,1-1-1 0 0,-1 1 1 0 0,1 0-1 0 0,0-1 1 0 0,0 1-1 0 0,0 0 1 0 0,0 1-1 0 0,-3 14-1188 0 0,-4-10-3386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388 483 3497 0 0,'-2'-116'4952'0'0,"-16"-152"-700"0"0,12 228-3190 0 0,4 30-433 0 0,0 0-1 0 0,1 0 0 0 0,0-18 1 0 0,0 30-597 0 0,-1 0 0 0 0,1 0 0 0 0,0 0 0 0 0,1 0 0 0 0,-1 0 0 0 0,0 1 0 0 0,0-1 0 0 0,1 0 0 0 0,0 1 0 0 0,-1-1 0 0 0,1 0 0 0 0,0 5 1 0 0,0-4 3 0 0,-11 112 192 0 0,4 139 1 0 0,6-116-199 0 0,1-61-21 0 0,0-21 131 0 0,-8 67 0 0 0,1-86 109 0 0,-1-1 0 0 0,-17 42 0 0 0,-7 27 138 0 0,28-84-358 0 0,3-13 86 0 0,0 0 0 0 0,-1 0 0 0 0,-5 14 0 0 0,5-20-87 0 0,1-1-1 0 0,0 1 0 0 0,-1-1 0 0 0,1 1 0 0 0,-1-1 1 0 0,0 1-1 0 0,1-1 0 0 0,-1 0 0 0 0,0 0 0 0 0,0 0 1 0 0,0 0-1 0 0,0 0 0 0 0,0-1 0 0 0,0 1 0 0 0,0 0 1 0 0,-3 0-1 0 0,-45 6 34 0 0,22-3 9 0 0,3 1 91 0 0,14-4-122 0 0,0 1 1 0 0,0 0 0 0 0,0 1-1 0 0,1 1 1 0 0,-1 0 0 0 0,-17 9 0 0 0,27-13-46 0 0,1 0 0 0 0,0 0 0 0 0,0 0 1 0 0,0 0-1 0 0,0 0 0 0 0,-1 0 0 0 0,1 0 1 0 0,0 1-1 0 0,0-1 0 0 0,0 0 0 0 0,0 0 1 0 0,0 0-1 0 0,0 0 0 0 0,-1 1 1 0 0,1-1-1 0 0,0 0 0 0 0,0 0 0 0 0,0 0 1 0 0,0 0-1 0 0,0 1 0 0 0,0-1 0 0 0,0 0 1 0 0,0 0-1 0 0,0 0 0 0 0,0 1 0 0 0,0-1 1 0 0,0 0-1 0 0,0 0 0 0 0,0 0 0 0 0,0 0 1 0 0,0 1-1 0 0,0-1 0 0 0,0 0 0 0 0,0 0 1 0 0,0 0-1 0 0,0 1 0 0 0,0-1 0 0 0,0 0 1 0 0,0 0-1 0 0,1 0 0 0 0,-1 0 0 0 0,0 1 1 0 0,0-1-1 0 0,0 0 0 0 0,0 0 0 0 0,12 8-45 0 0,16 1 83 0 0,-28-9-38 0 0,22 5 6 0 0,1-2 0 0 0,-1 0 0 0 0,1-1 0 0 0,23-2 0 0 0,42 4-25 0 0,-59 0 67 0 0,0 2-1 0 0,-1 0 1 0 0,0 2 0 0 0,-1 1 0 0 0,1 1-1 0 0,28 16 1 0 0,-55-25-20 0 0,0-1-1 0 0,1 1 1 0 0,-1 0-1 0 0,0-1 1 0 0,0 1 0 0 0,0 0-1 0 0,0 0 1 0 0,0 0-1 0 0,0 0 1 0 0,0 0-1 0 0,0 0 1 0 0,0 0 0 0 0,0 0-1 0 0,-1 0 1 0 0,1 0-1 0 0,0 1 1 0 0,-1-1 0 0 0,1 0-1 0 0,-1 1 1 0 0,1-1-1 0 0,-1 0 1 0 0,0 1 0 0 0,0-1-1 0 0,1 0 1 0 0,-1 1-1 0 0,0-1 1 0 0,0 0 0 0 0,0 1-1 0 0,0-1 1 0 0,-1 1-1 0 0,1-1 1 0 0,0 0-1 0 0,-1 3 1 0 0,0-2-9 0 0,0 0 1 0 0,0 1-1 0 0,-1-1 1 0 0,1 1-1 0 0,0-1 0 0 0,-1 0 1 0 0,1 0-1 0 0,-1 0 0 0 0,0 0 1 0 0,0 0-1 0 0,0 0 1 0 0,0-1-1 0 0,0 1 0 0 0,0 0 1 0 0,0-1-1 0 0,-4 2 1 0 0,-254 100 336 0 0,248-97-328 0 0,0 0-1 0 0,0 1 1 0 0,1 0-1 0 0,-11 10 1 0 0,19-15-42 0 0,0 0 1 0 0,1 0-1 0 0,-1 0 1 0 0,1 0-1 0 0,-1 1 1 0 0,1-1-1 0 0,0 1 1 0 0,0 0-1 0 0,0-1 1 0 0,1 1-1 0 0,-1 0 1 0 0,1 0-1 0 0,-1 0 1 0 0,1 1-1 0 0,0-1 1 0 0,0 0-1 0 0,1 0 1 0 0,-1 1-1 0 0,0-1 1 0 0,1 0-1 0 0,0 5 1 0 0,0-7 16 0 0,1 0 0 0 0,-1 0 0 0 0,0-1 0 0 0,1 1 0 0 0,-1 0 0 0 0,0-1 0 0 0,1 1 0 0 0,-1 0 0 0 0,1-1 0 0 0,0 1 0 0 0,-1-1 0 0 0,1 1 0 0 0,-1-1 0 0 0,1 1 1 0 0,0-1-1 0 0,-1 0 0 0 0,1 1 0 0 0,0-1 0 0 0,-1 0 0 0 0,1 1 0 0 0,0-1 0 0 0,0 0 0 0 0,1 1 0 0 0,21 2-29 0 0,-15-2 20 0 0,223 32-71 0 0,-196-27 76 0 0,-1 2 0 0 0,0 2 0 0 0,50 20 0 0 0,-74-26 6 0 0,-1 0 42 0 0,1-1 1 0 0,0 2-1 0 0,-1-1 0 0 0,0 1 1 0 0,15 11-1 0 0,-22-14-25 0 0,0-1 1 0 0,0 1-1 0 0,-1 0 1 0 0,1 0-1 0 0,-1-1 0 0 0,1 1 1 0 0,-1 0-1 0 0,0 0 1 0 0,0 0-1 0 0,0 1 1 0 0,0-1-1 0 0,0 0 0 0 0,0 0 1 0 0,-1 1-1 0 0,1-1 1 0 0,-1 0-1 0 0,1 1 1 0 0,-1-1-1 0 0,0 0 0 0 0,0 1 1 0 0,0-1-1 0 0,0 0 1 0 0,0 1-1 0 0,-1-1 1 0 0,1 0-1 0 0,-1 1 0 0 0,1-1 1 0 0,-1 0-1 0 0,0 0 1 0 0,0 1-1 0 0,-2 2 1 0 0,-3 4-3 0 0,0-1 1 0 0,0-1 0 0 0,0 1 0 0 0,-1-1 0 0 0,0 0-1 0 0,-1-1 1 0 0,1 1 0 0 0,-1-2 0 0 0,-1 1-1 0 0,-14 7 1 0 0,7-3-7 0 0,-27 21-1 0 0,3 1 15 0 0,-20 20-104 0 0,57-49 67 0 0,0 1-1 0 0,1-1 1 0 0,-1 1-1 0 0,1 0 1 0 0,0-1 0 0 0,0 1-1 0 0,0 0 1 0 0,1 0-1 0 0,-1 1 1 0 0,1-1 0 0 0,0 0-1 0 0,0 0 1 0 0,0 1-1 0 0,1-1 1 0 0,0 0 0 0 0,0 1-1 0 0,0-1 1 0 0,0 1-1 0 0,1-1 1 0 0,-1 0 0 0 0,2 5-1 0 0,29 63 38 0 0,-19-47-3 0 0,11 32 0 0 0,27 165-70 0 0,-37-153 54 0 0,57 507 69 0 0,-51 4-16 0 0,-19-563-54 0 0,19 491 216 0 0,-18-344 197 0 0,1 9-4336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75 3745 0 0,'5'-14'7836'0'0,"-4"12"-7645"0"0,-1 0 1 0 0,1 0 0 0 0,0 0-1 0 0,0 0 1 0 0,0 1-1 0 0,0-1 1 0 0,1 0 0 0 0,-1 1-1 0 0,0-1 1 0 0,3-2-1 0 0,-3 4-156 0 0,0 0 0 0 0,0 0 0 0 0,0 0 0 0 0,0 0 0 0 0,0-1 0 0 0,0 1 0 0 0,0 1-1 0 0,0-1 1 0 0,0 0 0 0 0,0 0 0 0 0,0 0 0 0 0,0 0 0 0 0,0 1 0 0 0,0-1 0 0 0,0 0 0 0 0,0 1-1 0 0,0-1 1 0 0,0 1 0 0 0,0-1 0 0 0,0 1 0 0 0,0 0 0 0 0,-1-1 0 0 0,1 1 0 0 0,0 0 0 0 0,0-1 0 0 0,-1 1-1 0 0,1 0 1 0 0,0 0 0 0 0,-1 0 0 0 0,1 1 0 0 0,14 31 469 0 0,-13-27-443 0 0,4 11 113 0 0,-1 0 0 0 0,-1 1-1 0 0,-1-1 1 0 0,0 1 0 0 0,0 29-1 0 0,-10 89 580 0 0,3-82-469 0 0,-1-1-94 0 0,-2 0 0 0 0,-14 51 0 0 0,21-103-189 0 0,-1 0 0 0 0,1-1 1 0 0,0 1-1 0 0,0-1 0 0 0,0 1 0 0 0,0-1 1 0 0,-1 1-1 0 0,1-1 0 0 0,0 1 0 0 0,0-1 1 0 0,-1 1-1 0 0,1-1 0 0 0,-1 1 1 0 0,1-1-1 0 0,0 0 0 0 0,-1 1 0 0 0,1-1 1 0 0,-1 1-1 0 0,1-1 0 0 0,-1 0 0 0 0,1 1 1 0 0,-1-1-1 0 0,1 0 0 0 0,-1 0 0 0 0,1 0 1 0 0,-1 1-1 0 0,1-1 0 0 0,-1 0 0 0 0,1 0 1 0 0,-1 0-1 0 0,0 0 0 0 0,1 0 1 0 0,-1 0-1 0 0,1 0 0 0 0,-1 0 0 0 0,1 0 1 0 0,-1 0-1 0 0,1 0 0 0 0,-2-1 0 0 0,0 1-18 0 0,1-1-1 0 0,-1 0 1 0 0,1 1-1 0 0,-1-1 0 0 0,1 0 1 0 0,-1 0-1 0 0,1 0 0 0 0,0 0 1 0 0,0 0-1 0 0,-1 0 1 0 0,1-1-1 0 0,0 1 0 0 0,-2-2 1 0 0,-6-14-3 0 0,0-1 1 0 0,0 1-1 0 0,2-1 1 0 0,0-1 0 0 0,1 1-1 0 0,1-1 1 0 0,1 0-1 0 0,1 0 1 0 0,0-1-1 0 0,1-32 1 0 0,2 30 12 0 0,1-1 0 0 0,1 1-1 0 0,1-1 1 0 0,1 1 0 0 0,1 0 0 0 0,1 0 0 0 0,1 1 0 0 0,1-1 0 0 0,11-19-1 0 0,-13 29 51 0 0,-4 7-12 0 0,0 1 0 0 0,0-1 0 0 0,1 0 0 0 0,0 1-1 0 0,0-1 1 0 0,0 1 0 0 0,1 0 0 0 0,-1 0 0 0 0,1 0 0 0 0,0 0 0 0 0,7-4 0 0 0,2 0 84 0 0,-1 1 1 0 0,1 0 0 0 0,0 1-1 0 0,1 1 1 0 0,-1 0 0 0 0,24-5-1 0 0,-1-4 121 0 0,-33 12-212 0 0,0 0 1 0 0,0 1-1 0 0,1-1 0 0 0,-1 1 0 0 0,0-1 0 0 0,0 1 0 0 0,1 0 1 0 0,-1 0-1 0 0,1 1 0 0 0,-1-1 0 0 0,1 1 0 0 0,-1 0 0 0 0,1 0 1 0 0,-1 0-1 0 0,1 0 0 0 0,5 1 0 0 0,-7 2 18 0 0,0-1 1 0 0,1 0-1 0 0,-1 1 0 0 0,-1-1 0 0 0,1 1 0 0 0,0-1 1 0 0,0 1-1 0 0,-1 0 0 0 0,0 0 0 0 0,1 0 0 0 0,-1 0 1 0 0,0 0-1 0 0,0 3 0 0 0,1 2-5 0 0,0 0 0 0 0,-1-1-1 0 0,0 1 1 0 0,-1 0 0 0 0,1 0 0 0 0,-1 0 0 0 0,-1 0-1 0 0,0 0 1 0 0,0 0 0 0 0,-2 9 0 0 0,-1-4 13 0 0,0-1 1 0 0,0 0-1 0 0,-1 0 1 0 0,-1 0 0 0 0,-10 16-1 0 0,6-12 10 0 0,6-9-37 0 0,0-1 0 0 0,0 0 0 0 0,0 0 0 0 0,-1 0-1 0 0,-7 6 1 0 0,-3 0 34 0 0,13-11-49 0 0,-1 1 0 0 0,1-1 0 0 0,0 1 0 0 0,0 0 1 0 0,0-1-1 0 0,0 1 0 0 0,0 0 0 0 0,1 0 0 0 0,-1 0 1 0 0,1 0-1 0 0,-1 0 0 0 0,-1 5 0 0 0,-5 12-28 0 0,7-17 16 0 0,0 0 0 0 0,0-1 0 0 0,0 1 0 0 0,0 0 0 0 0,1 0 0 0 0,-1 1 0 0 0,0-1 0 0 0,1 0 0 0 0,-1 0 0 0 0,1 0 0 0 0,0 0 0 0 0,0 0 0 0 0,0 1-1 0 0,0-1 1 0 0,0 0 0 0 0,0 0 0 0 0,0 0 0 0 0,1 0 0 0 0,-1 0 0 0 0,1 1 0 0 0,0-1 0 0 0,0 0 0 0 0,1 3 0 0 0,-1-4 2 0 0,1 0 1 0 0,-1 0-1 0 0,0 0 1 0 0,0 0-1 0 0,1-1 1 0 0,-1 1-1 0 0,0 0 1 0 0,1-1-1 0 0,-1 1 1 0 0,0-1-1 0 0,1 1 1 0 0,-1-1-1 0 0,1 0 1 0 0,-1 0-1 0 0,1 0 1 0 0,2 0-1 0 0,12 3 6 0 0,10 8 15 0 0,-16-6-12 0 0,0-1 1 0 0,0 0-1 0 0,1-1 0 0 0,13 3 0 0 0,10-2 287 0 0,48 0 0 0 0,-32-4-2537 0 0,-23 0-1223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65 342 8570 0 0,'-31'-1'5324'0'0,"-3"-1"-2940"0"0,42-22-1678 0 0,0 13-612 0 0,1 1 1 0 0,0-1-1 0 0,1 1 1 0 0,20-15-1 0 0,-8 5-1 0 0,38-31 39 0 0,-35 31-64 0 0,0-2-1 0 0,-1 0 1 0 0,24-30 0 0 0,-38 37 13 0 0,15-18 15 0 0,-24 32-73 0 0,0 0 0 0 0,1 0 1 0 0,-1 0-1 0 0,0 0 0 0 0,0 0 0 0 0,0 0 0 0 0,1 0 0 0 0,-1 0 0 0 0,0 1 0 0 0,1-1 0 0 0,-1 0 0 0 0,1 1 0 0 0,-1-1 1 0 0,1 1-1 0 0,-1 0 0 0 0,1-1 0 0 0,-1 1 0 0 0,1 0 0 0 0,-1 0 0 0 0,1 0 0 0 0,2 1 0 0 0,-1 1 16 0 0,0 0 0 0 0,0 0 0 0 0,-1 0 0 0 0,0 1 0 0 0,1-1 0 0 0,-1 1 0 0 0,0 0 0 0 0,0 0-1 0 0,0 0 1 0 0,-1 0 0 0 0,1 0 0 0 0,-1 0 0 0 0,2 5 0 0 0,3 5 16 0 0,54 88-2244 0 0,-55-93 144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48 10002 0 0,'0'0'330'0'0,"-24"-20"3825"0"0,24 20-4113 0 0,0-1-1 0 0,-1 1 0 0 0,1-1 1 0 0,-1 1-1 0 0,1 0 1 0 0,-1-1-1 0 0,1 1 1 0 0,-1 0-1 0 0,1 0 1 0 0,-1-1-1 0 0,1 1 1 0 0,-1 0-1 0 0,0 0 1 0 0,1 0-1 0 0,-1 0 0 0 0,1 0 1 0 0,-1 0-1 0 0,1-1 1 0 0,-1 2-1 0 0,0-1 1 0 0,1 0-1 0 0,-1 0 1 0 0,1 0-1 0 0,-1 0 1 0 0,0 0-1 0 0,1 0 1 0 0,-1 0-1 0 0,1 1 1 0 0,-1-1-1 0 0,1 0 0 0 0,-1 1 1 0 0,1-1-1 0 0,-1 0 1 0 0,1 1-1 0 0,-1-1 1 0 0,1 0-1 0 0,0 1 1 0 0,-1-1-1 0 0,1 1 1 0 0,-1-1-1 0 0,1 2 1 0 0,-16 23-12 0 0,14-20 62 0 0,-14 28 50 0 0,2 1 0 0 0,2 0 0 0 0,1 1 0 0 0,1 1 0 0 0,2 0-1 0 0,2 0 1 0 0,1 0 0 0 0,0 68 0 0 0,5-101-119 0 0,0-1 1 0 0,0 1 0 0 0,0 0-1 0 0,0 0 1 0 0,0 0 0 0 0,1-1 0 0 0,-1 1-1 0 0,1 0 1 0 0,-1 0 0 0 0,1-1-1 0 0,0 1 1 0 0,0 0 0 0 0,1-1-1 0 0,-1 1 1 0 0,0-1 0 0 0,1 0-1 0 0,0 1 1 0 0,-1-1 0 0 0,1 0-1 0 0,0 0 1 0 0,0 0 0 0 0,0 0-1 0 0,0 0 1 0 0,1-1 0 0 0,-1 1-1 0 0,0-1 1 0 0,1 1 0 0 0,-1-1-1 0 0,1 0 1 0 0,-1 0 0 0 0,1 0-1 0 0,0 0 1 0 0,0 0 0 0 0,-1-1 0 0 0,1 1-1 0 0,0-1 1 0 0,0 0 0 0 0,-1 0-1 0 0,1 0 1 0 0,0 0 0 0 0,0 0-1 0 0,0-1 1 0 0,-1 1 0 0 0,4-2-1 0 0,-1 2 6 0 0,0-1-1 0 0,0 0 0 0 0,0-1 1 0 0,0 1-1 0 0,-1-1 0 0 0,1 0 1 0 0,-1 0-1 0 0,1 0 0 0 0,-1-1 1 0 0,0 1-1 0 0,1-1 0 0 0,-2 0 1 0 0,1-1-1 0 0,0 1 0 0 0,5-7 1 0 0,6-9 98 0 0,-3 4-52 0 0,0 1 0 0 0,-2-2 0 0 0,0 1 0 0 0,0-2 0 0 0,10-24 0 0 0,-14 23-48 0 0,42-104 266 0 0,-45 117-257 0 0,0-1 0 0 0,-1 0-1 0 0,0 0 1 0 0,-1 0 0 0 0,1 0 0 0 0,-1 0-1 0 0,0 0 1 0 0,0 0 0 0 0,-1 0-1 0 0,0-1 1 0 0,0 1 0 0 0,-1 0 0 0 0,1 0-1 0 0,-1 0 1 0 0,-1 0 0 0 0,1 0-1 0 0,-1 0 1 0 0,0 0 0 0 0,0 0 0 0 0,-1 0-1 0 0,0 1 1 0 0,-5-9 0 0 0,4 10-22 0 0,0 1 1 0 0,0 1-1 0 0,0-1 1 0 0,-1 0-1 0 0,1 1 1 0 0,0 0-1 0 0,-1 0 0 0 0,0 1 1 0 0,-7-3-1 0 0,-17-7-14 0 0,24 9-24 0 0,0-1 0 0 0,-1 1 0 0 0,1 0 0 0 0,-1 1-1 0 0,1 0 1 0 0,-1-1 0 0 0,0 2 0 0 0,1-1 0 0 0,-1 1 0 0 0,0-1 0 0 0,0 2 0 0 0,1-1 0 0 0,-11 2 0 0 0,12-1-166 0 0,-1 0 1 0 0,1 0 0 0 0,0 1-1 0 0,0-1 1 0 0,0 1-1 0 0,0-1 1 0 0,0 1 0 0 0,0 1-1 0 0,1-1 1 0 0,-1 0-1 0 0,1 1 1 0 0,-1 0 0 0 0,1 0-1 0 0,0 0 1 0 0,0 0-1 0 0,0 0 1 0 0,1 1 0 0 0,-4 4-1 0 0,-22 57-4772 0 0,22-44 2740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6777 0 0,'0'0'8604'0'0,"5"9"-6779"0"0,73 165 19 0 0,-35-84-8778 0 0,-39-82 4799 0 0,2 0-756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6 8834 0 0,'0'0'891'0'0,"-15"-6"4941"0"0,9 29-5188 0 0,1-1 0 0 0,-3 42 0 0 0,5-41-388 0 0,-5 115 788 0 0,4-53-566 0 0,2-45-1309 0 0,-15 79 0 0 0,15-114-949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192 237 1952 0 0,'-8'-32'2912'0'0,"1"2"-2144"0"0,6 26-650 0 0,-1-38 858 0 0,2 38-836 0 0,0 1 0 0 0,1 0-1 0 0,-1 0 1 0 0,0-1 0 0 0,1 1-1 0 0,0 0 1 0 0,0 0 0 0 0,0-1-1 0 0,3-4 1 0 0,-4 7-142 0 0,0 1 0 0 0,0 0 0 0 0,0 0 0 0 0,0-1 0 0 0,0 1 0 0 0,0 0 0 0 0,0 0 0 0 0,0-1 1 0 0,1 1-1 0 0,-1 0 0 0 0,0 0 0 0 0,0-1 0 0 0,0 1 0 0 0,0 0 0 0 0,1 0 0 0 0,-1 0 0 0 0,0-1 0 0 0,0 1 0 0 0,0 0 0 0 0,1 0 0 0 0,-1 0 0 0 0,0 0 0 0 0,0 0 0 0 0,1 0 0 0 0,-1-1 0 0 0,0 1 1 0 0,1 0-1 0 0,-1 0 0 0 0,0 0 0 0 0,0 0 0 0 0,1 0 0 0 0,-1 0 0 0 0,0 0 0 0 0,0 0 0 0 0,1 0 0 0 0,-1 0 0 0 0,0 0 0 0 0,1 0 0 0 0,-1 0 0 0 0,0 0 0 0 0,0 1 0 0 0,1-1 0 0 0,-1 0 0 0 0,0 0 0 0 0,0 0 1 0 0,1 0-1 0 0,-1 0 0 0 0,0 1 0 0 0,0-1 0 0 0,0 0 0 0 0,1 0 0 0 0,-1 0 0 0 0,0 1 0 0 0,0-1 0 0 0,0 0 0 0 0,1 0 0 0 0,-1 1 0 0 0,0-1 0 0 0,0 0 0 0 0,0 0 0 0 0,0 1 0 0 0,0-1 0 0 0,0 0 1 0 0,0 0-1 0 0,0 1 0 0 0,0-1 0 0 0,0 1 0 0 0,5 21-16 0 0,-4-19 23 0 0,5 56 51 0 0,-2 0 0 0 0,-3 0 0 0 0,-2 0 0 0 0,-11 72 0 0 0,12-125-22 0 0,-17 96 1245 0 0,13-93-641 0 0,1-13 169 0 0,0-17-294 0 0,4-54-210 0 0,14-89 1 0 0,0-11 191 0 0,-3 34-165 0 0,-12 140-338 0 0,0 0-1 0 0,1 0 1 0 0,-1 0-1 0 0,0 0 1 0 0,1 0-1 0 0,-1 0 1 0 0,1 0-1 0 0,-1 0 1 0 0,1 0-1 0 0,0 1 0 0 0,-1-1 1 0 0,1 0-1 0 0,0 0 1 0 0,0 0-1 0 0,-1 1 1 0 0,1-1-1 0 0,0 0 1 0 0,0 1-1 0 0,0-1 1 0 0,0 1-1 0 0,0-1 0 0 0,0 1 1 0 0,0-1-1 0 0,0 1 1 0 0,0 0-1 0 0,0 0 1 0 0,0-1-1 0 0,0 1 1 0 0,0 0-1 0 0,0 0 0 0 0,0 0 1 0 0,2 0-1 0 0,40 0 67 0 0,-36 0-72 0 0,10 3 12 0 0,0 0 1 0 0,0 1-1 0 0,-1 1 1 0 0,1 0-1 0 0,-1 2 1 0 0,0-1-1 0 0,28 19 1 0 0,-11-9 47 0 0,-29-13-45 0 0,-1-1 0 0 0,1 1-1 0 0,-1 0 1 0 0,1 0 0 0 0,-1 0-1 0 0,0 0 1 0 0,0 0 0 0 0,0 1-1 0 0,-1 0 1 0 0,1-1-1 0 0,3 9 1 0 0,19 49 7 0 0,-17-39 23 0 0,6 9 28 0 0,5 16 43 0 0,-18-43-41 0 0,0-1-1 0 0,0 1 0 0 0,-1 0 0 0 0,1 0 0 0 0,-1 0 0 0 0,0 0 0 0 0,0-1 0 0 0,-1 1 1 0 0,1 0-1 0 0,-1 0 0 0 0,0 0 0 0 0,0 0 0 0 0,0-1 0 0 0,0 1 0 0 0,0-1 0 0 0,-1 1 1 0 0,0-1-1 0 0,0 1 0 0 0,0-1 0 0 0,0 0 0 0 0,-3 3 0 0 0,1-1-21 0 0,-1 0 0 0 0,0 0 1 0 0,0-1-1 0 0,0 0 0 0 0,-1 0 0 0 0,0 0 0 0 0,1-1 0 0 0,-1 0 0 0 0,0 0 1 0 0,0 0-1 0 0,-9 1 0 0 0,-14 7 48 0 0,0 1-1 0 0,-28 15 1 0 0,36-16 31 0 0,0-1 0 0 0,0 0 0 0 0,-1-2 0 0 0,0-1 0 0 0,-24 5 0 0 0,39-10-63 0 0,1 0 0 0 0,-1 0 0 0 0,0 0 0 0 0,1 1 1 0 0,-8 4-1 0 0,8-4-2 0 0,1 0 0 0 0,0 0 0 0 0,-1-1-1 0 0,1 0 1 0 0,-1 0 0 0 0,0 0 0 0 0,1-1 0 0 0,-1 0 0 0 0,-9 0 0 0 0,-41-4 298 0 0,52 3-356 0 0,0-1 0 0 0,0 0 0 0 0,0 0 0 0 0,1 0 0 0 0,-1-1 0 0 0,0 1 0 0 0,0-1 0 0 0,1 0 0 0 0,-1 0 0 0 0,1 0 0 0 0,0-1 0 0 0,-4-2 0 0 0,7 5-47 0 0,0 0 1 0 0,0 0 0 0 0,-1-1 0 0 0,1 1 0 0 0,0 0-1 0 0,0 0 1 0 0,-1 0 0 0 0,1 0 0 0 0,0 0 0 0 0,-1-1-1 0 0,1 1 1 0 0,0 0 0 0 0,0 0 0 0 0,-1 0 0 0 0,1 0-1 0 0,0 0 1 0 0,-1 0 0 0 0,1 0 0 0 0,0 0-1 0 0,-1 0 1 0 0,1 0 0 0 0,0 0 0 0 0,-1 0 0 0 0,1 0-1 0 0,0 0 1 0 0,0 0 0 0 0,-1 0 0 0 0,1 1 0 0 0,0-1-1 0 0,-1 0 1 0 0,1 0 0 0 0,0 0 0 0 0,0 0 0 0 0,-1 1-1 0 0,1-1 1 0 0,0 0 0 0 0,0 0 0 0 0,-1 0 0 0 0,1 1-1 0 0,0-1 1 0 0,0 0 0 0 0,0 1 0 0 0,0-1 0 0 0,-1 0-1 0 0,1 0 1 0 0,0 1 0 0 0,0-1 0 0 0,0 0-1 0 0,0 1 1 0 0,0-1 0 0 0,0 0 0 0 0,0 0 0 0 0,0 1-1 0 0,0-1 1 0 0,0 0 0 0 0,0 1 0 0 0,0-1 0 0 0,0 4-2120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514 312 6889 0 0,'-2'-24'2990'0'0,"0"13"-2107"0"0,-1 0-1 0 0,-1-1 1 0 0,-7-16-1 0 0,9 25-753 0 0,1 0 1 0 0,0 1-1 0 0,-1 0 1 0 0,1-1-1 0 0,-1 1 0 0 0,0 0 1 0 0,0 0-1 0 0,0-1 1 0 0,0 2-1 0 0,0-1 0 0 0,0 0 1 0 0,-1 0-1 0 0,1 1 0 0 0,0-1 1 0 0,-1 1-1 0 0,0 0 1 0 0,1-1-1 0 0,-1 1 0 0 0,0 1 1 0 0,-3-2-1 0 0,-5 0 199 0 0,-1-1 1 0 0,-21-9-1 0 0,24 8-238 0 0,-1 0-1 0 0,1 1 1 0 0,0 1 0 0 0,-1-1-1 0 0,-14 0 1 0 0,11 2-34 0 0,0 1 0 0 0,1 1 0 0 0,-1 0 0 0 0,1 0-1 0 0,-1 2 1 0 0,1-1 0 0 0,0 2 0 0 0,-22 8 0 0 0,11-4 0 0 0,19-7-48 0 0,-1 1 0 0 0,1-1 0 0 0,-1 1 0 0 0,1 0 0 0 0,0 0 0 0 0,0 1 0 0 0,0-1 0 0 0,-8 7 0 0 0,3 1 3 0 0,-1 1 0 0 0,2 0 0 0 0,-1 1-1 0 0,2 0 1 0 0,0 0 0 0 0,0 0 0 0 0,1 1 0 0 0,0 0 0 0 0,1 1 0 0 0,1-1 0 0 0,-4 21 0 0 0,6-27-14 0 0,1-1 1 0 0,-1 1 0 0 0,0-1 0 0 0,-5 11-1 0 0,5-14 7 0 0,0 0 1 0 0,0 0-1 0 0,1 0 0 0 0,0 0 0 0 0,0 0 0 0 0,0 0 0 0 0,0 1 0 0 0,0-1 0 0 0,0 0 0 0 0,1 1 0 0 0,0-1 0 0 0,0 1 0 0 0,0-1 0 0 0,0 1 0 0 0,0-1 0 0 0,0 0 0 0 0,1 1 0 0 0,0-1 0 0 0,0 1 0 0 0,0-1 0 0 0,3 6 0 0 0,-2-7 15 0 0,0 0-1 0 0,0 1 1 0 0,1-2-1 0 0,-1 1 1 0 0,1 0 0 0 0,-1 0-1 0 0,1-1 1 0 0,0 0 0 0 0,4 2-1 0 0,1 1 25 0 0,-3-1-22 0 0,0-1 0 0 0,0 0 0 0 0,1 0 0 0 0,-1 0-1 0 0,1-1 1 0 0,-1 1 0 0 0,1-1 0 0 0,0-1 0 0 0,0 1-1 0 0,-1-1 1 0 0,1 0 0 0 0,0 0 0 0 0,0-1-1 0 0,6-1 1 0 0,5-2 43 0 0,1-1 0 0 0,-1-1 0 0 0,18-8 0 0 0,20-7 95 0 0,-44 17-138 0 0,0 0-1 0 0,-1-1 0 0 0,1 0 1 0 0,-1-1-1 0 0,0 0 0 0 0,0-1 1 0 0,16-15-1 0 0,-10 9 12 0 0,-2 0 0 0 0,0-1 0 0 0,0 0 1 0 0,11-18-1 0 0,-18 22-1 0 0,-1 1-1 0 0,0-1 1 0 0,-1 0 0 0 0,0-1-1 0 0,0 0 1 0 0,-2 1 0 0 0,1-1 0 0 0,2-16-1 0 0,-3 17 1 0 0,-1-1 0 0 0,1 2 0 0 0,5-11 0 0 0,-5 13-10 0 0,0 0-1 0 0,-1 1 1 0 0,0-1 0 0 0,0 0 0 0 0,0 0 0 0 0,-1 0-1 0 0,0 0 1 0 0,0-10 0 0 0,-1 14-18 0 0,0 0-1 0 0,0 0 1 0 0,0-1 0 0 0,-1 1-1 0 0,1 0 1 0 0,-1 0-1 0 0,0 0 1 0 0,0 0 0 0 0,0 0-1 0 0,0 0 1 0 0,0 0-1 0 0,-1 0 1 0 0,1 0 0 0 0,-1 0-1 0 0,0 0 1 0 0,0 1 0 0 0,0-1-1 0 0,0 1 1 0 0,0 0-1 0 0,-1-1 1 0 0,1 1 0 0 0,-1 0-1 0 0,1 0 1 0 0,-1 1 0 0 0,0-1-1 0 0,0 0 1 0 0,0 1-1 0 0,-3-2 1 0 0,-3-1-83 0 0,0 0 1 0 0,1 0-1 0 0,-1 1 0 0 0,0 0 0 0 0,-1 0 1 0 0,1 1-1 0 0,0 0 0 0 0,-1 1 1 0 0,1 0-1 0 0,-1 0 0 0 0,1 1 1 0 0,-14 2-1 0 0,11 0-169 0 0,1 2 1 0 0,0-1-1 0 0,0 1 0 0 0,-15 8 1 0 0,-15 6-612 0 0,35-16 654 0 0,0 1 0 0 0,1 0 0 0 0,-1 0 1 0 0,1 1-1 0 0,0 0 0 0 0,0 0 0 0 0,0 0 1 0 0,1 0-1 0 0,-1 1 0 0 0,-5 7 1 0 0,5-5-139 0 0,0 0 1 0 0,0 0-1 0 0,1 1 1 0 0,0 0 0 0 0,0-1-1 0 0,1 1 1 0 0,-4 12-1 0 0,0-7 57 0 0,-3 6 44 0 0,10-19 290 0 0,-1 1 0 0 0,1-1 1 0 0,0 0-1 0 0,0 1 0 0 0,0-1 1 0 0,0 0-1 0 0,-1 1 0 0 0,1-1 1 0 0,0 1-1 0 0,0-1 0 0 0,0 0 1 0 0,0 1-1 0 0,0-1 0 0 0,0 1 1 0 0,0-1-1 0 0,0 0 0 0 0,0 1 1 0 0,0-1-1 0 0,0 1 0 0 0,0-1 1 0 0,1 1-1 0 0,-1-1 0 0 0,0 0 1 0 0,0 1-1 0 0,0-1 0 0 0,0 0 1 0 0,1 1-1 0 0,-1-1 1 0 0,0 0-1 0 0,0 1 0 0 0,1-1 1 0 0,-1 0-1 0 0,1 1 0 0 0,22 3 1899 0 0,-21-4-1867 0 0,1 0 0 0 0,-1 0 1 0 0,1 0-1 0 0,-1 1 0 0 0,1-1 0 0 0,-1 1 0 0 0,1 0 1 0 0,-1-1-1 0 0,3 2 0 0 0,-1 2 33 0 0,1-1-1 0 0,-1 1 0 0 0,-1 0 1 0 0,1 0-1 0 0,0 0 1 0 0,-1 1-1 0 0,5 8 1 0 0,7 8 234 0 0,5 6-6 0 0,-14-18-280 0 0,2 1 1 0 0,14 15-1 0 0,-8-14-225 0 0,0-1-1 0 0,1 0 1 0 0,0-1 0 0 0,1 0 0 0 0,0-1-1 0 0,0-1 1 0 0,20 6 0 0 0,5 3-2871 0 0,-8 3-2824 0 0,-24-16 2566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22 6889 0 0,'0'0'2256'0'0,"-7"-8"3541"0"0,-8-5-3109 0 0,14 14-2637 0 0,1 0 0 0 0,-1 0 0 0 0,0 0-1 0 0,1 0 1 0 0,-1 0 0 0 0,1 1 0 0 0,-1-1-1 0 0,1 0 1 0 0,-1 0 0 0 0,1 1 0 0 0,0-1-1 0 0,0 0 1 0 0,-1 1 0 0 0,1 1 0 0 0,0 2 40 0 0,-10 41 420 0 0,3 1 0 0 0,-1 56 1 0 0,7 98-1357 0 0,2-105-4229 0 0,-1-88 1002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11 9602 0 0,'0'-1'99'0'0,"1"1"0"0"0,-1 0 1 0 0,0 0-1 0 0,0 0 0 0 0,0-1 0 0 0,0 1 1 0 0,0 0-1 0 0,0-1 0 0 0,0 1 0 0 0,0 0 0 0 0,0 0 1 0 0,0-1-1 0 0,0 1 0 0 0,0 0 0 0 0,0 0 0 0 0,0-1 1 0 0,0 1-1 0 0,0 0 0 0 0,0 0 0 0 0,0-1 1 0 0,0 1-1 0 0,0 0 0 0 0,0-1 0 0 0,0 1 0 0 0,0 0 1 0 0,-1 0-1 0 0,1 0 0 0 0,0-1 0 0 0,0 1 0 0 0,0 0 1 0 0,0 0-1 0 0,-1 0 0 0 0,1-1 0 0 0,0 1 1 0 0,0 0-1 0 0,-1 0 0 0 0,1 0 0 0 0,0 0 0 0 0,0 0 1 0 0,0-1-1 0 0,-1 1 0 0 0,1 0 0 0 0,0 0 0 0 0,-1 0 1 0 0,1 0-1 0 0,-11 12 1022 0 0,-9 25-1329 0 0,20-36 374 0 0,-6 11-84 0 0,1 0 0 0 0,1 1 0 0 0,0 0 0 0 0,1 0 0 0 0,0 0 0 0 0,-1 20 0 0 0,3-30-52 0 0,0 0-1 0 0,1 0 1 0 0,-1 0-1 0 0,-1 1 0 0 0,1-1 1 0 0,0 0-1 0 0,-3 3 1 0 0,3-4 22 0 0,0 0 1 0 0,-1 0-1 0 0,1 0 1 0 0,0 0-1 0 0,1 1 0 0 0,-1-1 1 0 0,0 0-1 0 0,1 1 1 0 0,-1-1-1 0 0,1 0 1 0 0,-1 1-1 0 0,1-1 1 0 0,0 0-1 0 0,0 1 1 0 0,1 3-1 0 0,0-5-23 0 0,0 0-1 0 0,0 0 0 0 0,0 0 0 0 0,0 0 1 0 0,0 0-1 0 0,0-1 0 0 0,0 1 0 0 0,0 0 1 0 0,0 0-1 0 0,1-1 0 0 0,-1 1 0 0 0,0-1 1 0 0,0 1-1 0 0,1-1 0 0 0,-1 1 0 0 0,1-1 1 0 0,1 0-1 0 0,-1 1 5 0 0,5 0 0 0 0,0 0 1 0 0,0 0 0 0 0,1 0-1 0 0,-1-1 1 0 0,0 0 0 0 0,0-1 0 0 0,1 0-1 0 0,-1 0 1 0 0,0 0 0 0 0,0-1-1 0 0,0 0 1 0 0,9-4 0 0 0,10-6 228 0 0,46-26 0 0 0,-27 13 133 0 0,-30 17-223 0 0,0 0-1 0 0,1 2 0 0 0,32-10 1 0 0,-43 15-134 0 0,0 0 1 0 0,0 0-1 0 0,0 1 1 0 0,1-1-1 0 0,-1 1 1 0 0,0 0-1 0 0,0 1 1 0 0,1-1-1 0 0,-1 1 1 0 0,0 0-1 0 0,0 1 1 0 0,0-1 0 0 0,0 1-1 0 0,0 0 1 0 0,0 0-1 0 0,8 6 1 0 0,-11-7-17 0 0,0 1 1 0 0,0 0-1 0 0,0 0 0 0 0,0 0 1 0 0,0 0-1 0 0,-1 0 1 0 0,1 0-1 0 0,-1 0 1 0 0,0 1-1 0 0,1-1 1 0 0,-1 0-1 0 0,0 1 1 0 0,1 4-1 0 0,8 15 114 0 0,-10-21-269 0 0,1 0 1 0 0,0 0-1 0 0,-1 0 0 0 0,1 0 0 0 0,-1 0 0 0 0,1 1 0 0 0,-1-1 0 0 0,0 0 0 0 0,1 0 0 0 0,-1 0 0 0 0,0 0 0 0 0,0 1 1 0 0,0-1-1 0 0,0 0 0 0 0,0 0 0 0 0,0 0 0 0 0,0 0 0 0 0,0 1 0 0 0,0-1 0 0 0,-1 0 0 0 0,1 0 0 0 0,0 0 0 0 0,-1 0 1 0 0,1 0-1 0 0,-1 0 0 0 0,1 0 0 0 0,-1 1 0 0 0,0-2 0 0 0,-1 3 0 0 0,0-1-465 0 0,-1 1-1 0 0,1-1 1 0 0,-1 0-1 0 0,0 0 0 0 0,0-1 1 0 0,0 1-1 0 0,0 0 1 0 0,-6 1-1 0 0,-12 4-2721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20 134 13595 0 0,'-1'-3'253'0'0,"1"-1"0"0"0,-1 1 0 0 0,0 0 0 0 0,0-1 0 0 0,0 1 1 0 0,-3-6-1 0 0,-2-9 235 0 0,4 13-193 0 0,2 0 0 0 0,-1 0-1 0 0,0 1 1 0 0,1-1 0 0 0,0-7-1 0 0,0 10-273 0 0,0 1 0 0 0,1-1 0 0 0,-1 1 0 0 0,0-1 0 0 0,1 1 0 0 0,-1-1-1 0 0,1 1 1 0 0,-1 0 0 0 0,1-1 0 0 0,0 1 0 0 0,-1 0 0 0 0,1-1 0 0 0,0 1 0 0 0,0 0-1 0 0,0 0 1 0 0,0 0 0 0 0,0 0 0 0 0,0 0 0 0 0,1 0 0 0 0,-1 0 0 0 0,1-1 0 0 0,10-5-371 0 0,-10 5-20 0 0,1 0-1 0 0,0 0 1 0 0,0 1-1 0 0,0-1 0 0 0,0 1 1 0 0,5-2-1 0 0,3 1-2677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73 173 10258 0 0,'0'-2'4305'0'0,"0"-4"-2484"0"0,3 27-1670 0 0,-2-1 1 0 0,0 1-1 0 0,-2-1 1 0 0,0 1-1 0 0,-7 35 1 0 0,0-23-75 0 0,-1-1 0 0 0,-22 55 0 0 0,24-73-512 0 0,-1 5-621 0 0,4-6-2576 0 0,4-9 833 0 0</inkml:trace>
  <inkml:trace contextRef="#ctx0" brushRef="#br0" timeOffset="1">127 13 10842 0 0,'0'-1'2529'0'0,"-2"-1"-1777"0"0,1 1-568 0 0,-1-1-128 0 0,1 0-96 0 0,-1 1 16 0 0,1-1-48 0 0,-1 1-32 0 0,1 1-816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215 565 5225 0 0,'0'-3'498'0'0,"1"1"0"0"0,0 0 0 0 0,0-1-1 0 0,0 1 1 0 0,0 0 0 0 0,0 0 0 0 0,0 0 0 0 0,3-2 0 0 0,1-5 294 0 0,-1 2-154 0 0,14-33 1329 0 0,-17 38-1707 0 0,0-1-1 0 0,-1 0 1 0 0,1 1 0 0 0,0-1 0 0 0,-1 0 0 0 0,0 0 0 0 0,0 0 0 0 0,1 1-1 0 0,-1-1 1 0 0,-1 0 0 0 0,1 0 0 0 0,-1-4 0 0 0,0 7-228 0 0,1-1 0 0 0,-1 0 0 0 0,0 0 0 0 0,1 0-1 0 0,-1 1 1 0 0,0-1 0 0 0,0 0 0 0 0,0 1 0 0 0,1-1 0 0 0,-1 1 0 0 0,0-1 0 0 0,0 1 0 0 0,0-1 0 0 0,0 1 0 0 0,0 0 0 0 0,0-1-1 0 0,0 1 1 0 0,0 0 0 0 0,0 0 0 0 0,0 0 0 0 0,0-1 0 0 0,0 1 0 0 0,0 0 0 0 0,-2 1 0 0 0,-26 3 154 0 0,21-1-157 0 0,0 0 1 0 0,1 1-1 0 0,-1 0 0 0 0,0 0 0 0 0,1 1 1 0 0,0 0-1 0 0,0 1 0 0 0,1-1 0 0 0,-12 13 0 0 0,-1 5-2 0 0,-25 37 0 0 0,31-41 2 0 0,10-14-30 0 0,0 0 1 0 0,0 0 0 0 0,1 1-1 0 0,0-1 1 0 0,0 0-1 0 0,0 1 1 0 0,1 0 0 0 0,-1 0-1 0 0,0 7 1 0 0,-4 17-15 0 0,1-20 11 0 0,-4 10-66 0 0,9-19 73 0 0,0-1 0 0 0,0 1 0 0 0,0-1 0 0 0,0 1 0 0 0,0-1 0 0 0,0 1 0 0 0,0-1 0 0 0,0 1 0 0 0,0-1-1 0 0,0 0 1 0 0,0 1 0 0 0,0-1 0 0 0,0 1 0 0 0,1-1 0 0 0,-1 1 0 0 0,0-1 0 0 0,0 1 0 0 0,0-1 0 0 0,1 0 0 0 0,-1 1 0 0 0,0-1-1 0 0,1 0 1 0 0,-1 1 0 0 0,0-1 0 0 0,1 0 0 0 0,-1 1 0 0 0,0-1 0 0 0,1 0 0 0 0,-1 1 0 0 0,1-1 0 0 0,-1 0 0 0 0,0 0 0 0 0,1 0 0 0 0,-1 1-1 0 0,1-1 1 0 0,-1 0 0 0 0,1 0 0 0 0,0 0 0 0 0,4 1 13 0 0,1 0 0 0 0,-1 0 0 0 0,0-1 0 0 0,1 0 0 0 0,-1 0 0 0 0,0 0 0 0 0,1-1 0 0 0,-1 1 1 0 0,0-1-1 0 0,0-1 0 0 0,1 1 0 0 0,6-3 0 0 0,-4 0 10 0 0,0-1 0 0 0,1 1 1 0 0,-2-1-1 0 0,1 0 0 0 0,-1-1 1 0 0,12-10-1 0 0,-1-4 24 0 0,-1 0 1 0 0,-1-1-1 0 0,-1-1 0 0 0,16-28 0 0 0,-3-5 110 0 0,-2-1 0 0 0,-2-1 0 0 0,-3-1-1 0 0,26-114 1 0 0,-45 164-53 0 0,-1 2 60 0 0,1-1 0 0 0,0 1 0 0 0,0-1 0 0 0,0 1 1 0 0,5-9-1 0 0,-19 40-106 0 0,2 0 1 0 0,1 0 0 0 0,-7 29 0 0 0,-22 109-44 0 0,29-122-640 0 0,1 1 0 0 0,3 0 0 0 0,-1 75 0 0 0,6-114 409 0 0,0 0 0 0 0,0 0 0 0 0,1-1 0 0 0,-1 1 0 0 0,1 0 0 0 0,0 0 1 0 0,0-1-1 0 0,0 1 0 0 0,0-1 0 0 0,0 1 0 0 0,0-1 0 0 0,0 1 0 0 0,1-1 0 0 0,0 0 1 0 0,-1 0-1 0 0,1 0 0 0 0,0 0 0 0 0,0 0 0 0 0,3 2 0 0 0,-2-2 10 0 0,0 0 0 0 0,1 0-1 0 0,-1 0 1 0 0,1-1 0 0 0,0 0-1 0 0,0 0 1 0 0,-1 0-1 0 0,1 0 1 0 0,0 0 0 0 0,0-1-1 0 0,0 1 1 0 0,0-1 0 0 0,5-1-1 0 0,0 1 36 0 0,1-2 1 0 0,-1 1-1 0 0,1-1 0 0 0,-1-1 0 0 0,0 0 0 0 0,13-6 0 0 0,52-29 214 0 0,-65 31 183 0 0,0 1 0 0 0,0-1 0 0 0,0-1-1 0 0,-1 0 1 0 0,0 0 0 0 0,8-11 0 0 0,40-61 1965 0 0,-28 39-1315 0 0,-24 36-675 0 0,0-1 0 0 0,-1 0-1 0 0,1 0 1 0 0,-1 0 0 0 0,-1 0-1 0 0,1-1 1 0 0,-1 1 0 0 0,0-1-1 0 0,2-13 1 0 0,-3 16-80 0 0,0 0 1 0 0,1 0-1 0 0,-1 1 1 0 0,1-1-1 0 0,0 0 1 0 0,4-6-1 0 0,-5 8-32 0 0,1 0 0 0 0,0-1-1 0 0,-1 1 1 0 0,0-1 0 0 0,1 1-1 0 0,-1-1 1 0 0,0 0 0 0 0,0 0-1 0 0,-1 1 1 0 0,1-1 0 0 0,0 0-1 0 0,-1 0 1 0 0,0 0 0 0 0,0 0-1 0 0,0 0 1 0 0,0-4 0 0 0,0 7-89 0 0,-1-1 0 0 0,1 1 0 0 0,-1-1 0 0 0,1 1 0 0 0,-1-1 0 0 0,1 1-1 0 0,-1-1 1 0 0,1 1 0 0 0,-1 0 0 0 0,1-1 0 0 0,-1 1 0 0 0,1 0 0 0 0,-1-1 0 0 0,0 1 0 0 0,1 0 0 0 0,-1 0 0 0 0,0-1 0 0 0,1 1 0 0 0,-1 0 0 0 0,0 0 0 0 0,1 0 0 0 0,-1 0 0 0 0,0 0 0 0 0,1 0 0 0 0,-1 0 0 0 0,0 0 0 0 0,1 0 0 0 0,-2 1 0 0 0,-20 3-32 0 0,16-2 31 0 0,0 1-1 0 0,-1 0 0 0 0,1 0 1 0 0,1 1-1 0 0,-1-1 1 0 0,1 1-1 0 0,-1 0 0 0 0,1 1 1 0 0,0-1-1 0 0,0 1 1 0 0,1 0-1 0 0,0 0 0 0 0,-8 11 1 0 0,5-2-2 0 0,0-1 0 0 0,1 1 0 0 0,1 0 0 0 0,0 0 0 0 0,-3 18 0 0 0,2-15-13 0 0,0 0 0 0 0,-13 26-1 0 0,3-8-2 0 0,14-31 17 0 0,1 0-1 0 0,-1 0 1 0 0,1 0-1 0 0,0 0 1 0 0,0 0-1 0 0,1 0 1 0 0,-1 0-1 0 0,1 0 1 0 0,0 0-1 0 0,0 0 1 0 0,0 0-1 0 0,0 0 1 0 0,1 0-1 0 0,0 1 1 0 0,0-1-1 0 0,0 0 1 0 0,3 7-1 0 0,-2-9-2 0 0,0-1 0 0 0,0 1-1 0 0,0-1 1 0 0,0 1 0 0 0,0-1-1 0 0,0 0 1 0 0,0 0-1 0 0,5 2 1 0 0,0 0 1 0 0,-2 0 0 0 0,1-1 1 0 0,0 1 0 0 0,0-1 0 0 0,0 0-1 0 0,0-1 1 0 0,1 0 0 0 0,-1 0 0 0 0,0 0-1 0 0,1 0 1 0 0,-1-1 0 0 0,8-1 0 0 0,-4 0 2 0 0,0 0 0 0 0,0-1 1 0 0,0 0-1 0 0,0-1 0 0 0,-1 0 1 0 0,12-6-1 0 0,7-2 6 0 0,-21 10-2 0 0,-1-2 0 0 0,0 1-1 0 0,0-1 1 0 0,0 0 0 0 0,0 0-1 0 0,10-8 1 0 0,144-147 123 0 0,-159 156-119 0 0,1 1 0 0 0,-1-1 0 0 0,0 1 0 0 0,1-1 0 0 0,-1 1 0 0 0,1 0 0 0 0,0-1 0 0 0,0 1 0 0 0,-1 0 0 0 0,1 0 0 0 0,0 0 0 0 0,0 0 0 0 0,0 1 0 0 0,2-2 0 0 0,-4 2-9 0 0,1 0 1 0 0,-1 1 0 0 0,0-1-1 0 0,1 0 1 0 0,-1 0 0 0 0,0 0-1 0 0,0 0 1 0 0,1 0 0 0 0,-1 0-1 0 0,0 0 1 0 0,0 0 0 0 0,1 1-1 0 0,-1-1 1 0 0,0 0 0 0 0,0 0-1 0 0,1 0 1 0 0,-1 1 0 0 0,0-1-1 0 0,0 0 1 0 0,0 0 0 0 0,1 1-1 0 0,-1-1 1 0 0,0 0 0 0 0,0 0-1 0 0,0 1 1 0 0,0-1 0 0 0,0 0-1 0 0,0 0 1 0 0,1 1 0 0 0,-2 17 21 0 0,-4-1 47 0 0,0-1-1 0 0,-1 1 1 0 0,-1-1-1 0 0,-1 0 1 0 0,-18 28 0 0 0,26-44-54 0 0,0 1 0 0 0,-1-1 1 0 0,1 1-1 0 0,0-1 0 0 0,-1 0 0 0 0,1 1 1 0 0,0-1-1 0 0,0 1 0 0 0,-1-1 1 0 0,1 1-1 0 0,0-1 0 0 0,0 1 1 0 0,0-1-1 0 0,0 1 0 0 0,0-1 0 0 0,-1 1 1 0 0,1 0-1 0 0,0-1 0 0 0,0 1 1 0 0,0-1-1 0 0,1 1 0 0 0,-1-1 1 0 0,0 2-1 0 0,10-4 215 0 0,17-13-137 0 0,-18 7-77 0 0,0 1 0 0 0,13-16 0 0 0,-17 17-15 0 0,0 0 0 0 0,1 1 0 0 0,0-1 1 0 0,0 1-1 0 0,0 0 0 0 0,1 1 0 0 0,-1 0 0 0 0,13-6 0 0 0,-9 6-40 0 0,-8 3 26 0 0,0-1 0 0 0,0 1-1 0 0,1 1 1 0 0,-1-1 0 0 0,0 0 0 0 0,0 0 0 0 0,1 1 0 0 0,-1 0-1 0 0,0-1 1 0 0,1 1 0 0 0,-1 0 0 0 0,1 0 0 0 0,-1 0-1 0 0,0 0 1 0 0,1 1 0 0 0,-1-1 0 0 0,0 1 0 0 0,1-1-1 0 0,-1 1 1 0 0,0 0 0 0 0,0 0 0 0 0,3 1 0 0 0,13 9-325 0 0,-8-5-67 0 0,1 0 0 0 0,-1-1-1 0 0,1 0 1 0 0,12 5 0 0 0,21 6-450 0 0,-36-12 694 0 0,0 0 1 0 0,0-1 0 0 0,0 0 0 0 0,1-1 0 0 0,-1 0 0 0 0,15 2-1 0 0,-11-4 63 0 0,0-1-1 0 0,0 0 1 0 0,0-1-1 0 0,1 0 1 0 0,-2-1-1 0 0,1-1 0 0 0,0 1 1 0 0,-1-2-1 0 0,1 0 1 0 0,-1 0-1 0 0,18-12 1 0 0,-25 14 96 0 0,0-1 0 0 0,0 1 0 0 0,-1-1 0 0 0,1 1 0 0 0,-1-1 1 0 0,0 0-1 0 0,0 0 0 0 0,0-1 0 0 0,-1 1 0 0 0,1 0 1 0 0,-1-1-1 0 0,0 0 0 0 0,0 0 0 0 0,1-7 0 0 0,2-11 15 0 0,5-44 1 0 0,-6 38-5 0 0,11-156 410 0 0,-14 174-217 0 0,1 0 0 0 0,0 1 0 0 0,1-1 0 0 0,0 1-1 0 0,6-13 1 0 0,-4 11 216 0 0,-1-1 1 0 0,0 0-1 0 0,2-13 0 0 0,-5 9 308 0 0,-1 9-248 0 0,0 12-71 0 0,-2 63-201 0 0,-19 116 0 0 0,-29 67-271 0 0,5-33-5914 0 0,40-185 2495 0 0,5-22 1173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11795 0 0,'-3'-29'3676'0'0,"5"27"-3669"0"0,-1 1 0 0 0,1-1 0 0 0,0 1-1 0 0,0-1 1 0 0,0 1 0 0 0,0 0 0 0 0,1-1-1 0 0,-1 1 1 0 0,0 0 0 0 0,0 1 0 0 0,1-1-1 0 0,-1 0 1 0 0,1 1 0 0 0,-1-1 0 0 0,5 1-1 0 0,3-3 14 0 0,101-18 110 0 0,-36 7-64 0 0,-41 0 78 0 0,-31 12-91 0 0,0 1 1 0 0,0-1-1 0 0,0 1 1 0 0,0-1 0 0 0,0 1-1 0 0,0 0 1 0 0,0 0 0 0 0,0 0-1 0 0,1 1 1 0 0,-1-1-1 0 0,0 1 1 0 0,1-1 0 0 0,-1 1-1 0 0,0 0 1 0 0,1 1 0 0 0,3 0-1 0 0,-5 0-24 0 0,0 1 1 0 0,0 0-1 0 0,0 0 0 0 0,-1 0 0 0 0,1 0 0 0 0,-1 0 1 0 0,1 0-1 0 0,-1 0 0 0 0,1 1 0 0 0,-1-1 0 0 0,0 1 1 0 0,1 2-1 0 0,0 0 19 0 0,1 2 6 0 0,1 1-1 0 0,-2 0 1 0 0,1 0-1 0 0,-1 1 1 0 0,0-1 0 0 0,0 0-1 0 0,-1 1 1 0 0,-1-1-1 0 0,1 11 1 0 0,-3 8-107 0 0,-7 41 0 0 0,4-35-593 0 0,5-32 637 0 0,0-1-161 0 0,0 1 0 0 0,-1-1 0 0 0,1 1-1 0 0,0-1 1 0 0,0 1 0 0 0,0-1 0 0 0,0 1 0 0 0,0-1 0 0 0,0 1 0 0 0,0-1 0 0 0,0 1 0 0 0,0-1 0 0 0,1 1 0 0 0,-1-1 0 0 0,0 1 0 0 0,0-1 0 0 0,0 1 0 0 0,0-1 0 0 0,1 1-1 0 0,-1-1 1 0 0,0 0 0 0 0,0 1 0 0 0,1-1 0 0 0,-1 1 0 0 0,0-1 0 0 0,1 0 0 0 0,-1 1 0 0 0,1-1 0 0 0,-1 0 0 0 0,0 0 0 0 0,1 1 0 0 0,-1-1 0 0 0,1 0 0 0 0,-1 0 0 0 0,1 1-1 0 0,-1-1 1 0 0,0 0 0 0 0,1 0 0 0 0,0 0 0 0 0,21 7-2590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290 487 11010 0 0,'-1'-26'2830'0'0,"-6"-31"-1"0"0,3 27-2057 0 0,4 27-705 0 0,-1 1 0 0 0,0-1 1 0 0,1 0-1 0 0,-1 1 0 0 0,0-1 0 0 0,0 0 0 0 0,0 1 0 0 0,-1 0 1 0 0,1-1-1 0 0,-1 1 0 0 0,1 0 0 0 0,-1-1 0 0 0,0 1 0 0 0,0 0 1 0 0,0 0-1 0 0,0 1 0 0 0,0-1 0 0 0,0 0 0 0 0,0 1 0 0 0,-1-1 1 0 0,1 1-1 0 0,-1-1 0 0 0,1 1 0 0 0,-1 0 0 0 0,1 0 0 0 0,-1 1 1 0 0,0-1-1 0 0,1 0 0 0 0,-1 1 0 0 0,-5-1 0 0 0,3 1-70 0 0,1 0 0 0 0,-1 0-1 0 0,1 0 1 0 0,-1 0 0 0 0,0 1-1 0 0,1 0 1 0 0,-1 0 0 0 0,1 0-1 0 0,-1 1 1 0 0,1-1 0 0 0,0 1-1 0 0,0 0 1 0 0,0 0 0 0 0,0 1-1 0 0,0-1 1 0 0,0 1 0 0 0,0 0-1 0 0,-4 4 1 0 0,0 3-1 0 0,1 0 0 0 0,0 1-1 0 0,0 0 1 0 0,1 0 0 0 0,-4 13 0 0 0,-23 63-32 0 0,28-70 22 0 0,0 0-1 0 0,-4 29 1 0 0,8-38 10 0 0,-1 0 0 0 0,0-1-1 0 0,-1 1 1 0 0,-5 12 0 0 0,4-14-4 0 0,2 1 0 0 0,-1 0 1 0 0,1 0-1 0 0,-3 13 0 0 0,5-17 7 0 0,0 0 0 0 0,0 0 0 0 0,0 0-1 0 0,0 0 1 0 0,0 0 0 0 0,1 0 0 0 0,0 0-1 0 0,-1 0 1 0 0,1 0 0 0 0,0 0-1 0 0,1 0 1 0 0,-1 0 0 0 0,0-1 0 0 0,1 1-1 0 0,2 3 1 0 0,-2-3-1 0 0,1-1-1 0 0,-1 0 1 0 0,1 0 0 0 0,0-1-1 0 0,-1 1 1 0 0,1-1 0 0 0,0 1-1 0 0,0-1 1 0 0,0 0 0 0 0,5 1-1 0 0,12 6-14 0 0,-12-4 16 0 0,-1-1 0 0 0,1-1-1 0 0,-1 1 1 0 0,1-1 0 0 0,0-1 0 0 0,0 0-1 0 0,0 0 1 0 0,0 0 0 0 0,-1-1-1 0 0,1 0 1 0 0,0 0 0 0 0,0-1-1 0 0,0 0 1 0 0,11-3 0 0 0,11-4 13 0 0,-1-1 1 0 0,35-17 0 0 0,-64 26-13 0 0,17-7 41 0 0,-1 0-1 0 0,-1-1 0 0 0,0-1 1 0 0,0-1-1 0 0,22-17 1 0 0,-35 24-14 0 0,1 1 0 0 0,-1-1 0 0 0,0 0 0 0 0,0 0 0 0 0,0 0 1 0 0,0 0-1 0 0,0-1 0 0 0,-1 1 0 0 0,1 0 0 0 0,-1-1 0 0 0,0 1 0 0 0,0-1 0 0 0,0 1 0 0 0,-1-1 1 0 0,1 0-1 0 0,-1 1 0 0 0,0-6 0 0 0,-1 8-26 0 0,1 0 0 0 0,-1 1 1 0 0,0-1-1 0 0,0 1 0 0 0,0-1 0 0 0,1 1 1 0 0,-1-1-1 0 0,0 1 0 0 0,0 0 0 0 0,0-1 1 0 0,0 1-1 0 0,0 0 0 0 0,0-1 0 0 0,0 1 1 0 0,1 0-1 0 0,-1 0 0 0 0,0 0 0 0 0,0 0 1 0 0,0 0-1 0 0,0 0 0 0 0,0 0 0 0 0,-1 1 1 0 0,0-1 5 0 0,-2 0-8 0 0,0 1 1 0 0,1-1-1 0 0,-1 1 1 0 0,0 0-1 0 0,1 0 1 0 0,-1 0-1 0 0,1 1 1 0 0,-1-1-1 0 0,1 1 1 0 0,0 0-1 0 0,-6 4 0 0 0,-11 5 0 0 0,17-9-7 0 0,-1 1 1 0 0,0-1-1 0 0,1 1 1 0 0,0 0-1 0 0,-1 0 1 0 0,1 0-1 0 0,0 1 0 0 0,1-1 1 0 0,-1 1-1 0 0,0 0 1 0 0,1 0-1 0 0,0-1 1 0 0,0 1-1 0 0,0 1 1 0 0,1-1-1 0 0,-1 0 0 0 0,-1 8 1 0 0,3-11 5 0 0,1 0 0 0 0,-1 0 0 0 0,0 0-1 0 0,0 0 1 0 0,1 0 0 0 0,-1 1 0 0 0,0-1 0 0 0,1-1 0 0 0,-1 1 0 0 0,1 0-1 0 0,-1 0 1 0 0,1 0 0 0 0,0 0 0 0 0,-1 0 0 0 0,1 0 0 0 0,0 0 0 0 0,-1-1 0 0 0,1 1-1 0 0,0 0 1 0 0,0-1 0 0 0,0 1 0 0 0,0-1 0 0 0,0 1 0 0 0,0-1 0 0 0,0 1 0 0 0,0-1-1 0 0,0 1 1 0 0,0-1 0 0 0,0 0 0 0 0,0 0 0 0 0,1 1 0 0 0,3 1-1 0 0,5 1 4 0 0,-1 0-1 0 0,1-1 1 0 0,0 0-1 0 0,0 0 1 0 0,0-1-1 0 0,0 0 1 0 0,0-1-1 0 0,1 0 1 0 0,-1-1-1 0 0,0 0 1 0 0,15-3-1 0 0,-4-1 2 0 0,0-1-1 0 0,-1-1 1 0 0,0 0-1 0 0,28-16 1 0 0,-23 10 12 0 0,-11 7-1 0 0,-1-1 1 0 0,0-1 0 0 0,0 0 0 0 0,-1 0 0 0 0,0-1-1 0 0,16-17 1 0 0,-14 10-2 0 0,-1 0 0 0 0,0-1 0 0 0,-2-1 0 0 0,0 0-1 0 0,-1-1 1 0 0,10-24 0 0 0,34-123 88 0 0,-42 108-70 0 0,-9 42-24 0 0,0 0 1 0 0,10-29-1 0 0,-9 35 5 0 0,-1 1 1 0 0,-1 0-1 0 0,0-1 0 0 0,0 1 0 0 0,0-17 0 0 0,-2 21-1 0 0,1 0 0 0 0,-2 0 0 0 0,1 0 0 0 0,0 0 0 0 0,-1 0 0 0 0,0 0 0 0 0,0 0 0 0 0,0 1 0 0 0,-1-1 0 0 0,0 0-1 0 0,0 1 1 0 0,-4-9 0 0 0,4 12-3 0 0,1 1 0 0 0,0-1 0 0 0,-1 0 0 0 0,1 0 0 0 0,-1 1 0 0 0,1-1 0 0 0,-1 1 0 0 0,1 0 0 0 0,-1-1 0 0 0,1 1 0 0 0,-1 0 0 0 0,1 0 0 0 0,-1 0 0 0 0,1 0 0 0 0,-1 0-1 0 0,1 0 1 0 0,-1 0 0 0 0,1 1 0 0 0,-1-1 0 0 0,1 0 0 0 0,-1 1 0 0 0,1-1 0 0 0,-1 1 0 0 0,1 0 0 0 0,-1 0 0 0 0,1-1 0 0 0,0 1 0 0 0,0 0 0 0 0,-1 0 0 0 0,1 0 0 0 0,0 0 0 0 0,0 0-1 0 0,-1 2 1 0 0,-8 17 40 0 0,1 0-1 0 0,1 1 0 0 0,-10 42 0 0 0,12-40-9 0 0,-5 17 1 0 0,2 1 0 0 0,-6 78 0 0 0,13-99-25 0 0,-1 0 0 0 0,-9 32 0 0 0,7-38-6 0 0,1 1 0 0 0,1-1 0 0 0,1 1 0 0 0,0 0 0 0 0,1 0 0 0 0,1 22 0 0 0,2-25-119 0 0,0 0-1 0 0,0-1 0 0 0,1 0 0 0 0,0 1 0 0 0,1-1 0 0 0,1 0 0 0 0,0-1 0 0 0,0 1 0 0 0,1-1 0 0 0,0 0 0 0 0,12 14 1 0 0,-16-22-356 0 0,0-1 0 0 0,0 1 1 0 0,1-1-1 0 0,-1 0 1 0 0,0 0-1 0 0,1 1 1 0 0,3 0-1 0 0,5 2-3841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63 8546 0 0,'-1'-1'6721'0'0,"-4"-3"-4656"0"0,-2 3-1657 0 0,-4-11-408 0 0,3 2 96 0 0,0 3 32 0 0,5 1-8 0 0,2 1-72 0 0,-2 0-48 0 0,1 2-40 0 0,2 2-16 0 0,0-1-312 0 0,-1-1-1417 0 0,1 0-543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42 132 15243 0 0,'-1'-20'531'0'0,"2"-34"-65"0"0,0 50-330 0 0,-1 0 0 0 0,1 0 0 0 0,0 0 0 0 0,0 0 0 0 0,0 1 0 0 0,0-1 0 0 0,1 0 0 0 0,-1 1 0 0 0,1-1 0 0 0,4-5 0 0 0,-5 8-120 0 0,0 0 0 0 0,1 0 1 0 0,-1 0-1 0 0,1 0 0 0 0,-1 0 0 0 0,1 0 1 0 0,-1 1-1 0 0,1-1 0 0 0,-1 1 0 0 0,1-1 1 0 0,-1 1-1 0 0,1-1 0 0 0,0 1 0 0 0,2 0 1 0 0,-3 0-10 0 0,0 0 1 0 0,-1 0-1 0 0,1-1 1 0 0,0 1 0 0 0,0 1-1 0 0,0-1 1 0 0,0 0-1 0 0,0 0 1 0 0,0 0 0 0 0,0 0-1 0 0,0 1 1 0 0,0-1-1 0 0,0 0 1 0 0,0 1 0 0 0,-1-1-1 0 0,1 1 1 0 0,0-1 0 0 0,0 1-1 0 0,0-1 1 0 0,-1 1-1 0 0,1 0 1 0 0,0-1 0 0 0,-1 1-1 0 0,1 0 1 0 0,0 0-1 0 0,-1-1 1 0 0,1 1 0 0 0,-1 0-1 0 0,1 1 1 0 0,6 45 139 0 0,-6-34-96 0 0,1-1-1 0 0,4 20 1 0 0,3-7-1 0 0,-6-16-28 0 0,0 1-1 0 0,0-1 0 0 0,-1 1 1 0 0,2 13-1 0 0,-3-1 29 0 0,-1 0 0 0 0,-1 1 0 0 0,-5 33 0 0 0,-21 67 41 0 0,20-92-113 0 0,-46 149-2242 0 0,8-65-5837 0 0,35-92 3270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1 250 13595 0 0,'5'-13'192'0'0,"-3"9"-176"0"0,0 1 0 0 0,1 1 0 0 0,-1-1 0 0 0,1 0 0 0 0,-1 1 0 0 0,1-1 0 0 0,0 1-1 0 0,0 0 1 0 0,0 0 0 0 0,7-4 0 0 0,38-13 56 0 0,-28 12-50 0 0,29-10 415 0 0,1 1-1 0 0,0 3 1 0 0,68-10-1 0 0,-103 16-139 0 0,5-1 353 0 0,-20 8-629 0 0,1 0 1 0 0,0 0-1 0 0,-1 0 1 0 0,1 0-1 0 0,-1 0 1 0 0,1 0-1 0 0,-1 0 0 0 0,1 0 1 0 0,-1 1-1 0 0,1-1 1 0 0,-1 0-1 0 0,1 0 0 0 0,0 1 1 0 0,-1-1-1 0 0,0 0 1 0 0,1 1-1 0 0,-1-1 0 0 0,1 0 1 0 0,-1 1-1 0 0,1-1 1 0 0,-1 1-1 0 0,0-1 1 0 0,1 0-1 0 0,-1 1 0 0 0,0-1 1 0 0,1 1-1 0 0,-1-1 1 0 0,0 1-1 0 0,0-1 0 0 0,0 1 1 0 0,1 0-1 0 0,-1-1 1 0 0,0 1-1 0 0,2 8 34 0 0,0-1-1 0 0,-1 0 1 0 0,1 0-1 0 0,-2 1 1 0 0,1-1-1 0 0,-1 1 1 0 0,-1 7-1 0 0,-12 62 170 0 0,8-57 265 0 0,1 1-1 0 0,-2 37 1 0 0,7-59-453 0 0,-1 1 0 0 0,0 0 0 0 0,0 0 0 0 0,1-1 0 0 0,-1 1 0 0 0,0-1 0 0 0,1 1 0 0 0,-1 0 0 0 0,1-1-1 0 0,-1 1 1 0 0,1-1 0 0 0,-1 1 0 0 0,1-1 0 0 0,-1 1 0 0 0,1-1 0 0 0,0 1 0 0 0,-1-1 0 0 0,1 0 0 0 0,0 1 0 0 0,-1-1 0 0 0,1 0 0 0 0,0 1 0 0 0,-1-1 0 0 0,1 0 0 0 0,0 0 0 0 0,0 0 0 0 0,-1 0 0 0 0,1 0 0 0 0,1 0 0 0 0,24 1 170 0 0,-21-1-172 0 0,1-1 0 0 0,-1 0-1 0 0,1 0 1 0 0,-1-1-1 0 0,0 1 1 0 0,0-1-1 0 0,0 0 1 0 0,0-1-1 0 0,0 1 1 0 0,0-1-1 0 0,0 0 1 0 0,-1 0 0 0 0,1-1-1 0 0,-1 1 1 0 0,0-1-1 0 0,0 0 1 0 0,0 0-1 0 0,-1 0 1 0 0,4-6-1 0 0,-1 1 23 0 0,-1 0 0 0 0,0 0 0 0 0,0-1 0 0 0,0 0 0 0 0,-2 0 0 0 0,1 0-1 0 0,-1-1 1 0 0,-1 1 0 0 0,2-12 0 0 0,-2 15 8 0 0,-1-1 0 0 0,1 0-1 0 0,6-13 1 0 0,-5 16-41 0 0,-1 0 0 0 0,0 0 0 0 0,-1 0 0 0 0,1 0 0 0 0,-1 0-1 0 0,0-1 1 0 0,-1 1 0 0 0,1 0 0 0 0,-1 0 0 0 0,0-7 0 0 0,0 8-22 0 0,0 1 1 0 0,-1 0-1 0 0,1 0 0 0 0,-1 0 1 0 0,1 0-1 0 0,-1-1 0 0 0,0 1 1 0 0,0 0-1 0 0,0 1 1 0 0,-1-1-1 0 0,1 0 0 0 0,-1 0 1 0 0,0 0-1 0 0,1 1 1 0 0,-1-1-1 0 0,-1 1 0 0 0,1-1 1 0 0,0 1-1 0 0,0 0 0 0 0,-1 0 1 0 0,1 0-1 0 0,-1 0 1 0 0,0 1-1 0 0,1-1 0 0 0,-1 1 1 0 0,0-1-1 0 0,0 1 0 0 0,-6-2 1 0 0,-30-9-386 0 0,7 0-2381 0 0,8 10-4026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402 196 11987 0 0,'0'-12'1260'0'0,"12"-161"4678"0"0,-12 172-5925 0 0,0 1 0 0 0,0-1 1 0 0,-1 0-1 0 0,1 1 0 0 0,0-1 0 0 0,0 1 0 0 0,-1-1 0 0 0,1 1 0 0 0,-1-1 0 0 0,1 1 0 0 0,0-1 0 0 0,-1 1 0 0 0,1 0 0 0 0,-1-1 0 0 0,1 1 0 0 0,-1-1 0 0 0,1 1 0 0 0,-1 0 0 0 0,0 0 0 0 0,1-1 0 0 0,-1 1 0 0 0,1 0 0 0 0,-1 0 0 0 0,0 0 0 0 0,1-1 0 0 0,-1 1 0 0 0,1 0 0 0 0,-1 0 0 0 0,0 0 0 0 0,1 0 0 0 0,-2 0 0 0 0,-20 1 15 0 0,12 1-32 0 0,1 0 1 0 0,0 1-1 0 0,0 0 1 0 0,0 0-1 0 0,1 1 1 0 0,-1 0 0 0 0,1 1-1 0 0,0-1 1 0 0,0 2-1 0 0,0-1 1 0 0,1 1 0 0 0,-10 9-1 0 0,-6 10-6 0 0,0 1-1 0 0,-20 31 1 0 0,12-16 42 0 0,19-27-37 0 0,1 0 1 0 0,1 1 0 0 0,0 0-1 0 0,1 0 1 0 0,1 1 0 0 0,0 0 0 0 0,1 0-1 0 0,1 1 1 0 0,-6 24 0 0 0,8-28-6 0 0,0 0-1 0 0,-8 18 1 0 0,7-18-2 0 0,0 0 1 0 0,-6 26-1 0 0,10-35 21 0 0,1 0 1 0 0,-1 0-1 0 0,1 0 0 0 0,0 0 1 0 0,0 0-1 0 0,0 0 1 0 0,1 0-1 0 0,-1 0 0 0 0,1 0 1 0 0,0 0-1 0 0,0 0 0 0 0,1 0 1 0 0,-1 0-1 0 0,4 4 1 0 0,-3-6 11 0 0,0 0 0 0 0,1 0 0 0 0,0 0 1 0 0,-1 0-1 0 0,1-1 0 0 0,0 1 0 0 0,0-1 1 0 0,4 2-1 0 0,4 1 29 0 0,-7-1-16 0 0,1-1 1 0 0,-1 0-1 0 0,1-1 1 0 0,0 1-1 0 0,0-1 1 0 0,0 0-1 0 0,0 0 1 0 0,0 0-1 0 0,0-1 1 0 0,0 0-1 0 0,10-1 1 0 0,-1-1 107 0 0,1-1 0 0 0,23-8 1 0 0,-15 5 1 0 0,-14 2-92 0 0,0 0 0 0 0,0 0 0 0 0,0 0 0 0 0,0-1-1 0 0,-1-1 1 0 0,0 0 0 0 0,0 0 0 0 0,0 0-1 0 0,10-12 1 0 0,2-4 70 0 0,33-48 0 0 0,-45 59-81 0 0,-1-1 0 0 0,0 0 0 0 0,0 0-1 0 0,-2-1 1 0 0,1 0 0 0 0,-2 0 0 0 0,0 0 0 0 0,0 0 0 0 0,-1-1 0 0 0,1-15-1 0 0,-3 21-6 0 0,1 1 0 0 0,0-1 1 0 0,0 1-1 0 0,6-14 0 0 0,6-22 67 0 0,-14 40-108 0 0,1 0 1 0 0,-1-1-1 0 0,0 1 0 0 0,0 0 0 0 0,0 0 0 0 0,-1 0 0 0 0,1 0 0 0 0,-1-1 1 0 0,0 1-1 0 0,0 0 0 0 0,0 0 0 0 0,-2-5 0 0 0,1 5-124 0 0,0 0 1 0 0,0 0-1 0 0,0 1 0 0 0,0-1 1 0 0,-1 0-1 0 0,1 1 0 0 0,-1-1 1 0 0,1 1-1 0 0,-1 0 0 0 0,0 0 1 0 0,0 0-1 0 0,0 0 0 0 0,0 0 1 0 0,-1 1-1 0 0,1 0 0 0 0,0-1 1 0 0,-1 1-1 0 0,1 0 0 0 0,-1 1 1 0 0,1-1-1 0 0,-1 1 0 0 0,1-1 1 0 0,-1 1-1 0 0,1 0 0 0 0,-7 1 1 0 0,1 0-166 0 0,0 0-1 0 0,1 0 1 0 0,-1 1 0 0 0,0 1-1 0 0,1-1 1 0 0,0 1 0 0 0,0 1 0 0 0,0-1-1 0 0,-10 7 1 0 0,8-4 231 0 0,6-3 33 0 0,0-1 0 0 0,0 0 1 0 0,1 1-1 0 0,-1 0 1 0 0,1 0-1 0 0,-7 6 0 0 0,10-7 69 0 0,-1-1-1 0 0,0 0 1 0 0,1 0-1 0 0,-1 1 1 0 0,1-1-1 0 0,-1 0 1 0 0,1 0-1 0 0,0 1 1 0 0,0-1-1 0 0,-1 0 1 0 0,1 1-1 0 0,0-1 0 0 0,0 0 1 0 0,0 1-1 0 0,1-1 1 0 0,-1 1-1 0 0,0-1 1 0 0,0 0-1 0 0,1 0 1 0 0,-1 1-1 0 0,1-1 1 0 0,-1 0-1 0 0,1 0 1 0 0,-1 1-1 0 0,1-1 1 0 0,0 0-1 0 0,0 0 0 0 0,0 1 1 0 0,165 223 4643 0 0,-151-205-4490 0 0,18 29 0 0 0,-14-19-25 0 0,-14-23-387 0 0,4 7-1390 0 0,-3-5-2986 0 0,-5-6 2127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49 14675 0 0,'-4'-20'3123'0'0,"6"18"-3064"0"0,0 1 0 0 0,-1-1 0 0 0,1 0 0 0 0,0 0 0 0 0,0 1 0 0 0,-1-1 0 0 0,1 1 0 0 0,1-1 0 0 0,-1 1 0 0 0,0 0 0 0 0,0 0 0 0 0,0 0 0 0 0,1 0 0 0 0,-1 0 0 0 0,0 0 0 0 0,4 0 0 0 0,2-1 52 0 0,0 1 1 0 0,0 0-1 0 0,13-1 1 0 0,-19 2-98 0 0,0 0 1 0 0,-1 0 0 0 0,1 1-1 0 0,0-1 1 0 0,-1 0-1 0 0,1 1 1 0 0,0-1 0 0 0,-1 1-1 0 0,1-1 1 0 0,-1 1 0 0 0,1 0-1 0 0,-1 0 1 0 0,1 0-1 0 0,-1 0 1 0 0,0 0 0 0 0,1 0-1 0 0,-1 0 1 0 0,2 3-1 0 0,-1-2-2 0 0,0 1-1 0 0,0 0 1 0 0,0 0-1 0 0,-1 0 0 0 0,1 0 1 0 0,-1 0-1 0 0,0 1 0 0 0,0-1 1 0 0,0 4-1 0 0,1 2 7 0 0,-1 0-1 0 0,0 0 0 0 0,-1 0 1 0 0,0 0-1 0 0,-1 0 1 0 0,-2 15-1 0 0,-4-2 62 0 0,0-1-1 0 0,-1 0 0 0 0,-1-1 1 0 0,-1 1-1 0 0,-1-2 0 0 0,-18 25 1 0 0,-13 26 371 0 0,40-67-426 0 0,0 1 1 0 0,0-1-1 0 0,0 1 0 0 0,1-1 1 0 0,-1 1-1 0 0,1 0 0 0 0,0-1 1 0 0,0 1-1 0 0,0 7 1 0 0,1-10-16 0 0,0 1 1 0 0,1-1 0 0 0,-1 1 0 0 0,1-1-1 0 0,-1 0 1 0 0,1 1 0 0 0,0-1 0 0 0,-1 0 0 0 0,1 1-1 0 0,0-1 1 0 0,0 0 0 0 0,0 0 0 0 0,0 0 0 0 0,0 0-1 0 0,0 0 1 0 0,0 0 0 0 0,0 0 0 0 0,0 0-1 0 0,1 0 1 0 0,-1 0 0 0 0,0-1 0 0 0,0 1 0 0 0,1 0-1 0 0,-1-1 1 0 0,1 1 0 0 0,-1-1 0 0 0,2 1 0 0 0,4 1 11 0 0,0 0 1 0 0,0-1-1 0 0,0 0 1 0 0,0 0-1 0 0,0 0 1 0 0,0-1-1 0 0,0 0 1 0 0,0 0-1 0 0,0-1 1 0 0,12-2-1 0 0,0-2 176 0 0,0-1 1 0 0,25-12-1 0 0,9-3 187 0 0,-41 14-1103 0 0,-8-1-4534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101 176 1688 0 0,'0'-7'3882'0'0,"0"-11"-2609"0"0,-2-132 5996 0 0,-40 413-6236 0 0,3-25 476 0 0,37-222-1391 0 0,2-10-77 0 0,0 1 1 0 0,-1 0 0 0 0,0-1-1 0 0,0 1 1 0 0,0-1 0 0 0,-1 1-1 0 0,-3 5 1 0 0,1-26-7233 0 0,6-13 5947 0 0,11-52-4299 0 0,-8 53 3696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81 198 1040 0 0,'-4'-4'988'0'0,"1"-1"0"0"0,0 1 0 0 0,1-1 0 0 0,-1 1 0 0 0,1-1 0 0 0,-3-9 0 0 0,-7-12 1702 0 0,11 24-2384 0 0,-1 0 0 0 0,1 0 0 0 0,-1 1 0 0 0,0-1 0 0 0,1 1 0 0 0,-1-1 0 0 0,0 1 0 0 0,0 0-1 0 0,0-1 1 0 0,-5-1 0 0 0,6 3-136 0 0,-1-1 0 0 0,0 0 0 0 0,0 0 0 0 0,0 0 0 0 0,1 0 0 0 0,-1 0 0 0 0,0-1 0 0 0,1 1 0 0 0,-1 0 0 0 0,1-1 0 0 0,0 1 0 0 0,-2-3 0 0 0,3 3-149 0 0,1 0 0 0 0,-1 1 1 0 0,1-1-1 0 0,-1 0 1 0 0,1 1-1 0 0,-1-1 0 0 0,1 1 1 0 0,0-1-1 0 0,-1 1 0 0 0,1-1 1 0 0,0 1-1 0 0,0-1 0 0 0,-1 1 1 0 0,1 0-1 0 0,0-1 0 0 0,0 1 1 0 0,0 0-1 0 0,-1 0 0 0 0,1 0 1 0 0,2-1-1 0 0,-1 1 11 0 0,28-10 124 0 0,142-41 261 0 0,-139 44-325 0 0,1 0 0 0 0,-1 3 0 0 0,48-1 0 0 0,-49 6 389 0 0,-36 7-6883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46 566 5377 0 0,'-14'0'4161'0'0,"-15"1"175"0"0,26-2-3476 0 0,20-1-836 0 0,35-2 433 0 0,14 0-2181 0 0,-1-3 0 0 0,-1-2 0 0 0,68-20 0 0 0,-97 20 1346 0 0,-25 7 699 0 0,0 0 0 0 0,-1-1-1 0 0,1 0 1 0 0,-1 0 0 0 0,0-1-1 0 0,16-9 1 0 0,-22 11 119 0 0,-1 0 0 0 0,0 0-1 0 0,-1-1 1 0 0,1 1 0 0 0,0-1-1 0 0,-1 1 1 0 0,1-1 0 0 0,0-2-1 0 0,-1 4-328 0 0,0 0-1 0 0,-1 0 1 0 0,1 0-1 0 0,-1 0 1 0 0,0 0-1 0 0,1-1 1 0 0,-1 1-1 0 0,0 0 1 0 0,0 0-1 0 0,0 0 0 0 0,0 0 1 0 0,1 0-1 0 0,-2 0 1 0 0,1 0-1 0 0,0-1 1 0 0,0 1-1 0 0,0 0 1 0 0,0 0-1 0 0,-1 0 1 0 0,1 0-1 0 0,0 0 1 0 0,-1 0-1 0 0,1 0 0 0 0,-2-1 1 0 0,2 2-101 0 0,-1 0 0 0 0,1 0 1 0 0,-1 0-1 0 0,0 0 0 0 0,1 0 1 0 0,-1 0-1 0 0,0 0 0 0 0,1 1 0 0 0,-1-1 1 0 0,1 0-1 0 0,-1 0 0 0 0,1 1 0 0 0,-1-1 1 0 0,0 0-1 0 0,1 1 0 0 0,-1-1 1 0 0,1 0-1 0 0,0 1 0 0 0,-1-1 0 0 0,1 1 1 0 0,-1-1-1 0 0,1 1 0 0 0,0-1 0 0 0,-1 1 1 0 0,1-1-1 0 0,0 1 0 0 0,-1-1 1 0 0,1 2-1 0 0,-14 19 9 0 0,13-20-3 0 0,-7 13 0 0 0,1 1 0 0 0,0-1 0 0 0,1 1 0 0 0,1 0-1 0 0,0 1 1 0 0,1-1 0 0 0,0 1 0 0 0,2 0 0 0 0,0 0-1 0 0,0 0 1 0 0,2 0 0 0 0,1 27 0 0 0,0-40-20 0 0,-1 0 0 0 0,1-1 1 0 0,0 1-1 0 0,0-1 1 0 0,0 0-1 0 0,0 1 0 0 0,0-1 1 0 0,0 0-1 0 0,1 1 1 0 0,-1-1-1 0 0,1 0 0 0 0,0 0 1 0 0,-1 0-1 0 0,1 0 0 0 0,0-1 1 0 0,0 1-1 0 0,0 0 1 0 0,0-1-1 0 0,1 1 0 0 0,-1-1 1 0 0,0 0-1 0 0,1 0 0 0 0,-1 0 1 0 0,1 0-1 0 0,-1 0 1 0 0,1 0-1 0 0,-1-1 0 0 0,1 1 1 0 0,-1-1-1 0 0,1 0 1 0 0,0 0-1 0 0,-1 0 0 0 0,4 0 1 0 0,3 0 1 0 0,1-1 1 0 0,-1 0-1 0 0,0-1 1 0 0,0 0-1 0 0,1 0 1 0 0,-1-1 0 0 0,-1 0-1 0 0,11-6 1 0 0,8-2 12 0 0,-21 9-7 0 0,1-1 0 0 0,-1 0 0 0 0,0 0 0 0 0,1 0 0 0 0,4-5-1 0 0,16-16 32 0 0,-2-1-1 0 0,0-1 1 0 0,34-49-1 0 0,-24 30 8 0 0,-19 29 130 0 0,-10 15-81 0 0,-6 13 8 0 0,-22 41-8 0 0,16-41 28 0 0,1 2 0 0 0,-6 17 0 0 0,10-31-104 0 0,1 1-1 0 0,0-1 1 0 0,0 1 0 0 0,0-1 0 0 0,-1 1 0 0 0,1-1-1 0 0,0 1 1 0 0,0-1 0 0 0,0 1 0 0 0,0-1-1 0 0,0 0 1 0 0,0 1 0 0 0,0-1 0 0 0,0 1-1 0 0,0-1 1 0 0,0 1 0 0 0,0-1 0 0 0,0 1-1 0 0,0-1 1 0 0,0 1 0 0 0,1-1 0 0 0,-1 1 0 0 0,0-1-1 0 0,0 1 1 0 0,0-1 0 0 0,1 1 0 0 0,14-10 50 0 0,0-5-56 0 0,23-29-1 0 0,-24 25-3 0 0,23-21 0 0 0,-33 35 0 0 0,29-22 61 0 0,-32 25-62 0 0,1 0 0 0 0,-1 0 1 0 0,0 1-1 0 0,1-1 0 0 0,-1 0 1 0 0,1 1-1 0 0,-1-1 1 0 0,1 1-1 0 0,0-1 0 0 0,-1 1 1 0 0,1 0-1 0 0,0-1 0 0 0,-1 1 1 0 0,1 0-1 0 0,0 0 0 0 0,-1 0 1 0 0,1 0-1 0 0,-1 1 0 0 0,1-1 1 0 0,0 0-1 0 0,1 1 0 0 0,0 2-2 0 0,-1 0-1 0 0,1-1 1 0 0,-1 1-1 0 0,0 0 1 0 0,0 1-1 0 0,0-1 1 0 0,0 0-1 0 0,0 1 1 0 0,-1-1-1 0 0,2 5 0 0 0,2 2 1 0 0,-1-2-5 0 0,-2-2-9 0 0,1 0 1 0 0,0-1-1 0 0,0 1 0 0 0,8 7 0 0 0,-10-11 8 0 0,1 0 0 0 0,0-1 1 0 0,0 1-1 0 0,0-1 0 0 0,0 1 1 0 0,1-1-1 0 0,-1 0 0 0 0,0 0 0 0 0,1 0 1 0 0,-1 0-1 0 0,0 0 0 0 0,1-1 1 0 0,-1 1-1 0 0,5 0 0 0 0,-1 0-2 0 0,0 0 0 0 0,0 1 0 0 0,0 0 0 0 0,0 0 0 0 0,6 4 0 0 0,-6-3 2 0 0,-1-1-1 0 0,1 0 1 0 0,-1 0-1 0 0,1 0 0 0 0,0-1 1 0 0,6 2-1 0 0,-3-3 2 0 0,-1 0 0 0 0,1 0 0 0 0,-1-1 0 0 0,1 0 0 0 0,0 0 0 0 0,-1-1 0 0 0,12-4 0 0 0,2-2-13 0 0,28-15 0 0 0,14-5 3 0 0,-53 23 35 0 0,1 0 1 0 0,-1-1-1 0 0,0 0 0 0 0,-1-1 1 0 0,0 0-1 0 0,0 0 1 0 0,0-1-1 0 0,-1-1 0 0 0,0 1 1 0 0,0-2-1 0 0,-1 1 0 0 0,0-1 1 0 0,-1 0-1 0 0,0-1 0 0 0,-1 0 1 0 0,7-16-1 0 0,-10 21 78 0 0,2-10 359 0 0,-10 14-312 0 0,-8 7-143 0 0,-1 2 1 0 0,0 1 1 0 0,1 0-1 0 0,-1 1 1 0 0,1 1-1 0 0,1 0 1 0 0,0 1-1 0 0,1 0 1 0 0,0 1-1 0 0,0 0 1 0 0,1 0 0 0 0,1 1-1 0 0,-14 26 1 0 0,0 24-68 0 0,21-62 56 0 0,1 0 0 0 0,0 1-1 0 0,0-1 1 0 0,1 1 0 0 0,-1-1-1 0 0,0 1 1 0 0,0-1 0 0 0,1 1-1 0 0,-1-1 1 0 0,1 1 0 0 0,0 0-1 0 0,-1-1 1 0 0,1 1 0 0 0,0 0-1 0 0,0-1 1 0 0,0 1 0 0 0,0 0-1 0 0,0 0 1 0 0,0-1 0 0 0,1 1-1 0 0,-1 0 1 0 0,0-1 0 0 0,1 1-1 0 0,-1-1 1 0 0,1 1 0 0 0,0 0-1 0 0,0-1 1 0 0,-1 1 0 0 0,1-1-1 0 0,0 0 1 0 0,0 1-1 0 0,0-1 1 0 0,1 0 0 0 0,-1 1-1 0 0,0-1 1 0 0,0 0 0 0 0,1 0-1 0 0,-1 0 1 0 0,1 0 0 0 0,-1 0-1 0 0,1-1 1 0 0,1 2 0 0 0,3 0 2 0 0,-1 0 0 0 0,0-1 1 0 0,0 1-1 0 0,1-1 0 0 0,-1 0 1 0 0,1-1-1 0 0,-1 1 0 0 0,1-1 1 0 0,-1 0-1 0 0,0 0 0 0 0,1-1 1 0 0,6-1-1 0 0,55-26 6 0 0,-60 25 1 0 0,0 0 1 0 0,0 0 0 0 0,0-1-1 0 0,-1 0 1 0 0,1 0 0 0 0,-1 0-1 0 0,9-9 1 0 0,40-43 48 0 0,-30 29-27 0 0,-12 14-10 0 0,-1-2-1 0 0,0 1 0 0 0,-2-2 1 0 0,1 1-1 0 0,-2-1 0 0 0,0-1 1 0 0,9-26-1 0 0,-9 17 17 0 0,-1 0-1 0 0,-2-1 1 0 0,-1 0 0 0 0,3-39-1 0 0,-6 57-18 0 0,-1 1-1 0 0,1-1 1 0 0,1 1 0 0 0,5-15-1 0 0,-5 15 25 0 0,0 1 1 0 0,0 0-1 0 0,-1-1 0 0 0,-1 0 1 0 0,1 1-1 0 0,0-16 0 0 0,-2 20-14 0 0,-1-18 187 0 0,1 21-209 0 0,0 0 0 0 0,0-1 0 0 0,0 1 0 0 0,-1-1 0 0 0,1 1-1 0 0,0 0 1 0 0,0-1 0 0 0,0 1 0 0 0,0 0 0 0 0,-1-1-1 0 0,1 1 1 0 0,0 0 0 0 0,0 0 0 0 0,0-1 0 0 0,-1 1 0 0 0,1 0-1 0 0,0 0 1 0 0,-1-1 0 0 0,1 1 0 0 0,0 0 0 0 0,-1 0 0 0 0,1 0-1 0 0,0-1 1 0 0,-1 1 0 0 0,1 0 0 0 0,0 0 0 0 0,-1 0-1 0 0,1 0 1 0 0,0 0 0 0 0,-1 0 0 0 0,1 0 0 0 0,0 0 0 0 0,-1 0-1 0 0,1 0 1 0 0,-1 0 0 0 0,1 0 0 0 0,0 0 0 0 0,-1 0-1 0 0,1 0 1 0 0,0 0 0 0 0,-1 0 0 0 0,1 0 0 0 0,0 1 0 0 0,-1-1-1 0 0,1 0 1 0 0,-1 1 0 0 0,0 0 0 0 0,0 0-1 0 0,1 0 1 0 0,-1 0-1 0 0,0 0 1 0 0,1 0-1 0 0,-1 0 1 0 0,1 0 0 0 0,-1 0-1 0 0,1 0 1 0 0,-1 1-1 0 0,1-1 1 0 0,0 0-1 0 0,0 0 1 0 0,0 1 0 0 0,-1-1-1 0 0,2 2 1 0 0,-2 4-2 0 0,-14 58 24 0 0,3 0 0 0 0,-4 71 0 0 0,15-129-22 0 0,0 0 1 0 0,0 0-1 0 0,-1 0 0 0 0,0 0 0 0 0,-4 8 0 0 0,3-8 1 0 0,0-1 0 0 0,1 0 0 0 0,0 1 0 0 0,1 0 0 0 0,0-1 0 0 0,-2 13 0 0 0,3-13-4 0 0,1-1 0 0 0,-1 0 0 0 0,1 1 1 0 0,0-1-1 0 0,0 0 0 0 0,0 0 0 0 0,1 0 0 0 0,0 0 0 0 0,4 9 0 0 0,-5-12 1 0 0,1 1 0 0 0,-1-1-1 0 0,1 1 1 0 0,0-1 0 0 0,0 0 0 0 0,0 0 0 0 0,0 0 0 0 0,1 0 0 0 0,-1 0 0 0 0,1-1 0 0 0,-1 1 0 0 0,1 0 0 0 0,-1-1-1 0 0,1 0 1 0 0,0 0 0 0 0,-1 0 0 0 0,1 0 0 0 0,4 1 0 0 0,26 12-293 0 0,-29-11 48 0 0,1-1 0 0 0,0 1 1 0 0,0-1-1 0 0,1 0 0 0 0,6 1 0 0 0,-10-2-127 0 0,0-1 0 0 0,-1 0-1 0 0,1 0 1 0 0,0 0 0 0 0,0 0 0 0 0,-1 0-1 0 0,1 0 1 0 0,0-1 0 0 0,-1 1-1 0 0,1-1 1 0 0,0 1 0 0 0,2-2 0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36 15771 0 0,'0'0'160'0'0,"0"-1"16"0"0,-2-1-96 0 0,1 1 56 0 0,-1-1-80 0 0,1-1 393 0 0,-1 0-225 0 0,1 0-8 0 0,-1 0-88 0 0,1 0-128 0 0,-1 0-32 0 0,1 0 32 0 0,1 1-48 0 0,0 1-64 0 0,0-1-640 0 0,0 0-121 0 0,0 1-271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161 112 10914 0 0,'-7'-64'3307'0'0,"2"16"-423"0"0,-26 226-2633 0 0,14-63-133 0 0,-2-12-617 0 0,-42 134 0 0 0,46-187-2093 0 0,10-31 398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2 333 11186 0 0,'-1'-11'3029'0'0,"1"7"-2990"0"0,1-1-1 0 0,-1 0 0 0 0,1 0 1 0 0,0 1-1 0 0,1-1 1 0 0,-1 0-1 0 0,1 1 1 0 0,0 0-1 0 0,0-1 1 0 0,0 1-1 0 0,1 0 1 0 0,-1 0-1 0 0,1 0 1 0 0,0 0-1 0 0,0 1 1 0 0,1-1-1 0 0,-1 1 1 0 0,5-4-1 0 0,9-6-6 0 0,0 1 1 0 0,0 1-1 0 0,20-9 0 0 0,-8 4 71 0 0,142-66 242 0 0,-129 64-257 0 0,-31 13 19 0 0,31-15-30 0 0,-39 18 50 0 0,0 1 0 0 0,0-1 1 0 0,0 0-1 0 0,-1 0 0 0 0,1-1 0 0 0,-1 1 1 0 0,1 0-1 0 0,-1-1 0 0 0,0 1 0 0 0,3-6 0 0 0,2-2 698 0 0,-4 7-624 0 0,-5 7-70 0 0,-17 31-114 0 0,1 1 0 0 0,-15 44 0 0 0,-20 82 47 0 0,31-94-11 0 0,14-45 3 0 0,5-16 10 0 0,0 0 1 0 0,0 0-1 0 0,1 1 1 0 0,0 0-1 0 0,0-1 1 0 0,1 1 0 0 0,0 0-1 0 0,0 0 1 0 0,1 0-1 0 0,0 9 1 0 0,1-16-46 0 0,-1-1 1 0 0,0 1 0 0 0,1 0-1 0 0,-1-1 1 0 0,1 1 0 0 0,-1-1-1 0 0,1 1 1 0 0,0-1 0 0 0,-1 1-1 0 0,1-1 1 0 0,0 1 0 0 0,-1-1-1 0 0,1 1 1 0 0,0-1 0 0 0,-1 0-1 0 0,1 0 1 0 0,0 1-1 0 0,0-1 1 0 0,-1 0 0 0 0,1 0-1 0 0,0 0 1 0 0,0 0 0 0 0,0 0-1 0 0,-1 0 1 0 0,1 0 0 0 0,0 0-1 0 0,0 0 1 0 0,-1 0 0 0 0,1 0-1 0 0,0 0 1 0 0,0 0 0 0 0,0-1-1 0 0,28-8 86 0 0,-9 0-56 0 0,-14 7-36 0 0,-1 0-1 0 0,1-1 1 0 0,-1 0 0 0 0,1 0-1 0 0,8-7 1 0 0,36-30 3 0 0,-45 36-13 0 0,0 0 1 0 0,1 1-1 0 0,-1 0 1 0 0,1 0-1 0 0,0 0 0 0 0,0 1 1 0 0,10-3-1 0 0,-12 5-7 0 0,0 1-1 0 0,-1-1 1 0 0,1 0-1 0 0,-1 1 1 0 0,1 0 0 0 0,-1 0-1 0 0,0 0 1 0 0,1 0-1 0 0,-1 1 1 0 0,0 0-1 0 0,0-1 1 0 0,0 1-1 0 0,0 0 1 0 0,3 3-1 0 0,19 9-20 0 0,-16-11 22 0 0,0 0 0 0 0,1-1 0 0 0,-1 0 0 0 0,1 0-1 0 0,0-1 1 0 0,-1 0 0 0 0,1-1 0 0 0,0 0 0 0 0,-1-1-1 0 0,1 0 1 0 0,0 0 0 0 0,-1-1 0 0 0,1 0 0 0 0,-1 0-1 0 0,0-1 1 0 0,0-1 0 0 0,0 0 0 0 0,16-9 0 0 0,-23 12 2 0 0,9-5 9 0 0,0 0 1 0 0,0-1-1 0 0,-1-1 1 0 0,0 0-1 0 0,0 0 0 0 0,-1-1 1 0 0,0 0-1 0 0,8-12 0 0 0,-8 9 22 0 0,-1-1-1 0 0,0 0 0 0 0,-1 0 0 0 0,0-1 1 0 0,-1 0-1 0 0,5-18 0 0 0,7-12 71 0 0,-15 39-84 0 0,0-1-1 0 0,0 0 1 0 0,-1 0-1 0 0,0 0 1 0 0,0 0 0 0 0,0-1-1 0 0,1-11 1 0 0,-3 17-13 0 0,1 0 1 0 0,-1-1 0 0 0,0 1-1 0 0,0 0 1 0 0,0 0-1 0 0,0 0 1 0 0,0-1 0 0 0,0 1-1 0 0,-1 0 1 0 0,1 0-1 0 0,0 0 1 0 0,0 0 0 0 0,-1 0-1 0 0,1-1 1 0 0,-1 1-1 0 0,1 0 1 0 0,-1 0 0 0 0,0 0-1 0 0,1 0 1 0 0,-1 0-1 0 0,0 0 1 0 0,0 0 0 0 0,1 1-1 0 0,-2-2 1 0 0,0 1-6 0 0,1 1 1 0 0,-1 0-1 0 0,1-1 1 0 0,-1 1-1 0 0,1 0 1 0 0,-1 0-1 0 0,1 0 1 0 0,-1 0-1 0 0,0 0 1 0 0,1 0-1 0 0,-1 0 1 0 0,1 1-1 0 0,-1-1 1 0 0,1 0-1 0 0,0 1 1 0 0,-1-1-1 0 0,1 1 1 0 0,-3 1-1 0 0,2-1-2 0 0,0 1-1 0 0,0-1 1 0 0,-1 1-1 0 0,1 0 1 0 0,0 0-1 0 0,1 0 1 0 0,-1 0-1 0 0,0 0 1 0 0,1 0-1 0 0,-1 0 0 0 0,1 1 1 0 0,-1-1-1 0 0,0 3 1 0 0,-16 40-12 0 0,10-24 22 0 0,1-2 0 0 0,0 0 0 0 0,1 0 1 0 0,1 1-1 0 0,-3 24 0 0 0,6-36 2 0 0,0 1 0 0 0,0-1 0 0 0,-7 15 0 0 0,7-19-8 0 0,0 0-1 0 0,0 0 1 0 0,1 0 0 0 0,-1 1-1 0 0,1-1 1 0 0,0 0-1 0 0,0 1 1 0 0,0-1 0 0 0,1 1-1 0 0,-1-1 1 0 0,1 1-1 0 0,0-1 1 0 0,1 1 0 0 0,-1 0-1 0 0,1-1 1 0 0,0 0 0 0 0,0 1-1 0 0,3 8 1 0 0,-3-12-3 0 0,0 1-1 0 0,0-1 1 0 0,0 1 0 0 0,0-1-1 0 0,0 1 1 0 0,0-1 0 0 0,1 1-1 0 0,-1-1 1 0 0,1 0 0 0 0,-1 0-1 0 0,0 0 1 0 0,1 0 0 0 0,0 0-1 0 0,-1 0 1 0 0,1 0 0 0 0,0-1-1 0 0,-1 1 1 0 0,1 0 0 0 0,0-1 0 0 0,0 0-1 0 0,-1 1 1 0 0,1-1 0 0 0,0 0-1 0 0,0 0 1 0 0,2 0 0 0 0,22 6-12 0 0,-15-2 0 0 0,0 1-137 0 0,-1-1 1 0 0,1-1 0 0 0,0 0-1 0 0,0 0 1 0 0,0-1 0 0 0,0 0-1 0 0,12 0 1 0 0,-11-3-595 0 0,0 1 1 0 0,-1-2-1 0 0,18-3 1 0 0,4-4-1983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2 149 11354 0 0,'-1'-32'2680'0'0,"1"-28"-1480"0"0,0 55-1038 0 0,1 0 1 0 0,-1 0-1 0 0,1 1 0 0 0,1-1 0 0 0,-1 0 0 0 0,1 0 0 0 0,0 1 0 0 0,0-1 0 0 0,4-6 1 0 0,-6 11-159 0 0,0 0 0 0 0,0 0 0 0 0,0 0 0 0 0,0 0 0 0 0,0-1 0 0 0,0 1 0 0 0,0 0 0 0 0,0 0 0 0 0,0 0 0 0 0,0 0 1 0 0,1 0-1 0 0,-1 0 0 0 0,0 0 0 0 0,0-1 0 0 0,0 1 0 0 0,0 0 0 0 0,0 0 0 0 0,0 0 0 0 0,1 0 0 0 0,-1 0 0 0 0,0 0 0 0 0,0 0 1 0 0,0 0-1 0 0,0 0 0 0 0,1 0 0 0 0,-1 0 0 0 0,0 0 0 0 0,0 0 0 0 0,0 0 0 0 0,0 0 0 0 0,0 0 0 0 0,1 0 0 0 0,-1 0 1 0 0,0 0-1 0 0,0 0 0 0 0,0 0 0 0 0,0 0 0 0 0,0 0 0 0 0,1 0 0 0 0,-1 0 0 0 0,0 0 0 0 0,0 1 0 0 0,0-1 0 0 0,0 0 0 0 0,1 0 1 0 0,4 9 56 0 0,1 13-47 0 0,-5-21-8 0 0,3 22 21 0 0,0 1 0 0 0,-2 0 0 0 0,-1 0 0 0 0,-1 25 0 0 0,-13 99 50 0 0,9-113-70 0 0,4-30 16 0 0,-3 10 72 0 0,2 0 0 0 0,0 0-1 0 0,0 0 1 0 0,2 0 0 0 0,-1 0 0 0 0,2 0-1 0 0,4 18 1 0 0,-5-31-36 0 0,0-1 0 0 0,-1 1-1 0 0,1-1 1 0 0,0 0 0 0 0,0 0-1 0 0,0 1 1 0 0,0-1 0 0 0,0 0-1 0 0,1 0 1 0 0,-1 0 0 0 0,0 0 0 0 0,1 0-1 0 0,-1 0 1 0 0,0-1 0 0 0,1 1-1 0 0,-1 0 1 0 0,1-1 0 0 0,-1 1-1 0 0,1-1 1 0 0,-1 1 0 0 0,1-1-1 0 0,-1 0 1 0 0,1 0 0 0 0,0 0 0 0 0,-1 0-1 0 0,1 0 1 0 0,-1 0 0 0 0,1 0-1 0 0,0 0 1 0 0,-1-1 0 0 0,1 1-1 0 0,1-1 1 0 0,2 0-5 0 0,-1 0 0 0 0,1 0 0 0 0,-1-1 0 0 0,1 0 0 0 0,-1 1 0 0 0,0-2 0 0 0,1 1 0 0 0,-1 0 0 0 0,0-1 0 0 0,5-4 0 0 0,-2-2 13 0 0,0-1-1 0 0,0 0 1 0 0,-1 0-1 0 0,7-16 1 0 0,2-2 53 0 0,19-33 108 0 0,-3-2 0 0 0,30-85 1 0 0,-59 141-451 0 0,4-16 323 0 0,-6 22-284 0 0,0 1 1 0 0,0-1-1 0 0,1 1 1 0 0,-1-1-1 0 0,0 1 1 0 0,0 0-1 0 0,0-1 1 0 0,0 1 0 0 0,0-1-1 0 0,1 1 1 0 0,-1-1-1 0 0,0 1 1 0 0,0 0-1 0 0,1-1 1 0 0,-1 1-1 0 0,0 0 1 0 0,1-1-1 0 0,-1 1 1 0 0,0 0-1 0 0,1-1 1 0 0,-1 1-1 0 0,1 0 1 0 0,-1 0-1 0 0,0 0 1 0 0,1-1-1 0 0,-1 1 1 0 0,1 0-1 0 0,-1 0 1 0 0,1 0-1 0 0,-1 0 1 0 0,0 0-1 0 0,1 0 1 0 0,-1 0-1 0 0,1 0 1 0 0,-1 0-1 0 0,1 0 1 0 0,3 11-3349 0 0,0 14 943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199 602 7826 0 0,'5'-6'1283'0'0,"1"0"1"0"0,-2-1-1 0 0,8-10 1 0 0,-3 0 0 0 0,12-29 1 0 0,-19 39-991 0 0,0 0 0 0 0,-1 0 1 0 0,0 0-1 0 0,0 0 1 0 0,0 0-1 0 0,-1 0 0 0 0,0-12 1 0 0,0 3 352 0 0,-1 15-624 0 0,0 0 1 0 0,0-1 0 0 0,0 1-1 0 0,0 0 1 0 0,0 0 0 0 0,0 0-1 0 0,0 0 1 0 0,0 0-1 0 0,-1 1 1 0 0,1-1 0 0 0,0 0-1 0 0,0 1 1 0 0,-1-1 0 0 0,1 0-1 0 0,-3 0 1 0 0,3 1-4 0 0,-3-2-17 0 0,-1 1 1 0 0,1 0-1 0 0,0 0 0 0 0,-1 1 0 0 0,1-1 0 0 0,0 1 0 0 0,-1 0 0 0 0,1 0 0 0 0,0 0 0 0 0,-1 1 0 0 0,1 0 0 0 0,0-1 0 0 0,-1 1 0 0 0,-7 4 1 0 0,7-3 1 0 0,-1 0 0 0 0,1 1 0 0 0,0-1 0 0 0,0 1 0 0 0,0 1 0 0 0,0-1 1 0 0,1 1-1 0 0,-1-1 0 0 0,1 1 0 0 0,-6 8 0 0 0,-5 8 23 0 0,-6 8-5 0 0,1 0-1 0 0,-19 38 1 0 0,33-56 1 0 0,5-8-27 0 0,0-1-1 0 0,0 1 0 0 0,0-1 1 0 0,0 1-1 0 0,0-1 0 0 0,1 1 0 0 0,-1 0 1 0 0,0-1-1 0 0,1 1 0 0 0,-1 2 1 0 0,1-3 2 0 0,1 0 1 0 0,-1-1-1 0 0,0 1 1 0 0,1 0-1 0 0,-1 0 1 0 0,0-1 0 0 0,1 1-1 0 0,-1 0 1 0 0,1-1-1 0 0,-1 1 1 0 0,1 0-1 0 0,0-1 1 0 0,-1 1-1 0 0,1-1 1 0 0,0 1 0 0 0,-1-1-1 0 0,1 1 1 0 0,0-1-1 0 0,-1 0 1 0 0,1 1-1 0 0,0-1 1 0 0,0 0-1 0 0,-1 1 1 0 0,1-1 0 0 0,0 0-1 0 0,0 0 1 0 0,0 0-1 0 0,1 0 1 0 0,10 2 0 0 0,-1 0 0 0 0,1-1 1 0 0,0 0-1 0 0,0-1 0 0 0,0-1 1 0 0,0 0-1 0 0,0 0 0 0 0,0-2 0 0 0,-1 1 1 0 0,17-6-1 0 0,7-5-7 0 0,-1-1-1 0 0,36-20 1 0 0,-30 18 28 0 0,-32 14-15 0 0,0-1-1 0 0,0-1 1 0 0,-1 1 0 0 0,13-8-1 0 0,20-18 35 0 0,64-59-1 0 0,-92 76-9 0 0,-1 0 0 0 0,0-1 0 0 0,0-1-1 0 0,-1 1 1 0 0,-1-2 0 0 0,0 1 0 0 0,-1-1-1 0 0,11-29 1 0 0,-11 11 35 0 0,-7 25-51 0 0,0 1 1 0 0,1 0-1 0 0,0 0 1 0 0,6-13 0 0 0,-5 13 0 0 0,0-1 0 0 0,0 1 1 0 0,-1-1-1 0 0,0 0 1 0 0,-1 1-1 0 0,1-1 1 0 0,-2 0-1 0 0,1 0 1 0 0,-1 0-1 0 0,0 0 1 0 0,-1 0-1 0 0,1 0 1 0 0,-2 0-1 0 0,1 1 1 0 0,-1-1-1 0 0,0 0 1 0 0,-1 1-1 0 0,0-1 0 0 0,-5-9 1 0 0,8 17-17 0 0,-1-1 0 0 0,1 1 0 0 0,0-1-1 0 0,-1 0 1 0 0,1 1 0 0 0,-1-1 0 0 0,1 1 0 0 0,0 0 0 0 0,-1-1 0 0 0,0 1-1 0 0,1-1 1 0 0,-1 1 0 0 0,1 0 0 0 0,-1-1 0 0 0,1 1 0 0 0,-1 0 0 0 0,0 0 0 0 0,1 0-1 0 0,-1-1 1 0 0,1 1 0 0 0,-1 0 0 0 0,0 0 0 0 0,1 0 0 0 0,-1 0 0 0 0,0 0-1 0 0,1 0 1 0 0,-1 0 0 0 0,0 0 0 0 0,1 0 0 0 0,-1 0 0 0 0,0 1 0 0 0,1-1-1 0 0,-1 0 1 0 0,1 0 0 0 0,-1 0 0 0 0,0 1 0 0 0,-1 0-4 0 0,0 0 0 0 0,1 0 0 0 0,-1 0 0 0 0,0 0 0 0 0,1 0 0 0 0,-1 1 0 0 0,1-1 0 0 0,-1 0 0 0 0,1 1 0 0 0,0-1 0 0 0,-1 1 0 0 0,0 1 0 0 0,-6 13 6 0 0,1 1 0 0 0,0-1 0 0 0,-7 30 0 0 0,-8 58-24 0 0,19-89 14 0 0,-5 31 33 0 0,-1 53-1 0 0,8-92-26 0 0,0 0-1 0 0,-1 1 1 0 0,1-1 0 0 0,-1 0 0 0 0,-1-1-1 0 0,-4 10 1 0 0,4-8 6 0 0,0 0 0 0 0,0 0 0 0 0,0 0 0 0 0,-1 12 0 0 0,2-11-14 0 0,1 1 0 0 0,1-1-1 0 0,0 0 1 0 0,0 1 0 0 0,1-1 0 0 0,0 0 0 0 0,0 0-1 0 0,1 1 1 0 0,1-1 0 0 0,-1-1 0 0 0,2 1 0 0 0,4 11 0 0 0,-7-19-4 0 0,1 1 0 0 0,0-1 0 0 0,0 1 1 0 0,-1-1-1 0 0,1 0 0 0 0,0 0 0 0 0,0 0 1 0 0,0 0-1 0 0,0 0 0 0 0,0 0 0 0 0,1 0 1 0 0,-1-1-1 0 0,3 1 0 0 0,7 4 3 0 0,-7-4 14 0 0,1 1 1 0 0,-1-1 0 0 0,1 1-1 0 0,0-1 1 0 0,-1-1 0 0 0,1 1-1 0 0,0-1 1 0 0,-1 0 0 0 0,1-1-1 0 0,0 1 1 0 0,-1-1-1 0 0,1 0 1 0 0,0 0 0 0 0,-1-1-1 0 0,9-3 1 0 0,5-1 11 0 0,-10 3-10 0 0,-1 0 1 0 0,0 0 0 0 0,0-1-1 0 0,0-1 1 0 0,-1 1-1 0 0,0-1 1 0 0,0 0 0 0 0,0-1-1 0 0,9-9 1 0 0,54-65 34 0 0,-60 67-24 0 0,87-116 93 0 0,-83 103-80 0 0,-13 22-8 0 0,0 1 0 0 0,1-1 0 0 0,-1 1 0 0 0,1-1 0 0 0,0 1 0 0 0,0 0 0 0 0,1 0 1 0 0,-1 0-1 0 0,0 0 0 0 0,1 0 0 0 0,0 0 0 0 0,0 1 0 0 0,3-4 0 0 0,-5 8-23 0 0,-1-1 1 0 0,1 1-1 0 0,-1-1 0 0 0,0 1 0 0 0,0-1 0 0 0,1 1 0 0 0,-1-1 0 0 0,0 1 1 0 0,0 0-1 0 0,0-1 0 0 0,-1 1 0 0 0,1-1 0 0 0,-1 3 0 0 0,-5 26 18 0 0,-10 30 0 0 0,-5 26 2 0 0,19-75-18 0 0,1-1-1 0 0,0 0 0 0 0,0 1 0 0 0,1-1 1 0 0,1 1-1 0 0,2 14 0 0 0,-3-24-2 0 0,1 1 1 0 0,0-1-1 0 0,-1 1 0 0 0,1-1 1 0 0,0 1-1 0 0,0-1 0 0 0,0 1 1 0 0,0-1-1 0 0,0 0 0 0 0,0 1 1 0 0,0-1-1 0 0,0 0 0 0 0,0 0 0 0 0,1 0 1 0 0,-1 0-1 0 0,1 0 0 0 0,-1 0 1 0 0,0 0-1 0 0,1 0 0 0 0,0-1 1 0 0,-1 1-1 0 0,1-1 0 0 0,-1 1 1 0 0,1-1-1 0 0,0 1 0 0 0,-1-1 1 0 0,1 0-1 0 0,0 0 0 0 0,-1 0 1 0 0,1 0-1 0 0,1 0 0 0 0,3 0 10 0 0,-1 0-1 0 0,0-1 1 0 0,0 0-1 0 0,1 0 1 0 0,-1 0-1 0 0,0 0 1 0 0,0-1-1 0 0,0 0 1 0 0,5-3-1 0 0,-2 1 12 0 0,-1-2 0 0 0,1 1 0 0 0,-1-1-1 0 0,-1 0 1 0 0,1 0 0 0 0,-1-1 0 0 0,7-9-1 0 0,35-57 24 0 0,-18 25-8 0 0,-11 21 21 0 0,1 1 0 0 0,30-30 1 0 0,-48 55-25 0 0,7-7 129 0 0,-12 18-172 0 0,0-4 35 0 0,-3 10-41 0 0,-5 11 28 0 0,-11 42 1 0 0,20-61-21 0 0,1 0 1 0 0,-1-1-1 0 0,1 1 1 0 0,1 0 0 0 0,-1 0-1 0 0,1 0 1 0 0,1 1-1 0 0,0-1 1 0 0,0-1-1 0 0,3 13 1 0 0,-2-18-3 0 0,1 0 0 0 0,-1 0 1 0 0,1 0-1 0 0,0 0 0 0 0,0-1 0 0 0,0 1 0 0 0,-1-1 0 0 0,5 2 1 0 0,3 1-8 0 0,-6-1 21 0 0,1-1 0 0 0,0 0 0 0 0,0 0 0 0 0,0 0 1 0 0,0-1-1 0 0,1 0 0 0 0,-1 0 0 0 0,0 0 0 0 0,0 0 0 0 0,1-1 1 0 0,-1 0-1 0 0,0 0 0 0 0,9-2 0 0 0,0-1 13 0 0,1-1 0 0 0,-1 0 0 0 0,19-9 0 0 0,3-1 11 0 0,-26 10-18 0 0,0 0 0 0 0,0-1 0 0 0,-1 0 0 0 0,1-1 0 0 0,-1 0 1 0 0,-1-1-1 0 0,14-12 0 0 0,-2-1 47 0 0,29-40 0 0 0,-42 51-32 0 0,-1 0-1 0 0,0 0 1 0 0,-1 0-1 0 0,0-1 1 0 0,0 0 0 0 0,-1 0-1 0 0,0 0 1 0 0,4-21-1 0 0,4 5 15 0 0,0 0 41 0 0,-12 25-67 0 0,1 0 0 0 0,-1 0 0 0 0,0 0 0 0 0,1 0 0 0 0,-1 0 1 0 0,0 0-1 0 0,0 0 0 0 0,0 0 0 0 0,0 0 0 0 0,0-1 0 0 0,0 1 0 0 0,0 0 0 0 0,0 0 0 0 0,-1 0 0 0 0,1 0 0 0 0,0 0 0 0 0,-1 0 0 0 0,0-2 0 0 0,1 3-11 0 0,-1-1 1 0 0,0 1-1 0 0,0-1 0 0 0,0 1 1 0 0,0-1-1 0 0,0 1 0 0 0,0 0 1 0 0,1-1-1 0 0,-1 1 0 0 0,0 0 1 0 0,0 0-1 0 0,0 0 1 0 0,0 0-1 0 0,0-1 0 0 0,0 1 1 0 0,0 1-1 0 0,0-1 0 0 0,0 0 1 0 0,0 0-1 0 0,0 0 0 0 0,0 0 1 0 0,0 1-1 0 0,-1 0 0 0 0,-22 8-17 0 0,20-7 19 0 0,0 0-1 0 0,1 1 0 0 0,-1-1 1 0 0,1 1-1 0 0,0 0 0 0 0,0 0 1 0 0,0 0-1 0 0,0 1 0 0 0,0-1 1 0 0,1 1-1 0 0,-1-1 0 0 0,-2 8 1 0 0,1-1 1 0 0,0-1 1 0 0,1 1-1 0 0,0-1 1 0 0,-2 17-1 0 0,-7 10 44 0 0,9-30-40 0 0,1 0 0 0 0,0 0 0 0 0,0 1 0 0 0,-2 11 0 0 0,4-16-8 0 0,0 0 1 0 0,0 1-1 0 0,0-1 0 0 0,0 0 0 0 0,0 1 0 0 0,1-1 0 0 0,-1 0 0 0 0,1 1 1 0 0,0-1-1 0 0,0 0 0 0 0,-1 0 0 0 0,1 0 0 0 0,1 0 0 0 0,-1 0 0 0 0,0 0 1 0 0,0 0-1 0 0,4 3 0 0 0,-3-3-8 0 0,1 0 0 0 0,-1-1 1 0 0,1 1-1 0 0,-1-1 0 0 0,1 1 0 0 0,0-1 1 0 0,0 0-1 0 0,-1 0 0 0 0,1-1 1 0 0,0 1-1 0 0,0-1 0 0 0,0 1 0 0 0,0-1 1 0 0,3 0-1 0 0,20 5-698 0 0,-3 3-822 0 0,-18-5 783 0 0,0-1 0 0 0,1 0 0 0 0,0 0 0 0 0,-1 0 0 0 0,1-1 0 0 0,0 0 0 0 0,8 1 0 0 0,12-4-6292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85 14851 0 0,'0'-4'54'0'0,"0"0"1"0"0,-1 0-1 0 0,0 0 0 0 0,1 0 1 0 0,-2 0-1 0 0,1 0 0 0 0,0 1 1 0 0,-1-1-1 0 0,0 0 0 0 0,0 1 0 0 0,0-1 1 0 0,0 1-1 0 0,0-1 0 0 0,-1 1 1 0 0,1 0-1 0 0,-5-3 0 0 0,5 4-38 0 0,0 0 0 0 0,0 0 0 0 0,0 0 1 0 0,0 1-1 0 0,-1-1 0 0 0,1 1 0 0 0,-1 0 0 0 0,1 0 0 0 0,-1 0 0 0 0,1 0 0 0 0,-1 0 0 0 0,1 0 0 0 0,-1 1 1 0 0,0-1-1 0 0,1 1 0 0 0,-1 0 0 0 0,0 0 0 0 0,0 0 0 0 0,1 0 0 0 0,-1 0 0 0 0,0 0 0 0 0,0 1 0 0 0,1-1 1 0 0,-1 1-1 0 0,-2 1 0 0 0,-1 1-13 0 0,0 0 0 0 0,0 1 0 0 0,1 0 0 0 0,-1 0 1 0 0,1 0-1 0 0,0 0 0 0 0,0 1 0 0 0,1 0 0 0 0,0 0 0 0 0,-1 0 1 0 0,-3 8-1 0 0,-4 7 18 0 0,-18 39 0 0 0,18-23-16 0 0,9-27 0 0 0,0-1 1 0 0,0 1 0 0 0,-7 11 0 0 0,8-17 20 0 0,1 1 1 0 0,-1-1-1 0 0,1 0 1 0 0,0 1-1 0 0,-1-1 1 0 0,1 6-1 0 0,0-8-8 0 0,1-1-1 0 0,0 1 0 0 0,0 0 1 0 0,0-1-1 0 0,0 1 0 0 0,0 0 1 0 0,0 0-1 0 0,0-1 0 0 0,0 1 1 0 0,0 0-1 0 0,0 0 0 0 0,0-1 1 0 0,0 1-1 0 0,0 0 0 0 0,1-1 1 0 0,-1 1-1 0 0,0 0 0 0 0,0-1 1 0 0,1 1-1 0 0,-1 0 0 0 0,1-1 1 0 0,-1 1-1 0 0,0-1 0 0 0,1 1 1 0 0,-1-1-1 0 0,1 1 0 0 0,-1-1 1 0 0,1 1-1 0 0,0-1 0 0 0,-1 1 1 0 0,1-1-1 0 0,0 0 0 0 0,-1 1 1 0 0,1-1-1 0 0,0 0 0 0 0,-1 1 1 0 0,1-1-1 0 0,0 0 0 0 0,-1 0 1 0 0,2 0-1 0 0,9 2 41 0 0,0 0 0 0 0,17 7 0 0 0,-18-6-27 0 0,0 0 1 0 0,0 0-1 0 0,1-1 0 0 0,17 1 1 0 0,-8-3 3 0 0,0-1 1 0 0,0-2-1 0 0,-1 0 0 0 0,1 0 1 0 0,33-12-1 0 0,-9-2 222 0 0,55-27 1 0 0,-99 43-247 0 0,0 1-1 0 0,1 0 1 0 0,-1 0 0 0 0,0-1 0 0 0,1 1 0 0 0,-1 0 0 0 0,1 0 0 0 0,-1 0 0 0 0,0 0 0 0 0,1-1 0 0 0,-1 1 0 0 0,1 0 0 0 0,-1 0 0 0 0,1 0-1 0 0,-1 0 1 0 0,0 0 0 0 0,1 0 0 0 0,-1 0 0 0 0,1 0 0 0 0,-1 0 0 0 0,0 1 0 0 0,1-1 0 0 0,-1 0 0 0 0,1 0 0 0 0,-1 0 0 0 0,0 0 0 0 0,1 1-1 0 0,-1-1 1 0 0,1 0 0 0 0,-1 0 0 0 0,0 1 0 0 0,1-1 0 0 0,-1 0 0 0 0,0 0 0 0 0,1 1 0 0 0,-1-1 0 0 0,0 0 0 0 0,0 1 0 0 0,1-1 0 0 0,-1 1 0 0 0,0-1-1 0 0,0 0 1 0 0,0 1 0 0 0,0-1 0 0 0,1 1 0 0 0,-1-1 0 0 0,0 0 0 0 0,0 1 0 0 0,0-1 0 0 0,0 1 0 0 0,0-1 0 0 0,0 0 0 0 0,0 1 0 0 0,0 0 0 0 0,-3 26-48 0 0,3-23 69 0 0,-6 24-16 0 0,-2 1 1 0 0,-20 51 0 0 0,9-28-1 0 0,3-6-42 0 0,-36 116 0 0 0,46-139 53 0 0,1 1-1 0 0,2 0 1 0 0,0 0 0 0 0,1 48 0 0 0,2-70 26 0 0,0 0 0 0 0,0 0 1 0 0,0-1-1 0 0,0 1 0 0 0,1 0 0 0 0,-1 0 1 0 0,0 0-1 0 0,1 0 0 0 0,0-1 1 0 0,-1 1-1 0 0,1 0 0 0 0,0-1 0 0 0,0 1 1 0 0,0 0-1 0 0,0-1 0 0 0,0 1 1 0 0,0-1-1 0 0,0 0 0 0 0,1 1 0 0 0,-1-1 1 0 0,0 0-1 0 0,1 0 0 0 0,-1 0 1 0 0,1 0-1 0 0,-1 0 0 0 0,1 0 0 0 0,2 1 1 0 0,0-1 38 0 0,0 0 0 0 0,0-1 0 0 0,0 0 0 0 0,-1 1 0 0 0,1-1 0 0 0,0-1 0 0 0,0 1 0 0 0,0-1 0 0 0,-1 1 0 0 0,1-1 0 0 0,0 0 0 0 0,3-2 0 0 0,-5 2-72 0 0,1 0 1 0 0,-1 0-1 0 0,0-1 0 0 0,0 1 0 0 0,0 0 0 0 0,0-1 0 0 0,-1 0 1 0 0,1 0-1 0 0,0 1 0 0 0,-1-1 0 0 0,1 0 0 0 0,-1 0 0 0 0,0 0 1 0 0,1 0-1 0 0,-1-1 0 0 0,0 1 0 0 0,0 0 0 0 0,1-4 0 0 0,9-45 122 0 0,-10 48-124 0 0,2-19 46 0 0,-2 8-19 0 0,2 1 0 0 0,-1-1 0 0 0,2 0-1 0 0,6-17 1 0 0,-6 20-21 0 0,0 1 0 0 0,-2-1 0 0 0,1 0 0 0 0,-1-1-1 0 0,-1 1 1 0 0,0 0 0 0 0,0 0 0 0 0,-1-1 0 0 0,-1 1 0 0 0,0 0 0 0 0,-1 0 0 0 0,0 0-1 0 0,0 0 1 0 0,-1 0 0 0 0,0 0 0 0 0,-1 0 0 0 0,-1 1 0 0 0,-8-16 0 0 0,11 23-50 0 0,0-1 0 0 0,-1 1 0 0 0,1 0 0 0 0,-1 1 1 0 0,0-1-1 0 0,0 0 0 0 0,0 1 0 0 0,0-1 1 0 0,0 1-1 0 0,-1 0 0 0 0,1 0 0 0 0,-1 0 0 0 0,1 1 1 0 0,-1-1-1 0 0,1 1 0 0 0,-1 0 0 0 0,-7-2 0 0 0,1 0-277 0 0,-10-3-1228 0 0,10 4-2734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101 253 8610 0 0,'-1'-31'1430'0'0,"0"20"-846"0"0,1-1 0 0 0,0 1 0 0 0,0-1 0 0 0,1 1 0 0 0,0-1 0 0 0,1 1-1 0 0,1-1 1 0 0,6-19 0 0 0,-3 25-32 0 0,-3 13-341 0 0,-3 18-180 0 0,0-22 6 0 0,0 17 56 0 0,-2 1 1 0 0,0-1-1 0 0,-2 0 1 0 0,-11 39-1 0 0,-36 74 739 0 0,39-106-580 0 0,2-3 12 0 0,4-13-81 0 0,1 0 1 0 0,1 1-1 0 0,-6 21 1 0 0,7-17 634 0 0,5-27-262 0 0,5-26-378 0 0,18-38-143 0 0,44-93-1 0 0,6 22-2 0 0,-72 141-28 0 0,0 0 1 0 0,1 0-1 0 0,-1 0 0 0 0,1 0 0 0 0,0 0 0 0 0,0 1 0 0 0,1-1 0 0 0,0 1 1 0 0,-1 0-1 0 0,1 1 0 0 0,0-1 0 0 0,1 1 0 0 0,-1 0 0 0 0,1 0 0 0 0,-1 1 1 0 0,1-1-1 0 0,0 1 0 0 0,9-2 0 0 0,15-7 28 0 0,-27 9-23 0 0,0 0-1 0 0,1 1 0 0 0,-1-1 1 0 0,0 1-1 0 0,1 0 1 0 0,-1 0-1 0 0,1 0 0 0 0,-1 1 1 0 0,5-1-1 0 0,-3 7 127 0 0,-2-2-120 0 0,0 1 1 0 0,-1-1 0 0 0,0 1-1 0 0,0 0 1 0 0,0 0 0 0 0,-1 0-1 0 0,1 0 1 0 0,-1 1 0 0 0,0-1-1 0 0,-1 0 1 0 0,1 0 0 0 0,-1 1-1 0 0,0-1 1 0 0,-1 0 0 0 0,1 1-1 0 0,-1-1 1 0 0,-2 9 0 0 0,-2 1 26 0 0,-1 0-1 0 0,0-1 1 0 0,-1 1 0 0 0,-16 24 0 0 0,13-19-51 0 0,-6 7-12 0 0,7-15 28 0 0,0 0 1 0 0,1 0-1 0 0,-13 25 0 0 0,8-10-8 0 0,12-26 1 0 0,0-1 0 0 0,0 1 0 0 0,1 1 0 0 0,-1-1-1 0 0,0 0 1 0 0,1 0 0 0 0,-1 0 0 0 0,1 0 0 0 0,-1 0 0 0 0,1 0-1 0 0,0 1 1 0 0,-1-1 0 0 0,1 0 0 0 0,0 0 0 0 0,0 1 0 0 0,0-1-1 0 0,0 0 1 0 0,0 0 0 0 0,0 1 0 0 0,0-1 0 0 0,1 0 0 0 0,-1 0 0 0 0,0 0-1 0 0,1 1 1 0 0,-1-1 0 0 0,1 0 0 0 0,-1 0 0 0 0,1 0 0 0 0,-1 0-1 0 0,1 0 1 0 0,0 0 0 0 0,0 0 0 0 0,-1 0 0 0 0,1 0 0 0 0,0 0-1 0 0,0 0 1 0 0,0 0 0 0 0,0-1 0 0 0,0 1 0 0 0,2 1 0 0 0,3 0 12 0 0,1 1 1 0 0,0-1 0 0 0,0 0-1 0 0,1 0 1 0 0,12 0-1 0 0,0 1-3 0 0,39 4 110 0 0,-44-6-68 0 0,0 1 1 0 0,0 0 0 0 0,0 1-1 0 0,19 6 1 0 0,-31-8-21 0 0,0 0 0 0 0,-1 1 0 0 0,1-1 0 0 0,-1 1 0 0 0,1 0 0 0 0,-1 0 0 0 0,3 3 0 0 0,14 9-5638 0 0,-16-12 3143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64 12763 0 0,'-1'0'157'0'0,"0"0"0"0"0,0 0 1 0 0,1 0-1 0 0,-1 0 0 0 0,0 0 1 0 0,0 0-1 0 0,0 0 0 0 0,0-1 1 0 0,0 1-1 0 0,0 0 0 0 0,0 0 0 0 0,0-1 1 0 0,1 1-1 0 0,-1-1 0 0 0,0 1 1 0 0,0 0-1 0 0,0-1 0 0 0,1 0 1 0 0,-1 1-1 0 0,0-1 0 0 0,1 1 1 0 0,-1-1-1 0 0,0 0 0 0 0,0 0 1 0 0,1 0-128 0 0,0 0 0 0 0,0 1 0 0 0,0-1 0 0 0,0 1 0 0 0,0-1 0 0 0,1 0 1 0 0,-1 1-1 0 0,0-1 0 0 0,0 0 0 0 0,0 1 0 0 0,1-1 0 0 0,-1 1 0 0 0,0-1 1 0 0,1 0-1 0 0,-1 1 0 0 0,0-1 0 0 0,1 1 0 0 0,-1-1 0 0 0,1 1 1 0 0,-1-1-1 0 0,1 1 0 0 0,-1 0 0 0 0,1-1 0 0 0,-1 1 0 0 0,1-1 0 0 0,-1 1 1 0 0,1 0-1 0 0,0 0 0 0 0,-1-1 0 0 0,1 1 0 0 0,-1 0 0 0 0,2 0 0 0 0,16-7 238 0 0,-1 1 0 0 0,2 0 0 0 0,-1 2 0 0 0,31-4 0 0 0,77 0 560 0 0,-120 8-796 0 0,0 1 0 0 0,0-1 0 0 0,0 1 0 0 0,-1 0 0 0 0,1 1 1 0 0,0-1-1 0 0,0 1 0 0 0,8 4 0 0 0,-12-4-15 0 0,0 0 0 0 0,0 1-1 0 0,0-1 1 0 0,0 1 0 0 0,0-1 0 0 0,-1 1 0 0 0,1 0-1 0 0,-1 0 1 0 0,0-1 0 0 0,1 5 0 0 0,1-2 18 0 0,-1 2-14 0 0,0-1-1 0 0,0 1 1 0 0,-1 0 0 0 0,0 0-1 0 0,0 0 1 0 0,0-1 0 0 0,-1 1-1 0 0,0 0 1 0 0,0 0 0 0 0,-1 0 0 0 0,0 0-1 0 0,0 0 1 0 0,-1 0 0 0 0,1-1-1 0 0,-6 13 1 0 0,-4 6 37 0 0,-1 1 1 0 0,-23 35-1 0 0,31-55-49 0 0,-8 17 30 0 0,-7 11 60 0 0,-43 27 199 0 0,62-61-303 0 0,-14 15 160 0 0,14-11 25 0 0,11-8-77 0 0,9-6-84 0 0,2 1 0 0 0,-1 1 1 0 0,1 1-1 0 0,1 1 0 0 0,-1 1 0 0 0,1 1 0 0 0,0 1 0 0 0,0 1 0 0 0,38 1 0 0 0,-47 1 6 0 0,-10-1-9 0 0,0 0 0 0 0,-1 1 0 0 0,1 0-1 0 0,0 0 1 0 0,-1 0 0 0 0,1 0 0 0 0,0 1-1 0 0,-1-1 1 0 0,1 1 0 0 0,0 0-1 0 0,-1 0 1 0 0,1 0 0 0 0,-1 1 0 0 0,7 3-1 0 0,-9-4-10 0 0,0-1 0 0 0,1 1 0 0 0,-1 0-1 0 0,1 0 1 0 0,-1-1 0 0 0,1 1 0 0 0,-1-1-1 0 0,1 1 1 0 0,-1-1 0 0 0,1 0 0 0 0,-1 1-1 0 0,1-1 1 0 0,-1 0 0 0 0,1 0 0 0 0,-1 0-1 0 0,1 0 1 0 0,0 0 0 0 0,-1-1 0 0 0,1 1-1 0 0,-1 0 1 0 0,3-1 0 0 0,-2 0 1 0 0,0 1-1 0 0,0-1 1 0 0,0 1 0 0 0,0 0-1 0 0,0 0 1 0 0,1 0 0 0 0,-1 0 0 0 0,0 0-1 0 0,0 0 1 0 0,0 1 0 0 0,0-1-1 0 0,4 2 1 0 0,-2-1-2 0 0,0-1 0 0 0,-1 1 0 0 0,1-1 0 0 0,0 1 0 0 0,0-1 0 0 0,0 0 0 0 0,5-1 0 0 0,4 0 24 0 0,-13 1-43 0 0,31 0 37 0 0,6 0-5 0 0,-37 0-26 0 0,0 0 9 0 0,0-1 0 0 0,0 1 0 0 0,0-1 1 0 0,0 1-1 0 0,1 0 0 0 0,-1-1 0 0 0,0 1 0 0 0,0 0 0 0 0,0-1 1 0 0,0 1-1 0 0,1-1 0 0 0,-1 1 0 0 0,0 0 0 0 0,0-1 1 0 0,1 1-1 0 0,-1 0 0 0 0,0 0 0 0 0,1-1 0 0 0,-1 1 0 0 0,0 0 1 0 0,1 0-1 0 0,-1 0 0 0 0,0-1 0 0 0,1 1 0 0 0,-1 0 1 0 0,1 0-1 0 0,-1 0 0 0 0,0 0 0 0 0,1 0 0 0 0,-1 0 0 0 0,1-1 1 0 0,-1 1-1 0 0,0 0 0 0 0,1 0 0 0 0,-1 1 0 0 0,1-1 1 0 0,-1 0-1 0 0,0 0 0 0 0,1 0 0 0 0,-1 0 0 0 0,1 0 0 0 0,-1 0 1 0 0,1 1-1 0 0,-1-1-2 0 0,0 0 1 0 0,1 0 0 0 0,-1 0-1 0 0,0 0 1 0 0,1 0-1 0 0,-1 0 1 0 0,0 0 0 0 0,1 1-1 0 0,-1-1 1 0 0,0 0-1 0 0,1 0 1 0 0,-1 0 0 0 0,0 0-1 0 0,0 0 1 0 0,1 0-1 0 0,-1-1 1 0 0,0 1 0 0 0,1 0-1 0 0,-1 0 1 0 0,0 0-1 0 0,1 0 1 0 0,-1 0 0 0 0,0 0-1 0 0,0-1 1 0 0,1 1-1 0 0,-1 0 1 0 0,0 0 0 0 0,0 0-1 0 0,1 0 1 0 0,-1-1-1 0 0,0 1 1 0 0,0 0 0 0 0,1 0-1 0 0,-1-1 1 0 0,0 1-1 0 0,0 0 1 0 0,0-1 0 0 0,0 1-1 0 0,0 0 1 0 0,1-1-1 0 0,-1 1 12 0 0,21-6 2 0 0,0 2 94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105 175 12659 0 0,'-12'-133'2088'0'0,"12"121"-1703"0"0,-1-11 498 0 0,2 17-594 0 0,-1 9-276 0 0,2 77 126 0 0,-4 1 1 0 0,-18 128 0 0 0,9-144-378 0 0,-17 98 780 0 0,-1-56-6568 0 0,26-98 3199 0 0,1-1-1551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1037 10066 0 0,'-2'-2'3424'0'0,"-6"-12"-2844"0"0,-1-5-54 0 0,6 14-420 0 0,0 0 0 0 0,0 0 0 0 0,1 0-1 0 0,-3-9 1 0 0,4 13-104 0 0,1-1-1 0 0,0 1 0 0 0,0 0 1 0 0,0 0-1 0 0,0 0 1 0 0,0-1-1 0 0,0 1 1 0 0,0 0-1 0 0,0 0 1 0 0,0 0-1 0 0,0 0 1 0 0,0-1-1 0 0,1 1 0 0 0,-1 0 1 0 0,1 0-1 0 0,-1 0 1 0 0,1 0-1 0 0,-1 0 1 0 0,1 0-1 0 0,-1 0 1 0 0,1 0-1 0 0,0 0 1 0 0,0 0-1 0 0,-1 0 1 0 0,1 0-1 0 0,0 1 0 0 0,2-2 1 0 0,12-7 0 0 0,0 1 0 0 0,1 1-1 0 0,32-10 1 0 0,7-4 38 0 0,11-6 10 0 0,38-18 32 0 0,-89 37-38 0 0,0 0 0 0 0,0-1 0 0 0,-1-1 1 0 0,19-17-1 0 0,-27 21 110 0 0,0 0 0 0 0,-1-1 0 0 0,0 0 0 0 0,-1 0 0 0 0,8-15 0 0 0,6-9 1282 0 0,-35 60-1435 0 0,2 0-1 0 0,1 1 0 0 0,1 1 0 0 0,-12 45 0 0 0,-31 143 262 0 0,54-212-139 0 0,-5 27-95 0 0,7-32 93 0 0,0 0-1 0 0,-1 0 1 0 0,1 0-1 0 0,0 0 0 0 0,0 0 1 0 0,0 0-1 0 0,0 0 1 0 0,1 0-1 0 0,-1 0 0 0 0,1 0 1 0 0,-1 0-1 0 0,2 2 1 0 0,-2-4-75 0 0,1 1 1 0 0,0-1 0 0 0,-1 1 0 0 0,1-1 0 0 0,-1 0 0 0 0,1 0 0 0 0,0 0 0 0 0,-1 1-1 0 0,1-1 1 0 0,0 0 0 0 0,0 0 0 0 0,-1 0 0 0 0,1 0 0 0 0,0 0 0 0 0,-1 0 0 0 0,1 0 0 0 0,0 0-1 0 0,-1 0 1 0 0,1 0 0 0 0,0-1 0 0 0,0 1 0 0 0,-1 0 0 0 0,2-1 0 0 0,16-8-74 0 0,-9-2 41 0 0,0 0-1 0 0,-1-1 0 0 0,-1 1 0 0 0,11-25 0 0 0,3-4 4 0 0,-18 35-17 0 0,0 0-2 0 0,0-1 0 0 0,0 0 0 0 0,1 1 0 0 0,-1 0 1 0 0,1 0-1 0 0,0 0 0 0 0,1 0 0 0 0,-1 0 0 0 0,1 1 0 0 0,0 0 0 0 0,0 0 0 0 0,0 0 0 0 0,7-2 0 0 0,-3 1-32 0 0,-7 4 29 0 0,-1 1 1 0 0,0-1 0 0 0,0 0 0 0 0,1 0 0 0 0,-1 1 0 0 0,0-1 0 0 0,1 1 0 0 0,-1-1-1 0 0,1 1 1 0 0,-1-1 0 0 0,1 1 0 0 0,-1 0 0 0 0,1 0 0 0 0,-1 0 0 0 0,1 0 0 0 0,-1 0 0 0 0,1 0-1 0 0,-1 0 1 0 0,1 0 0 0 0,-1 1 0 0 0,1-1 0 0 0,-1 0 0 0 0,0 1 0 0 0,1 0 0 0 0,-1-1-1 0 0,0 1 1 0 0,1 0 0 0 0,-1-1 0 0 0,0 1 0 0 0,0 0 0 0 0,2 1 0 0 0,9 11-24 0 0,-8-9 31 0 0,0 1-1 0 0,0-1 0 0 0,0 0 0 0 0,0 0 0 0 0,1-1 0 0 0,0 1 0 0 0,0-1 0 0 0,0 0 1 0 0,0 0-1 0 0,8 2 0 0 0,22 11-26 0 0,-30-13 22 0 0,1 0-1 0 0,-1-1 1 0 0,1 1 0 0 0,0-1 0 0 0,-1-1 0 0 0,1 1 0 0 0,0-1 0 0 0,11 2 0 0 0,-9-3 4 0 0,-1 0-1 0 0,1-1 1 0 0,-1 0-1 0 0,1 0 1 0 0,-1 0-1 0 0,1-1 1 0 0,-1 0-1 0 0,0-1 1 0 0,0 1 0 0 0,0-1-1 0 0,0-1 1 0 0,0 1-1 0 0,-1-1 1 0 0,0-1-1 0 0,7-4 1 0 0,-5 2 17 0 0,-1-1-1 0 0,0 0 1 0 0,0 0 0 0 0,-1 0 0 0 0,0 0 0 0 0,0-1 0 0 0,-1 0 0 0 0,0-1-1 0 0,0 1 1 0 0,3-14 0 0 0,0-2 20 0 0,-4 13 20 0 0,0 0-1 0 0,9-18 1 0 0,-12 28-45 0 0,0 1 0 0 0,0-1 0 0 0,-1 0 1 0 0,1 1-1 0 0,0-1 0 0 0,-1 0 0 0 0,0 0 0 0 0,1 1 0 0 0,-1-1 1 0 0,0 0-1 0 0,0-3 0 0 0,0 5-13 0 0,0-1 0 0 0,0 1 0 0 0,-1-1 0 0 0,1 1 0 0 0,0-1 0 0 0,0 0 0 0 0,-1 1 0 0 0,1-1 0 0 0,0 1 0 0 0,0-1 0 0 0,-1 1 0 0 0,1 0 0 0 0,-1-1 0 0 0,1 1 0 0 0,-1-1 0 0 0,1 1 0 0 0,0 0 0 0 0,-1-1 0 0 0,1 1 0 0 0,-1 0 0 0 0,1-1 0 0 0,-1 1 0 0 0,0 0 0 0 0,1 0 0 0 0,-1-1 0 0 0,1 1 0 0 0,-1 0 0 0 0,1 0 0 0 0,-1 0 0 0 0,0 0 0 0 0,1 0 0 0 0,-1 0 0 0 0,1 0 0 0 0,-1 0 0 0 0,0 0 0 0 0,1 0 0 0 0,-2 1 0 0 0,-6 0-13 0 0,1 1 0 0 0,-1 0 0 0 0,0 0 0 0 0,-10 5-1 0 0,-6 3-5 0 0,16-7 16 0 0,0 0 1 0 0,0 1-1 0 0,0 1 0 0 0,0-1 0 0 0,1 1 1 0 0,0 1-1 0 0,-12 10 0 0 0,4-2 4 0 0,1 2 0 0 0,-15 20 0 0 0,22-26-35 0 0,1 0-1 0 0,0 0 0 0 0,0 1 1 0 0,-4 12-1 0 0,10-23 30 0 0,0 1 0 0 0,0-1-1 0 0,0 1 1 0 0,0-1 0 0 0,0 0 0 0 0,0 1-1 0 0,0-1 1 0 0,0 1 0 0 0,0-1 0 0 0,0 1-1 0 0,0-1 1 0 0,0 1 0 0 0,0-1-1 0 0,0 0 1 0 0,0 1 0 0 0,1-1 0 0 0,-1 1-1 0 0,0-1 1 0 0,0 0 0 0 0,0 1 0 0 0,1-1-1 0 0,-1 0 1 0 0,0 1 0 0 0,1-1 0 0 0,-1 0-1 0 0,0 1 1 0 0,1-1 0 0 0,-1 0-1 0 0,0 1 1 0 0,1-1 0 0 0,-1 0 0 0 0,1 0-1 0 0,-1 0 1 0 0,1 1 0 0 0,16 4-176 0 0,-14-5 165 0 0,3 1 16 0 0,-1 0 0 0 0,0 0 0 0 0,1-1 0 0 0,-1 1 0 0 0,0-2-1 0 0,1 1 1 0 0,-1 0 0 0 0,1-1 0 0 0,-1 0 0 0 0,0 0 0 0 0,0-1 0 0 0,8-2 0 0 0,4-4 6 0 0,-1 0 0 0 0,22-15 0 0 0,-26 15-4 0 0,0 1-1 0 0,1 0 1 0 0,0 0-1 0 0,21-7 0 0 0,-28 14-5 0 0,1-1-1 0 0,-1 1 1 0 0,0 0-1 0 0,0 0 0 0 0,0 1 1 0 0,0 0-1 0 0,0 0 1 0 0,0 0-1 0 0,0 1 0 0 0,0 0 1 0 0,-1 0-1 0 0,11 5 1 0 0,-7-3-39 0 0,1 0 1 0 0,20 4 0 0 0,-14-6-16 0 0,0 0 0 0 0,1-2 1 0 0,-1 0-1 0 0,1 0 0 0 0,-1-2 0 0 0,0 0 1 0 0,0-1-1 0 0,1-1 0 0 0,-2 0 0 0 0,1-1 1 0 0,-1 0-1 0 0,21-12 0 0 0,5 2 7 0 0,-32 12 50 0 0,-1 0-1 0 0,1 0 1 0 0,0-1-1 0 0,-1 0 0 0 0,11-7 1 0 0,-1-4 14 0 0,0-1-1 0 0,-2 0 1 0 0,0-2 0 0 0,-1 1-1 0 0,-1-2 1 0 0,0 0-1 0 0,-2 0 1 0 0,0-2 0 0 0,-1 1-1 0 0,-1-1 1 0 0,-1-1 0 0 0,8-31-1 0 0,-2-4 35 0 0,-2 0 0 0 0,-4-1-1 0 0,5-101 1 0 0,-12 145-35 0 0,0 0-1 0 0,1 1 1 0 0,0 0 0 0 0,7-17 0 0 0,-6 16 15 0 0,1 0 1 0 0,-2-1 0 0 0,4-25 0 0 0,-6 30-8 0 0,2-22 106 0 0,-3 30-119 0 0,0 0-1 0 0,0 1 0 0 0,0-1 1 0 0,-1 0-1 0 0,1 0 1 0 0,0 1-1 0 0,0-1 0 0 0,-1 0 1 0 0,1 1-1 0 0,-1-1 1 0 0,0 1-1 0 0,1-1 0 0 0,-3-2 1 0 0,3 4-12 0 0,-1 0 0 0 0,1 0-1 0 0,0 0 1 0 0,0 0 0 0 0,-1 0 0 0 0,1 0 0 0 0,0 0 0 0 0,-1 0 0 0 0,1 0 0 0 0,0 0-1 0 0,0 0 1 0 0,-1 0 0 0 0,1 0 0 0 0,0 0 0 0 0,0 0 0 0 0,-1 0 0 0 0,1 1-1 0 0,0-1 1 0 0,0 0 0 0 0,-1 0 0 0 0,1 0 0 0 0,0 0 0 0 0,0 1 0 0 0,0-1 0 0 0,-1 0-1 0 0,1 0 1 0 0,0 0 0 0 0,0 1 0 0 0,0-1 0 0 0,0 0 0 0 0,-1 0 0 0 0,1 1 0 0 0,0-1-1 0 0,0 0 1 0 0,0 1 0 0 0,0-1 0 0 0,0 0 0 0 0,0 0 0 0 0,0 1 0 0 0,0-1 0 0 0,0 0-1 0 0,0 1 1 0 0,-6 17 21 0 0,5-16-30 0 0,-19 70 34 0 0,3 1-1 0 0,-14 135 1 0 0,29-198-22 0 0,0 0 0 0 0,0 0 0 0 0,-1 0 0 0 0,0 0 0 0 0,-5 9 0 0 0,3-8-10 0 0,1 0 0 0 0,0 1 0 0 0,-3 17 0 0 0,5-6 24 0 0,0 1-1 0 0,2-1 0 0 0,0 0 1 0 0,2 0-1 0 0,0 0 0 0 0,2 0 0 0 0,0 0 1 0 0,2 0-1 0 0,0-1 0 0 0,2 0 1 0 0,0 0-1 0 0,1-1 0 0 0,20 32 0 0 0,-26-47 11 0 0,1 0 0 0 0,0 0 0 0 0,1-1 0 0 0,0 1 0 0 0,10 9 0 0 0,-12-13-10 0 0,1 0 1 0 0,-1 1-1 0 0,1-1 0 0 0,0-1 1 0 0,-1 1-1 0 0,1 0 0 0 0,0-1 1 0 0,0 0-1 0 0,1 0 0 0 0,-1 0 1 0 0,7 0-1 0 0,-7 0-8 0 0,1 0-1 0 0,-1 0 1 0 0,0 0 0 0 0,0 1-1 0 0,0-1 1 0 0,6 4 0 0 0,-6-3-4 0 0,0 0 0 0 0,0 0-1 0 0,0 0 1 0 0,1-1 0 0 0,-1 0 0 0 0,8 1 0 0 0,-5-1 5 0 0,0-1 1 0 0,0 0 0 0 0,0 0 0 0 0,-1-1 0 0 0,1 0 0 0 0,10-3 0 0 0,-14 3-62 0 0,-1 1 1 0 0,1-1-1 0 0,0-1 1 0 0,-1 1-1 0 0,1 0 1 0 0,0-1-1 0 0,-1 1 1 0 0,0-1-1 0 0,1 0 0 0 0,-1 0 1 0 0,0 1-1 0 0,0-2 1 0 0,0 1-1 0 0,0 0 1 0 0,0 0-1 0 0,2-5 1 0 0,12-22-1692 0 0,-10 19 172 0 0,0-1 0 0 0,-1 0-1 0 0,7-19 1 0 0,-9 13-1459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98 10290 0 0,'-54'-6'3888'0'0,"54"6"-3827"0"0,0 0 0 0 0,-1 0 1 0 0,1 0-1 0 0,-1 0 0 0 0,1 0 1 0 0,-1 0-1 0 0,1 0 0 0 0,-1 0 1 0 0,1 0-1 0 0,0 0 1 0 0,-1-1-1 0 0,1 1 0 0 0,-1 0 1 0 0,1 0-1 0 0,0 0 0 0 0,-1-1 1 0 0,1 1-1 0 0,-1 0 1 0 0,1 0-1 0 0,0-1 0 0 0,-1 1 1 0 0,1 0-1 0 0,0-1 0 0 0,0 1 1 0 0,-1-1-1 0 0,25-3 838 0 0,88-7 199 0 0,116-27 1 0 0,-143 24-736 0 0,110-4 0 0 0,-189 17-556 0 0,21 1 767 0 0,-26 0-730 0 0,0 0-1 0 0,0 0 0 0 0,-1 0 1 0 0,1 1-1 0 0,0-1 1 0 0,0 0-1 0 0,0 1 1 0 0,-1-1-1 0 0,1 0 0 0 0,0 1 1 0 0,-1-1-1 0 0,1 1 1 0 0,0-1-1 0 0,-1 1 1 0 0,1-1-1 0 0,0 2 0 0 0,1 1-1602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70 173 5257 0 0,'-6'-19'3824'0'0,"3"-6"-2828"0"0,2-1 0 0 0,1-34 0 0 0,1 18 1764 0 0,-1 42-2688 0 0,0 4 93 0 0,0 55 90 0 0,0 110 909 0 0,-21 170-1 0 0,19-325-984 0 0,3-10-78 0 0,-1 0 0 0 0,-1 0 0 0 0,1 0 0 0 0,-1 0 0 0 0,1 0 0 0 0,-1 1 1 0 0,0-2-1 0 0,-1 1 0 0 0,1 0 0 0 0,-4 7 0 0 0,5-11-92 0 0,0 0 1 0 0,-1 0-1 0 0,1 0 0 0 0,0 0 1 0 0,0 0-1 0 0,0 0 1 0 0,-1 0-1 0 0,1 0 1 0 0,0 0-1 0 0,0 0 0 0 0,0 0 1 0 0,-1 0-1 0 0,1 0 1 0 0,0 0-1 0 0,0 0 0 0 0,-1 0 1 0 0,1 0-1 0 0,0 0 1 0 0,0 0-1 0 0,0 0 1 0 0,-1 0-1 0 0,1 0 0 0 0,0-1 1 0 0,0 1-1 0 0,0 0 1 0 0,-1 0-1 0 0,1 0 1 0 0,0 0-1 0 0,0 0 0 0 0,0 0 1 0 0,0-1-1 0 0,0 1 1 0 0,-1 0-1 0 0,1 0 0 0 0,0 0 1 0 0,0-1-1 0 0,0 1 1 0 0,0 0-1 0 0,0 0 1 0 0,0 0-1 0 0,0-1 0 0 0,0 1 1 0 0,0 0-1 0 0,0 0 1 0 0,0 0-1 0 0,0-1 1 0 0,0 1-1 0 0,0 0 0 0 0,0-1 1 0 0,-5-14 2 0 0,5 12 22 0 0,-5-16-4 0 0,2-1 0 0 0,0 1-1 0 0,1-1 1 0 0,1 0 0 0 0,1 0-1 0 0,0 0 1 0 0,7-39 0 0 0,0 26-33 0 0,1 0 0 0 0,2 0 1 0 0,25-57-1 0 0,-21 54 0 0 0,-12 29 0 0 0,0 0 0 0 0,1 0-1 0 0,0 0 1 0 0,0 0 0 0 0,1 1 0 0 0,0-1-1 0 0,0 1 1 0 0,0 0 0 0 0,1 0-1 0 0,6-5 1 0 0,-7 6 4 0 0,1 1 0 0 0,0 0 0 0 0,0 1 0 0 0,0-1 0 0 0,0 1 0 0 0,1 0 0 0 0,-1 0 0 0 0,1 1 0 0 0,0 0 0 0 0,8-3 0 0 0,14-8-53 0 0,-25 11-122 0 0,0 0 0 0 0,1 0 0 0 0,-1 1-1 0 0,0-1 1 0 0,1 1 0 0 0,-1-1 0 0 0,1 1 0 0 0,5-1 0 0 0,-2 2-798 0 0,-1-1 1 0 0,0 1-1 0 0,1 0 0 0 0,11 2 0 0 0,-3 2-2083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2 755 13147 0 0,'0'0'311'0'0,"-2"-13"613"0"0,7 6-879 0 0,0 1 1 0 0,0 0-1 0 0,1 0 0 0 0,-1 0 1 0 0,1 1-1 0 0,0-1 1 0 0,1 2-1 0 0,-1-1 1 0 0,1 1-1 0 0,10-6 0 0 0,20-14 136 0 0,-13 4-19 0 0,0-2 0 0 0,-2-1 0 0 0,0 0 0 0 0,-2-2 1 0 0,0 0-1 0 0,29-53 0 0 0,-20 8 497 0 0,-29 69-643 0 0,1 1 1 0 0,-1-1-1 0 0,1 1 0 0 0,-1-1 1 0 0,0 0-1 0 0,1 1 1 0 0,-1-1-1 0 0,1 0 1 0 0,-1 1-1 0 0,0-1 1 0 0,0 0-1 0 0,0 1 1 0 0,1-1-1 0 0,-1 0 0 0 0,0 0 1 0 0,0 1-1 0 0,0-1 1 0 0,0 0-1 0 0,0 0 1 0 0,0 1-1 0 0,0-1 1 0 0,0 0-1 0 0,-1 0 1 0 0,1 1-1 0 0,0-1 0 0 0,-1-1 1 0 0,1 2-4 0 0,-1-1-1 0 0,0 1 1 0 0,0-1-1 0 0,0 1 1 0 0,1-1-1 0 0,-1 1 1 0 0,0 0-1 0 0,0 0 1 0 0,0-1 0 0 0,0 1-1 0 0,0 0 1 0 0,0 0-1 0 0,0 0 1 0 0,0 0-1 0 0,1 0 1 0 0,-1 0 0 0 0,-2 0-1 0 0,-2 1 22 0 0,0 0 0 0 0,0 0 0 0 0,-1 0 0 0 0,2 1 0 0 0,-1-1 0 0 0,0 1 0 0 0,-5 3 0 0 0,-1 5 37 0 0,0-1-1 0 0,1 2 0 0 0,0 0 0 0 0,1 0 1 0 0,0 0-1 0 0,-8 16 0 0 0,-14 16 61 0 0,8-17-118 0 0,16-18-10 0 0,0 0 0 0 0,0 0 0 0 0,1 1 0 0 0,0-1-1 0 0,0 1 1 0 0,1 1 0 0 0,0-1 0 0 0,0 1 0 0 0,-2 11 0 0 0,0-6-27 0 0,-1 5-66 0 0,8-20 88 0 0,0 1 0 0 0,0 0 0 0 0,0 0 0 0 0,0-1 1 0 0,0 1-1 0 0,1 0 0 0 0,-1 0 0 0 0,0-1 0 0 0,0 1 0 0 0,1 0 0 0 0,-1-1 0 0 0,1 1 0 0 0,-1 0 0 0 0,0-1 0 0 0,1 1 0 0 0,-1 0 0 0 0,1-1 0 0 0,0 1 0 0 0,-1-1 0 0 0,1 1 0 0 0,-1-1 0 0 0,1 0 0 0 0,0 1 0 0 0,-1-1 0 0 0,1 1 0 0 0,0-1 0 0 0,-1 0 0 0 0,2 1 0 0 0,3 1-3 0 0,0-1-1 0 0,0 1 1 0 0,0 0-1 0 0,0-1 1 0 0,0 0 0 0 0,0-1-1 0 0,1 1 1 0 0,-1-1-1 0 0,0 0 1 0 0,0 0 0 0 0,11-2-1 0 0,-1-1-1 0 0,1-2 0 0 0,23-9 0 0 0,-8 3 18 0 0,-22 7-21 0 0,0 0 1 0 0,-1 0-1 0 0,1-1 0 0 0,-1 0 0 0 0,0-1 1 0 0,0 1-1 0 0,7-9 0 0 0,49-52-28 0 0,-39 39 45 0 0,15-14-7 0 0,-20 22 31 0 0,-1-1 0 0 0,-1-1 0 0 0,19-27 0 0 0,-20 13 270 0 0,-18 35-308 0 0,0 0 0 0 0,0 1-1 0 0,0-1 1 0 0,0 0 0 0 0,0 0 0 0 0,0 1-1 0 0,0-1 1 0 0,0 1 0 0 0,0-1-1 0 0,0 1 1 0 0,0-1 0 0 0,0 1-1 0 0,0-1 1 0 0,1 1 0 0 0,-1 0 0 0 0,-1 1-1 0 0,-11 17 0 0 0,0 0-1 0 0,2 1 0 0 0,0 0 1 0 0,1 1-1 0 0,-10 32 0 0 0,14-36-24 0 0,5-10 17 0 0,-1 0 0 0 0,-1-1 1 0 0,1 0-1 0 0,-5 8 0 0 0,4-9 11 0 0,1 0 1 0 0,0 0-1 0 0,0 1 0 0 0,1-1 0 0 0,-1 0 0 0 0,1 1 1 0 0,0-1-1 0 0,1 1 0 0 0,-1-1 0 0 0,1 1 0 0 0,0-1 1 0 0,0 1-1 0 0,1-1 0 0 0,0 1 0 0 0,0-1 0 0 0,3 10 1 0 0,-2-4 96 0 0,0 0 1 0 0,1 19-1 0 0,-3-29-77 0 0,0 0 0 0 0,0 1 1 0 0,0-1-1 0 0,-1 0 0 0 0,1 0 0 0 0,0 0 0 0 0,-1 1 0 0 0,1-1 0 0 0,0 0 0 0 0,-1 0 0 0 0,0 0 0 0 0,1 0 0 0 0,-1 0 0 0 0,0 0 1 0 0,1 0-1 0 0,-1 0 0 0 0,0 0 0 0 0,0 0 0 0 0,0 0 0 0 0,0 0 0 0 0,0-1 0 0 0,0 1 0 0 0,0 0 0 0 0,0-1 0 0 0,0 1 0 0 0,0-1 1 0 0,0 1-1 0 0,0-1 0 0 0,0 1 0 0 0,-1-1 0 0 0,1 0 0 0 0,0 0 0 0 0,0 1 0 0 0,-1-1 0 0 0,1 0 0 0 0,0 0 0 0 0,-2-1 1 0 0,2 1-220 0 0,-1 1 1 0 0,0-1 0 0 0,1 0 0 0 0,-1 0 0 0 0,1 1 0 0 0,-1-1 0 0 0,0 1-1 0 0,1-1 1 0 0,-1 1 0 0 0,1 0 0 0 0,0-1 0 0 0,-1 1 0 0 0,1 0-1 0 0,-1 0 1 0 0,1 0 0 0 0,0 0 0 0 0,0 0 0 0 0,0 1 0 0 0,-1-1 0 0 0,0 2-1 0 0,14-4-2851 0 0,32-13 2514 0 0,0-2-1 0 0,-1-2 1 0 0,80-47-1 0 0,-89 49 602 0 0,-28 14-11 0 0,0-1 0 0 0,0 0 0 0 0,0 0 0 0 0,0 0 0 0 0,0-1 0 0 0,8-7 0 0 0,-5 3 248 0 0,-1-1 0 0 0,-1 0 1 0 0,1-1-1 0 0,-2 0 0 0 0,1 0 0 0 0,-1 0 0 0 0,-1-1 1 0 0,0 1-1 0 0,0-1 0 0 0,-1-1 0 0 0,2-11 0 0 0,-2 11 990 0 0,-1 2 221 0 0,-13 24-927 0 0,-31 53 5 0 0,12-22-288 0 0,-31 67 1 0 0,58-110-296 0 0,1 0 0 0 0,0 1 0 0 0,0-1 0 0 0,0 1 1 0 0,0-1-1 0 0,1 1 0 0 0,-1-1 0 0 0,1 1 1 0 0,0-1-1 0 0,-1 1 0 0 0,1 0 0 0 0,0-1 1 0 0,0 1-1 0 0,1 0 0 0 0,-1-1 0 0 0,2 4 1 0 0,-1-4 1 0 0,0-1 1 0 0,0 1-1 0 0,0-1 1 0 0,0 1-1 0 0,1-1 1 0 0,-1 0-1 0 0,1 0 1 0 0,-1 0-1 0 0,1 0 1 0 0,-1 0 0 0 0,1 0-1 0 0,0 0 1 0 0,-1 0-1 0 0,1 0 1 0 0,0-1-1 0 0,0 1 1 0 0,0-1-1 0 0,-1 1 1 0 0,1-1-1 0 0,0 0 1 0 0,0 0-1 0 0,0 0 1 0 0,2 0 0 0 0,2 0 3 0 0,0 0 0 0 0,0 0 1 0 0,-1-1-1 0 0,1 0 1 0 0,0 0-1 0 0,0 0 1 0 0,0-1-1 0 0,-1 0 1 0 0,1 0-1 0 0,-1 0 1 0 0,1-1-1 0 0,-1 0 1 0 0,0 0-1 0 0,0 0 0 0 0,0-1 1 0 0,-1 0-1 0 0,1 1 1 0 0,4-7-1 0 0,7-7 34 0 0,-1-2 0 0 0,-1 0 0 0 0,15-25 0 0 0,-17 26-36 0 0,5-15 29 0 0,-14 26 1 0 0,0 1-1 0 0,0-1 1 0 0,1 1 0 0 0,0 0-1 0 0,0 0 1 0 0,0 0-1 0 0,1 1 1 0 0,7-7 0 0 0,-12 12-38 0 0,0-1 0 0 0,0 1 0 0 0,0 0 1 0 0,1 0-1 0 0,-1-1 0 0 0,0 1 0 0 0,0 0 0 0 0,1 0 1 0 0,-1 0-1 0 0,0 0 0 0 0,0 0 0 0 0,1-1 0 0 0,-1 1 1 0 0,0 0-1 0 0,0 0 0 0 0,1 0 0 0 0,-1 0 1 0 0,0 0-1 0 0,1 0 0 0 0,-1 0 0 0 0,0 0 0 0 0,0 0 1 0 0,1 0-1 0 0,-1 0 0 0 0,0 0 0 0 0,1 0 0 0 0,-1 0 1 0 0,0 0-1 0 0,0 0 0 0 0,1 0 0 0 0,-1 1 1 0 0,0-1-1 0 0,0 0 0 0 0,1 0 0 0 0,-1 0 0 0 0,0 0 1 0 0,0 1-1 0 0,1-1 0 0 0,-1 0 0 0 0,0 0 0 0 0,0 0 1 0 0,0 1-1 0 0,1-1 0 0 0,-1 0 0 0 0,0 0 1 0 0,0 1-1 0 0,0-1 0 0 0,0 0 0 0 0,0 0 0 0 0,1 1 1 0 0,2 16-25 0 0,-3-14 32 0 0,1 18-1 0 0,-1 1 0 0 0,-5 33 0 0 0,3-34-15 0 0,0 1-1 0 0,3 34 1 0 0,-1-54 7 0 0,1 0-1 0 0,-1 0 1 0 0,1 1 0 0 0,0-1 0 0 0,0 0 0 0 0,0-1 0 0 0,0 1 0 0 0,0 0 0 0 0,1 0 0 0 0,-1 0-1 0 0,1-1 1 0 0,-1 1 0 0 0,1 0 0 0 0,-1-1 0 0 0,1 0 0 0 0,0 1 0 0 0,0-1 0 0 0,-1 0-1 0 0,1 0 1 0 0,0 0 0 0 0,0 0 0 0 0,0 0 0 0 0,0 0 0 0 0,1-1 0 0 0,-1 1 0 0 0,4 0-1 0 0,1 0-3 0 0,1 1 0 0 0,0-1 0 0 0,0-1 0 0 0,0 1 0 0 0,0-2 0 0 0,10 0 0 0 0,-2-2-36 0 0,-1-1 0 0 0,0-1 0 0 0,0 0 1 0 0,16-8-1 0 0,1-1-29 0 0,-24 11 52 0 0,0-1 0 0 0,-1 0 1 0 0,0-1-1 0 0,0 0 0 0 0,0 0 1 0 0,0 0-1 0 0,11-13 1 0 0,38-51-53 0 0,-33 38 75 0 0,-10 12 22 0 0,0 0 0 0 0,-1-1 0 0 0,-1 0 1 0 0,-1-1-1 0 0,-1-1 0 0 0,0 1 0 0 0,-2-1 1 0 0,0-1-1 0 0,-2 1 0 0 0,-1-1 0 0 0,0 0 1 0 0,0-34-1 0 0,-3 49-7 0 0,0 0 0 0 0,1 0 0 0 0,0 1 0 0 0,0-1 0 0 0,6-13 0 0 0,-5 15 41 0 0,0-1 0 0 0,-1 0 0 0 0,0 0 0 0 0,0-1 0 0 0,0 1 0 0 0,-1 0-1 0 0,0-9 1 0 0,-1 15-42 0 0,1 0 0 0 0,-1 0 0 0 0,0 0-1 0 0,0 0 1 0 0,0 0 0 0 0,0 0-1 0 0,0 0 1 0 0,0-1 0 0 0,0 1-1 0 0,-1 0 1 0 0,1 0 0 0 0,0 0-1 0 0,-1 0 1 0 0,1 0 0 0 0,0 0 0 0 0,-1 0-1 0 0,1 0 1 0 0,-1 0 0 0 0,0 0-1 0 0,1 0 1 0 0,-1 0 0 0 0,0 1-1 0 0,0-1 1 0 0,1 0 0 0 0,-2-1-1 0 0,-1 2-16 0 0,1 0 0 0 0,0 0 0 0 0,0 0 0 0 0,0 0 0 0 0,-1 0 0 0 0,1 0 0 0 0,0 1 0 0 0,0-1 0 0 0,-1 1-1 0 0,1 0 1 0 0,-2 0 0 0 0,2 0-2 0 0,-1 1 0 0 0,1-1 0 0 0,0 0 0 0 0,0 1 0 0 0,0-1 0 0 0,0 1 0 0 0,0 0 0 0 0,1 0 0 0 0,-1-1 0 0 0,0 1 1 0 0,1 0-1 0 0,-1 1 0 0 0,1-1 0 0 0,0 0 0 0 0,-2 4 0 0 0,-16 42-10 0 0,15-36 9 0 0,0-1 4 0 0,-8 21 25 0 0,1 1 1 0 0,2 0-1 0 0,-10 59 0 0 0,18-81-24 0 0,-1 0 1 0 0,-1-1-1 0 0,-7 19 1 0 0,7-21-1 0 0,0 0 1 0 0,0 1-1 0 0,1-1 0 0 0,0 1 1 0 0,1-1-1 0 0,-1 18 0 0 0,2-21-5 0 0,0 0 0 0 0,1 0 0 0 0,-1 0 0 0 0,1 0 0 0 0,0 1 0 0 0,1-1 0 0 0,-1-1 0 0 0,1 1 0 0 0,0 0 0 0 0,3 5 0 0 0,-3-8-37 0 0,-1 1 0 0 0,1-1 0 0 0,0 0-1 0 0,0 0 1 0 0,1 0 0 0 0,-1 0 0 0 0,0 0 0 0 0,1 0-1 0 0,-1 0 1 0 0,1-1 0 0 0,-1 1 0 0 0,1-1 0 0 0,0 0-1 0 0,0 0 1 0 0,-1 0 0 0 0,1 0 0 0 0,0 0 0 0 0,4 0-1 0 0,5 1-336 0 0,1 1-1 0 0,15 7 1 0 0,-20-7 107 0 0,1 0 1 0 0,-1 0 0 0 0,0-1-1 0 0,1 0 1 0 0,0 0-1 0 0,-1-1 1 0 0,16 0 0 0 0,-5-4-207 0 0,-1 0 1 0 0,0-2-1 0 0,0 0 1 0 0,0-1 0 0 0,0 0-1 0 0,-1-2 1 0 0,30-18-1 0 0,-38 20 412 0 0,0 0 0 0 0,0-1 0 0 0,-1-1-1 0 0,0 1 1 0 0,14-18 0 0 0,-6 7 7 0 0,-7 7 55 0 0,-1 0 0 0 0,0-1 0 0 0,0 0 0 0 0,-1 0 0 0 0,-1 0-1 0 0,9-24 1 0 0,-7 14 39 0 0,-2 0 0 0 0,0 0 0 0 0,3-31 1 0 0,-8 44 66 0 0,1 0 0 0 0,1 1 0 0 0,0-1 1 0 0,6-14-1 0 0,-5 15 171 0 0,-1 0 0 0 0,0-1 0 0 0,0 0 0 0 0,2-14 1 0 0,-4 13 52 0 0,0 1 1 0 0,0-1 0 0 0,-1 1 0 0 0,0-1 0 0 0,-1 1 0 0 0,0-1 0 0 0,-1 1-1 0 0,1-1 1 0 0,-2 1 0 0 0,0 0 0 0 0,0 0 0 0 0,0 0 0 0 0,-1 0-1 0 0,-5-8 1 0 0,9 17-324 0 0,0-1 1 0 0,-1 1-1 0 0,1 0 0 0 0,0 0 0 0 0,0 0 0 0 0,0-1 0 0 0,0 1 0 0 0,0 0 0 0 0,0 0 0 0 0,-1 0 0 0 0,1 0 1 0 0,0 0-1 0 0,0-1 0 0 0,0 1 0 0 0,-1 0 0 0 0,1 0 0 0 0,0 0 0 0 0,0 0 0 0 0,0 0 0 0 0,-1 0 1 0 0,1 0-1 0 0,0 0 0 0 0,0-1 0 0 0,-1 1 0 0 0,1 0 0 0 0,0 0 0 0 0,0 0 0 0 0,0 0 0 0 0,-1 0 1 0 0,1 0-1 0 0,0 0 0 0 0,0 1 0 0 0,-1-1 0 0 0,1 0 0 0 0,0 0 0 0 0,0 0 0 0 0,0 0 0 0 0,-1 0 0 0 0,1 0 1 0 0,0 0-1 0 0,0 0 0 0 0,0 0 0 0 0,-1 1 0 0 0,1-1 0 0 0,0 0 0 0 0,0 0 0 0 0,0 0 0 0 0,0 0 1 0 0,-1 1-1 0 0,1-1 0 0 0,0 0 0 0 0,0 0 0 0 0,0 0 0 0 0,0 1 0 0 0,-7 14 118 0 0,5-12-114 0 0,-3 11 35 0 0,1 0 1 0 0,0 0 0 0 0,1 0-1 0 0,1 0 1 0 0,-1 15 0 0 0,0 78 119 0 0,2-25-44 0 0,-20 109 500 0 0,11-118-1906 0 0,2 0-3404 0 0,8-61-259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9 209 10538 0 0,'-1'-1'348'0'0,"0"-1"0"0"0,0 0 0 0 0,0 1 0 0 0,0-1 0 0 0,0 0 0 0 0,1 1 0 0 0,-1-1 0 0 0,1 0 0 0 0,-1-2 0 0 0,2 2-328 0 0,0 0 0 0 0,0 0 0 0 0,1 1 0 0 0,-1-1 0 0 0,1 1 0 0 0,-1-1 0 0 0,1 1 0 0 0,0-1 0 0 0,0 1 0 0 0,-1 0 0 0 0,1 0 0 0 0,0 0 0 0 0,2-1 0 0 0,32-11 94 0 0,-12 5-35 0 0,106-51 378 0 0,51-21 336 0 0,-172 77-707 0 0,12-3 490 0 0,-21 6-564 0 0,1 1-1 0 0,-1-1 0 0 0,1 0 0 0 0,0 0 0 0 0,-1 1 0 0 0,1-1 0 0 0,-1 0 1 0 0,1 1-1 0 0,-1-1 0 0 0,1 1 0 0 0,-1-1 0 0 0,1 1 0 0 0,-1-1 0 0 0,1 1 1 0 0,-1-1-1 0 0,0 1 0 0 0,1-1 0 0 0,-1 1 0 0 0,0 0 0 0 0,1-1 0 0 0,-1 1 1 0 0,0-1-1 0 0,0 1 0 0 0,0 0 0 0 0,0-1 0 0 0,1 1 0 0 0,-1 0 0 0 0,0-1 1 0 0,0 1-1 0 0,0 1 0 0 0,0 10 107 0 0,1 0 0 0 0,-2 0 0 0 0,0 0-1 0 0,-3 18 1 0 0,2-21-29 0 0,1 1 0 0 0,-1-1 0 0 0,2 1 0 0 0,-1 0 0 0 0,1-1 0 0 0,1 1 0 0 0,0 0 0 0 0,4 15 0 0 0,6 2 780 0 0,4 15 350 0 0,-15-39-1173 0 0,1-1 1 0 0,-1 1-1 0 0,0 0 0 0 0,0 0 0 0 0,0 0 0 0 0,0 0 0 0 0,0 0 1 0 0,-1 0-1 0 0,1-1 0 0 0,-1 1 0 0 0,0 0 0 0 0,0 0 1 0 0,-2 4-1 0 0,1-3-53 0 0,0-1 0 0 0,-1 1 1 0 0,1 0-1 0 0,-1-1 0 0 0,0 1 0 0 0,0-1 1 0 0,0 0-1 0 0,-1 0 0 0 0,1-1 0 0 0,-1 1 0 0 0,-5 3 1 0 0,-4 1-733 0 0,-1-1 0 0 0,-15 5 0 0 0,7-2-892 0 0,5-2-903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24 13619 0 0,'0'-2'191'0'0,"0"0"-1"0"0,0 0 1 0 0,0 0 0 0 0,0 0 0 0 0,-1 0 0 0 0,1 0-1 0 0,-1 0 1 0 0,1 0 0 0 0,-2-3 0 0 0,2 5-181 0 0,0 0-1 0 0,0 0 1 0 0,0 0 0 0 0,0 0 0 0 0,0 0-1 0 0,0 0 1 0 0,-1 0 0 0 0,1 0 0 0 0,0 0-1 0 0,0 0 1 0 0,0 0 0 0 0,0-1 0 0 0,0 1 0 0 0,0 0-1 0 0,0 0 1 0 0,0 0 0 0 0,0 0 0 0 0,-1 0-1 0 0,1 0 1 0 0,0 0 0 0 0,0 0 0 0 0,0 0 0 0 0,0 0-1 0 0,0 0 1 0 0,0 0 0 0 0,0 0 0 0 0,0 0-1 0 0,0 0 1 0 0,-1 0 0 0 0,1 0 0 0 0,0 1-1 0 0,0-1 1 0 0,0 0 0 0 0,0 0 0 0 0,0 0 0 0 0,0 0-1 0 0,0 0 1 0 0,0 0 0 0 0,0 0 0 0 0,0 0-1 0 0,-1 0 1 0 0,1 0 0 0 0,0 0 0 0 0,0 0 0 0 0,0 0-1 0 0,0 0 1 0 0,0 1 0 0 0,0-1 0 0 0,0 0-1 0 0,0 0 1 0 0,0 0 0 0 0,0 0 0 0 0,-5 15 246 0 0,-17 103 1085 0 0,-22 90-704 0 0,35-161-4170 0 0,8-37 566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21 17220 0 0,'0'0'40'0'0,"-1"-2"16"0"0,-1 1-56 0 0,1-2-24 0 0,-2-1-24 0 0,0 1 48 0 0,1 3-24 0 0,-4-3-24 0 0,0 0-40 0 0,1 2-352 0 0,2 1-1153 0 0,0 0-335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28 12683 0 0,'-3'1'17'0'0,"1"0"1"0"0,-1 0 0 0 0,1 0 0 0 0,-1 0-1 0 0,1 0 1 0 0,-1 1 0 0 0,1-1-1 0 0,0 1 1 0 0,0 0 0 0 0,0 0 0 0 0,0-1-1 0 0,0 1 1 0 0,-2 3 0 0 0,-2 5 162 0 0,0 0 0 0 0,1 1-1 0 0,-6 15 1 0 0,-13 25 865 0 0,10-24-522 0 0,14-26-403 0 0,-1 0 0 0 0,1 1 0 0 0,-1-1 0 0 0,1 0 0 0 0,0 0 0 0 0,0 0 0 0 0,-1 0 0 0 0,1 1 0 0 0,0-1 1 0 0,0 0-1 0 0,0 0 0 0 0,0 1 0 0 0,0-1 0 0 0,0 0 0 0 0,1 0 0 0 0,-1 0 0 0 0,0 1 0 0 0,0-1 0 0 0,1 0 1 0 0,-1 0-1 0 0,1 0 0 0 0,0 1 0 0 0,1-1-81 0 0,-1-1 1 0 0,1 0-1 0 0,0 0 0 0 0,-1-1 1 0 0,1 1-1 0 0,-1 0 1 0 0,1 0-1 0 0,-1-1 0 0 0,1 1 1 0 0,-1-1-1 0 0,1 0 0 0 0,-1 1 1 0 0,1-1-1 0 0,-1 0 1 0 0,1 0-1 0 0,1-1 0 0 0,4-5-39 0 0,0 0 0 0 0,-1 0 1 0 0,7-9-1 0 0,7-9-13 0 0,10-12 29 0 0,15-14-24 0 0,-40 47 8 0 0,-1 0 0 0 0,0 0 0 0 0,1 1 0 0 0,0-1 0 0 0,0 1 0 0 0,0 1 0 0 0,0-1 0 0 0,0 1 0 0 0,8-3 0 0 0,6-4-27 0 0,-16 7 6 0 0,1 0-1 0 0,-1 1 0 0 0,1-1 1 0 0,0 1-1 0 0,7-3 1 0 0,-10 4 21 0 0,0 0-1 0 0,0 0 1 0 0,0 0 0 0 0,0 0 0 0 0,0 0 0 0 0,0 0 0 0 0,0 0 0 0 0,0 1 0 0 0,0-1-1 0 0,0 0 1 0 0,0 0 0 0 0,0 1 0 0 0,0-1 0 0 0,0 1 0 0 0,0-1 0 0 0,0 1 0 0 0,-1-1-1 0 0,1 1 1 0 0,0 0 0 0 0,0-1 0 0 0,0 1 0 0 0,-1 0 0 0 0,1 0 0 0 0,0-1 0 0 0,-1 1 0 0 0,1 0-1 0 0,0 2 1 0 0,19 43-8 0 0,-15-32 30 0 0,0-1 1 0 0,10 19-1 0 0,-13-29-46 0 0,0 0-1 0 0,0 0 1 0 0,0-1 0 0 0,0 1 0 0 0,0 0-1 0 0,1-1 1 0 0,-1 0 0 0 0,1 1 0 0 0,-1-1-1 0 0,1 0 1 0 0,0 0 0 0 0,0-1 0 0 0,0 1-1 0 0,0-1 1 0 0,4 2 0 0 0,1 0-1845 0 0,3 4-2271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429 158 8738 0 0,'-2'-19'871'0'0,"0"0"0"0"0,-2-1 0 0 0,-7-23-1 0 0,6 22-102 0 0,4 19-697 0 0,0 0 0 0 0,-1 1-1 0 0,1-1 1 0 0,0 0-1 0 0,0 1 1 0 0,-1-1-1 0 0,1 1 1 0 0,-1 0 0 0 0,1-1-1 0 0,-1 1 1 0 0,1 0-1 0 0,-1 0 1 0 0,0 0-1 0 0,-3-1 1 0 0,-30-10 621 0 0,26 11-560 0 0,1 1-1 0 0,-1 0 1 0 0,0 0-1 0 0,0 1 1 0 0,0 1-1 0 0,1-1 0 0 0,-1 1 1 0 0,1 1-1 0 0,-1-1 1 0 0,-13 8-1 0 0,-6 0 95 0 0,23-8-194 0 0,1 0 0 0 0,0 0 1 0 0,0 1-1 0 0,1-1 0 0 0,-1 1 1 0 0,0 0-1 0 0,1 0 0 0 0,0 0 1 0 0,0 0-1 0 0,-5 6 0 0 0,-27 43 157 0 0,21-28-109 0 0,2-8-69 0 0,1 1 1 0 0,1 0 0 0 0,1 1 0 0 0,0 0-1 0 0,2 0 1 0 0,0 1 0 0 0,1 0 0 0 0,0 1-1 0 0,-3 29 1 0 0,7-41-14 0 0,1 1 0 0 0,-1-1 0 0 0,0 0 0 0 0,-5 10 0 0 0,4-12-3 0 0,1 0 0 0 0,0 1 0 0 0,0-1-1 0 0,0 1 1 0 0,1 0 0 0 0,0-1-1 0 0,1 1 1 0 0,-1 8 0 0 0,2-6-4 0 0,1-1 1 0 0,0 0-1 0 0,0 0 0 0 0,1 0 1 0 0,0 0-1 0 0,5 9 1 0 0,-3-7 2 0 0,-4-8 8 0 0,0 0-1 0 0,0 0 1 0 0,1 0-1 0 0,-1 0 1 0 0,0-1-1 0 0,1 1 1 0 0,-1-1-1 0 0,1 1 1 0 0,-1-1-1 0 0,1 1 1 0 0,0-1-1 0 0,0 0 1 0 0,0 0-1 0 0,-1 0 1 0 0,1 0-1 0 0,0 0 1 0 0,4 1-1 0 0,39 6 22 0 0,-4-1-29 0 0,-29-3-6 0 0,-2 0 31 0 0,0 0 0 0 0,0-1 0 0 0,0 0 0 0 0,1-1 0 0 0,-1 0 0 0 0,0-1 0 0 0,1 0 0 0 0,13 0 0 0 0,-13-3 22 0 0,0 0 0 0 0,-1 0 0 0 0,1-1 1 0 0,-1 0-1 0 0,13-6 0 0 0,21-7 205 0 0,-36 14-210 0 0,0-1-1 0 0,0 0 0 0 0,-1 0 1 0 0,1-1-1 0 0,-1 0 0 0 0,0 0 0 0 0,0 0 1 0 0,0-1-1 0 0,-1 0 0 0 0,11-11 1 0 0,-7 7 5 0 0,0-1 0 0 0,-1 0 0 0 0,-1-1 0 0 0,0 0 0 0 0,0 0 0 0 0,-1-1 1 0 0,0 0-1 0 0,-1 0 0 0 0,0-1 0 0 0,-1 0 0 0 0,-1 0 0 0 0,0 0 1 0 0,2-14-1 0 0,9-20 179 0 0,-13 41-181 0 0,1 0 1 0 0,-1 0 0 0 0,0 0-1 0 0,0-1 1 0 0,-1 1 0 0 0,0 0 0 0 0,0-1-1 0 0,-1 1 1 0 0,1-1 0 0 0,-1 1-1 0 0,-1-1 1 0 0,-1-8 0 0 0,1 9-29 0 0,0 0 1 0 0,-1 0-1 0 0,0 0 1 0 0,0 0-1 0 0,0 0 0 0 0,-1 1 1 0 0,0-1-1 0 0,0 1 1 0 0,0-1-1 0 0,-1 1 1 0 0,0 0-1 0 0,0 0 1 0 0,0 1-1 0 0,-1-1 0 0 0,1 1 1 0 0,-1 0-1 0 0,0 0 1 0 0,0 1-1 0 0,-1-1 1 0 0,1 1-1 0 0,-1 0 0 0 0,0 1 1 0 0,1-1-1 0 0,-1 1 1 0 0,-9-2-1 0 0,-33-14-393 0 0,40 13 137 0 0,-1 1 0 0 0,0 1 0 0 0,0 0 0 0 0,-1 0 0 0 0,-11-2 0 0 0,13 4-216 0 0,0 1 0 0 0,1-1 1 0 0,-1 1-1 0 0,0 1 0 0 0,0-1 1 0 0,0 1-1 0 0,0 1 0 0 0,0-1 0 0 0,1 1 1 0 0,-1 1-1 0 0,0-1 0 0 0,-10 6 1 0 0,-1 4-2133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13243 0 0,'0'0'379'0'0,"9"18"2253"0"0,31 35-2003 0 0,-12-20-407 0 0,-21-24-215 0 0,0-1-1 0 0,0 0 1 0 0,12 8 0 0 0,12 4-4402 0 0,-18-16 996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58 14211 0 0,'0'0'265'0'0,"-6"-13"789"0"0,6 11-1028 0 0,1 0 1 0 0,0 0-1 0 0,0 1 0 0 0,0-1 1 0 0,0 1-1 0 0,1-1 0 0 0,-1 1 1 0 0,0-1-1 0 0,1 1 0 0 0,-1 0 1 0 0,1 0-1 0 0,-1 0 0 0 0,1 0 1 0 0,-1 0-1 0 0,1 0 0 0 0,2-1 1 0 0,29-12 137 0 0,-31 13-136 0 0,2 0-12 0 0,-1 0 1 0 0,0 0-1 0 0,0 0 0 0 0,0 0 1 0 0,1 1-1 0 0,-1 0 0 0 0,0-1 1 0 0,1 1-1 0 0,-1 0 0 0 0,0 0 1 0 0,1 1-1 0 0,3 0 0 0 0,-5 0-2 0 0,1 0-1 0 0,-1 0 0 0 0,0 0 1 0 0,0 0-1 0 0,0 1 1 0 0,0-1-1 0 0,0 1 1 0 0,0-1-1 0 0,0 1 0 0 0,0 0 1 0 0,0 0-1 0 0,-1 0 1 0 0,1 0-1 0 0,-1 0 0 0 0,3 4 1 0 0,-2-1 14 0 0,1 0 0 0 0,-1 0 0 0 0,0 0 0 0 0,-1 0 0 0 0,0 0 0 0 0,1 1 0 0 0,-2-1 0 0 0,1 0 0 0 0,0 1 0 0 0,-1-1 0 0 0,0 1 0 0 0,-1-1 0 0 0,1 0 0 0 0,-1 1 0 0 0,-2 9 0 0 0,-3 4 203 0 0,-1 0 0 0 0,-16 34 1 0 0,21-49-195 0 0,-2 2 24 0 0,0-1 1 0 0,0 1-1 0 0,0-1 1 0 0,-1 1-1 0 0,0-1 1 0 0,-6 5 0 0 0,6-7-47 0 0,1 1 0 0 0,0 0 0 0 0,0 0 0 0 0,0 0 0 0 0,1 1 0 0 0,-1-1 0 0 0,1 1 0 0 0,0 0 0 0 0,0 0 0 0 0,-4 9 0 0 0,7-14-14 0 0,0 1 0 0 0,0-1 0 0 0,0 0 0 0 0,0 1 0 0 0,0-1 0 0 0,0 1 0 0 0,0-1 0 0 0,0 0 0 0 0,0 1 0 0 0,0-1 0 0 0,1 0 0 0 0,-1 1 0 0 0,0-1 0 0 0,0 0 0 0 0,0 1 0 0 0,0-1 0 0 0,0 0 0 0 0,0 0 0 0 0,1 1 0 0 0,-1-1 0 0 0,0 0 0 0 0,0 0 0 0 0,1 1 0 0 0,-1-1 0 0 0,0 0 0 0 0,0 0 0 0 0,1 1 0 0 0,-1-1 0 0 0,0 0 0 0 0,1 0 0 0 0,-1 0 0 0 0,0 0 1 0 0,0 1-1 0 0,1-1 0 0 0,-1 0 0 0 0,0 0 0 0 0,1 0 0 0 0,14 2 77 0 0,-11-2-79 0 0,13 0 46 0 0,0 0 1 0 0,-1-1-1 0 0,1-1 1 0 0,-1-1-1 0 0,0 0 1 0 0,31-11-1 0 0,16-3 106 0 0,-32 9 164 0 0,-18 3-4285 0 0,-10 3 1455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14 11170 0 0,'-15'-8'1813'0'0,"7"6"-1534"0"0,-1 1 0 0 0,1 0 1 0 0,-1 0-1 0 0,1 1 0 0 0,0 0 1 0 0,-1 1-1 0 0,1-1 0 0 0,-1 2 1 0 0,-13 2-1 0 0,7 1-80 0 0,-1 1 0 0 0,1 0 0 0 0,0 1 1 0 0,-15 9-1 0 0,7-4 18 0 0,17-10-170 0 0,1 1 0 0 0,0 0 1 0 0,0 0-1 0 0,1 0 1 0 0,-1 0-1 0 0,0 0 0 0 0,-3 5 1 0 0,-46 55 128 0 0,49-56-163 0 0,1 0 0 0 0,-1 0-1 0 0,1 1 1 0 0,1-1 0 0 0,-1 1 0 0 0,1 0 0 0 0,-3 14-1 0 0,-4 0-33 0 0,9-20 15 0 0,-1 0 0 0 0,1-1 0 0 0,0 1 0 0 0,0 0 1 0 0,0 0-1 0 0,0 0 0 0 0,0 0 0 0 0,1 0 0 0 0,-1 0 0 0 0,1 0 0 0 0,-1 0 1 0 0,1 0-1 0 0,0 0 0 0 0,-1 0 0 0 0,1 0 0 0 0,0 1 0 0 0,1-1 0 0 0,-1 0 1 0 0,1 3-1 0 0,1-3-1 0 0,1 1 1 0 0,0-1 0 0 0,0 0-1 0 0,0 0 1 0 0,0 0 0 0 0,0 0-1 0 0,0 0 1 0 0,1-1-1 0 0,-1 1 1 0 0,1-1 0 0 0,-1 0-1 0 0,5 1 1 0 0,1 0 19 0 0,1-1 0 0 0,-1 0 0 0 0,0 0 0 0 0,1 0 0 0 0,-1-1 0 0 0,1-1 1 0 0,-1 0-1 0 0,1 0 0 0 0,-1-1 0 0 0,18-5 0 0 0,5-5 201 0 0,53-26 1 0 0,-40 17-34 0 0,-39 18-146 0 0,0-1 1 0 0,-1 1 0 0 0,1-1 0 0 0,-1 0 0 0 0,0 0 0 0 0,0 0 0 0 0,0-1 0 0 0,0 0 0 0 0,-1 0 0 0 0,0 0 0 0 0,0-1 0 0 0,0 1 0 0 0,-1-1-1 0 0,6-12 1 0 0,4-11 275 0 0,-12 26-268 0 0,1 1 1 0 0,-1-1-1 0 0,1 1 1 0 0,-1-1-1 0 0,0 1 1 0 0,0-1-1 0 0,0 0 1 0 0,0 0-1 0 0,-1 1 0 0 0,1-1 1 0 0,-1 0-1 0 0,1 0 1 0 0,-1 0-1 0 0,0 0 1 0 0,0 0-1 0 0,-1 1 0 0 0,1-1 1 0 0,0 0-1 0 0,-1 0 1 0 0,-1-4-1 0 0,1 6-36 0 0,0 0-1 0 0,1 0 1 0 0,-1 1 0 0 0,0-1-1 0 0,0 0 1 0 0,0 0 0 0 0,0 0-1 0 0,0 1 1 0 0,0-1-1 0 0,0 1 1 0 0,0-1 0 0 0,0 1-1 0 0,-1-1 1 0 0,1 1-1 0 0,0-1 1 0 0,0 1 0 0 0,0 0-1 0 0,-1 0 1 0 0,1 0-1 0 0,-2-1 1 0 0,-10-2 6 0 0,-3-3 4 0 0,5 1-42 0 0,-1 0-1 0 0,-1 1 0 0 0,1 1 1 0 0,-1 0-1 0 0,1 0 0 0 0,-19 0 1 0 0,19 2-150 0 0,-1 2 1 0 0,0-1 0 0 0,0 2 0 0 0,-15 3 0 0 0,22-3-390 0 0,0-1 1 0 0,0 2-1 0 0,0-1 1 0 0,0 1-1 0 0,1-1 0 0 0,-8 6 1 0 0,6 1-3647 0 0,2 1 652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19 10218 0 0,'0'0'336'0'0,"-6"-7"3952"0"0,-7-4-2077 0 0,12 11-2186 0 0,0 1 0 0 0,-1-1 0 0 0,1 1-1 0 0,0 0 1 0 0,0 0 0 0 0,-1-1 0 0 0,1 1 0 0 0,0 0 0 0 0,0 0 0 0 0,0 0-1 0 0,0 1 1 0 0,0-1 0 0 0,1 0 0 0 0,-1 0 0 0 0,0 0 0 0 0,0 1 0 0 0,1-1-1 0 0,-1 0 1 0 0,1 0 0 0 0,-1 1 0 0 0,1-1 0 0 0,-1 3 0 0 0,-1 1 19 0 0,-6 19 122 0 0,1 1-1 0 0,0 0 1 0 0,2 0-1 0 0,-3 51 1 0 0,0-7-4 0 0,-29 127 319 0 0,5-32-2532 0 0,30-152 725 0 0,1-2-810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73 12339 0 0,'-2'-16'3027'0'0,"1"-7"-2364"0"0,1 22-652 0 0,0 1-1 0 0,1-1 0 0 0,-1 0 0 0 0,0 1 0 0 0,1-1 0 0 0,-1 0 0 0 0,1 1 0 0 0,-1-1 0 0 0,1 0 0 0 0,-1 1 0 0 0,1-1 0 0 0,-1 1 0 0 0,1-1 0 0 0,-1 1 0 0 0,1 0 0 0 0,0-1 0 0 0,-1 1 0 0 0,1-1 0 0 0,0 1 0 0 0,-1 0 0 0 0,1 0 0 0 0,0-1 1 0 0,-1 1-1 0 0,1 0 0 0 0,0 0 0 0 0,0 0 0 0 0,-1 0 0 0 0,2 0 0 0 0,35-11 258 0 0,-32 9-233 0 0,-1 1 0 0 0,1-1 0 0 0,0 1 0 0 0,0-1 0 0 0,0 1 0 0 0,0 1 0 0 0,0-1 0 0 0,9 1 0 0 0,-10 0-4 0 0,0 1 1 0 0,0-1-1 0 0,0 1 1 0 0,0 0 0 0 0,-1 1-1 0 0,1-1 1 0 0,0 1-1 0 0,-1-1 1 0 0,1 1 0 0 0,-1 0-1 0 0,1 0 1 0 0,-1 1-1 0 0,0-1 1 0 0,0 1 0 0 0,0 0-1 0 0,0-1 1 0 0,0 1-1 0 0,-1 1 1 0 0,0-1 0 0 0,1 0-1 0 0,-1 0 1 0 0,0 1-1 0 0,0-1 1 0 0,-1 1 0 0 0,1 0-1 0 0,1 5 1 0 0,-2-4 0 0 0,0-1 1 0 0,0 0-1 0 0,-1 1 0 0 0,0-1 1 0 0,1 1-1 0 0,-1-1 0 0 0,-1 1 1 0 0,1-1-1 0 0,-1 1 0 0 0,1-1 1 0 0,-1 0-1 0 0,-1 1 0 0 0,1-1 1 0 0,-1 0-1 0 0,1 0 0 0 0,-1 0 1 0 0,0 0-1 0 0,-1 0 1 0 0,1 0-1 0 0,-1-1 0 0 0,1 1 1 0 0,-1-1-1 0 0,-6 6 0 0 0,-58 41-266 0 0,49-38-837 0 0,1 0 0 0 0,0 1-1 0 0,1 1 1 0 0,-15 16 0 0 0,23-19-1222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0 661 11426 0 0,'0'0'635'0'0,"7"-5"1242"0"0,91-48 242 0 0,-16 10-1546 0 0,-80 42-604 0 0,5-3 261 0 0,0 0 1 0 0,-1-1-1 0 0,12-9 0 0 0,-16 13-179 0 0,-1-1 0 0 0,0 1 0 0 0,0 0 0 0 0,0 0 0 0 0,0-1 0 0 0,0 1 1 0 0,0-1-1 0 0,0 1 0 0 0,0-1 0 0 0,-1 1 0 0 0,1-1 0 0 0,0 0 0 0 0,-1 1 0 0 0,1-1 0 0 0,-1 0 0 0 0,0 1 0 0 0,0-1 0 0 0,1 0 0 0 0,-1 1 0 0 0,0-1 0 0 0,-1 0 0 0 0,1 0 0 0 0,0 1 0 0 0,-1-4 0 0 0,0 4-49 0 0,0 0 0 0 0,0 0 0 0 0,0 0 0 0 0,0 0 0 0 0,0 0 0 0 0,0 0 0 0 0,0 0-1 0 0,-1 0 1 0 0,1 0 0 0 0,0 0 0 0 0,-1 1 0 0 0,1-1 0 0 0,0 1 0 0 0,-1-1 0 0 0,1 1 0 0 0,-1-1 0 0 0,1 1 0 0 0,-3-1 0 0 0,-28-2 13 0 0,30 3-21 0 0,-1 0-1 0 0,0 0 1 0 0,0 1-1 0 0,0-1 1 0 0,0 1-1 0 0,0-1 1 0 0,1 1-1 0 0,-1 0 1 0 0,0 0-1 0 0,1 1 1 0 0,-1-1-1 0 0,1 0 1 0 0,-1 1 0 0 0,1-1-1 0 0,0 1 1 0 0,-1 0-1 0 0,1 0 1 0 0,0 0-1 0 0,0 0 1 0 0,-3 5-1 0 0,0 1-8 0 0,0 1-1 0 0,0 0 1 0 0,1 1-1 0 0,-5 15 1 0 0,-10 20 24 0 0,16-41-10 0 0,1 1 0 0 0,0-1 0 0 0,-1 0 0 0 0,2 1-1 0 0,-1-1 1 0 0,0 1 0 0 0,1 0 0 0 0,0-1 0 0 0,0 1 0 0 0,0 0 0 0 0,1 0 0 0 0,-1-1 0 0 0,1 1 0 0 0,0 0-1 0 0,1 0 1 0 0,-1 0 0 0 0,1 0 0 0 0,0-1 0 0 0,0 1 0 0 0,1 0 0 0 0,-1-1 0 0 0,5 9 0 0 0,-5-11-5 0 0,1-1 1 0 0,0 0 0 0 0,0 0-1 0 0,-1 0 1 0 0,1 0 0 0 0,0 0 0 0 0,0 0-1 0 0,0 0 1 0 0,0 0 0 0 0,0-1-1 0 0,0 1 1 0 0,0-1 0 0 0,1 0-1 0 0,-1 1 1 0 0,0-1 0 0 0,0 0 0 0 0,0 0-1 0 0,3-1 1 0 0,19 4-66 0 0,-7 3-1 0 0,-10-3 36 0 0,0 0 0 0 0,0 0 0 0 0,0-1 0 0 0,1-1 1 0 0,-1 1-1 0 0,1-1 0 0 0,-1 0 0 0 0,15-1 0 0 0,-9-2 29 0 0,1 0 1 0 0,-1-1 0 0 0,1 0-1 0 0,-1-1 1 0 0,16-8-1 0 0,62-34 62 0 0,-6 3 184 0 0,-83 42-213 0 0,-1 0 1 0 0,0 1 0 0 0,1-1-1 0 0,-1 0 1 0 0,0 0 0 0 0,0 0-1 0 0,0 0 1 0 0,0 0 0 0 0,0 0-1 0 0,0 0 1 0 0,0 0 0 0 0,0 0-1 0 0,0-1 1 0 0,0 1 0 0 0,0 0-1 0 0,-1-1 1 0 0,1 1 0 0 0,-1 0-1 0 0,1-1 1 0 0,0-1 0 0 0,1-32-61 0 0,-2 30 17 0 0,0 1 0 0 0,0-1 0 0 0,0 0-1 0 0,1 0 1 0 0,-1 1 0 0 0,3-6 0 0 0,-1 4 0 0 0,0 0-1 0 0,1 0 0 0 0,0 0 1 0 0,0 1-1 0 0,1-1 0 0 0,-1 1 1 0 0,1 0-1 0 0,0 0 1 0 0,1 0-1 0 0,-1 0 0 0 0,1 1 1 0 0,0 0-1 0 0,0 0 0 0 0,0 0 1 0 0,1 1-1 0 0,-1 0 0 0 0,1 0 1 0 0,0 0-1 0 0,0 0 1 0 0,0 1-1 0 0,8-2 0 0 0,24-4-47 0 0,-29 6 52 0 0,0 0 1 0 0,0 0-1 0 0,0-1 1 0 0,13-5-1 0 0,-11 3 5 0 0,1 0-1 0 0,-1 1 1 0 0,1 1-1 0 0,0-1 0 0 0,22-1 1 0 0,64 0-19 0 0,-74 5 89 0 0,1-1 0 0 0,-1-1 0 0 0,49-10 0 0 0,-72 12-24 0 0,0-1 0 0 0,1 0 0 0 0,-1 1 1 0 0,0-1-1 0 0,0 0 0 0 0,0 0 0 0 0,1 1 0 0 0,-1-1 1 0 0,0 0-1 0 0,0 0 0 0 0,0 0 0 0 0,0-1 1 0 0,0 1-1 0 0,-1 0 0 0 0,1 0 0 0 0,1-2 0 0 0,-2 3-29 0 0,0-1-1 0 0,0 1 1 0 0,0 0-1 0 0,0-1 1 0 0,0 1-1 0 0,1 0 1 0 0,-1-1-1 0 0,0 1 1 0 0,0 0-1 0 0,0-1 1 0 0,0 1-1 0 0,0 0 1 0 0,0-1-1 0 0,0 1 1 0 0,0 0-1 0 0,-1-1 1 0 0,1 1-1 0 0,0 0 1 0 0,0-1-1 0 0,0 1 1 0 0,0 0-1 0 0,0-1 1 0 0,0 1-1 0 0,-1 0 1 0 0,1 0-1 0 0,0-1 1 0 0,-1 0-10 0 0,0 1 1 0 0,0 0-1 0 0,1-1 0 0 0,-1 1 1 0 0,0 0-1 0 0,0 0 0 0 0,1-1 1 0 0,-1 1-1 0 0,0 0 0 0 0,0 0 1 0 0,0 0-1 0 0,0 0 0 0 0,1 0 1 0 0,-1 0-1 0 0,0 0 0 0 0,-1 0 1 0 0,-5 1 4 0 0,0 1 0 0 0,-1-1 0 0 0,1 1 1 0 0,0 0-1 0 0,1 1 0 0 0,-1-1 0 0 0,0 1 1 0 0,1 1-1 0 0,-12 7 0 0 0,1 2 5 0 0,1 1-1 0 0,-16 17 1 0 0,10-10 5 0 0,-16 14 18 0 0,25-24-37 0 0,1-1 1 0 0,1 1 0 0 0,-1 1 0 0 0,2 0 0 0 0,0 1-1 0 0,0 0 1 0 0,-9 18 0 0 0,15-25-8 0 0,-4 9-69 0 0,8-14 77 0 0,0-1-1 0 0,-1 0 1 0 0,1 1 0 0 0,0-1 0 0 0,0 0 0 0 0,0 1 0 0 0,0-1-1 0 0,1 0 1 0 0,-1 1 0 0 0,0-1 0 0 0,0 0 0 0 0,0 1 0 0 0,0-1 0 0 0,0 0-1 0 0,0 1 1 0 0,0-1 0 0 0,1 0 0 0 0,-1 1 0 0 0,0-1 0 0 0,0 0 0 0 0,0 1-1 0 0,1-1 1 0 0,-1 0 0 0 0,0 0 0 0 0,0 0 0 0 0,1 1 0 0 0,-1-1 0 0 0,0 0-1 0 0,1 0 1 0 0,-1 0 0 0 0,0 1 0 0 0,0-1 0 0 0,1 0 0 0 0,-1 0-1 0 0,0 0 1 0 0,1 0 0 0 0,-1 0 0 0 0,1 0 0 0 0,-1 0 0 0 0,0 0 0 0 0,1 0-1 0 0,-1 0 1 0 0,0 0 0 0 0,1 0 0 0 0,-1 0 0 0 0,1 0 0 0 0,6 0 14 0 0,0-1 0 0 0,1 0 0 0 0,-1 0 0 0 0,0-1-1 0 0,0 0 1 0 0,0 0 0 0 0,0 0 0 0 0,0-1 0 0 0,-1 0 0 0 0,11-6 0 0 0,4-2 35 0 0,-12 6-37 0 0,0-1-1 0 0,-1 0 1 0 0,0-1-1 0 0,0 0 1 0 0,0 0-1 0 0,-1-1 1 0 0,0 1-1 0 0,11-18 0 0 0,1 1-2 0 0,11-22 33 0 0,-24 35 53 0 0,1 0 1 0 0,0 1-1 0 0,15-18 0 0 0,-22 28-90 0 0,0 0 0 0 0,0 0-1 0 0,0-1 1 0 0,1 1 0 0 0,-1 0-1 0 0,0 0 1 0 0,0 0 0 0 0,0-1-1 0 0,1 1 1 0 0,-1 0 0 0 0,0 0-1 0 0,0 0 1 0 0,1 0 0 0 0,-1-1-1 0 0,0 1 1 0 0,0 0 0 0 0,1 0-1 0 0,-1 0 1 0 0,0 0 0 0 0,1 0-1 0 0,-1 0 1 0 0,0 0 0 0 0,0 0-1 0 0,1 0 1 0 0,-1 0 0 0 0,0 0-1 0 0,1 0 1 0 0,-1 0 0 0 0,0 0-1 0 0,1 0 1 0 0,-1 0 0 0 0,0 0-1 0 0,0 0 1 0 0,1 1 0 0 0,3 10 27 0 0,-5 23 14 0 0,1-28-38 0 0,-3 34-195 0 0,1-30 46 0 0,1 0 0 0 0,1 0 1 0 0,-1 0-1 0 0,1 1 0 0 0,1-1 0 0 0,0 0 0 0 0,1 0 0 0 0,0 0 0 0 0,5 17 1 0 0,-6-26 42 0 0,1 0 0 0 0,-1 0 1 0 0,1 1-1 0 0,-1-1 0 0 0,1 0 1 0 0,0 0-1 0 0,0-1 0 0 0,-1 1 1 0 0,1 0-1 0 0,0 0 0 0 0,0-1 1 0 0,0 1-1 0 0,0-1 0 0 0,0 0 1 0 0,0 0-1 0 0,0 1 0 0 0,0-1 1 0 0,3-1-1 0 0,12 4-462 0 0,10 6-196 0 0,-18-6 423 0 0,1 0-1 0 0,0 0 1 0 0,-1 0 0 0 0,1-1-1 0 0,15 1 1 0 0,-9-4-290 0 0,1 0-1 0 0,-1-1 1 0 0,0-1 0 0 0,1 0 0 0 0,-1-1 0 0 0,0-1 0 0 0,-1 0-1 0 0,0-2 1 0 0,1 1 0 0 0,25-17 0 0 0,-38 20 520 0 0,1 0 0 0 0,-1 0 1 0 0,0 0-1 0 0,0 0 0 0 0,0-1 0 0 0,0 1 0 0 0,-1-1 1 0 0,0 0-1 0 0,1 1 0 0 0,-1-1 0 0 0,0 0 1 0 0,-1 0-1 0 0,1-1 0 0 0,-1 1 0 0 0,1-5 0 0 0,3-11 105 0 0,3-39-1 0 0,-7 45 135 0 0,3-26 337 0 0,21-151 4570 0 0,-1 24 2057 0 0,-14 147-5935 0 0,-3 14-818 0 0,-7 6-341 0 0,0 0 0 0 0,0 0 0 0 0,0 0 0 0 0,0 0 0 0 0,1 0-1 0 0,-1 0 1 0 0,0 0 0 0 0,0 0 0 0 0,0 0 0 0 0,0 0 0 0 0,0 0-1 0 0,1 0 1 0 0,-1 0 0 0 0,0 0 0 0 0,0 0 0 0 0,0 1 0 0 0,0-1-1 0 0,0 0 1 0 0,0 0 0 0 0,0 0 0 0 0,0 0 0 0 0,1 0 0 0 0,-1 0-1 0 0,0 0 1 0 0,0 1 0 0 0,0-1 0 0 0,0 0 0 0 0,0 0 0 0 0,0 0 0 0 0,0 0-1 0 0,0 0 1 0 0,0 1 0 0 0,0-1 0 0 0,0 0 0 0 0,0 0 0 0 0,0 0-1 0 0,0 0 1 0 0,0 0 0 0 0,0 1 0 0 0,0-1 0 0 0,0 0 0 0 0,0 0-1 0 0,0 0 1 0 0,0 0 0 0 0,0 0 0 0 0,0 1 0 0 0,0-1 0 0 0,-3 66 367 0 0,-2-1 0 0 0,-20 95 0 0 0,-15 15-1110 0 0,10-60-2990 0 0,14-55 186 0 0,11-40-102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7 315 12675 0 0,'-7'-12'537'0'0,"11"9"-523"0"0,0 1-1 0 0,-1 0 1 0 0,1 0-1 0 0,0 0 1 0 0,0 0 0 0 0,0 1-1 0 0,0-1 1 0 0,0 1-1 0 0,8-1 1 0 0,3-2 14 0 0,35-11 65 0 0,30-9 356 0 0,100-43 0 0 0,-159 54 972 0 0,-20 12-1380 0 0,-1 1 1 0 0,1 0-1 0 0,-1-1 0 0 0,1 1 0 0 0,-1-1 0 0 0,0 1 0 0 0,1 0 1 0 0,-1-1-1 0 0,0 1 0 0 0,1-1 0 0 0,-1 1 0 0 0,0-1 0 0 0,1 1 1 0 0,-1-1-1 0 0,0 1 0 0 0,0-1 0 0 0,0 1 0 0 0,1-1 0 0 0,-1 0 0 0 0,0 1 1 0 0,0-1-1 0 0,0 1 0 0 0,0-1 0 0 0,0 1 0 0 0,0-1 0 0 0,0 0 1 0 0,0 1-1 0 0,0-1 0 0 0,-1 1 0 0 0,1-1 0 0 0,0 1 0 0 0,0-1 0 0 0,0 1 1 0 0,-1-1-1 0 0,1 1 0 0 0,0-1 0 0 0,0 1 0 0 0,-1-1 0 0 0,1 1 1 0 0,-1-1-1 0 0,1 1-35 0 0,-1-1 1 0 0,1 1 0 0 0,0 0 0 0 0,0 0-1 0 0,-1 0 1 0 0,1 0 0 0 0,0 0-1 0 0,0 0 1 0 0,-1 0 0 0 0,1 0-1 0 0,0 0 1 0 0,-1 0 0 0 0,1 0-1 0 0,0 0 1 0 0,0 0 0 0 0,-1 0 0 0 0,1 0-1 0 0,0 0 1 0 0,-1 0 0 0 0,1 0-1 0 0,0 1 1 0 0,0-1 0 0 0,-1 0-1 0 0,1 0 1 0 0,0 0 0 0 0,0 0 0 0 0,-1 0-1 0 0,1 1 1 0 0,0-1 0 0 0,0 0-1 0 0,0 0 1 0 0,-1 1 0 0 0,1-1-1 0 0,0 0 1 0 0,0 0 0 0 0,0 1-1 0 0,0-1 1 0 0,0 0 0 0 0,-8 12 91 0 0,8-11-101 0 0,-11 16 35 0 0,1 2 1 0 0,1-1 0 0 0,1 1 0 0 0,1 1-1 0 0,-9 37 1 0 0,15-52-22 0 0,-1 0 1 0 0,1 0-1 0 0,-1 0 1 0 0,0 0-1 0 0,-4 6 1 0 0,4-7-14 0 0,0 0-1 0 0,0 0 1 0 0,0 0 0 0 0,1 0 0 0 0,0 1-1 0 0,0-1 1 0 0,0 0 0 0 0,0 1 0 0 0,0 6 0 0 0,1-10-5 0 0,1-1 0 0 0,-1 1 1 0 0,1 0-1 0 0,-1 0 1 0 0,1 0-1 0 0,-1 0 1 0 0,1-1-1 0 0,0 1 1 0 0,-1 0-1 0 0,1-1 1 0 0,0 1-1 0 0,0 0 1 0 0,-1-1-1 0 0,1 1 1 0 0,0-1-1 0 0,0 1 1 0 0,0-1-1 0 0,2 1 1 0 0,18 7-141 0 0,-13-7 132 0 0,0 0 0 0 0,0 0 0 0 0,0-1 0 0 0,0 0 1 0 0,0-1-1 0 0,0 1 0 0 0,-1-2 0 0 0,1 1 0 0 0,0-1 0 0 0,0 0 0 0 0,-1-1 1 0 0,1 1-1 0 0,-1-2 0 0 0,11-5 0 0 0,13-6 6 0 0,-23 12 9 0 0,0-1-1 0 0,0 0 0 0 0,13-10 0 0 0,127-114 50 0 0,-132 113 34 0 0,-14 12 7 0 0,0 0 0 0 0,1 1 0 0 0,-1-1 0 0 0,1 1 1 0 0,0 0-1 0 0,4-3 0 0 0,-13 22-81 0 0,-12 17-1 0 0,8-16-8 0 0,-13 34 0 0 0,23-51-7 0 0,-1 0 0 0 0,1 1 0 0 0,-1-1 0 0 0,1 0 0 0 0,0 1 0 0 0,-1-1 0 0 0,1 0 0 0 0,0 1 0 0 0,0-1 0 0 0,0 0 0 0 0,0 1 0 0 0,0-1 0 0 0,1 0 0 0 0,-1 1 0 0 0,0-1 0 0 0,0 0 0 0 0,1 1 0 0 0,-1-1 0 0 0,1 0 0 0 0,-1 0 0 0 0,1 0 0 0 0,0 1 0 0 0,0-1 0 0 0,0 1 0 0 0,1-1 3 0 0,0 1 0 0 0,0-1 0 0 0,0 0 1 0 0,0 1-1 0 0,0-1 0 0 0,0 0 0 0 0,0-1 0 0 0,0 1 0 0 0,0 0 0 0 0,0-1 1 0 0,0 1-1 0 0,1-1 0 0 0,2 1 0 0 0,3-1 14 0 0,0 1 0 0 0,1-1 0 0 0,-1-1 0 0 0,1 0-1 0 0,-1 0 1 0 0,15-4 0 0 0,-4-2-1 0 0,0 0 0 0 0,-1-1 1 0 0,-1 0-1 0 0,1-2 0 0 0,24-17 0 0 0,-20 11 40 0 0,0-1 0 0 0,-1-1-1 0 0,-1-1 1 0 0,0 0 0 0 0,-1-2 0 0 0,-2 0 0 0 0,24-36 0 0 0,-10-12 525 0 0,-31 68-562 0 0,0 1-1 0 0,1 0 0 0 0,-1-1 0 0 0,0 1 1 0 0,0-1-1 0 0,0 1 0 0 0,0-1 0 0 0,1 1 0 0 0,-1-1 1 0 0,0 1-1 0 0,0-1 0 0 0,0 1 0 0 0,0-1 0 0 0,0 1 1 0 0,0 0-1 0 0,0-1 0 0 0,0 1 0 0 0,0-1 1 0 0,-1 1-1 0 0,1-1 0 0 0,0 1 0 0 0,0-1 0 0 0,0 1 1 0 0,0-1-1 0 0,-1 1 0 0 0,1 0 0 0 0,0-1 0 0 0,0 1 1 0 0,-1-1-1 0 0,1 1 0 0 0,-16-7 23 0 0,-19 7-90 0 0,29 1 50 0 0,0 0 1 0 0,-1 0 0 0 0,1 1-1 0 0,0 0 1 0 0,0 1 0 0 0,0-1-1 0 0,0 1 1 0 0,0 0-1 0 0,1 1 1 0 0,-1-1 0 0 0,1 1-1 0 0,0 0 1 0 0,0 0 0 0 0,0 1-1 0 0,1-1 1 0 0,-1 1 0 0 0,-5 10-1 0 0,3-6-6 0 0,2 1 0 0 0,0 0 0 0 0,0 1 0 0 0,1-1 0 0 0,0 1 0 0 0,0 0 0 0 0,2 0 0 0 0,-1 0 0 0 0,-1 15-1 0 0,3-19 0 0 0,0 0-1 0 0,-1 0 0 0 0,0-1 1 0 0,0 1-1 0 0,-4 6 1 0 0,3-7 6 0 0,1 0 0 0 0,0-1 1 0 0,0 1-1 0 0,0 0 1 0 0,1 0-1 0 0,0 0 0 0 0,-1 11 1 0 0,2-7-3 0 0,1 0 0 0 0,1 0 0 0 0,-1 0 0 0 0,2-1 0 0 0,-1 1-1 0 0,1-1 1 0 0,8 17 0 0 0,39 63 18 0 0,-9-20 173 0 0,-35-58-10 0 0,0 1-1 0 0,-1-1 0 0 0,0 1 1 0 0,-1 0-1 0 0,0 1 0 0 0,-1-1 1 0 0,0 1-1 0 0,1 14 0 0 0,-5-25-160 0 0,1-1-1 0 0,0 1 0 0 0,-1-1 1 0 0,0 0-1 0 0,1 0 1 0 0,-1 1-1 0 0,0-1 0 0 0,0 0 1 0 0,0 0-1 0 0,1 0 1 0 0,-1 0-1 0 0,0 0 1 0 0,-1 0-1 0 0,1 0 0 0 0,0 0 1 0 0,0 0-1 0 0,0 0 1 0 0,0-1-1 0 0,-1 1 1 0 0,1 0-1 0 0,-3 0 0 0 0,-30 11-567 0 0,26-11-101 0 0,1 0-1 0 0,-1 0 0 0 0,0-1 1 0 0,1 1-1 0 0,-1-2 1 0 0,1 1-1 0 0,-1-1 1 0 0,1-1-1 0 0,-14-3 1 0 0,4-1-2206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15115 0 0,'0'0'423'0'0,"0"-26"4317"0"0,1 23-4680 0 0,0 0 0 0 0,0 1 0 0 0,1-1 0 0 0,-1 0 0 0 0,0 0 0 0 0,1 1 1 0 0,0-1-1 0 0,-1 0 0 0 0,4-2 0 0 0,6-6-3961 0 0,-11 11 3733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380 676 11178 0 0,'5'-63'2703'0'0,"-3"48"-2142"0"0,0 0 0 0 0,-1 0-1 0 0,-1-1 1 0 0,-3-27 0 0 0,2 40-522 0 0,0 1 1 0 0,0 0-1 0 0,0 0 1 0 0,-1 0-1 0 0,1 0 1 0 0,0 0-1 0 0,-1 0 1 0 0,1 0-1 0 0,-1 1 1 0 0,1-1-1 0 0,-1 0 1 0 0,0 1-1 0 0,0-1 1 0 0,0 1-1 0 0,0 0 1 0 0,0 0-1 0 0,0 0 1 0 0,0 0-1 0 0,0 0 0 0 0,-1 0 1 0 0,-2 0-1 0 0,-3-2-18 0 0,0 1 0 0 0,0 0 0 0 0,0 1 0 0 0,-14-1 0 0 0,15 2 20 0 0,-1 0-1 0 0,0 1 0 0 0,1 1 0 0 0,-1-1 1 0 0,1 1-1 0 0,-1 0 0 0 0,1 1 1 0 0,0 0-1 0 0,-11 6 0 0 0,-21 7 111 0 0,30-12-134 0 0,1 0 0 0 0,-1 0 0 0 0,1 1 0 0 0,0 0 0 0 0,0 0-1 0 0,0 1 1 0 0,1 0 0 0 0,-11 12 0 0 0,7-7 6 0 0,1 1-1 0 0,1 0 1 0 0,0 0 0 0 0,-13 25-1 0 0,15-21-29 0 0,1-1 0 0 0,-4 17 0 0 0,9-31 2 0 0,1-1-1 0 0,0 1 1 0 0,0 0 0 0 0,0 0 0 0 0,0 0-1 0 0,0 0 1 0 0,0-1 0 0 0,0 1 0 0 0,0 0-1 0 0,0 0 1 0 0,0 0 0 0 0,0 0 0 0 0,0-1-1 0 0,0 1 1 0 0,1 0 0 0 0,-1 0 0 0 0,0 0-1 0 0,1-1 1 0 0,-1 1 0 0 0,1 0-1 0 0,-1 0 1 0 0,1-1 0 0 0,0 2 0 0 0,1-1 2 0 0,-1 1 1 0 0,1-1-1 0 0,-1 0 0 0 0,1 0 1 0 0,0 0-1 0 0,0 0 1 0 0,-1-1-1 0 0,1 1 0 0 0,0 0 1 0 0,2 0-1 0 0,2 0 10 0 0,0 0 0 0 0,0-1 0 0 0,0 1 0 0 0,0-1 0 0 0,0 0 1 0 0,8-1-1 0 0,-7-1 12 0 0,1 0-1 0 0,-1 0 1 0 0,13-6 0 0 0,4-2 42 0 0,-20 8-50 0 0,0 0 0 0 0,0 1 0 0 0,-1-1 0 0 0,1-1 0 0 0,-1 1 0 0 0,1-1 0 0 0,-1 1 0 0 0,0-1 0 0 0,4-5 0 0 0,26-34 19 0 0,1-2 308 0 0,-26 33 28 0 0,-2 3-323 0 0,-5 9-45 0 0,-1-1-1 0 0,0 1 1 0 0,1-1-1 0 0,-1 1 1 0 0,0 0-1 0 0,1-1 1 0 0,-1 1 0 0 0,0-1-1 0 0,0 1 1 0 0,1 0-1 0 0,-1-1 1 0 0,0 1-1 0 0,0-1 1 0 0,0 1-1 0 0,0 0 1 0 0,0-1 0 0 0,0 1-1 0 0,0 0 1 0 0,0-1-1 0 0,0 2 1 0 0,0 6-10 0 0,0 0 6 0 0,1 0 0 0 0,0-1 0 0 0,0 1-1 0 0,4 12 1 0 0,-4-18-1 0 0,-1-1 0 0 0,1 1 1 0 0,0 0-1 0 0,0 0 0 0 0,0-1 0 0 0,0 1 0 0 0,0-1 0 0 0,0 1 0 0 0,1-1 0 0 0,-1 1 0 0 0,0-1 1 0 0,1 0-1 0 0,-1 1 0 0 0,1-1 0 0 0,-1 0 0 0 0,1 0 0 0 0,0 0 0 0 0,-1 0 0 0 0,1 0 1 0 0,0-1-1 0 0,0 1 0 0 0,0-1 0 0 0,0 1 0 0 0,1 0 0 0 0,36 11-155 0 0,-34-10 130 0 0,1 1-1 0 0,-1-2 0 0 0,1 1 0 0 0,-1 0 0 0 0,1-1 1 0 0,0 0-1 0 0,9 0 0 0 0,-4-2 21 0 0,-1 0 1 0 0,0 0-1 0 0,1-2 1 0 0,-1 1-1 0 0,0-1 1 0 0,0-1-1 0 0,-1 1 1 0 0,1-2-1 0 0,-1 1 1 0 0,13-10-1 0 0,3 2 11 0 0,-21 11-2 0 0,-1-1-1 0 0,1 0 1 0 0,0 0 0 0 0,0 0 0 0 0,-1-1-1 0 0,1 1 1 0 0,-1-1 0 0 0,5-3 0 0 0,11-19-16 0 0,-1-1 1 0 0,-2 0 0 0 0,27-54 0 0 0,-12 20 7 0 0,-5 7 181 0 0,-3 0-1 0 0,-1-2 1 0 0,-3 0 0 0 0,23-114 0 0 0,-37 149 214 0 0,-5 20-371 0 0,1-1 0 0 0,-1 0 0 0 0,0 0 0 0 0,0 0 0 0 0,1 1 0 0 0,-1-1 0 0 0,0 0 0 0 0,1 1 0 0 0,-1-1 0 0 0,1 0 0 0 0,-1 1 0 0 0,1-1 0 0 0,-1 0 0 0 0,1 1 0 0 0,0-1 0 0 0,-1 1 0 0 0,1-1 0 0 0,0 1 0 0 0,-1-1 0 0 0,1 1 0 0 0,1-1 0 0 0,-1 7-45 0 0,-2 25 68 0 0,-1 0 1 0 0,-2-1 0 0 0,-8 33-1 0 0,-30 91 109 0 0,-9 38 4 0 0,48-172-120 0 0,0-1 0 0 0,2 1 0 0 0,1 38 0 0 0,1-47-96 0 0,0-1 0 0 0,1 0 0 0 0,0 1 0 0 0,1-1 1 0 0,0 0-1 0 0,1 0 0 0 0,0 0 0 0 0,10 18 0 0 0,-12-26-339 0 0,0 0 0 0 0,-1 0-1 0 0,1-1 1 0 0,0 1 0 0 0,0 0 0 0 0,0-1-1 0 0,1 1 1 0 0,-1-1 0 0 0,0 0 0 0 0,0 0-1 0 0,1 0 1 0 0,-1 0 0 0 0,1 0 0 0 0,-1 0-1 0 0,1-1 1 0 0,-1 1 0 0 0,1-1 0 0 0,4 1-1 0 0,13-2-3516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67 12483 0 0,'-9'-4'2887'0'0,"9"3"-2884"0"0,0 1 0 0 0,0 0 0 0 0,-1 0 1 0 0,1-1-1 0 0,0 1 0 0 0,0 0 0 0 0,0 0 0 0 0,-1-1 0 0 0,1 1 0 0 0,0 0 0 0 0,0-1 0 0 0,0 1 0 0 0,0 0 0 0 0,0-1 0 0 0,0 1 1 0 0,0 0-1 0 0,0-1 0 0 0,0 1 0 0 0,-1 0 0 0 0,1-1 0 0 0,1 1 0 0 0,-1 0 0 0 0,0-1 0 0 0,0 1 0 0 0,0 0 0 0 0,0-1 0 0 0,0 1 0 0 0,0 0 1 0 0,0-1-1 0 0,0 1 0 0 0,0 0 0 0 0,1-1 0 0 0,-1 1 0 0 0,0 0 0 0 0,0 0 0 0 0,0-1 0 0 0,1 1 0 0 0,-1 0 0 0 0,0 0 0 0 0,1-1 1 0 0,-1 1-1 0 0,0 0 0 0 0,0 0 0 0 0,1 0 0 0 0,-1-1 0 0 0,0 1 0 0 0,1 0 0 0 0,-1 0 0 0 0,0 0 0 0 0,1 0 0 0 0,17-8-60 0 0,1 1 0 0 0,-1 1 0 0 0,1 1 0 0 0,24-3 0 0 0,82-4-1567 0 0,-71 10-952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96 13155 0 0,'-1'-5'280'0'0,"1"0"0"0"0,-1 1 1 0 0,-1-1-1 0 0,1 0 0 0 0,0 1 0 0 0,-1-1 0 0 0,-3-5 1 0 0,3 5 12 0 0,-1 1 1 0 0,2-1 0 0 0,-1 0 0 0 0,1 1-1 0 0,-1-1 1 0 0,1 0 0 0 0,0-7-1 0 0,1 12-277 0 0,0 0-1 0 0,0-1 0 0 0,0 1 0 0 0,0 0 0 0 0,0-1 0 0 0,0 1 0 0 0,-1 0 0 0 0,1 0 0 0 0,0-1 0 0 0,0 1 0 0 0,0 0 0 0 0,0-1 1 0 0,0 1-1 0 0,0 0 0 0 0,0 0 0 0 0,-1-1 0 0 0,1 1 0 0 0,0 0 0 0 0,0 0 0 0 0,0 0 0 0 0,-1-1 0 0 0,1 1 0 0 0,0 0 0 0 0,0 0 1 0 0,-1 0-1 0 0,1 0 0 0 0,0-1 0 0 0,0 1 0 0 0,-1 0 0 0 0,0 0-5 0 0,1 0 1 0 0,-1 0-1 0 0,1 0 1 0 0,-1 0-1 0 0,1 1 1 0 0,-1-1-1 0 0,1 0 0 0 0,-1 0 1 0 0,1 0-1 0 0,-1 1 1 0 0,1-1-1 0 0,-1 0 1 0 0,1 1-1 0 0,-1-1 1 0 0,1 0-1 0 0,-1 1 0 0 0,1-1 1 0 0,0 1-1 0 0,-1-1 1 0 0,1 0-1 0 0,0 1 1 0 0,-1-1-1 0 0,1 1 0 0 0,0 0 1 0 0,-9 14 40 0 0,1 1 0 0 0,0 0-1 0 0,1 1 1 0 0,-5 18 0 0 0,-15 76 132 0 0,18-68-171 0 0,-23 66 0 0 0,-29 20-3915 0 0,42-94 503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1 451 12083 0 0,'0'-13'2001'0'0,"2"8"-1960"0"0,0 0-1 0 0,-1 0 1 0 0,2 0 0 0 0,-1 0-1 0 0,1 1 1 0 0,-1-1-1 0 0,1 1 1 0 0,0-1-1 0 0,1 1 1 0 0,7-7-1 0 0,4-3 57 0 0,27-18 0 0 0,-1 0-55 0 0,-25 18 19 0 0,94-89 223 0 0,-98 89-107 0 0,0 1 0 0 0,-2-2 1 0 0,0 1-1 0 0,0-1 1 0 0,-1-1-1 0 0,10-23 1 0 0,6-10 1147 0 0,-17 39-1241 0 0,-3 11-40 0 0,-3 23-30 0 0,-9 39-6 0 0,-5-7 76 0 0,-38 101 1 0 0,17-59 105 0 0,32-96-172 0 0,-6 26-6 0 0,7-27 16 0 0,-1 0 0 0 0,1 0 0 0 0,0 0 0 0 0,-1 0 0 0 0,1 0-1 0 0,0 0 1 0 0,0 0 0 0 0,0 0 0 0 0,0 0 0 0 0,0 0 0 0 0,0 0-1 0 0,0 0 1 0 0,1 0 0 0 0,-1 0 0 0 0,0 0 0 0 0,0 0-1 0 0,1 0 1 0 0,-1 0 0 0 0,1 0 0 0 0,-1 0 0 0 0,1 0 0 0 0,0 1-1 0 0,1-2-7 0 0,-1 0-1 0 0,1 0 0 0 0,-1 0 0 0 0,1-1 1 0 0,0 1-1 0 0,-1 0 0 0 0,1-1 0 0 0,-1 1 1 0 0,1-1-1 0 0,-1 1 0 0 0,1-1 0 0 0,-1 0 1 0 0,1 0-1 0 0,-1 0 0 0 0,2-1 1 0 0,0 0 7 0 0,20-8-1 0 0,-18 8-23 0 0,0 0 0 0 0,0-1 0 0 0,0 1-1 0 0,0-1 1 0 0,5-4 0 0 0,-10 7-3 0 0,9-8 3 0 0,0 1-1 0 0,0-1 0 0 0,1 2 1 0 0,0-1-1 0 0,0 2 1 0 0,0-1-1 0 0,1 1 0 0 0,0 1 1 0 0,13-4-1 0 0,4-2 3 0 0,-26 9-4 0 0,0 0 0 0 0,0-1 0 0 0,1 1-1 0 0,-1 1 1 0 0,0-1 0 0 0,1 0-1 0 0,-1 0 1 0 0,1 1 0 0 0,-1-1-1 0 0,1 1 1 0 0,-1 0 0 0 0,1 0 0 0 0,-1 0-1 0 0,1 0 1 0 0,-1 0 0 0 0,0 1-1 0 0,1-1 1 0 0,-1 1 0 0 0,1-1-1 0 0,-1 1 1 0 0,0 0 0 0 0,4 2-1 0 0,7 4-25 0 0,1 0-1 0 0,1-1 1 0 0,-1 0-1 0 0,30 7 1 0 0,-34-12 10 0 0,1 1 1 0 0,-1-1 0 0 0,1-1-1 0 0,-1 0 1 0 0,1 0-1 0 0,-1-1 1 0 0,1 0-1 0 0,14-4 1 0 0,-9 0 25 0 0,1-1 0 0 0,-1 0 0 0 0,-1-1 1 0 0,1-1-1 0 0,18-12 0 0 0,-31 17 1 0 0,1 0 0 0 0,-1-1 1 0 0,0 1-1 0 0,-1-1 0 0 0,1 1 1 0 0,-1-1-1 0 0,1 0 0 0 0,-1 0 1 0 0,0 0-1 0 0,-1-1 0 0 0,1 1 1 0 0,-1 0-1 0 0,0-1 0 0 0,0 1 1 0 0,1-6-1 0 0,-1 3 35 0 0,1 0-1 0 0,-1 1 1 0 0,2-1 0 0 0,-1 1-1 0 0,6-12 1 0 0,-6 16 5 0 0,0-1-1 0 0,0-1 1 0 0,0 1 0 0 0,-1 0-1 0 0,0 0 1 0 0,1 0 0 0 0,0-7-1 0 0,-2 10-43 0 0,0-1-1 0 0,0 1 1 0 0,0-1-1 0 0,0 1 1 0 0,0-1-1 0 0,0 1 1 0 0,0-1-1 0 0,0 1 1 0 0,0-1-1 0 0,0 1 1 0 0,0 0 0 0 0,0-1-1 0 0,-1 1 1 0 0,1-1-1 0 0,0 1 1 0 0,0-1-1 0 0,0 1 1 0 0,-1 0-1 0 0,1-1 1 0 0,0 1-1 0 0,-1 0 1 0 0,1-1-1 0 0,-1 0 1 0 0,0 1-8 0 0,0 0 0 0 0,0-1 0 0 0,0 1 0 0 0,0 0 1 0 0,0 0-1 0 0,0 0 0 0 0,0-1 0 0 0,0 1 0 0 0,0 0 0 0 0,0 0 0 0 0,1 1 1 0 0,-1-1-1 0 0,0 0 0 0 0,0 0 0 0 0,0 0 0 0 0,-1 1 0 0 0,-5 1 5 0 0,0 1-1 0 0,0 0 1 0 0,1 0 0 0 0,-1 0-1 0 0,1 1 1 0 0,0-1-1 0 0,0 2 1 0 0,0-1 0 0 0,0 1-1 0 0,1 0 1 0 0,0 0-1 0 0,0 0 1 0 0,0 1 0 0 0,1-1-1 0 0,-4 8 1 0 0,-4 7-11 0 0,2-1 0 0 0,0 2 1 0 0,-11 33-1 0 0,16-39-23 0 0,3-13 28 0 0,1 1 0 0 0,0-1 0 0 0,0 1 0 0 0,0 0 0 0 0,0 0 0 0 0,1-1-1 0 0,-1 1 1 0 0,1 0 0 0 0,-1 0 0 0 0,1 0 0 0 0,0 0 0 0 0,0 0 0 0 0,0-1 0 0 0,1 1 0 0 0,-1 0 0 0 0,1 0 0 0 0,-1 0 0 0 0,2 3 0 0 0,0-5 0 0 0,-1 1 1 0 0,1-1-1 0 0,-1 0 1 0 0,1 1-1 0 0,-1-1 1 0 0,1 0-1 0 0,0 0 1 0 0,0 0-1 0 0,0 0 1 0 0,-1 0-1 0 0,1-1 1 0 0,0 1-1 0 0,0 0 1 0 0,0-1 0 0 0,0 0-1 0 0,0 1 1 0 0,0-1-1 0 0,1 0 1 0 0,-1 0-1 0 0,3 0 1 0 0,19 3 4 0 0,-6 4 5 0 0,-7-3-21 0 0,0 0 1 0 0,0 0-1 0 0,0-1 0 0 0,1-1 1 0 0,21 3-1 0 0,-12-6-20 0 0,0 0 1 0 0,0-2-1 0 0,0 0 1 0 0,-1-1-1 0 0,39-14 1 0 0,7-6-3816 0 0,-56 19 451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34 385 1664 0 0,'1'-2'12542'0'0,"10"-7"-11947"0"0,249-126 379 0 0,-229 120-730 0 0,-30 15-236 0 0,-1-1-1 0 0,1 1 0 0 0,0 0 0 0 0,-1-1 0 0 0,1 1 1 0 0,0 0-1 0 0,-1-1 0 0 0,1 1 0 0 0,0-1 0 0 0,-1 1 1 0 0,1-1-1 0 0,-1 1 0 0 0,1-1 0 0 0,-1 0 0 0 0,1 1 1 0 0,-1-1-1 0 0,0 1 0 0 0,1-1 0 0 0,-1 0 0 0 0,1 0 1 0 0,-1 1-1 0 0,0-1 0 0 0,0 0 0 0 0,0 1 0 0 0,1-1 1 0 0,-1 0-1 0 0,0 0 0 0 0,0 1 0 0 0,0-1 0 0 0,0 0 0 0 0,0 0 1 0 0,0 0-1 0 0,0 1 0 0 0,-1-1 0 0 0,1 0 0 0 0,0 1 1 0 0,0-1-1 0 0,-1 0 0 0 0,1 0 0 0 0,0 1 0 0 0,-1-1 1 0 0,1 0-1 0 0,0 1 0 0 0,-1-2 0 0 0,-1 0-12 0 0,0 0 0 0 0,1 1 0 0 0,-1-1-1 0 0,0 0 1 0 0,0 0 0 0 0,0 1 0 0 0,0 0 0 0 0,0-1-1 0 0,0 1 1 0 0,0 0 0 0 0,-5-2 0 0 0,0 1 0 0 0,-1 1-1 0 0,0-1 1 0 0,1 2 0 0 0,-1-1 0 0 0,0 1 0 0 0,0 0 0 0 0,0 1-1 0 0,0-1 1 0 0,1 2 0 0 0,-1-1 0 0 0,-9 4 0 0 0,3-1-4 0 0,1 1 1 0 0,0 1 0 0 0,0 0-1 0 0,0 1 1 0 0,-14 11 0 0 0,5-5 11 0 0,18-11-3 0 0,0 0 0 0 0,0 1 0 0 0,0-1 0 0 0,0 1 0 0 0,1 0-1 0 0,-1 0 1 0 0,1 0 0 0 0,-1 0 0 0 0,1 1 0 0 0,0-1-1 0 0,-2 6 1 0 0,1-2-20 0 0,0 1 0 0 0,1 0 0 0 0,-4 14 0 0 0,5-14 13 0 0,-1-1 0 0 0,1 0 0 0 0,-1 1-1 0 0,-5 7 1 0 0,5-11 12 0 0,1 0-1 0 0,-1 1 1 0 0,1-1-1 0 0,0 1 1 0 0,1-1-1 0 0,-1 1 1 0 0,1 0-1 0 0,0-1 1 0 0,0 1-1 0 0,0 0 1 0 0,1 0-1 0 0,0 0 1 0 0,0 0-1 0 0,0-1 1 0 0,0 1-1 0 0,1 0 1 0 0,0 0-1 0 0,0 0 1 0 0,0-1-1 0 0,3 9 1 0 0,-2-11-5 0 0,0-1 1 0 0,0 1-1 0 0,-1-1 1 0 0,1 1 0 0 0,0-1-1 0 0,0 0 1 0 0,1 0-1 0 0,-1 1 1 0 0,0-2-1 0 0,0 1 1 0 0,0 0 0 0 0,1 0-1 0 0,-1-1 1 0 0,3 1-1 0 0,17 6 1 0 0,-15-3 2 0 0,1-1 0 0 0,0 0 0 0 0,0-1 0 0 0,0 1-1 0 0,0-2 1 0 0,0 1 0 0 0,0-1 0 0 0,0 0 0 0 0,1-1 0 0 0,-1 0 0 0 0,0-1-1 0 0,0 1 1 0 0,1-1 0 0 0,-1-1 0 0 0,9-2 0 0 0,15-5 14 0 0,-1-1 0 0 0,40-19 0 0 0,-22 6 59 0 0,-2-2-1 0 0,44-30 0 0 0,-77 46-34 0 0,-9 6-29 0 0,-1 1 0 0 0,1-1 0 0 0,-1 0 0 0 0,0-1 0 0 0,0 1 0 0 0,0-1 0 0 0,-1 1-1 0 0,1-1 1 0 0,-1 0 0 0 0,0-1 0 0 0,4-5 0 0 0,-6 9-10 0 0,2-5 39 0 0,0 0 0 0 0,0 1 0 0 0,-1-1 0 0 0,1 0 0 0 0,2-12 0 0 0,-6 17-40 0 0,0 1 0 0 0,0-1 0 0 0,0 1-1 0 0,0 0 1 0 0,0-1 0 0 0,0 1 0 0 0,0 0 0 0 0,0 0 0 0 0,0-1-1 0 0,0 1 1 0 0,0 0 0 0 0,0 0 0 0 0,0 0 0 0 0,0 0 0 0 0,0 0 0 0 0,0 0-1 0 0,0 1 1 0 0,-2-1 0 0 0,2 0 0 0 0,-11 3 3 0 0,-1-1 0 0 0,1 1-1 0 0,0 1 1 0 0,0 0 0 0 0,1 1 0 0 0,-1 0-1 0 0,-11 8 1 0 0,-29 12 14 0 0,44-21-11 0 0,1 0 1 0 0,0 0-1 0 0,0 0 0 0 0,0 1 0 0 0,1 0 0 0 0,-1 0 0 0 0,1 0 0 0 0,1 1 0 0 0,-11 12 0 0 0,4-1-16 0 0,0 1-1 0 0,-16 32 1 0 0,22-37 25 0 0,0 0 0 0 0,-5 18 0 0 0,10-30-17 0 0,1 0 0 0 0,0 0-1 0 0,0 0 1 0 0,1 0 0 0 0,-1 0 0 0 0,0 0 0 0 0,0 0 0 0 0,0 0 0 0 0,1 0-1 0 0,-1 0 1 0 0,0 0 0 0 0,1 0 0 0 0,-1 0 0 0 0,1-1 0 0 0,-1 1-1 0 0,1 0 1 0 0,-1 0 0 0 0,1 0 0 0 0,0 0 0 0 0,0-1 0 0 0,-1 1-1 0 0,1 0 1 0 0,0-1 0 0 0,0 1 0 0 0,0-1 0 0 0,-1 1 0 0 0,1-1-1 0 0,0 1 1 0 0,0-1 0 0 0,0 1 0 0 0,2-1 0 0 0,31 10 29 0 0,-28-10-26 0 0,-1 0 0 0 0,1 0 0 0 0,-1 0 1 0 0,1-1-1 0 0,0 1 0 0 0,-1-1 1 0 0,1-1-1 0 0,-1 1 0 0 0,1-1 0 0 0,-1 0 1 0 0,0 0-1 0 0,9-6 0 0 0,19-6 34 0 0,-26 12-29 0 0,-1-1-1 0 0,1 0 1 0 0,-1-1-1 0 0,0 1 1 0 0,0-1-1 0 0,0-1 1 0 0,0 1-1 0 0,-1-1 1 0 0,1 0-1 0 0,7-10 1 0 0,14-15 28 0 0,-2-1 0 0 0,0-1 0 0 0,-3-1 0 0 0,0-1 1 0 0,-3-1-1 0 0,0-1 0 0 0,-3-1 0 0 0,15-47 0 0 0,-26 60-6 0 0,-4 19-20 0 0,0 0 0 0 0,0 1 0 0 0,0-1 0 0 0,0 1-1 0 0,1-1 1 0 0,-1 1 0 0 0,3-5 0 0 0,8-15 14 0 0,-12 23-23 0 0,0 1 0 0 0,1-1 0 0 0,-1 0 0 0 0,0 1 0 0 0,1-1 1 0 0,-1 0-1 0 0,0 0 0 0 0,0 0 0 0 0,0 1 0 0 0,0-1 0 0 0,0 0 0 0 0,0 0 1 0 0,0 0-1 0 0,0 1 0 0 0,0-1 0 0 0,0 0 0 0 0,0 0 0 0 0,0 0 0 0 0,0 1 0 0 0,-1-1 1 0 0,1 0-1 0 0,0 0 0 0 0,-1 1 0 0 0,1-1 0 0 0,-1 0 0 0 0,1 1 0 0 0,-1-1 0 0 0,1 0 1 0 0,-2 0-1 0 0,2 1-1 0 0,-1 0 0 0 0,1 0 1 0 0,-1 0-1 0 0,1 0 0 0 0,-1 0 0 0 0,1 0 1 0 0,0 0-1 0 0,-1 0 0 0 0,1 0 0 0 0,-1 0 1 0 0,1 0-1 0 0,-1 1 0 0 0,1-1 0 0 0,-1 0 1 0 0,1 0-1 0 0,0 0 0 0 0,-1 1 0 0 0,1-1 0 0 0,-1 0 1 0 0,1 1-1 0 0,0-1 0 0 0,-1 0 0 0 0,1 1 1 0 0,0-1-1 0 0,-1 0 0 0 0,1 1 0 0 0,0-1 1 0 0,-1 1-1 0 0,-7 13 2 0 0,8-13-2 0 0,-4 7 0 0 0,-13 24-1 0 0,2 0-1 0 0,1 1 0 0 0,1 0 1 0 0,-8 41-1 0 0,18-65 3 0 0,1 0 1 0 0,-2 0-1 0 0,-5 13 1 0 0,6-16-7 0 0,0 0 0 0 0,1-1 0 0 0,-1 2 0 0 0,1-1 0 0 0,1 0 0 0 0,-1 0 0 0 0,1 1 0 0 0,0-1 0 0 0,0 10 0 0 0,1-9-17 0 0,1-1 0 0 0,0 1 0 0 0,0-1 0 0 0,1 1 0 0 0,4 10 0 0 0,-5-15 14 0 0,1 0 0 0 0,0-1 0 0 0,0 1-1 0 0,0 0 1 0 0,0 0 0 0 0,1-1 0 0 0,-1 0 0 0 0,0 1 0 0 0,1-1 0 0 0,3 2 0 0 0,-1-1 2 0 0,-1 0 7 0 0,0 0-1 0 0,0-1 1 0 0,-1 0 0 0 0,1 0 0 0 0,0 0-1 0 0,0 0 1 0 0,0 0 0 0 0,0-1-1 0 0,0 0 1 0 0,0 0 0 0 0,0 0-1 0 0,0 0 1 0 0,0-1 0 0 0,7-1 0 0 0,0-1-7 0 0,0-1 0 0 0,0-1 0 0 0,17-8 0 0 0,13-7 19 0 0,-16 8 10 0 0,-1-1 0 0 0,0-1-1 0 0,-1-1 1 0 0,-1-1 0 0 0,36-34 0 0 0,-54 45-12 0 0,1 0 1 0 0,-1 0 0 0 0,0 0 0 0 0,0-1-1 0 0,4-9 1 0 0,-4 9 22 0 0,-1-1 1 0 0,1 1-1 0 0,0 1 0 0 0,6-7 0 0 0,-9 11-15 0 0,0 0 1 0 0,0 0-1 0 0,0 0 0 0 0,0 1 0 0 0,0-1 0 0 0,0 0 0 0 0,-1-1 0 0 0,1 1 0 0 0,0 0 0 0 0,0 0 0 0 0,-1 0 0 0 0,1 0 0 0 0,-1-1 0 0 0,1 1 0 0 0,-1 0 0 0 0,0 0 0 0 0,1-1 0 0 0,-1 1 0 0 0,0 0 1 0 0,0-1-1 0 0,0-1 0 0 0,0 2-10 0 0,-1 0 1 0 0,0 0 0 0 0,1 0 0 0 0,-1 0 0 0 0,0 0 0 0 0,1 0 0 0 0,-1 0 0 0 0,0 1-1 0 0,0-1 1 0 0,1 0 0 0 0,-1 1 0 0 0,0-1 0 0 0,0 0 0 0 0,0 1 0 0 0,0-1 0 0 0,0 1-1 0 0,0-1 1 0 0,0 1 0 0 0,-2-1 0 0 0,-5-1-3 0 0,0 1 0 0 0,1 0 0 0 0,-1 0 1 0 0,0 0-1 0 0,0 1 0 0 0,-7 1 0 0 0,4 0-2 0 0,1 1 0 0 0,-1 1 0 0 0,1 0 0 0 0,0 0 0 0 0,0 1 0 0 0,-11 5 0 0 0,-4 4-4 0 0,-25 18 0 0 0,49-30-7 0 0,0-1 0 0 0,0 1 0 0 0,0-1 1 0 0,0 1-1 0 0,1-1 0 0 0,-1 1 0 0 0,0 0 0 0 0,0-1 1 0 0,1 1-1 0 0,-1 0 0 0 0,0 0 0 0 0,1 0 0 0 0,-1-1 1 0 0,1 1-1 0 0,-1 0 0 0 0,1 0 0 0 0,-1 0 0 0 0,1 0 1 0 0,0 0-1 0 0,-1 0 0 0 0,1 0 0 0 0,0 0 0 0 0,0 1 1 0 0,0-1-2 0 0,0 0 0 0 0,1 0 1 0 0,-1-1-1 0 0,1 1 0 0 0,-1 0 1 0 0,1 0-1 0 0,-1 0 0 0 0,1-1 1 0 0,-1 1-1 0 0,1 0 1 0 0,0 0-1 0 0,-1-1 0 0 0,1 1 1 0 0,0 0-1 0 0,0-1 0 0 0,-1 1 1 0 0,1-1-1 0 0,2 1 0 0 0,2 2-5 0 0,1-1-1 0 0,0 1 0 0 0,1-1 0 0 0,-1-1 0 0 0,9 2 0 0 0,45-3 15 0 0,-50-1-6 0 0,0 1 1 0 0,1 0-1 0 0,-1 0 0 0 0,0 1 1 0 0,0 0-1 0 0,0 1 0 0 0,15 4 1 0 0,-24-6 6 0 0,1 1 1 0 0,0 0-1 0 0,0 0 1 0 0,-1 0-1 0 0,1 0 1 0 0,0 0-1 0 0,-1 0 1 0 0,1 1-1 0 0,-1-1 0 0 0,0 0 1 0 0,1 1-1 0 0,-1-1 1 0 0,0 1-1 0 0,0-1 1 0 0,0 1-1 0 0,0 0 1 0 0,1 3-1 0 0,0 1 6 0 0,0-1 0 0 0,-1 1 0 0 0,0 1 0 0 0,1 7 0 0 0,5 25-3 0 0,-2-28 7 0 0,-1 0 0 0 0,0 0 1 0 0,0 0-1 0 0,-2 1 0 0 0,1-1 0 0 0,-2 1 0 0 0,1 0 0 0 0,-2 0 0 0 0,1-1 0 0 0,-2 14 1 0 0,-2-9 11 0 0,0 0 1 0 0,-1 0 0 0 0,-1-1-1 0 0,0 1 1 0 0,-1-1 0 0 0,0-1-1 0 0,-15 25 1 0 0,16-31-3 0 0,2-3-35 0 0,0 1 1 0 0,0-1-1 0 0,-1 1 1 0 0,1-1-1 0 0,-1 0 1 0 0,0 0-1 0 0,-1-1 1 0 0,1 1-1 0 0,-1-1 1 0 0,0 0-1 0 0,0 0 1 0 0,0-1 0 0 0,-1 0-1 0 0,-8 5 1 0 0,14-8-81 0 0,-1 0 0 0 0,1 0 0 0 0,0 1 0 0 0,0-1 0 0 0,-1 0 0 0 0,1 0 0 0 0,0 0 0 0 0,-1 0 0 0 0,1 1 0 0 0,0-1 0 0 0,-1 0 0 0 0,1 0 0 0 0,0 0 0 0 0,-1 0 0 0 0,1 0 0 0 0,0 0 0 0 0,-1 0 0 0 0,1 0 0 0 0,0 0 0 0 0,-1 0 0 0 0,1 0 0 0 0,0 0 0 0 0,-1 0 0 0 0,1 0 0 0 0,0 0 0 0 0,-1 0 0 0 0,1-1 0 0 0,0 1 0 0 0,-1 0 0 0 0,1 0 0 0 0,0 0 0 0 0,-1 0 0 0 0,1-1 0 0 0,0 1 0 0 0,-1-1 0 0 0,7-11-1600 0 0,-3 4 1977 0 0,8-17-572 0 0,-8 18 270 0 0,0 0 0 0 0,0 1 0 0 0,0-1 0 0 0,1 1-1 0 0,6-9 1 0 0,73-97-68 0 0,-70 96 205 0 0,21-21 0 0 0,10-10 807 0 0,-30 31-551 0 0,1 1 1 0 0,1 0-1 0 0,0 2 0 0 0,1 0 0 0 0,25-15 1 0 0,-24 16-220 0 0,1 0 0 0 0,-2-1 0 0 0,0-1 0 0 0,27-29 1 0 0,-41 39-70 0 0,1-1 0 0 0,-1 1 0 0 0,0-1 1 0 0,0 0-1 0 0,0 1 0 0 0,-1-1 0 0 0,0-1 1 0 0,0 1-1 0 0,0 0 0 0 0,-1 0 0 0 0,2-7 1 0 0,-3 12-86 0 0,0 0 0 0 0,-1-1 0 0 0,1 1 0 0 0,0 0 1 0 0,0-1-1 0 0,0 1 0 0 0,0 0 0 0 0,0 0 0 0 0,-1-1 0 0 0,1 1 1 0 0,0 0-1 0 0,0 0 0 0 0,-1-1 0 0 0,1 1 0 0 0,0 0 1 0 0,0 0-1 0 0,-1 0 0 0 0,1 0 0 0 0,0-1 0 0 0,-1 1 1 0 0,1 0-1 0 0,0 0 0 0 0,-1 0 0 0 0,1 0 0 0 0,0 0 1 0 0,0 0-1 0 0,-1 0 0 0 0,1 0 0 0 0,0 0 0 0 0,-1 0 1 0 0,1 0-1 0 0,0 0 0 0 0,-1 0 0 0 0,1 0 0 0 0,0 0 0 0 0,-1 0 1 0 0,0 0-1 0 0,-13 4 26 0 0,13-4-26 0 0,-6 2-3 0 0,0 0 0 0 0,0 1 0 0 0,0 0-1 0 0,0 0 1 0 0,1 0 0 0 0,-1 1 0 0 0,1 0 0 0 0,0 1 0 0 0,0-1 0 0 0,1 1 0 0 0,-1 0 0 0 0,1 0-1 0 0,0 1 1 0 0,1 0 0 0 0,-1-1 0 0 0,1 2 0 0 0,0-1 0 0 0,0 0 0 0 0,1 1 0 0 0,0 0 0 0 0,0-1-1 0 0,1 1 1 0 0,-4 14 0 0 0,-8 20 9 0 0,11-32-7 0 0,-1 0 0 0 0,2-1 0 0 0,-1 2 0 0 0,-1 9 0 0 0,4-15-4 0 0,0 0 0 0 0,0 0 0 0 0,0-1 0 0 0,0 1 0 0 0,1 0 1 0 0,-1 0-1 0 0,1 0 0 0 0,0-1 0 0 0,0 1 0 0 0,1 0 0 0 0,-1-1 0 0 0,1 1 0 0 0,3 6 0 0 0,-3-9-10 0 0,-1 1-1 0 0,0-1 1 0 0,1 0-1 0 0,-1 1 1 0 0,1-1-1 0 0,0 0 1 0 0,-1 0-1 0 0,1 0 1 0 0,0 0-1 0 0,0 0 1 0 0,0-1-1 0 0,-1 1 0 0 0,1 0 1 0 0,0-1-1 0 0,0 0 1 0 0,4 1-1 0 0,16 6-521 0 0,-16-4-94 0 0,0 0 0 0 0,0 0 0 0 0,0-1 0 0 0,1 0 0 0 0,-1 0 0 0 0,0 0 0 0 0,1-1 0 0 0,0 0 0 0 0,-1 0 0 0 0,1-1 0 0 0,0 0 0 0 0,9 0 0 0 0,7-4-3285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288 152 9850 0 0,'0'-25'1383'0'0,"1"24"-1418"0"0,-1-2 224 0 0,0 0 1 0 0,1 1 0 0 0,-1-1 0 0 0,0 0-1 0 0,0 0 1 0 0,-1 1 0 0 0,0-5 0 0 0,1 6-147 0 0,-1 0 0 0 0,1 0 1 0 0,-1 0-1 0 0,1 1 1 0 0,-1-1-1 0 0,1 0 1 0 0,-1 1-1 0 0,0-1 0 0 0,1 0 1 0 0,-1 1-1 0 0,0-1 1 0 0,0 1-1 0 0,1-1 1 0 0,-1 1-1 0 0,0-1 0 0 0,0 1 1 0 0,0 0-1 0 0,0-1 1 0 0,0 1-1 0 0,1 0 1 0 0,-1 0-1 0 0,0 0 1 0 0,0 0-1 0 0,0 0 0 0 0,0 0 1 0 0,-1 0-1 0 0,-5 0 7 0 0,-1 0 1 0 0,1 1-1 0 0,0 0 0 0 0,-1 1 0 0 0,1-1 0 0 0,0 1 0 0 0,0 1 0 0 0,0-1 1 0 0,0 1-1 0 0,-10 7 0 0 0,-20 6 138 0 0,29-13-149 0 0,1 0-1 0 0,-1 1 0 0 0,1 0 0 0 0,0 0 1 0 0,0 0-1 0 0,0 1 0 0 0,1 0 0 0 0,-1 1 1 0 0,1-1-1 0 0,0 1 0 0 0,1 0 0 0 0,0 0 0 0 0,0 1 1 0 0,-7 11-1 0 0,2-3 28 0 0,6-9-21 0 0,0 1-1 0 0,0-1 1 0 0,0 1-1 0 0,1-1 0 0 0,0 1 1 0 0,-2 8-1 0 0,4-15-31 0 0,1 1-1 0 0,0-1 0 0 0,0 1 0 0 0,0-1 0 0 0,0 1 0 0 0,0-1 1 0 0,0 1-1 0 0,0-1 0 0 0,1 1 0 0 0,-1-1 0 0 0,0 1 1 0 0,0-1-1 0 0,0 0 0 0 0,0 1 0 0 0,1-1 0 0 0,-1 1 0 0 0,0-1 1 0 0,0 0-1 0 0,1 1 0 0 0,-1-1 0 0 0,0 1 0 0 0,1-1 1 0 0,-1 0-1 0 0,0 1 0 0 0,1-1 0 0 0,-1 0 0 0 0,0 0 1 0 0,1 1-1 0 0,-1-1 0 0 0,1 0 0 0 0,-1 0 0 0 0,0 0 0 0 0,2 1 1 0 0,15 2 64 0 0,-14-3-66 0 0,6 1 19 0 0,0-1-1 0 0,0-1 1 0 0,0 0-1 0 0,-1 0 1 0 0,1-1 0 0 0,0 0-1 0 0,0 0 1 0 0,-1-1-1 0 0,14-6 1 0 0,10-6 18 0 0,33-23 0 0 0,-21 12 19 0 0,-12 9 36 0 0,58-24 1 0 0,-82 38-96 0 0,-1-1 1 0 0,0 0 0 0 0,0 0 0 0 0,0 0 0 0 0,0-1-1 0 0,-1 0 1 0 0,7-7 0 0 0,41-46 105 0 0,-33 34-105 0 0,-21 23-8 0 0,1-1 73 0 0,1 1 0 0 0,-1-1 0 0 0,1 0 0 0 0,-1 1 0 0 0,1-1 1 0 0,0 1-1 0 0,0-1 0 0 0,-1 1 0 0 0,1 0 0 0 0,3-2 0 0 0,-5 5-58 0 0,-1 1 0 0 0,0-1 0 0 0,0 1 1 0 0,0-1-1 0 0,0 0 0 0 0,0 0 0 0 0,-1 0 0 0 0,1 1 0 0 0,-1-1 0 0 0,-2 3 0 0 0,-2 3 11 0 0,-53 87-71 0 0,42-70 59 0 0,-86 134 46 0 0,81-121-84 0 0,1 0-1 0 0,-19 55 0 0 0,31-67 22 0 0,-4 7 29 0 0,1 1 0 0 0,2 0 0 0 0,-10 66 0 0 0,10-77-29 0 0,8-22-1 0 0,1 1-1 0 0,0-1 1 0 0,0 1 0 0 0,1-1-1 0 0,-1 1 1 0 0,0-1-1 0 0,0 1 1 0 0,1 0-1 0 0,-1-1 1 0 0,1 1-1 0 0,-1 0 1 0 0,1-1 0 0 0,0 1-1 0 0,-1 0 1 0 0,1 0-1 0 0,0-1 1 0 0,0 1-1 0 0,1 0 1 0 0,-1 0-1 0 0,0-1 1 0 0,1 3 0 0 0,0-3 7 0 0,0 0 0 0 0,-1-1 0 0 0,1 1 0 0 0,0-1 0 0 0,0 1 1 0 0,0-1-1 0 0,0 1 0 0 0,0-1 0 0 0,0 1 0 0 0,0-1 1 0 0,0 0-1 0 0,0 0 0 0 0,0 0 0 0 0,0 1 0 0 0,0-1 1 0 0,0 0-1 0 0,0 0 0 0 0,0 0 0 0 0,1-1 0 0 0,20-1 84 0 0,-20 1-71 0 0,3 0-4 0 0,0-1 1 0 0,0 1-1 0 0,0-1 1 0 0,-1 0-1 0 0,1-1 1 0 0,-1 1-1 0 0,1-1 1 0 0,-1 0 0 0 0,0 0-1 0 0,0 0 1 0 0,0 0-1 0 0,0-1 1 0 0,-1 0-1 0 0,1 0 1 0 0,-1 0 0 0 0,0 0-1 0 0,4-7 1 0 0,-2 1 17 0 0,0 0 0 0 0,-1 0 0 0 0,1 0 0 0 0,-2-1 0 0 0,0 1 1 0 0,0-1-1 0 0,1-13 0 0 0,-2 13 0 0 0,1-1 0 0 0,0 1 0 0 0,8-17 0 0 0,-8 22-22 0 0,0-1 0 0 0,-1 1 0 0 0,0 0 0 0 0,0-1 0 0 0,0 1 0 0 0,-1-1 1 0 0,0 0-1 0 0,0 0 0 0 0,0 1 0 0 0,-1-1 0 0 0,0 0 0 0 0,-1 0 0 0 0,1 1 0 0 0,-4-13 0 0 0,2 13 0 0 0,0 0 0 0 0,0 0 0 0 0,0 1-1 0 0,-1-1 1 0 0,0 1 0 0 0,0-1 0 0 0,0 1 0 0 0,-1 0 0 0 0,0 0-1 0 0,0 1 1 0 0,0-1 0 0 0,0 1 0 0 0,-1 0 0 0 0,0 0 0 0 0,-8-5-1 0 0,12 8-5 0 0,0 1 0 0 0,0-1 0 0 0,0 0 0 0 0,0 1 1 0 0,0-1-1 0 0,0 0 0 0 0,1 0 0 0 0,-1 0 0 0 0,0 0 0 0 0,0 0 0 0 0,1 0 0 0 0,-1 0 0 0 0,0 0 0 0 0,0-1 0 0 0,1 1-7 0 0,0 1 1 0 0,0-1-1 0 0,0 1 1 0 0,0-1-1 0 0,0 0 1 0 0,0 1-1 0 0,0-1 0 0 0,0 1 1 0 0,0-1-1 0 0,0 0 1 0 0,0 1-1 0 0,0-1 1 0 0,1 1-1 0 0,-1-1 1 0 0,0 1-1 0 0,0-1 1 0 0,1 1-1 0 0,-1-1 1 0 0,0 1-1 0 0,0-1 0 0 0,1 0 1 0 0,1 0-2 0 0,0-1 1 0 0,0 1-1 0 0,0-1 0 0 0,0 1 1 0 0,0 0-1 0 0,0-1 1 0 0,0 1-1 0 0,0 0 0 0 0,1 0 1 0 0,-1 1-1 0 0,4-2 0 0 0,147-34 334 0 0,-27 5-4086 0 0,-110 27-310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182 239 7354 0 0,'2'-37'1194'0'0,"3"1"0"0"0,1-1 0 0 0,16-55 0 0 0,-14 61-223 0 0,-7 26-516 0 0,0 6-179 0 0,-3 15-94 0 0,-4 28-110 0 0,-7 12 52 0 0,-3 0 1 0 0,-24 56 0 0 0,-55 104-389 0 0,79-180 36 0 0,9-22-1005 0 0,-1 1-1 0 0,-11 15 1 0 0,14-23-609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1 379 12451 0 0,'0'0'290'0'0,"4"-11"1351"0"0,34 2-1438 0 0,51-5-1 0 0,16-3 214 0 0,18-14-73 0 0,213-84 0 0 0,-241 69-170 0 0,-86 41-147 0 0,0 0-1 0 0,-1 0 1 0 0,0 0-1 0 0,0-1 1 0 0,0-1-1 0 0,0 1 1 0 0,-1-1 0 0 0,0-1-1 0 0,-1 1 1 0 0,0-1-1 0 0,6-10 1 0 0,9-31 270 0 0,-32 69-247 0 0,-1 0 1 0 0,-2-1-1 0 0,-27 31 0 0 0,-1-1-32 0 0,13-14 6 0 0,-40 35 0 0 0,56-57-7 0 0,1 0 0 0 0,0 0 0 0 0,0 1 1 0 0,2 1-1 0 0,-1 0 0 0 0,2 0 0 0 0,-9 19 0 0 0,15-28 27 0 0,-4 11 74 0 0,11-14-102 0 0,9-6-51 0 0,9-6 42 0 0,0-1-1 0 0,0 0 1 0 0,-1-2-1 0 0,24-16 1 0 0,-8 0 27 0 0,-16 10-70 0 0,2 2 0 0 0,44-26-1 0 0,-62 40 47 0 0,-2 0-1 0 0,1 0 1 0 0,0 0 0 0 0,0 1-1 0 0,0-1 1 0 0,0 1-1 0 0,0 0 1 0 0,8-1 0 0 0,-11 4-9 0 0,0 0 0 0 0,1 0 0 0 0,-1 0 0 0 0,0 0 0 0 0,0 0 0 0 0,0 0 0 0 0,-1 0 0 0 0,1 0 0 0 0,-1 1 1 0 0,1-1-1 0 0,-1 0 0 0 0,0 1 0 0 0,1-1 0 0 0,-1 3 0 0 0,0-1-4 0 0,0 2 13 0 0,1 0-1 0 0,0 0 1 0 0,0 0 0 0 0,1 0-1 0 0,0 0 1 0 0,2 5 0 0 0,-3-8-11 0 0,1-1 0 0 0,-1 0 0 0 0,1 0 0 0 0,0 1-1 0 0,0-1 1 0 0,0-1 0 0 0,0 1 0 0 0,0 0 0 0 0,0 0 0 0 0,0-1 0 0 0,0 1 0 0 0,1-1 0 0 0,-1 0 0 0 0,1 0 0 0 0,4 2 0 0 0,-1-1 9 0 0,0-1 0 0 0,1 1 0 0 0,-1-1 0 0 0,0-1 0 0 0,1 1 0 0 0,-1-1 0 0 0,0 0 0 0 0,1 0 0 0 0,-1-1 0 0 0,0 0 0 0 0,0 0 0 0 0,7-3 0 0 0,1 0 24 0 0,-1-1-1 0 0,0 0 1 0 0,0-1-1 0 0,16-10 1 0 0,-23 12-34 0 0,-2 2 13 0 0,0 0 0 0 0,0 0 0 0 0,-1 0-1 0 0,0-1 1 0 0,1 1 0 0 0,-1-1 0 0 0,0 0 0 0 0,0 0 0 0 0,0 0 0 0 0,-1 0-1 0 0,1-1 1 0 0,-1 1 0 0 0,1-1 0 0 0,-1 1 0 0 0,2-7 0 0 0,12-23 78 0 0,-12 28-73 0 0,-1-1 1 0 0,0 0-1 0 0,-1 0 1 0 0,1 0-1 0 0,-1 0 0 0 0,0 0 1 0 0,-1-1-1 0 0,1 1 0 0 0,-1-1 1 0 0,0-6-1 0 0,-1 12-16 0 0,-1 0 0 0 0,1 0 0 0 0,-1 1-1 0 0,1-1 1 0 0,-1 0 0 0 0,1 1 0 0 0,-1-1 0 0 0,1 1 0 0 0,-1-1-1 0 0,1 0 1 0 0,-1 1 0 0 0,0-1 0 0 0,1 1 0 0 0,-1 0-1 0 0,0-1 1 0 0,1 1 0 0 0,-1-1 0 0 0,0 1 0 0 0,0 0 0 0 0,1 0-1 0 0,-2-1 1 0 0,-16-4-24 0 0,13 5 26 0 0,0-1 0 0 0,0 1-1 0 0,0 0 1 0 0,0 0 0 0 0,-1 0-1 0 0,1 1 1 0 0,1 0-1 0 0,-1 0 1 0 0,0 0 0 0 0,0 0-1 0 0,0 1 1 0 0,0 0 0 0 0,1 0-1 0 0,-1 0 1 0 0,1 1-1 0 0,0-1 1 0 0,0 1 0 0 0,0 0-1 0 0,0 0 1 0 0,0 1 0 0 0,-4 4-1 0 0,-1 2 2 0 0,1-1 0 0 0,0 1 0 0 0,1 1-1 0 0,1-1 1 0 0,-1 1 0 0 0,1 0 0 0 0,-6 18-1 0 0,-7 19 18 0 0,14-25-90 0 0,4-23 61 0 0,1 1 0 0 0,0 0 0 0 0,0 0 1 0 0,0-1-1 0 0,0 1 0 0 0,0 0 0 0 0,0 0 0 0 0,0-1 1 0 0,0 1-1 0 0,0 0 0 0 0,0-1 0 0 0,0 1 0 0 0,0 0 1 0 0,1 0-1 0 0,-1-1 0 0 0,0 1 0 0 0,0 0 1 0 0,1-1-1 0 0,-1 1 0 0 0,1-1 0 0 0,-1 1 0 0 0,0 0 1 0 0,1-1-1 0 0,-1 1 0 0 0,1-1 0 0 0,-1 1 1 0 0,1-1-1 0 0,0 1 0 0 0,-1-1 0 0 0,2 1 0 0 0,39 14-753 0 0,-32-11 137 0 0,1-1 1 0 0,-1 1-1 0 0,1-2 0 0 0,13 3 1 0 0,48-2-4476 0 0,-29-5 700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601 71 12667 0 0,'-62'-11'1184'0'0,"51"12"-1151"0"0,-1-1 1 0 0,1 1 0 0 0,-1 1-1 0 0,1 0 1 0 0,0 1-1 0 0,-21 7 1 0 0,9 0-15 0 0,1 0 1 0 0,-26 17-1 0 0,42-23-21 0 0,1 0-1 0 0,0 0 0 0 0,0 0 0 0 0,0 1 0 0 0,0-1 0 0 0,1 1 1 0 0,0 1-1 0 0,0-1 0 0 0,0 0 0 0 0,1 1 0 0 0,-5 9 1 0 0,2 1 6 0 0,0 0 0 0 0,0 1 1 0 0,-3 21-1 0 0,-4-6 40 0 0,11-28-42 0 0,0-1 1 0 0,1 1-1 0 0,-1 0 1 0 0,0 1 0 0 0,1-1-1 0 0,0 0 1 0 0,-1 8-1 0 0,2-5 20 0 0,0 1 0 0 0,0 0-1 0 0,1 0 1 0 0,0-1-1 0 0,0 1 1 0 0,1-1 0 0 0,0 1-1 0 0,4 10 1 0 0,3 3 318 0 0,19 29-1 0 0,-2-3 656 0 0,-25-46-985 0 0,-1-1 1 0 0,0 1-1 0 0,1 0 1 0 0,-1-1-1 0 0,0 1 1 0 0,1 0-1 0 0,-1-1 0 0 0,0 1 1 0 0,0 0-1 0 0,0-1 1 0 0,0 1-1 0 0,0 0 1 0 0,0 0-1 0 0,0-1 1 0 0,0 1-1 0 0,0 0 1 0 0,0 0-1 0 0,0-1 0 0 0,0 1 1 0 0,0 0-1 0 0,0-1 1 0 0,-1 1-1 0 0,1 0 1 0 0,0-1-1 0 0,0 1 1 0 0,-1 0-1 0 0,1-1 1 0 0,-1 1-1 0 0,1-1 1 0 0,-1 1-1 0 0,1 0 0 0 0,0-1 1 0 0,-1 1-1 0 0,0-1 1 0 0,1 1-1 0 0,-1-1 1 0 0,1 0-1 0 0,-1 1 1 0 0,0-1-1 0 0,1 0 1 0 0,-1 1-1 0 0,-1-1 0 0 0,-3 2 92 0 0,-1-1-1 0 0,1 1 1 0 0,-1-1-1 0 0,-10 0 1 0 0,3 1-31 0 0,-37 5-112 0 0,17-3-73 0 0,1 1 1 0 0,0 2 0 0 0,-59 20-1 0 0,79-18-994 0 0,12-9 1080 0 0,0 0 1 0 0,0 0 0 0 0,1 0 0 0 0,-1 0 0 0 0,0 0 0 0 0,0 0-1 0 0,0 0 1 0 0,1 0 0 0 0,-1 0 0 0 0,0 0 0 0 0,0 0 0 0 0,1 0 0 0 0,-1 0-1 0 0,0 0 1 0 0,0 0 0 0 0,0 0 0 0 0,1 0 0 0 0,-1 0 0 0 0,0 0 0 0 0,0 0-1 0 0,0 0 1 0 0,0 1 0 0 0,1-1 0 0 0,-1 0 0 0 0,0 0 0 0 0,0 0-1 0 0,0 0 1 0 0,0 0 0 0 0,1 0 0 0 0,-1 1 0 0 0,0-1 0 0 0,0 0 0 0 0,0 0-1 0 0,0 0 1 0 0,0 0 0 0 0,0 1 0 0 0,0-1 0 0 0,1 0 0 0 0,-1 0 0 0 0,0 0-1 0 0,0 1 1 0 0,0-1 0 0 0,0 0 0 0 0,0 0 0 0 0,0 0 0 0 0,0 1-1 0 0,0-1 1 0 0,0 0 0 0 0,0 0 0 0 0,0 0 0 0 0,0 1 0 0 0,0-1 0 0 0,0 0-1 0 0,0 0 1 0 0,-1 0 0 0 0,1 1 0 0 0,0-1 0 0 0,0 0 0 0 0,0 0-1 0 0,0 0 1 0 0,0 1 0 0 0,0-1 0 0 0,0 0 0 0 0,-1 0 0 0 0,1 0 0 0 0,36-3-337 0 0,0-2 1 0 0,-1-1-1 0 0,1-2 1 0 0,44-16-1 0 0,-11 4 264 0 0,-54 16 98 0 0,199-58 105 0 0,-167 45 245 0 0,0-2-1 0 0,61-34 1 0 0,-106 53-235 0 0,-1-1 0 0 0,0 0 0 0 0,0 0 0 0 0,1 1 0 0 0,-1-1 0 0 0,0 0 0 0 0,0 0 0 0 0,0 0 0 0 0,0 0 0 0 0,0 0 0 0 0,0-1 0 0 0,0 1 0 0 0,-1 0 0 0 0,1 0 0 0 0,0 0 1 0 0,-1-1-1 0 0,1 1 0 0 0,0-3 0 0 0,-1 4-84 0 0,0-1 1 0 0,0 0 0 0 0,0 0-1 0 0,-1 1 1 0 0,1-1 0 0 0,0 0 0 0 0,0 0-1 0 0,-1 1 1 0 0,1-1 0 0 0,-1 0 0 0 0,1 1-1 0 0,0-1 1 0 0,-1 0 0 0 0,1 1-1 0 0,-1-1 1 0 0,0 1 0 0 0,1-1 0 0 0,-1 1-1 0 0,1-1 1 0 0,-1 1 0 0 0,0-1-1 0 0,1 1 1 0 0,-1 0 0 0 0,0-1 0 0 0,0 1-1 0 0,1 0 1 0 0,-1 0 0 0 0,0-1-1 0 0,0 1 1 0 0,1 0 0 0 0,-1 0 0 0 0,0 0-1 0 0,-1 0 1 0 0,-5-1-15 0 0,-1 0 1 0 0,0 1-1 0 0,1 0 0 0 0,-1 0 1 0 0,0 1-1 0 0,1 0 0 0 0,-1 0 1 0 0,1 1-1 0 0,-1 0 0 0 0,1 0 1 0 0,-13 6-1 0 0,-9 6 54 0 0,-41 27-1 0 0,24-14-9 0 0,18-12-8 0 0,13-8 50 0 0,0 1 1 0 0,-22 17-1 0 0,36-24-88 0 0,0 0 0 0 0,0 0 1 0 0,0 0-1 0 0,0 0 0 0 0,0 0 0 0 0,1 0 1 0 0,-1 0-1 0 0,0 1 0 0 0,1-1 0 0 0,-1 0 0 0 0,1 0 1 0 0,-1 3-1 0 0,1-3-13 0 0,0-1-1 0 0,0 1 1 0 0,0-1 0 0 0,0 0 0 0 0,0 1-1 0 0,0-1 1 0 0,0 1 0 0 0,0-1-1 0 0,0 1 1 0 0,0-1 0 0 0,0 1 0 0 0,0-1-1 0 0,0 1 1 0 0,1-1 0 0 0,-1 0 0 0 0,0 1-1 0 0,0-1 1 0 0,0 1 0 0 0,1-1 0 0 0,-1 0-1 0 0,0 1 1 0 0,1-1 0 0 0,-1 0-1 0 0,0 1 1 0 0,1-1 0 0 0,-1 0 0 0 0,0 1-1 0 0,1-1 1 0 0,-1 0 0 0 0,1 0 0 0 0,-1 0-1 0 0,1 1 1 0 0,-1-1 0 0 0,0 0-1 0 0,1 0 1 0 0,-1 0 0 0 0,1 0 0 0 0,-1 0-1 0 0,1 0 1 0 0,-1 0 0 0 0,1 0 0 0 0,-1 0-1 0 0,1 0 1 0 0,12 0 5 0 0,0-1 0 0 0,0-1 0 0 0,0 0 0 0 0,0-1 0 0 0,0 0 1 0 0,-1-1-1 0 0,0-1 0 0 0,0 1 0 0 0,0-2 0 0 0,20-12 0 0 0,7 0 3 0 0,-29 14-9 0 0,0-1-1 0 0,0 0 0 0 0,17-12 0 0 0,-26 17 2 0 0,16-14 27 0 0,1 2 1 0 0,24-14-1 0 0,-42 26-25 0 0,0 0 0 0 0,0-1 0 0 0,1 1 0 0 0,-1 0 0 0 0,0 0 0 0 0,1 0 0 0 0,-1 0 0 0 0,0 0 0 0 0,1 0 0 0 0,-1 0 0 0 0,0 0 0 0 0,1 0 0 0 0,-1 0 0 0 0,1 0 0 0 0,-1 0 0 0 0,0 0 0 0 0,1 0 0 0 0,-1 0 0 0 0,0 0 0 0 0,1 0 0 0 0,-1 0 0 0 0,0 0 0 0 0,1 0 0 0 0,-1 1 0 0 0,0-1 0 0 0,0 0 0 0 0,1 0 0 0 0,-1 0 0 0 0,0 1 0 0 0,1-1 1 0 0,-1 0-1 0 0,5 14 28 0 0,-3 20 3 0 0,-3-30-19 0 0,1 7 30 0 0,0-7-96 0 0,0 0 0 0 0,0 1 0 0 0,0-1 0 0 0,1 1 0 0 0,-1-1 0 0 0,1 0 0 0 0,2 5 0 0 0,-2-7 33 0 0,0 0 0 0 0,0 0 1 0 0,0 0-1 0 0,1-1 0 0 0,-1 1 0 0 0,1 0 0 0 0,-1-1 1 0 0,1 1-1 0 0,-1-1 0 0 0,1 0 0 0 0,0 0 0 0 0,0 1 1 0 0,0-1-1 0 0,0 0 0 0 0,0 0 0 0 0,0-1 0 0 0,2 2 1 0 0,5 0-64 0 0,-1 1 0 0 0,1-2 1 0 0,-1 1-1 0 0,1-1 1 0 0,-1 0-1 0 0,1-1 1 0 0,0 0-1 0 0,0 0 1 0 0,-1-1-1 0 0,17-4 1 0 0,-10 2-314 0 0,1-2 0 0 0,-1 0 0 0 0,0 0 0 0 0,28-16 0 0 0,-20 10-72 0 0,-19 9 370 0 0,0 1 0 0 0,0-1-1 0 0,0 0 1 0 0,0 0 0 0 0,0 0 0 0 0,-1-1 0 0 0,1 0-1 0 0,-1 1 1 0 0,0-1 0 0 0,5-6 0 0 0,16-28-181 0 0,-1-1 1 0 0,-2-1-1 0 0,26-67 1 0 0,-19 40 261 0 0,0 0 119 0 0,14-31 1571 0 0,-41 95-1443 0 0,0-1 1 0 0,0 1-1 0 0,1-1 1 0 0,-1 1 0 0 0,1-1-1 0 0,0 1 1 0 0,-1 0-1 0 0,1 0 1 0 0,0 0-1 0 0,4-3 1 0 0,-8 13 45 0 0,-69 249 472 0 0,18-64-1884 0 0,16-65-4613 0 0,34-120 3240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3 684 11602 0 0,'0'0'327'0'0,"0"0"-296"0"0,0 0 1 0 0,-1-1-1 0 0,1 1 0 0 0,0 0 1 0 0,0-1-1 0 0,0 1 0 0 0,-1 0 0 0 0,1-1 1 0 0,0 1-1 0 0,0 0 0 0 0,0-1 1 0 0,0 1-1 0 0,0 0 0 0 0,0-1 0 0 0,0 1 1 0 0,0 0-1 0 0,0-1 0 0 0,0 1 1 0 0,0 0-1 0 0,0-1 0 0 0,0 1 0 0 0,0 0 1 0 0,0-1-1 0 0,0 1 0 0 0,0 0 0 0 0,0-1 1 0 0,0 1-1 0 0,0 0 0 0 0,1-1 1 0 0,-1 1-1 0 0,0 0 0 0 0,0-1 0 0 0,126-28-26 0 0,38-11 106 0 0,-96 19 19 0 0,-1-4-1 0 0,-1-2 1 0 0,69-40-1 0 0,-112 49 699 0 0,-23 18-800 0 0,1 0 0 0 0,0-1 1 0 0,-1 1-1 0 0,1-1 1 0 0,-1 1-1 0 0,1-1 0 0 0,0 1 1 0 0,-1-1-1 0 0,1 1 1 0 0,-1-1-1 0 0,0 0 0 0 0,1 1 1 0 0,-1-1-1 0 0,1 0 0 0 0,-1 1 1 0 0,0-1-1 0 0,0 0 1 0 0,1 1-1 0 0,-1-1 0 0 0,0 0 1 0 0,0 0-1 0 0,0 1 0 0 0,0-1 1 0 0,0 0-1 0 0,0 0 1 0 0,0 1-1 0 0,0-1 0 0 0,0 0 1 0 0,0 0-1 0 0,0 1 1 0 0,0-1-1 0 0,-1-1 0 0 0,-1 2-27 0 0,0-1 0 0 0,0 1 0 0 0,0 0-1 0 0,0 0 1 0 0,0 0 0 0 0,0 0 0 0 0,0 1-1 0 0,0-1 1 0 0,0 0 0 0 0,0 1 0 0 0,0-1-1 0 0,0 1 1 0 0,0 0 0 0 0,0 0 0 0 0,-2 1-1 0 0,3-1-1 0 0,-5 1 6 0 0,1 1-1 0 0,0 0 1 0 0,0 1 0 0 0,1-1-1 0 0,-1 1 1 0 0,1 0 0 0 0,0 0-1 0 0,-1 0 1 0 0,-5 9 0 0 0,-2 5 18 0 0,-14 27 0 0 0,7-12-9 0 0,13-23 11 0 0,-5 7-6 0 0,1 0 1 0 0,0 1-1 0 0,1 0 0 0 0,1 0 1 0 0,-5 21-1 0 0,7-28 27 0 0,-4 10 106 0 0,10-21-148 0 0,0 1-1 0 0,0-1 1 0 0,0 0-1 0 0,0 1 1 0 0,0-1-1 0 0,0 1 1 0 0,0-1 0 0 0,0 0-1 0 0,1 1 1 0 0,-1-1-1 0 0,0 1 1 0 0,0-1 0 0 0,0 0-1 0 0,0 1 1 0 0,0-1-1 0 0,1 0 1 0 0,-1 1 0 0 0,0-1-1 0 0,0 0 1 0 0,1 1-1 0 0,-1-1 1 0 0,0 0 0 0 0,1 1-1 0 0,-1-1 1 0 0,0 0-1 0 0,1 0 1 0 0,-1 1 0 0 0,0-1-1 0 0,1 0 1 0 0,-1 0-1 0 0,0 0 1 0 0,1 0-1 0 0,-1 1 1 0 0,1-1 0 0 0,-1 0-1 0 0,0 0 1 0 0,1 0-1 0 0,-1 0 1 0 0,1 0 0 0 0,-1 0-1 0 0,0 0 1 0 0,1 0-1 0 0,-1 0 1 0 0,1 0 0 0 0,-1 0-1 0 0,1-1 1 0 0,11 0 4 0 0,1 0 1 0 0,-1-1 0 0 0,1-1-1 0 0,-1 0 1 0 0,0-1-1 0 0,0 0 1 0 0,0 0 0 0 0,-1-2-1 0 0,0 1 1 0 0,18-13-1 0 0,-6 7 3 0 0,-17 8-11 0 0,-1 1-1 0 0,0-1 1 0 0,0 0-1 0 0,0 0 1 0 0,0-1 0 0 0,7-6-1 0 0,91-86 61 0 0,-90 77 5 0 0,-11 16-42 0 0,0 0 1 0 0,-1 0-1 0 0,1 1 0 0 0,0-1 1 0 0,1 0-1 0 0,-1 1 0 0 0,0-1 1 0 0,1 1-1 0 0,0 0 0 0 0,2-2 1 0 0,-5 4-21 0 0,1 1 1 0 0,-1-1 0 0 0,0 1-1 0 0,0-1 1 0 0,1 1 0 0 0,-1-1-1 0 0,0 1 1 0 0,0 0 0 0 0,0-1-1 0 0,0 1 1 0 0,0-1 0 0 0,0 1-1 0 0,0-1 1 0 0,0 1-1 0 0,0-1 1 0 0,0 1 0 0 0,0-1-1 0 0,0 1 1 0 0,0 0 0 0 0,0-1-1 0 0,-1 1 1 0 0,1-1 0 0 0,0 1-1 0 0,0-1 1 0 0,-1 1-1 0 0,-4 17-28 0 0,-1-2 26 0 0,1 0-1 0 0,1 0 1 0 0,0 1-1 0 0,1-1 0 0 0,-2 29 1 0 0,5-44-5 0 0,0 0 1 0 0,1 0-1 0 0,-1 0 0 0 0,1 0 1 0 0,-1 0-1 0 0,1 0 0 0 0,0 0 1 0 0,-1 0-1 0 0,1 0 1 0 0,0 0-1 0 0,-1 0 0 0 0,1-1 1 0 0,0 1-1 0 0,0 0 0 0 0,0 0 1 0 0,0-1-1 0 0,0 1 0 0 0,0-1 1 0 0,0 1-1 0 0,2 0 1 0 0,22 9-64 0 0,-15-8 75 0 0,0 0 0 0 0,1-1 1 0 0,-1 0-1 0 0,1-1 0 0 0,-1 0 0 0 0,1 0 0 0 0,-1-1 0 0 0,1-1 0 0 0,-1 0 1 0 0,0 0-1 0 0,11-4 0 0 0,0-2 13 0 0,0-1-1 0 0,0 0 1 0 0,-1-2 0 0 0,19-12 0 0 0,-35 20-16 0 0,0 0 1 0 0,0 1 0 0 0,-1-1 0 0 0,1-1-1 0 0,-1 1 1 0 0,0 0 0 0 0,0-1 0 0 0,0 1-1 0 0,0-1 1 0 0,-1 0 0 0 0,1 0 0 0 0,-1 0-1 0 0,0 0 1 0 0,0-1 0 0 0,2-8 0 0 0,-3 11-7 0 0,0 1 1 0 0,0-1 0 0 0,0 0 0 0 0,1 0 0 0 0,-1 1-1 0 0,0-1 1 0 0,1 0 0 0 0,0 1 0 0 0,-1-1 0 0 0,3 0-1 0 0,12-15 10 0 0,-7 8 26 0 0,-8 8-28 0 0,-1 1-1 0 0,1 0 1 0 0,0-1 0 0 0,-1 1-1 0 0,1 0 1 0 0,-1-1 0 0 0,1 1-1 0 0,-1 0 1 0 0,1-1 0 0 0,-1 1-1 0 0,1-1 1 0 0,-1 1 0 0 0,1-1-1 0 0,-1 0 1 0 0,0 1 0 0 0,1-1-1 0 0,-1 1 1 0 0,0-1 0 0 0,1 0-1 0 0,-1 1 1 0 0,0-1 0 0 0,0 0-1 0 0,0 1 1 0 0,0-1 0 0 0,1 0-1 0 0,-1 1 1 0 0,0-1 0 0 0,0 0-1 0 0,0 1 1 0 0,0-1 0 0 0,-1 0-1 0 0,1 1 1 0 0,0-1 0 0 0,0 0-1 0 0,0 1 1 0 0,0-1 0 0 0,-1 0-1 0 0,1 1 1 0 0,0-1 0 0 0,-1 0-1 0 0,1 1 1 0 0,0-1 0 0 0,-1 1-1 0 0,1-1 1 0 0,-1 1 0 0 0,1-1-1 0 0,-1 1 1 0 0,0-1 0 0 0,0-1-9 0 0,0 0 0 0 0,0 0 0 0 0,0 0 0 0 0,0 0 0 0 0,0 0 0 0 0,1 0 0 0 0,-1-1 0 0 0,1 1 0 0 0,0 0 0 0 0,0 0 0 0 0,-1 0 0 0 0,1-1 0 0 0,0 1 0 0 0,1 0 0 0 0,0-3 0 0 0,-1-1-11 0 0,1 1-1 0 0,0-1 1 0 0,0 1-1 0 0,1 0 1 0 0,2-7 0 0 0,4 3 100 0 0,-7 8-84 0 0,0 0-1 0 0,0 1 0 0 0,0-1 0 0 0,-1 0 1 0 0,1 1-1 0 0,0-1 0 0 0,-1 0 1 0 0,1 0-1 0 0,-1 0 0 0 0,1 0 0 0 0,-1 0 1 0 0,1 1-1 0 0,-1-1 0 0 0,1 0 0 0 0,-1-2 1 0 0,0 3 14 0 0,0 0-31 0 0,-1 0 14 0 0,0 0-1 0 0,1 1 1 0 0,-1-1 0 0 0,1 0-1 0 0,-1 1 1 0 0,1-1-1 0 0,-1 0 1 0 0,1 1-1 0 0,-1-1 1 0 0,1 1-1 0 0,-1-1 1 0 0,1 1 0 0 0,-1-1-1 0 0,1 1 1 0 0,0-1-1 0 0,-1 1 1 0 0,1-1-1 0 0,0 1 1 0 0,0-1 0 0 0,-1 1-1 0 0,1 0 1 0 0,0-1-1 0 0,0 1 1 0 0,0 0-1 0 0,0-1 1 0 0,0 1 0 0 0,-1 0-1 0 0,-1 24-12 0 0,1-19 12 0 0,0 9 2 0 0,0 1 1 0 0,1-1-1 0 0,1 1 0 0 0,0 0 1 0 0,1-1-1 0 0,1 1 0 0 0,0-1 1 0 0,1 0-1 0 0,1 0 0 0 0,0 0 1 0 0,10 18-1 0 0,-11-30-6 0 0,-1 0 0 0 0,1 0 0 0 0,0-1 1 0 0,-1 0-1 0 0,1 0 0 0 0,8 3 0 0 0,-5-2-2 0 0,2 1 7 0 0,1-1 0 0 0,-1-1 0 0 0,1 1 0 0 0,0-2 0 0 0,0 1 0 0 0,0-1 0 0 0,0-1 0 0 0,0 0 0 0 0,0 0 0 0 0,0-1 0 0 0,0 0 0 0 0,-1-1 0 0 0,1 0 0 0 0,0-1 0 0 0,-1 0 0 0 0,1 0 0 0 0,-1-1 0 0 0,12-7 0 0 0,11-2 8 0 0,-26 11-2 0 0,1-1 0 0 0,-1 0 0 0 0,0 0 0 0 0,0 0 0 0 0,0-1 0 0 0,6-4 0 0 0,40-34-7 0 0,46-43 38 0 0,-93 79 37 0 0,1 0-1 0 0,-1-1 0 0 0,0 0 1 0 0,0 0-1 0 0,-1-1 0 0 0,0 1 1 0 0,5-15-1 0 0,-9 22-71 0 0,0-1 0 0 0,0 1 0 0 0,-1-1-1 0 0,1 1 1 0 0,0 0 0 0 0,0 0 0 0 0,0-1 0 0 0,-1 1-1 0 0,1 0 1 0 0,0-1 0 0 0,-1 1 0 0 0,1 0 0 0 0,0 0-1 0 0,-1-1 1 0 0,1 1 0 0 0,0 0 0 0 0,-1 0 0 0 0,1 0 0 0 0,-1 0-1 0 0,1-1 1 0 0,0 1 0 0 0,-1 0 0 0 0,1 0 0 0 0,0 0-1 0 0,-1 0 1 0 0,1 0 0 0 0,-1 0 0 0 0,1 0 0 0 0,-1 0-1 0 0,1 0 1 0 0,0 0 0 0 0,-1 0 0 0 0,1 1 0 0 0,0-1 0 0 0,-1 0-1 0 0,1 0 1 0 0,-1 0 0 0 0,1 1 0 0 0,-10 0 5 0 0,0 2 1 0 0,0-1-1 0 0,0 1 0 0 0,1 1 1 0 0,-13 5-1 0 0,-26 10 45 0 0,40-17-49 0 0,2 0 1 0 0,0-1-1 0 0,1 1 1 0 0,-1 0-1 0 0,1 0 1 0 0,0 0-1 0 0,-1 1 1 0 0,1 0-1 0 0,-7 6 0 0 0,-29 19 13 0 0,-18 14 59 0 0,55-38-79 0 0,0-1-1 0 0,0 1 1 0 0,0 0-1 0 0,1 1 1 0 0,-1-1-1 0 0,1 1 1 0 0,0-1-1 0 0,0 1 1 0 0,1 0-1 0 0,-3 6 1 0 0,5-11 3 0 0,0 0-1 0 0,0 1 1 0 0,0-1 0 0 0,0 1 0 0 0,0-1-1 0 0,0 0 1 0 0,0 1 0 0 0,0-1 0 0 0,0 1-1 0 0,0-1 1 0 0,0 0 0 0 0,0 1-1 0 0,0-1 1 0 0,0 0 0 0 0,0 1 0 0 0,0-1-1 0 0,1 1 1 0 0,-1-1 0 0 0,0 0 0 0 0,0 1-1 0 0,0-1 1 0 0,1 0 0 0 0,-1 0 0 0 0,0 1-1 0 0,0-1 1 0 0,1 0 0 0 0,-1 1 0 0 0,0-1-1 0 0,0 0 1 0 0,1 0 0 0 0,-1 0 0 0 0,0 1-1 0 0,1-1 1 0 0,-1 0 0 0 0,1 0 0 0 0,-1 0-1 0 0,0 0 1 0 0,1 0 0 0 0,-1 0 0 0 0,0 1-1 0 0,1-1 1 0 0,19 1-12 0 0,-16-1 8 0 0,4 0 2 0 0,1-1 0 0 0,-1-1 0 0 0,1 1 0 0 0,-1-1 0 0 0,0 0 1 0 0,1-1-1 0 0,11-6 0 0 0,18-5 13 0 0,-23 8-4 0 0,-1 0 0 0 0,0-1 1 0 0,0-1-1 0 0,-1 0 0 0 0,0-1 0 0 0,22-19 0 0 0,-17 13-12 0 0,1 1 0 0 0,26-14 0 0 0,-2 6-81 0 0,-42 21 85 0 0,-1 1 0 0 0,1 0 0 0 0,-1 0 0 0 0,1 0-1 0 0,-1 0 1 0 0,1 0 0 0 0,-1 0 0 0 0,0 0-1 0 0,1 0 1 0 0,-1 0 0 0 0,1 0 0 0 0,-1 0 0 0 0,1 0-1 0 0,-1 0 1 0 0,1 0 0 0 0,-1 0 0 0 0,1 0-1 0 0,-1 0 1 0 0,0 1 0 0 0,1-1 0 0 0,-1 0-1 0 0,1 0 1 0 0,-1 0 0 0 0,0 1 0 0 0,1-1 0 0 0,-1 0-1 0 0,0 1 1 0 0,1-1 0 0 0,-1 0 0 0 0,0 1-1 0 0,1-1 1 0 0,-1 0 0 0 0,0 1 0 0 0,0-1 0 0 0,1 1-1 0 0,-1-1 1 0 0,0 0 0 0 0,0 1 0 0 0,0-1-1 0 0,0 1 1 0 0,1 0 0 0 0,4 24 19 0 0,-4-20-21 0 0,1 14 32 0 0,-3-18-35 0 0,1 1 1 0 0,0 0-1 0 0,0-1 1 0 0,0 1-1 0 0,0-1 1 0 0,1 1-1 0 0,-1 0 1 0 0,0-1-1 0 0,1 1 1 0 0,-1-1-1 0 0,1 1 1 0 0,-1-1-1 0 0,1 1 1 0 0,0-1-1 0 0,0 1 1 0 0,-1-1-1 0 0,1 1 1 0 0,0-1-1 0 0,0 0 1 0 0,0 0-1 0 0,1 0 1 0 0,-1 1-1 0 0,0-1 1 0 0,0 0-1 0 0,1 0 0 0 0,-1 0 1 0 0,0-1-1 0 0,1 1 1 0 0,1 1-1 0 0,3 0 7 0 0,0-1-1 0 0,-1 1 1 0 0,1-1-1 0 0,0 0 1 0 0,0-1-1 0 0,0 1 1 0 0,0-1-1 0 0,0 0 0 0 0,0 0 1 0 0,0-1-1 0 0,-1 0 1 0 0,1 0-1 0 0,6-2 1 0 0,1-1-4 0 0,0-1 1 0 0,-1 0-1 0 0,0-1 1 0 0,21-13-1 0 0,-7 5-23 0 0,-21 12 12 0 0,0 0 0 0 0,-1-1 0 0 0,1 0 1 0 0,0 1-1 0 0,-1-2 0 0 0,1 1 0 0 0,4-6 1 0 0,18-25-283 0 0,-2-1 1 0 0,40-72 0 0 0,-34 51 167 0 0,-10 23 126 0 0,25-48-26 0 0,-40 70 55 0 0,-1-1-1 0 0,-1 1 1 0 0,1-1 0 0 0,-2 0 0 0 0,3-15 0 0 0,3 11 190 0 0,-5 13-8 0 0,-4 10 100 0 0,-8 20-217 0 0,-20 41 0 0 0,-5 16-40 0 0,-23 169 29 0 0,28-110-1661 0 0,27-141 1416 0 0,-4 18-2206 0 0,-1-9-4173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93 8762 0 0,'-7'-5'4381'0'0,"-4"-4"-3885"0"0,106 4-219 0 0,-1-4 0 0 0,102-24 0 0 0,-167 28-247 0 0,99-19 520 0 0,-128 23-526 0 0,0 1-1 0 0,1 0 1 0 0,-1 0 0 0 0,1 0 0 0 0,-1-1-1 0 0,1 1 1 0 0,-1 0 0 0 0,1 0 0 0 0,-1 0-1 0 0,1 0 1 0 0,-1 0 0 0 0,0 0 0 0 0,1 0-1 0 0,-1 0 1 0 0,1 0 0 0 0,-1 0 0 0 0,1 0-1 0 0,-1 0 1 0 0,1 0 0 0 0,-1 1 0 0 0,1-1-1 0 0,-1 0 1 0 0,0 0 0 0 0,1 0 0 0 0,-1 1-1 0 0,1-1 1 0 0,-1 0 0 0 0,0 1 0 0 0,1-1-1 0 0,-1 0 1 0 0,1 1 0 0 0,-7 18 128 0 0,6-19-156 0 0,-4 7 29 0 0,0 1 0 0 0,-1-1 0 0 0,0-1 0 0 0,-7 10 1 0 0,-15 19 31 0 0,20-23-49 0 0,0 0 0 0 0,0 1 0 0 0,1 0 0 0 0,1 0 0 0 0,-4 15 0 0 0,-2-8 6 0 0,-1 4 50 0 0,12-24-62 0 0,-1 1 0 0 0,1 0 1 0 0,0 0-1 0 0,0-1 0 0 0,0 1 0 0 0,0 0 0 0 0,-1 0 0 0 0,1-1 0 0 0,0 1 0 0 0,0 0 0 0 0,0 0 1 0 0,0 0-1 0 0,1-1 0 0 0,-1 1 0 0 0,0 0 0 0 0,0 0 0 0 0,0 0 0 0 0,1-1 0 0 0,-1 1 0 0 0,0 0 1 0 0,1-1-1 0 0,-1 1 0 0 0,1 0 0 0 0,-1-1 0 0 0,1 2 0 0 0,3 0-5 0 0,0 0 0 0 0,0 0 1 0 0,1 0-1 0 0,-1-1 0 0 0,0 0 0 0 0,1 1 0 0 0,-1-1 0 0 0,1-1 0 0 0,-1 1 1 0 0,1-1-1 0 0,-1 0 0 0 0,1 0 0 0 0,7-1 0 0 0,7-1 10 0 0,-1-1 1 0 0,0-1-1 0 0,0-1 0 0 0,-1-1 1 0 0,1 0-1 0 0,-1-1 0 0 0,-1-1 1 0 0,1-1-1 0 0,20-14 0 0 0,-5 6 17 0 0,-26 15-15 0 0,0-1 1 0 0,0-1-1 0 0,0 1 0 0 0,0-1 1 0 0,0 0-1 0 0,6-7 1 0 0,-6 6 15 0 0,0-1 0 0 0,0-1 0 0 0,-1 1 0 0 0,0-1 0 0 0,0 0 0 0 0,-1 0 0 0 0,5-9 0 0 0,-7 10 35 0 0,5-16 122 0 0,-7 22-181 0 0,0-1 0 0 0,0 1-1 0 0,0 0 1 0 0,0 0 0 0 0,0 0 0 0 0,0-1 0 0 0,0 1-1 0 0,0 0 1 0 0,-1 0 0 0 0,1 0 0 0 0,0-1 0 0 0,0 1-1 0 0,0 0 1 0 0,0 0 0 0 0,0 0 0 0 0,0 0 0 0 0,-1-1-1 0 0,1 1 1 0 0,0 0 0 0 0,0 0 0 0 0,0 0 0 0 0,-1 0-1 0 0,1 0 1 0 0,0 0 0 0 0,0 0 0 0 0,0-1 0 0 0,-1 1-1 0 0,1 0 1 0 0,0 0 0 0 0,0 0 0 0 0,0 0 0 0 0,-1 0-1 0 0,-14 4-36 0 0,9-2 44 0 0,0 1-1 0 0,0 0 1 0 0,1 1-1 0 0,-1 0 1 0 0,1-1 0 0 0,0 2-1 0 0,0-1 1 0 0,0 1 0 0 0,-4 5-1 0 0,-3 5-12 0 0,-18 30-1 0 0,29-43 9 0 0,0 0 1 0 0,0 0-1 0 0,0 0 0 0 0,0 0 0 0 0,0 0 0 0 0,0 0 1 0 0,0 0-1 0 0,1 0 0 0 0,-1 0 0 0 0,1 0 0 0 0,0 0 1 0 0,-1 1-1 0 0,1-1 0 0 0,1 3 0 0 0,-1-4-4 0 0,0 0 1 0 0,1 0-1 0 0,-1 0 0 0 0,1 0 0 0 0,-1 0 1 0 0,1 0-1 0 0,-1 0 0 0 0,1 0 0 0 0,0-1 0 0 0,0 1 1 0 0,-1 0-1 0 0,1 0 0 0 0,0-1 0 0 0,0 1 1 0 0,0-1-1 0 0,0 1 0 0 0,0-1 0 0 0,-1 1 0 0 0,1-1 1 0 0,0 1-1 0 0,0-1 0 0 0,0 0 0 0 0,0 1 1 0 0,0-1-1 0 0,1 0 0 0 0,-1 0 0 0 0,0 0 0 0 0,1 0 1 0 0,5 1 3 0 0,1-1 0 0 0,-1 0 0 0 0,1-1 0 0 0,-1 0 0 0 0,1 0 0 0 0,-1 0 0 0 0,0-1 0 0 0,14-5 0 0 0,4-4-13 0 0,28-16 0 0 0,-35 17 3 0 0,0 1-1 0 0,35-13 1 0 0,-27 15 77 0 0,0 2 0 0 0,0 1 0 0 0,49-2-1 0 0,82 11 411 0 0,-32-1-292 0 0,-5-4-3925 0 0,-114-1-1252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19 15723 0 0,'0'0'208'0'0,"0"-1"24"0"0,-2-1-48 0 0,1 1-47 0 0,-1-1-33 0 0,1 1 120 0 0,-1-1-208 0 0,2 0 56 0 0,0 1-112 0 0,0-1-48 0 0,0 1-32 0 0,0-1-128 0 0,0 1-17 0 0,2 1-903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29 188 11218 0 0,'0'0'208'0'0,"1"8"-441"0"0,0 33 423 0 0,-2-1 1 0 0,-1 1-1 0 0,-10 53 0 0 0,-4 44 1927 0 0,16-91 5 0 0,1-51-2017 0 0,0-1 1 0 0,0 1-1 0 0,0-1 0 0 0,0 1 1 0 0,4-7-1 0 0,0-3-56 0 0,6-21-11 0 0,1 1 0 0 0,2 0 0 0 0,32-57 0 0 0,-35 69-57 0 0,-10 18 8 0 0,1 0 0 0 0,0 1-1 0 0,0-1 1 0 0,0 1 0 0 0,0-1 0 0 0,0 1 0 0 0,1 0-1 0 0,3-4 1 0 0,8-5-288 0 0,2 1-1 0 0,-1 0 1 0 0,1 1-1 0 0,1 1 0 0 0,24-10 1 0 0,-39 18 169 0 0,12-6-407 0 0,-11 5 440 0 0,0 0 1 0 0,0 1 0 0 0,1-1-1 0 0,-1 1 1 0 0,0 0-1 0 0,1 0 1 0 0,-1 0 0 0 0,1 1-1 0 0,-1-1 1 0 0,8 0 0 0 0,3 2 226 0 0,1 1-1 0 0,0 0 1 0 0,17 5 0 0 0,-16-3 78 0 0,1 0-1 0 0,24 1 0 0 0,-20-4-78 0 0,0-1 0 0 0,0-1 0 0 0,-1 0 0 0 0,1-2 0 0 0,0 0 0 0 0,-1-2 0 0 0,1 0 0 0 0,-1-1 0 0 0,-1-1 0 0 0,1-1 0 0 0,18-11 0 0 0,-37 19-120 0 0,0 0 1 0 0,0-1-1 0 0,0 1 0 0 0,0-1 0 0 0,-1 1 0 0 0,1-1 0 0 0,0 1 0 0 0,-1-1 0 0 0,1 0 0 0 0,0 1 0 0 0,-1-1 0 0 0,1 0 0 0 0,-1 1 0 0 0,1-1 0 0 0,-1 0 0 0 0,1 0 0 0 0,-1 0 0 0 0,1 1 0 0 0,-1-1 0 0 0,0 0 0 0 0,1 0 0 0 0,-1 0 0 0 0,0 0 0 0 0,0 0 0 0 0,0 0 0 0 0,0 0 0 0 0,0 0 0 0 0,0 0 0 0 0,0 1 1 0 0,0-1-1 0 0,0 0 0 0 0,0 0 0 0 0,-1 0 0 0 0,1-1 0 0 0,-1 0-14 0 0,0 0 1 0 0,0 1-1 0 0,0-1 1 0 0,-1 0 0 0 0,1 1-1 0 0,0-1 1 0 0,-1 1-1 0 0,1-1 1 0 0,-1 1-1 0 0,1 0 1 0 0,-1 0 0 0 0,-3-2-1 0 0,-3 0 3 0 0,1 0-1 0 0,-1 1 1 0 0,1 0 0 0 0,-1 0 0 0 0,0 1-1 0 0,0-1 1 0 0,0 2 0 0 0,0 0-1 0 0,0 0 1 0 0,0 0 0 0 0,1 1-1 0 0,-12 2 1 0 0,8-1-12 0 0,0 0-1 0 0,0 1 1 0 0,1 1 0 0 0,-1-1 0 0 0,1 2-1 0 0,0-1 1 0 0,0 2 0 0 0,-11 7-1 0 0,19-9 10 0 0,0-1-1 0 0,0 1 0 0 0,0 1 0 0 0,0-1 0 0 0,0 0 0 0 0,1 0 0 0 0,0 1 0 0 0,-1 7 0 0 0,-1-1 13 0 0,0-1-10 0 0,0 0 0 0 0,-1 1 1 0 0,-6 8-1 0 0,9-15 5 0 0,-1-1 0 0 0,1 1-1 0 0,0-1 1 0 0,0 1 0 0 0,0-1 0 0 0,1 1-1 0 0,-1-1 1 0 0,1 1 0 0 0,0 0 0 0 0,0-1-1 0 0,0 1 1 0 0,1 5 0 0 0,9-3 32 0 0,-1-1-34 0 0,0-1-1 0 0,1 0 0 0 0,0 0 1 0 0,0-1-1 0 0,0 0 0 0 0,0-1 1 0 0,0 0-1 0 0,1-1 0 0 0,-1 0 0 0 0,0-1 1 0 0,1 0-1 0 0,-1 0 0 0 0,1-1 1 0 0,-1 0-1 0 0,0-1 0 0 0,19-6 0 0 0,76-26 49 0 0,161-75 0 0 0,-226 91-29 0 0,-28 13-12 0 0,5-2 34 0 0,0-1 0 0 0,-1 0 0 0 0,0-1 0 0 0,24-18 0 0 0,-36 23 12 0 0,-1 0 0 0 0,0 0 1 0 0,1 0-1 0 0,-1-1 0 0 0,-1 1 0 0 0,4-7 0 0 0,-5 9-26 0 0,1 0-1 0 0,-1-1 1 0 0,0 1-1 0 0,-1 0 1 0 0,1-1-1 0 0,0 1 1 0 0,-1-1-1 0 0,1 1 1 0 0,-1-1-1 0 0,0 1 1 0 0,1-1-1 0 0,-1 1 1 0 0,-1-1-1 0 0,1 1 1 0 0,-1-5-1 0 0,0 7-26 0 0,0-1 0 0 0,1 0 1 0 0,-1 1-1 0 0,0-1 0 0 0,0 1 0 0 0,0-1 0 0 0,0 1 0 0 0,0 0 0 0 0,0-1 0 0 0,0 1 0 0 0,0 0 0 0 0,0 0 0 0 0,0-1 0 0 0,0 1 0 0 0,-1 0 0 0 0,0 0 0 0 0,-7-1-1 0 0,-11-6-3 0 0,11 3 16 0 0,0 0 0 0 0,-1 1 1 0 0,1 1-1 0 0,-1 0 0 0 0,-18-2 1 0 0,11 4 14 0 0,0 0 0 0 0,0 2-1 0 0,0 0 1 0 0,0 1 0 0 0,0 0 0 0 0,1 1 0 0 0,0 1 0 0 0,-1 1 0 0 0,2 0 0 0 0,-23 13 0 0 0,36-17-26 0 0,0 1 1 0 0,-1 0 0 0 0,1 0 0 0 0,0 0-1 0 0,0 0 1 0 0,1 0 0 0 0,-1 0-1 0 0,1 1 1 0 0,0-1 0 0 0,-1 0-1 0 0,1 1 1 0 0,1-1 0 0 0,-1 1-1 0 0,0 6 1 0 0,1-9-5 0 0,1 1 1 0 0,-1-1-1 0 0,1 1 0 0 0,-1-1 1 0 0,1 1-1 0 0,0-1 0 0 0,0 1 0 0 0,-1-1 1 0 0,1 0-1 0 0,0 1 0 0 0,0-1 1 0 0,0 0-1 0 0,0 0 0 0 0,1 0 0 0 0,-1 0 1 0 0,0 0-1 0 0,0 0 0 0 0,1 0 1 0 0,-1 0-1 0 0,1 0 0 0 0,-1-1 0 0 0,1 1 1 0 0,1 0-1 0 0,45 11 39 0 0,-23-6-28 0 0,-16-3-1 0 0,-1 0 1 0 0,1 0 0 0 0,-1 1-1 0 0,0 0 1 0 0,0 1 0 0 0,-1 0-1 0 0,1 0 1 0 0,11 11-1 0 0,-15-12-6 0 0,0 0 0 0 0,0 1 0 0 0,-1 0-1 0 0,1 0 1 0 0,-1 0 0 0 0,0 0 0 0 0,-1 0-1 0 0,1 1 1 0 0,-1-1 0 0 0,0 1 0 0 0,-1-1 0 0 0,1 1-1 0 0,-1 0 1 0 0,1 6 0 0 0,-1-4-1 0 0,0-1 0 0 0,1 0 0 0 0,0 0 1 0 0,6 11-1 0 0,-6-11 5 0 0,1-1 1 0 0,-1 1-1 0 0,0 0 0 0 0,0-1 1 0 0,1 15-1 0 0,-3-3 0 0 0,-2-1 1 0 0,0 1-1 0 0,-1 0 0 0 0,-1-1 0 0 0,0 0 0 0 0,-1 0 1 0 0,-1 0-1 0 0,-1-1 0 0 0,0 0 0 0 0,-13 21 0 0 0,15-30 14 0 0,4-3-8 0 0,-1 0 0 0 0,0 0 0 0 0,0-1 0 0 0,-1 1 0 0 0,1-1-1 0 0,-1 0 1 0 0,0 0 0 0 0,1 0 0 0 0,-1 0 0 0 0,-1 0 0 0 0,1-1 0 0 0,0 1 0 0 0,-1-1-1 0 0,1 0 1 0 0,-1 0 0 0 0,0 0 0 0 0,1-1 0 0 0,-9 3 0 0 0,-7 6 83 0 0,18-9-81 0 0,0 0 1 0 0,-1 0-1 0 0,1 1 1 0 0,0-2-1 0 0,-1 1 1 0 0,1 0-1 0 0,-1 0 1 0 0,0 0-1 0 0,1-1 1 0 0,-1 1-1 0 0,1-1 1 0 0,-1 1-1 0 0,0-1 1 0 0,1 0-1 0 0,-1 1 1 0 0,0-1-1 0 0,0 0 0 0 0,1 0 1 0 0,-1 0-1 0 0,0-1 1 0 0,1 1-1 0 0,-3-1 1 0 0,4 0-16 0 0,-1 0 0 0 0,0 0 0 0 0,1 0 0 0 0,-1-1 1 0 0,1 1-1 0 0,0 0 0 0 0,-1 0 0 0 0,1-1 0 0 0,0 1 0 0 0,0 0 0 0 0,0-1 0 0 0,0 1 1 0 0,0 0-1 0 0,0 0 0 0 0,0-1 0 0 0,1-2 0 0 0,-1 0-9 0 0,1-1-5 0 0,0-1 0 0 0,0 0 0 0 0,0 0 0 0 0,1 0 0 0 0,0 1 0 0 0,0-1 0 0 0,3-6 0 0 0,4-9-24 0 0,-5 11 19 0 0,1 1 0 0 0,0-1-1 0 0,0 1 1 0 0,1 1 0 0 0,11-16 0 0 0,42-38-48 0 0,-31 34 43 0 0,76-76 19 0 0,65-72-73 0 0,-116 111 53 0 0,-68 102 28 0 0,-17 19 23 0 0,16-30-21 0 0,-13 30 0 0 0,25-47-1 0 0,1 0 0 0 0,-1 0-1 0 0,2 0 1 0 0,-1 0 0 0 0,2 1 0 0 0,-1-1 0 0 0,0 16 0 0 0,3-24-2 0 0,-1 1 0 0 0,0-1 0 0 0,1 0 0 0 0,-1 0 0 0 0,1 0 1 0 0,0 0-1 0 0,-1 0 0 0 0,1 0 0 0 0,0 0 0 0 0,0 0 0 0 0,0 0 1 0 0,-1 0-1 0 0,1 0 0 0 0,0 0 0 0 0,0-1 0 0 0,0 1 0 0 0,0 0 1 0 0,1-1-1 0 0,-1 1 0 0 0,0 0 0 0 0,0-1 0 0 0,2 1 0 0 0,27 9 14 0 0,-20-9-16 0 0,-1 0 0 0 0,0-1 0 0 0,1 0 0 0 0,-1 0 0 0 0,1-1 0 0 0,-1 0 0 0 0,0-1 0 0 0,0 0 0 0 0,1 0 0 0 0,11-6 0 0 0,12-6 17 0 0,44-25 1 0 0,-35 17 4 0 0,135-80 215 0 0,-176 101-218 0 0,0 0 0 0 0,0 1 0 0 0,0-1 1 0 0,0 1-1 0 0,0-1 0 0 0,0 0 0 0 0,0 0 0 0 0,-1 0 1 0 0,1 1-1 0 0,0-1 0 0 0,-1 0 0 0 0,1 0 0 0 0,0 0 1 0 0,-1 0-1 0 0,1 0 0 0 0,-1 0 0 0 0,0 0 0 0 0,1 0 1 0 0,-1 0-1 0 0,0-1 0 0 0,0 1 0 0 0,1-2 0 0 0,-2 3-15 0 0,1-1-1 0 0,0 0 0 0 0,0 1 0 0 0,-1-1 0 0 0,1 1 0 0 0,-1-1 0 0 0,1 1 1 0 0,-1 0-1 0 0,1-1 0 0 0,0 1 0 0 0,-1-1 0 0 0,0 1 0 0 0,1 0 0 0 0,-1-1 1 0 0,1 1-1 0 0,-1 0 0 0 0,1 0 0 0 0,-1-1 0 0 0,1 1 0 0 0,-1 0 0 0 0,0 0 1 0 0,1 0-1 0 0,-1 0 0 0 0,0 0 0 0 0,1 0 0 0 0,-1 0 0 0 0,1 0 0 0 0,-1 0 1 0 0,0 0-1 0 0,1 0 0 0 0,-1 0 0 0 0,0 0 0 0 0,1 1 0 0 0,-1-1 0 0 0,1 0 1 0 0,-1 0-1 0 0,1 1 0 0 0,-2 0 0 0 0,-5 1-1 0 0,0 1 0 0 0,1 1 0 0 0,-1-1 1 0 0,1 1-1 0 0,0 0 0 0 0,0 0 0 0 0,0 1 0 0 0,1 0 0 0 0,-1 0 0 0 0,1 0 0 0 0,0 1 1 0 0,1 0-1 0 0,-1 0 0 0 0,1 0 0 0 0,0 0 0 0 0,1 1 0 0 0,-1-1 0 0 0,1 1 1 0 0,-2 9-1 0 0,4-14 1 0 0,1-1 0 0 0,-1 1 1 0 0,1-1-1 0 0,0 1 0 0 0,-1-1 1 0 0,1 1-1 0 0,0-1 1 0 0,0 1-1 0 0,0 0 0 0 0,0-1 1 0 0,1 1-1 0 0,-1-1 0 0 0,0 1 1 0 0,1-1-1 0 0,-1 1 1 0 0,1-1-1 0 0,-1 1 0 0 0,1-1 1 0 0,-1 1-1 0 0,1-1 0 0 0,0 0 1 0 0,1 2-1 0 0,0-1 1 0 0,0 0 0 0 0,0-1 0 0 0,0 1-1 0 0,1-1 1 0 0,-1 1 0 0 0,0-1 0 0 0,1 0 0 0 0,-1 0 0 0 0,1 0-1 0 0,-1 0 1 0 0,1 0 0 0 0,2 0 0 0 0,3 1 6 0 0,1-1-1 0 0,-1 0 1 0 0,0-1 0 0 0,0 0 0 0 0,0 0-1 0 0,1-1 1 0 0,13-3 0 0 0,-8 1 1 0 0,-1-1-1 0 0,0-1 1 0 0,-1 0-1 0 0,1 0 1 0 0,-1-2-1 0 0,0 1 1 0 0,14-12-1 0 0,-21 12 25 0 0,-1 0 1 0 0,1 0-1 0 0,-1-1 0 0 0,0 0 1 0 0,-1 0-1 0 0,0 0 0 0 0,3-9 1 0 0,-6 15-37 0 0,1 0 0 0 0,-1-1 0 0 0,0 1 0 0 0,0-1 1 0 0,0 1-1 0 0,0-1 0 0 0,0 1 0 0 0,0 0 0 0 0,-1-1 0 0 0,1 1 0 0 0,0-1 1 0 0,-1 1-1 0 0,1 0 0 0 0,-1-1 0 0 0,1 1 0 0 0,-1 0 0 0 0,0 0 1 0 0,0 0-1 0 0,1-1 0 0 0,-1 1 0 0 0,0 0 0 0 0,0 0 0 0 0,0 0 1 0 0,0 0-1 0 0,0 0 0 0 0,0 0 0 0 0,-1 1 0 0 0,1-1 0 0 0,0 0 0 0 0,0 0 1 0 0,0 1-1 0 0,-1-1 0 0 0,1 1 0 0 0,0-1 0 0 0,-2 1 0 0 0,-5-3 4 0 0,0 0-1 0 0,1 1 1 0 0,-1 1-1 0 0,0-1 0 0 0,-9 0 1 0 0,-46 2-11 0 0,58 0 8 0 0,-1 1 0 0 0,0-1 0 0 0,1 1 0 0 0,-1 1 0 0 0,1-1 0 0 0,-1 1 0 0 0,1 0 0 0 0,0 0 0 0 0,-6 4 0 0 0,11-6-1 0 0,-1 0 0 0 0,1 0 0 0 0,0 0-1 0 0,0 0 1 0 0,-1 0 0 0 0,1 1 0 0 0,0-1 0 0 0,0 0-1 0 0,0 0 1 0 0,-1 0 0 0 0,1 0 0 0 0,0 1-1 0 0,0-1 1 0 0,0 0 0 0 0,-1 0 0 0 0,1 1 0 0 0,0-1-1 0 0,0 0 1 0 0,0 0 0 0 0,0 1 0 0 0,0-1-1 0 0,0 0 1 0 0,0 0 0 0 0,0 1 0 0 0,0-1 0 0 0,0 0-1 0 0,0 1 1 0 0,0-1 0 0 0,0 0 0 0 0,0 0-1 0 0,0 1 1 0 0,0-1 0 0 0,0 0 0 0 0,0 0 0 0 0,0 1-1 0 0,0-1 1 0 0,0 0 0 0 0,0 0 0 0 0,0 1-1 0 0,0-1 1 0 0,1 1 0 0 0,12 8-5 0 0,19 2 44 0 0,-31-11-43 0 0,14 3 4 0 0,1 0 1 0 0,-1 0 0 0 0,1-2 0 0 0,0 0 0 0 0,0-1-1 0 0,17-2 1 0 0,97-18 25 0 0,-42 4-62 0 0,-72 14 45 0 0,14-3-3 0 0,0 2 0 0 0,0 1 0 0 0,56 3 0 0 0,25 24 195 0 0,227 22 54 0 0,-319-39-8019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12555 0 0,'0'0'350'0'0,"6"-20"3478"0"0,9 2-3736 0 0,-2 8-2811 0 0,-10 9 592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47 256 240 0 0,'0'0'297'0'0,"0"-18"2537"0"0,-5-163 1887 0 0,5 181-4616 0 0,0-1-1 0 0,0 0 1 0 0,1 0-1 0 0,-1 1 1 0 0,0-1-1 0 0,0 0 1 0 0,1 1-1 0 0,-1-1 0 0 0,0 0 1 0 0,1 1-1 0 0,-1-1 1 0 0,1 0-1 0 0,-1 1 1 0 0,1-1-1 0 0,-1 1 1 0 0,1-1-1 0 0,0 0 0 0 0,-1 1-76 0 0,1 0 0 0 0,-1 0 0 0 0,0 0 0 0 0,0 0 0 0 0,1-1 0 0 0,-1 1-1 0 0,0 0 1 0 0,1 0 0 0 0,-1 0 0 0 0,0 0 0 0 0,0 0 0 0 0,1 0-1 0 0,-1 0 1 0 0,0 0 0 0 0,1 0 0 0 0,-1 0 0 0 0,0 0 0 0 0,0 1-1 0 0,1-1 1 0 0,-1 0 0 0 0,0 0 0 0 0,1 0 0 0 0,-1 0 0 0 0,0 0-1 0 0,0 0 1 0 0,1 1 0 0 0,-1-1 0 0 0,0 0 0 0 0,0 0 0 0 0,0 0-1 0 0,1 1 1 0 0,-1-1 0 0 0,0 0 0 0 0,0 0 0 0 0,0 1 0 0 0,0-1 0 0 0,1 0-1 0 0,-1 0 1 0 0,0 1 0 0 0,0-1 0 0 0,0 0 0 0 0,0 0 0 0 0,0 1-1 0 0,0-1 1 0 0,0 0 0 0 0,0 1 0 0 0,0-1 0 0 0,0 0 0 0 0,0 0-1 0 0,0 1 1 0 0,0-1 0 0 0,0 0 0 0 0,0 1 0 0 0,4 26 133 0 0,-2 0 1 0 0,0 0-1 0 0,-4 47 1 0 0,-18 84 272 0 0,11-92-289 0 0,-24 191 287 0 0,30-205 819 0 0,4-52-1237 0 0,-1 0-1 0 0,1 0 0 0 0,-1 0 1 0 0,0 0-1 0 0,1 0 0 0 0,-1 0 1 0 0,1 0-1 0 0,-1 0 0 0 0,0 0 1 0 0,1 0-1 0 0,-1 0 0 0 0,1 0 1 0 0,-1 0-1 0 0,0-1 0 0 0,1 1 1 0 0,-1 0-1 0 0,0 0 0 0 0,1 0 1 0 0,-1-1-1 0 0,0 1 0 0 0,1 0 1 0 0,-1 0-1 0 0,0-1 0 0 0,0 1 1 0 0,1 0-1 0 0,-1-1 0 0 0,0 1 1 0 0,0 0-1 0 0,1-1 1 0 0,-1 1-1 0 0,0 0 0 0 0,0-1 1 0 0,0 1-1 0 0,0-1 0 0 0,0 1 1 0 0,1 0-1 0 0,-1-1 0 0 0,0 1 1 0 0,0-1-1 0 0,33-93 74 0 0,5 1 1 0 0,4 3-1 0 0,62-101 0 0 0,-81 152-55 0 0,-2 0-1 0 0,-2-1 0 0 0,18-54 1 0 0,-36 89-10 0 0,1 1 1 0 0,1 0-1 0 0,-1-1 1 0 0,1 1-1 0 0,4-5 1 0 0,6-11 38 0 0,-51 99-3429 0 0,30-58 1749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283 127 8938 0 0,'0'0'42'0'0,"-1"0"0"0"0,0 0 0 0 0,0-1 1 0 0,1 1-1 0 0,-1 0 0 0 0,0-1 0 0 0,0 1 0 0 0,1 0 1 0 0,-1-1-1 0 0,0 1 0 0 0,1-1 0 0 0,-1 1 0 0 0,1-1 1 0 0,-1 1-1 0 0,0-1 0 0 0,1 1 0 0 0,-1-1 0 0 0,1 0 1 0 0,0 1-1 0 0,-1-2 0 0 0,0 2-36 0 0,1-1 1 0 0,0 0 0 0 0,-1 1-1 0 0,1-1 1 0 0,-1 0-1 0 0,1 1 1 0 0,-1-1-1 0 0,0 1 1 0 0,1-1-1 0 0,-1 0 1 0 0,1 1-1 0 0,-1 0 1 0 0,0-1-1 0 0,0 1 1 0 0,1-1-1 0 0,-1 1 1 0 0,0 0-1 0 0,0 0 1 0 0,1-1-1 0 0,-1 1 1 0 0,0 0-1 0 0,0 0 1 0 0,1 0-1 0 0,-1 0 1 0 0,0 0 0 0 0,0 0-1 0 0,0 0 1 0 0,1 0-1 0 0,-1 0 1 0 0,-1 0-1 0 0,0 1 25 0 0,1 0-1 0 0,-1 0 0 0 0,1 0 1 0 0,-1 0-1 0 0,1 0 0 0 0,-1 0 1 0 0,1 0-1 0 0,0 0 1 0 0,-1 0-1 0 0,1 1 0 0 0,0-1 1 0 0,0 0-1 0 0,0 1 1 0 0,0-1-1 0 0,0 1 0 0 0,0-1 1 0 0,1 1-1 0 0,-1 0 0 0 0,-1 2 1 0 0,-6 38 167 0 0,6-30-113 0 0,-29 176 644 0 0,16-157 1149 0 0,15-30-1796 0 0,18-43 80 0 0,-2 0 1 0 0,14-56 0 0 0,-18 54-175 0 0,1 1-1 0 0,25-51 0 0 0,-36 90 11 0 0,0 1-1 0 0,0 0 0 0 0,0 0 1 0 0,0 0-1 0 0,1 0 0 0 0,-1 0 0 0 0,1 0 1 0 0,0 0-1 0 0,-1 1 0 0 0,1-1 1 0 0,1 1-1 0 0,-1 0 0 0 0,0 0 1 0 0,4-2-1 0 0,-5 3 0 0 0,0 1 0 0 0,0-1 0 0 0,0 1 0 0 0,0 0 0 0 0,-1 0 0 0 0,1-1 0 0 0,0 1 0 0 0,0 0 0 0 0,0 1 0 0 0,0-1 0 0 0,0 0 0 0 0,0 0 0 0 0,-1 1-1 0 0,1-1 1 0 0,0 1 0 0 0,0 0 0 0 0,-1-1 0 0 0,1 1 0 0 0,0 0 0 0 0,-1 0 0 0 0,1 0 0 0 0,-1 0 0 0 0,1 0 0 0 0,-1 1 0 0 0,1-1 0 0 0,-1 0 0 0 0,0 1 0 0 0,0-1 0 0 0,1 1 0 0 0,-1-1 0 0 0,1 4 0 0 0,9 13 12 0 0,-2 0 0 0 0,11 30 0 0 0,-2-7-7 0 0,-6-10-1 0 0,-9-22 1 0 0,0 0 0 0 0,1 0 0 0 0,6 9-1 0 0,-2-4 29 0 0,0 1-1 0 0,-1-1 0 0 0,5 17 0 0 0,-10-25-2 0 0,0-1 0 0 0,-1 1-1 0 0,1 0 1 0 0,-1 0 0 0 0,0 0-1 0 0,-1 0 1 0 0,0 0 0 0 0,0 0 0 0 0,0 0-1 0 0,0 0 1 0 0,-3 10 0 0 0,2-14-8 0 0,0 0 1 0 0,-1 1-1 0 0,1-1 1 0 0,0 0-1 0 0,-1 0 1 0 0,1-1 0 0 0,-1 1-1 0 0,0 0 1 0 0,0 0-1 0 0,0-1 1 0 0,0 1-1 0 0,0-1 1 0 0,0 1-1 0 0,0-1 1 0 0,0 0-1 0 0,0 0 1 0 0,-1 0 0 0 0,1 0-1 0 0,-5 1 1 0 0,-8 2 4 0 0,0-1 0 0 0,-17 2 1 0 0,9-2 66 0 0,-191 21 1525 0 0,207-23-1553 0 0,0 1 0 0 0,0-1 0 0 0,1 1 0 0 0,-1 0 0 0 0,1 1 0 0 0,-8 3 0 0 0,6-2 10 0 0,0 0 0 0 0,0-1-1 0 0,-14 3 1 0 0,4-3-148 0 0,0-1 0 0 0,-27-1 0 0 0,61 7-5563 0 0,0-7 3846 0 0,1 0-712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68 7194 0 0,'-33'0'938'0'0,"34"-1"-857"0"0,0-1 0 0 0,0 1 0 0 0,-1 0 0 0 0,1 0 0 0 0,0 0 0 0 0,0 0-1 0 0,0 0 1 0 0,1 1 0 0 0,-1-1 0 0 0,0 0 0 0 0,0 0 0 0 0,0 1 0 0 0,0-1-1 0 0,1 1 1 0 0,-1-1 0 0 0,0 1 0 0 0,1-1 0 0 0,1 1 0 0 0,1-2 68 0 0,24-9 72 0 0,1 2 1 0 0,-1 1-1 0 0,2 1 1 0 0,-1 1-1 0 0,1 2 0 0 0,0 1 1 0 0,0 1-1 0 0,0 2 1 0 0,52 5-1 0 0,-76-4-439 0 0,7 1 592 0 0,-6 5-4835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9 5225 0 0,'-15'6'1845'0'0,"15"-5"-1831"0"0,0-1 0 0 0,0 0 0 0 0,0 0 0 0 0,0 0 0 0 0,0 1 0 0 0,0-1 0 0 0,0 0 1 0 0,0 0-1 0 0,0 0 0 0 0,0 0 0 0 0,0 1 0 0 0,0-1 0 0 0,0 0 0 0 0,1 0 1 0 0,-1 0-1 0 0,0 0 0 0 0,0 1 0 0 0,0-1 0 0 0,0 0 0 0 0,0 0 0 0 0,0 0 1 0 0,0 0-1 0 0,1 0 0 0 0,-1 1 0 0 0,0-1 0 0 0,0 0 0 0 0,0 0 0 0 0,0 0 1 0 0,0 0-1 0 0,1 0 0 0 0,-1 0 0 0 0,0 0 0 0 0,0 0 0 0 0,0 0 0 0 0,0 0 0 0 0,1 0 1 0 0,-1 0-1 0 0,0 0 0 0 0,0 0 0 0 0,0 0 0 0 0,1 0 0 0 0,-1 0 0 0 0,0 0 1 0 0,0 0-1 0 0,0 0 0 0 0,0 0 0 0 0,1 0 0 0 0,11 0 573 0 0,-9 0-510 0 0,253-18 1940 0 0,-242 16-2964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54 266 1088 0 0,'15'-18'3756'0'0,"-4"4"-3428"0"0,-6 7 10 0 0,1-1 0 0 0,-1 1 0 0 0,0-1 0 0 0,-1 0 0 0 0,5-11 0 0 0,5 3 327 0 0,-8 10 120 0 0,-7 11 1226 0 0,-44 68-1212 0 0,37-61-715 0 0,1 0-1 0 0,0 1 1 0 0,0 0 0 0 0,1 0-1 0 0,1 1 1 0 0,0 0 0 0 0,1 0 0 0 0,-4 22-1 0 0,8-31-69 0 0,-2-1-1 0 0,1 1 1 0 0,0-1-1 0 0,-1 1 1 0 0,0-1 0 0 0,-3 7-1 0 0,3-7 16 0 0,0 0 1 0 0,0 0-1 0 0,0 0 0 0 0,1 0 0 0 0,-1 0 0 0 0,1 1 0 0 0,0-1 1 0 0,1 0-1 0 0,-1 6 0 0 0,1-9 7 0 0,0 1 0 0 0,0 0 0 0 0,0-1 1 0 0,0 1-1 0 0,1 0 0 0 0,-1 0 0 0 0,1-1 0 0 0,-1 1 0 0 0,1 0 0 0 0,-1-1 0 0 0,1 1 1 0 0,0-1-1 0 0,0 1 0 0 0,0-1 0 0 0,0 1 0 0 0,0-1 0 0 0,0 0 0 0 0,0 1 0 0 0,1-1 1 0 0,1 2-1 0 0,0-1-8 0 0,1-1 1 0 0,-1 1-1 0 0,0 0 1 0 0,1-1 0 0 0,-1 0-1 0 0,0 0 1 0 0,1 0-1 0 0,0 0 1 0 0,5 0 0 0 0,1 0-1 0 0,0-1 0 0 0,-1 0 0 0 0,1-1 0 0 0,-1 0 0 0 0,1 0 0 0 0,0-1 1 0 0,9-4-1 0 0,13-6 79 0 0,-1-3 0 0 0,44-27 0 0 0,-65 34-61 0 0,0-1 0 0 0,0 0 1 0 0,-1 0-1 0 0,0-1 0 0 0,-1 0 0 0 0,0-1 1 0 0,-1 0-1 0 0,11-21 0 0 0,-12 19 46 0 0,0 0 0 0 0,3-16 1 0 0,11-25 142 0 0,-17 48-211 0 0,-1 0-1 0 0,0 0 1 0 0,-1 1-1 0 0,0-2 1 0 0,1 1-1 0 0,-2 0 1 0 0,1 0-1 0 0,-1 0 1 0 0,0 0-1 0 0,0 0 1 0 0,-1 0-1 0 0,0-1 1 0 0,0 1-1 0 0,0 0 1 0 0,-1 0-1 0 0,0 0 1 0 0,0 1-1 0 0,0-1 1 0 0,-1 0-1 0 0,0 1 1 0 0,0 0-1 0 0,0 0 1 0 0,-7-8-1 0 0,7 10-17 0 0,0 1-1 0 0,0 0 0 0 0,-1 0 1 0 0,1 0-1 0 0,0 1 1 0 0,-1-1-1 0 0,1 1 0 0 0,-1 0 1 0 0,1-1-1 0 0,-1 2 0 0 0,0-1 1 0 0,-6 0-1 0 0,-24-8-36 0 0,30 7 23 0 0,-11-4-21 0 0,0-1-1 0 0,-25-5 1 0 0,34 10 24 0 0,0 1 1 0 0,0 0-1 0 0,-1 1 0 0 0,1 0 1 0 0,0 0-1 0 0,0 0 1 0 0,-1 1-1 0 0,1 0 1 0 0,0 0-1 0 0,-9 3 0 0 0,7-2 6 0 0,0 1 0 0 0,1 0 0 0 0,-1 0 0 0 0,-11 7 0 0 0,16-8 0 0 0,0 1 1 0 0,-1 0-1 0 0,2 0 1 0 0,-1 0-1 0 0,0 0 1 0 0,1 0-1 0 0,-1 0 1 0 0,1 1-1 0 0,0-1 1 0 0,0 1-1 0 0,-1 4 1 0 0,-4 8 19 0 0,2 0 0 0 0,0 1 0 0 0,0 0 0 0 0,2 0-1 0 0,-3 33 1 0 0,5-45-19 0 0,0 0-1 0 0,0 0 1 0 0,-1 0 0 0 0,1 0-1 0 0,-1 0 1 0 0,0-1-1 0 0,-4 8 1 0 0,-9 23 8 0 0,11-20 8 0 0,1 1 0 0 0,1 0 1 0 0,0 0-1 0 0,1 0 0 0 0,1 0 0 0 0,0 0 1 0 0,1 0-1 0 0,5 27 0 0 0,-5-41-243 0 0,-1-1 0 0 0,1 1 1 0 0,0 0-1 0 0,-1-1 0 0 0,1 1 0 0 0,0-1 0 0 0,0 1 1 0 0,0-1-1 0 0,0 0 0 0 0,0 1 0 0 0,0-1 0 0 0,1 0 1 0 0,-1 0-1 0 0,0 0 0 0 0,1 0 0 0 0,-1 0 0 0 0,1 0 0 0 0,-1 0 1 0 0,1 0-1 0 0,2 1 0 0 0,7 1-1778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5769 0 0,'-3'0'396'0'0,"1"0"1"0"0,-1 1-1 0 0,1-1 0 0 0,0 0 0 0 0,-1 1 0 0 0,1 0 0 0 0,-1-1 1 0 0,1 1-1 0 0,0 0 0 0 0,0 0 0 0 0,-1 0 0 0 0,1 0 0 0 0,0 1 1 0 0,0-1-1 0 0,-2 2 0 0 0,-21 29 151 0 0,3-4-590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83 106 5889 0 0,'-39'-6'4580'0'0,"35"5"-4426"0"0,-1 0 0 0 0,1 0 0 0 0,-1 0-1 0 0,1 1 1 0 0,-1 0 0 0 0,0-1 0 0 0,-6 2 0 0 0,41-14-48 0 0,0 1 0 0 0,59-16 0 0 0,68-4 64 0 0,-126 27 6 0 0,-1 2-1 0 0,37 1 1 0 0,-66 2-109 0 0,-1 0 0 0 0,1 0 0 0 0,0 0 1 0 0,-1 0-1 0 0,1 0 0 0 0,0 0 1 0 0,-1 0-1 0 0,1 1 0 0 0,0-1 0 0 0,-1 0 1 0 0,1 0-1 0 0,0 1 0 0 0,-1-1 0 0 0,1 0 1 0 0,0 1-1 0 0,-1-1 0 0 0,1 1 0 0 0,-1-1 1 0 0,1 0-1 0 0,-1 1 0 0 0,1-1 0 0 0,-1 1 1 0 0,1 0-1 0 0,-1-1 0 0 0,0 1 0 0 0,1 0 1 0 0,0 1-22 0 0,-1-1 0 0 0,1 1 1 0 0,-1 0-1 0 0,0-1 0 0 0,0 1 1 0 0,0 0-1 0 0,0-1 0 0 0,0 1 1 0 0,0 0-1 0 0,0 2 0 0 0,-2 4-20 0 0,0-1 0 0 0,0 1 0 0 0,-5 11-1 0 0,-16 26 200 0 0,-33 51 0 0 0,23-41 27 0 0,6-12-146 0 0,15-25 3 0 0,0 1 0 0 0,1 0 0 0 0,1 1 0 0 0,1 0 0 0 0,1 0 0 0 0,-6 24 0 0 0,12-37-232 0 0,0 6-198 0 0,1-5-3606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23 578 6297 0 0,'-11'-3'6329'0'0,"2"-3"-5221"0"0,9 5-1143 0 0,0 1 1 0 0,-1 0-1 0 0,1-1 1 0 0,0 1-1 0 0,0 0 1 0 0,0 0-1 0 0,0-1 1 0 0,-1 1-1 0 0,1 0 1 0 0,0-1-1 0 0,0 1 1 0 0,0 0-1 0 0,0-1 1 0 0,0 1 0 0 0,0-1-1 0 0,0 1 1 0 0,0 0-1 0 0,0-1 1 0 0,0 1-1 0 0,0 0 1 0 0,0-1-1 0 0,0 1 1 0 0,0 0-1 0 0,1-1 1 0 0,11-8 452 0 0,111-35-355 0 0,-48 18-1766 0 0,121-58-1 0 0,-98 29-3151 0 0,68-35 2797 0 0,-144 79 2144 0 0,-1 0 0 0 0,0-2 1 0 0,37-29-1 0 0,-55 39 227 0 0,0-1-1 0 0,-1 0 1 0 0,1 0-1 0 0,-1 0 1 0 0,0 0-1 0 0,0 0 1 0 0,0 0 0 0 0,0 0-1 0 0,1-8 1 0 0,3-21 7233 0 0,-6 32-7519 0 0,0 0 0 0 0,0 1 0 0 0,0-1 0 0 0,0 1 0 0 0,0-1 0 0 0,0 0 1 0 0,0 1-1 0 0,-1-1 0 0 0,1 1 0 0 0,0-1 0 0 0,0 1 0 0 0,0-1 0 0 0,-1 0 1 0 0,1 1-1 0 0,0-1 0 0 0,-1 1 0 0 0,1-1 0 0 0,0 1 0 0 0,-1-1 0 0 0,1 1 1 0 0,0 0-1 0 0,-1-1 0 0 0,1 1 0 0 0,-1-1 0 0 0,1 1 0 0 0,-1 0 0 0 0,1-1 1 0 0,-1 1-1 0 0,1 0 0 0 0,-1 0 0 0 0,0 0 0 0 0,0-1 0 0 0,1 1-7 0 0,-1 0 0 0 0,0 0 0 0 0,1 1 0 0 0,-1-1 0 0 0,1 0 1 0 0,-1 0-1 0 0,1 0 0 0 0,-1 1 0 0 0,0-1 0 0 0,1 0 0 0 0,-1 1 0 0 0,1-1 0 0 0,-1 0 0 0 0,1 1 0 0 0,0-1 0 0 0,-1 1 0 0 0,1-1 0 0 0,-1 1 0 0 0,1-1 0 0 0,0 1 1 0 0,-1-1-1 0 0,1 1 0 0 0,0-1 0 0 0,0 1 0 0 0,-1-1 0 0 0,1 1 0 0 0,0-1 0 0 0,0 1 0 0 0,0 0 0 0 0,0-1 0 0 0,0 1 0 0 0,-1-1 0 0 0,2 2 0 0 0,-6 49 190 0 0,3 87 0 0 0,-1 23 24 0 0,1-81-115 0 0,3-52 137 0 0,-1-27-242 0 0,0-1 1 0 0,0 1-1 0 0,0 0 0 0 0,0-1 1 0 0,0 1-1 0 0,0 0 1 0 0,0-1-1 0 0,0 1 1 0 0,0 0-1 0 0,1-1 1 0 0,-1 1-1 0 0,0 0 1 0 0,0-1-1 0 0,1 1 1 0 0,-1 0-1 0 0,0-1 1 0 0,1 1-1 0 0,-1-1 1 0 0,1 1-1 0 0,-1-1 0 0 0,1 1 1 0 0,-1-1-1 0 0,1 1 1 0 0,-1-1-1 0 0,1 0 1 0 0,0 1-1 0 0,0-1 1 0 0,0 1-4 0 0,1-1 1 0 0,0 1-1 0 0,-1-1 0 0 0,1 0 1 0 0,0 0-1 0 0,-1 0 0 0 0,1 0 1 0 0,-1 0-1 0 0,1 0 0 0 0,0 0 1 0 0,1-1-1 0 0,6-2 1 0 0,-1 0 0 0 0,1 0 0 0 0,9-5 0 0 0,-15 6 28 0 0,1-1-27 0 0,0 0 0 0 0,1-1-1 0 0,-2 1 1 0 0,1-1 0 0 0,0 0 0 0 0,-1 0 0 0 0,0-1-1 0 0,0 1 1 0 0,0-1 0 0 0,0 1 0 0 0,2-7 0 0 0,6-9-2 0 0,97-180 89 0 0,-55 96-116 0 0,35-50 48 0 0,-75 137-4551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44 1984 0 0,'0'0'363'0'0,"-4"-26"5021"0"0,3 25-5237 0 0,1 0-1 0 0,-1-1 1 0 0,0 1 0 0 0,1 0-1 0 0,-1 0 1 0 0,0 0 0 0 0,0 0-1 0 0,0 0 1 0 0,0 1 0 0 0,0-1-1 0 0,0 0 1 0 0,0 0 0 0 0,0 0-1 0 0,0 1 1 0 0,0-1 0 0 0,0 1-1 0 0,-1-1 1 0 0,1 1 0 0 0,0-1-1 0 0,0 1 1 0 0,-1 0 0 0 0,1-1-1 0 0,0 1 1 0 0,0 0 0 0 0,-1 0-1 0 0,1 0 1 0 0,0 0 0 0 0,-1 0-1 0 0,1 0 1 0 0,0 1 0 0 0,0-1-1 0 0,-1 0 1 0 0,1 1 0 0 0,0-1-1 0 0,0 1 1 0 0,0-1 0 0 0,-2 2-1 0 0,-5 2-98 0 0,0 0-1 0 0,1 1 1 0 0,0 0 0 0 0,-9 8-1 0 0,13-11 75 0 0,-113 83 230 0 0,69-52-788 0 0,-45 40-1 0 0,77-59-3731 0 0,12-11 1506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46 172 9378 0 0,'-9'-65'1660'0'0,"9"55"-1516"0"0,1 1-1 0 0,0 0 0 0 0,0 0 1 0 0,1 0-1 0 0,0 0 1 0 0,0 0-1 0 0,1 1 0 0 0,0-1 1 0 0,5-8-1 0 0,-8 17-133 0 0,0 0-1 0 0,0 0 1 0 0,0-1-1 0 0,1 1 1 0 0,-1 0-1 0 0,0 0 1 0 0,0 0-1 0 0,0 0 1 0 0,0 0-1 0 0,0 0 1 0 0,0 0-1 0 0,0 0 1 0 0,1 0-1 0 0,-1 0 1 0 0,0 0-1 0 0,0 0 1 0 0,0-1-1 0 0,0 1 1 0 0,0 0-1 0 0,0 0 1 0 0,1 0-1 0 0,-1 0 1 0 0,0 0-1 0 0,0 0 1 0 0,0 0-1 0 0,0 0 1 0 0,0 0-1 0 0,1 0 1 0 0,-1 1-1 0 0,0-1 1 0 0,0 0-1 0 0,0 0 1 0 0,0 0-1 0 0,0 0 1 0 0,0 0-1 0 0,1 0 1 0 0,-1 0 0 0 0,0 0-1 0 0,0 0 1 0 0,0 0-1 0 0,0 0 1 0 0,0 1-1 0 0,0-1 1 0 0,0 0-1 0 0,0 0 1 0 0,0 0-1 0 0,1 0 1 0 0,-1 0-1 0 0,0 0 1 0 0,0 0-1 0 0,0 1 1 0 0,6 11 181 0 0,1 12-88 0 0,-4-6-43 0 0,-1 0 0 0 0,0 1 0 0 0,-2-1 0 0 0,-3 37-1 0 0,-19 74 17 0 0,18-107-44 0 0,-18 76 33 0 0,-13 86 346 0 0,35-166 148 0 0,0-18-548 0 0,0 0-1 0 0,0 0 1 0 0,0 0-1 0 0,0 0 0 0 0,0 0 1 0 0,0 0-1 0 0,0 0 1 0 0,0 0-1 0 0,0 0 1 0 0,0 1-1 0 0,0-1 1 0 0,0 0-1 0 0,0 0 0 0 0,1 0 1 0 0,-1 0-1 0 0,0 0 1 0 0,0 0-1 0 0,0 0 1 0 0,0 0-1 0 0,0 0 0 0 0,0 0 1 0 0,0 0-1 0 0,0 0 1 0 0,0 0-1 0 0,0 1 1 0 0,0-1-1 0 0,0 0 1 0 0,1 0-1 0 0,-1 0 0 0 0,0 0 1 0 0,0 0-1 0 0,0 0 1 0 0,0 0-1 0 0,0 0 1 0 0,0 0-1 0 0,0 0 1 0 0,0 0-1 0 0,0 0 0 0 0,0 0 1 0 0,1 0-1 0 0,-1 0 1 0 0,0 0-1 0 0,0 0 1 0 0,0 0-1 0 0,0 0 0 0 0,0 0 1 0 0,0 0-1 0 0,0-1 1 0 0,0 1-1 0 0,0 0 1 0 0,0 0-1 0 0,1 0 1 0 0,-1 0-1 0 0,0 0 0 0 0,0 0 1 0 0,0 0-1 0 0,0 0 1 0 0,0 0-1 0 0,0 0 1 0 0,0 0-1 0 0,0 0 1 0 0,0 0-1 0 0,0-1 0 0 0,14-23 494 0 0,-12 20-608 0 0,108-232 364 0 0,-91 185-225 0 0,-16 41-27 0 0,0 0-1 0 0,1-1 1 0 0,1 1-1 0 0,8-14 0 0 0,97-122 28 0 0,-67 93 44 0 0,-36 43-340 0 0,10-13 762 0 0,-16 22-772 0 0,0 0 0 0 0,0 0 0 0 0,0 0 0 0 0,0 0 1 0 0,0 0-1 0 0,0 0 0 0 0,0 1 0 0 0,0-1 1 0 0,0 0-1 0 0,0 1 0 0 0,0-1 0 0 0,1 1 0 0 0,-1-1 1 0 0,0 1-1 0 0,0-1 0 0 0,2 1 0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13 7378 0 0,'-5'-3'3382'0'0,"-12"-5"-3348"0"0,15 7 43 0 0,0 1 1 0 0,0 0-1 0 0,-1 0 0 0 0,1 0 0 0 0,0 0 0 0 0,0 0 1 0 0,0 0-1 0 0,0 1 0 0 0,0-1 0 0 0,0 1 0 0 0,0-1 0 0 0,0 1 1 0 0,0 0-1 0 0,0 0 0 0 0,0 0 0 0 0,0 0 0 0 0,1 0 0 0 0,-1 0 1 0 0,0 1-1 0 0,1-1 0 0 0,-1 0 0 0 0,1 1 0 0 0,-1 0 0 0 0,1-1 1 0 0,0 1-1 0 0,-1 0 0 0 0,1-1 0 0 0,-1 3 0 0 0,-3 7 45 0 0,-1 0 1 0 0,2 0-1 0 0,-7 23 0 0 0,3-10 87 0 0,-2 5-112 0 0,-2 1 0 0 0,-1-2 1 0 0,-1 0-1 0 0,-1 0 0 0 0,-26 33 1 0 0,8-12 11 0 0,22-32-346 0 0,-1 0 0 0 0,-16 18 0 0 0,23-30-614 0 0,-1 1 0 0 0,1-2 0 0 0,-1 1 0 0 0,0 0 0 0 0,-11 5 0 0 0,6-4-2010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0 408 6449 0 0,'0'0'419'0'0,"6"-9"885"0"0,188-73 771 0 0,-134 60-1826 0 0,-1-3 0 0 0,-1-2 0 0 0,54-35 1 0 0,-101 55-177 0 0,-8 5-43 0 0,0 1 1 0 0,0-1-1 0 0,0 0 1 0 0,0 0 0 0 0,0 0-1 0 0,-1-1 1 0 0,1 1-1 0 0,-1-1 1 0 0,1 1-1 0 0,-1-1 1 0 0,0 0-1 0 0,0 0 1 0 0,0 0-1 0 0,-1 0 1 0 0,1 0-1 0 0,-1 0 1 0 0,3-7 0 0 0,1-14 177 0 0,-5 19-124 0 0,1 0 0 0 0,0 0-1 0 0,0 1 1 0 0,1-1 0 0 0,0 0 0 0 0,0 0 0 0 0,3-6-1 0 0,-3 9-41 0 0,-1 0 0 0 0,0 0 0 0 0,0 0 0 0 0,0 0 0 0 0,0 0 0 0 0,0 0 0 0 0,-1 0 0 0 0,1 0 0 0 0,-1 0-1 0 0,1-1 1 0 0,-1 1 0 0 0,0 0 0 0 0,1 0 0 0 0,-1 0 0 0 0,-1-1 0 0 0,1-3 0 0 0,0 5-38 0 0,-1 1 1 0 0,1-1-1 0 0,0 0 0 0 0,0 1 1 0 0,-1-1-1 0 0,1 0 1 0 0,0 1-1 0 0,-1-1 0 0 0,1 1 1 0 0,-1-1-1 0 0,1 1 1 0 0,0-1-1 0 0,-1 1 0 0 0,1-1 1 0 0,-1 1-1 0 0,0-1 1 0 0,1 1-1 0 0,-1-1 0 0 0,1 1 1 0 0,-1 0-1 0 0,0-1 1 0 0,-1 1-11 0 0,1 0 1 0 0,0 0 0 0 0,-1 0 0 0 0,1 0-1 0 0,0 0 1 0 0,0 0 0 0 0,-1 0 0 0 0,1 0 0 0 0,0 0-1 0 0,0 1 1 0 0,-1-1 0 0 0,1 0 0 0 0,0 1-1 0 0,0-1 1 0 0,-2 2 0 0 0,1 0 9 0 0,1-1-1 0 0,0 1 1 0 0,0-1 0 0 0,0 1-1 0 0,0 0 1 0 0,0 0-1 0 0,0-1 1 0 0,1 1 0 0 0,-1 0-1 0 0,1 0 1 0 0,-1 0 0 0 0,0 3-1 0 0,-1 6-5 0 0,-7 11 16 0 0,-60 156 279 0 0,51-138 113 0 0,-2-1 1 0 0,-35 50-1 0 0,49-81-285 0 0,-5 10 429 0 0,-28 30 0 0 0,31-38-173 0 0,13-10-169 0 0,19-15-144 0 0,1-14-53 0 0,-1 0 0 0 0,25-41 0 0 0,9-11 14 0 0,-54 77-55 0 0,-1 0 0 0 0,1 1-1 0 0,-1 0 1 0 0,1 0 0 0 0,0 0 0 0 0,8-5-1 0 0,-11 8 30 0 0,-1 0-1 0 0,0 0 0 0 0,0 0 1 0 0,0 0-1 0 0,1 1 0 0 0,-1-1 1 0 0,0 0-1 0 0,0 0 0 0 0,0 0 1 0 0,1 0-1 0 0,-1 0 1 0 0,0 0-1 0 0,0 0 0 0 0,0 0 1 0 0,0 1-1 0 0,1-1 0 0 0,-1 0 1 0 0,0 0-1 0 0,0 0 0 0 0,0 0 1 0 0,0 1-1 0 0,0-1 1 0 0,0 0-1 0 0,0 0 0 0 0,1 0 1 0 0,-1 0-1 0 0,0 1 0 0 0,0-1 1 0 0,0 0-1 0 0,0 0 0 0 0,0 0 1 0 0,0 1-1 0 0,0-1 0 0 0,0 0 1 0 0,0 0-1 0 0,0 0 1 0 0,0 1-1 0 0,0-1 0 0 0,0 0 1 0 0,0 1-1 0 0,0 11-13 0 0,0-11 11 0 0,-1 19 2 0 0,-7 36 0 0 0,5-43 18 0 0,0 0 0 0 0,2 1 0 0 0,-1-1 0 0 0,2 1 0 0 0,0-1 0 0 0,3 25 0 0 0,-2-36-11 0 0,-1 0 0 0 0,1 0 0 0 0,0-1 0 0 0,1 1 0 0 0,-1 0 0 0 0,0-1 0 0 0,1 1 0 0 0,-1 0 0 0 0,1-1 0 0 0,-1 1 0 0 0,1-1 0 0 0,-1 0 0 0 0,1 0 0 0 0,0 0 0 0 0,0 1 0 0 0,0-2 0 0 0,0 1 0 0 0,0 0 0 0 0,0 0 0 0 0,2 0 0 0 0,2 1 14 0 0,1 0 0 0 0,0 0-1 0 0,0-1 1 0 0,11 1-1 0 0,-4-2-84 0 0,0-1-1 0 0,0 0 1 0 0,-1-1-1 0 0,1-1 0 0 0,-1 0 1 0 0,0-1-1 0 0,18-7 1 0 0,-20 6-766 0 0,1 0 1 0 0,-1-1 0 0 0,-1 0 0 0 0,19-15-1 0 0,-10 2-2207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31 2232 0 0,'-32'-2'9244'0'0,"32"2"-9204"0"0,0 0 0 0 0,0 0 0 0 0,0 0 0 0 0,0 0 0 0 0,0 0 0 0 0,0 0 0 0 0,0 0 0 0 0,0 0 0 0 0,0 0 0 0 0,-1 0 0 0 0,1 0 0 0 0,0 0 0 0 0,0 0 0 0 0,0 0 0 0 0,0 0 0 0 0,0 0 0 0 0,0 0 0 0 0,0 0 0 0 0,0 0 0 0 0,0 0 0 0 0,-1 0 0 0 0,1 0 0 0 0,0 0-1 0 0,0 0 1 0 0,0 0 0 0 0,0 0 0 0 0,0 0 0 0 0,0-1 0 0 0,0 1 0 0 0,0 0 0 0 0,0 0 0 0 0,0 0 0 0 0,0 0 0 0 0,0 0 0 0 0,0 0 0 0 0,0 0 0 0 0,-1 0 0 0 0,1 0 0 0 0,0 0 0 0 0,0 0 0 0 0,0-1 0 0 0,0 1 0 0 0,0 0 0 0 0,0 0 0 0 0,0 0 0 0 0,0 0 0 0 0,0 0 0 0 0,0 0 0 0 0,0 0 0 0 0,0 0 0 0 0,0 0 0 0 0,0 0 0 0 0,0-1 0 0 0,0 1 0 0 0,0 0 0 0 0,0 0 0 0 0,0 0 0 0 0,1 0 0 0 0,-1 0 0 0 0,0 0 0 0 0,0 0 0 0 0,0 0 0 0 0,0 0 0 0 0,0 0 0 0 0,0 0 0 0 0,0-1 0 0 0,16-4-280 0 0,20-2 356 0 0,0 2 0 0 0,44-2 1 0 0,-14 6-5144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45 7706 0 0,'-9'0'1579'0'0,"35"-1"-1304"0"0,1-1 1 0 0,-1-1-1 0 0,0-1 1 0 0,50-16-1 0 0,-36 8-1078 0 0,-33 10-1182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241 101 1360 0 0,'19'-26'7226'0'0,"-18"24"-6872"0"0,0 0 0 0 0,-1 1 1 0 0,1-1-1 0 0,0 0 0 0 0,-1 0 0 0 0,1 0 1 0 0,-1 1-1 0 0,1-1 0 0 0,-1 0 0 0 0,0-3 1 0 0,-5 2 936 0 0,-9 8-1377 0 0,2 3 199 0 0,-1 0-1 0 0,2 2 1 0 0,-1-1 0 0 0,1 2-1 0 0,1-1 1 0 0,-16 21-1 0 0,1-2 91 0 0,9-12-154 0 0,2 0-1 0 0,0 1 1 0 0,-18 33 0 0 0,29-43-42 0 0,0-1 0 0 0,1 1 0 0 0,0-1 0 0 0,-3 17 0 0 0,5-17 1 0 0,-2 0 0 0 0,1 0 0 0 0,-1 0 0 0 0,0 0 0 0 0,0 0 0 0 0,-5 8 0 0 0,4-9 16 0 0,0 1 0 0 0,0 0 0 0 0,0 0 0 0 0,-2 10 0 0 0,4-15-3 0 0,1 1 0 0 0,-1-1 0 0 0,1 1 1 0 0,0-1-1 0 0,-1 0 0 0 0,1 1 0 0 0,0-1 1 0 0,0 1-1 0 0,1-1 0 0 0,-1 1 0 0 0,1-1 1 0 0,-1 1-1 0 0,1-1 0 0 0,0 0 0 0 0,-1 1 1 0 0,4 3-1 0 0,-2-4 0 0 0,0 0-1 0 0,0 0 1 0 0,0-1 0 0 0,0 1-1 0 0,1-1 1 0 0,-1 1 0 0 0,0-1-1 0 0,1 0 1 0 0,0 0 0 0 0,-1 0-1 0 0,1 0 1 0 0,-1 0 0 0 0,1-1-1 0 0,0 1 1 0 0,0-1 0 0 0,-1 0-1 0 0,6 0 1 0 0,1 0 12 0 0,-1 0-1 0 0,0-1 1 0 0,0 0-1 0 0,14-4 1 0 0,-12 2 0 0 0,0-1-1 0 0,0 0 1 0 0,0 0 0 0 0,-1-1 0 0 0,0 0-1 0 0,0-1 1 0 0,0 0 0 0 0,0-1 0 0 0,-1 0-1 0 0,0 0 1 0 0,-1 0 0 0 0,0-1 0 0 0,10-14 0 0 0,-9 13-21 0 0,59-83 156 0 0,-60 80-143 0 0,0 1 1 0 0,-1-1-1 0 0,-1-1 0 0 0,0 1 0 0 0,0-1 1 0 0,3-17-1 0 0,-5 20 13 0 0,0-1 1 0 0,8-16 0 0 0,-8 19-27 0 0,0 1 1 0 0,0-1-1 0 0,-1 0 1 0 0,0 0 0 0 0,0 0-1 0 0,0-10 1 0 0,-2-12-31 0 0,0 29 13 0 0,-1 0-1 0 0,1 0 1 0 0,0 0-1 0 0,0 0 1 0 0,0 0-1 0 0,-1 0 1 0 0,1 0-1 0 0,0 0 1 0 0,-1 0-1 0 0,1 0 1 0 0,-1 0-1 0 0,1 0 1 0 0,-1 0-1 0 0,1 1 1 0 0,-1-1-1 0 0,0 0 0 0 0,1 0 1 0 0,-1 1-1 0 0,0-1 1 0 0,0 1-1 0 0,1-1 1 0 0,-1 0-1 0 0,0 1 1 0 0,0-1-1 0 0,0 1 1 0 0,0 0-1 0 0,-1-1 1 0 0,-30-9-92 0 0,28 8 83 0 0,1 1-1 0 0,0-1 0 0 0,0 1 0 0 0,-1 0 0 0 0,1 0 0 0 0,0 0 0 0 0,-1 1 0 0 0,1-1 0 0 0,-1 1 0 0 0,1 0 0 0 0,-1 0 1 0 0,1 0-1 0 0,-1 0 0 0 0,-6 2 0 0 0,5-1-7 0 0,0 1 1 0 0,0 0 0 0 0,0 1-1 0 0,1-1 1 0 0,-1 1-1 0 0,1 0 1 0 0,-1 0-1 0 0,1 0 1 0 0,0 1 0 0 0,0 0-1 0 0,0-1 1 0 0,-5 9-1 0 0,-2 4 26 0 0,1-1-1 0 0,-10 25 0 0 0,1-5-30 0 0,11-19 37 0 0,1 1 0 0 0,-9 25 0 0 0,11-26-4 0 0,0 0 0 0 0,-15 27 0 0 0,15-33-135 0 0,1 1-1 0 0,0-1 1 0 0,0 1 0 0 0,1 0 0 0 0,1 0-1 0 0,0 0 1 0 0,0 0 0 0 0,1 0 0 0 0,0 1-1 0 0,2 16 1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4 8034 0 0,'-36'-2'4054'0'0,"26"1"-4037"0"0,0 1 1 0 0,0 0 0 0 0,0 0-1 0 0,0 1 1 0 0,-11 1-1 0 0,2 3 624 0 0,1 0 0 0 0,0 1 0 0 0,0 1 0 0 0,0 1 0 0 0,-28 17 0 0 0,46-25-637 0 0,-1 0 0 0 0,1 0 0 0 0,-1 0-1 0 0,1 0 1 0 0,0 1 0 0 0,-1-1 0 0 0,1 0 0 0 0,-1 0-1 0 0,1 1 1 0 0,0-1 0 0 0,0 0 0 0 0,-1 0-1 0 0,1 1 1 0 0,0-1 0 0 0,-1 0 0 0 0,1 1-1 0 0,0-1 1 0 0,0 1 0 0 0,0-1 0 0 0,-1 0-1 0 0,1 1 1 0 0,0-1 0 0 0,0 1 0 0 0,0-1-1 0 0,0 0 1 0 0,0 1 0 0 0,0-1 0 0 0,0 1-1 0 0,0 0 1 0 0,10 4-336 0 0,21-4-896 0 0,-14-3 142 0 0,-1-2-1 0 0,0 0 0 0 0,0 0 0 0 0,0-2 1 0 0,0 0-1 0 0,-1-1 0 0 0,27-16 0 0 0,-37 21 800 0 0,20-12-1187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102 190 2745 0 0,'0'0'2851'0'0,"-7"3"2000"0"0,-9 8-3769 0 0,14-7-1022 0 0,-1 0 0 0 0,1 0-1 0 0,0 1 1 0 0,0 0 0 0 0,0-1-1 0 0,1 1 1 0 0,0 0 0 0 0,0 0-1 0 0,0-1 1 0 0,0 1 0 0 0,1 0 0 0 0,-1 0-1 0 0,2 0 1 0 0,-1 0 0 0 0,0 0-1 0 0,1 0 1 0 0,0 0 0 0 0,0 0 0 0 0,0 0-1 0 0,1-1 1 0 0,-1 1 0 0 0,1 0-1 0 0,0-1 1 0 0,1 0 0 0 0,3 6-1 0 0,0-1 162 0 0,0-1 0 0 0,1-1 0 0 0,0 1 0 0 0,0-1 0 0 0,14 11-1 0 0,-12-12-66 0 0,-2 1 0 0 0,1-1-1 0 0,-1 2 1 0 0,0-1 0 0 0,-1 1-1 0 0,8 10 1 0 0,-10-12 64 0 0,12 26 591 0 0,-16-31-797 0 0,1-1 0 0 0,-1 1 0 0 0,0 0 0 0 0,0 0 0 0 0,0 0 0 0 0,1 0 0 0 0,-1-1 0 0 0,0 1 0 0 0,0 0 0 0 0,0 0 0 0 0,0 0 0 0 0,0 0 0 0 0,-1 0 0 0 0,1 0 0 0 0,0-1 0 0 0,0 1 0 0 0,0 0 0 0 0,-1 0 0 0 0,1 0 0 0 0,0-1 0 0 0,-1 1 0 0 0,1 0 0 0 0,-1 0 0 0 0,1-1 0 0 0,-1 1 0 0 0,1 0 0 0 0,-1-1 0 0 0,0 1 0 0 0,1-1 0 0 0,-1 1 0 0 0,0-1 0 0 0,1 1 0 0 0,-1-1 0 0 0,0 1 0 0 0,0-1 0 0 0,-1 1 0 0 0,-37 7 82 0 0,33-7-79 0 0,1-1 0 0 0,-1 1 0 0 0,0 1 0 0 0,0-1-1 0 0,1 1 1 0 0,-1 0 0 0 0,-6 3 0 0 0,6-2-76 0 0,1 0 0 0 0,-1 0-1 0 0,0-1 1 0 0,0 0-1 0 0,0 0 1 0 0,0-1 0 0 0,-13 2-1 0 0,-22-4-5228 0 0,33-1 1395 0 0</inkml:trace>
  <inkml:trace contextRef="#ctx0" brushRef="#br0" timeOffset="1">124 139 10954 0 0,'-2'-27'3721'0'0,"2"20"-3401"0"0,-1 0 0 0 0,1 0 0 0 0,0-1 0 0 0,0 1 0 0 0,3-12 0 0 0,-2 17-329 0 0,-1 0-1 0 0,1 0 1 0 0,0 0 0 0 0,0 0 0 0 0,0 0-1 0 0,0 0 1 0 0,1 0 0 0 0,-1 0 0 0 0,0 1-1 0 0,1-1 1 0 0,-1 0 0 0 0,1 1 0 0 0,0-1-1 0 0,-1 1 1 0 0,1-1 0 0 0,0 1 0 0 0,0 0-1 0 0,0 0 1 0 0,0 0 0 0 0,0 0 0 0 0,0 0-1 0 0,4-1 1 0 0,50-14-3382 0 0,-43 12 1458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1 303 7202 0 0,'0'-17'253'0'0,"1"1"0"0"0,7-30 0 0 0,26-69 5111 0 0,-25 89-4157 0 0,-9 25-1157 0 0,0 0-1 0 0,1 0 1 0 0,-1 0-1 0 0,0 1 1 0 0,1-1-1 0 0,-1 0 0 0 0,1 0 1 0 0,-1 1-1 0 0,1-1 1 0 0,0 0-1 0 0,-1 1 1 0 0,1-1-1 0 0,0 1 0 0 0,-1-1 1 0 0,1 0-1 0 0,0 1 1 0 0,0 0-1 0 0,1-2 1 0 0,-2 2-48 0 0,1 0 0 0 0,-1 0 0 0 0,1 0 1 0 0,-1 0-1 0 0,1 0 0 0 0,-1 0 1 0 0,1 1-1 0 0,-1-1 0 0 0,1 0 0 0 0,-1 0 1 0 0,1 0-1 0 0,-1 0 0 0 0,1 0 0 0 0,-1 1 1 0 0,1-1-1 0 0,-1 0 0 0 0,0 0 1 0 0,1 1-1 0 0,-1-1 0 0 0,1 0 0 0 0,-1 1 1 0 0,0-1-1 0 0,1 0 0 0 0,-1 1 0 0 0,0-1 1 0 0,0 1-1 0 0,1-1 0 0 0,-1 1 1 0 0,0-1-1 0 0,0 0 0 0 0,1 1 0 0 0,-1-1 1 0 0,0 1-1 0 0,0-1 0 0 0,0 1 0 0 0,0-1 1 0 0,0 2-1 0 0,4 16 10 0 0,0 0 0 0 0,-1 0 0 0 0,-1 0 0 0 0,-1 26 0 0 0,-8 80 85 0 0,0-4 35 0 0,5-88 21 0 0,1-22 79 0 0,1 0 0 0 0,-1 0 1 0 0,2 1-1 0 0,2 16 0 0 0,-3-26-198 0 0,0-1 0 0 0,0 1 1 0 0,0-1-1 0 0,0 1 0 0 0,1-1 0 0 0,-1 1 1 0 0,0-1-1 0 0,0 0 0 0 0,1 1 0 0 0,-1-1 0 0 0,0 1 1 0 0,0-1-1 0 0,1 1 0 0 0,-1-1 0 0 0,1 0 0 0 0,-1 1 1 0 0,0-1-1 0 0,1 0 0 0 0,-1 1 0 0 0,1-1 1 0 0,-1 0-1 0 0,0 0 0 0 0,1 1 0 0 0,-1-1 0 0 0,1 0 1 0 0,-1 0-1 0 0,1 0 0 0 0,-1 0 0 0 0,1 0 1 0 0,-1 0-1 0 0,2 0 0 0 0,17-6 208 0 0,-13 2-253 0 0,-1 0 0 0 0,1 0 0 0 0,-1 0 0 0 0,6-6 0 0 0,287-312 243 0 0,-161 195-54 0 0,-113 106-140 0 0,-20 18-343 0 0,21-22 966 0 0,-12 5-5793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44 625 2697 0 0,'-31'0'5317'0'0,"31"0"-5159"0"0,-1 0 1 0 0,1 0 0 0 0,-1 1-1 0 0,0-1 1 0 0,1 0-1 0 0,-1 0 1 0 0,1 0 0 0 0,-1 0-1 0 0,1 0 1 0 0,-1 0-1 0 0,0 0 1 0 0,1-1 0 0 0,-1 1-1 0 0,1 0 1 0 0,-1 0 0 0 0,1 0-1 0 0,-1-1 1 0 0,1 1-1 0 0,-1 0 1 0 0,1 0 0 0 0,-1-1-1 0 0,0 0 1 0 0,14-12 540 0 0,37-33-495 0 0,73-86 0 0 0,-25 23-50 0 0,2-3 52 0 0,-77 83-50 0 0,27-45-1 0 0,-46 69-125 0 0,8-12 328 0 0,-12 16-359 0 0,1 1 0 0 0,-1 0 1 0 0,1-1-1 0 0,-1 1 0 0 0,0-1 0 0 0,1 1 1 0 0,-1-1-1 0 0,0 1 0 0 0,0-1 1 0 0,0 0-1 0 0,1 1 0 0 0,-1-1 1 0 0,0 1-1 0 0,0-1 0 0 0,0 0 1 0 0,0 1-1 0 0,0-1 0 0 0,0 1 0 0 0,0-1 1 0 0,0 1-1 0 0,0-1 0 0 0,0 0 1 0 0,-1 0-1 0 0,-13 12-119 0 0,-9 21 152 0 0,2 2 0 0 0,1 0 0 0 0,-22 52 0 0 0,26-52-13 0 0,7-18 20 0 0,2 1 1 0 0,0 0 0 0 0,-9 33-1 0 0,16-48-29 0 0,-1 0 0 0 0,0 1 0 0 0,1-1 0 0 0,-1 0 0 0 0,0 0 0 0 0,0 0-1 0 0,-1 0 1 0 0,-1 3 0 0 0,2-4 39 0 0,0 1 0 0 0,0-1 0 0 0,0 1 0 0 0,0-1 0 0 0,0 1-1 0 0,0-1 1 0 0,1 1 0 0 0,-1 0 0 0 0,1-1 0 0 0,-1 1 0 0 0,1 0 0 0 0,-1 3-1 0 0,1-5-33 0 0,0 0 0 0 0,0 1-1 0 0,1-1 1 0 0,-1 0-1 0 0,0 1 1 0 0,0-1-1 0 0,0 0 1 0 0,1 0-1 0 0,-1 1 1 0 0,0-1 0 0 0,0 0-1 0 0,1 0 1 0 0,-1 1-1 0 0,0-1 1 0 0,1 0-1 0 0,-1 0 1 0 0,0 0 0 0 0,0 0-1 0 0,1 1 1 0 0,-1-1-1 0 0,0 0 1 0 0,1 0-1 0 0,-1 0 1 0 0,0 0-1 0 0,1 0 1 0 0,-1 0 0 0 0,0 0-1 0 0,1 0 1 0 0,-1 0-1 0 0,1 0 1 0 0,-1 0-1 0 0,0 0 1 0 0,1 0-1 0 0,-1 0 1 0 0,15-3-64 0 0,-13 3 87 0 0,9-3-15 0 0,-1 0-1 0 0,1-1 1 0 0,-1 0-1 0 0,0-1 1 0 0,0 0-1 0 0,0 0 1 0 0,-1-1-1 0 0,1 0 1 0 0,9-10-1 0 0,10-10 32 0 0,33-38 0 0 0,-45 46-35 0 0,18-23 70 0 0,-2 0 0 0 0,-2-2-1 0 0,45-81 1 0 0,-72 115-70 0 0,14-18 65 0 0,-18 27-150 0 0,-3 6-86 0 0,-1 6 160 0 0,0 0 0 0 0,-1-1-1 0 0,0 0 1 0 0,-1 0-1 0 0,0-1 1 0 0,-9 12-1 0 0,-8 15 48 0 0,11-13-16 0 0,1 1 0 0 0,1-1-1 0 0,-12 46 1 0 0,4-24 19 0 0,14-37-19 0 0,0 1 0 0 0,-5 20 0 0 0,8-27-32 0 0,1 1-1 0 0,-1 0 1 0 0,1 0 0 0 0,0 0-1 0 0,0 0 1 0 0,1 0 0 0 0,-1 0-1 0 0,1 0 1 0 0,-1 0 0 0 0,1 0-1 0 0,3 6 1 0 0,-3-8-52 0 0,0 0 0 0 0,1-1 0 0 0,-1 1-1 0 0,1 0 1 0 0,-1 0 0 0 0,1-1 0 0 0,0 1 0 0 0,-1-1 0 0 0,1 1 0 0 0,0-1 0 0 0,0 0 0 0 0,0 0-1 0 0,4 2 1 0 0,28 8-1613 0 0,-19-9 54 0 0,2-2-245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92 6769 0 0,'0'0'148'0'0,"20"-19"79"0"0,-15 15 191 0 0,6-4 2180 0 0,-11 8-2577 0 0,0 0 1 0 0,0 0 0 0 0,0 0 0 0 0,0 1-1 0 0,0-1 1 0 0,0 0 0 0 0,0 0 0 0 0,0 0 0 0 0,0 0-1 0 0,0 0 1 0 0,0 0 0 0 0,0 1 0 0 0,0-1 0 0 0,0 0-1 0 0,0 0 1 0 0,0 0 0 0 0,0 0 0 0 0,0 0 0 0 0,0 0-1 0 0,0 0 1 0 0,0 1 0 0 0,0-1 0 0 0,0 0 0 0 0,0 0-1 0 0,0 0 1 0 0,0 0 0 0 0,0 0 0 0 0,0 0 0 0 0,1 0-1 0 0,-1 1 1 0 0,0-1 0 0 0,0 0 0 0 0,0 0 0 0 0,0 0-1 0 0,0 0 1 0 0,0 0 0 0 0,0 0 0 0 0,0 0 0 0 0,1 0-1 0 0,-1 0 1 0 0,0 0 0 0 0,0 0 0 0 0,0 0-1 0 0,0 0 1 0 0,0 0 0 0 0,0 0 0 0 0,0 0 0 0 0,1 0-1 0 0,-1 0 1 0 0,0 0 0 0 0,0 0 0 0 0,0 0 0 0 0,0 0-1 0 0,0 0 1 0 0,0 0 0 0 0,1 0 0 0 0,-1 0 0 0 0,0 0-1 0 0,0 0 1 0 0,0 0 0 0 0,0 0 0 0 0,0 0 0 0 0,0 0-1 0 0,0 0 1 0 0,0 0 0 0 0,1 0 0 0 0,-12 36 158 0 0,-15 36 1 0 0,-5 15 1063 0 0,30-86-1177 0 0,1 0 0 0 0,0 0 0 0 0,-1 0-1 0 0,1 0 1 0 0,0 0 0 0 0,0 0 0 0 0,-1 0-1 0 0,1 0 1 0 0,0 0 0 0 0,0 0 0 0 0,0 0-1 0 0,0 0 1 0 0,0 0 0 0 0,1 0 0 0 0,-1 0-1 0 0,0 0 1 0 0,0 0 0 0 0,1 0-1 0 0,-1 0 1 0 0,1 0 0 0 0,-1 0 0 0 0,0 0-1 0 0,1 0 1 0 0,0 0 0 0 0,-1-1 0 0 0,2 3-1 0 0,0-3-31 0 0,-1 1 0 0 0,1 0 0 0 0,0 0 0 0 0,-1-1 0 0 0,1 1 0 0 0,0-1 0 0 0,-1 1 0 0 0,1-1 0 0 0,0 0 0 0 0,0 1 0 0 0,0-1 0 0 0,-1 0 0 0 0,5-1 0 0 0,2 0-6 0 0,0 0 0 0 0,0-1 0 0 0,0 0 0 0 0,0 0 0 0 0,12-6 0 0 0,-6 2 27 0 0,-2 0 18 0 0,0 0 1 0 0,0 0 0 0 0,0-1-1 0 0,12-10 1 0 0,-21 13-49 0 0,1 1 1 0 0,0-1 0 0 0,-1 0 0 0 0,0 0 0 0 0,0 0 0 0 0,0 0-1 0 0,-1-1 1 0 0,1 1 0 0 0,-1-1 0 0 0,0 1 0 0 0,0-1 0 0 0,-1 0 0 0 0,1 0-1 0 0,1-9 1 0 0,-2 8 8 0 0,0-1 0 0 0,1 1 0 0 0,0 0 0 0 0,5-9 0 0 0,-4 10-14 0 0,-1 1-1 0 0,0 0 0 0 0,-1-1 1 0 0,1 1-1 0 0,-1-1 0 0 0,0 0 1 0 0,0 1-1 0 0,0-1 0 0 0,-1 0 1 0 0,0-7-1 0 0,0 10-123 0 0,0 0 0 0 0,0 0 0 0 0,-1 0 0 0 0,0-1 0 0 0,1 1 0 0 0,-1 0 0 0 0,0 0 0 0 0,0 0 0 0 0,0 0 0 0 0,0 0 0 0 0,0 0 0 0 0,-1 0 0 0 0,1 1 0 0 0,-1-1 0 0 0,1 0 0 0 0,-1 1 0 0 0,1-1 0 0 0,-1 1 1 0 0,-4-3-1 0 0,2 2-352 0 0,0 0 1 0 0,0 0-1 0 0,0 0 1 0 0,0 0-1 0 0,-1 1 1 0 0,1-1-1 0 0,-1 1 1 0 0,1 0-1 0 0,-6 0 1 0 0,-9 1-2349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360 122 8730 0 0,'-2'-9'631'0'0,"0"-1"-685"0"0,-1 0 584 0 0,1 1 0 0 0,-1-1 0 0 0,-4-9 0 0 0,6 18-440 0 0,0-1 0 0 0,0 0-1 0 0,0 0 1 0 0,0 1 0 0 0,0-1-1 0 0,0 0 1 0 0,0 1-1 0 0,0-1 1 0 0,-1 1 0 0 0,1-1-1 0 0,-1 1 1 0 0,1 0-1 0 0,-1 0 1 0 0,1 0 0 0 0,-1 0-1 0 0,0 0 1 0 0,0 0-1 0 0,1 0 1 0 0,-1 0 0 0 0,0 1-1 0 0,-3-2 1 0 0,1 2-58 0 0,0-1 0 0 0,0-1 0 0 0,0 1 0 0 0,0-1 0 0 0,0 1 0 0 0,-4-4 0 0 0,4 3 3 0 0,1 0 1 0 0,-1 0-1 0 0,0 1 0 0 0,0-1 0 0 0,0 1 1 0 0,0 0-1 0 0,0 0 0 0 0,-5 0 0 0 0,3 0 32 0 0,1 1 0 0 0,0 0 0 0 0,-1 1 0 0 0,1 0 0 0 0,0-1 0 0 0,-1 2 0 0 0,1-1 0 0 0,0 1-1 0 0,0-1 1 0 0,0 1 0 0 0,0 1 0 0 0,-9 4 0 0 0,8-2-34 0 0,0 0 0 0 0,0 0 0 0 0,0 1 0 0 0,0-1 0 0 0,1 1 0 0 0,0 1 0 0 0,-8 12 0 0 0,1 3-42 0 0,1 1-1 0 0,1 1 0 0 0,0 0 1 0 0,-7 35-1 0 0,9-23 17 0 0,6-25 12 0 0,0-1 0 0 0,-1 0 0 0 0,0 0 0 0 0,-8 18 1 0 0,8-23-16 0 0,1 1 0 0 0,0-1 1 0 0,0 0-1 0 0,0 1 0 0 0,1 0 1 0 0,-1-1-1 0 0,2 1 0 0 0,-1 0 1 0 0,0 0-1 0 0,1 0 0 0 0,0 0 1 0 0,0-1-1 0 0,1 1 1 0 0,1 7-1 0 0,-1-12-2 0 0,-1 0-1 0 0,1 0 1 0 0,0 0 0 0 0,-1 0-1 0 0,1 0 1 0 0,0 0 0 0 0,0 0-1 0 0,0 0 1 0 0,0-1 0 0 0,0 1-1 0 0,0 0 1 0 0,0-1 0 0 0,0 1-1 0 0,0 0 1 0 0,0-1 0 0 0,1 1-1 0 0,-1-1 1 0 0,0 0 0 0 0,0 1-1 0 0,3-1 1 0 0,25 4 42 0 0,-21-4-37 0 0,-1-1 1 0 0,0 1 0 0 0,0-2-1 0 0,0 1 1 0 0,0-1 0 0 0,0 0-1 0 0,0-1 1 0 0,10-5 0 0 0,14-4 12 0 0,1-1-26 0 0,-1-1 1 0 0,-1-2-1 0 0,39-25 1 0 0,-35 19 32 0 0,0 3 0 0 0,38-17 0 0 0,-58 27 17 0 0,4-2-98 0 0,-22 19 29 0 0,-24 40 22 0 0,-18 36-19 0 0,42-75 52 0 0,0 0 1 0 0,1 0-1 0 0,0 0 1 0 0,1 1-1 0 0,0-1 1 0 0,0 1-1 0 0,0 16 1 0 0,2-25-18 0 0,0 0 0 0 0,0 0 0 0 0,0 0 0 0 0,1 0 0 0 0,-1 0 0 0 0,0 0 0 0 0,1 0 1 0 0,-1 0-1 0 0,1 0 0 0 0,-1 0 0 0 0,1-1 0 0 0,-1 1 0 0 0,1 0 0 0 0,0 0 0 0 0,-1 0 0 0 0,1-1 1 0 0,0 1-1 0 0,0 0 0 0 0,0-1 0 0 0,-1 1 0 0 0,1 0 0 0 0,0-1 0 0 0,0 1 0 0 0,0-1 0 0 0,0 0 1 0 0,0 1-1 0 0,0-1 0 0 0,0 0 0 0 0,0 1 0 0 0,0-1 0 0 0,0 0 0 0 0,0 0 0 0 0,0 0 0 0 0,2 0 1 0 0,38-2 140 0 0,-37 2-127 0 0,4-2 9 0 0,1 0 0 0 0,-1 0 0 0 0,0-1 0 0 0,12-6 0 0 0,0 1 37 0 0,-15 6-53 0 0,0-1-1 0 0,0 0 1 0 0,0 0-1 0 0,-1 0 1 0 0,1-1 0 0 0,-1 0-1 0 0,0 0 1 0 0,0 0-1 0 0,0 0 1 0 0,0 0 0 0 0,-1-1-1 0 0,5-8 1 0 0,-4 6 32 0 0,0-1-1 0 0,0 1 1 0 0,0-1 0 0 0,-1-1 0 0 0,-1 1 0 0 0,1 0 0 0 0,1-16 0 0 0,-3 18-2 0 0,1 0 0 0 0,-1 1 1 0 0,1-1-1 0 0,4-9 1 0 0,-3 11-2 0 0,-2 0 0 0 0,1 0 0 0 0,0-1 1 0 0,-1 1-1 0 0,0 0 0 0 0,0-1 0 0 0,0-5 0 0 0,-1 8-45 0 0,0 0-1 0 0,0 0 0 0 0,-1 1 1 0 0,1-1-1 0 0,-1 0 1 0 0,1 0-1 0 0,-1 1 0 0 0,0-1 1 0 0,0 0-1 0 0,1 1 0 0 0,-1-1 1 0 0,0 1-1 0 0,-1-1 0 0 0,1 1 1 0 0,0-1-1 0 0,0 1 0 0 0,-1 0 1 0 0,1 0-1 0 0,0-1 0 0 0,-1 1 1 0 0,1 0-1 0 0,-4-1 0 0 0,-2-2-129 0 0,-1 1 0 0 0,1-1 0 0 0,-1 2 0 0 0,0-1 0 0 0,0 1-1 0 0,0 0 1 0 0,0 1 0 0 0,0 0 0 0 0,0 0 0 0 0,-1 0-1 0 0,1 1 1 0 0,0 1 0 0 0,0-1 0 0 0,0 2 0 0 0,-11 1-1 0 0,71-19-642 0 0,-29 8 727 0 0,0 1 0 0 0,0 1 0 0 0,1 0 0 0 0,41-3 1 0 0,-63 9 46 0 0,0 0 0 0 0,0 1 0 0 0,0-1 1 0 0,0 0-1 0 0,0 1 0 0 0,0-1 0 0 0,0 1 1 0 0,0 0-1 0 0,-1-1 0 0 0,1 1 1 0 0,0 0-1 0 0,-1 0 0 0 0,1 0 0 0 0,0 1 1 0 0,-1-1-1 0 0,1 0 0 0 0,-1 0 1 0 0,0 1-1 0 0,1-1 0 0 0,-1 1 0 0 0,0-1 1 0 0,0 1-1 0 0,0 0 0 0 0,0-1 0 0 0,0 1 1 0 0,1 3-1 0 0,1 5 27 0 0,0 0 1 0 0,0 0-1 0 0,-1 0 0 0 0,1 11 1 0 0,2 6 127 0 0,0-4 91 0 0,-2-5-59 0 0,1 0 0 0 0,8 21 0 0 0,-10-35-167 0 0,-1 0 0 0 0,1 0-1 0 0,0 0 1 0 0,0-1 0 0 0,0 1 0 0 0,0-1 0 0 0,1 1-1 0 0,-1-1 1 0 0,1 0 0 0 0,0 0 0 0 0,0 0 0 0 0,0 0-1 0 0,1-1 1 0 0,-1 1 0 0 0,6 2 0 0 0,7 3 49 0 0,-11-5-60 0 0,0-1-1 0 0,0 1 0 0 0,0-1 0 0 0,0 0 1 0 0,1 0-1 0 0,-1-1 0 0 0,1 1 0 0 0,-1-1 1 0 0,1 0-1 0 0,-1-1 0 0 0,1 0 0 0 0,0 0 1 0 0,7 0-1 0 0,-8-1-45 0 0,1 0 0 0 0,-1 0 0 0 0,0 0 0 0 0,1-1 0 0 0,-1 0 1 0 0,0 0-1 0 0,0 0 0 0 0,0 0 0 0 0,5-4 0 0 0,-7 4-10 0 0,-1 0 0 0 0,1-1 0 0 0,-1 1 0 0 0,1-1 0 0 0,-1 1 0 0 0,0-1 0 0 0,0 0 0 0 0,0 0 0 0 0,0 0 0 0 0,-1 0 0 0 0,1 0 0 0 0,-1 0 0 0 0,1 0 0 0 0,-1-1 0 0 0,1-5 0 0 0,5-36-292 0 0,-7 34 291 0 0,2-1 0 0 0,0 1 0 0 0,0 0 0 0 0,1 0 0 0 0,7-19 0 0 0,-6 22 47 0 0,0 0 0 0 0,-1-1 0 0 0,-1 0-1 0 0,3-9 1 0 0,-4 15-8 0 0,-1 0-1 0 0,1 0 0 0 0,-1-1 1 0 0,0 1-1 0 0,0 0 0 0 0,0 0 0 0 0,0 0 1 0 0,0 0-1 0 0,-1 0 0 0 0,1 0 0 0 0,-1 0 1 0 0,0 0-1 0 0,0 0 0 0 0,0 0 1 0 0,-3-5-1 0 0,3 7 14 0 0,-1-1-1 0 0,0 1 1 0 0,1 0 0 0 0,-1-1 0 0 0,0 1 0 0 0,0 0-1 0 0,0 0 1 0 0,0 0 0 0 0,0 1 0 0 0,0-1 0 0 0,0 0-1 0 0,-1 1 1 0 0,1-1 0 0 0,0 1 0 0 0,0 0-1 0 0,0 0 1 0 0,-1 0 0 0 0,1 0 0 0 0,0 0 0 0 0,0 0-1 0 0,0 1 1 0 0,-3 0 0 0 0,-4 1 50 0 0,0 0 1 0 0,0 0-1 0 0,-16 8 1 0 0,15-5-45 0 0,0-2 1 0 0,1 2 0 0 0,-1-1-1 0 0,1 1 1 0 0,1 1-1 0 0,-1 0 1 0 0,1 0-1 0 0,-10 9 1 0 0,-95 126 187 0 0,84-101-757 0 0,-2-1-1 0 0,-59 57 1 0 0,61-69-2005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9066 0 0,'0'-1'80'0'0,"1"0"0"0"0,-1 0-1 0 0,0 1 1 0 0,0-1 0 0 0,1 0 0 0 0,-1 0 0 0 0,1 1 0 0 0,-1-1-1 0 0,1 0 1 0 0,-1 1 0 0 0,1-1 0 0 0,-1 0 0 0 0,1 1 0 0 0,1-2 0 0 0,19-7 35 0 0,0 1 0 0 0,0 1 0 0 0,1 1 1 0 0,0 0-1 0 0,0 2 0 0 0,1 1 0 0 0,-1 1 1 0 0,1 0-1 0 0,0 2 0 0 0,-1 0 0 0 0,35 6 0 0 0,-43-1-2244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1 105 9250 0 0,'0'0'800'0'0,"0"-1"-672"0"0,0-1-256 0 0,1 1 40 0 0,1-1 112 0 0,1 2-32 0 0,20-9 72 0 0,3 0 112 0 0,5-2-96 0 0,1 0 32 0 0,0 1-56 0 0,5-3 24 0 0,2 2 0 0 0,-1 2-72 0 0,-1 2-88 0 0,-3-1-1400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367 213 12059 0 0,'-5'-4'63'0'0,"0"1"0"0"0,0 0 0 0 0,0 0 1 0 0,0 0-1 0 0,0 0 0 0 0,-1 1 0 0 0,0 0 0 0 0,1 0 1 0 0,-1 1-1 0 0,0-1 0 0 0,0 1 0 0 0,0 0 1 0 0,1 1-1 0 0,-1-1 0 0 0,0 1 0 0 0,0 1 1 0 0,0-1-1 0 0,0 1 0 0 0,0 0 0 0 0,0 0 1 0 0,0 1-1 0 0,1-1 0 0 0,-9 5 0 0 0,-3 1-33 0 0,14-6-26 0 0,0 1 0 0 0,-1-1 0 0 0,1 1 0 0 0,0 0 1 0 0,-1-1-1 0 0,1 2 0 0 0,0-1 0 0 0,1 0 0 0 0,-1 1 0 0 0,-3 2 0 0 0,-127 167 309 0 0,126-161-178 0 0,0 1-1 0 0,1 0 1 0 0,-6 15-1 0 0,9-20-72 0 0,3-6-45 0 0,0-1 0 0 0,-1 1 0 0 0,1 0-1 0 0,0 0 1 0 0,0 0 0 0 0,0 0-1 0 0,0 0 1 0 0,0 0 0 0 0,0-1 0 0 0,0 1-1 0 0,0 0 1 0 0,0 0 0 0 0,0 0-1 0 0,1 0 1 0 0,-1 0 0 0 0,0-1 0 0 0,0 1-1 0 0,1 0 1 0 0,-1 0 0 0 0,1 0-1 0 0,-1-1 1 0 0,1 1 0 0 0,-1 0 0 0 0,1 0-1 0 0,-1-1 1 0 0,1 1 0 0 0,0-1-1 0 0,-1 1 1 0 0,1 0 0 0 0,0-1 0 0 0,-1 1-1 0 0,1-1 1 0 0,0 0 0 0 0,0 1-1 0 0,0-1 1 0 0,-1 0 0 0 0,1 1-1 0 0,0-1 1 0 0,0 0 0 0 0,1 0 0 0 0,38 8 84 0 0,-29-8-80 0 0,0 0-1 0 0,-1 0 1 0 0,1-1-1 0 0,-1-1 1 0 0,1 0-1 0 0,-1 0 1 0 0,12-4-1 0 0,8-6 53 0 0,29-15-1 0 0,9-3 74 0 0,-61 27-116 0 0,-1 0 1 0 0,1-1-1 0 0,-1 0 0 0 0,0 0 0 0 0,0-1 1 0 0,-1 0-1 0 0,1 0 0 0 0,-1 0 1 0 0,0 0-1 0 0,0-1 0 0 0,-1 0 0 0 0,1 0 1 0 0,-1 0-1 0 0,-1 0 0 0 0,4-8 1 0 0,0-1 32 0 0,-1 0 1 0 0,0-1 0 0 0,-2 0-1 0 0,0 0 1 0 0,4-29 0 0 0,-6 36-25 0 0,0-1 0 0 0,0 1 0 0 0,7-16 0 0 0,-6 18-24 0 0,0 0 0 0 0,-1 0 0 0 0,0 0 0 0 0,0 0 0 0 0,0 0 0 0 0,-1-1 0 0 0,0-12 0 0 0,-1 16-15 0 0,0 0 0 0 0,0 1-1 0 0,-1-1 1 0 0,0 0 0 0 0,1 0 0 0 0,-1 0 0 0 0,-1 1-1 0 0,1-1 1 0 0,0 1 0 0 0,-1-1 0 0 0,0 1 0 0 0,0-1-1 0 0,0 1 1 0 0,0 0 0 0 0,0 0 0 0 0,-4-4 0 0 0,2 4-15 0 0,1 1-1 0 0,-1 0 1 0 0,1-1 0 0 0,-1 1 0 0 0,0 1 0 0 0,0-1 0 0 0,0 0 0 0 0,0 1 0 0 0,0 0 0 0 0,0 0 0 0 0,0 0 0 0 0,0 1 0 0 0,0-1 0 0 0,-1 1 0 0 0,-4 0 0 0 0,0 1-16 0 0,0 0 0 0 0,1 0 0 0 0,-1 1 0 0 0,1 1 0 0 0,-1-1 1 0 0,1 1-1 0 0,-9 4 0 0 0,-11 4-34 0 0,20-7 57 0 0,-1 0 1 0 0,1 0-1 0 0,0 1 0 0 0,1 0 1 0 0,-1 0-1 0 0,1 1 0 0 0,0 0 1 0 0,0 0-1 0 0,1 1 0 0 0,-1 0 1 0 0,2 0-1 0 0,-1 0 0 0 0,-4 9 1 0 0,-5 8-5 0 0,2 1 1 0 0,1-1-1 0 0,-10 32 0 0 0,13-17-39 0 0,8-32-46 0 0,0-1-1 0 0,0 1 1 0 0,-1-1-1 0 0,1 0 1 0 0,-2 0 0 0 0,1 0-1 0 0,-4 6 1 0 0,4-8-309 0 0,0-1 1 0 0,0 0 0 0 0,0 1-1 0 0,0 0 1 0 0,1-1 0 0 0,0 1-1 0 0,-1 0 1 0 0,1 0 0 0 0,1-1-1 0 0,-1 1 1 0 0,1 0 0 0 0,-1 0-1 0 0,1 7 1 0 0,2-3-1903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13 8946 0 0,'0'-1'132'0'0,"0"0"0"0"0,0 1 1 0 0,-1-1-1 0 0,1 0 0 0 0,0 1 1 0 0,-1-1-1 0 0,1 0 0 0 0,0 1 0 0 0,-1-1 1 0 0,1 1-1 0 0,-1-1 0 0 0,1 1 1 0 0,-1-1-1 0 0,1 1 0 0 0,-1-1 0 0 0,1 1 1 0 0,-1 0-1 0 0,1-1 0 0 0,-1 1 0 0 0,0 0 1 0 0,1-1-1 0 0,-1 1 0 0 0,0 0 1 0 0,1 0-1 0 0,-1-1 0 0 0,0 1 0 0 0,1 0 1 0 0,-1 0-1 0 0,0 0 0 0 0,1 0 0 0 0,-1 0 1 0 0,0 0-1 0 0,0 0 0 0 0,1 0 1 0 0,-1 0-1 0 0,-1 1 0 0 0,-30 4-766 0 0,28-5 1012 0 0,-2 2-624 0 0,-12 2 648 0 0,7 0-3785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5 6649 0 0,'0'0'602'0'0,"-15"-4"2720"0"0,8 5-3100 0 0,0 1 0 0 0,0 0 0 0 0,0 1 0 0 0,0 0 1 0 0,1 0-1 0 0,-1 0 0 0 0,1 1 0 0 0,0 0 0 0 0,0 0 0 0 0,0 0 0 0 0,1 1 1 0 0,-1 0-1 0 0,1 0 0 0 0,0 0 0 0 0,-7 11 0 0 0,-5 8 47 0 0,2 1 0 0 0,-20 40 0 0 0,35-65-266 0 0,-23 62 339 0 0,18-48-82 0 0,0 1 0 0 0,-1-1 0 0 0,-9 18 0 0 0,13-29-205 0 0,0-1 0 0 0,1 1-1 0 0,0 0 1 0 0,-1 0-1 0 0,1-1 1 0 0,1 1-1 0 0,-1 0 1 0 0,-1 5-1 0 0,2-7-37 0 0,0 0 0 0 0,0 0 0 0 0,0 0 0 0 0,0 0 0 0 0,1 0 0 0 0,-1 0 0 0 0,0 0 0 0 0,0 0 0 0 0,1 1 0 0 0,-1-1 0 0 0,1 0 0 0 0,-1 0 0 0 0,1 0 0 0 0,-1 0 0 0 0,1-1 0 0 0,-1 1 0 0 0,1 0 0 0 0,0 0 0 0 0,0 0 0 0 0,-1 0 0 0 0,1-1 0 0 0,0 1 0 0 0,0 0 0 0 0,0-1 0 0 0,0 1 0 0 0,0-1 0 0 0,1 2 0 0 0,9 3 11 0 0,1 0 0 0 0,-1 0 0 0 0,1-1 0 0 0,-1 0-1 0 0,1-1 1 0 0,0 0 0 0 0,1-1 0 0 0,-1 0 0 0 0,0-1-1 0 0,0-1 1 0 0,1 0 0 0 0,14-2 0 0 0,19-6-126 0 0,-1-2 0 0 0,0-2 0 0 0,0-2 0 0 0,55-26 0 0 0,-90 36-215 0 0,-1 0-551 0 0,0 1 0 0 0,0-2 0 0 0,-1 1 0 0 0,15-11 0 0 0,-17 6-1419 0 0</inkml:trace>
  <inkml:trace contextRef="#ctx0" brushRef="#br0" timeOffset="1">365 56 8626 0 0,'0'0'187'0'0,"-9"-6"1456"0"0,8 6-1596 0 0,1 1 1 0 0,-1-1-1 0 0,1 1 1 0 0,-1-1-1 0 0,0 1 1 0 0,1-1-1 0 0,-1 1 1 0 0,1 0 0 0 0,0-1-1 0 0,-1 1 1 0 0,1-1-1 0 0,-1 1 1 0 0,1 0-1 0 0,0 0 1 0 0,-1-1-1 0 0,1 1 1 0 0,0 0 0 0 0,0 1-1 0 0,-2 3 56 0 0,-49 132 741 0 0,-25 59-433 0 0,-38 6-1393 0 0,111-196-711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23 7554 0 0,'-13'6'-227'0'0,"7"3"214"0"0,0 1 0 0 0,0-1 0 0 0,1 1 1 0 0,0 0-1 0 0,1 0 0 0 0,-3 12 0 0 0,-13 28 666 0 0,8-27 294 0 0,-1 1 1 0 0,-2-2 0 0 0,0 0-1 0 0,-23 26 1 0 0,33-43-827 0 0,1 1 0 0 0,-1-1 0 0 0,1 1 1 0 0,0 0-1 0 0,-4 9 0 0 0,4-6 182 0 0,2-4 349 0 0,9-14-427 0 0,103-139-163 0 0,-46 58-47 0 0,-54 77-15 0 0,1 0 0 0 0,14-13 0 0 0,-21 22 8 0 0,0 0-1 0 0,1 0 0 0 0,0 0 1 0 0,0 1-1 0 0,0 0 0 0 0,0 0 1 0 0,0 1-1 0 0,0-1 0 0 0,10-2 1 0 0,-15 6-3 0 0,1-1 0 0 0,-1 0 1 0 0,1 0-1 0 0,-1 0 0 0 0,0 1 0 0 0,1-1 1 0 0,-1 0-1 0 0,1 1 0 0 0,-1-1 0 0 0,1 0 1 0 0,-1 1-1 0 0,0-1 0 0 0,1 1 1 0 0,-1-1-1 0 0,0 0 0 0 0,1 1 0 0 0,-1-1 1 0 0,0 1-1 0 0,0-1 0 0 0,0 1 0 0 0,1-1 1 0 0,-1 1-1 0 0,0-1 0 0 0,0 1 0 0 0,0-1 1 0 0,0 1-1 0 0,0-1 0 0 0,0 1 1 0 0,0-1-1 0 0,0 1 0 0 0,0 0 0 0 0,0 0 1 0 0,1 21 22 0 0,-1-20-9 0 0,-1 12 61 0 0,-1 1 1 0 0,0-1-1 0 0,-1 0 0 0 0,-8 24 1 0 0,-2 14 481 0 0,12-37-1 0 0,8-19-364 0 0,13-26-247 0 0,-15 22 97 0 0,8-12-31 0 0,51-64 3 0 0,-56 75-36 0 0,0 1 0 0 0,0 0 0 0 0,1 0 1 0 0,1 1-1 0 0,-1 0 0 0 0,19-10 1 0 0,-22 13-7 0 0,9-3-34 0 0,-14 7 56 0 0,-1 0 0 0 0,0 0-1 0 0,1 0 1 0 0,-1 0 0 0 0,1 0 0 0 0,-1 0 0 0 0,1 0 0 0 0,-1 0 0 0 0,0 0 0 0 0,1 1 0 0 0,-1-1 0 0 0,0 0-1 0 0,1 0 1 0 0,-1 0 0 0 0,1 1 0 0 0,-1-1 0 0 0,0 0 0 0 0,1 0 0 0 0,-1 1 0 0 0,0-1 0 0 0,0 0 0 0 0,1 0-1 0 0,-1 1 1 0 0,0-1 0 0 0,0 0 0 0 0,1 1 0 0 0,-1-1 0 0 0,0 1 0 0 0,0-1 0 0 0,0 0 0 0 0,0 1 0 0 0,1-1-1 0 0,-1 1 1 0 0,0-1 0 0 0,0 0 0 0 0,0 1 0 0 0,0-1 0 0 0,0 1 0 0 0,1 10 12 0 0,-1 0 0 0 0,0 1 0 0 0,0-1 0 0 0,-1 0 0 0 0,-1 0 0 0 0,0 0 0 0 0,0-1 0 0 0,-6 16 0 0 0,-6 36-1266 0 0,14-61 1150 0 0,-1 14-1749 0 0,1-15 1646 0 0,0 0 0 0 0,0 1 0 0 0,0-1-1 0 0,0 0 1 0 0,0 1 0 0 0,0-1-1 0 0,0 0 1 0 0,0 1 0 0 0,0-1-1 0 0,1 1 1 0 0,-1-1 0 0 0,0 0 0 0 0,0 1-1 0 0,0-1 1 0 0,0 0 0 0 0,1 0-1 0 0,-1 1 1 0 0,0-1 0 0 0,0 0-1 0 0,1 1 1 0 0,-1-1 0 0 0,0 0 0 0 0,0 0-1 0 0,1 0 1 0 0,-1 1 0 0 0,0-1-1 0 0,1 0 1 0 0,-1 0 0 0 0,0 0-1 0 0,1 1 1 0 0,-1-1 0 0 0,0 0 0 0 0,1 0-1 0 0,0 0 1 0 0,4 0-1999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153 130 1944 0 0,'13'-21'6531'0'0,"-9"14"-3718"0"0,-6 12-754 0 0,-69 120-1655 0 0,-14 29 2050 0 0,74-126-1918 0 0,11-24-75 0 0,9-18-366 0 0,79-155-8 0 0,-72 129-57 0 0,-14 32-28 0 0,0 1-1 0 0,1 1 0 0 0,-1-1 1 0 0,8-11-1 0 0,-1 3-23 0 0,1 0 0 0 0,0 1 0 0 0,1 0 0 0 0,1 1 0 0 0,0 0 0 0 0,1 1 1 0 0,0 0-1 0 0,22-14 0 0 0,-31 24 20 0 0,-1 0-1 0 0,1 0 1 0 0,0 1 0 0 0,0-1 0 0 0,-1 1 0 0 0,1 0 0 0 0,0 0-1 0 0,0 0 1 0 0,0 1 0 0 0,1-1 0 0 0,-1 1 0 0 0,6 0 0 0 0,-9 2 4 0 0,0 0 0 0 0,0 0 1 0 0,0 0-1 0 0,-1 0 0 0 0,1 0 0 0 0,-1 0 1 0 0,1 0-1 0 0,-1 1 0 0 0,0-1 1 0 0,1 0-1 0 0,-1 0 0 0 0,0 0 0 0 0,-1 3 1 0 0,1 1 6 0 0,1 1 11 0 0,1-1-1 0 0,-1 0 1 0 0,1 0-1 0 0,0 0 1 0 0,1 0 0 0 0,5 11-1 0 0,-4-9 5 0 0,0 0 0 0 0,0 0 0 0 0,2 12 0 0 0,-1 4 41 0 0,-1 0 0 0 0,1 49-1 0 0,-5-20-2572 0 0,0-47 2040 0 0,-3 3-3715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10 136 4689 0 0,'0'0'2018'0'0,"-9"-3"3994"0"0,10 1-6010 0 0,1 1 1 0 0,-1 0-1 0 0,1-1 1 0 0,-1 1-1 0 0,1 0 1 0 0,0 0-1 0 0,0 0 1 0 0,-1 0-1 0 0,1 0 1 0 0,0 1-1 0 0,0-1 1 0 0,0 0-1 0 0,0 1 1 0 0,2-1-1 0 0,3-1 3 0 0,130-41-2462 0 0,10-5-4912 0 0,-113 37 6416 0 0,4-3-117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444 21 696 0 0,'2'-1'788'0'0,"-1"0"-1"0"0,1 1 1 0 0,0-1-1 0 0,0 0 0 0 0,-1 0 1 0 0,1 0-1 0 0,-1 0 1 0 0,1 0-1 0 0,-1 0 1 0 0,1 0-1 0 0,-1 0 1 0 0,0-1-1 0 0,1 1 1 0 0,-1-1-1 0 0,0 1 1 0 0,1-2-1 0 0,-18 14-183 0 0,7 0-495 0 0,2 0 0 0 0,-1 0-1 0 0,2 0 1 0 0,-9 18 0 0 0,-8 16 319 0 0,-54 96 221 0 0,-23 36-320 0 0,52-98-297 0 0,26-41-351 0 0,-2 0 0 0 0,-1-2 1 0 0,-49 54-1 0 0,62-78-3963 0 0,9-9 2292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78 221 8738 0 0,'0'0'544'0'0,"-20"-13"3805"0"0,19 13-4292 0 0,0 0 0 0 0,0 1 0 0 0,0-1-1 0 0,0 1 1 0 0,0 0 0 0 0,0-1 0 0 0,0 1 0 0 0,1 0 0 0 0,-1-1 0 0 0,0 1 0 0 0,1 0 0 0 0,-1 0-1 0 0,0 0 1 0 0,1 0 0 0 0,-1-1 0 0 0,1 1 0 0 0,-1 0 0 0 0,1 1 0 0 0,-11 21-49 0 0,10-19 75 0 0,-5 12-67 0 0,0 1 0 0 0,2-1-1 0 0,0 1 1 0 0,1 0 0 0 0,-2 23-1 0 0,2 88 143 0 0,3-99-98 0 0,4 104 1365 0 0,-4-133-1411 0 0,1-1 0 0 0,-1 1 1 0 0,0 0-1 0 0,0 0 0 0 0,0 0 1 0 0,0-1-1 0 0,0 1 0 0 0,1 0 1 0 0,-1 0-1 0 0,0 0 0 0 0,0 0 1 0 0,0 0-1 0 0,1 0 0 0 0,-1-1 1 0 0,0 1-1 0 0,0 0 1 0 0,1 0-1 0 0,-1 0 0 0 0,0 0 1 0 0,0 0-1 0 0,0 0 0 0 0,1 0 1 0 0,-1 0-1 0 0,0 0 0 0 0,0 0 1 0 0,1 0-1 0 0,-1 0 0 0 0,0 0 1 0 0,0 0-1 0 0,1 0 0 0 0,-1 0 1 0 0,0 0-1 0 0,0 1 1 0 0,0-1-1 0 0,1 0 0 0 0,-1 0 1 0 0,0 0-1 0 0,0 0 0 0 0,0 0 1 0 0,1 0-1 0 0,-1 1 0 0 0,0-1 1 0 0,0 0-1 0 0,0 0 0 0 0,0 0 1 0 0,0 0-1 0 0,1 1 0 0 0,-1-1 1 0 0,0 0-1 0 0,0 0 1 0 0,0 1-1 0 0,0-1 0 0 0,0 0 1 0 0,0 0-1 0 0,0 0 0 0 0,0 1 1 0 0,0-1-1 0 0,0 0 0 0 0,0 0 1 0 0,0 1-1 0 0,0-1 0 0 0,0 0 1 0 0,0 0-1 0 0,0 1 0 0 0,0-1 1 0 0,0 0-1 0 0,13-15 70 0 0,26-53-3 0 0,-6 13 47 0 0,44-102-1 0 0,-68 118-31 0 0,-8 34-84 0 0,0-1 0 0 0,0 0 0 0 0,0 1-1 0 0,1-1 1 0 0,0 0 0 0 0,4-8 0 0 0,-3 9-131 0 0,-1 1 0 0 0,0 0 0 0 0,0-1 0 0 0,0 1-1 0 0,2-10 1 0 0,-1-11-5479 0 0,-3 20 2333 0 0</inkml:trace>
  <inkml:trace contextRef="#ctx0" brushRef="#br0" timeOffset="1">224 120 11362 0 0,'-1'-15'362'0'0,"0"14"-367"0"0,1-1 0 0 0,-1 1 0 0 0,1 0 0 0 0,0-1 0 0 0,0 1 0 0 0,-1 0 0 0 0,1-1 0 0 0,0 1 0 0 0,0-1 0 0 0,1 1 0 0 0,-1 0-1 0 0,0-1 1 0 0,0 1 0 0 0,1-1 0 0 0,-1 1 0 0 0,0 0 0 0 0,1 0 0 0 0,0-1 0 0 0,-1 1 0 0 0,1 0 0 0 0,0 0 0 0 0,-1-1 0 0 0,1 1 0 0 0,0 0 0 0 0,0 0 0 0 0,0 0 0 0 0,0 0 0 0 0,0 0 0 0 0,0 1 0 0 0,0-1 0 0 0,0 0 0 0 0,1 0 0 0 0,-1 1 0 0 0,2-2 0 0 0,23-6 632 0 0,0 0 1 0 0,1 2-1 0 0,41-4 1 0 0,-61 8-466 0 0,0 1 0 0 0,0-1 1 0 0,-1-1-1 0 0,8-2 0 0 0,-7 1-57 0 0,0 1 0 0 0,1 1 0 0 0,0-1 0 0 0,15-2 0 0 0,-21 5-96 0 0,0 0-1 0 0,0 0 0 0 0,0 0 0 0 0,0 0 1 0 0,0 0-1 0 0,0 1 0 0 0,1-1 1 0 0,-1 1-1 0 0,0-1 0 0 0,0 1 0 0 0,0 0 1 0 0,-1 0-1 0 0,1 0 0 0 0,0 0 0 0 0,0 0 1 0 0,0 0-1 0 0,-1 0 0 0 0,1 1 0 0 0,0-1 1 0 0,-1 0-1 0 0,1 1 0 0 0,-1 0 0 0 0,2 2 1 0 0,1 2 63 0 0,-1 0 1 0 0,0 0 0 0 0,0 0-1 0 0,-1 1 1 0 0,1-1 0 0 0,-2 1-1 0 0,1 0 1 0 0,-1 0 0 0 0,0-1-1 0 0,0 1 1 0 0,0 0 0 0 0,-1 0 0 0 0,-1 11-1 0 0,1-17-55 0 0,1 0 1 0 0,-1 0-1 0 0,0 0 0 0 0,1 0 0 0 0,0 0 1 0 0,-1 0-1 0 0,1 0 0 0 0,0 0 0 0 0,-1 0 1 0 0,1 0-1 0 0,0-1 0 0 0,0 1 0 0 0,0 0 1 0 0,0 0-1 0 0,0-1 0 0 0,0 1 0 0 0,0-1 1 0 0,0 1-1 0 0,0-1 0 0 0,0 1 0 0 0,0-1 1 0 0,0 0-1 0 0,0 1 0 0 0,0-1 1 0 0,0 0-1 0 0,0 0 0 0 0,0 0 0 0 0,1 0 1 0 0,-1 0-1 0 0,0 0 0 0 0,2 0 0 0 0,3 0 9 0 0,1 0 0 0 0,-1 0-1 0 0,1-1 1 0 0,7-1-1 0 0,-14 2-41 0 0,3 0-209 0 0,0-1 0 0 0,-1 0 1 0 0,1 0-1 0 0,-1 0 0 0 0,1 0 0 0 0,-1 0 1 0 0,1 0-1 0 0,3-3 0 0 0,-2-1-2039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127 146 1728 0 0,'0'0'168'0'0,"5"-19"2344"0"0,13-44 2481 0 0,-35 87-4149 0 0,-14 46-171 0 0,3 2 1 0 0,-22 83-1 0 0,50-154-667 0 0,-6 16 221 0 0,2 1 0 0 0,-1 0 0 0 0,2 0 1 0 0,-2 31-1 0 0,5-49-215 0 0,0 0-1 0 0,0-1 1 0 0,0 1 0 0 0,0 0 0 0 0,0 0 0 0 0,1 0-1 0 0,-1 0 1 0 0,0-1 0 0 0,0 1 0 0 0,0 0 0 0 0,0 0-1 0 0,1 0 1 0 0,-1 0 0 0 0,0 0 0 0 0,0 0 0 0 0,0 0-1 0 0,0 0 1 0 0,1-1 0 0 0,-1 1 0 0 0,0 0-1 0 0,0 0 1 0 0,0 0 0 0 0,1 0 0 0 0,-1 0 0 0 0,0 0-1 0 0,0 0 1 0 0,0 0 0 0 0,1 0 0 0 0,-1 0 0 0 0,0 0-1 0 0,0 0 1 0 0,0 0 0 0 0,1 0 0 0 0,-1 1 0 0 0,0-1-1 0 0,0 0 1 0 0,0 0 0 0 0,1 0 0 0 0,-1 0-1 0 0,0 0 1 0 0,0 0 0 0 0,0 0 0 0 0,0 1 0 0 0,1-1-1 0 0,-1 0 1 0 0,0 0 0 0 0,0 0 0 0 0,0 0 0 0 0,0 0-1 0 0,0 1 1 0 0,0-1 0 0 0,0 0 0 0 0,1 0 0 0 0,-1 0-1 0 0,0 1 1 0 0,0-1 0 0 0,0 0 0 0 0,0 0 0 0 0,0 0-1 0 0,0 1 1 0 0,0-1 0 0 0,0 0 0 0 0,0 0-1 0 0,0 0 1 0 0,0 1 0 0 0,0-1 0 0 0,0 0 0 0 0,12-15 173 0 0,10-26-85 0 0,-3 2-41 0 0,3 0-1 0 0,1 2 1 0 0,1 0 0 0 0,32-35-1 0 0,-43 59-55 0 0,-10 8-8 0 0,0 1 1 0 0,0 0-1 0 0,1 1 1 0 0,-1-1-1 0 0,1 1 1 0 0,0-1-1 0 0,0 1 1 0 0,1 0-1 0 0,-1 1 1 0 0,10-5-1 0 0,-14 7 7 0 0,1 0 0 0 0,0 0-1 0 0,0 0 1 0 0,-1 0 0 0 0,1 0-1 0 0,0 0 1 0 0,0 1-1 0 0,-1-1 1 0 0,1 0 0 0 0,0 0-1 0 0,-1 1 1 0 0,1-1-1 0 0,-1 1 1 0 0,1-1 0 0 0,0 0-1 0 0,-1 1 1 0 0,1-1-1 0 0,-1 1 1 0 0,1-1 0 0 0,-1 1-1 0 0,1 0 1 0 0,-1-1 0 0 0,1 1-1 0 0,-1-1 1 0 0,0 1-1 0 0,1 0 1 0 0,-1-1 0 0 0,0 1-1 0 0,0 0 1 0 0,1-1-1 0 0,-1 2 1 0 0,7 26 10 0 0,-7-27-4 0 0,3 28 4 0 0,0-1-1 0 0,-3 1 1 0 0,-2 30-1 0 0,0-28 9 0 0,2 0-1 0 0,4 39 1 0 0,-4-69-1 0 0,0 0 1 0 0,0 0 0 0 0,1 0 0 0 0,-1 1 0 0 0,0-1 0 0 0,0 0 0 0 0,1 0 0 0 0,-1 0 0 0 0,1 0 0 0 0,-1 0 0 0 0,1 0 0 0 0,-1 0 0 0 0,1 0 0 0 0,0 0 0 0 0,-1 0 0 0 0,1-1 0 0 0,0 1 0 0 0,0 0 0 0 0,0 0 0 0 0,-1 0 0 0 0,1-1 0 0 0,0 1 0 0 0,0-1 0 0 0,0 1 0 0 0,0-1 0 0 0,0 1 0 0 0,0-1 0 0 0,1 1 0 0 0,-1-1 0 0 0,0 0 0 0 0,0 0 0 0 0,0 1 0 0 0,0-1 0 0 0,0 0 0 0 0,0 0 0 0 0,0 0 0 0 0,1 0 0 0 0,-1 0 0 0 0,0-1 0 0 0,2 1 0 0 0,-1-1-4 0 0,1 0-1 0 0,-1 0 1 0 0,1 0 0 0 0,-1 0 0 0 0,1 0-1 0 0,-1 0 1 0 0,1-1 0 0 0,-1 1 0 0 0,0-1-1 0 0,0 0 1 0 0,0 0 0 0 0,0 0 0 0 0,0 0-1 0 0,0 0 1 0 0,-1 0 0 0 0,1 0 0 0 0,1-3-1 0 0,34-77 132 0 0,10-17 10 0 0,-16 44-97 0 0,-12 23 11 0 0,-1 1 1 0 0,-2-2-1 0 0,22-65 1 0 0,-37 93-49 0 0,1-1 1 0 0,0 0-1 0 0,0 1 1 0 0,0 0-1 0 0,0-1 0 0 0,1 1 1 0 0,0 0-1 0 0,7-9 1 0 0,-7 13-1967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659 30 9986 0 0,'0'0'95'0'0,"-15"-26"2816"0"0,14 26-2902 0 0,0-1 0 0 0,0 1 0 0 0,0-1 0 0 0,0 1 0 0 0,0-1 0 0 0,0 1 0 0 0,0 0 0 0 0,0 0 0 0 0,-1 0 0 0 0,1-1 0 0 0,0 1 0 0 0,0 0 0 0 0,0 0 0 0 0,0 1 0 0 0,0-1 0 0 0,0 0 0 0 0,0 0 0 0 0,0 0 0 0 0,0 1 0 0 0,0-1 0 0 0,0 1 0 0 0,0-1 0 0 0,0 1 0 0 0,-2 0 0 0 0,-23 16-2 0 0,20-11-2 0 0,0 1 0 0 0,0 0 0 0 0,0 0 0 0 0,1 1 0 0 0,1-1 0 0 0,-1 1 0 0 0,1 0 0 0 0,-5 14 0 0 0,-3 5 12 0 0,-44 88 72 0 0,-37 74 111 0 0,68-146 5 0 0,-1-1-1 0 0,-41 49 0 0 0,-87 85 461 0 0,78-98-405 0 0,60-64-619 0 0,5-5-3033 0 0,8-7 848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10 9938 0 0,'-19'-9'504'0'0,"16"13"-449"0"0,0 0-1 0 0,1 1 1 0 0,-1 0 0 0 0,1 0-1 0 0,0 0 1 0 0,0 0-1 0 0,0 0 1 0 0,-1 6 0 0 0,-2 7 216 0 0,-43 109 904 0 0,-55 165 251 0 0,102-289-1424 0 0,-4 19 1256 0 0,10-20-597 0 0,7-8-621 0 0,2-3-24 0 0,1 0 0 0 0,0 1 0 0 0,0 0 0 0 0,0 1 0 0 0,1 1 0 0 0,29-8 0 0 0,-37 12-15 0 0,0 0 0 0 0,0-1 0 0 0,-1-1-1 0 0,8-3 1 0 0,25-10 62 0 0,-26 14 14 0 0,0 0 0 0 0,0 1-1 0 0,19-1 1 0 0,-1 3-5949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12 126 10210 0 0,'-11'-16'912'0'0,"15"12"-748"0"0,0 0-1 0 0,0 0 1 0 0,1 0-1 0 0,0 1 0 0 0,-1 0 1 0 0,1 0-1 0 0,0 0 0 0 0,10-3 1 0 0,1-2 191 0 0,-5 2-296 0 0,1 0-1 0 0,-1 1 1 0 0,1 0 0 0 0,0 1-1 0 0,0 1 1 0 0,23-4 0 0 0,-29 6-50 0 0,0-1 0 0 0,0 1 0 0 0,0-1 0 0 0,-1 0 0 0 0,10-5 0 0 0,-11 4-6 0 0,1 1 0 0 0,0 0 0 0 0,0 0-1 0 0,0 0 1 0 0,0 1 0 0 0,0-1 0 0 0,0 1 0 0 0,9 0 0 0 0,4 2 390 0 0,-11 3-1450 0 0,-4 3-3919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3809 0 0,'2'-1'7709'0'0,"19"-4"-7231"0"0,46-16-847 0 0,84-14 0 0 0,-143 34-1287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287 229 512 0 0,'2'-2'303'0'0,"0"0"0"0"0,0 0 0 0 0,0 0 0 0 0,0-1 0 0 0,0 1-1 0 0,0 0 1 0 0,-1-1 0 0 0,0 1 0 0 0,1-1 0 0 0,-1 0 0 0 0,0 1 0 0 0,1-4 0 0 0,-1 3-25 0 0,3-5 224 0 0,14-38 2312 0 0,-18 44-2638 0 0,1 0 0 0 0,0-1 0 0 0,-1 1-1 0 0,1 0 1 0 0,-1-1 0 0 0,0 1-1 0 0,0-1 1 0 0,0 1 0 0 0,0 0 0 0 0,0-1-1 0 0,0 1 1 0 0,-1 0 0 0 0,1-1 0 0 0,-1 1-1 0 0,1 0 1 0 0,-3-4 0 0 0,3 5-143 0 0,-1 1 1 0 0,0-1 0 0 0,0 1 0 0 0,1-1 0 0 0,-1 1-1 0 0,0-1 1 0 0,0 1 0 0 0,0-1 0 0 0,1 1 0 0 0,-1 0-1 0 0,0-1 1 0 0,0 1 0 0 0,0 0 0 0 0,0 0 0 0 0,0 0-1 0 0,0 0 1 0 0,0 0 0 0 0,0 0 0 0 0,1 0 0 0 0,-1 0-1 0 0,0 0 1 0 0,0 0 0 0 0,0 0 0 0 0,0 1 0 0 0,0-1-1 0 0,-1 1 1 0 0,-23 10 326 0 0,19-8-315 0 0,0 0 9 0 0,-1 1-1 0 0,1 0 0 0 0,0 0 1 0 0,0 1-1 0 0,0 0 0 0 0,0 0 1 0 0,-6 8-1 0 0,-39 48 205 0 0,31-39-193 0 0,2 0 0 0 0,-20 32 0 0 0,24-32-49 0 0,9-15-13 0 0,0 1 0 0 0,0 0 0 0 0,1-1 0 0 0,0 2 0 0 0,1-1-1 0 0,-1 0 1 0 0,1 1 0 0 0,-2 12 0 0 0,4-15-13 0 0,0-1 0 0 0,-1 1 0 0 0,0-1-1 0 0,-4 10 1 0 0,4-10 27 0 0,0-1 1 0 0,0 0-1 0 0,1 1 0 0 0,-1-1 0 0 0,1 1 0 0 0,0-1 1 0 0,0 1-1 0 0,0 6 0 0 0,2-10-3 0 0,0 0 0 0 0,0 0 0 0 0,0 0 0 0 0,-1 0 0 0 0,1 0 0 0 0,0 0 0 0 0,0 0 0 0 0,1-1 0 0 0,-1 1 0 0 0,0 0 0 0 0,0-1 0 0 0,0 1 0 0 0,3 0 0 0 0,-2 0 10 0 0,1 1-5 0 0,1 0 0 0 0,0-1-1 0 0,0 1 1 0 0,0-1 0 0 0,0 0 0 0 0,0 0 0 0 0,0 0 0 0 0,0-1-1 0 0,0 1 1 0 0,0-1 0 0 0,0 0 0 0 0,0 0 0 0 0,8-2 0 0 0,-1 0 60 0 0,0-2 1 0 0,0 1 0 0 0,15-8-1 0 0,5-1 16 0 0,-22 8-64 0 0,0 0 0 0 0,-1 0 0 0 0,1-1-1 0 0,-1-1 1 0 0,0 1 0 0 0,-1-1 0 0 0,1-1-1 0 0,-1 1 1 0 0,-1-1 0 0 0,1 0 0 0 0,-1-1-1 0 0,0 1 1 0 0,-1-1 0 0 0,7-13 0 0 0,-3 5 44 0 0,-2 0 0 0 0,1-1 1 0 0,-2 0-1 0 0,0 0 0 0 0,-2-1 0 0 0,6-32 1 0 0,-8 41-43 0 0,0-1 1 0 0,0 0-1 0 0,8-15 1 0 0,-7 17-7 0 0,0 0 1 0 0,0 0 0 0 0,-1-1 0 0 0,0 1 0 0 0,1-17 0 0 0,-2 18-1 0 0,-1 0 0 0 0,0 0 0 0 0,-1-1-1 0 0,0 1 1 0 0,-3-11 0 0 0,4 16-22 0 0,-1 0-1 0 0,1 0 1 0 0,-1 1-1 0 0,0-1 1 0 0,0 0-1 0 0,0 1 1 0 0,0-1-1 0 0,0 0 1 0 0,0 1-1 0 0,0-1 1 0 0,0 1-1 0 0,0 0 1 0 0,-1-1-1 0 0,1 1 1 0 0,-1 0 0 0 0,1 0-1 0 0,-1 0 1 0 0,0 0-1 0 0,1 0 1 0 0,-1 0-1 0 0,0 0 1 0 0,1 1-1 0 0,-1-1 1 0 0,0 1-1 0 0,-2-1 1 0 0,-1 0-9 0 0,1 0 0 0 0,0 0 1 0 0,0-1-1 0 0,0 1 0 0 0,0-1 1 0 0,-3-2-1 0 0,3 2-10 0 0,1 0 0 0 0,-1 0 0 0 0,1 1 0 0 0,-1 0 0 0 0,0-1 0 0 0,0 1 0 0 0,-7-1 0 0 0,5 2 2 0 0,1 0 0 0 0,-1 0-1 0 0,1 1 1 0 0,-1-1 0 0 0,1 1 0 0 0,-1 0-1 0 0,1 1 1 0 0,0-1 0 0 0,0 1-1 0 0,-1 0 1 0 0,1 0 0 0 0,-5 4-1 0 0,3-1 2 0 0,-1 0 0 0 0,1 1 0 0 0,0-1 0 0 0,1 2-1 0 0,-1-1 1 0 0,-9 13 0 0 0,1 4-21 0 0,1 0-1 0 0,0 1 1 0 0,-18 47-1 0 0,24-53 25 0 0,1 1-1 0 0,1 0 1 0 0,1 0-1 0 0,0 0 1 0 0,-2 24 0 0 0,6-37 14 0 0,0-1-1 0 0,0 0 1 0 0,-1 0 0 0 0,1 0 0 0 0,-1 0 0 0 0,-4 7 0 0 0,3-8-5 0 0,1 1 1 0 0,0 0-1 0 0,0-1 0 0 0,1 1 1 0 0,-1 0-1 0 0,1 0 0 0 0,0 0 1 0 0,0 8-1 0 0,1-12 17 0 0,3 14-4565 0 0,0-12 2044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14579 0 0,'-8'0'-34'0'0,"-13"2"397"0"0,7 8-3380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62 6865 0 0,'-2'0'6190'0'0,"-10"-4"-5670"0"0,6 2-658 0 0,1 1 0 0 0,-1-1 0 0 0,0 1 0 0 0,-8-2 0 0 0,37-10 376 0 0,-20 12-223 0 0,67-26 195 0 0,-64 25-203 0 0,0 0 0 0 0,0 1 0 0 0,0 0 0 0 0,0 0 0 0 0,0 1 0 0 0,0-1 0 0 0,0 1 0 0 0,0 1 0 0 0,0-1 0 0 0,7 2 1 0 0,-11-1-3 0 0,-1-1 1 0 0,0 1-1 0 0,0 0 1 0 0,1-1-1 0 0,-1 1 1 0 0,0 0-1 0 0,0 0 1 0 0,0 0-1 0 0,0 0 1 0 0,0 0 0 0 0,0 0-1 0 0,0 0 1 0 0,0 0-1 0 0,-1 0 1 0 0,1 1-1 0 0,1 1 1 0 0,9 26 81 0 0,-4-9-19 0 0,-4-11-31 0 0,0-1 0 0 0,-1 1 0 0 0,1 0 0 0 0,-2 0-1 0 0,1 0 1 0 0,-1 0 0 0 0,0 0 0 0 0,-1 0 0 0 0,0 0 0 0 0,-1 0 0 0 0,0 0 0 0 0,-3 15 0 0 0,-2 0 183 0 0,-1-1 1 0 0,0 1 0 0 0,-17 32 0 0 0,18-43-147 0 0,-2 0 0 0 0,0 0 1 0 0,0 0-1 0 0,-18 19 0 0 0,-46 39 101 0 0,62-61-189 0 0,3-4-277 0 0,-18 14-4607 0 0,22-18 2279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7 113 8610 0 0,'-2'-3'4110'0'0,"-2"-8"-3139"0"0,4 11-962 0 0,0-1 23 0 0,0 1 0 0 0,0-1 1 0 0,1 1-1 0 0,-1-1 0 0 0,0 1 0 0 0,1-1 0 0 0,-1 1 0 0 0,1 0 0 0 0,-1-1 0 0 0,0 1 0 0 0,1 0 0 0 0,-1-1 0 0 0,1 1 0 0 0,-1 0 0 0 0,1-1 0 0 0,-1 1 0 0 0,1 0 1 0 0,-1 0-1 0 0,1 0 0 0 0,0-1 0 0 0,42-17 228 0 0,-17 7-222 0 0,0 0 0 0 0,1 2 1 0 0,0 0-1 0 0,36-5 1 0 0,-16 7-223 0 0,-4 1-1445 0 0,1 2-3466 0 0,-25 2 962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39 135 10634 0 0,'-6'-16'2194'0'0,"5"15"-2219"0"0,0 0 1 0 0,1 0-1 0 0,-1 0 0 0 0,1 0 1 0 0,-1 0-1 0 0,1 0 0 0 0,-1 0 0 0 0,1 0 1 0 0,0 0-1 0 0,-1 0 0 0 0,1 0 0 0 0,0-1 1 0 0,0 1-1 0 0,0 0 0 0 0,0 0 0 0 0,0 0 1 0 0,0 0-1 0 0,0-1 0 0 0,0 1 0 0 0,1 0 1 0 0,-1-2-1 0 0,2 0 47 0 0,0 0 1 0 0,0-1-1 0 0,0 1 1 0 0,0 0-1 0 0,1 0 1 0 0,-1 0-1 0 0,1 0 1 0 0,0 1-1 0 0,0-1 1 0 0,0 1-1 0 0,0 0 0 0 0,0 0 1 0 0,0 0-1 0 0,0 0 1 0 0,1 0-1 0 0,5-1 1 0 0,6-3 210 0 0,0 1 1 0 0,24-4 0 0 0,-24 6-168 0 0,-10 2-50 0 0,0 0-1 0 0,0 0 0 0 0,0 0 0 0 0,0-1 0 0 0,0 0 0 0 0,9-4 0 0 0,-12 5-8 0 0,0-1 0 0 0,0 1 1 0 0,0 0-1 0 0,0 0 0 0 0,1 0 0 0 0,-1 0 1 0 0,0 1-1 0 0,0-1 0 0 0,1 0 0 0 0,-1 1 1 0 0,0 0-1 0 0,1-1 0 0 0,-1 1 0 0 0,1 0 1 0 0,-1 0-1 0 0,1 0 0 0 0,-1 1 0 0 0,0-1 1 0 0,5 2-1 0 0,-5-1 2 0 0,-1 0 0 0 0,1 0 1 0 0,0 1-1 0 0,0-1 0 0 0,-1 1 1 0 0,1-1-1 0 0,0 1 0 0 0,-1 0 1 0 0,0 0-1 0 0,1 0 0 0 0,-1 0 0 0 0,0 0 1 0 0,0 0-1 0 0,0 0 0 0 0,0 0 1 0 0,0 0-1 0 0,-1 0 0 0 0,1 0 0 0 0,-1 0 1 0 0,1 5-1 0 0,0 0 28 0 0,-1 0-1 0 0,0 0 1 0 0,0 1 0 0 0,0-1-1 0 0,-1 0 1 0 0,0 0-1 0 0,-1 0 1 0 0,1 1 0 0 0,-2-1-1 0 0,-4 12 1 0 0,-4 12 89 0 0,8-22-96 0 0,-1-1-1 0 0,0 1 0 0 0,0-1 0 0 0,-1 0 0 0 0,0-1 0 0 0,0 1 0 0 0,-1-1 0 0 0,0 0 0 0 0,-11 10 0 0 0,-4 2 121 0 0,-44 30 0 0 0,49-38-43 0 0,-1-2 0 0 0,0 0-1 0 0,-20 7 1 0 0,25-10 79 0 0,-2 1 526 0 0,14-11-451 0 0,7-7-238 0 0,1 1 44 0 0,0 1 1 0 0,1 0-1 0 0,1 1 1 0 0,-1 0-1 0 0,1 0 1 0 0,1 1-1 0 0,-1 1 1 0 0,1 0-1 0 0,0 0 1 0 0,1 1-1 0 0,-1 0 1 0 0,1 1 0 0 0,13-3-1 0 0,-19 5-52 0 0,1 1 0 0 0,-1-2 0 0 0,1 1 0 0 0,5-4 0 0 0,-7 4-35 0 0,0 0-1 0 0,-1 0 1 0 0,1 0-1 0 0,1 0 1 0 0,-1 1-1 0 0,0 0 1 0 0,0 0-1 0 0,7 0 1 0 0,53 10-9314 0 0,-48-9 5361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22 314 11442 0 0,'-21'-4'377'0'0,"22"-1"-350"0"0,0 1 1 0 0,0 0 0 0 0,1 0 0 0 0,-1 0 0 0 0,1 0 0 0 0,0 0 0 0 0,0 0 0 0 0,0 0 0 0 0,1 1 0 0 0,0-1-1 0 0,-1 1 1 0 0,6-6 0 0 0,11-10 54 0 0,24-23 127 0 0,50-64 0 0 0,-82 81 258 0 0,-9 17-163 0 0,-8 17-369 0 0,-6 15 94 0 0,-43 85 141 0 0,48-91-132 0 0,0-1 0 0 0,1 2-1 0 0,1-1 1 0 0,-4 26 0 0 0,9-43-7 0 0,0 0 0 0 0,-1 0 0 0 0,1-1 0 0 0,0 1-1 0 0,0 0 1 0 0,0 0 0 0 0,0-1 0 0 0,0 1 0 0 0,0 0 0 0 0,0 0 0 0 0,1-1 0 0 0,-1 1 0 0 0,0 0-1 0 0,0-1 1 0 0,1 1 0 0 0,-1 0 0 0 0,0 0 0 0 0,1-1 0 0 0,-1 1 0 0 0,0-1 0 0 0,1 1 0 0 0,-1 0 0 0 0,1-1-1 0 0,-1 1 1 0 0,1-1 0 0 0,0 1 0 0 0,1 0-12 0 0,-1-1 1 0 0,0 1-1 0 0,0-1 1 0 0,1 0-1 0 0,-1 1 1 0 0,0-1-1 0 0,1 0 0 0 0,-1 0 1 0 0,0 0-1 0 0,1 0 1 0 0,-1-1-1 0 0,0 1 0 0 0,1 0 1 0 0,0-1-1 0 0,8-2-1 0 0,0 0-1 0 0,-1-1 0 0 0,12-6 1 0 0,-13 6 105 0 0,11-7-82 0 0,0-1 0 0 0,0-1 0 0 0,-1 0 0 0 0,-1-1 0 0 0,0-1 0 0 0,27-31 1 0 0,2-15 110 0 0,-34 43-137 0 0,1 2-1 0 0,0 0 1 0 0,30-28-1 0 0,-31 30-29 0 0,3 0-216 0 0,-12 15 154 0 0,-4 7 94 0 0,-34 61 33 0 0,23-48-32 0 0,0 1 0 0 0,-13 40 0 0 0,20-48-9 0 0,0 0-1 0 0,-1 0 1 0 0,0 0 0 0 0,-1 0 0 0 0,-12 16 0 0 0,-22 35 6 0 0,-78 112-937 0 0,109-164 76 0 0,-1 2-1363 0 0,4-7-3270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3 6113 0 0,'0'0'814'0'0,"-8"-3"1260"0"0,5 7-1940 0 0,0 1 1 0 0,1-1 0 0 0,-1 1 0 0 0,1-1 0 0 0,-1 1-1 0 0,2 0 1 0 0,-1 0 0 0 0,-2 8 0 0 0,-5 15 793 0 0,-7 2-235 0 0,-23 35-1 0 0,22-38-360 0 0,-25 50 0 0 0,35-57 141 0 0,6-13 30 0 0,5-15 20 0 0,59-105-250 0 0,-52 91-250 0 0,-10 18-20 0 0,1 0-1 0 0,0 0 0 0 0,0 0 0 0 0,0 1 0 0 0,4-6 0 0 0,5-3 12 0 0,0 0 0 0 0,1 1 0 0 0,0 0 1 0 0,1 1-1 0 0,0 1 0 0 0,0 0 0 0 0,1 1 0 0 0,20-10 0 0 0,-27 14-24 0 0,7-3-114 0 0,-14 7 125 0 0,0 0 0 0 0,1 1 0 0 0,-1-1 1 0 0,1 0-1 0 0,-1 0 0 0 0,0 0 0 0 0,1 0 1 0 0,-1 1-1 0 0,0-1 0 0 0,1 0 0 0 0,-1 0 1 0 0,0 1-1 0 0,1-1 0 0 0,-1 0 0 0 0,0 0 1 0 0,1 1-1 0 0,-1-1 0 0 0,0 0 0 0 0,0 1 1 0 0,0-1-1 0 0,1 0 0 0 0,-1 1 0 0 0,0-1 1 0 0,0 1-1 0 0,0-1 0 0 0,0 0 0 0 0,1 1 1 0 0,-1-1-1 0 0,0 1 0 0 0,0-1 0 0 0,0 0 1 0 0,0 1-1 0 0,0-1 0 0 0,0 1 1 0 0,0-1-1 0 0,0 1 0 0 0,-1-1 0 0 0,1 1 1 0 0,-1 12 92 0 0,0 0 1 0 0,-1-1 0 0 0,0 1 0 0 0,-1-1 0 0 0,0 1-1 0 0,-1-1 1 0 0,-1 0 0 0 0,0 0 0 0 0,-10 17 0 0 0,21-39-85 0 0,1 0 1 0 0,0 1-1 0 0,0 0 0 0 0,1 0 1 0 0,0 1-1 0 0,0 0 0 0 0,1 0 1 0 0,0 1-1 0 0,1 0 1 0 0,-1 1-1 0 0,1 0 0 0 0,0 1 1 0 0,20-8-1 0 0,-29 12-11 0 0,0 1-1 0 0,-1 0 1 0 0,1 0 0 0 0,0 0-1 0 0,-1-1 1 0 0,1 1-1 0 0,0 0 1 0 0,-1 0 0 0 0,1 0-1 0 0,0 0 1 0 0,0 1-1 0 0,-1-1 1 0 0,1 0 0 0 0,0 0-1 0 0,-1 0 1 0 0,1 0-1 0 0,0 1 1 0 0,-1-1 0 0 0,1 0-1 0 0,0 1 1 0 0,-1-1-1 0 0,1 0 1 0 0,-1 1 0 0 0,1-1-1 0 0,-1 1 1 0 0,1-1-1 0 0,-1 1 1 0 0,1-1 0 0 0,-1 1-1 0 0,1-1 1 0 0,0 2-1 0 0,8 22-46 0 0,-3-8 34 0 0,-4-13 34 0 0,0 0 0 0 0,0 0-1 0 0,0 0 1 0 0,0 0 0 0 0,1 0-1 0 0,-1 0 1 0 0,1 0 0 0 0,0-1-1 0 0,0 0 1 0 0,0 1 0 0 0,0-1-1 0 0,0 0 1 0 0,0 0 0 0 0,1-1-1 0 0,-1 1 1 0 0,1-1 0 0 0,-1 1-1 0 0,6 0 1 0 0,2 2 3 0 0,4 2 18 0 0,-9-4-23 0 0,0 1-1 0 0,0-1 1 0 0,1 0 0 0 0,-1 0-1 0 0,0-1 1 0 0,1 0 0 0 0,-1 0 0 0 0,1 0-1 0 0,-1-1 1 0 0,12-1 0 0 0,-14 1-77 0 0,-1-1 0 0 0,0 1 0 0 0,1-1 0 0 0,-1 0 0 0 0,1 0 1 0 0,-1 0-1 0 0,0-1 0 0 0,0 1 0 0 0,6-4 0 0 0,-7 3-531 0 0,0 0 0 0 0,0 0-1 0 0,0 0 1 0 0,0 0 0 0 0,0 0-1 0 0,0 0 1 0 0,-1 0 0 0 0,2-4-1 0 0,3-3-2269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75 451 7194 0 0,'-15'0'3483'0'0,"-7"-2"-2563"0"0,-14-1 339 0 0,36 3-1256 0 0,0 0 0 0 0,1 0-1 0 0,-1 0 1 0 0,0 0 0 0 0,0 0 0 0 0,0 0-1 0 0,0 0 1 0 0,0 0 0 0 0,0 0 0 0 0,0 0 0 0 0,0 0-1 0 0,0 0 1 0 0,0 0 0 0 0,0 0 0 0 0,0-1-1 0 0,0 1 1 0 0,0 0 0 0 0,0 0 0 0 0,0 0 0 0 0,0 0-1 0 0,0 0 1 0 0,0 0 0 0 0,0 0 0 0 0,0 0-1 0 0,0 0 1 0 0,0 0 0 0 0,0-1 0 0 0,0 1-1 0 0,0 0 1 0 0,0 0 0 0 0,0 0 0 0 0,0 0 0 0 0,0 0-1 0 0,0 0 1 0 0,0 0 0 0 0,0 0 0 0 0,0 0-1 0 0,0 0 1 0 0,0 0 0 0 0,0 0 0 0 0,0-1 0 0 0,0 1-1 0 0,-1 0 1 0 0,1 0 0 0 0,0 0 0 0 0,0 0-1 0 0,0 0 1 0 0,0 0 0 0 0,0 0 0 0 0,0 0-1 0 0,0 0 1 0 0,0 0 0 0 0,0 0 0 0 0,0 0 0 0 0,0 0-1 0 0,-1 0 1 0 0,1 0 0 0 0,0 0 0 0 0,0 0-1 0 0,0 0 1 0 0,0 0 0 0 0,0 0 0 0 0,0 0 0 0 0,0 0-1 0 0,0 0 1 0 0,0 0 0 0 0,-1 0 0 0 0,12-5 113 0 0,133-34 1199 0 0,73-21 134 0 0,1041-248-393 0 0,-1207 298-1076 0 0,1 2 1 0 0,87-2-1 0 0,-150 10-4515 0 0,-14-3 1982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320 147 11154 0 0,'-3'-1'54'0'0,"0"0"-1"0"0,1 0 0 0 0,-1-1 0 0 0,0 1 0 0 0,1-1 0 0 0,-1 1 1 0 0,-2-4-1 0 0,-7-2-96 0 0,5 4 169 0 0,0 1-1 0 0,0 0 1 0 0,0 0-1 0 0,-1 0 1 0 0,1 1-1 0 0,0 0 1 0 0,-1 1-1 0 0,1 0 1 0 0,0 0 0 0 0,-1 0-1 0 0,-7 2 1 0 0,9-1-94 0 0,1 0 0 0 0,-1 1 1 0 0,1-1-1 0 0,-1 1 1 0 0,1 0-1 0 0,0 0 0 0 0,-1 1 1 0 0,1-1-1 0 0,0 1 1 0 0,1 1-1 0 0,-1-1 0 0 0,0 0 1 0 0,1 1-1 0 0,-5 6 1 0 0,-2 1-2 0 0,2 1 0 0 0,0 0 1 0 0,0 0-1 0 0,1 1 1 0 0,0 1-1 0 0,1-1 0 0 0,1 1 1 0 0,-9 29-1 0 0,2-14-45 0 0,11-27 70 0 0,1 1 0 0 0,-1 0 0 0 0,1 0 0 0 0,0 0 0 0 0,-1 0 0 0 0,1 0 0 0 0,0 0 0 0 0,1 0 0 0 0,-1 0 0 0 0,0 6 0 0 0,2-8-23 0 0,-1 0 0 0 0,1-1 0 0 0,0 1 1 0 0,0 0-1 0 0,-1 0 0 0 0,1 0 0 0 0,0-1 0 0 0,0 1 1 0 0,0 0-1 0 0,0-1 0 0 0,0 1 0 0 0,0 0 0 0 0,0-1 1 0 0,0 1-1 0 0,0-1 0 0 0,0 0 0 0 0,0 1 0 0 0,0-1 1 0 0,2 0-1 0 0,-1 1 39 0 0,7 1-17 0 0,0 0-1 0 0,0-1 1 0 0,0 0 0 0 0,0 0-1 0 0,0-1 1 0 0,1 0 0 0 0,-1-1-1 0 0,0 0 1 0 0,0 0 0 0 0,0-1-1 0 0,0 0 1 0 0,0-1 0 0 0,9-3-1 0 0,16-8 100 0 0,60-33 0 0 0,-20 7 133 0 0,-68 35-252 0 0,0 0 0 0 0,0-1 1 0 0,0 0-1 0 0,-1 0 0 0 0,0 0 0 0 0,0-1 0 0 0,-1 0 0 0 0,0 0 1 0 0,0 0-1 0 0,0-1 0 0 0,-1 1 0 0 0,0-1 0 0 0,4-14 0 0 0,-6 15 24 0 0,1-1 0 0 0,1 0 0 0 0,4-10 0 0 0,-5 13-36 0 0,1-1 1 0 0,-1 1-1 0 0,0-1 1 0 0,-1 1-1 0 0,1-1 1 0 0,-1 1-1 0 0,-1-1 1 0 0,1-11-1 0 0,-1 14-22 0 0,0 0 0 0 0,0 1 0 0 0,-1-1 0 0 0,1 1 0 0 0,-1-1 0 0 0,0 1 0 0 0,1 0 0 0 0,-1-1 0 0 0,-1 1 0 0 0,1 0 0 0 0,0 0 0 0 0,0-1 0 0 0,-1 1 0 0 0,1 0 1 0 0,-1 0-1 0 0,0 0 0 0 0,0 1 0 0 0,-3-4 0 0 0,1 3-19 0 0,1 0 0 0 0,-1 0 0 0 0,0 0 1 0 0,1 0-1 0 0,-1 1 0 0 0,0 0 0 0 0,0 0 1 0 0,0 0-1 0 0,0 0 0 0 0,0 1 0 0 0,-5-1 1 0 0,4 1 2 0 0,-1 1 0 0 0,1 0 1 0 0,0 0-1 0 0,-1 0 0 0 0,1 0 0 0 0,0 1 1 0 0,0 0-1 0 0,0 0 0 0 0,0 0 1 0 0,1 1-1 0 0,-1 0 0 0 0,0-1 1 0 0,1 2-1 0 0,0-1 0 0 0,-6 6 0 0 0,-2 3-397 0 0,0 0 0 0 0,1 1 0 0 0,-15 22-1 0 0,22-30-97 0 0,1 1-1 0 0,0 0 1 0 0,0 0 0 0 0,0 0-1 0 0,1 0 1 0 0,0 1-1 0 0,-2 8 1 0 0,0 0-1656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 14611 0 0,'-12'0'-63'0'0,"5"0"256"0"0,-1 0 0 0 0,0 0 0 0 0,0 1 0 0 0,-8 2 0 0 0,13-3-444 0 0,1 1 0 0 0,-1 0 0 0 0,1 0 0 0 0,0 0 0 0 0,-1 0 0 0 0,1 0 0 0 0,0 1 0 0 0,0-1 0 0 0,0 1 0 0 0,-3 2 0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3 11562 0 0,'-5'-1'581'0'0,"4"1"-573"0"0,1 0-1 0 0,-1-1 0 0 0,1 1 0 0 0,-1 0 0 0 0,1 0 1 0 0,-1 0-1 0 0,1 0 0 0 0,-1 0 0 0 0,1 0 0 0 0,-1 0 0 0 0,1 0 1 0 0,-1 0-1 0 0,1 0 0 0 0,-1 0 0 0 0,1 0 0 0 0,-1 0 0 0 0,1 1 1 0 0,-1-1-1 0 0,1 0 0 0 0,-1 0 0 0 0,1 0 0 0 0,-1 1 0 0 0,1-1 1 0 0,0 0-1 0 0,-1 1 0 0 0,1-1 0 0 0,-1 0 0 0 0,1 1 0 0 0,0-1 1 0 0,-1 0-1 0 0,1 1 0 0 0,0-1 0 0 0,0 1 0 0 0,-1-1 0 0 0,1 1 1 0 0,0-1-1 0 0,-1 1 0 0 0,-95 167 3396 0 0,45-85-3088 0 0,16-31-200 0 0,24-39-85 0 0,2 1 1 0 0,0 0-1 0 0,-10 19 0 0 0,12-21-240 0 0,0 1 0 0 0,-1-1 0 0 0,-16 17 0 0 0,16-22-4023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43 135 12739 0 0,'-1'-2'190'0'0,"1"0"0"0"0,-1 0 0 0 0,1 0 0 0 0,-1 1 0 0 0,0-1 0 0 0,0 0 0 0 0,0 0 0 0 0,0 1 0 0 0,-2-3 0 0 0,-6-11-406 0 0,4 2-11 0 0,3 10 296 0 0,1 1 1 0 0,0-1 0 0 0,0 0 0 0 0,0 1 0 0 0,0-1 0 0 0,1 0-1 0 0,-1-4 1 0 0,1 6-39 0 0,0 0 0 0 0,0 0 0 0 0,0 0 0 0 0,0 0 0 0 0,1 0-1 0 0,-1 0 1 0 0,0 0 0 0 0,1 0 0 0 0,-1 0 0 0 0,1 0 0 0 0,-1 0 0 0 0,1 0 0 0 0,0 0-1 0 0,-1 0 1 0 0,1 0 0 0 0,0 0 0 0 0,0 0 0 0 0,-1 1 0 0 0,1-1 0 0 0,0 0 0 0 0,0 1-1 0 0,0-1 1 0 0,0 0 0 0 0,1 0 0 0 0,1 0-19 0 0,0 0 0 0 0,0 0 0 0 0,0 0 0 0 0,0 0 0 0 0,0 0 0 0 0,0 1 0 0 0,6-1 0 0 0,20-5 21 0 0,-23 4-22 0 0,5-3-13 0 0,1 1 0 0 0,0 0 0 0 0,0 1-1 0 0,12-2 1 0 0,-21 4 1 0 0,0 1 0 0 0,0 0 0 0 0,0 0 0 0 0,0 0 0 0 0,0 0 0 0 0,-1 0 0 0 0,1 0 0 0 0,0 1 0 0 0,0-1-1 0 0,0 1 1 0 0,-1 0 0 0 0,1 0 0 0 0,0 0 0 0 0,-1 0 0 0 0,1 1 0 0 0,-1-1 0 0 0,1 0 0 0 0,-1 1 0 0 0,0 0 0 0 0,1 0 0 0 0,-1 0 0 0 0,0 0 0 0 0,0 0 0 0 0,2 3 0 0 0,0 0 17 0 0,0 1 0 0 0,-1 0 1 0 0,0-1-1 0 0,0 1 1 0 0,0 0-1 0 0,-1 0 0 0 0,0 1 1 0 0,0-1-1 0 0,-1 0 0 0 0,0 1 1 0 0,0-1-1 0 0,0 1 1 0 0,0 0-1 0 0,-1-1 0 0 0,-1 1 1 0 0,1-1-1 0 0,-1 1 0 0 0,0-1 1 0 0,0 1-1 0 0,-1-1 1 0 0,0 0-1 0 0,0 1 0 0 0,0-1 1 0 0,-7 11-1 0 0,0 2 23 0 0,6-13-22 0 0,0 1 0 0 0,-1-1 0 0 0,1 0-1 0 0,-1 0 1 0 0,0 0 0 0 0,-1 0 0 0 0,-8 9-1 0 0,-55 38 94 0 0,35-28-52 0 0,-35 34 0 0 0,66-57-58 0 0,0 0 0 0 0,0 0-1 0 0,0 1 1 0 0,0-1 0 0 0,0 0 0 0 0,1 1 0 0 0,0 0 0 0 0,-1-1-1 0 0,1 1 1 0 0,0 0 0 0 0,0 0 0 0 0,0-1 0 0 0,1 1 0 0 0,-1 0-1 0 0,1 0 1 0 0,-1 5 0 0 0,2-8 7 0 0,-1 1 0 0 0,1-1-1 0 0,-1 1 1 0 0,1-1 0 0 0,0 1-1 0 0,0-1 1 0 0,-1 1 0 0 0,1-1-1 0 0,0 0 1 0 0,-1 0 0 0 0,1 1-1 0 0,0-1 1 0 0,0 0 0 0 0,0 0-1 0 0,-1 0 1 0 0,1 0 0 0 0,0 0 0 0 0,0 0-1 0 0,1 0 1 0 0,19 0 56 0 0,-19-1-42 0 0,7 1 16 0 0,0-1 1 0 0,0 0 0 0 0,0-1 0 0 0,0 0-1 0 0,0 0 1 0 0,0-1 0 0 0,-1 0 0 0 0,0 0-1 0 0,1-1 1 0 0,-1 0 0 0 0,0-1 0 0 0,11-9-1 0 0,-17 12-9 0 0,0 0 1 0 0,-1 0-1 0 0,0 0 0 0 0,1 0 0 0 0,-1 0 0 0 0,0 0 0 0 0,0-1 0 0 0,0 1 0 0 0,0-5 0 0 0,7-12 78 0 0,-5 13-72 0 0,0 0 0 0 0,0 0 0 0 0,-1-1 0 0 0,1 1 0 0 0,-2-1 0 0 0,1 0 0 0 0,-1 0 0 0 0,0 1 0 0 0,0-1 0 0 0,0 0 0 0 0,-1 0 0 0 0,0 0 0 0 0,-1 0 0 0 0,0 0 0 0 0,-2-9-1 0 0,1 5-12 0 0,-1 0 0 0 0,-1 0-1 0 0,0 0 1 0 0,-1 0-1 0 0,0 1 1 0 0,0-1-1 0 0,-1 1 1 0 0,-10-12-1 0 0,13 19-74 0 0,-1 0 1 0 0,0 0-1 0 0,0 0 0 0 0,0 0 0 0 0,-1 1 1 0 0,1 0-1 0 0,-1 0 0 0 0,-6-2 0 0 0,1 0-495 0 0,10 3 240 0 0,-1 1-1 0 0,0 0 1 0 0,1 0 0 0 0,-1-1 0 0 0,0 1 0 0 0,1 0 0 0 0,-1 0 0 0 0,0 0 0 0 0,1 0-1 0 0,-1 0 1 0 0,0 0 0 0 0,0 0 0 0 0,1 0 0 0 0,-1 0 0 0 0,0 0 0 0 0,1 1 0 0 0,-1-1-1 0 0,0 0 1 0 0,1 0 0 0 0,-1 1 0 0 0,0-1 0 0 0,1 0 0 0 0,-2 1 0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27 487 10762 0 0,'-1'0'69'0'0,"0"0"0"0"0,0 0 0 0 0,0 0 0 0 0,0 0-1 0 0,0 0 1 0 0,0 0 0 0 0,0 0 0 0 0,-1 0 0 0 0,1-1-1 0 0,0 1 1 0 0,0 0 0 0 0,1-1 0 0 0,-1 1 0 0 0,0 0-1 0 0,0-1 1 0 0,0 0 0 0 0,0 1 0 0 0,0-1 0 0 0,0 1-1 0 0,1-1 1 0 0,-1 0 0 0 0,0 0 0 0 0,0 1 0 0 0,0-3-1 0 0,0 2-35 0 0,1-1 0 0 0,-1 0 0 0 0,1 1 0 0 0,0-1 0 0 0,0 1 0 0 0,0-1 0 0 0,0 0 0 0 0,0 1 0 0 0,0-1 0 0 0,0 1 0 0 0,0-1 0 0 0,1 0 0 0 0,-1 1 0 0 0,1-3 0 0 0,4-7-64 0 0,0 0 0 0 0,0 0 0 0 0,11-15 0 0 0,-11 17 211 0 0,5-8-83 0 0,-2-1-1 0 0,8-20 0 0 0,-15 35-80 0 0,5-10 10 0 0,1 0 0 0 0,1 1 0 0 0,0 1 0 0 0,13-17 0 0 0,11-15 9 0 0,-24 30-35 0 0,1 1 0 0 0,0 0 0 0 0,0 1 1 0 0,2 0-1 0 0,-1 0 0 0 0,1 1 0 0 0,14-10 0 0 0,-24 19 22 0 0,0 1 0 0 0,0-1-1 0 0,0 0 1 0 0,0 1 0 0 0,0-1-1 0 0,0 1 1 0 0,0-1 0 0 0,0 1-1 0 0,0-1 1 0 0,0 1 0 0 0,0 0-1 0 0,1 0 1 0 0,1-1 0 0 0,-3 1-17 0 0,1 0 0 0 0,-1 1 1 0 0,1-1-1 0 0,-1 0 1 0 0,0 0-1 0 0,1 0 0 0 0,-1 0 1 0 0,0 1-1 0 0,1-1 1 0 0,-1 0-1 0 0,0 0 0 0 0,1 1 1 0 0,-1-1-1 0 0,0 0 1 0 0,0 0-1 0 0,1 1 1 0 0,-1-1-1 0 0,0 0 0 0 0,0 1 1 0 0,0-1-1 0 0,1 0 1 0 0,-1 1-1 0 0,0-1 0 0 0,0 0 1 0 0,0 1-1 0 0,0 0 1 0 0,1 3 5 0 0,-1 1 1 0 0,0-1 0 0 0,0 0 0 0 0,0 1 0 0 0,-1 6 0 0 0,0-7-6 0 0,-4 23 25 0 0,-1-1 0 0 0,-14 41 0 0 0,-7 26 216 0 0,27-93-229 0 0,0 1 0 0 0,0-1 0 0 0,0 0 0 0 0,0 1 0 0 0,0-1 0 0 0,-1 0 0 0 0,1 1 0 0 0,0-1 0 0 0,0 0 0 0 0,0 1 0 0 0,0-1 0 0 0,0 0 0 0 0,0 1 0 0 0,0-1 0 0 0,0 0 0 0 0,0 1 0 0 0,0-1 0 0 0,1 0-1 0 0,-1 1 1 0 0,0-1 0 0 0,0 0 0 0 0,0 1 0 0 0,0-1 0 0 0,0 0 0 0 0,1 1 0 0 0,-1-1 0 0 0,0 0 0 0 0,0 1 0 0 0,1-1 0 0 0,-1 0 0 0 0,0 0 0 0 0,0 0 0 0 0,1 1 0 0 0,-1-1 0 0 0,0 0 0 0 0,1 1 0 0 0,14-5 143 0 0,14-18-119 0 0,60-78 153 0 0,42-53-132 0 0,-113 129-67 0 0,-15 20-8 0 0,-1 0 0 0 0,1 0 0 0 0,0 0 0 0 0,0 0 0 0 0,0 1 0 0 0,1-1 0 0 0,0 1 0 0 0,-1 0 0 0 0,1 0 0 0 0,0 0 0 0 0,6-3 0 0 0,-9 6 10 0 0,-1 0 1 0 0,0 0-1 0 0,1 0 1 0 0,-1 1 0 0 0,0-1-1 0 0,0 0 1 0 0,1 0 0 0 0,-1 0-1 0 0,0 0 1 0 0,1 1-1 0 0,-1-1 1 0 0,0 0 0 0 0,0 0-1 0 0,0 1 1 0 0,1-1 0 0 0,-1 0-1 0 0,0 1 1 0 0,0-1-1 0 0,0 0 1 0 0,0 0 0 0 0,1 1-1 0 0,-1-1 1 0 0,0 0 0 0 0,0 1-1 0 0,0-1 1 0 0,0 0-1 0 0,0 1 1 0 0,0-1 0 0 0,0 0-1 0 0,0 1 1 0 0,0-1 0 0 0,0 0-1 0 0,0 1 1 0 0,0-1-1 0 0,0 0 1 0 0,0 1 0 0 0,0-1-1 0 0,-1 1 1 0 0,0 15 35 0 0,-2-3-36 0 0,0 0 1 0 0,-1-1 0 0 0,-11 24 0 0 0,-4 14 12 0 0,10-27-10 0 0,-1 0 0 0 0,-1-1 0 0 0,-27 42-1 0 0,19-32 41 0 0,-32 40 120 0 0,35-53-799 0 0,2 1 0 0 0,-18 32 0 0 0,22-29-3435 0 0,8-19 969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8T10:12:19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7 6609 0 0,'0'0'296'0'0,"-1"-6"2632"0"0,-6 26-2759 0 0,-11 35 1046 0 0,-2-1-1 0 0,-36 69 1 0 0,46-103-960 0 0,7-14-148 0 0,0 0 1 0 0,0 0-1 0 0,-1 0 0 0 0,0 0 0 0 0,-7 9 0 0 0,-60 55 706 0 0,49-51 375 0 0,54-78-1185 0 0,-22 44 2 0 0,30-43-25 0 0,81-94 1 0 0,-114 145 18 0 0,0 1 0 0 0,0-1 0 0 0,0 1-1 0 0,0 1 1 0 0,1-1 0 0 0,0 1 0 0 0,1 0-1 0 0,-1 1 1 0 0,1 0 0 0 0,10-3 0 0 0,-19 7 0 0 0,1 0 1 0 0,-1 0 0 0 0,1 1-1 0 0,-1-1 1 0 0,1 0 0 0 0,-1 0-1 0 0,0 0 1 0 0,1 1 0 0 0,-1-1-1 0 0,1 0 1 0 0,-1 1-1 0 0,0-1 1 0 0,1 0 0 0 0,-1 1-1 0 0,0-1 1 0 0,0 1 0 0 0,1-1-1 0 0,-1 0 1 0 0,0 1-1 0 0,0-1 1 0 0,1 1 0 0 0,-1-1-1 0 0,0 1 1 0 0,0-1 0 0 0,0 1-1 0 0,0-1 1 0 0,0 0-1 0 0,0 1 1 0 0,0-1 0 0 0,0 1-1 0 0,0-1 1 0 0,0 1 0 0 0,0-1-1 0 0,0 1 1 0 0,0-1-1 0 0,0 1 1 0 0,-1 19 1 0 0,-2-8 29 0 0,0 0 1 0 0,-1 0-1 0 0,-1 0 1 0 0,0-1 0 0 0,0 1-1 0 0,-1-1 1 0 0,-1 0-1 0 0,-11 14 1 0 0,13-17-28 0 0,16-16 43 0 0,0 2-1 0 0,16-8 0 0 0,-4 7 7 0 0,-20 5 11 0 0,0 1-1 0 0,0-1 0 0 0,1 1 1 0 0,-1 0-1 0 0,1 0 0 0 0,-1 0 1 0 0,1 1-1 0 0,0 0 0 0 0,-1-1 1 0 0,1 1-1 0 0,0 0 0 0 0,-1 1 1 0 0,1-1-1 0 0,-1 0 0 0 0,1 1 1 0 0,-1 0-1 0 0,1 0 0 0 0,6 3 1 0 0,3 2-411 0 0,4 3 689 0 0,0-2 0 0 0,21 7 1 0 0,0-9-1893 0 0,-34-5 908 0 0,-1 0 0 0 0,1 0 1 0 0,-1-1-1 0 0,0 1 0 0 0,1-1 0 0 0,-1 0 0 0 0,0 0 0 0 0,5-3 0 0 0,0 0-4762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18T10:12:19.22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9505 10021 95 0,'0'0'0'0,"-2"0"12"0,0 0 139 0,1 0-11 16,-1 0 21-16,0 0-48 0,1 0-13 0,-1 0-40 15,0 0-6-15,1 0-3 0,-1 0-19 0,0 0-12 16,1 0-4-16,-1 0-3 0,0 0-9 0,1 0 1 0,-1 0 2 15,1 0-1-15,1 0 5 0,0 0 44 0,0 0-8 16,0 0 21-16,0 0 6 0,0 0-21 0,0 0 5 16,1 0-13-16,1 0-14 0,1 0 0 0,0 0-7 15,12-4 4-15,2 1-17 0,-2-2-1 0,0 0-1 16,1 0-1-16,1 0-8 0,-1 0 4 0,-1 2 1 0,-5 0 1 16,-2 1-4-16,2-1 5 0,1-1-4 0,-6 3 6 15,0-1 3-15,-1 2-12 0,-3 0 6 0,4-2-6 16,-1 2 4-16,-1-1-17 0,0-1-9 0,0 0-6 15,1 2-48-15,-1 0-35 0,0 0-3 0,-1 0-11 16,0 0-22-16,-1 0-10 0,1 0-13 0,0 0-4 16,-1 0-106-16</inkml:trace>
  <inkml:trace contextRef="#ctx0" brushRef="#br0" timeOffset="1">9452 10232 414 0,'0'0'36'0,"-2"0"53"0,0 0-18 0,1 0-32 15,1-2 3-15,0 2-17 0,0 0-22 0,0 0-3 16,0 0 5-16,0 0-1 0,0 0 23 0,0 0 24 16,1 0-3-16,1 0 12 0,0 0 8 0,-1 0 12 15,1 0-2-15,1 0 2 0,1-1-25 0,2-1-33 0,4 0 0 16,2 1-11-16,-4-1-7 0,0 0 8 0,0 2-4 15,1-1 5-15,1-1-5 0,0 2 1 0,-5 0-12 0,1 0-1 16,-1 0-80-16,3-1-90 0,6-1-18 0,-3 0-33 16,1 1-161-16</inkml:trace>
  <inkml:trace contextRef="#ctx0" brushRef="#br0" timeOffset="2">10067 9905 75 0,'0'-2'23'0,"0"1"-4"0,0-1 25 15,0 0 3-15,-1-1-4 0,-1 0-14 0,2 1-4 16,-2-3 0-16,1-1 2 0,-1-1 30 0,2 4 10 15,-2-4-2-15,1 4 3 0,-1 0-5 0,1-2 4 16,1 3 5-16,0 0-3 0,0 1-2 0,-2-3-13 16,0 1-1-16,1 0-6 0,-1-1-13 0,0 3-6 15,1-1-3-15,-1 0-1 0,0 1-17 0,1-1-4 0,-1 0-3 16,0 1 0-16,1-1-4 0,-1 1 3 0,0-1-5 16,1 0 4-16,-1 1-4 0,0 1 11 0,1-2-1 15,-1 2 2-15,1-2-13 0,1 2 9 0,0 0 2 16,0 0 3-16,0 0-5 0,0 0 4 0,0 0-5 0,0 0 6 15,0 0 1-15,0 0-11 0,-2 0 8 0,2 0-8 16,0 0 10-16,0 0-8 0,0 0 1 0,0 0-2 16,0 0 7-16,0 0-6 0,-2 0-2 0,2 0-2 15,0 0 2-15,0 0 6 0,0 0-1 0,0 0 1 16,0 0-2-16,0 0-1 0,0 0 1 0,0 0-1 16,0 0 0-16,0 0 0 0,0 0 0 0,0 0 0 0,0 0-1 15,0 0 2-15,0 0 1 0,0 0 1 0,0 0-4 16,0 0 0-16,0 0 0 0,-1 0 2 0,-1 0 9 15,2 0-12-15,0 0 3 0,0 0-4 0,-2 0 6 0,2 0 13 16,-1 0-3-16,-1 0 6 0,0 0-7 0,1 0-8 16,-1 0-3-16,0 0-1 0,1 2-2 0,-1 0 2 15,0-1 1-15,1 3 1 0,-1-1-1 0,0 0 4 16,-4 12-1-16,1-3 0 0,-2 2-6 0,1 1 2 16,-1-2 2-16,1 2 2 0,-3 2 6 0,1-1 1 15,0 3-3-15,1-5 2 0,1 1-4 0,-1 0-4 16,0-2 1-16,1 2-1 0,-1 2 7 0,2-4-5 15,2-2 2-15,0-1-3 0,1-3 0 0,0 3 2 0,1-2 2 16,1-1-2-16,0-1-5 0,0 1 8 0,0-2-6 16,0 0 8-16,0 2-10 0,0-3 7 0,1 3-2 15,1-4 5-15,0 2 6 0,-1-1-8 0,1-1 8 16,0 0-7-16,-1 1 11 0,1-1-11 0,6 0 5 0,-3-1-4 16,2-1 14-16,1 6-5 0,-2-2 2 0,4 0-3 15,-3-2-4-15,1 1 2 0,2-1-3 0,0-1 4 16,2-2 1-16,-2 0 0 0,-1 0-2 0,3-2 1 15,0-1-2-15,-3-1-1 0,3-1 1 0,-2 0 0 16,0-1 7-16,0-1-10 0,1-1-2 0,-3 5-2 16,1-11 1-16,-3 1 3 0,-2 0-1 0,-1-4 0 15,-1 1-9-15,-1-1 4 0,3 1-4 0,9-4 3 0,-3-1-4 16,-4-4 1-16,-4 3 0 0,-2 1 0 0,0 3 2 16,-2 0-5-16,-3-4 5 0,0 6-6 0,-1-4 0 15,-1 3 1-15,2 6-4 0,-1-3 5 0,2 8 4 0,1-1-6 16,0 2-1-16,-1 2-4 0,-2-2-5 0,-1 2 3 15,-3-2 0-15,2 3 2 0,-2 0 4 0,-1 2-5 16,1 0 5-16,0 2-6 0,2 1 7 0,1 1-1 16,2-1-3-16,0 4 1 0,-2 4 4 0,2 4-11 15,1 2 9-15,-1-4-8 0,3 2 14 0,0 1-10 16,-8-3 2-16,0 6-5 0,4-5 10 0,3 0-4 16,-1-1 4-16,3-2-3 0,-1 1 3 0,0 3-4 15,2-2 0-15,0-1-2 0,0-2 6 0,0-4-2 0,0 2 1 16,0 1-1-16,0-3 3 0,0 1 1 0,0-1 2 15,0-2 0-15,2 1 4 0,-2-2-8 0,0 0 4 16,0 1-4-16,0-3 0 0,2 3 10 0,-2-3-4 16,0 1 5-16,0 0-9 0,0-1 2 0,0 1-2 15,5 1-1-15,1 2-29 0,2 0-41 0,-1-2-19 0,3 1-8 16,1-1-76-16,1-1-81 0,1-2-25 0</inkml:trace>
  <inkml:trace contextRef="#ctx0" brushRef="#br0" timeOffset="3">10496 9879 1234 0,'0'0'17'0,"0"0"-1"0,0 0-1 16,-1 0 1-16,-1 0-7 0,1 0-11 0,-1 0 4 15,0 1-2-15,1 1 6 0,-1 0 6 0,0 1 6 16,1 0-3-16,-1 0 4 0,2-1-7 0,-3 3 1 15,-1 2-3-15,4-6 1 0,-3 6-13 0,1-4 11 16,-1 2-2-16,1-1 6 0,2-3 1 0,-1 2-6 16,-1 1 3-16,1-1-3 0,-1-1 6 0,0-1 2 15,1 1-4-15,-1 0 0 0,0-1-45 0,2 1-45 16,0-2-21-16,0 0-8 0,2-2-76 0,0 1-70 0,-1-3-35 16</inkml:trace>
  <inkml:trace contextRef="#ctx0" brushRef="#br0" timeOffset="4">10665 9548 775 0,'0'0'41'0,"0"-1"37"16,-2-1 10-16,1 0-28 0,-1 1-1 0,0-1-11 16,1 0-17-16,-1 1-9 0,0-1 2 0,1 0-3 15,-1 1 7-15,0-1-12 0,1 1-2 0,-1-1-5 0,0 0-6 16,1 1-2-16,-1-1 6 0,0 2-1 0,2 0 31 15,0 0 4-15,0 0 5 0,2 0-3 0,0 0-2 16,1 0-16-16,0 0 3 0,14-3-8 0,-1 1-4 0,1 2-9 16,1 0-4-16,0 0 1 0,-1 2-3 0,-4-1-1 15,0 3 4-15,-1-1-3 0,-1 0 2 0,1 2 1 16,-2 0-4-16,0 0 2 0,-2-2-6 0,-2 1 4 16,3 1 2-16,-3-2 1 0,4 3 1 0,-3-1 2 15,-1 0-1-15,1 0 3 0,0 0-1 0,-1 0-1 16,-1-3-3-16,2 5 1 0,-6-1 4 0,3 4-7 15,1-2 5-15,-2 4-6 0,0 1 0 0,1-1 3 16,-1 1-3-16,7 0 1 0,-2 2-7 0,-1 1 10 0,-2 3-4 16,-2 0 7-16,0 0-8 0,-1 2 0 0,-1-1 1 15,-1-2-1-15,0 2 6 0,0 0-1 0,0-4 2 16,-1 2-2-16,-3-1-3 0,1-2 4 0,0 3-3 16,0-5 3-16,-2 0 2 0,0 1-3 0,-2-1 6 0,0 0-6 15,3 0-3-15,-1-3 4 0,0 0-2 0,0 2 4 16,1-3-5-16,1 1-2 0,0-1 1 0,-1 1 1 15,3-4 5-15,-3 2-2 0,3-3-2 0,-1 0 1 16,2-1-1-16,-1 1 5 0,1-2-3 0,0-1 4 16,0-1-3-16,0 1 5 0,-2 1 3 0,0 0-1 15,1 1-1-15,-1-1-47 0,0-1-2 0,1-1-21 16,-1 1-49-16,2 0-93 0,-2-1-24 0,1-1-36 0,-1 0-205 16</inkml:trace>
  <inkml:trace contextRef="#ctx0" brushRef="#br0" timeOffset="5">10627 9983 1179 0,'0'0'26'0,"0"0"0"0,-2-2 20 16,1 0-14-16,-1 1 4 0,0-1-36 0,2 0 2 15,0 1 3-15,0-1 1 0,0 0 12 0,2 1 18 16,0-3-4-16,1 1 9 0,13-3-1 0,9-3-7 0,5-6 0 15,0 2-3-15,3 0-7 0,1-2-10 0,1 4 1 16,1-3-5-16,-1 1-1 0,1 2-6 0,0 1-7 16,-4 0-1-16,2 2-34 0,-5-2-30 0,-1 1 0 15,3 1-12-15,-5-2-19 0,1-1-31 0,-6 1-3 16,-3 0-9-16,-1 0-22 0,-4 0 28 0,0 2 0 0,-3 1 13 16,-3-1 37-16,-1 1 18 0,-2 2 12 0,-1-1 0 15,-1 2 31-15,-1-1 21 0,1 2-2 0,-2 2 8 16,2-3 4-16,-2 3 26 0,0-1 9 0,1-1 11 15,-1 1 61-15,0 0 16 0,0 1-3 0,2-3 8 16,0 1-8-16,-1 0-21 0,1-1 4 0,-1 0-12 16,-1 2-6-16,2-3-19 0,0 2 0 0,-1-2-8 0,1 0-14 15,0 0 4-15,-1-2-3 0,-1 4 3 0,4-4-12 16,-3 2 8-16,1-1-7 0,0 1 6 0,-1 0-15 0,1 0 3 16,-2 1-5-16,0 1 3 0,0 2-19 0,0-1 3 15,0 0-7-15,2-1 4 0,-1 0-17 0,1-1 4 16,0 3-1-16,-1-1 1 0,-1 0-1 0,0 1-2 15,0-1 3-15,0 0 0 0,0 1 6 0,0-1-1 16,0 2-1-16,0 0-1 0,0 0 0 0,0 0-1 16,0 2-3-16,0-1 0 0,0 1-1 0,0 0 1 15,0-1 0-15,0 3 1 0,0-1-4 0,0 4 3 16,2 2-1-16,-2 3 1 0,0 0 0 0,2 1-1 16,-1 2 2-16,1 1 0 0,-2 1 1 0,0 1-1 0,0 0-1 15,0 5 2-15,0-1 0 0,0-1-5 0,0 2 4 16,0-1-4-16,0 1 6 0,0 0-3 0,0-2-3 15,0 3 2-15,0-3 2 0,0-3 2 0,0 0 0 16,0-1 0-16,1-1-3 0,1 3 0 0,-2-5-3 0,2 1 2 16,-1-2 4-16,-1-4-3 0,2 1 4 0,0-2-5 15,-1 0 2-15,1 0 0 0,0-1-1 0,-1 1 0 16,1-1 0-16,-2-2 4 0,2 0 2 0,-2-2 1 16,0 0-1-16,0-1 4 0,0 0 4 0,1 1-1 15,1 0 5-15,0 1 3 0,-1-1-3 0,1 0 3 16,0-1-2-16,-1 0-2 0,1-1-5 0,-1 1 1 15,1-1-5-15,0 1 5 0,-1-2 3 0,1 0-2 0,0 0-2 16,-1 0-6-16,1 0 2 0,1-2-4 0,1 1 3 16,-1-1-2-16,0 1-2 0,1-3 2 0,-1 1-5 0,0-4 2 15,5-6 4-15,2 0-1 0,0-4 4 0,0-2-4 16,2-1-1-16,-2-5 1 0,1 0-4 0,2-6 7 16,1-2-7-16,-1-5 7 0,3-2-8 0,-3 1-1 15,2-1 1-15,0 2-1 0,-2 3 7 0,5 2-5 16,-6 3 3-16,9 1-4 0,-2 1 0 0,-3 3 2 15,4 2-1-15,-4 3 2 0,-1 2 3 0,3 0-6 16,-3 3 6-16,-5 0-6 0,3 0 6 0,-3 3-4 16,-1 1-2-16,0 1 0 0,-4 2-5 0,4-1 4 15,-4 3-3-15,0-1 4 0,-4 1 4 0,1 2-6 0,3 1 5 16,-4 3-6-16,3-3 4 0,-1-1-50 0,0 1-25 16,1 1-16-16,-1 1-138 0,0-1-415 0</inkml:trace>
  <inkml:trace contextRef="#ctx0" brushRef="#br0" timeOffset="6">6167 12792 256 0,'0'0'19'15,"0"0"15"-15,2 0 35 0,-2-2 5 0,0 1 2 16,0-1-17-16,0 0-13 0,0 1 7 0,0-1-4 0,0 0 13 16,0 1-16-16,0-1 3 0,0 0-9 0,0 1-12 15,0-1-18-15,0 0 3 0,0 1-7 0,0-1-3 16,0 0 4-16,-2 1-7 0,1 1 6 0,-1 0-9 0,0 0 5 15,1 0 6-15,-1 0 1 0,-1 0 7 0,0 1 7 16,-1-1-7-16,-6 4 7 0,2-1-15 0,0 0 21 16,-2 2-4-16,0 0 10 0,0 0 2 0,0 0-10 15,-1 2-1-15,-1 1-4 0,2-1-14 0,2-1-2 16,1-1-2-16,2 0 0 0,-1 2-12 0,1 3 8 16,2-2-4-16,-2 2 4 0,1 1 0 0,1-1-2 15,0 2-3-15,-1-2 2 0,1 0-4 0,0 1 8 16,1 1-1-16,1-1 1 0,-3 1-6 0,3-1 4 0,-3 3 3 15,3-3-1-15,-3 2-1 0,3 1 1 0,-1-1-5 16,-8 2 4-16,2-2 1 0,3-1-1 0,-2 2 8 16,4-2-8-16,0 1 12 0,-1 0-10 0,3 1 1 15,1-3-3-15,0 1 12 0,0-2-8 0,0 0 9 0,0-2-8 16,0-2 9-16,1 1-8 0,1 0-3 0,0-4 2 16,-1 2 10-16,3 0-9 0,-3-2 11 0,1-1-9 15,8-1 23-15,0 6 0 0,0 0-1 0,1-2-2 16,1 0-15-16,-1-2-6 0,1-2 4 0,3-1-4 15,-2 0 2-15,-3 0 5 0,3-1-8 0,-3-1 7 16,2-1-8-16,-1 0 0 0,-1-1 6 0,-2 1-4 16,4-4 3-16,-6 4 1 0,-1 0 1 0,5 1 1 0,-8-9-4 15,0-1-1-15,2 0-3 0,5 1 4 0,-1-2 3 16,-3 1-6-16,-2 1 0 0,1 1-1 0,-4 0 3 0,0 1-3 16,0 1 4-16,0 2-4 0,0-3-2 15,0 4-1-15,0-1 2 0,0 1 0 0,-2 0 4 0,2 2-1 16,-2-2-6-16,1 1 3 0,-1 1-10 0,0 0 6 15,1-1 0-15,-6-1 1 0,0 0-4 0,2 2 3 16,2 2-1-16,0-1 1 0,0-1-2 0,-1 1 2 16,1 0-2-16,0 1 2 0,1-1-5 0,0 0-10 15,1 1 3-15,-1-1-4 0,0 0 9 0,1 1-2 16,-1-1 8-16,2 0-6 0,0 1 6 0,2-1-3 16,-1 2-4-16,1 0 3 0,1 0 5 0,4 0 2 15,9-2-3-15,4 2 1 0,2-1 1 0,-6-1-1 0,6 1 5 16,-1-3-5-16,1 3 5 0,6-3 3 0,-5 1-1 15,2 0 2-15,-6-2 0 0,3 0-1 0,-4 0 0 16,-2 0-1-16,1 0-2 0,-5 2-1 0,-3-1-1 16,0 1 1-16,-1 0 3 0,-3 1 6 0,0 0 3 0,-2 2 0 15,-1 0-1-15,-1 0 0 0,3-1-4 0,-1-1 3 16,0 0-2-16,1 1-3 0,-3-1 4 0,1 0-8 16,0 2-43-16,-1 0-342 0</inkml:trace>
  <inkml:trace contextRef="#ctx0" brushRef="#br0" timeOffset="7">8698 12627 242 0,'0'0'41'0,"0"0"47"0,0 0-2 0,0-2-23 15,0 0 5-15,0 1-11 0,0-1-1 0,0 0-3 0,0 1-4 16,0-3-1-16,0 3-17 0,0-9 5 0,0-2-1 16,0 2 2-16,0-1 0 0,0 1 2 0,0 0-5 15,0 2 5-15,0 0 1 0,0-1-1 0,0 1 3 0,0 0-3 16,1-2-2-16,-1 2-1 0,0-2-1 0,0 1 1 16,2 0-7-16,-2 0 2 0,1 1-2 0,-1 3 1 15,0-2-11-15,0 3 1 0,0-1-10 0,0 1 5 16,0 3-11-16,0-1 8 0,0 0 7 0,2-1-2 15,-2 0 13-15,0-1-12 0,0 1 0 0,0 1-5 16,0 1-5-16,0-1-8 0,0 1 5 0,0 1-5 16,0 0 10-16,0 0-5 0,0 1-3 0,0 1 1 0,0 1 1 15,0 4 0-15,0 8-1 0,0 1 0 0,0 1-1 16,0 1-2-16,-2 2 3 0,1-1-4 0,-1 1-1 16,1 3 4-16,-3-1-2 0,1 3 4 0,0-1-4 15,-1 3 6-15,1 1-5 0,1-2 6 0,1 4-10 0,-1-7 0 16,-1 2 1-16,1 1 0 0,0-1 6 0,1 2 0 15,1-6-2-15,0-3 0 0,-2 0-3 0,2 0 1 16,-1-1 2-16,1-2-1 0,0-2-1 0,0 0 6 16,0-3-4-16,0-2 6 0,0-1 5 0,0-2-3 15,0 0 5-15,0-2-5 0,0 1 1 0,0-3-4 16,0 3-1-16,0-1-1 0,0 0-4 0,0 0 7 16,0-1-4-16,0 0 5 0,0-1-7 0,0 1 11 15,0 0-5-15,0-1 5 0,0 1-16 0,0 0-3 0,-2-1-5 16,0-1 0-16,1 0-32 0,-1 0-25 0,0 0-7 15,1 0-4-15,-1 0-23 0,0 0 20 0,1-1-1 16,-1-1 10-16,-1 0 21 0,-1 1 28 0,1-1 1 16,0 0 9-16,0 1 5 0,-1-3 8 0,1 1-6 0,0 0 7 15,3 1-4-15,-4-4 4 0,-1 2 0 0,4 1 0 16,-3-2-5-16,3 3 1 0,-1-3 5 0,0 4-2 16,1-1 10-16,-2-3 6 0,-1-1 1 0,3 1 2 15,-1-2 29-15,0 0-4 0,1 2 7 0,-1 2-8 16,2 1-2-16,-2 2 8 0,2-1-8 0,-3-4 5 15,1 2-20-15,-3-4 5 0,5 5-1 0,-1-1 2 0,1 1-5 16,0 1-10-16,-2-3-4 0,0 1-3 0,2 1-4 16,-1-1-1-16,-1 0 1 0,0 1-3 0,1 1-2 15,-1-1 2-15,1 0 1 0,-1 1 3 0,0-1 5 0,1 2-7 16,1 0 5-16,0 0-6 0,0 0 5 0,0 2-7 16,0-1 0-16,0 1-1 0,1 1 2 0,1 0 2 15,1 7 2-15,0 4-1 0,2 0-3 0,0 1 2 16,-1 0-1-16,-1 0 2 0,0 0-1 0,1-2 0 15,-1 2 0-15,-1-3-1 0,-1-1-4 0,3 1 1 16,-3-1 5-16,1-1-2 0,-1-2 5 0,1 1-8 16,0-1 1-16,-2-3-1 0,1 1 5 0,1 1-5 15,0-2 4-15,-2-2-4 0,0 1 9 0,0-1 0 16,0-1-4-16,0-1 3 0,0 1-5 0,0 0 6 0,0-1-2 16,1 3 4-16,1-1-5 0,0 0 6 0,-1 0 2 15,1-1 0-15,0 0-4 0,-1-1-2 0,1 1 7 16,0 0-3-16,-1-1 9 0,1 1-6 0,0 0-4 0,-1-1 2 15,1 1 7-15,-1 0-8 0,1-1 3 0,0-1-5 16,-1 0 0-16,1 0-3 0,0 0 2 0,-1 0-4 16,1-1 0-16,0-1 6 0,-1 0-2 0,1-1 3 15,0 0-1-15,6-11 1 0,2 0-2 0,-2 0 1 16,2-2-2-16,0 1-1 0,1-5 0 0,1 0 0 16,1-3-9-16,-1 2 7 0,1-4-3 0,-2 4 5 15,-1 2-9-15,2-2-1 0,-2 4 2 0,-2 3 0 0,2-5 5 16,-5 8-5-16,2-2 2 0,-4 6-2 0,0 0 6 15,0-1-7-15,-3 6 0 0,2-1-2 0,-2 2 5 16,2-3-1-16,1 1-1 0,-1 0 0 0,-1-1-1 0,1 3 1 16,0-1 0-16,-1 0 0 0,1 1-10 0,0-1-24 15,-1 0-21-15,1 1-7 0,0-1-109 0,-1 0-106 16,1 1-29-16</inkml:trace>
  <inkml:trace contextRef="#ctx0" brushRef="#br0" timeOffset="8">9300 12808 604 0,'0'-1'18'0,"0"-1"1"16,0 0 31-16,0-1-14 0,0 0 12 0,0-12-30 0,0 0-8 15,0 0 10-15,0-3-6 0,2 2 28 0,-1-3 14 16,1 5 0-16,0-1 5 0,-1 0 13 0,1 2 2 16,1-2 1-16,-1 1-1 0,-1 1-8 0,-1 2-10 15,0 1-2-15,0 2-3 0,0-1-15 0,0 4-6 16,0 0-6-16,0 4 1 0,0-3-5 0,0 3-4 16,0-3-2-16,0 1-2 0,0 0-11 0,0 1-6 15,0 1 4-15,0-1-4 0,0 0 4 0,0 2-1 16,0 0 2-16,0 2-2 0,0 1 7 0,0 4-3 0,-5 14-2 15,1 4 0-15,-1 3-7 0,0 0 8 0,0 2-2 16,0 0 5-16,1-1-6 0,1 1 1 0,1-3 1 16,-1 1 0-16,0-2-5 0,1-3 7 0,-1 2-1 15,0-5 4-15,-1 0-3 0,1-2 2 0,0-2-5 16,-1-1 4-16,1-2 1 0,0 1-1 0,1-5 3 0,-1 1-4 16,0 0 7-16,1-3-3 0,0-1 11 0,1-1-6 15,-1-1 13-15,2-3 3 0,-2 3-5 0,-1-1 5 16,0 0 0-16,-1 1-16 0,1-1 8 0,0 0-11 15,0-1-1-15,-1 0 7 0,1-1-11 0,0 1 10 16,1-2-10-16,-1 1 4 0,-1 1 1 0,1 0-1 16,0-1-8-16,1 1-1 0,0-2-1 0,1 0 0 0,-1 0 1 15,1 0-3-15,-1 0-1 0,0 0 0 0,1 0 5 16,1 0 0-16,0 0 1 0,0-2-2 0,0 1-4 0,1-1 3 16,1 0-3-16,1 1 3 0,0-1-2 0,9-4 3 15,5-3 2-15,-1 1 0 0,1 1-6 0,1 1 8 16,-2 1-6-16,-1 0 6 0,2 2-5 0,-3-1 1 15,1 3 1-15,0-1 0 0,-3 2-5 0,-1-2 8 16,1 2-4-16,-4 0 6 0,0-1-7 0,-1 1 1 16,-2 0-1-16,0 0 2 0,-2 0 4 0,0 0-7 15,1 0 2-15,-1 0-5 0,0 0 11 0,1-2-12 16,-1 0-9-16,-1 1-7 0,-1-1-65 0,1 0-34 16,-1 1-10-16,1-1-10 0,0-1-65 0,-1-5-160 15</inkml:trace>
  <inkml:trace contextRef="#ctx0" brushRef="#br0" timeOffset="9">9179 12613 707 0,'0'0'403'0,"-1"-1"-517"0,-1-1 473 0,1 1-253 15,-1-1-39-15,0 0-30 0,1-1 3 0,-1 0-14 16,0-1-15-16,2 1 10 0,0-4-6 0,2-1 8 15,3 0 1-15,1 0-18 0,8-1 7 0,4 1-10 0,0 2 4 16,0 1-1-16,0 1-6 0,-1 3 3 0,-1-1-6 16,-1 0-43-16,-2-8-7 0,2 2-20 0,0 2-84 15,2 1-71-15,-1 1-13 0,1 1-24 0,-3 1-112 0</inkml:trace>
  <inkml:trace contextRef="#ctx0" brushRef="#br0" timeOffset="10">9727 12584 497 0,'0'0'91'0,"0"0"-2"0,0 0 21 16,0 0-11-16,0 0-19 0,0 0-23 0,0 0 0 15,0 1-7-15,0 1 4 0,0 0-9 0,0 1-11 0,-1 0 7 16,-3 9-10-16,-1 4 4 0,1 4-2 0,-1-2 2 16,0 6-2-16,1-5-2 0,-1 3-11 0,-1-1 0 15,1-1-3-15,-2 3-5 0,-1 5-2 0,1-5-2 16,-3 5 0-16,2-4 2 0,2-5 12 0,-3 6 1 15,3-7 4-15,1 1 9 0,0-3-7 0,0-1 1 0,2-4-4 16,-1 1-1-16,1-2-12 0,1-2 5 0,1-1-7 16,-1-1 5-16,0-1-4 0,1 0-1 0,1-1 1 15,0-1 5-15,-2 0 0 0,0 1 7 0,1-1-4 16,-1 0 12-16,1-1-8 0,1-1-2 0,0 1-2 16,0 0-6-16,0-2-9 0,0 0 3 0,0-2-4 0,0 0 0 15,0-4-3-15,0-17-2 0,3-2 1 0,0-1 2 16,2-4-1-16,-2 3 4 0,2-4-3 0,0 5-3 15,0-1 4-15,0-1-6 0,0 5 6 0,2 0 0 0,-2 3-4 16,-2 5 4-16,0 2-4 0,1 1 1 0,-3 7 1 16,3 0-4-16,-3 2 2 0,4 0-1 0,-3 0-1 15,-1 1 2-15,1-3-2 0,1 3 0 0,7-4 5 16,-1 1-2-16,2 1 2 0,-1 4-1 0,0 0-5 16,-2 0 6-16,5 4-4 0,2 1 5 0,-2 1-2 15,2 4 0-15,-5-3-1 0,3 3-1 0,-1 6-2 16,1 4-1-16,0 0 2 0,1 1 3 0,-3 2 2 15,2 2-2-15,-3-2 0 0,-2-3 4 0,1-2-5 16,-4 0 0-16,1-1-3 0,-2 0 3 0,-1-4 0 0,-2 2 8 16,9-2-6-16,-3-2 6 0,-2 3 4 0,-2-3-1 15,-1-1 4-15,-2 0 1 0,-2 0 7 0,-1-2-3 16,-4 2 3-16,4-2-8 0,-20 1 9 0,-3-3-5 16,-4-1 8-16,-2-2 16 0,-1 1-14 0,2 14 6 0,0-7-11 15,1-4-3-15,-1-5-15 0,3-2 4 0,-2 0-7 16,2-2 3-16,3-1-7 0,4-1-6 0,1 1-1 15,2 1-20-15,1-1-109 0,4 2-24 0,3 1-50 16,5 0-275-16</inkml:trace>
  <inkml:trace contextRef="#ctx0" brushRef="#br0" timeOffset="26">21214 8126 68 0,'0'0'9'15,"0"0"9"-15,0 0 26 0,0 0 7 0,0 0-1 16,0 0-7-16,0 0-17 0,0 0-9 0,0 0 6 0,0 0-16 16,0 0 2-16,0 0 4 0,0 0-3 0,0 0-1 15,0 0 0-15,0 0-2 0,0 0 0 0,0 0-7 16,0 0 1-16,-1 0-3 0,-1 0 2 0,0 0 3 0,1 0-2 16,-3-1 2-16,1 1-3 0,1 0-11 0,-6-2 11 15,-2 0 0-15,2 1 4 0,-2-1-1 0,4 2-2 16,1 0-1-16,-2 0 0 0,2 0 0 0,0 0 0 15,-1 0-1-15,1 0 1 0,0 0-4 0,0 0 6 16,0 0-4-16,0 0 4 0,-2 0-2 0,1 0-3 16,-1 0 6-16,2 0-3 0,0 0 5 0,-2 0-3 15,-1 0-3-15,2 0 1 0,-1 0 3 0,0 0-9 16,1 0 9-16,-1 0-9 0,2 0 5 0,-1 0 6 16,-1 0-9-16,0 0 8 0,1 0-12 0,-2 0 10 0,3 0 2 15,0 0 2-15,-2 2 0 0,2-2-10 0,-1 1 1 16,-3 1-4-16,1 0 11 0,0-1-5 0,1 1 3 15,-1 1-5-15,-4 2 3 0,2-1-5 0,-3 1 6 16,0 0-3-16,-3 1 13 0,1-1-14 0,1-2-1 0,0 2-3 16,2-3 6-16,-1 0 1 0,1-1 4 0,2 1-3 15,-4 0 7-15,-1-1-5 0,0 1-3 0,0-2 0 16,3 0-2-16,3 0 1 0,-5 0 4 0,1 0-3 16,-2 0-2-16,-5 2 6 0,4-2-3 0,-4 0 5 15,-1 0-3-15,4 0-3 0,-4 0 7 0,1 0-5 16,2 0 13-16,1 0 4 0,-1 0-8 0,2 0 6 15,-1 0-13-15,1 0-8 0,1 0 6 0,2 0-5 0,-4 0 16 16,2 0-11-16,-3 0-2 0,0 0-4 0,0 0-6 16,1 0 16-16,-3 0-3 0,4 1 6 0,-2-1-11 15,0 0 1-15,-1 2 1 0,0-2 1 0,1 0 5 0,-2 0-4 16,-2 0-3-16,2 0 1 0,1 0 3 0,-1 0-4 16,2 0 3-16,-4 0-3 0,4 0 2 0,0 0-3 15,0 0 0-15,0 0-1 0,-4 1 9 0,2 1-7 16,-3 0 7-16,5-1-7 0,-2 1 2 0,0 0-2 15,4-1 0-15,-4 3 0 0,2-1 2 0,0 2 1 16,0 0-2-16,0-2 0 0,-1 2-5 0,3 0 7 16,-2 0-2-16,3-2 5 0,-2 2-13 0,3 0 6 15,-1 0-1-15,-2 2 4 0,2-2-1 0,0 0 0 0,-1 1-1 16,-1-1 1-16,-1 2-1 0,2-2 5 0,-4 0-4 16,0-2 3-16,0 0-2 0,-1 1-3 0,3-3 4 15,-5 3-3-15,-2-1 2 0,2-1 0 0,-9 1 1 16,4-1 0-16,0-1 3 0,-3 1-6 0,3 1-4 15,-3 1 1-15,1-1 1 0,2-2 9 0,0 1-5 0,3 1 6 16,-1 1-13-16,4-3 7 0,-3 3 1 0,2-3 1 16,0 3-6-16,0-1 5 0,0-1 0 0,-3-1 4 15,2 1-4-15,-2 0-1 0,0-2-3 0,2 0 2 16,-2 0 2-16,1 0-3 0,1 0 1 0,-4 0-4 16,1 0 10-16,-1 0-4 0,2 0 4 0,-2 0-6 15,1-2-9-15,1 0 8 0,1 1-4 0,4-3 6 0,-3 1 2 16,1 0-3-16,0-1 6 0,-2 3-6 0,2 1 0 15,2 0-1-15,1 0-1 0,0 0 1 0,1 0 4 16,-3 0-1-16,-1 1-2 0,-2 3 0 0,-1-1 0 0,-4 2 0 16,0 0 2-16,1 0-1 0,1 0-1 0,0 0 1 15,-5 1-1-15,0 1-1 0,-2-2-1 0,0 0-2 16,6 0 6-16,0-2-4 0,3 2 0 0,0 0 1 16,-1 2-3-16,1 1 4 0,1 0 8 0,0 2-8 15,4-2-1-15,-1 2-3 0,-1 2-3 0,2-1 6 16,-1 1-1-16,1-1 2 0,-2 1 6 0,0 0-3 15,0 1-3-15,-2 2 0 0,-3 0-9 0,-2-1 8 16,5-2 1-16,-6 1 0 0,8-3-3 0,-5 3 8 0,0-1-5 16,5-1 5-16,-5 3-13 0,0 0 8 0,3 0-1 15,-2 1 2-15,4-1-5 0,-1-10 3 0,-1 17-2 16,0 2 2-16,0 0-3 0,4 2 6 0,1 0-2 16,0 0 1-16,2 0-2 0,3 3-6 0,2 0 9 15,3 1-6-15,2-1 3 0,1-3 4 0,1 2-7 0,2-4 6 16,1 2-13-16,-13 1 7 0,6-5 2 0,3 4 0 15,5-3-1-15,2-1 0 0,2 4 2 0,0-5 0 16,1 0 7-16,2-1-5 0,2 1 1 0,1 2-2 16,2 1-7-16,0-2 7 0,1 2 0 0,2 2 5 15,1 0 4-15,-1 0-1 0,2 1-8 0,-1-1 6 0,-10 0-2 16,16-1-4-16,3 0 1 0,1-3-2 0,6 1 0 16,0-6 4-16,6-1-2 0,10-2 1 0,1-1-4 15,7-1 3-15,4-4 1 0,-7-1-1 0,3 3-10 16,-1-3 7-16,2 3 2 0,1-1 1 0,2-5-1 0,8 4-1 15,8-1-6-15,2-2 6 0,6 2-2 0,-6-4 8 16,-5 0-5-16,0-1 5 0,-3 27-2 0,-2-16-9 16,6-7 8-16,8-4-7 0,5 1 8 0,5-2 3 15,-5-3-3-15,-5-2 2 0,-9-3-5 0,-2-2 0 16,5 0 0-16,4-2 0 0,1-1-1 0,4-4 1 16,1 3 3-16,-5-1-1 0,-3 0 0 0,-4 2 4 15,-4-4 6-15,1 1 0 0,2-1 31 0,2-1 2 0,0 1-8 16,-2 1 3-16,3-2-24 0,-5 1-12 0,1-1 10 15,-9 2-10-15,-2-1 13 0,0 1-11 0,-1-1-1 16,3-1-3-16,2 0 0 0,1 0 21 0,-1-2 8 16,-7 0 7-16,-6-2 37 0,-4-1-7 0,-3 13-4 15,-7-26-1-15,2-5-16 0,-3-7-18 0,-2-5 0 0,-4-5-7 16,1-1-12-16,-5 6 2 0,-2 5-3 0,-3 5 2 16,-2 3 1-16,-3 7 0 0,-9 0 1 0,-4 7-2 15,13-2-4-15,-10 1-23 0,-5 1 5 0,-7-2-11 16,-6-3-2-16,10-4 5 0,-32-1-13 0,-5-4 9 15,-4 2-31-15,1 2-74 0,-8-2 13 0,-9 8-52 16,-6-3-179-16</inkml:trace>
  <inkml:trace contextRef="#ctx0" brushRef="#br0" timeOffset="27">5126 11964 256 0,'0'-1'-19'0,"0"-1"33"0,0 1 28 0,-2-1-1 0,1-1 21 16,1 1-23-16,-2-5-39 0,-1 1 9 0,1 1-10 15,0 1 15-15,1-1-3 0,-1 1-1 0,2 2-1 16,-1-1 2-16,1 1 61 0,-4-1-13 0,1-1 26 15,-2 1-27-15,-3-2-6 0,-1 0 0 0,3 2-5 16,-6-1-13-16,1 4-7 0,-1 0-4 0,1 2 1 16,1 1-14-16,-2 4-3 0,1-2 1 0,-1 20-1 0,2 3-10 15,0-2 9-15,7 2-8 0,-4 0 8 0,1-3-5 16,4 3 16-16,-1-3 3 0,-2-7 3 0,-10 4 5 16,7-4 9-16,1 0-9 0,4-1 7 0,3-4-21 0,0 0-6 15,2 0 6-15,-1-3-7 0,2 0 3 0,1-2 6 16,-1-1-3-16,0-2 4 0,7 0-5 0,3-2 10 15,4-1-4-15,1 11 5 0,-1-5 1 0,-3-3-3 16,0-3 1-16,2-1-3 0,-4-1-2 0,3-3-5 16,-4 0 4-16,1-2-4 0,1-3 2 0,-3 1 6 15,0-3-5-15,-5-10 5 0,1 0-7 0,-1-6-1 16,0 1 0-16,0-1 0 0,-3-4-1 0,1 4-6 0,-1-4 2 16,16-1-2-16,-8 4-1 0,-4-3 6 0,-4 7-6 15,-2 4 6-15,0-1-2 0,-2 6-1 0,1 1 6 16,-1 3-6-16,-1 2 1 0,1 3 0 0,2 3-7 15,-6-2 4-15,-9-5-8 0,-2 3-1 0,-4 4 2 16,1 2-1-16,-3 5-2 0,-2 7 3 0,2 2 0 0,-3-7 1 16,6 18 0-16,2-2 0 0,-1-2-2 0,10 1 1 15,-3-1-2-15,4-3-6 0,1 1 5 0,-8 2-4 16,7-1 9-16,3-2-1 0,3-1 0 0,2-4-1 16,0 0 1-16,2-1 3 0,3 2-3 0,2-2 3 15,-1-2-1-15,-4-3 1 0,13-3 0 0,1 1 0 16,1-3-7-16,1 0-43 0,0-1-6 0,0 13-18 0,5-3-60 15,-5-4-23-15,-1-4-9 0,-2-3-4 0,0 0-30 16</inkml:trace>
  <inkml:trace contextRef="#ctx0" brushRef="#br0" timeOffset="28">5346 12069 116 0,'0'0'90'0,"0"0"-7"0,0 0 27 15,0 0 4-15,1 0-27 0,1 0-21 0,-1 0 31 16,1 1 20-16,0 1 0 0,-1-1 14 0,1 1-8 15,-2 0-32-15,0-1 20 0,0 1-56 0,0 0-36 16,0-1 3-16,0 1-14 0,0 0-5 0,0-1-1 16,0 3 4-16,0-1-1 0,2 0 5 0,-1 1 3 0,1-3-6 15,0 1 6-15,-1-1-7 0,1 1-31 0,0 0-17 16,-1-1-10-16,1 1-88 0,1-2-88 0,1 0-11 16</inkml:trace>
  <inkml:trace contextRef="#ctx0" brushRef="#br0" timeOffset="29">5512 11770 716 0,'-1'0'69'0,"-1"-2"131"16,0 0-119-16,1 1-29 0,-1-1 3 0,-1 0-17 16,-1 1-37-16,3-1-1 0,-1 0 1 0,0 1 0 15,1-1 2-15,-1 0 9 0,0 1-11 0,2-1 10 0,0 0-6 16,0 1-4-16,2-1 4 0,1 1-5 0,7-3 4 15,13-4 6-15,-1 3-1 0,-2 0 1 0,-4 2-4 0,1 1-5 16,4 0 3-16,-4 2-4 0,-2 0 1 0,-1 2 1 16,1 3-5-16,-5-2 3 0,0 2-5 0,-3 0 9 15,-2 8 8-15,0 7 2 0,-1 2 24 0,0 4-13 16,14 6-4-16,-7-3-3 0,-2 8-9 0,-4-4 8 16,-2 0 1-16,-1 1 0 0,-2-4-8 0,0 3 16 15,0-3-3-15,0 1 8 0,0-1 4 0,0-7-7 16,0 0-6-16,-2-6 1 0,0-1-6 0,1-4-4 15,-1-1 4-15,0 1-6 0,2-4-3 0,0-1-3 0,0-1 4 16,0-2-4-16,0-1 2 0,0-1 4 0,0-1 3 16,-1 3 1-16,-1-1 3 0,0 0-12 0,1-1-4 15,-1-1-5-15,0 1-47 0,2 0-62 0,-1-2-13 16,-1 0-19-16,1-2-83 0</inkml:trace>
  <inkml:trace contextRef="#ctx0" brushRef="#br0" timeOffset="30">5590 12080 357 0,'-2'0'81'0,"-1"0"100"16,-15 3-52-16,3 2-48 0,3 0 4 0,2 0-17 16,2-1 6-16,5-3-12 0,0 2-3 0,1 1-4 0,0-1-13 15,2 0-1-15,2 1 4 0,0-4-3 0,31 10 7 16,4-9-20-16,8-6 4 0,6-6-10 0,0-6-2 16,-1-3-14-16,-1-1 3 0,-2 1-6 0,2-1 2 0,-1 2-2 15,0 3-4-15,0 1-2 0,1 0-58 0,9 2-315 16</inkml:trace>
  <inkml:trace contextRef="#ctx0" brushRef="#br0" timeOffset="31">8818 13697 100 0,'0'0'42'15,"2"-2"-3"-15,-1 1 41 0,1-1-4 0,0 0 1 0,1-1-4 16,-1 3-13-16,9-8 6 0,-4-2-7 16,-4 3 16-16,0-3 3 0,2 4-5 0,0-1 6 0,-3 4 8 15,0-1-23-15,-2 3 8 0,1-2-18 0,2-1-26 16,-1 1-19-16,0 0-6 0,-1 1 1 0,1 0 0 0,0 1 14 15,-1 1 6-15,-1 1 1 0,0 1 9 0,0 1-6 16,-1 10-2-16,-3 6-1 0,1-1-16 0,0-3-4 16,-2 4 0-16,2 0-1 0,1-4-4 0,0 1 4 15,2 1-6-15,0-4 5 0,4 2-3 0,-1-4 10 16,2 1-3-16,0-2 5 0,1-2-2 0,3-1-3 16,7-3 7-16,2 1-4 0,0-3 18 0,-4 8-1 15,5 0 1-15,1-4-1 0,0-2 7 0,5-3 10 16,-2-1 18-16,-2-3-8 0,2-3 19 0,-3-1-43 0,0-3-4 15,-5 2-8-15,-2-2 0 0,-3 7 11 0,-2-12 4 16,-4 0 2-16,-3-2 8 0,12-1-14 0,-3-2-5 16,-5 1-2-16,-5-3-11 0,-3-1-10 0,-4 1 3 15,-2 3-5-15,7 2 1 0,-25 4-9 0,-4 1 5 0,-2 1-9 16,-2 4-15-16,-1-13-74 0,-2 10-11 0,-1 12-27 16,-1 11-106-16,-1-11-283 0</inkml:trace>
  <inkml:trace contextRef="#ctx0" brushRef="#br0" timeOffset="33">2416 10860 141 0,'0'0'52'16,"0"0"-39"-16,0-2 63 0,0 0-24 0,0 1-6 0,-2-3 2 16,1 1-7-16,-1-5 7 0,0-2-6 0,1 0 8 15,-3 0 1-15,1-1 3 0,2 2-5 0,-3-1 9 16,1 0-6-16,1 4 8 0,-3-4-11 0,0-2 5 16,2 4-8-16,-2-3 5 0,2 4-16 0,1 2-6 15,-1-2-1-15,1 4-3 0,2 1-1 0,-1-3-7 16,1 2 1-16,-2-2-4 0,2 2 5 0,0 1-4 15,0 1 6-15,0-1-7 0,0-1 0 0,-2-1 8 16,1 1 0-16,-1 0 3 0,0-1-6 0,2 1 0 0,0 0-2 16,0 1 3-16,0 1 1 0,0-1-12 0,0-1 2 15,0-1-5-15,0 3-2 0,0-1-4 0,0 0-2 16,0 1-1-16,0-1-5 0,0 0 3 0,0 2-1 16,0 0 3-16,0 0 5 0,0 2-2 0,0 1 1 0,0 2-3 15,2 13-6-15,0-1 5 0,-1 3-1 0,1-2 3 16,0 2 5-16,1 1-7 0,-1-1 3 0,1 0-4 15,0 1-2-15,0-1 8 0,1 0-3 0,-1 3 4 16,0-1-9-16,-1 1 4 0,1 3 0 0,-1 1 2 16,0-1 11-16,-1 4-11 0,1-2-1 0,0 3-5 15,-1 2 3-15,1 3 1 0,-1 4 3 0,1 3-1 0,-2-5-1 16,0 2 0-16,0-2 2 0,0-4-1 0,0 6 0 16,0-7 6-16,0 0-5 0,0-3 7 0,0-5-7 15,0-1 2-15,0-2-3 0,0 1 5 0,0-2 10 0,0-1-10 16,0 0 11-16,0 0-11 0,0-4 17 0,0 1 6 15,0-4-6-15,-2 0 5 0,2-3-21 0,0-2 3 16,0-1-2-16,0 0 2 0,0-2 2 0,0-2-3 16,0 0 1-16,0-1-2 0,0 0-7 0,-1 1 8 15,1 0-7-15,0 0 8 0,0 1-5 0,-2-3-4 16,1 1 6-16,-1 0-9 0,0-1-42 0,1 1-94 16,-1 0-34-16,0-2-24 0,2 0-172 0</inkml:trace>
  <inkml:trace contextRef="#ctx0" brushRef="#br0" timeOffset="34">2243 11694 806 0,'-2'0'12'0,"0"-2"10"16,1 0 2-16,-3 1-8 0,1-1 2 0,0 0-3 0,-5-1-5 16,-1 0-5-16,3 1 0 0,2 2 0 0,1-2 6 15,-2 1 22-15,-3-3 9 0,-4 1 5 0,4 0 27 16,0 1-13-16,0 1 0 0,6 1-2 0,-5-2 10 0,6 2-14 16,-1 0 2-16,-3-2-7 0,4 2-9 0,-3-1-3 15,3 1-9-15,-3-2 4 0,1 0-18 0,0 1-11 16,1-1 4-16,0 0-8 0,1 1-5 0,-1-1 5 15,0 0 0-15,1 1 1 0,-1-1 3 0,2 0 4 16,0 1-7-16,0 1 5 0,0 0-13 0,0 0 9 16,2 0 1-16,-1 0 2 0,1 0-3 0,1 0 2 15,1 0 0-15,-3 0 1 0,3 0 4 0,-1 0-9 16,-1 0 0-16,4 0-1 0,1 0-1 0,-2 0 2 0,1 1 0 16,-1 1 0-16,-1 0 4 0,2 1-4 0,-1 0 1 15,2-1-1-15,-2 8 1 0,-2 1 1 0,2 1-2 16,2 1 1-16,-3 0-7 0,8 2 5 0,-4-3 2 15,-1 1 1-15,3 0-2 0,-4 1 0 0,-1-1 1 0,4 2 2 16,-3-2-3-16,-1 2 0 0,3-2-2 0,-3 2 3 16,2 0 4-16,0-1-5 0,-3 3 1 0,1-5-2 15,0 2 1-15,2-2 0 0,1 3-1 0,-1 0 0 16,1-5 1-16,-3 3 0 0,-2-7 0 0,1 1 0 16,-1 1 4-16,-1-3-2 0,3 4-1 0,-2-3-1 15,0 1 2-15,0-2 4 0,-1 1-5 0,0-1 4 0,-1 0-4 16,1 2 1-16,0-4 4 0,-1 0-4 0,1 1-2 15,-2-3 5-15,3 4-5 0,2 2 4 0,-1-4-5 16,-3 1 6-16,1-1 2 0,0 0 2 0,-1 0 5 16,1-1 18-16,-1 0-4 0,1-1 6 0,0 1-15 15,-1 0-4-15,1-2 0 0,0 0-1 0,-1-2-9 0,1 0 3 16,0-1-3-16,4-13 3 0,1-3-8 0,-1-2 3 16,-1 1-3-16,0-1 5 0,0-1 1 0,2-3-6 15,0-1 3-15,-1-2-4 0,1-3 11 0,-2 1-6 16,0-3-1-16,1 0-2 0,1 1-4 0,-2 1 3 15,1 3 0-15,3 0 2 0,-3 1 3 0,3 3-2 16,-3 2-1-16,1 2 0 0,-2 5-5 0,0 1-2 0,0 2 5 16,-2 2-2-16,0 4 8 0,0-1-10 0,1 0 4 15,-3 4-6-15,3 0 6 0,-1-1-66 0,0 1-22 16,1 1-30-16,2-2-220 0</inkml:trace>
  <inkml:trace contextRef="#ctx0" brushRef="#br0" timeOffset="35">3832 10901 1196 0,'-2'0'50'0,"1"0"-10"16,-3 0 32-16,1 0 8 0,-12 0-18 0,2 2-40 16,3-1-10-16,-1 3-6 0,6-3 0 0,0 1-12 15,1-1 6-15,0 1 1 0,0 0 4 0,-1 1 7 0,0 0-15 16,2-1 3-16,0 0-5 0,-1-1 4 0,1 1-31 15,0 0-3-15,1-1-11 0,1 1-31 0,-1 0-23 16,0-2-9-16,2 0-6 0,0 0-39 0,2-2-103 16</inkml:trace>
  <inkml:trace contextRef="#ctx0" brushRef="#br0" timeOffset="36">5677 10186 154 0,'-1'0'56'0,"-1"0"61"0,-1 0-1 0,-2 0 1 15,-5 0 2-15,5 0 1 0,-2 0 24 0,2 0-1 16,4 0-9-16,-3 0-2 0,1 0-56 0,1 0-32 16,1 0 2-16,1 0-12 0,0-2-7 0,1 0-8 15,11-2 6-15,16-10-5 0,7-1 9 0,-2 2-15 16,-2 0-3-16,2-2-4 0,-3 0-7 0,-2 4 0 0,3-2-7 16,-3 3-1-16,2 1-55 0,-4 3-143 0,1-1-34 15</inkml:trace>
  <inkml:trace contextRef="#ctx0" brushRef="#br0" timeOffset="37">2949 6394 32 0,'0'-2'0'0,"0"1"5"0,-2-6 61 0,-2-14-5 0,-3-1 11 16,2 1-15-16,2-1-2 0,-1 1 3 0,1-4-4 16,0-1 4-16,1-1-12 0,0 4 12 0,2 3-4 15,0 2 6-15,0 3-10 0,0 0-10 0,0 4-8 0,0 1 1 16,0 2-10-16,0 1-4 0,0 2 8 0,0 0-8 15,0 2 7-15,0 1-15 0,0-1 1 0,0-1-8 16,0 3-15-16,-1-1 6 0,-1 1-1 0,1 1 5 16,-1 1 6-16,0 2-5 0,-1 11-3 0,-5 20 0 15,1 1 3-15,0 1-3 0,2 4 5 0,1 0-4 16,0-4 0-16,-2 2 5 0,-3 0-2 0,-1 2 5 16,-1-1 7-16,-2 2-11 0,1 1 9 0,-1 2-8 0,0 1 18 15,1 3-12-15,2 0 6 0,-1 0-7 0,3 0 8 16,-1-6 1-16,-1 1-1 0,4-10 1 0,-1-3-1 15,1-5-3-15,-1-2 6 0,0-3-4 0,2-4 9 0,2-2-4 16,0-6-8-16,1-2 4 0,0 1 0 0,2-4 2 16,0-1 2-16,0 0-1 0,-1 1-5 0,-1 0-55 15,1-1-34-15,-1 0-16 0,2-2-166 0</inkml:trace>
  <inkml:trace contextRef="#ctx0" brushRef="#br0" timeOffset="38">3005 6635 680 0,'0'0'39'0,"0"0"-1"0,0 0 88 0,-1-2-25 15,-1 1 27-15,0-1-54 0,1 0-50 0,-1 1 2 0,2 1-18 16,0 0 1-16,0 0 2 0,0 0-3 0,0 0 1 16,2 0-6-16,-1 0 2 0,1 0 8 0,0 0-6 15,-1 0 7-15,1 0-2 0,0 1-6 0,1 1 5 16,-2 0-7-16,1-1-91 0,0 1-8 0,-1-2-40 15,1 0-115-15</inkml:trace>
  <inkml:trace contextRef="#ctx0" brushRef="#br0" timeOffset="39">3079 6262 1244 0,'-1'-2'4'0,"-1"1"9"0,1-3 9 0,-1 1-19 16,-1-4 8-16,-1 1-12 0,-1-6-8 0,5 4 2 16,0-4 2-16,4 1 0 0,1 1 10 0,4-5-6 15,3-2 1-15,-5 3-2 0,11-1-3 0,2 2 4 16,-1 3 0-16,1 0 3 0,0 1 14 0,-2 3-1 16,2 1-1-16,0-8 1 0,-2 4-5 0,0 3-3 0,-1 3 1 15,-1 3-3-15,-1 1-8 0,-3 4 10 0,1 2 1 16,-7-2 7-16,-1 11 13 0,-3 11-12 0,14-1 6 15,-6 4-8-15,-5 6 2 0,-5-4 1 0,-3 4-10 16,-4 2 7-16,-3-5-4 0,-1 2-9 0,-1-4 8 0,1-3-9 16,-2 0 3-16,-1 0 1 0,1 0-4 0,0-1 4 15,1-1 7-15,3 0-11 0,-1-1 7 0,1 0-9 16,3-2 0-16,1-1 7 0,2-3-5 0,1-2 5 16,2-5-5-16,0-1 1 0,0-4 6 0,2-1-3 15,1 1 1-15,0 0 8 0,-3-6 3 0,18 12 3 16,-1-4 18-16,1-6-16 0,5-1 1 0,0-2-5 15,0-2 0-15,-3-3 3 0,-5 0-4 0,-5 0 1 16,0-2-8-16,-7 6 8 0,5-12-4 0,2-1 5 0,-2 0 0 16,-4 0-8-16,-4-2 2 0,-2 1-6 0,-3-2-4 15,-3 4 7-15,-2-2-2 0,-16 4 3 0,1-1-16 0,0 1 10 16,0 2-3-16,1 1 6 0,0 2-6 0,5 1-1 16,-3 0-3-16,4 1 3 0,-2 3 1 0,4-1-1 15,3 0 0-15,-1-8-2 0,3 4 3 0,4 3-1 16,-1-1-2-16,3 3-5 0,2-1-28 0,-1 0-59 15,3 2 1-15,-3 0-22 0,1-1-26 0,0-1-45 16,0 0-1-16,-1 2-28 0,1 0-140 0</inkml:trace>
  <inkml:trace contextRef="#ctx0" brushRef="#br0" timeOffset="40">3561 10453 316 0,'-1'-1'0'0,"-1"-1"100"0,0 0 24 0,1-1 26 16,1 1 15-16,-8-9-81 0,3 1-9 0,0-2-25 15,1 2 3-15,3 1-7 0,-1-1 12 0,0 0 4 16,1 2-2-16,-1-1 3 0,0 3 2 0,1-3-18 15,1 4 8-15,0 0-13 0,0 1-9 0,0 0-3 0,0 1-6 16,0 1 2-16,0 1-9 0,-2-3-15 0,1 1-1 16,-1 0-3-16,0 1-2 0,1 0 3 0,-1 1 9 15,0 1-5-15,2 0 6 0,-1 1 4 0,-1 3-4 16,-3 9 6-16,-3 10 0 0,-1 2 0 0,1 0 1 0,-2 3 1 16,0 0 5-16,2 1-11 0,3 0 0 0,0 0-5 15,2-4 0-15,0 0-3 0,1 0 1 0,2-6-2 16,0 3-1-16,0 1-1 0,2-8 2 0,1 3-2 15,0 0 0-15,2-1-1 0,2-2 1 0,-1-2-1 16,1-2 1-16,0 1 2 0,-4-4 0 0,10 0 3 16,-1-1 0-16,-7-5 3 0,-4 1 0 0,11 5 2 15,-6-4-1-15,8 2 1 0,-1-1 3 0,-7-3-1 0,9-2 1 16,-1-2-1-16,0-1 0 0,3-5 1 0,-2-1 1 16,-2-1-8-16,-3-3-1 0,0-12-2 0,0 1 1 15,-2-3 3-15,2 6 2 0,-4-4 0 0,-1-1 2 0,-3-1-5 16,1-4 3-16,17-2-4 0,-8 0-3 0,-7 3 0 15,-2 0-2-15,-3 2 4 0,0 0 4 0,-2 0 1 16,-1 2-5-16,-2 1 3 0,2 3-7 0,-2 2 1 16,0 4 4-16,0 3-2 0,0 1 3 0,0 4-3 15,-2 0-3-15,2 4 1 0,-5 1-6 0,-3-7-8 16,2 5 7-16,-4 0-6 0,0 4 6 0,-1 2-3 16,4 3-2-16,0 2 3 0,-2-3 8 0,0 22-6 15,0 2 4-15,5 1-5 0,6 1 10 0,1 1-4 0,1 0 1 16,-17 0-2-16,8-2 6 0,5 0-8 0,3-3 4 15,2 1-6-15,0-1 7 0,0-5-1 0,2-2 0 16,1 0 2-16,0-5 8 0,1 2-10 0,-1 0 3 16,0-2-6-16,0 0 3 0,1-3 6 0,-1-2-6 0,-1-4 3 15,-1 1-7-15,1-2-3 0,0 0-16 0,1 1-2 16,0-3-100-16,10 8-60 0,4-3-33 0,-1-3-19 16,4-3-206-16</inkml:trace>
  <inkml:trace contextRef="#ctx0" brushRef="#br0" timeOffset="41">3918 10447 1134 0,'0'0'20'0,"0"0"-1"0,0 0 26 15,0 0 4-15,0 0 0 0,0 0-1 0,-2 0 8 16,2 0-3-16,0 0 6 0,0 0 3 0,0 0-19 15,0 0-2-15,0 0-5 0,0 0-11 0,0 0-18 16,0 0 3-16,0 0-8 0,0 0 4 0,0 0-5 16,0 0 7-16,0 0-5 0,0 0 9 0,0 0-37 15,0 0-41-15,0 0-7 0,2 0-193 0</inkml:trace>
  <inkml:trace contextRef="#ctx0" brushRef="#br0" timeOffset="42">4055 10166 990 0,'-2'0'20'0,"1"0"36"0,-1-2-26 15,0 1 16-15,1-1-5 0,-1 0 7 16,0 1-17-16,1-1-5 0,-1 0-4 0,0 1 0 0,1-1-13 15,-1 0 9-15,2 1 21 0,0-2-6 0,2-1 61 0,-1 1-56 16,3 0-2-16,4 1-17 0,13-5-7 0,6-1-2 16,-2 3 5-16,6 2-5 0,-1-15 1 0,-6 9-8 15,-1 4 0-15,-6 5-3 0,-2 0 0 0,1 4-1 16,-4 1-2-16,-1 1 0 0,-1-4 3 0,-6 19 8 16,-3 1 3-16,13 1 0 0,-10 0 5 0,-4 2 2 15,-3 1-1-15,-7 2 2 0,-3 0 0 0,-3-1 5 16,12 1 5-16,-16-3 0 0,-4 1 20 0,-3-1-16 15,-1-2 3-15,7-5-10 0,-2-6-5 0,8-1-6 16,0-2-1-16,3-4-2 0,3 1-5 0,0-4-4 0,3 1 2 16,1-1-2-16,3-2 1 0,-1 3 1 0,-1 0-3 15,1-1 3-15,1 0-8 0,1-1 2 0,-1 1 1 16,2 0 1-16,0-2 7 0,0 0-8 0,2 0 0 16,1 0-3-16,2 0 0 0,10-2 2 0,5-1 0 15,0 1 0-15,-2 0-3 0,0 2 1 0,-7 0-1 0,3 0 0 16,0 4 2-16,0-1 3 0,1 2-1 0,-6 0 1 15,0 0-4-15,-1 1 2 0,-1-2 2 0,-4 6-1 16,-2 5 2-16,9-2 0 0,-1 2 0 0,-3 3 0 16,-6-3-2-16,0 4 7 0,-6 1-1 0,-3-3 4 15,8 3 0-15,-26-6 3 0,3 3-4 0,-3-5 3 0,6-3-1 16,-1 1-3-16,1-5 3 0,1 0-5 0,2-1-5 16,1-1 6-16,1-1-1 0,3 7 2 0,-1 0-1 15,3-4-8-15,1-2 1 0,3-1-6 0,-1-1-31 16,3-1-77-16,2 0-12 0,1 0-28 0,1 0-122 0</inkml:trace>
  <inkml:trace contextRef="#ctx0" brushRef="#br0" timeOffset="43">4477 10125 588 0,'-1'0'59'0,"-1"0"104"15,0-2-148-15,1 0-4 0,-1 1-6 0,0-1 7 16,2 0 17-16,0 1 42 0,0-1-5 0,0 0 16 16,2 1-13-16,0-1 2 0,-1 1-5 0,3-3 4 15,-1 3-13-15,10-1-13 0,2-1-5 0,-2-7-2 16,2 1-21-16,0 4-4 0,0 4-3 0,0 1 0 15,0 1-14-15,-1 4 7 0,1 2-3 0,-6-2 5 16,-1 7 3-16,-5 9-1 0,-1 4 1 0,14 3-2 0,-4 2-1 16,-7 3 6-16,-5 1 2 0,-4 4-1 0,-2 0-4 15,-6 0 9-15,-1-1-1 0,-2-1 5 0,-1 0 2 16,1-3 29-16,0-3-11 0,2-7 17 0,0-5-16 0,9-4-17 16,-9 0 5-16,0-4-11 0,0 0-2 0,3-3 7 15,0-4-3-15,3 0 5 0,1 2 0 0,1-1-8 16,-4 1 6-16,5-4-6 0,-1-1-6 0,3 0 7 15,-1 0-14-15,-1-1 12 0,3-1-13 0,-1 0-3 16,0-1 3-16,2 0-4 0,0-2-5 0,2-2 9 16,1-1-7-16,1 1 7 0,-3 4-9 0,6-2 3 15,8-5 3-15,0 2 0 0,-1 1 6 0,0 2-6 16,-1 0 0-16,2 2-1 0,-2 1-4 0,0 1 5 0,2 1-1 16,-2 0 2-16,0 0-1 0,-1 0 4 0,-1 0-3 15,-1 0 4-15,2-2-5 0,0 0-38 0,-1 1-21 16,4-1-12-16,-5 1-122 0,3-1-74 0,4-1-42 15</inkml:trace>
  <inkml:trace contextRef="#ctx0" brushRef="#br0" timeOffset="44">4918 10202 785 0,'0'0'93'0,"0"0"-97"0,-2-1 107 0,1-1-50 0,-1 0-1 15,0 2-31-15,1 0 0 0,-1 0-11 0,2 0-1 16,0 0 7-16,0 0 1 0,0 0 0 0,0 0 8 0,0 2 14 16,0 0 2-16,0 1 4 0,0 5 5 0,0 12-6 15,0 0 0-15,0 3-3 0,2 2-6 0,-2 0-2 16,-2-1 2-16,-1 4-3 0,0-1-2 0,-2 1-9 16,-2 3 0-16,-1-6-3 0,0 5 4 0,1-5-1 15,0-6-4-15,2 3 2 0,2-9-6 0,0 0 3 16,-1-1 2-16,1-1-2 0,1-6-4 0,1 0-5 15,-1 0 3-15,1-1-3 0,-1-1 2 0,0 0 7 16,1-1-1-16,-1-1 4 0,0 1 4 0,2 0-3 16,0-2-2-16,0-2-1 0,0 0-8 0,0-3 0 0,0-21-1 15,0-5 0-15,4-1-5 0,2 1 2 0,2 0-1 16,2-1 1-16,2 1-1 0,-1 1-4 0,-2 2 4 16,-1 3-4-16,0 0 0 0,-1 6 4 0,1 2-8 15,0 2 8-15,-1 4-8 0,0 1 1 0,-1 2-2 0,-3 3 0 16,6 1-10-16,1-4 10 0,-1 1-2 0,3 2 4 15,-5 4-2-15,1 1 0 0,-3 0 4 0,0 1-2 16,-2 1 2-16,-1 8 0 0,-1 11-2 0,14 3 1 16,-5-1 0-16,-3-2 2 0,-4-1 0 0,-1-2 2 15,-1 0 0-15,-1-1 6 0,0-4-6 0,0-1 5 16,0-2-4-16,0-7 0 0,0 0 3 0,0 0-3 16,0-1-2-16,0 1 15 0,0 1-8 0,0-1 11 0,0-1 2 15,0-1-1-15,0-1 4 0,0 0-6 0,0-1-12 16,2-3 0-16,1-7 0 0,2-12 0 0,0 0 3 15,0-4-7-15,0 2 0 0,0 1-2 0,0 0 4 0,2 1-3 16,-1 2 1-16,1-1-1 0,-1 3-1 0,1 2-3 16,0 2 1-16,-2 4 0 0,-2 2 3 0,-1 4-9 15,-2 4-1-15,3-3-4 0,0 1 3 0,-1 3 1 16,6-3 1-16,-1 3 1 0,-1 0 8 0,-1 2-3 16,0 1 2-16,-3 5-3 0,-1 14 3 0,14-1 2 15,-3 4-4-15,-6-2 2 0,-1 0-4 0,-1-2 5 16,-3 1 2-16,1-4-1 0,-2 2-4 0,0-5 7 0,0 0-2 15,0-4 4-15,0-3-12 0,2 2-87 0,-2-3 0 16,0-4-36-16,1 2-67 0,-1-3-115 0,2 1-67 16</inkml:trace>
  <inkml:trace contextRef="#ctx0" brushRef="#br0" timeOffset="45">5425 9996 642 0,'0'0'81'15,"0"-2"-1"-15,-2 1 16 0,0-3 3 0,2 3-21 16,0-4 15-16,0 1-34 0,0 1 6 0,0 0-11 16,0-2 24-16,0 3-20 0,0 0-9 0,0-1-5 0,0 0-34 15,0 0 2-15,0 1 2 0,0 0-2 0,0 1 0 16,0 1-4-16,0 0-2 0,2 1 0 0,-2 1 0 16,5 19 3-16,-3 1-1 0,-1 1 2 0,1 3-2 0,-2 1 6 15,-2 3 1-15,-1 1 1 0,-2 0 2 0,0 2-1 16,0 0-3-16,0 2 2 0,-1-2 1 0,1-2-10 15,0-1 8-15,1-3-8 0,3 1 6 0,-1-7-5 16,0-1 1-16,1-2-2 0,-1-3 8 0,2-5 1 16,0-3 1-16,0-4 0 0,0 0 0 0,0 0 29 15,0 1 3-15,0-3 10 0,0 1 10 0,0 0-41 16,0-1 5-16,0-1-16 0,0 0-2 0,0-1-3 16,0-1-4-16,3-24 1 0,2-4-9 0,-1 2 10 0,1-4-10 15,0 1 9-15,1 0-8 0,1-2-3 0,-1 1 8 16,1 1-8-16,-2 0 1 0,0 1 6 0,0-3-5 15,0 0 7-15,1-2-7 0,1-1 0 0,0-1 0 16,-2-1 0-16,0 2-1 0,0 5 1 0,-1-2-1 0,1 5 1 16,-1 0-6-16,-1 4 8 0,-1 5-2 0,-1 0 4 15,3 5-4-15,-3 2-2 0,3 2 4 0,-1 2-3 16,-1 3 1-16,-2 2-6 0,0 1 0 0,1-1-2 16,1-1 4-16,-1 1 0 0,1 1 1 0,0 1-1 15,-1-1-2-15,1 0 8 0,0 2-7 0,1 0 7 16,0 0-11-16,1 2 8 0,2 1 0 0,-4-3 1 15,4 5-1-15,-2-3 3 0,-1 8 1 0,2 0 1 0,0-4-6 16,0 1 5-16,-2-2-4 0,2 2 4 0,-3-4-8 16,-2-1 8-16,3 1-4 0,-1 0 4 0,-1 0-3 0,1 1 0 15,0-3 5-15,-1 1-5 0,1 0 0 0,0-1 3 16,-1 1-3-16,1 0 4 0,0-1-4 0,-1 1 2 16,1 0-4-16,0-1 3 0,-1 1 0 0,1 0-2 15,0-2 3-15,-1 0-3 0,1 0 1 0,-1 0-19 16,1 0-39-16,0 0 4 0,-1 0-137 0,1 1-112 15,0 1-80-15</inkml:trace>
  <inkml:trace contextRef="#ctx0" brushRef="#br0" timeOffset="46">3989 10856 767 0,'-3'0'132'0,"-24"-6"242"16,1-1-292-16,9 4-42 0,4-1 2 0,5 1-14 16,3 2-9-16,2-1 1 0,-1-1-9 0,3-1 6 15,-4-12-11-15,5-7 3 0,8-2 6 0,-5-8-4 0,35-5 12 16,10 0-6-16,10-7 6 0,11 1-4 0,-1-3 11 15,4 0-4-15,-4 2-3 0,-9 0 1 0,1 7-2 16,-11 5-13-16,-4 4 3 0,-9 7-8 0,-6 2 1 0,-10 9 4 16,-5 1 8-16,-12 5-2 0,-1 2 26 0,-2 1-28 15,0 0 4-15,0-1-15 0,-4 1-14 0,-45-4 4 16,-11 12 0-16,-22 19 3 0,-9-22 3 0,-13 42 4 16,-2 5 0-16,9 6 6 0,6 3 18 0,12 4 15 15,3-2 7-15,4-2 3 0,1-7 18 0,5-9-22 16,6-7-3-16,12-10-8 0,10-6-20 0,15-7-8 15,12-3-5-15,6-5 0 0,1 0-5 0,3-1 7 16,1-1 0-16,1 0 3 0,9 2-5 0,45 5 6 0,6-12 2 16,7-13 0-16,1-11-9 0,3 13 0 0,6-37 2 15,8-4 0-15,11-4-4 0,9-3 9 0,1 0-8 16,-5-4 8-16,-6 4-12 0,-12 3 3 0,-3 2 1 16,-3 7 3-16,-6 3 9 0,-4 6-8 0,-15 0 4 0,-10 6-5 15,-12 1 2-15,-14 0 3 0,-6 8-2 0,4 0 4 16,-8 7 7-16,-7 3-12 0,-4 2 1 0,1 9-7 15,-41-19-16-15,-13 18 7 0,-9 15 1 0,-3-8 4 16,-7 49 1-16,0 5 6 0,-3 9-7 0,-2 1 6 16,-8-2-7-16,5 2 7 0,5 0-1 0,13-3 2 15,13-2-5-15,13-10 7 0,10-8 0 0,12-6 2 0,7-9-7 16,7-5 0-16,-9-3 3 0,7-4-1 0,4-3 9 16,2-3 2-16,3-1-1 0,2-6 2 0,32 15-6 15,7-8 3-15,11-10-4 0,9-12 4 0,0-7-1 0,1 17-1 16,-6-36-3-16,-6 2-4 0,-5-6-42 0,-9 3-150 15,-1-3-17-15,-6-1-73 0,-3 2-318 0</inkml:trace>
  <inkml:trace contextRef="#ctx0" brushRef="#br0" timeOffset="47">312 10458 931 0,'0'0'41'16,"-2"-1"-20"-16,0-1 43 0,1 0-12 0,-1-1-13 0,0 0 2 15,-1-4-8-15,2 2 7 0,-3-1-1 0,4 4-2 16,-1-1-5-16,1 1-3 0,-2-1-31 0,0-1 7 16,1 3 2-16,1-1 3 0,0 2 8 0,0 0 6 15,0 2 2-15,0 14-1 0,0 22 0 0,0 7-6 16,0-2-4-16,0 1 1 0,1-4 7 0,3-4-16 15,-1-3 8-15,2-8-10 0,0-3 11 0,1-3-3 16,1-2-2-16,-2-4 0 0,0-5 2 0,0 1 10 16,-5-8 15-16,8 6 1 0,4-1 77 0,1-1-56 0,3-3 9 15,-1-4-30-15,3-4-20 0,-1-4-2 0,1-2 1 16,0-16-2-16,-1-6-4 0,-4-3-5 0,0 1-1 16,-1-4-1-16,-4 2 2 0,-3 0 4 0,0 2-2 15,15 1 2-15,-10 2-11 0,-7 4 11 0,-3-1 4 0,-3 3 3 16,-2 1 9-16,-2 5-7 0,-1 2-2 0,-1 4 0 15,3 4-4-15,-1 3-12 0,2 1-2 0,-8 5-1 16,2 1-1-16,-1-7-7 0,0 1 7 0,3 4-7 16,-1 3 3-16,1 0-3 0,-2 5 2 0,-1 3-1 15,2 8 8-15,-1 16-2 0,1 2 0 0,2 1 0 16,-2 0 2-16,2-2 0 0,3 0 0 0,1 0 0 16,-14-2 3-16,10-3-5 0,5 0 0 0,3-3-4 0,0-3-15 15,1-4-83-15,2 2 14 0,1-6-36 0,1-2 6 16,-2-4-48-16,-1-4-39 0,-1-1-14 0,4-1-238 15</inkml:trace>
  <inkml:trace contextRef="#ctx0" brushRef="#br0" timeOffset="48">736 10463 1067 0,'0'0'-2'0,"0"0"2"0,0 0 3 16,0 0-4-16,0 2 6 0,0 0 5 0,0-1 25 15,0 3 0-15,0 0 11 0,-2 10 11 0,1-4-33 0,-3 3 2 16,3-3-13-16,-1-2-7 0,0 0-1 0,2-3 0 16,0-2-1-16,0 1 2 0,0-3-6 0,0 3-26 15,2-1-11-15,0-1-248 0</inkml:trace>
  <inkml:trace contextRef="#ctx0" brushRef="#br0" timeOffset="49">1069 10186 664 0,'0'0'50'16,"0"0"-3"-16,-1 0 57 0,-1 0-14 0,0 0 7 0,1 0-40 15,-1 0-7-15,-1 0-1 0,-6 0-2 0,-4 1 7 16,3 3 8-16,-4 2 5 0,0 1 0 0,1 1 6 16,-3 0-18-16,2 12 0 0,3 3-7 0,-1 2-17 0,4 0-14 15,0 1-1-15,1-1-4 0,2 3-4 0,4 2-4 16,-16-2 0-16,6 2 1 0,4 3 6 0,5-3-8 15,2-2 0-15,2-2-3 0,1-5 2 0,1-1 0 16,2 3 0-16,1-4 0 0,-1-3 5 0,4 1-2 16,-2-4 0-16,-1-3-2 0,-5-2-2 0,8-3 9 15,1-2 1-15,2-1 4 0,-1 6 23 0,0-1 41 16,1-4-15-16,0-1 16 0,0-2-60 0,-1-4 3 16,1-4-10-16,-2 0 7 0,3-22-11 0,-3 4 1 0,-1-6 3 15,-2-2-4-15,-1-3-5 0,-4-1 5 0,1 4-4 16,-3-1 4-16,19 0-1 0,-10 2-6 0,-7 0 1 15,-3 2-3-15,-1 4 2 0,-3 4 0 0,-1 4 0 16,0 2 0-16,-1 2-2 0,1 4 1 0,0 2-1 0,0 3-1 16,2 1-14-16,-7 3-73 0,1 0-3 0,1-4-31 15,-2 1-70-15,4 3-180 0,-3 1-84 0</inkml:trace>
  <inkml:trace contextRef="#ctx0" brushRef="#br0" timeOffset="50">1241 10113 769 0,'0'0'43'0,"0"0"-7"0,0-2 31 16,0 1 15-16,0-1-15 0,0 1 5 0,0-1-8 15,0 0 5-15,0 1 0 0,0-3 25 0,2 1-43 16,-1 0 4-16,-1 1-19 0,2-1-16 0,0 1-12 15,7-6-3-15,3 1-1 0,1 2-4 0,-1 4 2 16,1 1 0-16,-3 1 0 0,-5 1-5 0,-2 6 8 16,12 19-5-16,-5 2 8 0,-5 1-5 0,-5 1 4 15,-2 1 7-15,-4-1-4 0,-1-1 8 0,-1-4-6 0,-1 1-7 16,3-6 4-16,1-3-5 0,2-3-4 0,-1 0 6 16,3-3-6-16,1-1 10 0,0-3-8 0,0 1 4 15,0-6-4-15,0 0 6 0,0-1-8 0,3 1 4 16,7 4-4-16,1 0-1 0,8 1 3 0,-5-2-4 0,3 1 4 15,1 0-2-15,-6-2-3 0,-2-1 3 0,-4 1-4 16,-3 4 12-16,7 6 2 0,0 4 3 0,-3-2 0 16,-6-2 17-16,-1 3 8 0,-3-3 0 0,-3 1 0 15,-4 1-18-15,5 1-4 0,-18 0-2 0,-2-5 0 16,2-1-2-16,1-5-6 0,2-3 2 0,4 1-3 16,1-1 9-16,2 6-16 0,1-4-2 0,2-1-13 15,2-1-74-15,3-3-132 0,4-1-67 0</inkml:trace>
  <inkml:trace contextRef="#ctx0" brushRef="#br0" timeOffset="51">1449 10189 1107 0,'0'0'16'0,"0"0"-3"0,0-2 5 0,0 1 12 16,0-1-12-16,0 0 14 0,0-1-4 0,2 0 2 16,4-10 2-16,-3 1 33 0,17-1 3 0,-3 1-6 15,9 4-1-15,-8-2-43 0,4 5-7 0,3 4 2 16,-9-11-4-16,4 4 0 0,-4 6-4 0,-1 2-2 0,-3 3 1 16,-1 4 0-16,-1 1-1 0,-5 17-3 0,-3 3 2 15,-1 3 0-15,18 3 8 0,-10 4-2 0,-7-2 2 16,-4 2-4-16,-2-2 33 0,-5-3 11 0,-1 0 6 15,0-5 30-15,1-3-40 0,-1-2 2 0,1-6-14 16,3-2-4-16,1-4-5 0,3-4-3 0,1-2 0 16,-1-2-11-16,2-1-8 0,-2 1 3 0,1 0-4 0,1 1 0 15,0-3 7-15,0 1-5 0,1 0 6 0,1-2-8 16,1 0 5-16,9 0-2 0,4-4 2 0,1-1-7 16,-1-1 4-16,2-3 1 0,-3 1 2 0,0 0 2 0,-2 0-70 15,2-2-7-15,-2 8-26 0,1-10-65 0,-1 1-31 16,-2-2-39-16,1 1-9 0,1-4-256 0</inkml:trace>
  <inkml:trace contextRef="#ctx0" brushRef="#br0" timeOffset="52">1941 10178 675 0,'0'0'24'0,"0"0"50"0,0 0-62 0,0 0 9 0,0 0-6 15,0 1 8-15,0 1 4 0,-2-1 62 0,2 1-9 16,0 0 23-16,-2 11-22 0,-1 4-11 0,0-1 4 15,-1 1-7-15,0 1 3 0,-1 2-21 0,0-2 8 16,0 2-11-16,-2-1 8 0,0 1-10 0,3-2-4 16,-1-1-1-16,0-2-13 0,1-7-6 0,-1 4-3 0,4-6 0 15,-1-1-14-15,2-3 4 0,-2 1 0 0,1 0 2 16,-1 1 10-16,0-3-8 0,1 1-2 0,-1 0-2 16,2-2-3-16,0 0 2 0,0 0 1 0,0-2-1 15,0 0 0-15,0-4-1 0,2-11 0 0,1-3-2 16,0-1-4-16,1-1 4 0,1-1 0 0,0 0 2 15,0 2-3-15,0-1-4 0,-1 1 4 0,3-1-3 0,-2 4 4 16,2 2-6-16,-1 2 0 0,-1 3-2 0,0 3 5 16,-2 3-3-16,-1 1-2 0,3 1 0 0,3-2-6 15,1 2 5-15,-4 3-1 0,3 0 2 0,-7 0 3 16,4 3-2-16,-3 17 3 0,15 6-1 0,-8 1 4 0,-2-1-2 16,-4 2 2-16,-3-3-1 0,0-2 5 0,-1-3 3 15,-3 0-2-15,1-5 1 0,0-2-3 0,1-5 5 16,0 0-4-16,2-4 4 0,0-1-4 0,-1 0 6 15,-1 1-1-15,1-1 2 0,-1-1 0 0,2-1-1 16,0-1 1-16,0 0-1 0,0-1-5 0,0-1-1 16,0-3-4-16,0-15 3 0,2-1-5 0,2-1 5 15,1-1-1-15,2 3 2 0,1 0-7 0,-1 6 0 0,-1 0 1 16,-1 4 0-16,-1 4 0 0,-4 4-4 0,1 2-4 16,4-3 0-16,5-2-6 0,0 2 10 0,3 1-2 15,-8 2 4-15,-1 2 3 0,-1-1 1 0,-1 3 1 16,6 17-1-16,-3 0-5 0,-4 1 0 0,-1-2 3 15,-1-2-2-15,-1 0-5 0,0-3-71 0,1-2-8 0,1-3-27 16,0-2-76-16,0-3-200 0</inkml:trace>
  <inkml:trace contextRef="#ctx0" brushRef="#br0" timeOffset="53">2421 10040 866 0,'0'0'69'15,"0"0"-91"-15,-2 0 81 0,1 2-44 0,-1 0-7 16,0 1 10-16,2 2 3 0,-6 16 11 0,-1 6 91 0,-1-1 1 16,0 2 12-16,-1 0-17 0,1 1-47 0,2-1-16 15,-1 0-8-15,2-2 0 0,0 1-17 0,2-3-21 16,1-1 5-16,0 1-11 0,1-5-2 0,-1 0 5 16,1-6-4-16,1-2 6 0,0-1 0 0,0-6-1 15,0 1-4-15,0-4 2 0,0 2 2 0,0 1 6 16,0-1 6-16,0-1-1 0,0-1 4 0,0-1-10 15,0 0-3-15,0-1-2 0,0-4-5 0,3-20 3 16,0 0 4-16,2-5-2 0,-2 1-3 0,2-1-1 0,0 0-4 16,0 1 3-16,0 1 5 0,0 1-6 0,0 2 0 15,0 1-2-15,0 0-4 0,-2 5 2 0,1 0 0 16,-1 6 0-16,0 2 2 0,0 2-3 0,-1 3-3 16,0 2 0-16,-2 3-8 0,3-2 3 0,0-1 5 0,1 3-2 15,2-1 10-15,3 2-2 0,0 2 1 0,-2-1-1 16,3 6 4-16,-3-1-6 0,1 16 1 0,0 3-4 15,0-4 11-15,1 4-1 0,-1-2 1 0,-2-3-2 16,1 3-4-16,0-3 0 0,-2 0 2 0,0-2 1 16,-1 2 3-16,1-4 0 0,-1-1-2 0,-3-2 1 15,1-1-1-15,0-2 4 0,-1 0 0 0,1-4 0 0,0-1-1 16,-1-5-1-16,1 3-3 0,1 1 1 0,1-1-11 16,-1-1-46-16,0-1-6 0,-1-1-20 0,-1 0-71 15,1-1-143-15,-2-3-72 0</inkml:trace>
  <inkml:trace contextRef="#ctx0" brushRef="#br0" timeOffset="54">2320 10303 838 0,'0'0'1'0,"0"0"23"0,0 0-22 0,0 0 123 16,2 2-30-16,0-1 53 0,1 1-77 0,10 0 4 16,9 1-9-16,-3-3 5 0,4 0-24 0,1-2-20 15,0-3-3-15,6-3-5 0,3-3-10 0,0-3 1 16,3 1-1-16,2 0-23 0,2 0-241 0</inkml:trace>
  <inkml:trace contextRef="#ctx0" brushRef="#br0" timeOffset="55">3169 11365 256 0,'0'0'29'0,"0"0"8"0,0 0 43 0,-2-2 4 0,2 1-18 16,0-1-19-16,0 0-32 0,0 1 1 0,0-1-1 16,0 0 0-16,0 1 4 0,0-1 5 0,0 0 2 15,0 1 27-15,0-3 20 0,0 1-6 0,0 0 8 16,0 0-20-16,0-1-9 0,0 1 0 0,0 0-3 16,0-1-5-16,0 1-3 0,-2 1 4 0,2 1-2 15,0-1 5-15,0 0-6 0,-1 1-2 0,-1-1-2 16,0 1-5-16,1-1-4 0,-1 0-2 0,0 2-2 15,1 0-16-15,-1 0 13 0,0 0-7 0,1 0 10 0,-1 2-7 16,1 0 13-16,-1-1 0 0,0 1 4 0,-1-1-1 16,0 3-5-16,1-4-4 0,-5 5 0 0,2 3-5 15,0 2 1-15,-1-2 1 0,-1 7-2 0,1-5-13 0,-3 0 7 16,4 5-6-16,0 0 6 0,2-1-9 0,2 1 4 16,-3-2-3-16,3-3 4 0,-8 2-3 0,3-2-2 15,2-2 2-15,1 2-2 0,1-3 2 0,2-2 5 16,0 0-1-16,0-2 2 0,0 0-3 0,0 0 3 15,0 2 1-15,2-1 0 0,0-1-5 0,-1 0 9 16,1 1-2-16,1-3 5 0,1 1 4 0,1 0-2 16,5-1-5-16,-4-1 2 0,2 0-3 0,1 0-3 15,-3-1 4-15,1-1-4 0,-2 0-7 0,0-1 9 0,-2-4-7 16,0-4 7-16,-1-6-7 0,0 6 3 0,8-4-1 16,-2 2 3-16,-3 3 2 0,-2 1-7 0,-1 1 0 15,-2 2-2-15,0-3 1 0,0 3 5 0,0-1-2 16,0 4 1-16,0 0-3 0,-2-1 2 0,0 1 1 0,1 0-1 15,-1-1-5-15,0 3 4 0,1-1-2 0,-2 0 2 16,-1 1-4-16,3 1-6 0,-6-2 5 0,0 0-4 16,-1 2 13-16,0 0-8 0,-4 0 3 0,4 0-4 15,3 2-3-15,-2 0 1 0,3 1 1 0,-1 0 0 16,1 4-4-16,-6 6 1 0,4-3-1 0,-1 3 3 16,2-1 6-16,2-1-9 0,1-1 4 0,2 0-6 15,0-2 16-15,0 1-8 0,2-1 3 0,0-3-5 16,-1 0 1-16,1 0 1 0,0-2 2 0,-1 0-1 0,9-1 1 15,-2 5 1-15,2-1-1 0,-2-1 3 0,1-1 3 0,-1-3-5 16,2 1 2-16,-2-2-2 0,2 0 6 0,-2 0-4 16,1-2 2-16,-1 1-2 0,-2-3 9 0,1 1-9 15,0-2 2-15,-2-2-5 0,0-6 4 0,-4-5-3 16,1 2 3-16,8 1-3 0,-2 0 8 0,-3 3-5 16,-2 1-2-16,-1 1 0 0,-2-2 0 0,0 2-3 15,-2 0 5-15,1 0-4 0,1 7-1 0,-2 0 0 16,-1-2-2-16,3 3 1 0,-7 1 2 0,-3-6-2 15,2 2 0-15,-4 0-2 0,2 3 2 0,1 1-6 0,-1 1 2 16,1 0-3-16,-1 1 7 0,2 3 0 0,-3 2-1 16,2-1 0-16,1-1-2 0,5 10-2 0,0 1 3 15,-2-1-2-15,3-1 0 0,-1-2 4 0,1-1-6 16,-5-2 6-16,1 2-7 0,1 0 10 0,2 0-4 16,3-2 4-16,0-3-10 0,0 0 7 0,0 0 0 15,1 0 3-15,1-1-7 0,-1-1 5 0,-1-1 1 0,7-1 2 16,3 7 0-16,2-1 0 0,-3-2-4 0,3-2 2 15,0-1-2-15,-3 0 6 0,3-2-1 0,0 0 2 16,-1-2 3-16,-1 0-5 0,0-1 6 0,-3 0-6 16,-1-1 6-16,-3 3-4 0,1-1-2 0,2-6 1 15,1-2 4-15,0-2-5 0,-3-1 5 0,0 0-6 0,-3 0-2 16,-1 4 5-16,0 5-7 0,-1-5 6 0,-1 4-8 16,-1 0 0-16,1 2 1 0,-6-4 0 0,-5-1 9 15,1 3-8-15,-3 0 3 0,0 2-6 0,-1 3-4 0,-1 2 8 16,1 1-6-16,-1 4 6 0,3-1-7 0,-1 4 5 15,3-2-1-15,-1 2 2 0,1-2 0 0,6-3-10 16,-1 9 9-16,-1-3-10 0,5 1 15 0,1-6-10 16,-1 1 4-16,-2 1-6 0,3-3 8 0,-1 3 0 15,3-1-3-15,0-2 2 0,0-2-7 0,0-1 10 16,0 0-2-16,0-1 4 0,13 9 0 0,4 0-1 16,-1-3 1-16,1-2-2 0,-3-4 4 0,3-1-3 15,-2 0 4-15,0-1-6 0,-1-3 2 0,-2 1 4 0,1-2-3 16,-3 0 3-16,0-1 1 0,-5 2 3 0,0 1 1 15,-3 1 0-15,-1-3 1 0,7-5-8 0,-3 1 6 16,0-3-6-16,-1-3 11 0,-3 4-11 0,-1-4 4 16,0 6-6-16,-1 3 0 0,1 2-1 0,-2 1 0 15,0 0 1-15,-3-4 5 0,-3 6-9 0,-2-1 2 0,-1 0-4 16,2-4 3-16,0 1 0 0,-1 1-2 0,1 3-2 16,0 1-19-16,-1 0-79 0,1 0-1 0,4 0-30 15,0 1-42-15,4-1-112 0,1 2-15 0</inkml:trace>
  <inkml:trace contextRef="#ctx0" brushRef="#br0" timeOffset="56">3550 11362 621 0,'0'0'69'0,"0"0"-6"0,-2 0 73 0,1-2-16 16,-1 0 5-16,0 1-60 0,-1-1 5 0,0 0-7 15,-1 1 3-15,3 1-36 0,-1 0-11 0,-5-9-4 0,6 6 1 16,-2-3 6-16,-1-1-8 0,3-1 7 0,-1-1-6 16,2 5 22-16,0 0-1 0,0 3 0 0,0-3-1 15,0 3 2-15,0-3 2 0,0 1 0 0,0 1-1 16,0 1-1-16,0-3 3 0,0 3-1 0,0-1 0 16,0-1-14-16,0-1 1 0,0 1-7 0,0 0 3 15,0 0-19-15,0-1 15 0,0 1-8 0,0 1 8 16,0 1-18-16,0-1-2 0,0 0 2 0,0 1-1 0,0-1 1 15,0 0 0-15,0 2 0 0,2 0-2 0,-1 0 2 16,1 2 0-16,0 0-2 0,-2 1 0 0,4 17-2 0,1 0 2 16,0-1 2-16,0 1 0 0,0 0 0 0,-1 0 4 15,-1 1-2-15,0-2 1 0,2-1-3 0,0 0 0 16,-2-3 0-16,1 0 1 0,1-2 2 0,-2-3 2 16,2 0-2-16,0-2 0 0,-2 0 0 0,0-1 4 15,1-1-1-15,-3-2 2 0,3 1-4 0,-3-2 2 16,-1-1 2-16,2 1 0 0,-2-1 5 0,2 1 2 15,-1 0-3-15,1 0 3 0,0 1 0 0,-1-3-13 16,1 1 10-16,-2 0-11 0,0-1 11 0,0 1-8 16,0-2-2-16,-2 0 0 0,1 0 0 0,-1-2-1 0,0 1 1 15,-1-1-1-15,0-1 3 0,-4-6 0 0,-3-5-3 16,-1-5 2-16,1 1-6 0,0-3 4 0,2-1-2 16,1-2 2-16,0 0-6 0,2 0 6 0,2 1-1 15,0-2 3-15,1 2-3 0,2 5-2 0,0-1 5 0,0 4-3 16,0 2 4-16,0 0-5 0,2 3-3 0,-2 4 1 15,1-3-1-15,1 4 4 0,0-1-4 0,-1 1 4 16,1 0-2-16,0 0-5 0,-1 2 6 0,1-1-6 16,-2 3 9-16,0-1-2 0,8 0-2 0,2-6 0 15,2 1 2-15,3 1-5 0,-2 1 6 0,5 2-6 16,-2 1 6-16,-1 2-1 0,0 0-2 0,0 2 0 0,0 1 4 16,0 2 0-16,1 1 0 0,1 3-1 0,-2-1-2 15,-1 2 1-15,3-7-2 0,-2 14 2 0,0-1 0 16,-1-3-2-16,1 4 2 0,0-7-1 0,-3 6 2 0,-1 3 0 15,-1-8-3-15,-2 4 1 0,1-2 3 0,-3 2 0 16,3 3 4-16,-4-5-5 0,-1-1-1 0,0 0 0 16,-3-1 0-16,1 2 1 0,6-1 0 0,-1-1 4 15,-2 1 0-15,-2-2 2 0,-1-2 3 0,-2 0-5 16,0 1 3-16,-2 1-2 0,-1-2 4 0,-2 0 4 16,-2 0-1-16,-6 1 2 0,-10-3-5 0,-2 1 0 15,-1-1 3-15,-4 1-1 0,0 0 11 0,1-2 7 16,-6-2-3-16,5 0 3 0,1 0-10 0,-3-1 6 0,6 1-7 15,-5 16 6-15,1-8-13 0,5-4-8 0,-1-2 6 16,6-2-6-16,3-1-3 0,2-2 4 0,4 0-8 16,6 0 5-16,0 0-2 0,2 0-9 0,-1 0-32 15,1 0-1-15,0 0-178 0,0 0-327 0</inkml:trace>
  <inkml:trace contextRef="#ctx0" brushRef="#br0" timeOffset="81">4142 11342 130 0,'0'0'49'0,"0"0"-2"0,0 0 63 0,-1 0-17 16,-1 0 13-16,0 0-26 0,1 0 5 0,-1-2 3 0,0 1 0 16,1-1-5-16,-1 0-21 0,1 1-6 0,-1-1-6 15,0 0-27-15,1 2-12 0,1 0 10 0,0 0-5 16,0 0 37-16,1 0 0 0,1 0-7 0,0 0 2 15,2 0-28-15,15-1-10 0,0-1-4 0,-4 0-1 16,3 1 1-16,2-1-2 0,2 2 3 0,1 0-4 16,-3 0 4-16,-1-2-2 0,-2 1 8 0,-6-1-6 15,1-1 4-15,1-1-10 0,-3 1 0 0,3 0-1 0,-4 1 7 16,-4 2-64-16,1-1-13 0,-4 1-25 0,1-2-109 16,0 2-8-16,1 0-15 0</inkml:trace>
  <inkml:trace contextRef="#ctx0" brushRef="#br0" timeOffset="82">4279 11467 372 0,'0'0'62'0,"0"0"-4"0,0 0 30 16,0 0-9-16,0 0-8 0,0 2-29 0,0 0 8 16,0-1 6-16,2 1 1 0,0 0 23 0,-1-1-16 15,3 1 1-15,7 0-11 0,11 1-28 0,1-3-12 16,3 0-4-16,5 0-1 0,2-3 3 0,7-1-447 16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66A34-496B-42E3-AD90-504AB2C072BD}" type="datetimeFigureOut">
              <a:rPr lang="en-AU" smtClean="0"/>
              <a:t>22/06/2023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CAED-4298-4B71-ADC5-3446C00CCB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8601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6CAED-4298-4B71-ADC5-3446C00CCBE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8000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22/06/2023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4947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22/06/2023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4732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22/06/2023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6027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22/06/2023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4425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22/06/2023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91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22/06/2023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8725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22/06/2023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099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22/06/2023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464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22/06/2023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84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22/06/2023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7473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22/06/2023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187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4E306-1497-4200-B70B-62CF4F7328F2}" type="datetimeFigureOut">
              <a:rPr lang="en-AU" smtClean="0"/>
              <a:t>22/06/2023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5214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11.png"/><Relationship Id="rId26" Type="http://schemas.openxmlformats.org/officeDocument/2006/relationships/image" Target="../media/image15.png"/><Relationship Id="rId39" Type="http://schemas.openxmlformats.org/officeDocument/2006/relationships/customXml" Target="../ink/ink19.xml"/><Relationship Id="rId21" Type="http://schemas.openxmlformats.org/officeDocument/2006/relationships/customXml" Target="../ink/ink9.xml"/><Relationship Id="rId34" Type="http://schemas.openxmlformats.org/officeDocument/2006/relationships/customXml" Target="../ink/ink16.xml"/><Relationship Id="rId42" Type="http://schemas.openxmlformats.org/officeDocument/2006/relationships/image" Target="../media/image22.png"/><Relationship Id="rId47" Type="http://schemas.openxmlformats.org/officeDocument/2006/relationships/customXml" Target="../ink/ink23.xml"/><Relationship Id="rId50" Type="http://schemas.openxmlformats.org/officeDocument/2006/relationships/image" Target="../media/image26.png"/><Relationship Id="rId7" Type="http://schemas.openxmlformats.org/officeDocument/2006/relationships/customXml" Target="../ink/ink2.xml"/><Relationship Id="rId2" Type="http://schemas.openxmlformats.org/officeDocument/2006/relationships/image" Target="../media/image2.png"/><Relationship Id="rId16" Type="http://schemas.openxmlformats.org/officeDocument/2006/relationships/image" Target="../media/image10.png"/><Relationship Id="rId29" Type="http://schemas.openxmlformats.org/officeDocument/2006/relationships/customXml" Target="../ink/ink13.xml"/><Relationship Id="rId11" Type="http://schemas.openxmlformats.org/officeDocument/2006/relationships/customXml" Target="../ink/ink4.xml"/><Relationship Id="rId24" Type="http://schemas.openxmlformats.org/officeDocument/2006/relationships/image" Target="../media/image14.png"/><Relationship Id="rId32" Type="http://schemas.openxmlformats.org/officeDocument/2006/relationships/customXml" Target="../ink/ink15.xml"/><Relationship Id="rId37" Type="http://schemas.openxmlformats.org/officeDocument/2006/relationships/customXml" Target="../ink/ink18.xml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53" Type="http://schemas.openxmlformats.org/officeDocument/2006/relationships/image" Target="../media/image28.png"/><Relationship Id="rId5" Type="http://schemas.openxmlformats.org/officeDocument/2006/relationships/customXml" Target="../ink/ink1.xml"/><Relationship Id="rId10" Type="http://schemas.openxmlformats.org/officeDocument/2006/relationships/image" Target="../media/image7.png"/><Relationship Id="rId19" Type="http://schemas.openxmlformats.org/officeDocument/2006/relationships/customXml" Target="../ink/ink8.xml"/><Relationship Id="rId31" Type="http://schemas.openxmlformats.org/officeDocument/2006/relationships/image" Target="../media/image17.png"/><Relationship Id="rId44" Type="http://schemas.openxmlformats.org/officeDocument/2006/relationships/image" Target="../media/image23.png"/><Relationship Id="rId52" Type="http://schemas.openxmlformats.org/officeDocument/2006/relationships/image" Target="../media/image27.png"/><Relationship Id="rId4" Type="http://schemas.openxmlformats.org/officeDocument/2006/relationships/image" Target="../media/image4.png"/><Relationship Id="rId9" Type="http://schemas.openxmlformats.org/officeDocument/2006/relationships/customXml" Target="../ink/ink3.xml"/><Relationship Id="rId14" Type="http://schemas.openxmlformats.org/officeDocument/2006/relationships/image" Target="../media/image9.png"/><Relationship Id="rId22" Type="http://schemas.openxmlformats.org/officeDocument/2006/relationships/image" Target="../media/image13.png"/><Relationship Id="rId27" Type="http://schemas.openxmlformats.org/officeDocument/2006/relationships/customXml" Target="../ink/ink12.xml"/><Relationship Id="rId30" Type="http://schemas.openxmlformats.org/officeDocument/2006/relationships/customXml" Target="../ink/ink14.xml"/><Relationship Id="rId35" Type="http://schemas.openxmlformats.org/officeDocument/2006/relationships/image" Target="../media/image19.png"/><Relationship Id="rId43" Type="http://schemas.openxmlformats.org/officeDocument/2006/relationships/customXml" Target="../ink/ink21.xml"/><Relationship Id="rId48" Type="http://schemas.openxmlformats.org/officeDocument/2006/relationships/image" Target="../media/image25.png"/><Relationship Id="rId8" Type="http://schemas.openxmlformats.org/officeDocument/2006/relationships/image" Target="../media/image6.png"/><Relationship Id="rId51" Type="http://schemas.openxmlformats.org/officeDocument/2006/relationships/customXml" Target="../ink/ink25.xml"/><Relationship Id="rId3" Type="http://schemas.openxmlformats.org/officeDocument/2006/relationships/image" Target="../media/image3.png"/><Relationship Id="rId12" Type="http://schemas.openxmlformats.org/officeDocument/2006/relationships/image" Target="../media/image8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image" Target="../media/image18.png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20" Type="http://schemas.openxmlformats.org/officeDocument/2006/relationships/image" Target="../media/image12.png"/><Relationship Id="rId41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16.png"/><Relationship Id="rId36" Type="http://schemas.openxmlformats.org/officeDocument/2006/relationships/customXml" Target="../ink/ink17.xml"/><Relationship Id="rId49" Type="http://schemas.openxmlformats.org/officeDocument/2006/relationships/customXml" Target="../ink/ink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.png"/><Relationship Id="rId3" Type="http://schemas.openxmlformats.org/officeDocument/2006/relationships/customXml" Target="../ink/ink26.xml"/><Relationship Id="rId12" Type="http://schemas.openxmlformats.org/officeDocument/2006/relationships/image" Target="../media/image29.png"/><Relationship Id="rId2" Type="http://schemas.openxmlformats.org/officeDocument/2006/relationships/image" Target="../media/image2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7.xml"/><Relationship Id="rId15" Type="http://schemas.openxmlformats.org/officeDocument/2006/relationships/image" Target="../media/image32.png"/><Relationship Id="rId10" Type="http://schemas.openxmlformats.org/officeDocument/2006/relationships/image" Target="../media/image59.png"/><Relationship Id="rId1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customXml" Target="../ink/ink29.xml"/><Relationship Id="rId4" Type="http://schemas.openxmlformats.org/officeDocument/2006/relationships/image" Target="../media/image8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0.xml"/><Relationship Id="rId21" Type="http://schemas.openxmlformats.org/officeDocument/2006/relationships/image" Target="../media/image35.png"/><Relationship Id="rId2" Type="http://schemas.openxmlformats.org/officeDocument/2006/relationships/image" Target="../media/image2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.xml"/><Relationship Id="rId5" Type="http://schemas.openxmlformats.org/officeDocument/2006/relationships/image" Target="../media/image59.png"/><Relationship Id="rId19" Type="http://schemas.openxmlformats.org/officeDocument/2006/relationships/image" Target="../media/image73.png"/><Relationship Id="rId22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0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customXml" Target="../ink/ink32.xml"/><Relationship Id="rId7" Type="http://schemas.openxmlformats.org/officeDocument/2006/relationships/customXml" Target="../ink/ink34.xml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image" Target="../media/image2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0.png"/><Relationship Id="rId11" Type="http://schemas.openxmlformats.org/officeDocument/2006/relationships/image" Target="../media/image36.png"/><Relationship Id="rId5" Type="http://schemas.openxmlformats.org/officeDocument/2006/relationships/customXml" Target="../ink/ink33.xml"/><Relationship Id="rId15" Type="http://schemas.openxmlformats.org/officeDocument/2006/relationships/image" Target="../media/image40.png"/><Relationship Id="rId10" Type="http://schemas.openxmlformats.org/officeDocument/2006/relationships/image" Target="../media/image890.png"/><Relationship Id="rId19" Type="http://schemas.openxmlformats.org/officeDocument/2006/relationships/image" Target="../media/image44.png"/><Relationship Id="rId4" Type="http://schemas.openxmlformats.org/officeDocument/2006/relationships/image" Target="../media/image59.png"/><Relationship Id="rId9" Type="http://schemas.openxmlformats.org/officeDocument/2006/relationships/customXml" Target="../ink/ink35.xml"/><Relationship Id="rId1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7.xml"/><Relationship Id="rId18" Type="http://schemas.openxmlformats.org/officeDocument/2006/relationships/image" Target="../media/image55.png"/><Relationship Id="rId26" Type="http://schemas.openxmlformats.org/officeDocument/2006/relationships/image" Target="../media/image60.png"/><Relationship Id="rId39" Type="http://schemas.openxmlformats.org/officeDocument/2006/relationships/customXml" Target="../ink/ink50.xml"/><Relationship Id="rId21" Type="http://schemas.openxmlformats.org/officeDocument/2006/relationships/customXml" Target="../ink/ink41.xml"/><Relationship Id="rId34" Type="http://schemas.openxmlformats.org/officeDocument/2006/relationships/image" Target="../media/image64.png"/><Relationship Id="rId42" Type="http://schemas.openxmlformats.org/officeDocument/2006/relationships/image" Target="../media/image68.png"/><Relationship Id="rId7" Type="http://schemas.openxmlformats.org/officeDocument/2006/relationships/image" Target="../media/image47.png"/><Relationship Id="rId2" Type="http://schemas.openxmlformats.org/officeDocument/2006/relationships/image" Target="../media/image2.png"/><Relationship Id="rId16" Type="http://schemas.openxmlformats.org/officeDocument/2006/relationships/image" Target="../media/image54.png"/><Relationship Id="rId20" Type="http://schemas.openxmlformats.org/officeDocument/2006/relationships/image" Target="../media/image56.png"/><Relationship Id="rId29" Type="http://schemas.openxmlformats.org/officeDocument/2006/relationships/customXml" Target="../ink/ink45.xml"/><Relationship Id="rId41" Type="http://schemas.openxmlformats.org/officeDocument/2006/relationships/customXml" Target="../ink/ink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24" Type="http://schemas.openxmlformats.org/officeDocument/2006/relationships/image" Target="../media/image58.png"/><Relationship Id="rId32" Type="http://schemas.openxmlformats.org/officeDocument/2006/relationships/image" Target="../media/image63.png"/><Relationship Id="rId37" Type="http://schemas.openxmlformats.org/officeDocument/2006/relationships/customXml" Target="../ink/ink49.xml"/><Relationship Id="rId40" Type="http://schemas.openxmlformats.org/officeDocument/2006/relationships/image" Target="../media/image67.png"/><Relationship Id="rId5" Type="http://schemas.openxmlformats.org/officeDocument/2006/relationships/image" Target="../media/image45.png"/><Relationship Id="rId15" Type="http://schemas.openxmlformats.org/officeDocument/2006/relationships/customXml" Target="../ink/ink38.xml"/><Relationship Id="rId23" Type="http://schemas.openxmlformats.org/officeDocument/2006/relationships/customXml" Target="../ink/ink42.xml"/><Relationship Id="rId28" Type="http://schemas.openxmlformats.org/officeDocument/2006/relationships/image" Target="../media/image61.png"/><Relationship Id="rId36" Type="http://schemas.openxmlformats.org/officeDocument/2006/relationships/image" Target="../media/image65.png"/><Relationship Id="rId10" Type="http://schemas.openxmlformats.org/officeDocument/2006/relationships/image" Target="../media/image50.png"/><Relationship Id="rId19" Type="http://schemas.openxmlformats.org/officeDocument/2006/relationships/customXml" Target="../ink/ink40.xml"/><Relationship Id="rId31" Type="http://schemas.openxmlformats.org/officeDocument/2006/relationships/customXml" Target="../ink/ink46.xml"/><Relationship Id="rId4" Type="http://schemas.openxmlformats.org/officeDocument/2006/relationships/image" Target="../media/image59.png"/><Relationship Id="rId9" Type="http://schemas.openxmlformats.org/officeDocument/2006/relationships/image" Target="../media/image49.png"/><Relationship Id="rId14" Type="http://schemas.openxmlformats.org/officeDocument/2006/relationships/image" Target="../media/image53.png"/><Relationship Id="rId22" Type="http://schemas.openxmlformats.org/officeDocument/2006/relationships/image" Target="../media/image57.png"/><Relationship Id="rId27" Type="http://schemas.openxmlformats.org/officeDocument/2006/relationships/customXml" Target="../ink/ink44.xml"/><Relationship Id="rId30" Type="http://schemas.openxmlformats.org/officeDocument/2006/relationships/image" Target="../media/image62.png"/><Relationship Id="rId35" Type="http://schemas.openxmlformats.org/officeDocument/2006/relationships/customXml" Target="../ink/ink48.xml"/><Relationship Id="rId8" Type="http://schemas.openxmlformats.org/officeDocument/2006/relationships/image" Target="../media/image48.png"/><Relationship Id="rId3" Type="http://schemas.openxmlformats.org/officeDocument/2006/relationships/customXml" Target="../ink/ink36.xml"/><Relationship Id="rId12" Type="http://schemas.openxmlformats.org/officeDocument/2006/relationships/image" Target="../media/image52.png"/><Relationship Id="rId17" Type="http://schemas.openxmlformats.org/officeDocument/2006/relationships/customXml" Target="../ink/ink39.xml"/><Relationship Id="rId25" Type="http://schemas.openxmlformats.org/officeDocument/2006/relationships/customXml" Target="../ink/ink43.xml"/><Relationship Id="rId33" Type="http://schemas.openxmlformats.org/officeDocument/2006/relationships/customXml" Target="../ink/ink47.xml"/><Relationship Id="rId38" Type="http://schemas.openxmlformats.org/officeDocument/2006/relationships/image" Target="../media/image6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2.xml"/><Relationship Id="rId7" Type="http://schemas.openxmlformats.org/officeDocument/2006/relationships/image" Target="../media/image7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5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5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customXml" Target="../ink/ink56.xml"/><Relationship Id="rId4" Type="http://schemas.openxmlformats.org/officeDocument/2006/relationships/image" Target="../media/image8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customXml" Target="../ink/ink58.xml"/><Relationship Id="rId4" Type="http://schemas.openxmlformats.org/officeDocument/2006/relationships/image" Target="../media/image8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customXml" Target="../ink/ink60.xml"/><Relationship Id="rId4" Type="http://schemas.openxmlformats.org/officeDocument/2006/relationships/image" Target="../media/image8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62.xml"/><Relationship Id="rId3" Type="http://schemas.openxmlformats.org/officeDocument/2006/relationships/customXml" Target="../ink/ink61.xml"/><Relationship Id="rId7" Type="http://schemas.openxmlformats.org/officeDocument/2006/relationships/image" Target="../media/image60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1.png"/><Relationship Id="rId5" Type="http://schemas.openxmlformats.org/officeDocument/2006/relationships/image" Target="../media/image571.png"/><Relationship Id="rId4" Type="http://schemas.openxmlformats.org/officeDocument/2006/relationships/image" Target="../media/image59.png"/><Relationship Id="rId9" Type="http://schemas.openxmlformats.org/officeDocument/2006/relationships/image" Target="../media/image6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64.xml"/><Relationship Id="rId3" Type="http://schemas.openxmlformats.org/officeDocument/2006/relationships/customXml" Target="../ink/ink63.xml"/><Relationship Id="rId7" Type="http://schemas.openxmlformats.org/officeDocument/2006/relationships/image" Target="../media/image6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1.png"/><Relationship Id="rId5" Type="http://schemas.openxmlformats.org/officeDocument/2006/relationships/image" Target="../media/image620.png"/><Relationship Id="rId4" Type="http://schemas.openxmlformats.org/officeDocument/2006/relationships/image" Target="../media/image59.png"/><Relationship Id="rId9" Type="http://schemas.openxmlformats.org/officeDocument/2006/relationships/image" Target="../media/image6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6.xml"/><Relationship Id="rId7" Type="http://schemas.openxmlformats.org/officeDocument/2006/relationships/image" Target="../media/image67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1.png"/><Relationship Id="rId5" Type="http://schemas.openxmlformats.org/officeDocument/2006/relationships/image" Target="../media/image4.png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5.png"/><Relationship Id="rId21" Type="http://schemas.openxmlformats.org/officeDocument/2006/relationships/customXml" Target="../ink/ink77.xml"/><Relationship Id="rId63" Type="http://schemas.openxmlformats.org/officeDocument/2006/relationships/customXml" Target="../ink/ink98.xml"/><Relationship Id="rId159" Type="http://schemas.openxmlformats.org/officeDocument/2006/relationships/image" Target="../media/image108.png"/><Relationship Id="rId170" Type="http://schemas.openxmlformats.org/officeDocument/2006/relationships/customXml" Target="../ink/ink152.xml"/><Relationship Id="rId191" Type="http://schemas.openxmlformats.org/officeDocument/2006/relationships/image" Target="../media/image124.png"/><Relationship Id="rId205" Type="http://schemas.openxmlformats.org/officeDocument/2006/relationships/image" Target="../media/image132.png"/><Relationship Id="rId226" Type="http://schemas.openxmlformats.org/officeDocument/2006/relationships/customXml" Target="../ink/ink180.xml"/><Relationship Id="rId247" Type="http://schemas.openxmlformats.org/officeDocument/2006/relationships/image" Target="../media/image153.png"/><Relationship Id="rId107" Type="http://schemas.openxmlformats.org/officeDocument/2006/relationships/image" Target="../media/image80.png"/><Relationship Id="rId11" Type="http://schemas.openxmlformats.org/officeDocument/2006/relationships/customXml" Target="../ink/ink72.xml"/><Relationship Id="rId32" Type="http://schemas.openxmlformats.org/officeDocument/2006/relationships/image" Target="../media/image400.png"/><Relationship Id="rId53" Type="http://schemas.openxmlformats.org/officeDocument/2006/relationships/customXml" Target="../ink/ink93.xml"/><Relationship Id="rId74" Type="http://schemas.openxmlformats.org/officeDocument/2006/relationships/image" Target="../media/image640.png"/><Relationship Id="rId128" Type="http://schemas.openxmlformats.org/officeDocument/2006/relationships/customXml" Target="../ink/ink131.xml"/><Relationship Id="rId149" Type="http://schemas.openxmlformats.org/officeDocument/2006/relationships/image" Target="../media/image103.png"/><Relationship Id="rId5" Type="http://schemas.openxmlformats.org/officeDocument/2006/relationships/customXml" Target="../ink/ink69.xml"/><Relationship Id="rId95" Type="http://schemas.openxmlformats.org/officeDocument/2006/relationships/customXml" Target="../ink/ink114.xml"/><Relationship Id="rId160" Type="http://schemas.openxmlformats.org/officeDocument/2006/relationships/customXml" Target="../ink/ink147.xml"/><Relationship Id="rId181" Type="http://schemas.openxmlformats.org/officeDocument/2006/relationships/image" Target="../media/image119.png"/><Relationship Id="rId216" Type="http://schemas.openxmlformats.org/officeDocument/2006/relationships/customXml" Target="../ink/ink175.xml"/><Relationship Id="rId237" Type="http://schemas.openxmlformats.org/officeDocument/2006/relationships/image" Target="../media/image148.png"/><Relationship Id="rId258" Type="http://schemas.openxmlformats.org/officeDocument/2006/relationships/customXml" Target="../ink/ink196.xml"/><Relationship Id="rId22" Type="http://schemas.openxmlformats.org/officeDocument/2006/relationships/image" Target="../media/image350.png"/><Relationship Id="rId43" Type="http://schemas.openxmlformats.org/officeDocument/2006/relationships/customXml" Target="../ink/ink88.xml"/><Relationship Id="rId64" Type="http://schemas.openxmlformats.org/officeDocument/2006/relationships/image" Target="../media/image560.png"/><Relationship Id="rId118" Type="http://schemas.openxmlformats.org/officeDocument/2006/relationships/customXml" Target="../ink/ink126.xml"/><Relationship Id="rId139" Type="http://schemas.openxmlformats.org/officeDocument/2006/relationships/image" Target="../media/image98.png"/><Relationship Id="rId85" Type="http://schemas.openxmlformats.org/officeDocument/2006/relationships/customXml" Target="../ink/ink109.xml"/><Relationship Id="rId150" Type="http://schemas.openxmlformats.org/officeDocument/2006/relationships/customXml" Target="../ink/ink142.xml"/><Relationship Id="rId171" Type="http://schemas.openxmlformats.org/officeDocument/2006/relationships/image" Target="../media/image114.png"/><Relationship Id="rId192" Type="http://schemas.openxmlformats.org/officeDocument/2006/relationships/customXml" Target="../ink/ink163.xml"/><Relationship Id="rId206" Type="http://schemas.openxmlformats.org/officeDocument/2006/relationships/customXml" Target="../ink/ink170.xml"/><Relationship Id="rId227" Type="http://schemas.openxmlformats.org/officeDocument/2006/relationships/image" Target="../media/image143.png"/><Relationship Id="rId248" Type="http://schemas.openxmlformats.org/officeDocument/2006/relationships/customXml" Target="../ink/ink191.xml"/><Relationship Id="rId12" Type="http://schemas.openxmlformats.org/officeDocument/2006/relationships/image" Target="../media/image3010.png"/><Relationship Id="rId33" Type="http://schemas.openxmlformats.org/officeDocument/2006/relationships/customXml" Target="../ink/ink83.xml"/><Relationship Id="rId108" Type="http://schemas.openxmlformats.org/officeDocument/2006/relationships/customXml" Target="../ink/ink121.xml"/><Relationship Id="rId129" Type="http://schemas.openxmlformats.org/officeDocument/2006/relationships/image" Target="../media/image91.png"/><Relationship Id="rId54" Type="http://schemas.openxmlformats.org/officeDocument/2006/relationships/image" Target="../media/image510.png"/><Relationship Id="rId75" Type="http://schemas.openxmlformats.org/officeDocument/2006/relationships/customXml" Target="../ink/ink104.xml"/><Relationship Id="rId96" Type="http://schemas.openxmlformats.org/officeDocument/2006/relationships/image" Target="../media/image75.png"/><Relationship Id="rId140" Type="http://schemas.openxmlformats.org/officeDocument/2006/relationships/customXml" Target="../ink/ink137.xml"/><Relationship Id="rId161" Type="http://schemas.openxmlformats.org/officeDocument/2006/relationships/image" Target="../media/image109.png"/><Relationship Id="rId182" Type="http://schemas.openxmlformats.org/officeDocument/2006/relationships/customXml" Target="../ink/ink158.xml"/><Relationship Id="rId217" Type="http://schemas.openxmlformats.org/officeDocument/2006/relationships/image" Target="../media/image138.png"/><Relationship Id="rId6" Type="http://schemas.openxmlformats.org/officeDocument/2006/relationships/image" Target="../media/image2711.png"/><Relationship Id="rId238" Type="http://schemas.openxmlformats.org/officeDocument/2006/relationships/customXml" Target="../ink/ink186.xml"/><Relationship Id="rId259" Type="http://schemas.openxmlformats.org/officeDocument/2006/relationships/image" Target="../media/image159.png"/><Relationship Id="rId23" Type="http://schemas.openxmlformats.org/officeDocument/2006/relationships/customXml" Target="../ink/ink78.xml"/><Relationship Id="rId119" Type="http://schemas.openxmlformats.org/officeDocument/2006/relationships/image" Target="../media/image86.png"/><Relationship Id="rId44" Type="http://schemas.openxmlformats.org/officeDocument/2006/relationships/image" Target="../media/image460.png"/><Relationship Id="rId65" Type="http://schemas.openxmlformats.org/officeDocument/2006/relationships/customXml" Target="../ink/ink99.xml"/><Relationship Id="rId86" Type="http://schemas.openxmlformats.org/officeDocument/2006/relationships/image" Target="../media/image700.png"/><Relationship Id="rId130" Type="http://schemas.openxmlformats.org/officeDocument/2006/relationships/customXml" Target="../ink/ink132.xml"/><Relationship Id="rId151" Type="http://schemas.openxmlformats.org/officeDocument/2006/relationships/image" Target="../media/image104.png"/><Relationship Id="rId172" Type="http://schemas.openxmlformats.org/officeDocument/2006/relationships/customXml" Target="../ink/ink153.xml"/><Relationship Id="rId193" Type="http://schemas.openxmlformats.org/officeDocument/2006/relationships/image" Target="../media/image125.png"/><Relationship Id="rId207" Type="http://schemas.openxmlformats.org/officeDocument/2006/relationships/image" Target="../media/image133.png"/><Relationship Id="rId228" Type="http://schemas.openxmlformats.org/officeDocument/2006/relationships/customXml" Target="../ink/ink181.xml"/><Relationship Id="rId249" Type="http://schemas.openxmlformats.org/officeDocument/2006/relationships/image" Target="../media/image154.png"/><Relationship Id="rId13" Type="http://schemas.openxmlformats.org/officeDocument/2006/relationships/customXml" Target="../ink/ink73.xml"/><Relationship Id="rId109" Type="http://schemas.openxmlformats.org/officeDocument/2006/relationships/image" Target="../media/image81.png"/><Relationship Id="rId260" Type="http://schemas.openxmlformats.org/officeDocument/2006/relationships/customXml" Target="../ink/ink197.xml"/><Relationship Id="rId34" Type="http://schemas.openxmlformats.org/officeDocument/2006/relationships/image" Target="../media/image410.png"/><Relationship Id="rId55" Type="http://schemas.openxmlformats.org/officeDocument/2006/relationships/customXml" Target="../ink/ink94.xml"/><Relationship Id="rId76" Type="http://schemas.openxmlformats.org/officeDocument/2006/relationships/image" Target="../media/image650.png"/><Relationship Id="rId97" Type="http://schemas.openxmlformats.org/officeDocument/2006/relationships/customXml" Target="../ink/ink115.xml"/><Relationship Id="rId120" Type="http://schemas.openxmlformats.org/officeDocument/2006/relationships/customXml" Target="../ink/ink127.xml"/><Relationship Id="rId141" Type="http://schemas.openxmlformats.org/officeDocument/2006/relationships/image" Target="../media/image99.png"/><Relationship Id="rId7" Type="http://schemas.openxmlformats.org/officeDocument/2006/relationships/customXml" Target="../ink/ink70.xml"/><Relationship Id="rId162" Type="http://schemas.openxmlformats.org/officeDocument/2006/relationships/customXml" Target="../ink/ink148.xml"/><Relationship Id="rId183" Type="http://schemas.openxmlformats.org/officeDocument/2006/relationships/image" Target="../media/image120.png"/><Relationship Id="rId218" Type="http://schemas.openxmlformats.org/officeDocument/2006/relationships/customXml" Target="../ink/ink176.xml"/><Relationship Id="rId239" Type="http://schemas.openxmlformats.org/officeDocument/2006/relationships/image" Target="../media/image149.png"/><Relationship Id="rId250" Type="http://schemas.openxmlformats.org/officeDocument/2006/relationships/customXml" Target="../ink/ink192.xml"/><Relationship Id="rId24" Type="http://schemas.openxmlformats.org/officeDocument/2006/relationships/image" Target="../media/image360.png"/><Relationship Id="rId45" Type="http://schemas.openxmlformats.org/officeDocument/2006/relationships/customXml" Target="../ink/ink89.xml"/><Relationship Id="rId66" Type="http://schemas.openxmlformats.org/officeDocument/2006/relationships/image" Target="../media/image570.png"/><Relationship Id="rId87" Type="http://schemas.openxmlformats.org/officeDocument/2006/relationships/customXml" Target="../ink/ink110.xml"/><Relationship Id="rId110" Type="http://schemas.openxmlformats.org/officeDocument/2006/relationships/customXml" Target="../ink/ink122.xml"/><Relationship Id="rId131" Type="http://schemas.openxmlformats.org/officeDocument/2006/relationships/image" Target="../media/image93.png"/><Relationship Id="rId152" Type="http://schemas.openxmlformats.org/officeDocument/2006/relationships/customXml" Target="../ink/ink143.xml"/><Relationship Id="rId173" Type="http://schemas.openxmlformats.org/officeDocument/2006/relationships/image" Target="../media/image115.png"/><Relationship Id="rId194" Type="http://schemas.openxmlformats.org/officeDocument/2006/relationships/customXml" Target="../ink/ink164.xml"/><Relationship Id="rId208" Type="http://schemas.openxmlformats.org/officeDocument/2006/relationships/customXml" Target="../ink/ink171.xml"/><Relationship Id="rId229" Type="http://schemas.openxmlformats.org/officeDocument/2006/relationships/image" Target="../media/image144.png"/><Relationship Id="rId240" Type="http://schemas.openxmlformats.org/officeDocument/2006/relationships/customXml" Target="../ink/ink187.xml"/><Relationship Id="rId261" Type="http://schemas.openxmlformats.org/officeDocument/2006/relationships/image" Target="../media/image160.png"/><Relationship Id="rId14" Type="http://schemas.openxmlformats.org/officeDocument/2006/relationships/image" Target="../media/image3110.png"/><Relationship Id="rId35" Type="http://schemas.openxmlformats.org/officeDocument/2006/relationships/customXml" Target="../ink/ink84.xml"/><Relationship Id="rId56" Type="http://schemas.openxmlformats.org/officeDocument/2006/relationships/image" Target="../media/image520.png"/><Relationship Id="rId77" Type="http://schemas.openxmlformats.org/officeDocument/2006/relationships/customXml" Target="../ink/ink105.xml"/><Relationship Id="rId100" Type="http://schemas.openxmlformats.org/officeDocument/2006/relationships/customXml" Target="../ink/ink117.xml"/><Relationship Id="rId8" Type="http://schemas.openxmlformats.org/officeDocument/2006/relationships/image" Target="../media/image2811.png"/><Relationship Id="rId98" Type="http://schemas.openxmlformats.org/officeDocument/2006/relationships/image" Target="../media/image76.png"/><Relationship Id="rId121" Type="http://schemas.openxmlformats.org/officeDocument/2006/relationships/image" Target="../media/image87.png"/><Relationship Id="rId142" Type="http://schemas.openxmlformats.org/officeDocument/2006/relationships/customXml" Target="../ink/ink138.xml"/><Relationship Id="rId163" Type="http://schemas.openxmlformats.org/officeDocument/2006/relationships/image" Target="../media/image110.png"/><Relationship Id="rId184" Type="http://schemas.openxmlformats.org/officeDocument/2006/relationships/customXml" Target="../ink/ink159.xml"/><Relationship Id="rId219" Type="http://schemas.openxmlformats.org/officeDocument/2006/relationships/image" Target="../media/image139.png"/><Relationship Id="rId230" Type="http://schemas.openxmlformats.org/officeDocument/2006/relationships/customXml" Target="../ink/ink182.xml"/><Relationship Id="rId251" Type="http://schemas.openxmlformats.org/officeDocument/2006/relationships/image" Target="../media/image155.png"/><Relationship Id="rId25" Type="http://schemas.openxmlformats.org/officeDocument/2006/relationships/customXml" Target="../ink/ink79.xml"/><Relationship Id="rId46" Type="http://schemas.openxmlformats.org/officeDocument/2006/relationships/image" Target="../media/image470.png"/><Relationship Id="rId67" Type="http://schemas.openxmlformats.org/officeDocument/2006/relationships/customXml" Target="../ink/ink100.xml"/><Relationship Id="rId88" Type="http://schemas.openxmlformats.org/officeDocument/2006/relationships/image" Target="../media/image710.png"/><Relationship Id="rId111" Type="http://schemas.openxmlformats.org/officeDocument/2006/relationships/image" Target="../media/image82.png"/><Relationship Id="rId132" Type="http://schemas.openxmlformats.org/officeDocument/2006/relationships/customXml" Target="../ink/ink133.xml"/><Relationship Id="rId153" Type="http://schemas.openxmlformats.org/officeDocument/2006/relationships/image" Target="../media/image105.png"/><Relationship Id="rId174" Type="http://schemas.openxmlformats.org/officeDocument/2006/relationships/customXml" Target="../ink/ink154.xml"/><Relationship Id="rId195" Type="http://schemas.openxmlformats.org/officeDocument/2006/relationships/image" Target="../media/image126.png"/><Relationship Id="rId209" Type="http://schemas.openxmlformats.org/officeDocument/2006/relationships/image" Target="../media/image134.png"/><Relationship Id="rId220" Type="http://schemas.openxmlformats.org/officeDocument/2006/relationships/customXml" Target="../ink/ink177.xml"/><Relationship Id="rId241" Type="http://schemas.openxmlformats.org/officeDocument/2006/relationships/image" Target="../media/image150.png"/><Relationship Id="rId15" Type="http://schemas.openxmlformats.org/officeDocument/2006/relationships/customXml" Target="../ink/ink74.xml"/><Relationship Id="rId36" Type="http://schemas.openxmlformats.org/officeDocument/2006/relationships/image" Target="../media/image420.png"/><Relationship Id="rId57" Type="http://schemas.openxmlformats.org/officeDocument/2006/relationships/customXml" Target="../ink/ink95.xml"/><Relationship Id="rId262" Type="http://schemas.openxmlformats.org/officeDocument/2006/relationships/customXml" Target="../ink/ink198.xml"/><Relationship Id="rId78" Type="http://schemas.openxmlformats.org/officeDocument/2006/relationships/image" Target="../media/image660.png"/><Relationship Id="rId99" Type="http://schemas.openxmlformats.org/officeDocument/2006/relationships/customXml" Target="../ink/ink116.xml"/><Relationship Id="rId101" Type="http://schemas.openxmlformats.org/officeDocument/2006/relationships/image" Target="../media/image77.png"/><Relationship Id="rId122" Type="http://schemas.openxmlformats.org/officeDocument/2006/relationships/customXml" Target="../ink/ink128.xml"/><Relationship Id="rId143" Type="http://schemas.openxmlformats.org/officeDocument/2006/relationships/image" Target="../media/image100.png"/><Relationship Id="rId164" Type="http://schemas.openxmlformats.org/officeDocument/2006/relationships/customXml" Target="../ink/ink149.xml"/><Relationship Id="rId185" Type="http://schemas.openxmlformats.org/officeDocument/2006/relationships/image" Target="../media/image121.png"/><Relationship Id="rId9" Type="http://schemas.openxmlformats.org/officeDocument/2006/relationships/customXml" Target="../ink/ink71.xml"/><Relationship Id="rId210" Type="http://schemas.openxmlformats.org/officeDocument/2006/relationships/customXml" Target="../ink/ink172.xml"/><Relationship Id="rId26" Type="http://schemas.openxmlformats.org/officeDocument/2006/relationships/image" Target="../media/image370.png"/><Relationship Id="rId231" Type="http://schemas.openxmlformats.org/officeDocument/2006/relationships/image" Target="../media/image145.png"/><Relationship Id="rId252" Type="http://schemas.openxmlformats.org/officeDocument/2006/relationships/customXml" Target="../ink/ink193.xml"/><Relationship Id="rId47" Type="http://schemas.openxmlformats.org/officeDocument/2006/relationships/customXml" Target="../ink/ink90.xml"/><Relationship Id="rId68" Type="http://schemas.openxmlformats.org/officeDocument/2006/relationships/image" Target="../media/image580.png"/><Relationship Id="rId89" Type="http://schemas.openxmlformats.org/officeDocument/2006/relationships/customXml" Target="../ink/ink111.xml"/><Relationship Id="rId112" Type="http://schemas.openxmlformats.org/officeDocument/2006/relationships/customXml" Target="../ink/ink123.xml"/><Relationship Id="rId133" Type="http://schemas.openxmlformats.org/officeDocument/2006/relationships/image" Target="../media/image94.png"/><Relationship Id="rId154" Type="http://schemas.openxmlformats.org/officeDocument/2006/relationships/customXml" Target="../ink/ink144.xml"/><Relationship Id="rId175" Type="http://schemas.openxmlformats.org/officeDocument/2006/relationships/image" Target="../media/image116.png"/><Relationship Id="rId196" Type="http://schemas.openxmlformats.org/officeDocument/2006/relationships/customXml" Target="../ink/ink165.xml"/><Relationship Id="rId200" Type="http://schemas.openxmlformats.org/officeDocument/2006/relationships/customXml" Target="../ink/ink167.xml"/><Relationship Id="rId16" Type="http://schemas.openxmlformats.org/officeDocument/2006/relationships/image" Target="../media/image324.png"/><Relationship Id="rId221" Type="http://schemas.openxmlformats.org/officeDocument/2006/relationships/image" Target="../media/image140.png"/><Relationship Id="rId242" Type="http://schemas.openxmlformats.org/officeDocument/2006/relationships/customXml" Target="../ink/ink188.xml"/><Relationship Id="rId263" Type="http://schemas.openxmlformats.org/officeDocument/2006/relationships/image" Target="../media/image161.png"/><Relationship Id="rId37" Type="http://schemas.openxmlformats.org/officeDocument/2006/relationships/customXml" Target="../ink/ink85.xml"/><Relationship Id="rId58" Type="http://schemas.openxmlformats.org/officeDocument/2006/relationships/image" Target="../media/image530.png"/><Relationship Id="rId79" Type="http://schemas.openxmlformats.org/officeDocument/2006/relationships/customXml" Target="../ink/ink106.xml"/><Relationship Id="rId102" Type="http://schemas.openxmlformats.org/officeDocument/2006/relationships/customXml" Target="../ink/ink118.xml"/><Relationship Id="rId123" Type="http://schemas.openxmlformats.org/officeDocument/2006/relationships/image" Target="../media/image881.png"/><Relationship Id="rId144" Type="http://schemas.openxmlformats.org/officeDocument/2006/relationships/customXml" Target="../ink/ink139.xml"/><Relationship Id="rId90" Type="http://schemas.openxmlformats.org/officeDocument/2006/relationships/image" Target="../media/image720.png"/><Relationship Id="rId165" Type="http://schemas.openxmlformats.org/officeDocument/2006/relationships/image" Target="../media/image111.png"/><Relationship Id="rId186" Type="http://schemas.openxmlformats.org/officeDocument/2006/relationships/customXml" Target="../ink/ink160.xml"/><Relationship Id="rId211" Type="http://schemas.openxmlformats.org/officeDocument/2006/relationships/image" Target="../media/image135.png"/><Relationship Id="rId232" Type="http://schemas.openxmlformats.org/officeDocument/2006/relationships/customXml" Target="../ink/ink183.xml"/><Relationship Id="rId253" Type="http://schemas.openxmlformats.org/officeDocument/2006/relationships/image" Target="../media/image156.png"/><Relationship Id="rId27" Type="http://schemas.openxmlformats.org/officeDocument/2006/relationships/customXml" Target="../ink/ink80.xml"/><Relationship Id="rId48" Type="http://schemas.openxmlformats.org/officeDocument/2006/relationships/image" Target="../media/image480.png"/><Relationship Id="rId69" Type="http://schemas.openxmlformats.org/officeDocument/2006/relationships/customXml" Target="../ink/ink101.xml"/><Relationship Id="rId113" Type="http://schemas.openxmlformats.org/officeDocument/2006/relationships/image" Target="../media/image83.png"/><Relationship Id="rId134" Type="http://schemas.openxmlformats.org/officeDocument/2006/relationships/customXml" Target="../ink/ink134.xml"/><Relationship Id="rId80" Type="http://schemas.openxmlformats.org/officeDocument/2006/relationships/image" Target="../media/image670.png"/><Relationship Id="rId155" Type="http://schemas.openxmlformats.org/officeDocument/2006/relationships/image" Target="../media/image106.png"/><Relationship Id="rId176" Type="http://schemas.openxmlformats.org/officeDocument/2006/relationships/customXml" Target="../ink/ink155.xml"/><Relationship Id="rId197" Type="http://schemas.openxmlformats.org/officeDocument/2006/relationships/image" Target="../media/image127.png"/><Relationship Id="rId201" Type="http://schemas.openxmlformats.org/officeDocument/2006/relationships/image" Target="../media/image129.png"/><Relationship Id="rId222" Type="http://schemas.openxmlformats.org/officeDocument/2006/relationships/customXml" Target="../ink/ink178.xml"/><Relationship Id="rId243" Type="http://schemas.openxmlformats.org/officeDocument/2006/relationships/image" Target="../media/image151.png"/><Relationship Id="rId17" Type="http://schemas.openxmlformats.org/officeDocument/2006/relationships/customXml" Target="../ink/ink75.xml"/><Relationship Id="rId38" Type="http://schemas.openxmlformats.org/officeDocument/2006/relationships/image" Target="../media/image430.png"/><Relationship Id="rId59" Type="http://schemas.openxmlformats.org/officeDocument/2006/relationships/customXml" Target="../ink/ink96.xml"/><Relationship Id="rId103" Type="http://schemas.openxmlformats.org/officeDocument/2006/relationships/image" Target="../media/image78.png"/><Relationship Id="rId124" Type="http://schemas.openxmlformats.org/officeDocument/2006/relationships/customXml" Target="../ink/ink129.xml"/><Relationship Id="rId70" Type="http://schemas.openxmlformats.org/officeDocument/2006/relationships/image" Target="../media/image590.png"/><Relationship Id="rId91" Type="http://schemas.openxmlformats.org/officeDocument/2006/relationships/customXml" Target="../ink/ink112.xml"/><Relationship Id="rId145" Type="http://schemas.openxmlformats.org/officeDocument/2006/relationships/image" Target="../media/image101.png"/><Relationship Id="rId166" Type="http://schemas.openxmlformats.org/officeDocument/2006/relationships/customXml" Target="../ink/ink150.xml"/><Relationship Id="rId187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73.xml"/><Relationship Id="rId233" Type="http://schemas.openxmlformats.org/officeDocument/2006/relationships/image" Target="../media/image146.png"/><Relationship Id="rId254" Type="http://schemas.openxmlformats.org/officeDocument/2006/relationships/customXml" Target="../ink/ink194.xml"/><Relationship Id="rId28" Type="http://schemas.openxmlformats.org/officeDocument/2006/relationships/image" Target="../media/image380.png"/><Relationship Id="rId49" Type="http://schemas.openxmlformats.org/officeDocument/2006/relationships/customXml" Target="../ink/ink91.xml"/><Relationship Id="rId114" Type="http://schemas.openxmlformats.org/officeDocument/2006/relationships/customXml" Target="../ink/ink124.xml"/><Relationship Id="rId60" Type="http://schemas.openxmlformats.org/officeDocument/2006/relationships/image" Target="../media/image540.png"/><Relationship Id="rId81" Type="http://schemas.openxmlformats.org/officeDocument/2006/relationships/customXml" Target="../ink/ink107.xml"/><Relationship Id="rId135" Type="http://schemas.openxmlformats.org/officeDocument/2006/relationships/image" Target="../media/image96.png"/><Relationship Id="rId156" Type="http://schemas.openxmlformats.org/officeDocument/2006/relationships/customXml" Target="../ink/ink145.xml"/><Relationship Id="rId177" Type="http://schemas.openxmlformats.org/officeDocument/2006/relationships/image" Target="../media/image117.png"/><Relationship Id="rId198" Type="http://schemas.openxmlformats.org/officeDocument/2006/relationships/customXml" Target="../ink/ink166.xml"/><Relationship Id="rId202" Type="http://schemas.openxmlformats.org/officeDocument/2006/relationships/customXml" Target="../ink/ink168.xml"/><Relationship Id="rId223" Type="http://schemas.openxmlformats.org/officeDocument/2006/relationships/image" Target="../media/image141.png"/><Relationship Id="rId244" Type="http://schemas.openxmlformats.org/officeDocument/2006/relationships/customXml" Target="../ink/ink189.xml"/><Relationship Id="rId18" Type="http://schemas.openxmlformats.org/officeDocument/2006/relationships/image" Target="../media/image330.png"/><Relationship Id="rId39" Type="http://schemas.openxmlformats.org/officeDocument/2006/relationships/customXml" Target="../ink/ink86.xml"/><Relationship Id="rId50" Type="http://schemas.openxmlformats.org/officeDocument/2006/relationships/image" Target="../media/image490.png"/><Relationship Id="rId104" Type="http://schemas.openxmlformats.org/officeDocument/2006/relationships/customXml" Target="../ink/ink119.xml"/><Relationship Id="rId125" Type="http://schemas.openxmlformats.org/officeDocument/2006/relationships/image" Target="../media/image891.png"/><Relationship Id="rId146" Type="http://schemas.openxmlformats.org/officeDocument/2006/relationships/customXml" Target="../ink/ink140.xml"/><Relationship Id="rId167" Type="http://schemas.openxmlformats.org/officeDocument/2006/relationships/image" Target="../media/image112.png"/><Relationship Id="rId188" Type="http://schemas.openxmlformats.org/officeDocument/2006/relationships/customXml" Target="../ink/ink161.xml"/><Relationship Id="rId71" Type="http://schemas.openxmlformats.org/officeDocument/2006/relationships/customXml" Target="../ink/ink102.xml"/><Relationship Id="rId92" Type="http://schemas.openxmlformats.org/officeDocument/2006/relationships/image" Target="../media/image730.png"/><Relationship Id="rId213" Type="http://schemas.openxmlformats.org/officeDocument/2006/relationships/image" Target="../media/image136.png"/><Relationship Id="rId234" Type="http://schemas.openxmlformats.org/officeDocument/2006/relationships/customXml" Target="../ink/ink184.xml"/><Relationship Id="rId2" Type="http://schemas.openxmlformats.org/officeDocument/2006/relationships/image" Target="../media/image2.png"/><Relationship Id="rId29" Type="http://schemas.openxmlformats.org/officeDocument/2006/relationships/customXml" Target="../ink/ink81.xml"/><Relationship Id="rId255" Type="http://schemas.openxmlformats.org/officeDocument/2006/relationships/image" Target="../media/image157.png"/><Relationship Id="rId40" Type="http://schemas.openxmlformats.org/officeDocument/2006/relationships/image" Target="../media/image440.png"/><Relationship Id="rId115" Type="http://schemas.openxmlformats.org/officeDocument/2006/relationships/image" Target="../media/image84.png"/><Relationship Id="rId136" Type="http://schemas.openxmlformats.org/officeDocument/2006/relationships/customXml" Target="../ink/ink135.xml"/><Relationship Id="rId157" Type="http://schemas.openxmlformats.org/officeDocument/2006/relationships/image" Target="../media/image107.png"/><Relationship Id="rId178" Type="http://schemas.openxmlformats.org/officeDocument/2006/relationships/customXml" Target="../ink/ink156.xml"/><Relationship Id="rId61" Type="http://schemas.openxmlformats.org/officeDocument/2006/relationships/customXml" Target="../ink/ink97.xml"/><Relationship Id="rId82" Type="http://schemas.openxmlformats.org/officeDocument/2006/relationships/image" Target="../media/image680.png"/><Relationship Id="rId199" Type="http://schemas.openxmlformats.org/officeDocument/2006/relationships/image" Target="../media/image128.png"/><Relationship Id="rId203" Type="http://schemas.openxmlformats.org/officeDocument/2006/relationships/image" Target="../media/image131.png"/><Relationship Id="rId19" Type="http://schemas.openxmlformats.org/officeDocument/2006/relationships/customXml" Target="../ink/ink76.xml"/><Relationship Id="rId224" Type="http://schemas.openxmlformats.org/officeDocument/2006/relationships/customXml" Target="../ink/ink179.xml"/><Relationship Id="rId245" Type="http://schemas.openxmlformats.org/officeDocument/2006/relationships/image" Target="../media/image152.png"/><Relationship Id="rId30" Type="http://schemas.openxmlformats.org/officeDocument/2006/relationships/image" Target="../media/image390.png"/><Relationship Id="rId105" Type="http://schemas.openxmlformats.org/officeDocument/2006/relationships/image" Target="../media/image79.png"/><Relationship Id="rId126" Type="http://schemas.openxmlformats.org/officeDocument/2006/relationships/customXml" Target="../ink/ink130.xml"/><Relationship Id="rId147" Type="http://schemas.openxmlformats.org/officeDocument/2006/relationships/image" Target="../media/image102.png"/><Relationship Id="rId168" Type="http://schemas.openxmlformats.org/officeDocument/2006/relationships/customXml" Target="../ink/ink151.xml"/><Relationship Id="rId51" Type="http://schemas.openxmlformats.org/officeDocument/2006/relationships/customXml" Target="../ink/ink92.xml"/><Relationship Id="rId72" Type="http://schemas.openxmlformats.org/officeDocument/2006/relationships/image" Target="../media/image630.png"/><Relationship Id="rId93" Type="http://schemas.openxmlformats.org/officeDocument/2006/relationships/customXml" Target="../ink/ink113.xml"/><Relationship Id="rId189" Type="http://schemas.openxmlformats.org/officeDocument/2006/relationships/image" Target="../media/image123.png"/><Relationship Id="rId3" Type="http://schemas.openxmlformats.org/officeDocument/2006/relationships/customXml" Target="../ink/ink68.xml"/><Relationship Id="rId214" Type="http://schemas.openxmlformats.org/officeDocument/2006/relationships/customXml" Target="../ink/ink174.xml"/><Relationship Id="rId235" Type="http://schemas.openxmlformats.org/officeDocument/2006/relationships/image" Target="../media/image147.png"/><Relationship Id="rId256" Type="http://schemas.openxmlformats.org/officeDocument/2006/relationships/customXml" Target="../ink/ink195.xml"/><Relationship Id="rId116" Type="http://schemas.openxmlformats.org/officeDocument/2006/relationships/customXml" Target="../ink/ink125.xml"/><Relationship Id="rId137" Type="http://schemas.openxmlformats.org/officeDocument/2006/relationships/image" Target="../media/image97.png"/><Relationship Id="rId158" Type="http://schemas.openxmlformats.org/officeDocument/2006/relationships/customXml" Target="../ink/ink146.xml"/><Relationship Id="rId20" Type="http://schemas.openxmlformats.org/officeDocument/2006/relationships/image" Target="../media/image340.png"/><Relationship Id="rId41" Type="http://schemas.openxmlformats.org/officeDocument/2006/relationships/customXml" Target="../ink/ink87.xml"/><Relationship Id="rId62" Type="http://schemas.openxmlformats.org/officeDocument/2006/relationships/image" Target="../media/image550.png"/><Relationship Id="rId83" Type="http://schemas.openxmlformats.org/officeDocument/2006/relationships/customXml" Target="../ink/ink108.xml"/><Relationship Id="rId179" Type="http://schemas.openxmlformats.org/officeDocument/2006/relationships/image" Target="../media/image118.png"/><Relationship Id="rId190" Type="http://schemas.openxmlformats.org/officeDocument/2006/relationships/customXml" Target="../ink/ink162.xml"/><Relationship Id="rId204" Type="http://schemas.openxmlformats.org/officeDocument/2006/relationships/customXml" Target="../ink/ink169.xml"/><Relationship Id="rId225" Type="http://schemas.openxmlformats.org/officeDocument/2006/relationships/image" Target="../media/image142.png"/><Relationship Id="rId246" Type="http://schemas.openxmlformats.org/officeDocument/2006/relationships/customXml" Target="../ink/ink190.xml"/><Relationship Id="rId106" Type="http://schemas.openxmlformats.org/officeDocument/2006/relationships/customXml" Target="../ink/ink120.xml"/><Relationship Id="rId127" Type="http://schemas.openxmlformats.org/officeDocument/2006/relationships/image" Target="../media/image90.png"/><Relationship Id="rId10" Type="http://schemas.openxmlformats.org/officeDocument/2006/relationships/image" Target="../media/image2911.png"/><Relationship Id="rId31" Type="http://schemas.openxmlformats.org/officeDocument/2006/relationships/customXml" Target="../ink/ink82.xml"/><Relationship Id="rId52" Type="http://schemas.openxmlformats.org/officeDocument/2006/relationships/image" Target="../media/image500.png"/><Relationship Id="rId73" Type="http://schemas.openxmlformats.org/officeDocument/2006/relationships/customXml" Target="../ink/ink103.xml"/><Relationship Id="rId94" Type="http://schemas.openxmlformats.org/officeDocument/2006/relationships/image" Target="../media/image74.png"/><Relationship Id="rId148" Type="http://schemas.openxmlformats.org/officeDocument/2006/relationships/customXml" Target="../ink/ink141.xml"/><Relationship Id="rId169" Type="http://schemas.openxmlformats.org/officeDocument/2006/relationships/image" Target="../media/image113.png"/><Relationship Id="rId4" Type="http://schemas.openxmlformats.org/officeDocument/2006/relationships/image" Target="../media/image59.png"/><Relationship Id="rId180" Type="http://schemas.openxmlformats.org/officeDocument/2006/relationships/customXml" Target="../ink/ink157.xml"/><Relationship Id="rId215" Type="http://schemas.openxmlformats.org/officeDocument/2006/relationships/image" Target="../media/image137.png"/><Relationship Id="rId236" Type="http://schemas.openxmlformats.org/officeDocument/2006/relationships/customXml" Target="../ink/ink185.xml"/><Relationship Id="rId257" Type="http://schemas.openxmlformats.org/officeDocument/2006/relationships/image" Target="../media/image158.png"/><Relationship Id="rId42" Type="http://schemas.openxmlformats.org/officeDocument/2006/relationships/image" Target="../media/image450.png"/><Relationship Id="rId84" Type="http://schemas.openxmlformats.org/officeDocument/2006/relationships/image" Target="../media/image690.png"/><Relationship Id="rId138" Type="http://schemas.openxmlformats.org/officeDocument/2006/relationships/customXml" Target="../ink/ink13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customXml" Target="../ink/ink200.xml"/><Relationship Id="rId7" Type="http://schemas.openxmlformats.org/officeDocument/2006/relationships/image" Target="../media/image1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2.png"/><Relationship Id="rId4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68.png"/><Relationship Id="rId3" Type="http://schemas.openxmlformats.org/officeDocument/2006/relationships/image" Target="../media/image162.png"/><Relationship Id="rId7" Type="http://schemas.openxmlformats.org/officeDocument/2006/relationships/image" Target="../media/image163.png"/><Relationship Id="rId12" Type="http://schemas.openxmlformats.org/officeDocument/2006/relationships/customXml" Target="../ink/ink20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167.png"/><Relationship Id="rId5" Type="http://schemas.openxmlformats.org/officeDocument/2006/relationships/image" Target="../media/image59.png"/><Relationship Id="rId10" Type="http://schemas.openxmlformats.org/officeDocument/2006/relationships/image" Target="../media/image166.png"/><Relationship Id="rId4" Type="http://schemas.openxmlformats.org/officeDocument/2006/relationships/customXml" Target="../ink/ink201.xml"/><Relationship Id="rId9" Type="http://schemas.openxmlformats.org/officeDocument/2006/relationships/image" Target="../media/image165.png"/><Relationship Id="rId14" Type="http://schemas.openxmlformats.org/officeDocument/2006/relationships/customXml" Target="../ink/ink203.xml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61.xml"/><Relationship Id="rId299" Type="http://schemas.openxmlformats.org/officeDocument/2006/relationships/customXml" Target="../ink/ink352.xml"/><Relationship Id="rId21" Type="http://schemas.openxmlformats.org/officeDocument/2006/relationships/customXml" Target="../ink/ink213.xml"/><Relationship Id="rId63" Type="http://schemas.openxmlformats.org/officeDocument/2006/relationships/customXml" Target="../ink/ink234.xml"/><Relationship Id="rId159" Type="http://schemas.openxmlformats.org/officeDocument/2006/relationships/customXml" Target="../ink/ink282.xml"/><Relationship Id="rId170" Type="http://schemas.openxmlformats.org/officeDocument/2006/relationships/image" Target="../media/image251.png"/><Relationship Id="rId226" Type="http://schemas.openxmlformats.org/officeDocument/2006/relationships/image" Target="../media/image280.png"/><Relationship Id="rId268" Type="http://schemas.openxmlformats.org/officeDocument/2006/relationships/image" Target="../media/image301.png"/><Relationship Id="rId32" Type="http://schemas.openxmlformats.org/officeDocument/2006/relationships/image" Target="../media/image176.png"/><Relationship Id="rId74" Type="http://schemas.openxmlformats.org/officeDocument/2006/relationships/image" Target="../media/image198.png"/><Relationship Id="rId128" Type="http://schemas.openxmlformats.org/officeDocument/2006/relationships/image" Target="../media/image670.png"/><Relationship Id="rId5" Type="http://schemas.openxmlformats.org/officeDocument/2006/relationships/customXml" Target="../ink/ink205.xml"/><Relationship Id="rId181" Type="http://schemas.openxmlformats.org/officeDocument/2006/relationships/customXml" Target="../ink/ink293.xml"/><Relationship Id="rId237" Type="http://schemas.openxmlformats.org/officeDocument/2006/relationships/customXml" Target="../ink/ink321.xml"/><Relationship Id="rId279" Type="http://schemas.openxmlformats.org/officeDocument/2006/relationships/customXml" Target="../ink/ink342.xml"/><Relationship Id="rId43" Type="http://schemas.openxmlformats.org/officeDocument/2006/relationships/customXml" Target="../ink/ink224.xml"/><Relationship Id="rId139" Type="http://schemas.openxmlformats.org/officeDocument/2006/relationships/customXml" Target="../ink/ink272.xml"/><Relationship Id="rId290" Type="http://schemas.openxmlformats.org/officeDocument/2006/relationships/image" Target="../media/image312.png"/><Relationship Id="rId304" Type="http://schemas.openxmlformats.org/officeDocument/2006/relationships/image" Target="../media/image319.png"/><Relationship Id="rId85" Type="http://schemas.openxmlformats.org/officeDocument/2006/relationships/customXml" Target="../ink/ink245.xml"/><Relationship Id="rId150" Type="http://schemas.openxmlformats.org/officeDocument/2006/relationships/image" Target="../media/image239.png"/><Relationship Id="rId192" Type="http://schemas.openxmlformats.org/officeDocument/2006/relationships/image" Target="../media/image263.png"/><Relationship Id="rId206" Type="http://schemas.openxmlformats.org/officeDocument/2006/relationships/image" Target="../media/image269.png"/><Relationship Id="rId248" Type="http://schemas.openxmlformats.org/officeDocument/2006/relationships/image" Target="../media/image291.png"/><Relationship Id="rId12" Type="http://schemas.openxmlformats.org/officeDocument/2006/relationships/image" Target="../media/image1660.png"/><Relationship Id="rId108" Type="http://schemas.openxmlformats.org/officeDocument/2006/relationships/image" Target="../media/image217.png"/><Relationship Id="rId54" Type="http://schemas.openxmlformats.org/officeDocument/2006/relationships/image" Target="../media/image188.png"/><Relationship Id="rId96" Type="http://schemas.openxmlformats.org/officeDocument/2006/relationships/image" Target="../media/image211.png"/><Relationship Id="rId161" Type="http://schemas.openxmlformats.org/officeDocument/2006/relationships/customXml" Target="../ink/ink283.xml"/><Relationship Id="rId217" Type="http://schemas.openxmlformats.org/officeDocument/2006/relationships/customXml" Target="../ink/ink311.xml"/><Relationship Id="rId259" Type="http://schemas.openxmlformats.org/officeDocument/2006/relationships/customXml" Target="../ink/ink332.xml"/><Relationship Id="rId23" Type="http://schemas.openxmlformats.org/officeDocument/2006/relationships/customXml" Target="../ink/ink214.xml"/><Relationship Id="rId119" Type="http://schemas.openxmlformats.org/officeDocument/2006/relationships/customXml" Target="../ink/ink262.xml"/><Relationship Id="rId270" Type="http://schemas.openxmlformats.org/officeDocument/2006/relationships/image" Target="../media/image302.png"/><Relationship Id="rId291" Type="http://schemas.openxmlformats.org/officeDocument/2006/relationships/customXml" Target="../ink/ink348.xml"/><Relationship Id="rId305" Type="http://schemas.openxmlformats.org/officeDocument/2006/relationships/customXml" Target="../ink/ink355.xml"/><Relationship Id="rId44" Type="http://schemas.openxmlformats.org/officeDocument/2006/relationships/image" Target="../media/image183.png"/><Relationship Id="rId65" Type="http://schemas.openxmlformats.org/officeDocument/2006/relationships/customXml" Target="../ink/ink235.xml"/><Relationship Id="rId86" Type="http://schemas.openxmlformats.org/officeDocument/2006/relationships/image" Target="../media/image205.png"/><Relationship Id="rId130" Type="http://schemas.openxmlformats.org/officeDocument/2006/relationships/image" Target="../media/image229.png"/><Relationship Id="rId151" Type="http://schemas.openxmlformats.org/officeDocument/2006/relationships/customXml" Target="../ink/ink278.xml"/><Relationship Id="rId172" Type="http://schemas.openxmlformats.org/officeDocument/2006/relationships/image" Target="../media/image252.png"/><Relationship Id="rId193" Type="http://schemas.openxmlformats.org/officeDocument/2006/relationships/customXml" Target="../ink/ink299.xml"/><Relationship Id="rId207" Type="http://schemas.openxmlformats.org/officeDocument/2006/relationships/customXml" Target="../ink/ink306.xml"/><Relationship Id="rId228" Type="http://schemas.openxmlformats.org/officeDocument/2006/relationships/image" Target="../media/image281.png"/><Relationship Id="rId249" Type="http://schemas.openxmlformats.org/officeDocument/2006/relationships/customXml" Target="../ink/ink327.xml"/><Relationship Id="rId13" Type="http://schemas.openxmlformats.org/officeDocument/2006/relationships/customXml" Target="../ink/ink209.xml"/><Relationship Id="rId109" Type="http://schemas.openxmlformats.org/officeDocument/2006/relationships/customXml" Target="../ink/ink257.xml"/><Relationship Id="rId260" Type="http://schemas.openxmlformats.org/officeDocument/2006/relationships/image" Target="../media/image297.png"/><Relationship Id="rId281" Type="http://schemas.openxmlformats.org/officeDocument/2006/relationships/customXml" Target="../ink/ink343.xml"/><Relationship Id="rId34" Type="http://schemas.openxmlformats.org/officeDocument/2006/relationships/image" Target="../media/image177.png"/><Relationship Id="rId55" Type="http://schemas.openxmlformats.org/officeDocument/2006/relationships/customXml" Target="../ink/ink230.xml"/><Relationship Id="rId76" Type="http://schemas.openxmlformats.org/officeDocument/2006/relationships/image" Target="../media/image199.png"/><Relationship Id="rId97" Type="http://schemas.openxmlformats.org/officeDocument/2006/relationships/customXml" Target="../ink/ink251.xml"/><Relationship Id="rId120" Type="http://schemas.openxmlformats.org/officeDocument/2006/relationships/image" Target="../media/image225.png"/><Relationship Id="rId141" Type="http://schemas.openxmlformats.org/officeDocument/2006/relationships/customXml" Target="../ink/ink273.xml"/><Relationship Id="rId7" Type="http://schemas.openxmlformats.org/officeDocument/2006/relationships/customXml" Target="../ink/ink206.xml"/><Relationship Id="rId162" Type="http://schemas.openxmlformats.org/officeDocument/2006/relationships/image" Target="../media/image246.png"/><Relationship Id="rId183" Type="http://schemas.openxmlformats.org/officeDocument/2006/relationships/customXml" Target="../ink/ink294.xml"/><Relationship Id="rId218" Type="http://schemas.openxmlformats.org/officeDocument/2006/relationships/image" Target="../media/image276.png"/><Relationship Id="rId239" Type="http://schemas.openxmlformats.org/officeDocument/2006/relationships/customXml" Target="../ink/ink322.xml"/><Relationship Id="rId250" Type="http://schemas.openxmlformats.org/officeDocument/2006/relationships/image" Target="../media/image292.png"/><Relationship Id="rId271" Type="http://schemas.openxmlformats.org/officeDocument/2006/relationships/customXml" Target="../ink/ink338.xml"/><Relationship Id="rId292" Type="http://schemas.openxmlformats.org/officeDocument/2006/relationships/image" Target="../media/image313.png"/><Relationship Id="rId306" Type="http://schemas.openxmlformats.org/officeDocument/2006/relationships/image" Target="../media/image320.png"/><Relationship Id="rId24" Type="http://schemas.openxmlformats.org/officeDocument/2006/relationships/image" Target="../media/image172.png"/><Relationship Id="rId45" Type="http://schemas.openxmlformats.org/officeDocument/2006/relationships/customXml" Target="../ink/ink225.xml"/><Relationship Id="rId66" Type="http://schemas.openxmlformats.org/officeDocument/2006/relationships/image" Target="../media/image194.png"/><Relationship Id="rId87" Type="http://schemas.openxmlformats.org/officeDocument/2006/relationships/customXml" Target="../ink/ink246.xml"/><Relationship Id="rId110" Type="http://schemas.openxmlformats.org/officeDocument/2006/relationships/image" Target="../media/image218.png"/><Relationship Id="rId131" Type="http://schemas.openxmlformats.org/officeDocument/2006/relationships/customXml" Target="../ink/ink268.xml"/><Relationship Id="rId152" Type="http://schemas.openxmlformats.org/officeDocument/2006/relationships/image" Target="../media/image241.png"/><Relationship Id="rId173" Type="http://schemas.openxmlformats.org/officeDocument/2006/relationships/customXml" Target="../ink/ink289.xml"/><Relationship Id="rId194" Type="http://schemas.openxmlformats.org/officeDocument/2006/relationships/image" Target="../media/image264.png"/><Relationship Id="rId208" Type="http://schemas.openxmlformats.org/officeDocument/2006/relationships/image" Target="../media/image271.png"/><Relationship Id="rId229" Type="http://schemas.openxmlformats.org/officeDocument/2006/relationships/customXml" Target="../ink/ink317.xml"/><Relationship Id="rId240" Type="http://schemas.openxmlformats.org/officeDocument/2006/relationships/image" Target="../media/image287.png"/><Relationship Id="rId261" Type="http://schemas.openxmlformats.org/officeDocument/2006/relationships/customXml" Target="../ink/ink333.xml"/><Relationship Id="rId14" Type="http://schemas.openxmlformats.org/officeDocument/2006/relationships/image" Target="../media/image1670.png"/><Relationship Id="rId35" Type="http://schemas.openxmlformats.org/officeDocument/2006/relationships/customXml" Target="../ink/ink220.xml"/><Relationship Id="rId56" Type="http://schemas.openxmlformats.org/officeDocument/2006/relationships/image" Target="../media/image189.png"/><Relationship Id="rId77" Type="http://schemas.openxmlformats.org/officeDocument/2006/relationships/customXml" Target="../ink/ink241.xml"/><Relationship Id="rId100" Type="http://schemas.openxmlformats.org/officeDocument/2006/relationships/image" Target="../media/image213.png"/><Relationship Id="rId282" Type="http://schemas.openxmlformats.org/officeDocument/2006/relationships/image" Target="../media/image308.png"/><Relationship Id="rId8" Type="http://schemas.openxmlformats.org/officeDocument/2006/relationships/image" Target="../media/image1640.png"/><Relationship Id="rId98" Type="http://schemas.openxmlformats.org/officeDocument/2006/relationships/image" Target="../media/image212.png"/><Relationship Id="rId121" Type="http://schemas.openxmlformats.org/officeDocument/2006/relationships/customXml" Target="../ink/ink263.xml"/><Relationship Id="rId142" Type="http://schemas.openxmlformats.org/officeDocument/2006/relationships/image" Target="../media/image235.png"/><Relationship Id="rId163" Type="http://schemas.openxmlformats.org/officeDocument/2006/relationships/customXml" Target="../ink/ink284.xml"/><Relationship Id="rId184" Type="http://schemas.openxmlformats.org/officeDocument/2006/relationships/image" Target="../media/image258.png"/><Relationship Id="rId219" Type="http://schemas.openxmlformats.org/officeDocument/2006/relationships/customXml" Target="../ink/ink312.xml"/><Relationship Id="rId230" Type="http://schemas.openxmlformats.org/officeDocument/2006/relationships/image" Target="../media/image282.png"/><Relationship Id="rId251" Type="http://schemas.openxmlformats.org/officeDocument/2006/relationships/customXml" Target="../ink/ink328.xml"/><Relationship Id="rId25" Type="http://schemas.openxmlformats.org/officeDocument/2006/relationships/customXml" Target="../ink/ink215.xml"/><Relationship Id="rId46" Type="http://schemas.openxmlformats.org/officeDocument/2006/relationships/image" Target="../media/image184.png"/><Relationship Id="rId67" Type="http://schemas.openxmlformats.org/officeDocument/2006/relationships/customXml" Target="../ink/ink236.xml"/><Relationship Id="rId272" Type="http://schemas.openxmlformats.org/officeDocument/2006/relationships/image" Target="../media/image303.png"/><Relationship Id="rId293" Type="http://schemas.openxmlformats.org/officeDocument/2006/relationships/customXml" Target="../ink/ink349.xml"/><Relationship Id="rId307" Type="http://schemas.openxmlformats.org/officeDocument/2006/relationships/customXml" Target="../ink/ink356.xml"/><Relationship Id="rId88" Type="http://schemas.openxmlformats.org/officeDocument/2006/relationships/image" Target="../media/image206.png"/><Relationship Id="rId111" Type="http://schemas.openxmlformats.org/officeDocument/2006/relationships/customXml" Target="../ink/ink258.xml"/><Relationship Id="rId132" Type="http://schemas.openxmlformats.org/officeDocument/2006/relationships/image" Target="../media/image230.png"/><Relationship Id="rId153" Type="http://schemas.openxmlformats.org/officeDocument/2006/relationships/customXml" Target="../ink/ink279.xml"/><Relationship Id="rId174" Type="http://schemas.openxmlformats.org/officeDocument/2006/relationships/image" Target="../media/image253.png"/><Relationship Id="rId195" Type="http://schemas.openxmlformats.org/officeDocument/2006/relationships/customXml" Target="../ink/ink300.xml"/><Relationship Id="rId209" Type="http://schemas.openxmlformats.org/officeDocument/2006/relationships/customXml" Target="../ink/ink307.xml"/><Relationship Id="rId220" Type="http://schemas.openxmlformats.org/officeDocument/2006/relationships/image" Target="../media/image277.png"/><Relationship Id="rId241" Type="http://schemas.openxmlformats.org/officeDocument/2006/relationships/customXml" Target="../ink/ink323.xml"/><Relationship Id="rId15" Type="http://schemas.openxmlformats.org/officeDocument/2006/relationships/customXml" Target="../ink/ink210.xml"/><Relationship Id="rId36" Type="http://schemas.openxmlformats.org/officeDocument/2006/relationships/image" Target="../media/image178.png"/><Relationship Id="rId57" Type="http://schemas.openxmlformats.org/officeDocument/2006/relationships/customXml" Target="../ink/ink231.xml"/><Relationship Id="rId262" Type="http://schemas.openxmlformats.org/officeDocument/2006/relationships/image" Target="../media/image298.png"/><Relationship Id="rId283" Type="http://schemas.openxmlformats.org/officeDocument/2006/relationships/customXml" Target="../ink/ink344.xml"/><Relationship Id="rId78" Type="http://schemas.openxmlformats.org/officeDocument/2006/relationships/image" Target="../media/image201.png"/><Relationship Id="rId99" Type="http://schemas.openxmlformats.org/officeDocument/2006/relationships/customXml" Target="../ink/ink252.xml"/><Relationship Id="rId101" Type="http://schemas.openxmlformats.org/officeDocument/2006/relationships/customXml" Target="../ink/ink253.xml"/><Relationship Id="rId122" Type="http://schemas.openxmlformats.org/officeDocument/2006/relationships/image" Target="../media/image226.png"/><Relationship Id="rId143" Type="http://schemas.openxmlformats.org/officeDocument/2006/relationships/customXml" Target="../ink/ink274.xml"/><Relationship Id="rId164" Type="http://schemas.openxmlformats.org/officeDocument/2006/relationships/image" Target="../media/image247.png"/><Relationship Id="rId185" Type="http://schemas.openxmlformats.org/officeDocument/2006/relationships/customXml" Target="../ink/ink295.xml"/><Relationship Id="rId9" Type="http://schemas.openxmlformats.org/officeDocument/2006/relationships/customXml" Target="../ink/ink207.xml"/><Relationship Id="rId210" Type="http://schemas.openxmlformats.org/officeDocument/2006/relationships/image" Target="../media/image272.png"/><Relationship Id="rId26" Type="http://schemas.openxmlformats.org/officeDocument/2006/relationships/image" Target="../media/image173.png"/><Relationship Id="rId231" Type="http://schemas.openxmlformats.org/officeDocument/2006/relationships/customXml" Target="../ink/ink318.xml"/><Relationship Id="rId252" Type="http://schemas.openxmlformats.org/officeDocument/2006/relationships/image" Target="../media/image293.png"/><Relationship Id="rId273" Type="http://schemas.openxmlformats.org/officeDocument/2006/relationships/customXml" Target="../ink/ink339.xml"/><Relationship Id="rId294" Type="http://schemas.openxmlformats.org/officeDocument/2006/relationships/image" Target="../media/image314.png"/><Relationship Id="rId308" Type="http://schemas.openxmlformats.org/officeDocument/2006/relationships/image" Target="../media/image200.png"/><Relationship Id="rId47" Type="http://schemas.openxmlformats.org/officeDocument/2006/relationships/customXml" Target="../ink/ink226.xml"/><Relationship Id="rId68" Type="http://schemas.openxmlformats.org/officeDocument/2006/relationships/image" Target="../media/image195.png"/><Relationship Id="rId89" Type="http://schemas.openxmlformats.org/officeDocument/2006/relationships/customXml" Target="../ink/ink247.xml"/><Relationship Id="rId112" Type="http://schemas.openxmlformats.org/officeDocument/2006/relationships/image" Target="../media/image219.png"/><Relationship Id="rId133" Type="http://schemas.openxmlformats.org/officeDocument/2006/relationships/customXml" Target="../ink/ink269.xml"/><Relationship Id="rId154" Type="http://schemas.openxmlformats.org/officeDocument/2006/relationships/image" Target="../media/image242.png"/><Relationship Id="rId175" Type="http://schemas.openxmlformats.org/officeDocument/2006/relationships/customXml" Target="../ink/ink290.xml"/><Relationship Id="rId196" Type="http://schemas.openxmlformats.org/officeDocument/2006/relationships/image" Target="../media/image265.png"/><Relationship Id="rId200" Type="http://schemas.openxmlformats.org/officeDocument/2006/relationships/image" Target="../media/image267.png"/><Relationship Id="rId16" Type="http://schemas.openxmlformats.org/officeDocument/2006/relationships/image" Target="../media/image1680.png"/><Relationship Id="rId221" Type="http://schemas.openxmlformats.org/officeDocument/2006/relationships/customXml" Target="../ink/ink313.xml"/><Relationship Id="rId242" Type="http://schemas.openxmlformats.org/officeDocument/2006/relationships/image" Target="../media/image288.png"/><Relationship Id="rId263" Type="http://schemas.openxmlformats.org/officeDocument/2006/relationships/customXml" Target="../ink/ink334.xml"/><Relationship Id="rId284" Type="http://schemas.openxmlformats.org/officeDocument/2006/relationships/image" Target="../media/image309.png"/><Relationship Id="rId37" Type="http://schemas.openxmlformats.org/officeDocument/2006/relationships/customXml" Target="../ink/ink221.xml"/><Relationship Id="rId58" Type="http://schemas.openxmlformats.org/officeDocument/2006/relationships/image" Target="../media/image190.png"/><Relationship Id="rId79" Type="http://schemas.openxmlformats.org/officeDocument/2006/relationships/customXml" Target="../ink/ink242.xml"/><Relationship Id="rId102" Type="http://schemas.openxmlformats.org/officeDocument/2006/relationships/image" Target="../media/image214.png"/><Relationship Id="rId123" Type="http://schemas.openxmlformats.org/officeDocument/2006/relationships/customXml" Target="../ink/ink264.xml"/><Relationship Id="rId144" Type="http://schemas.openxmlformats.org/officeDocument/2006/relationships/image" Target="../media/image236.png"/><Relationship Id="rId90" Type="http://schemas.openxmlformats.org/officeDocument/2006/relationships/image" Target="../media/image207.png"/><Relationship Id="rId165" Type="http://schemas.openxmlformats.org/officeDocument/2006/relationships/customXml" Target="../ink/ink285.xml"/><Relationship Id="rId186" Type="http://schemas.openxmlformats.org/officeDocument/2006/relationships/image" Target="../media/image259.png"/><Relationship Id="rId211" Type="http://schemas.openxmlformats.org/officeDocument/2006/relationships/customXml" Target="../ink/ink308.xml"/><Relationship Id="rId232" Type="http://schemas.openxmlformats.org/officeDocument/2006/relationships/image" Target="../media/image283.png"/><Relationship Id="rId253" Type="http://schemas.openxmlformats.org/officeDocument/2006/relationships/customXml" Target="../ink/ink329.xml"/><Relationship Id="rId274" Type="http://schemas.openxmlformats.org/officeDocument/2006/relationships/image" Target="../media/image304.png"/><Relationship Id="rId295" Type="http://schemas.openxmlformats.org/officeDocument/2006/relationships/customXml" Target="../ink/ink350.xml"/><Relationship Id="rId27" Type="http://schemas.openxmlformats.org/officeDocument/2006/relationships/customXml" Target="../ink/ink216.xml"/><Relationship Id="rId48" Type="http://schemas.openxmlformats.org/officeDocument/2006/relationships/image" Target="../media/image185.png"/><Relationship Id="rId69" Type="http://schemas.openxmlformats.org/officeDocument/2006/relationships/customXml" Target="../ink/ink237.xml"/><Relationship Id="rId113" Type="http://schemas.openxmlformats.org/officeDocument/2006/relationships/customXml" Target="../ink/ink259.xml"/><Relationship Id="rId134" Type="http://schemas.openxmlformats.org/officeDocument/2006/relationships/image" Target="../media/image231.png"/><Relationship Id="rId80" Type="http://schemas.openxmlformats.org/officeDocument/2006/relationships/image" Target="../media/image202.png"/><Relationship Id="rId155" Type="http://schemas.openxmlformats.org/officeDocument/2006/relationships/customXml" Target="../ink/ink280.xml"/><Relationship Id="rId176" Type="http://schemas.openxmlformats.org/officeDocument/2006/relationships/image" Target="../media/image254.png"/><Relationship Id="rId197" Type="http://schemas.openxmlformats.org/officeDocument/2006/relationships/customXml" Target="../ink/ink301.xml"/><Relationship Id="rId201" Type="http://schemas.openxmlformats.org/officeDocument/2006/relationships/customXml" Target="../ink/ink303.xml"/><Relationship Id="rId222" Type="http://schemas.openxmlformats.org/officeDocument/2006/relationships/image" Target="../media/image278.png"/><Relationship Id="rId243" Type="http://schemas.openxmlformats.org/officeDocument/2006/relationships/customXml" Target="../ink/ink324.xml"/><Relationship Id="rId264" Type="http://schemas.openxmlformats.org/officeDocument/2006/relationships/image" Target="../media/image299.png"/><Relationship Id="rId285" Type="http://schemas.openxmlformats.org/officeDocument/2006/relationships/customXml" Target="../ink/ink345.xml"/><Relationship Id="rId17" Type="http://schemas.openxmlformats.org/officeDocument/2006/relationships/customXml" Target="../ink/ink211.xml"/><Relationship Id="rId38" Type="http://schemas.openxmlformats.org/officeDocument/2006/relationships/image" Target="../media/image179.png"/><Relationship Id="rId59" Type="http://schemas.openxmlformats.org/officeDocument/2006/relationships/customXml" Target="../ink/ink232.xml"/><Relationship Id="rId103" Type="http://schemas.openxmlformats.org/officeDocument/2006/relationships/customXml" Target="../ink/ink254.xml"/><Relationship Id="rId124" Type="http://schemas.openxmlformats.org/officeDocument/2006/relationships/image" Target="../media/image227.png"/><Relationship Id="rId70" Type="http://schemas.openxmlformats.org/officeDocument/2006/relationships/image" Target="../media/image196.png"/><Relationship Id="rId91" Type="http://schemas.openxmlformats.org/officeDocument/2006/relationships/customXml" Target="../ink/ink248.xml"/><Relationship Id="rId145" Type="http://schemas.openxmlformats.org/officeDocument/2006/relationships/customXml" Target="../ink/ink275.xml"/><Relationship Id="rId166" Type="http://schemas.openxmlformats.org/officeDocument/2006/relationships/image" Target="../media/image248.png"/><Relationship Id="rId187" Type="http://schemas.openxmlformats.org/officeDocument/2006/relationships/customXml" Target="../ink/ink296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73.png"/><Relationship Id="rId233" Type="http://schemas.openxmlformats.org/officeDocument/2006/relationships/customXml" Target="../ink/ink319.xml"/><Relationship Id="rId254" Type="http://schemas.openxmlformats.org/officeDocument/2006/relationships/image" Target="../media/image294.png"/><Relationship Id="rId28" Type="http://schemas.openxmlformats.org/officeDocument/2006/relationships/image" Target="../media/image174.png"/><Relationship Id="rId49" Type="http://schemas.openxmlformats.org/officeDocument/2006/relationships/customXml" Target="../ink/ink227.xml"/><Relationship Id="rId114" Type="http://schemas.openxmlformats.org/officeDocument/2006/relationships/image" Target="../media/image222.png"/><Relationship Id="rId275" Type="http://schemas.openxmlformats.org/officeDocument/2006/relationships/customXml" Target="../ink/ink340.xml"/><Relationship Id="rId296" Type="http://schemas.openxmlformats.org/officeDocument/2006/relationships/image" Target="../media/image315.png"/><Relationship Id="rId300" Type="http://schemas.openxmlformats.org/officeDocument/2006/relationships/image" Target="../media/image317.png"/><Relationship Id="rId60" Type="http://schemas.openxmlformats.org/officeDocument/2006/relationships/image" Target="../media/image191.png"/><Relationship Id="rId81" Type="http://schemas.openxmlformats.org/officeDocument/2006/relationships/customXml" Target="../ink/ink243.xml"/><Relationship Id="rId135" Type="http://schemas.openxmlformats.org/officeDocument/2006/relationships/customXml" Target="../ink/ink270.xml"/><Relationship Id="rId156" Type="http://schemas.openxmlformats.org/officeDocument/2006/relationships/image" Target="../media/image243.png"/><Relationship Id="rId177" Type="http://schemas.openxmlformats.org/officeDocument/2006/relationships/customXml" Target="../ink/ink291.xml"/><Relationship Id="rId198" Type="http://schemas.openxmlformats.org/officeDocument/2006/relationships/image" Target="../media/image266.png"/><Relationship Id="rId202" Type="http://schemas.openxmlformats.org/officeDocument/2006/relationships/image" Target="../media/image891.png"/><Relationship Id="rId223" Type="http://schemas.openxmlformats.org/officeDocument/2006/relationships/customXml" Target="../ink/ink314.xml"/><Relationship Id="rId244" Type="http://schemas.openxmlformats.org/officeDocument/2006/relationships/image" Target="../media/image289.png"/><Relationship Id="rId18" Type="http://schemas.openxmlformats.org/officeDocument/2006/relationships/image" Target="../media/image169.png"/><Relationship Id="rId39" Type="http://schemas.openxmlformats.org/officeDocument/2006/relationships/customXml" Target="../ink/ink222.xml"/><Relationship Id="rId265" Type="http://schemas.openxmlformats.org/officeDocument/2006/relationships/customXml" Target="../ink/ink335.xml"/><Relationship Id="rId286" Type="http://schemas.openxmlformats.org/officeDocument/2006/relationships/image" Target="../media/image310.png"/><Relationship Id="rId50" Type="http://schemas.openxmlformats.org/officeDocument/2006/relationships/image" Target="../media/image186.png"/><Relationship Id="rId104" Type="http://schemas.openxmlformats.org/officeDocument/2006/relationships/image" Target="../media/image215.png"/><Relationship Id="rId125" Type="http://schemas.openxmlformats.org/officeDocument/2006/relationships/customXml" Target="../ink/ink265.xml"/><Relationship Id="rId146" Type="http://schemas.openxmlformats.org/officeDocument/2006/relationships/image" Target="../media/image237.png"/><Relationship Id="rId167" Type="http://schemas.openxmlformats.org/officeDocument/2006/relationships/customXml" Target="../ink/ink286.xml"/><Relationship Id="rId188" Type="http://schemas.openxmlformats.org/officeDocument/2006/relationships/image" Target="../media/image261.png"/><Relationship Id="rId71" Type="http://schemas.openxmlformats.org/officeDocument/2006/relationships/customXml" Target="../ink/ink238.xml"/><Relationship Id="rId92" Type="http://schemas.openxmlformats.org/officeDocument/2006/relationships/image" Target="../media/image208.png"/><Relationship Id="rId213" Type="http://schemas.openxmlformats.org/officeDocument/2006/relationships/customXml" Target="../ink/ink309.xml"/><Relationship Id="rId234" Type="http://schemas.openxmlformats.org/officeDocument/2006/relationships/image" Target="../media/image284.png"/><Relationship Id="rId2" Type="http://schemas.openxmlformats.org/officeDocument/2006/relationships/image" Target="../media/image2.png"/><Relationship Id="rId29" Type="http://schemas.openxmlformats.org/officeDocument/2006/relationships/customXml" Target="../ink/ink217.xml"/><Relationship Id="rId255" Type="http://schemas.openxmlformats.org/officeDocument/2006/relationships/customXml" Target="../ink/ink330.xml"/><Relationship Id="rId276" Type="http://schemas.openxmlformats.org/officeDocument/2006/relationships/image" Target="../media/image305.png"/><Relationship Id="rId297" Type="http://schemas.openxmlformats.org/officeDocument/2006/relationships/customXml" Target="../ink/ink351.xml"/><Relationship Id="rId40" Type="http://schemas.openxmlformats.org/officeDocument/2006/relationships/image" Target="../media/image181.png"/><Relationship Id="rId115" Type="http://schemas.openxmlformats.org/officeDocument/2006/relationships/customXml" Target="../ink/ink260.xml"/><Relationship Id="rId136" Type="http://schemas.openxmlformats.org/officeDocument/2006/relationships/image" Target="../media/image232.png"/><Relationship Id="rId157" Type="http://schemas.openxmlformats.org/officeDocument/2006/relationships/customXml" Target="../ink/ink281.xml"/><Relationship Id="rId178" Type="http://schemas.openxmlformats.org/officeDocument/2006/relationships/image" Target="../media/image255.png"/><Relationship Id="rId301" Type="http://schemas.openxmlformats.org/officeDocument/2006/relationships/customXml" Target="../ink/ink353.xml"/><Relationship Id="rId61" Type="http://schemas.openxmlformats.org/officeDocument/2006/relationships/customXml" Target="../ink/ink233.xml"/><Relationship Id="rId82" Type="http://schemas.openxmlformats.org/officeDocument/2006/relationships/image" Target="../media/image203.png"/><Relationship Id="rId199" Type="http://schemas.openxmlformats.org/officeDocument/2006/relationships/customXml" Target="../ink/ink302.xml"/><Relationship Id="rId203" Type="http://schemas.openxmlformats.org/officeDocument/2006/relationships/customXml" Target="../ink/ink304.xml"/><Relationship Id="rId19" Type="http://schemas.openxmlformats.org/officeDocument/2006/relationships/customXml" Target="../ink/ink212.xml"/><Relationship Id="rId224" Type="http://schemas.openxmlformats.org/officeDocument/2006/relationships/image" Target="../media/image279.png"/><Relationship Id="rId245" Type="http://schemas.openxmlformats.org/officeDocument/2006/relationships/customXml" Target="../ink/ink325.xml"/><Relationship Id="rId266" Type="http://schemas.openxmlformats.org/officeDocument/2006/relationships/image" Target="../media/image300.png"/><Relationship Id="rId287" Type="http://schemas.openxmlformats.org/officeDocument/2006/relationships/customXml" Target="../ink/ink346.xml"/><Relationship Id="rId30" Type="http://schemas.openxmlformats.org/officeDocument/2006/relationships/image" Target="../media/image175.png"/><Relationship Id="rId105" Type="http://schemas.openxmlformats.org/officeDocument/2006/relationships/customXml" Target="../ink/ink255.xml"/><Relationship Id="rId126" Type="http://schemas.openxmlformats.org/officeDocument/2006/relationships/image" Target="../media/image228.png"/><Relationship Id="rId147" Type="http://schemas.openxmlformats.org/officeDocument/2006/relationships/customXml" Target="../ink/ink276.xml"/><Relationship Id="rId168" Type="http://schemas.openxmlformats.org/officeDocument/2006/relationships/image" Target="../media/image249.png"/><Relationship Id="rId51" Type="http://schemas.openxmlformats.org/officeDocument/2006/relationships/customXml" Target="../ink/ink228.xml"/><Relationship Id="rId72" Type="http://schemas.openxmlformats.org/officeDocument/2006/relationships/image" Target="../media/image197.png"/><Relationship Id="rId93" Type="http://schemas.openxmlformats.org/officeDocument/2006/relationships/customXml" Target="../ink/ink249.xml"/><Relationship Id="rId189" Type="http://schemas.openxmlformats.org/officeDocument/2006/relationships/customXml" Target="../ink/ink297.xml"/><Relationship Id="rId3" Type="http://schemas.openxmlformats.org/officeDocument/2006/relationships/customXml" Target="../ink/ink204.xml"/><Relationship Id="rId214" Type="http://schemas.openxmlformats.org/officeDocument/2006/relationships/image" Target="../media/image274.png"/><Relationship Id="rId235" Type="http://schemas.openxmlformats.org/officeDocument/2006/relationships/customXml" Target="../ink/ink320.xml"/><Relationship Id="rId256" Type="http://schemas.openxmlformats.org/officeDocument/2006/relationships/image" Target="../media/image295.png"/><Relationship Id="rId277" Type="http://schemas.openxmlformats.org/officeDocument/2006/relationships/customXml" Target="../ink/ink341.xml"/><Relationship Id="rId298" Type="http://schemas.openxmlformats.org/officeDocument/2006/relationships/image" Target="../media/image316.png"/><Relationship Id="rId116" Type="http://schemas.openxmlformats.org/officeDocument/2006/relationships/image" Target="../media/image223.png"/><Relationship Id="rId137" Type="http://schemas.openxmlformats.org/officeDocument/2006/relationships/customXml" Target="../ink/ink271.xml"/><Relationship Id="rId158" Type="http://schemas.openxmlformats.org/officeDocument/2006/relationships/image" Target="../media/image244.png"/><Relationship Id="rId302" Type="http://schemas.openxmlformats.org/officeDocument/2006/relationships/image" Target="../media/image318.png"/><Relationship Id="rId20" Type="http://schemas.openxmlformats.org/officeDocument/2006/relationships/image" Target="../media/image170.png"/><Relationship Id="rId41" Type="http://schemas.openxmlformats.org/officeDocument/2006/relationships/customXml" Target="../ink/ink223.xml"/><Relationship Id="rId62" Type="http://schemas.openxmlformats.org/officeDocument/2006/relationships/image" Target="../media/image192.png"/><Relationship Id="rId83" Type="http://schemas.openxmlformats.org/officeDocument/2006/relationships/customXml" Target="../ink/ink244.xml"/><Relationship Id="rId179" Type="http://schemas.openxmlformats.org/officeDocument/2006/relationships/customXml" Target="../ink/ink292.xml"/><Relationship Id="rId190" Type="http://schemas.openxmlformats.org/officeDocument/2006/relationships/image" Target="../media/image262.png"/><Relationship Id="rId204" Type="http://schemas.openxmlformats.org/officeDocument/2006/relationships/image" Target="../media/image268.png"/><Relationship Id="rId225" Type="http://schemas.openxmlformats.org/officeDocument/2006/relationships/customXml" Target="../ink/ink315.xml"/><Relationship Id="rId246" Type="http://schemas.openxmlformats.org/officeDocument/2006/relationships/image" Target="../media/image290.png"/><Relationship Id="rId267" Type="http://schemas.openxmlformats.org/officeDocument/2006/relationships/customXml" Target="../ink/ink336.xml"/><Relationship Id="rId288" Type="http://schemas.openxmlformats.org/officeDocument/2006/relationships/image" Target="../media/image311.png"/><Relationship Id="rId106" Type="http://schemas.openxmlformats.org/officeDocument/2006/relationships/image" Target="../media/image216.png"/><Relationship Id="rId127" Type="http://schemas.openxmlformats.org/officeDocument/2006/relationships/customXml" Target="../ink/ink266.xml"/><Relationship Id="rId10" Type="http://schemas.openxmlformats.org/officeDocument/2006/relationships/image" Target="../media/image1650.png"/><Relationship Id="rId31" Type="http://schemas.openxmlformats.org/officeDocument/2006/relationships/customXml" Target="../ink/ink218.xml"/><Relationship Id="rId52" Type="http://schemas.openxmlformats.org/officeDocument/2006/relationships/image" Target="../media/image187.png"/><Relationship Id="rId73" Type="http://schemas.openxmlformats.org/officeDocument/2006/relationships/customXml" Target="../ink/ink239.xml"/><Relationship Id="rId94" Type="http://schemas.openxmlformats.org/officeDocument/2006/relationships/image" Target="../media/image180.png"/><Relationship Id="rId148" Type="http://schemas.openxmlformats.org/officeDocument/2006/relationships/image" Target="../media/image238.png"/><Relationship Id="rId169" Type="http://schemas.openxmlformats.org/officeDocument/2006/relationships/customXml" Target="../ink/ink287.xml"/><Relationship Id="rId4" Type="http://schemas.openxmlformats.org/officeDocument/2006/relationships/image" Target="../media/image59.png"/><Relationship Id="rId180" Type="http://schemas.openxmlformats.org/officeDocument/2006/relationships/image" Target="../media/image256.png"/><Relationship Id="rId215" Type="http://schemas.openxmlformats.org/officeDocument/2006/relationships/customXml" Target="../ink/ink310.xml"/><Relationship Id="rId236" Type="http://schemas.openxmlformats.org/officeDocument/2006/relationships/image" Target="../media/image285.png"/><Relationship Id="rId257" Type="http://schemas.openxmlformats.org/officeDocument/2006/relationships/customXml" Target="../ink/ink331.xml"/><Relationship Id="rId278" Type="http://schemas.openxmlformats.org/officeDocument/2006/relationships/image" Target="../media/image306.png"/><Relationship Id="rId303" Type="http://schemas.openxmlformats.org/officeDocument/2006/relationships/customXml" Target="../ink/ink354.xml"/><Relationship Id="rId42" Type="http://schemas.openxmlformats.org/officeDocument/2006/relationships/image" Target="../media/image182.png"/><Relationship Id="rId84" Type="http://schemas.openxmlformats.org/officeDocument/2006/relationships/image" Target="../media/image204.png"/><Relationship Id="rId138" Type="http://schemas.openxmlformats.org/officeDocument/2006/relationships/image" Target="../media/image233.png"/><Relationship Id="rId191" Type="http://schemas.openxmlformats.org/officeDocument/2006/relationships/customXml" Target="../ink/ink298.xml"/><Relationship Id="rId205" Type="http://schemas.openxmlformats.org/officeDocument/2006/relationships/customXml" Target="../ink/ink305.xml"/><Relationship Id="rId247" Type="http://schemas.openxmlformats.org/officeDocument/2006/relationships/customXml" Target="../ink/ink326.xml"/><Relationship Id="rId107" Type="http://schemas.openxmlformats.org/officeDocument/2006/relationships/customXml" Target="../ink/ink256.xml"/><Relationship Id="rId289" Type="http://schemas.openxmlformats.org/officeDocument/2006/relationships/customXml" Target="../ink/ink347.xml"/><Relationship Id="rId11" Type="http://schemas.openxmlformats.org/officeDocument/2006/relationships/customXml" Target="../ink/ink208.xml"/><Relationship Id="rId53" Type="http://schemas.openxmlformats.org/officeDocument/2006/relationships/customXml" Target="../ink/ink229.xml"/><Relationship Id="rId149" Type="http://schemas.openxmlformats.org/officeDocument/2006/relationships/customXml" Target="../ink/ink277.xml"/><Relationship Id="rId95" Type="http://schemas.openxmlformats.org/officeDocument/2006/relationships/customXml" Target="../ink/ink250.xml"/><Relationship Id="rId160" Type="http://schemas.openxmlformats.org/officeDocument/2006/relationships/image" Target="../media/image245.png"/><Relationship Id="rId216" Type="http://schemas.openxmlformats.org/officeDocument/2006/relationships/image" Target="../media/image275.png"/><Relationship Id="rId258" Type="http://schemas.openxmlformats.org/officeDocument/2006/relationships/image" Target="../media/image296.png"/><Relationship Id="rId22" Type="http://schemas.openxmlformats.org/officeDocument/2006/relationships/image" Target="../media/image171.png"/><Relationship Id="rId64" Type="http://schemas.openxmlformats.org/officeDocument/2006/relationships/image" Target="../media/image193.png"/><Relationship Id="rId118" Type="http://schemas.openxmlformats.org/officeDocument/2006/relationships/image" Target="../media/image224.png"/><Relationship Id="rId171" Type="http://schemas.openxmlformats.org/officeDocument/2006/relationships/customXml" Target="../ink/ink288.xml"/><Relationship Id="rId227" Type="http://schemas.openxmlformats.org/officeDocument/2006/relationships/customXml" Target="../ink/ink316.xml"/><Relationship Id="rId269" Type="http://schemas.openxmlformats.org/officeDocument/2006/relationships/customXml" Target="../ink/ink337.xml"/><Relationship Id="rId33" Type="http://schemas.openxmlformats.org/officeDocument/2006/relationships/customXml" Target="../ink/ink219.xml"/><Relationship Id="rId129" Type="http://schemas.openxmlformats.org/officeDocument/2006/relationships/customXml" Target="../ink/ink267.xml"/><Relationship Id="rId280" Type="http://schemas.openxmlformats.org/officeDocument/2006/relationships/image" Target="../media/image307.png"/><Relationship Id="rId75" Type="http://schemas.openxmlformats.org/officeDocument/2006/relationships/customXml" Target="../ink/ink240.xml"/><Relationship Id="rId140" Type="http://schemas.openxmlformats.org/officeDocument/2006/relationships/image" Target="../media/image234.png"/><Relationship Id="rId182" Type="http://schemas.openxmlformats.org/officeDocument/2006/relationships/image" Target="../media/image257.png"/><Relationship Id="rId6" Type="http://schemas.openxmlformats.org/officeDocument/2006/relationships/image" Target="../media/image1630.png"/><Relationship Id="rId238" Type="http://schemas.openxmlformats.org/officeDocument/2006/relationships/image" Target="../media/image28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8161" y="3519186"/>
            <a:ext cx="9144000" cy="1375844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Arial Black" panose="020B0A04020102020204" pitchFamily="34" charset="0"/>
              </a:rPr>
              <a:t>WEEK 4 </a:t>
            </a:r>
            <a:br>
              <a:rPr lang="en-US" sz="2800" b="1" dirty="0">
                <a:latin typeface="Arial Black" panose="020B0A04020102020204" pitchFamily="34" charset="0"/>
              </a:rPr>
            </a:br>
            <a:r>
              <a:rPr lang="en-US" sz="2800" b="1" dirty="0">
                <a:latin typeface="Arial Black" panose="020B0A04020102020204" pitchFamily="34" charset="0"/>
              </a:rPr>
              <a:t>Transistor Model - MOSFET</a:t>
            </a:r>
            <a:endParaRPr lang="en-AU" sz="2800" b="1" dirty="0"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" y="6389999"/>
            <a:ext cx="4089862" cy="468001"/>
          </a:xfrm>
        </p:spPr>
        <p:txBody>
          <a:bodyPr>
            <a:normAutofit/>
          </a:bodyPr>
          <a:lstStyle/>
          <a:p>
            <a:pPr algn="l"/>
            <a:r>
              <a:rPr lang="en-AU" b="1">
                <a:latin typeface="Arial Black" panose="020B0A04020102020204" pitchFamily="34" charset="0"/>
              </a:rPr>
              <a:t>Dr. </a:t>
            </a:r>
            <a:r>
              <a:rPr lang="en-AU" b="1">
                <a:latin typeface="Arial Black" panose="020B0A04020102020204" pitchFamily="34" charset="0"/>
                <a:cs typeface="Times New Roman" panose="02020603050405020304" pitchFamily="18" charset="0"/>
              </a:rPr>
              <a:t>Aron Michael 2023</a:t>
            </a:r>
          </a:p>
          <a:p>
            <a:endParaRPr lang="en-AU"/>
          </a:p>
          <a:p>
            <a:endParaRPr lang="en-AU" sz="1600"/>
          </a:p>
          <a:p>
            <a:endParaRPr lang="en-AU"/>
          </a:p>
        </p:txBody>
      </p:sp>
      <p:grpSp>
        <p:nvGrpSpPr>
          <p:cNvPr id="13" name="Group 12"/>
          <p:cNvGrpSpPr/>
          <p:nvPr/>
        </p:nvGrpSpPr>
        <p:grpSpPr>
          <a:xfrm>
            <a:off x="0" y="-57150"/>
            <a:ext cx="12192000" cy="2456913"/>
            <a:chOff x="0" y="0"/>
            <a:chExt cx="12192000" cy="2456913"/>
          </a:xfrm>
        </p:grpSpPr>
        <p:grpSp>
          <p:nvGrpSpPr>
            <p:cNvPr id="12" name="Group 11"/>
            <p:cNvGrpSpPr/>
            <p:nvPr/>
          </p:nvGrpSpPr>
          <p:grpSpPr>
            <a:xfrm>
              <a:off x="0" y="0"/>
              <a:ext cx="12192000" cy="2456913"/>
              <a:chOff x="0" y="0"/>
              <a:chExt cx="12192000" cy="2456913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0" y="0"/>
                <a:ext cx="12192000" cy="2456912"/>
                <a:chOff x="0" y="6120087"/>
                <a:chExt cx="12192000" cy="2456912"/>
              </a:xfrm>
            </p:grpSpPr>
            <p:sp>
              <p:nvSpPr>
                <p:cNvPr id="6" name="Rectangle 5"/>
                <p:cNvSpPr/>
                <p:nvPr/>
              </p:nvSpPr>
              <p:spPr>
                <a:xfrm>
                  <a:off x="0" y="6120087"/>
                  <a:ext cx="12192000" cy="19800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0" y="8108999"/>
                  <a:ext cx="12192000" cy="468000"/>
                </a:xfrm>
                <a:prstGeom prst="rect">
                  <a:avLst/>
                </a:prstGeom>
                <a:solidFill>
                  <a:srgbClr val="960000"/>
                </a:solidFill>
                <a:ln>
                  <a:solidFill>
                    <a:srgbClr val="960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</p:grpSp>
          <p:sp>
            <p:nvSpPr>
              <p:cNvPr id="9" name="Pentagon 8"/>
              <p:cNvSpPr/>
              <p:nvPr/>
            </p:nvSpPr>
            <p:spPr>
              <a:xfrm>
                <a:off x="0" y="1988913"/>
                <a:ext cx="5000368" cy="468000"/>
              </a:xfrm>
              <a:prstGeom prst="homePlat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1858" y="2022857"/>
                <a:ext cx="490151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>
                    <a:solidFill>
                      <a:schemeClr val="bg1"/>
                    </a:solidFill>
                  </a:rPr>
                  <a:t>Electrical Engineering &amp; Telecommunications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1668161" y="2019702"/>
                <a:ext cx="15116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>
                    <a:solidFill>
                      <a:schemeClr val="bg1"/>
                    </a:solidFill>
                  </a:rPr>
                  <a:t>Engineering</a:t>
                </a:r>
              </a:p>
            </p:txBody>
          </p:sp>
        </p:grp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090" y="156972"/>
              <a:ext cx="1714500" cy="1714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5187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BEE1F6BA-1F23-031A-C257-40F71568A262}"/>
              </a:ext>
            </a:extLst>
          </p:cNvPr>
          <p:cNvGrpSpPr/>
          <p:nvPr/>
        </p:nvGrpSpPr>
        <p:grpSpPr>
          <a:xfrm>
            <a:off x="0" y="6181363"/>
            <a:ext cx="12192000" cy="731495"/>
            <a:chOff x="0" y="6120089"/>
            <a:chExt cx="12192000" cy="73149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10799BB-A9C3-80C4-388C-36253DE0F675}"/>
                </a:ext>
              </a:extLst>
            </p:cNvPr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65AA7C1-847D-5E58-A6D3-5570EF084189}"/>
                </a:ext>
              </a:extLst>
            </p:cNvPr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0" y="6110662"/>
            <a:ext cx="12192000" cy="731495"/>
            <a:chOff x="0" y="6120089"/>
            <a:chExt cx="12192000" cy="731495"/>
          </a:xfrm>
        </p:grpSpPr>
        <p:sp>
          <p:nvSpPr>
            <p:cNvPr id="6" name="Rectangle 5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Rectangle 6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8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44831"/>
            <a:ext cx="1194487" cy="506753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B38491F5-765B-92E4-B330-297CF7103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40" y="3624438"/>
            <a:ext cx="3967668" cy="2081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5952E-76FA-60FD-DE4A-5A745A95C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4017" y="396112"/>
            <a:ext cx="4483965" cy="283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164D62B-8782-1DBB-ADE8-2A5C68BB5F33}"/>
                  </a:ext>
                </a:extLst>
              </p14:cNvPr>
              <p14:cNvContentPartPr/>
              <p14:nvPr/>
            </p14:nvContentPartPr>
            <p14:xfrm>
              <a:off x="2062728" y="946152"/>
              <a:ext cx="12600" cy="17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164D62B-8782-1DBB-ADE8-2A5C68BB5F3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54088" y="937512"/>
                <a:ext cx="3024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11BAA21-5EDD-2ADD-4F17-D25DCF72F0CB}"/>
                  </a:ext>
                </a:extLst>
              </p14:cNvPr>
              <p14:cNvContentPartPr/>
              <p14:nvPr/>
            </p14:nvContentPartPr>
            <p14:xfrm>
              <a:off x="1918368" y="202392"/>
              <a:ext cx="54720" cy="584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11BAA21-5EDD-2ADD-4F17-D25DCF72F0C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09368" y="193752"/>
                <a:ext cx="72360" cy="60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00AD56D-02B8-043F-3B77-B4D01BA1E9D7}"/>
                  </a:ext>
                </a:extLst>
              </p14:cNvPr>
              <p14:cNvContentPartPr/>
              <p14:nvPr/>
            </p14:nvContentPartPr>
            <p14:xfrm>
              <a:off x="786168" y="1369152"/>
              <a:ext cx="627480" cy="302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00AD56D-02B8-043F-3B77-B4D01BA1E9D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7528" y="1360152"/>
                <a:ext cx="6451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7C0BDC6-B30D-CAD8-FD51-032FE96D266A}"/>
                  </a:ext>
                </a:extLst>
              </p14:cNvPr>
              <p14:cNvContentPartPr/>
              <p14:nvPr/>
            </p14:nvContentPartPr>
            <p14:xfrm>
              <a:off x="668448" y="1289952"/>
              <a:ext cx="186120" cy="2034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7C0BDC6-B30D-CAD8-FD51-032FE96D266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9448" y="1280952"/>
                <a:ext cx="203760" cy="22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3FE78BE7-8767-3DC2-774F-A13B8CAE1786}"/>
              </a:ext>
            </a:extLst>
          </p:cNvPr>
          <p:cNvGrpSpPr/>
          <p:nvPr/>
        </p:nvGrpSpPr>
        <p:grpSpPr>
          <a:xfrm>
            <a:off x="340488" y="1601352"/>
            <a:ext cx="296280" cy="358560"/>
            <a:chOff x="340488" y="1601352"/>
            <a:chExt cx="29628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EAA5252-086D-302E-7247-BAC1CE71C791}"/>
                    </a:ext>
                  </a:extLst>
                </p14:cNvPr>
                <p14:cNvContentPartPr/>
                <p14:nvPr/>
              </p14:nvContentPartPr>
              <p14:xfrm>
                <a:off x="340488" y="1601352"/>
                <a:ext cx="248400" cy="358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EAA5252-086D-302E-7247-BAC1CE71C79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1488" y="1592352"/>
                  <a:ext cx="26604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192E9CE-2030-D739-35D1-775D0C480775}"/>
                    </a:ext>
                  </a:extLst>
                </p14:cNvPr>
                <p14:cNvContentPartPr/>
                <p14:nvPr/>
              </p14:nvContentPartPr>
              <p14:xfrm>
                <a:off x="510408" y="1824912"/>
                <a:ext cx="5400" cy="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192E9CE-2030-D739-35D1-775D0C48077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01768" y="1815912"/>
                  <a:ext cx="23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02EFA6D-A178-9F94-D15E-2555F904C1BF}"/>
                    </a:ext>
                  </a:extLst>
                </p14:cNvPr>
                <p14:cNvContentPartPr/>
                <p14:nvPr/>
              </p14:nvContentPartPr>
              <p14:xfrm>
                <a:off x="451008" y="1832832"/>
                <a:ext cx="185760" cy="26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02EFA6D-A178-9F94-D15E-2555F904C1B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2008" y="1823832"/>
                  <a:ext cx="20340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AAE09A3-D025-9E69-9E3D-FF6E51B91D81}"/>
              </a:ext>
            </a:extLst>
          </p:cNvPr>
          <p:cNvGrpSpPr/>
          <p:nvPr/>
        </p:nvGrpSpPr>
        <p:grpSpPr>
          <a:xfrm>
            <a:off x="1375848" y="128952"/>
            <a:ext cx="1097640" cy="2871000"/>
            <a:chOff x="1375848" y="128952"/>
            <a:chExt cx="1097640" cy="28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386F259-9869-46DF-0BBA-28C24585AD72}"/>
                    </a:ext>
                  </a:extLst>
                </p14:cNvPr>
                <p14:cNvContentPartPr/>
                <p14:nvPr/>
              </p14:nvContentPartPr>
              <p14:xfrm>
                <a:off x="1882368" y="148032"/>
                <a:ext cx="191520" cy="186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386F259-9869-46DF-0BBA-28C24585AD7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73728" y="139032"/>
                  <a:ext cx="2091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4D449D0-0EB4-0B69-AAE0-11F9BDE3824D}"/>
                    </a:ext>
                  </a:extLst>
                </p14:cNvPr>
                <p14:cNvContentPartPr/>
                <p14:nvPr/>
              </p14:nvContentPartPr>
              <p14:xfrm>
                <a:off x="1971648" y="2018592"/>
                <a:ext cx="78120" cy="700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4D449D0-0EB4-0B69-AAE0-11F9BDE3824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962648" y="2009952"/>
                  <a:ext cx="95760" cy="71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F50FC04-B515-8C02-8F4A-B83776DF3D8A}"/>
                    </a:ext>
                  </a:extLst>
                </p14:cNvPr>
                <p14:cNvContentPartPr/>
                <p14:nvPr/>
              </p14:nvContentPartPr>
              <p14:xfrm>
                <a:off x="1944288" y="2004912"/>
                <a:ext cx="46800" cy="739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F50FC04-B515-8C02-8F4A-B83776DF3D8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935288" y="1995912"/>
                  <a:ext cx="64440" cy="75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755A827-1B31-3789-2BFC-B363780E5773}"/>
                    </a:ext>
                  </a:extLst>
                </p14:cNvPr>
                <p14:cNvContentPartPr/>
                <p14:nvPr/>
              </p14:nvContentPartPr>
              <p14:xfrm>
                <a:off x="1924488" y="1979712"/>
                <a:ext cx="174240" cy="961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755A827-1B31-3789-2BFC-B363780E577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915848" y="1970712"/>
                  <a:ext cx="191880" cy="9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899C74E-6B4A-CB2F-7DC7-A4E2A7FBC7CC}"/>
                    </a:ext>
                  </a:extLst>
                </p14:cNvPr>
                <p14:cNvContentPartPr/>
                <p14:nvPr/>
              </p14:nvContentPartPr>
              <p14:xfrm>
                <a:off x="1536768" y="1158552"/>
                <a:ext cx="108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899C74E-6B4A-CB2F-7DC7-A4E2A7FBC7C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528128" y="1149912"/>
                  <a:ext cx="18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EC76504-F7CF-D457-E891-2AA9303DE51E}"/>
                    </a:ext>
                  </a:extLst>
                </p14:cNvPr>
                <p14:cNvContentPartPr/>
                <p14:nvPr/>
              </p14:nvContentPartPr>
              <p14:xfrm>
                <a:off x="1527048" y="1177992"/>
                <a:ext cx="468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EC76504-F7CF-D457-E891-2AA9303DE51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18048" y="1168992"/>
                  <a:ext cx="22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F6C5B85-1848-5B1F-1499-B5A9F58A4429}"/>
                    </a:ext>
                  </a:extLst>
                </p14:cNvPr>
                <p14:cNvContentPartPr/>
                <p14:nvPr/>
              </p14:nvContentPartPr>
              <p14:xfrm>
                <a:off x="1654848" y="819432"/>
                <a:ext cx="42840" cy="1040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F6C5B85-1848-5B1F-1499-B5A9F58A442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45848" y="810792"/>
                  <a:ext cx="60480" cy="10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CFFE711-0074-6BD8-6B15-1838E954A764}"/>
                    </a:ext>
                  </a:extLst>
                </p14:cNvPr>
                <p14:cNvContentPartPr/>
                <p14:nvPr/>
              </p14:nvContentPartPr>
              <p14:xfrm>
                <a:off x="1375848" y="1116792"/>
                <a:ext cx="33840" cy="639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CFFE711-0074-6BD8-6B15-1838E954A76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366848" y="1107792"/>
                  <a:ext cx="5148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B6B9A13-228E-0E78-DD06-E32050E6BE4B}"/>
                    </a:ext>
                  </a:extLst>
                </p14:cNvPr>
                <p14:cNvContentPartPr/>
                <p14:nvPr/>
              </p14:nvContentPartPr>
              <p14:xfrm>
                <a:off x="1650888" y="857232"/>
                <a:ext cx="36360" cy="1151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B6B9A13-228E-0E78-DD06-E32050E6BE4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641888" y="848232"/>
                  <a:ext cx="54000" cy="11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83AAACC-E8C5-52D7-D855-7EFDA3909E5E}"/>
                    </a:ext>
                  </a:extLst>
                </p14:cNvPr>
                <p14:cNvContentPartPr/>
                <p14:nvPr/>
              </p14:nvContentPartPr>
              <p14:xfrm>
                <a:off x="1741608" y="1651392"/>
                <a:ext cx="288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83AAACC-E8C5-52D7-D855-7EFDA3909E5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32608" y="1642752"/>
                  <a:ext cx="20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4AB7F4D-D1A9-0A46-A60D-B08881920C99}"/>
                    </a:ext>
                  </a:extLst>
                </p14:cNvPr>
                <p14:cNvContentPartPr/>
                <p14:nvPr/>
              </p14:nvContentPartPr>
              <p14:xfrm>
                <a:off x="1687248" y="1635552"/>
                <a:ext cx="386640" cy="702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4AB7F4D-D1A9-0A46-A60D-B08881920C9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678248" y="1626552"/>
                  <a:ext cx="404280" cy="72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743FE59-1836-A458-4D5D-A2B12BFB0074}"/>
                    </a:ext>
                  </a:extLst>
                </p14:cNvPr>
                <p14:cNvContentPartPr/>
                <p14:nvPr/>
              </p14:nvContentPartPr>
              <p14:xfrm>
                <a:off x="1807128" y="1603152"/>
                <a:ext cx="118800" cy="262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743FE59-1836-A458-4D5D-A2B12BFB007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798128" y="1594152"/>
                  <a:ext cx="1364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B73D75E-815D-A6B7-20F5-929D40966434}"/>
                    </a:ext>
                  </a:extLst>
                </p14:cNvPr>
                <p14:cNvContentPartPr/>
                <p14:nvPr/>
              </p14:nvContentPartPr>
              <p14:xfrm>
                <a:off x="1662408" y="947952"/>
                <a:ext cx="314280" cy="59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B73D75E-815D-A6B7-20F5-929D4096643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653768" y="938952"/>
                  <a:ext cx="3319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775A11C-7E3D-0112-5293-C5B81D831321}"/>
                    </a:ext>
                  </a:extLst>
                </p14:cNvPr>
                <p14:cNvContentPartPr/>
                <p14:nvPr/>
              </p14:nvContentPartPr>
              <p14:xfrm>
                <a:off x="1948248" y="289872"/>
                <a:ext cx="24120" cy="757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775A11C-7E3D-0112-5293-C5B81D83132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939248" y="280872"/>
                  <a:ext cx="41760" cy="77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2A4F2C4-94E9-89F5-6A87-5E99A85A76F4}"/>
                    </a:ext>
                  </a:extLst>
                </p14:cNvPr>
                <p14:cNvContentPartPr/>
                <p14:nvPr/>
              </p14:nvContentPartPr>
              <p14:xfrm>
                <a:off x="1877688" y="128952"/>
                <a:ext cx="220320" cy="170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2A4F2C4-94E9-89F5-6A87-5E99A85A76F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868688" y="120312"/>
                  <a:ext cx="2379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ADE0AC2-1065-2C6E-C7FC-2060A57FDC6F}"/>
                    </a:ext>
                  </a:extLst>
                </p14:cNvPr>
                <p14:cNvContentPartPr/>
                <p14:nvPr/>
              </p14:nvContentPartPr>
              <p14:xfrm>
                <a:off x="1927368" y="2791152"/>
                <a:ext cx="163080" cy="145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ADE0AC2-1065-2C6E-C7FC-2060A57FDC6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918368" y="2782512"/>
                  <a:ext cx="1807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5F0EAD3-B7FF-D90D-C97A-182204A06110}"/>
                    </a:ext>
                  </a:extLst>
                </p14:cNvPr>
                <p14:cNvContentPartPr/>
                <p14:nvPr/>
              </p14:nvContentPartPr>
              <p14:xfrm>
                <a:off x="2211408" y="2671992"/>
                <a:ext cx="262080" cy="327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5F0EAD3-B7FF-D90D-C97A-182204A0611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202768" y="2663352"/>
                  <a:ext cx="279720" cy="34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4A6C986E-04DB-6FB7-C9E7-45E0396554D9}"/>
                  </a:ext>
                </a:extLst>
              </p14:cNvPr>
              <p14:cNvContentPartPr/>
              <p14:nvPr/>
            </p14:nvContentPartPr>
            <p14:xfrm>
              <a:off x="2218968" y="135072"/>
              <a:ext cx="228600" cy="2829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4A6C986E-04DB-6FB7-C9E7-45E0396554D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209968" y="126072"/>
                <a:ext cx="246240" cy="300600"/>
              </a:xfrm>
              <a:prstGeom prst="rect">
                <a:avLst/>
              </a:prstGeom>
            </p:spPr>
          </p:pic>
        </mc:Fallback>
      </mc:AlternateContent>
      <p:pic>
        <p:nvPicPr>
          <p:cNvPr id="80" name="Picture 2">
            <a:extLst>
              <a:ext uri="{FF2B5EF4-FFF2-40B4-BE49-F238E27FC236}">
                <a16:creationId xmlns:a16="http://schemas.microsoft.com/office/drawing/2014/main" id="{6308C40C-202C-8BF9-A41F-44D99FBD8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805" y="1391652"/>
            <a:ext cx="3580787" cy="344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9419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3C9CB79-87C8-099A-196B-0C6CFD95DE1E}"/>
              </a:ext>
            </a:extLst>
          </p:cNvPr>
          <p:cNvGrpSpPr/>
          <p:nvPr/>
        </p:nvGrpSpPr>
        <p:grpSpPr>
          <a:xfrm>
            <a:off x="0" y="6230200"/>
            <a:ext cx="12192000" cy="731495"/>
            <a:chOff x="0" y="6120089"/>
            <a:chExt cx="12192000" cy="7314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B12B80-4B01-D492-2FC4-3B6D45E91336}"/>
                </a:ext>
              </a:extLst>
            </p:cNvPr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1821EE-0966-C311-38EA-A80EFB62D97E}"/>
                </a:ext>
              </a:extLst>
            </p:cNvPr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L</a:t>
            </a:r>
            <a:r>
              <a:rPr lang="en-AU" sz="3600" b="1">
                <a:latin typeface="Arial Black" panose="020B0A04020102020204" pitchFamily="34" charset="0"/>
              </a:rPr>
              <a:t>earning Outcomes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98112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531" y="666304"/>
            <a:ext cx="11960469" cy="54602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At the end of this week, you will be able to</a:t>
            </a:r>
          </a:p>
          <a:p>
            <a:pPr marL="0" indent="0"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Draw the small signal circuit model of MOSFET.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Calculate the small signal circuit model parameters of MOSFET.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Draw the small signal equivalent circuit of MOSFET based amplifiers.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Analyze the performance of the amplifiers such as gain, bandwidth, input impedance and output impedance.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Draw the DC equivalent circuit of MOSFET based amplifiers and calculate the quiescent values (I</a:t>
            </a:r>
            <a:r>
              <a:rPr lang="en-US" sz="2600" baseline="-25000" dirty="0">
                <a:latin typeface="Arial" panose="020B0604020202020204" pitchFamily="34" charset="0"/>
                <a:cs typeface="Arial" panose="020B0604020202020204" pitchFamily="34" charset="0"/>
              </a:rPr>
              <a:t>DQ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, I</a:t>
            </a:r>
            <a:r>
              <a:rPr lang="en-US" sz="2600" baseline="-25000" dirty="0">
                <a:latin typeface="Arial" panose="020B0604020202020204" pitchFamily="34" charset="0"/>
                <a:cs typeface="Arial" panose="020B0604020202020204" pitchFamily="34" charset="0"/>
              </a:rPr>
              <a:t>SQ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, V</a:t>
            </a:r>
            <a:r>
              <a:rPr lang="en-US" sz="2600" baseline="-25000" dirty="0">
                <a:latin typeface="Arial" panose="020B0604020202020204" pitchFamily="34" charset="0"/>
                <a:cs typeface="Arial" panose="020B0604020202020204" pitchFamily="34" charset="0"/>
              </a:rPr>
              <a:t>DSQ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Explain DC biasing configurations such as current mirrors.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sz="3000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sz="3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7623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397" y="551495"/>
            <a:ext cx="11867091" cy="55131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Linearization and graphical analysis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Concerned with small signal variations about the operating points.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Interested in a relationship between i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AU" sz="28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AU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AU" sz="28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AU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ds</a:t>
            </a:r>
            <a:endParaRPr lang="en-US" sz="28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7100" marR="673100" lvl="2" indent="0">
              <a:buNone/>
            </a:pPr>
            <a:endParaRPr lang="en-AU" b="1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32CF5DA-75E7-19C2-739F-A85427E1D7D8}"/>
                  </a:ext>
                </a:extLst>
              </p14:cNvPr>
              <p14:cNvContentPartPr/>
              <p14:nvPr/>
            </p14:nvContentPartPr>
            <p14:xfrm>
              <a:off x="4637808" y="2045448"/>
              <a:ext cx="5400" cy="19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32CF5DA-75E7-19C2-739F-A85427E1D7D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28165" y="2036615"/>
                <a:ext cx="24300" cy="363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58D476-0C60-119B-795F-2C1DD8906B06}"/>
                  </a:ext>
                </a:extLst>
              </p:cNvPr>
              <p:cNvSpPr/>
              <p:nvPr/>
            </p:nvSpPr>
            <p:spPr>
              <a:xfrm>
                <a:off x="2791102" y="1387511"/>
                <a:ext cx="22907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D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D</m:t>
                        </m:r>
                      </m:sub>
                    </m:sSub>
                    <m:r>
                      <a:rPr lang="en-AU" sz="2800" b="0" i="0" dirty="0" smtClean="0"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d</m:t>
                        </m:r>
                      </m:sub>
                    </m:sSub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58D476-0C60-119B-795F-2C1DD8906B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1102" y="1387511"/>
                <a:ext cx="2290700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5B3F8A0-FD0A-6677-B727-C8751D29F878}"/>
                  </a:ext>
                </a:extLst>
              </p:cNvPr>
              <p:cNvSpPr/>
              <p:nvPr/>
            </p:nvSpPr>
            <p:spPr>
              <a:xfrm>
                <a:off x="2662394" y="1782061"/>
                <a:ext cx="318062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DS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DS</m:t>
                        </m:r>
                      </m:sub>
                    </m:sSub>
                    <m:r>
                      <a:rPr lang="en-AU" sz="2800" b="0" i="0" dirty="0" smtClean="0"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ds</m:t>
                        </m:r>
                      </m:sub>
                    </m:sSub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5B3F8A0-FD0A-6677-B727-C8751D29F8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2394" y="1782061"/>
                <a:ext cx="3180622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4EDA499-DFC8-8EA3-9214-C92F86787B18}"/>
                  </a:ext>
                </a:extLst>
              </p:cNvPr>
              <p:cNvSpPr/>
              <p:nvPr/>
            </p:nvSpPr>
            <p:spPr>
              <a:xfrm>
                <a:off x="2788423" y="2269097"/>
                <a:ext cx="2714608" cy="5638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GS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GS</m:t>
                        </m:r>
                      </m:sub>
                    </m:sSub>
                    <m:r>
                      <a:rPr lang="en-AU" sz="2800" b="0" i="0" dirty="0" smtClean="0"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gs</m:t>
                        </m:r>
                      </m:sub>
                    </m:sSub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4EDA499-DFC8-8EA3-9214-C92F86787B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423" y="2269097"/>
                <a:ext cx="2714608" cy="56387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">
            <a:extLst>
              <a:ext uri="{FF2B5EF4-FFF2-40B4-BE49-F238E27FC236}">
                <a16:creationId xmlns:a16="http://schemas.microsoft.com/office/drawing/2014/main" id="{F839FF12-A9BF-E049-940F-3C471DDBC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423" y="3429000"/>
            <a:ext cx="4900348" cy="2517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3337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32CF5DA-75E7-19C2-739F-A85427E1D7D8}"/>
                  </a:ext>
                </a:extLst>
              </p14:cNvPr>
              <p14:cNvContentPartPr/>
              <p14:nvPr/>
            </p14:nvContentPartPr>
            <p14:xfrm>
              <a:off x="4637808" y="2045448"/>
              <a:ext cx="5400" cy="19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32CF5DA-75E7-19C2-739F-A85427E1D7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28165" y="2036615"/>
                <a:ext cx="24300" cy="3639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2957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90264"/>
            <a:ext cx="11867091" cy="55131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Linearization and graphical analysis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The voltage‐controlled current source </a:t>
            </a:r>
            <a:r>
              <a:rPr lang="en-AU" sz="2800" dirty="0" err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AU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AU" sz="28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AU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relates i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AU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AU" sz="28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AU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for the MOSFET operating in the saturation region.  g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AU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is given by the slope of the transfer characteristic at the operating point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EBF1460-3E70-323B-2774-9095D067041A}"/>
                  </a:ext>
                </a:extLst>
              </p14:cNvPr>
              <p14:cNvContentPartPr/>
              <p14:nvPr/>
            </p14:nvContentPartPr>
            <p14:xfrm>
              <a:off x="8472888" y="3061368"/>
              <a:ext cx="8280" cy="198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EBF1460-3E70-323B-2774-9095D067041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63888" y="3052368"/>
                <a:ext cx="2592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2">
            <a:extLst>
              <a:ext uri="{FF2B5EF4-FFF2-40B4-BE49-F238E27FC236}">
                <a16:creationId xmlns:a16="http://schemas.microsoft.com/office/drawing/2014/main" id="{59FA0A3C-DCF6-890A-68E8-E1D9461CB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25" y="2503873"/>
            <a:ext cx="4122787" cy="3599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8044808-F9CC-F5CF-E496-66D0EDF29D5C}"/>
                  </a:ext>
                </a:extLst>
              </p:cNvPr>
              <p:cNvSpPr/>
              <p:nvPr/>
            </p:nvSpPr>
            <p:spPr>
              <a:xfrm>
                <a:off x="5969566" y="2627125"/>
                <a:ext cx="4270662" cy="7105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D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sSup>
                      <m:sSup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GS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  <m:sup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8044808-F9CC-F5CF-E496-66D0EDF29D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566" y="2627125"/>
                <a:ext cx="4270662" cy="71057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31623D1-7F86-F517-6189-1F729A898A6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6172" y="3550885"/>
            <a:ext cx="3804056" cy="217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62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Calculation of g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2700" marR="673100" indent="0">
              <a:buNone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673100" indent="0">
              <a:buNone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7CF44ABD-D083-3992-F734-A1AD5023CDB9}"/>
              </a:ext>
            </a:extLst>
          </p:cNvPr>
          <p:cNvGrpSpPr/>
          <p:nvPr/>
        </p:nvGrpSpPr>
        <p:grpSpPr>
          <a:xfrm>
            <a:off x="8245368" y="1290744"/>
            <a:ext cx="230040" cy="70200"/>
            <a:chOff x="8245368" y="2580048"/>
            <a:chExt cx="230040" cy="7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3CC4649-6E7A-C0A8-6F6B-094848D002E9}"/>
                    </a:ext>
                  </a:extLst>
                </p14:cNvPr>
                <p14:cNvContentPartPr/>
                <p14:nvPr/>
              </p14:nvContentPartPr>
              <p14:xfrm>
                <a:off x="8245368" y="2644128"/>
                <a:ext cx="124560" cy="6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3CC4649-6E7A-C0A8-6F6B-094848D002E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36368" y="2635128"/>
                  <a:ext cx="1422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0658119-E540-630A-84B0-5CA22366AC23}"/>
                    </a:ext>
                  </a:extLst>
                </p14:cNvPr>
                <p14:cNvContentPartPr/>
                <p14:nvPr/>
              </p14:nvContentPartPr>
              <p14:xfrm>
                <a:off x="8374608" y="2611728"/>
                <a:ext cx="100800" cy="7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0658119-E540-630A-84B0-5CA22366AC2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65608" y="2602728"/>
                  <a:ext cx="1184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D9CEE95-41D6-2360-E6C8-4318CCEE4AB8}"/>
                    </a:ext>
                  </a:extLst>
                </p14:cNvPr>
                <p14:cNvContentPartPr/>
                <p14:nvPr/>
              </p14:nvContentPartPr>
              <p14:xfrm>
                <a:off x="8461728" y="2580048"/>
                <a:ext cx="13320" cy="33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D9CEE95-41D6-2360-E6C8-4318CCEE4AB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52478" y="2571145"/>
                  <a:ext cx="31450" cy="5057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00E85124-CD67-B34C-9198-C45CDB2249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5679" y="1341788"/>
            <a:ext cx="4089992" cy="23393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9511BAA-EBFF-E5F3-D226-C53C6483AB28}"/>
                  </a:ext>
                </a:extLst>
              </p:cNvPr>
              <p:cNvSpPr/>
              <p:nvPr/>
            </p:nvSpPr>
            <p:spPr>
              <a:xfrm>
                <a:off x="6234597" y="810534"/>
                <a:ext cx="4270662" cy="7105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D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sSup>
                      <m:sSup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GS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  <m:sup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9511BAA-EBFF-E5F3-D226-C53C6483AB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597" y="810534"/>
                <a:ext cx="4270662" cy="71057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E625A5C-79C9-25E9-7166-FAA691E9711D}"/>
                  </a:ext>
                </a:extLst>
              </p:cNvPr>
              <p:cNvSpPr/>
              <p:nvPr/>
            </p:nvSpPr>
            <p:spPr>
              <a:xfrm>
                <a:off x="6947012" y="2639873"/>
                <a:ext cx="2721271" cy="9841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m</m:t>
                          </m:r>
                        </m:sub>
                      </m:sSub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2800" b="0" i="0">
                              <a:latin typeface="Cambria Math"/>
                              <a:ea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AU" sz="2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800" b="0" i="0">
                                  <a:latin typeface="Cambria Math"/>
                                  <a:ea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800" b="0" i="0">
                                  <a:latin typeface="Cambria Math"/>
                                  <a:ea typeface="Cambria Math"/>
                                </a:rPr>
                                <m:t>DS</m:t>
                              </m:r>
                            </m:sub>
                          </m:sSub>
                        </m:num>
                        <m:den>
                          <m:r>
                            <a:rPr lang="en-AU" sz="2800" b="0" i="0">
                              <a:latin typeface="Cambria Math"/>
                              <a:ea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AU" sz="2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800" b="0" i="0">
                                  <a:latin typeface="Cambria Math"/>
                                  <a:ea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800" b="0" i="0">
                                  <a:latin typeface="Cambria Math"/>
                                  <a:ea typeface="Cambria Math"/>
                                </a:rPr>
                                <m:t>GS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E625A5C-79C9-25E9-7166-FAA691E971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012" y="2639873"/>
                <a:ext cx="2721271" cy="98411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7E6A2DA-C397-2F3E-F3FD-A2FEBF9C4DC4}"/>
                  </a:ext>
                </a:extLst>
              </p:cNvPr>
              <p:cNvSpPr/>
              <p:nvPr/>
            </p:nvSpPr>
            <p:spPr>
              <a:xfrm>
                <a:off x="4425671" y="3698460"/>
                <a:ext cx="7511046" cy="9691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m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f>
                      <m:f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W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L</m:t>
                        </m:r>
                      </m:den>
                    </m:f>
                    <m:d>
                      <m:d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GS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AU" sz="2800" b="0" i="0" dirty="0" smtClean="0">
                        <a:latin typeface="Cambria Math"/>
                        <a:ea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n</m:t>
                            </m:r>
                          </m:sub>
                        </m:sSub>
                        <m:sSub>
                          <m:sSub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ox</m:t>
                            </m:r>
                          </m:sub>
                        </m:sSub>
                        <m:f>
                          <m:f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</m:den>
                        </m:f>
                      </m:e>
                    </m:rad>
                    <m:rad>
                      <m:radPr>
                        <m:degHide m:val="on"/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D</m:t>
                            </m:r>
                          </m:sub>
                        </m:sSub>
                      </m:e>
                    </m:rad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7E6A2DA-C397-2F3E-F3FD-A2FEBF9C4D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671" y="3698460"/>
                <a:ext cx="7511046" cy="96917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5496128-127D-502E-F10B-C9306F181565}"/>
                  </a:ext>
                </a:extLst>
              </p:cNvPr>
              <p:cNvSpPr/>
              <p:nvPr/>
            </p:nvSpPr>
            <p:spPr>
              <a:xfrm>
                <a:off x="6696820" y="2047822"/>
                <a:ext cx="4270662" cy="7105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D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 panose="02040503050406030204" pitchFamily="18" charset="0"/>
                            <a:ea typeface="Cambria Math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p>
                      <m:sSup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GS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  <m:sup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5496128-127D-502E-F10B-C9306F1815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820" y="2047822"/>
                <a:ext cx="4270662" cy="71057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ED9A129-875D-5A75-3DE7-7C89FC86E217}"/>
                  </a:ext>
                </a:extLst>
              </p:cNvPr>
              <p:cNvSpPr/>
              <p:nvPr/>
            </p:nvSpPr>
            <p:spPr>
              <a:xfrm>
                <a:off x="7416778" y="1516016"/>
                <a:ext cx="208989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 panose="02040503050406030204" pitchFamily="18" charset="0"/>
                            <a:ea typeface="Cambria Math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 panose="02040503050406030204" pitchFamily="18" charset="0"/>
                            <a:ea typeface="Cambria Math"/>
                          </a:rPr>
                          <m:t>n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ED9A129-875D-5A75-3DE7-7C89FC86E2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778" y="1516016"/>
                <a:ext cx="2089899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6EEC042-C2F3-5F74-825A-94438711D71B}"/>
                  </a:ext>
                </a:extLst>
              </p:cNvPr>
              <p:cNvSpPr/>
              <p:nvPr/>
            </p:nvSpPr>
            <p:spPr>
              <a:xfrm>
                <a:off x="229989" y="4681323"/>
                <a:ext cx="239714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 panose="02040503050406030204" pitchFamily="18" charset="0"/>
                            <a:ea typeface="Cambria Math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 panose="02040503050406030204" pitchFamily="18" charset="0"/>
                            <a:ea typeface="Cambria Math"/>
                          </a:rPr>
                          <m:t>n</m:t>
                        </m:r>
                        <m:r>
                          <a:rPr lang="en-AU" sz="2800" b="0" i="0" smtClean="0">
                            <a:latin typeface="Cambria Math" panose="02040503050406030204" pitchFamily="18" charset="0"/>
                            <a:ea typeface="Cambria Math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A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(A/V</a:t>
                </a:r>
                <a:r>
                  <a:rPr lang="en-AU" sz="2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A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6EEC042-C2F3-5F74-825A-94438711D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89" y="4681323"/>
                <a:ext cx="2397142" cy="523220"/>
              </a:xfrm>
              <a:prstGeom prst="rect">
                <a:avLst/>
              </a:prstGeom>
              <a:blipFill>
                <a:blip r:embed="rId17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32331BD8-AF14-4AAA-B87C-4DFF86DBAEE4}"/>
              </a:ext>
            </a:extLst>
          </p:cNvPr>
          <p:cNvSpPr txBox="1"/>
          <p:nvPr/>
        </p:nvSpPr>
        <p:spPr>
          <a:xfrm>
            <a:off x="2289679" y="4724801"/>
            <a:ext cx="10131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transconductance parameter for n-channel MOSFET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6361AFE-6F16-9094-EA40-9AEE0F0AC135}"/>
                  </a:ext>
                </a:extLst>
              </p:cNvPr>
              <p:cNvSpPr/>
              <p:nvPr/>
            </p:nvSpPr>
            <p:spPr>
              <a:xfrm>
                <a:off x="224296" y="5111738"/>
                <a:ext cx="183409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A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(m</a:t>
                </a:r>
                <a:r>
                  <a:rPr lang="en-AU" sz="2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A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/Vs)  </a:t>
                </a: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6361AFE-6F16-9094-EA40-9AEE0F0AC1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96" y="5111738"/>
                <a:ext cx="1834099" cy="523220"/>
              </a:xfrm>
              <a:prstGeom prst="rect">
                <a:avLst/>
              </a:prstGeom>
              <a:blipFill>
                <a:blip r:embed="rId18"/>
                <a:stretch>
                  <a:fillRect t="-12941" r="-17276" b="-32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0DDB2FD8-AF44-ABF3-D2BE-8A19EDB3A2AB}"/>
              </a:ext>
            </a:extLst>
          </p:cNvPr>
          <p:cNvSpPr txBox="1"/>
          <p:nvPr/>
        </p:nvSpPr>
        <p:spPr>
          <a:xfrm>
            <a:off x="2289679" y="5228563"/>
            <a:ext cx="3233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Electron mobility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1C61C94-767D-EB39-2354-21447AF33FF3}"/>
                  </a:ext>
                </a:extLst>
              </p:cNvPr>
              <p:cNvSpPr/>
              <p:nvPr/>
            </p:nvSpPr>
            <p:spPr>
              <a:xfrm>
                <a:off x="195851" y="5656314"/>
                <a:ext cx="22418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r>
                      <m:rPr>
                        <m:nor/>
                      </m:rPr>
                      <a:rPr lang="en-AU" sz="28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AU" sz="2800" b="0" i="0" dirty="0" smtClean="0">
                        <a:latin typeface="Cambria Math" panose="02040503050406030204" pitchFamily="18" charset="0"/>
                        <a:ea typeface="Cambria Math"/>
                      </a:rPr>
                      <m:t>C</m:t>
                    </m:r>
                    <m:r>
                      <a:rPr lang="en-AU" sz="2800" b="0" i="0" dirty="0" smtClean="0">
                        <a:latin typeface="Cambria Math" panose="02040503050406030204" pitchFamily="18" charset="0"/>
                        <a:ea typeface="Cambria Math"/>
                      </a:rPr>
                      <m:t>/</m:t>
                    </m:r>
                    <m:r>
                      <m:rPr>
                        <m:sty m:val="p"/>
                      </m:rPr>
                      <a:rPr lang="en-AU" sz="2800" b="0" i="0" dirty="0" smtClean="0">
                        <a:latin typeface="Cambria Math" panose="02040503050406030204" pitchFamily="18" charset="0"/>
                        <a:ea typeface="Cambria Math"/>
                      </a:rPr>
                      <m:t>Vm</m:t>
                    </m:r>
                    <m:r>
                      <a:rPr lang="en-AU" sz="2800" b="0" i="0" baseline="30000" dirty="0" smtClean="0">
                        <a:latin typeface="Cambria Math" panose="02040503050406030204" pitchFamily="18" charset="0"/>
                        <a:ea typeface="Cambria Math"/>
                      </a:rPr>
                      <m:t>2</m:t>
                    </m:r>
                  </m:oMath>
                </a14:m>
                <a:r>
                  <a:rPr lang="en-A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)   </a:t>
                </a:r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1C61C94-767D-EB39-2354-21447AF33F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851" y="5656314"/>
                <a:ext cx="2241866" cy="523220"/>
              </a:xfrm>
              <a:prstGeom prst="rect">
                <a:avLst/>
              </a:prstGeom>
              <a:blipFill>
                <a:blip r:embed="rId19"/>
                <a:stretch>
                  <a:fillRect t="-12791" r="-5707" b="-313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FF81180A-0AC2-648E-0997-E97F638FCAB6}"/>
              </a:ext>
            </a:extLst>
          </p:cNvPr>
          <p:cNvSpPr txBox="1"/>
          <p:nvPr/>
        </p:nvSpPr>
        <p:spPr>
          <a:xfrm>
            <a:off x="2196164" y="5680334"/>
            <a:ext cx="8491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 oxide capacitance per unit area </a:t>
            </a:r>
          </a:p>
        </p:txBody>
      </p:sp>
    </p:spTree>
    <p:extLst>
      <p:ext uri="{BB962C8B-B14F-4D97-AF65-F5344CB8AC3E}">
        <p14:creationId xmlns:p14="http://schemas.microsoft.com/office/powerpoint/2010/main" val="726690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 fontScale="92500" lnSpcReduction="20000"/>
          </a:bodyPr>
          <a:lstStyle/>
          <a:p>
            <a:pPr marL="12700" marR="67310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67310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67310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Note: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sz="3000" baseline="-25000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depends on aspect ratio      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g</a:t>
            </a:r>
            <a:r>
              <a:rPr lang="en-US" sz="3000" baseline="-25000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depends on  bias pt.    </a:t>
            </a:r>
          </a:p>
          <a:p>
            <a:pPr marL="457200" lvl="1" indent="0"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</a:p>
          <a:p>
            <a:pPr marL="457200" lvl="1" indent="0"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Typically,        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/>
          </a:p>
          <a:p>
            <a:pPr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For I</a:t>
            </a:r>
            <a:r>
              <a:rPr lang="en-US" sz="3000" baseline="-25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= 1mA,     = 1       g</a:t>
            </a:r>
            <a:r>
              <a:rPr lang="en-US" sz="3000" baseline="-25000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= 0.2mA/V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= 10     g</a:t>
            </a:r>
            <a:r>
              <a:rPr lang="en-US" sz="3000" baseline="-25000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= 0.632mA/V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Compare to BJT at 1mA,     g</a:t>
            </a:r>
            <a:r>
              <a:rPr lang="en-US" sz="3000" baseline="-25000" dirty="0">
                <a:latin typeface="Arial" panose="020B0604020202020204" pitchFamily="34" charset="0"/>
                <a:cs typeface="Arial" panose="020B0604020202020204" pitchFamily="34" charset="0"/>
              </a:rPr>
              <a:t>m 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3000" dirty="0"/>
              <a:t>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38.4mA/V</a:t>
            </a:r>
          </a:p>
          <a:p>
            <a:pPr marL="12700" marR="673100" indent="0">
              <a:buNone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673100" indent="0">
              <a:buNone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7E6A2DA-C397-2F3E-F3FD-A2FEBF9C4DC4}"/>
                  </a:ext>
                </a:extLst>
              </p:cNvPr>
              <p:cNvSpPr/>
              <p:nvPr/>
            </p:nvSpPr>
            <p:spPr>
              <a:xfrm>
                <a:off x="1536860" y="551495"/>
                <a:ext cx="7511046" cy="9691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m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f>
                      <m:f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W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L</m:t>
                        </m:r>
                      </m:den>
                    </m:f>
                    <m:d>
                      <m:d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GS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AU" sz="2800" b="0" i="0" dirty="0" smtClean="0">
                        <a:latin typeface="Cambria Math"/>
                        <a:ea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n</m:t>
                            </m:r>
                          </m:sub>
                        </m:sSub>
                        <m:sSub>
                          <m:sSub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ox</m:t>
                            </m:r>
                          </m:sub>
                        </m:sSub>
                        <m:f>
                          <m:f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</m:den>
                        </m:f>
                      </m:e>
                    </m:rad>
                    <m:rad>
                      <m:radPr>
                        <m:degHide m:val="on"/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D</m:t>
                            </m:r>
                          </m:sub>
                        </m:sSub>
                      </m:e>
                    </m:rad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7E6A2DA-C397-2F3E-F3FD-A2FEBF9C4D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860" y="551495"/>
                <a:ext cx="7511046" cy="9691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33D1EF3-78F5-0209-6095-7BC62F45C697}"/>
                  </a:ext>
                </a:extLst>
              </p:cNvPr>
              <p:cNvSpPr/>
              <p:nvPr/>
            </p:nvSpPr>
            <p:spPr>
              <a:xfrm>
                <a:off x="5520261" y="1577927"/>
                <a:ext cx="393495" cy="8961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W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L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33D1EF3-78F5-0209-6095-7BC62F45C6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261" y="1577927"/>
                <a:ext cx="393495" cy="896143"/>
              </a:xfrm>
              <a:prstGeom prst="rect">
                <a:avLst/>
              </a:prstGeom>
              <a:blipFill>
                <a:blip r:embed="rId6"/>
                <a:stretch>
                  <a:fillRect r="-78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42CC3DF-0139-B31C-1089-8BCC6D183CE1}"/>
                  </a:ext>
                </a:extLst>
              </p:cNvPr>
              <p:cNvSpPr/>
              <p:nvPr/>
            </p:nvSpPr>
            <p:spPr>
              <a:xfrm>
                <a:off x="4824773" y="2151587"/>
                <a:ext cx="864096" cy="6141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280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AU" sz="280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800" b="0" i="0" dirty="0" smtClean="0">
                                  <a:latin typeface="Cambria Math"/>
                                  <a:ea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800" b="0" i="0" dirty="0" smtClean="0">
                                  <a:latin typeface="Cambria Math"/>
                                  <a:ea typeface="Cambria Math"/>
                                </a:rPr>
                                <m:t>D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42CC3DF-0139-B31C-1089-8BCC6D183C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773" y="2151587"/>
                <a:ext cx="864096" cy="6141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EE39F44-744B-EF04-649B-FE3974C12678}"/>
                  </a:ext>
                </a:extLst>
              </p:cNvPr>
              <p:cNvSpPr/>
              <p:nvPr/>
            </p:nvSpPr>
            <p:spPr>
              <a:xfrm>
                <a:off x="1456601" y="3030446"/>
                <a:ext cx="406366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 panose="02040503050406030204" pitchFamily="18" charset="0"/>
                              <a:ea typeface="Cambria Math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n</m:t>
                          </m:r>
                        </m:sub>
                      </m:sSub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=20</m:t>
                      </m:r>
                      <m:r>
                        <m:rPr>
                          <m:sty m:val="p"/>
                        </m:rPr>
                        <a:rPr lang="en-AU" sz="2800" b="0" i="0" smtClean="0">
                          <a:latin typeface="Cambria Math"/>
                          <a:ea typeface="Cambria Math"/>
                        </a:rPr>
                        <m:t>μA</m:t>
                      </m:r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AU" sz="2800" b="0" i="0" smtClean="0">
                          <a:latin typeface="Cambria Math"/>
                          <a:ea typeface="Cambria Math"/>
                        </a:rPr>
                        <m:t>V</m:t>
                      </m:r>
                      <m:r>
                        <a:rPr lang="en-AU" sz="2800" b="0" i="0" baseline="30000" smtClean="0">
                          <a:latin typeface="Cambria Math"/>
                          <a:ea typeface="Cambria Math"/>
                        </a:rPr>
                        <m:t>2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EE39F44-744B-EF04-649B-FE3974C126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601" y="3030446"/>
                <a:ext cx="406366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AF43B49-4F3B-EDF9-B506-328577DEBD0B}"/>
                  </a:ext>
                </a:extLst>
              </p:cNvPr>
              <p:cNvSpPr/>
              <p:nvPr/>
            </p:nvSpPr>
            <p:spPr>
              <a:xfrm>
                <a:off x="2567389" y="3739447"/>
                <a:ext cx="378512" cy="8961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W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L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AF43B49-4F3B-EDF9-B506-328577DEBD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389" y="3739447"/>
                <a:ext cx="378512" cy="896143"/>
              </a:xfrm>
              <a:prstGeom prst="rect">
                <a:avLst/>
              </a:prstGeom>
              <a:blipFill>
                <a:blip r:embed="rId9"/>
                <a:stretch>
                  <a:fillRect r="-129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C496355-9EBD-10D6-60EB-58E567E02B18}"/>
                  </a:ext>
                </a:extLst>
              </p:cNvPr>
              <p:cNvSpPr/>
              <p:nvPr/>
            </p:nvSpPr>
            <p:spPr>
              <a:xfrm>
                <a:off x="2567389" y="4615369"/>
                <a:ext cx="378512" cy="8961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W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L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C496355-9EBD-10D6-60EB-58E567E02B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389" y="4615369"/>
                <a:ext cx="378512" cy="896143"/>
              </a:xfrm>
              <a:prstGeom prst="rect">
                <a:avLst/>
              </a:prstGeom>
              <a:blipFill>
                <a:blip r:embed="rId10"/>
                <a:stretch>
                  <a:fillRect r="-129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6B24651-8245-5882-7260-2D84859D845D}"/>
                  </a:ext>
                </a:extLst>
              </p:cNvPr>
              <p:cNvSpPr/>
              <p:nvPr/>
            </p:nvSpPr>
            <p:spPr>
              <a:xfrm>
                <a:off x="4939890" y="2742121"/>
                <a:ext cx="3749039" cy="9691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m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n</m:t>
                            </m:r>
                          </m:sub>
                        </m:sSub>
                        <m:f>
                          <m:f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</m:den>
                        </m:f>
                      </m:e>
                    </m:rad>
                    <m:rad>
                      <m:radPr>
                        <m:degHide m:val="on"/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D</m:t>
                            </m:r>
                          </m:sub>
                        </m:sSub>
                      </m:e>
                    </m:rad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6B24651-8245-5882-7260-2D84859D84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890" y="2742121"/>
                <a:ext cx="3749039" cy="96917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221320C-E5D6-4BB2-10ED-F4F8C7271C70}"/>
                  </a:ext>
                </a:extLst>
              </p:cNvPr>
              <p:cNvSpPr/>
              <p:nvPr/>
            </p:nvSpPr>
            <p:spPr>
              <a:xfrm>
                <a:off x="8804046" y="2946138"/>
                <a:ext cx="25093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 panose="02040503050406030204" pitchFamily="18" charset="0"/>
                            <a:ea typeface="Cambria Math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 panose="02040503050406030204" pitchFamily="18" charset="0"/>
                            <a:ea typeface="Cambria Math"/>
                          </a:rPr>
                          <m:t>n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221320C-E5D6-4BB2-10ED-F4F8C7271C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4046" y="2946138"/>
                <a:ext cx="2509366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5E2993A-F333-6CAA-792E-451E3B0297A8}"/>
                  </a:ext>
                </a:extLst>
              </p14:cNvPr>
              <p14:cNvContentPartPr/>
              <p14:nvPr/>
            </p14:nvContentPartPr>
            <p14:xfrm>
              <a:off x="5436288" y="1487808"/>
              <a:ext cx="459360" cy="8096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5E2993A-F333-6CAA-792E-451E3B0297A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27288" y="1478808"/>
                <a:ext cx="477000" cy="82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6B3D8384-9CF2-4BDA-8252-99C63081722B}"/>
              </a:ext>
            </a:extLst>
          </p:cNvPr>
          <p:cNvGrpSpPr/>
          <p:nvPr/>
        </p:nvGrpSpPr>
        <p:grpSpPr>
          <a:xfrm>
            <a:off x="8488728" y="578808"/>
            <a:ext cx="2710440" cy="1203480"/>
            <a:chOff x="8488728" y="578808"/>
            <a:chExt cx="2710440" cy="120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8DB7600-07FE-E36D-1553-552E58B63390}"/>
                    </a:ext>
                  </a:extLst>
                </p14:cNvPr>
                <p14:cNvContentPartPr/>
                <p14:nvPr/>
              </p14:nvContentPartPr>
              <p14:xfrm>
                <a:off x="8488728" y="1053648"/>
                <a:ext cx="255600" cy="6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8DB7600-07FE-E36D-1553-552E58B6339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479728" y="1044648"/>
                  <a:ext cx="2732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31500BA-F0EF-86FB-2A7C-CC779DCF6D97}"/>
                    </a:ext>
                  </a:extLst>
                </p14:cNvPr>
                <p14:cNvContentPartPr/>
                <p14:nvPr/>
              </p14:nvContentPartPr>
              <p14:xfrm>
                <a:off x="8497728" y="1158408"/>
                <a:ext cx="289440" cy="1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31500BA-F0EF-86FB-2A7C-CC779DCF6D9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489088" y="1149768"/>
                  <a:ext cx="307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6C252EB-B81D-A197-7EF8-D4A7F0127D58}"/>
                    </a:ext>
                  </a:extLst>
                </p14:cNvPr>
                <p14:cNvContentPartPr/>
                <p14:nvPr/>
              </p14:nvContentPartPr>
              <p14:xfrm>
                <a:off x="8931168" y="588528"/>
                <a:ext cx="1209240" cy="1193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6C252EB-B81D-A197-7EF8-D4A7F0127D5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922528" y="579528"/>
                  <a:ext cx="1226880" cy="12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0C71E4-995B-34A6-D11B-6D6DDE2C2366}"/>
                    </a:ext>
                  </a:extLst>
                </p14:cNvPr>
                <p14:cNvContentPartPr/>
                <p14:nvPr/>
              </p14:nvContentPartPr>
              <p14:xfrm>
                <a:off x="9131328" y="871848"/>
                <a:ext cx="163080" cy="279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0C71E4-995B-34A6-D11B-6D6DDE2C236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122328" y="863208"/>
                  <a:ext cx="1807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6E9BD5C-BB0A-7672-9E2E-266F6E61BB5F}"/>
                    </a:ext>
                  </a:extLst>
                </p14:cNvPr>
                <p14:cNvContentPartPr/>
                <p14:nvPr/>
              </p14:nvContentPartPr>
              <p14:xfrm>
                <a:off x="9514728" y="763848"/>
                <a:ext cx="39600" cy="313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6E9BD5C-BB0A-7672-9E2E-266F6E61BB5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505728" y="754848"/>
                  <a:ext cx="572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4C0C401-A499-0F44-F6C7-8E1D63F9BC3A}"/>
                    </a:ext>
                  </a:extLst>
                </p14:cNvPr>
                <p14:cNvContentPartPr/>
                <p14:nvPr/>
              </p14:nvContentPartPr>
              <p14:xfrm>
                <a:off x="9508608" y="875088"/>
                <a:ext cx="184320" cy="184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4C0C401-A499-0F44-F6C7-8E1D63F9BC3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499968" y="866088"/>
                  <a:ext cx="2019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3327E69-86E8-153A-A607-A1E5854894FE}"/>
                    </a:ext>
                  </a:extLst>
                </p14:cNvPr>
                <p14:cNvContentPartPr/>
                <p14:nvPr/>
              </p14:nvContentPartPr>
              <p14:xfrm>
                <a:off x="9694368" y="1048248"/>
                <a:ext cx="134640" cy="137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3327E69-86E8-153A-A607-A1E5854894F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685728" y="1039608"/>
                  <a:ext cx="1522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3E0DB9D-1E95-A61D-6B39-D8C383346992}"/>
                    </a:ext>
                  </a:extLst>
                </p14:cNvPr>
                <p14:cNvContentPartPr/>
                <p14:nvPr/>
              </p14:nvContentPartPr>
              <p14:xfrm>
                <a:off x="9967968" y="722448"/>
                <a:ext cx="230400" cy="230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3E0DB9D-1E95-A61D-6B39-D8C38334699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959328" y="713808"/>
                  <a:ext cx="2480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D6E25DD-D426-0219-F326-819742C8610E}"/>
                    </a:ext>
                  </a:extLst>
                </p14:cNvPr>
                <p14:cNvContentPartPr/>
                <p14:nvPr/>
              </p14:nvContentPartPr>
              <p14:xfrm>
                <a:off x="9996048" y="1061568"/>
                <a:ext cx="264960" cy="47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D6E25DD-D426-0219-F326-819742C8610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87408" y="1052568"/>
                  <a:ext cx="2826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C52831D-BA71-F18C-EB72-3A662DB1A8BA}"/>
                    </a:ext>
                  </a:extLst>
                </p14:cNvPr>
                <p14:cNvContentPartPr/>
                <p14:nvPr/>
              </p14:nvContentPartPr>
              <p14:xfrm>
                <a:off x="10146888" y="1240128"/>
                <a:ext cx="219960" cy="229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C52831D-BA71-F18C-EB72-3A662DB1A8B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137888" y="1231128"/>
                  <a:ext cx="2376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0C8693C-DBCE-D3EC-2BAA-0BD2D5709338}"/>
                    </a:ext>
                  </a:extLst>
                </p14:cNvPr>
                <p14:cNvContentPartPr/>
                <p14:nvPr/>
              </p14:nvContentPartPr>
              <p14:xfrm>
                <a:off x="10474848" y="578808"/>
                <a:ext cx="562320" cy="652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0C8693C-DBCE-D3EC-2BAA-0BD2D570933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465848" y="569808"/>
                  <a:ext cx="579960" cy="67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5E4F5D6-0A11-14F0-FF2B-8ABFAD311735}"/>
                    </a:ext>
                  </a:extLst>
                </p14:cNvPr>
                <p14:cNvContentPartPr/>
                <p14:nvPr/>
              </p14:nvContentPartPr>
              <p14:xfrm>
                <a:off x="10784448" y="734688"/>
                <a:ext cx="191520" cy="301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5E4F5D6-0A11-14F0-FF2B-8ABFAD31173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775808" y="726048"/>
                  <a:ext cx="2091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650B9A5-D4BD-4B10-1DFD-948485325583}"/>
                    </a:ext>
                  </a:extLst>
                </p14:cNvPr>
                <p14:cNvContentPartPr/>
                <p14:nvPr/>
              </p14:nvContentPartPr>
              <p14:xfrm>
                <a:off x="10747728" y="718848"/>
                <a:ext cx="234360" cy="39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650B9A5-D4BD-4B10-1DFD-94848532558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739088" y="710208"/>
                  <a:ext cx="2520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1ED8697-DA78-47B5-F49B-0B9B116BAF0A}"/>
                    </a:ext>
                  </a:extLst>
                </p14:cNvPr>
                <p14:cNvContentPartPr/>
                <p14:nvPr/>
              </p14:nvContentPartPr>
              <p14:xfrm>
                <a:off x="11010528" y="865368"/>
                <a:ext cx="188640" cy="239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1ED8697-DA78-47B5-F49B-0B9B116BAF0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001888" y="856728"/>
                  <a:ext cx="206280" cy="256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9753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704" y="648393"/>
            <a:ext cx="11504737" cy="55131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In spite of its low g</a:t>
            </a:r>
            <a:r>
              <a:rPr lang="en-AU" baseline="-25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, MOSFET have other advantages: </a:t>
            </a:r>
            <a:r>
              <a:rPr lang="en-AU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Z</a:t>
            </a:r>
            <a:r>
              <a:rPr lang="en-AU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AU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 size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AU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power dissipation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AU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ease of fabrication.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Note:‐ g</a:t>
            </a:r>
            <a:r>
              <a:rPr lang="en-AU" baseline="-25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AU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of BJT is geometry independent.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AU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≡ output resistance ⎯ slope of the output characteristic evaluated at the operating point ⎯ due to channel length modulation: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Evaluated at the operating point</a:t>
            </a:r>
          </a:p>
          <a:p>
            <a:pPr marL="0" indent="0">
              <a:buNone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 typically </a:t>
            </a:r>
            <a:r>
              <a:rPr lang="en-AU" i="1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AU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AU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ranges from 10k→100k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Ω.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673100" indent="0">
              <a:buNone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2">
            <a:extLst>
              <a:ext uri="{FF2B5EF4-FFF2-40B4-BE49-F238E27FC236}">
                <a16:creationId xmlns:a16="http://schemas.microsoft.com/office/drawing/2014/main" id="{3C5327F3-725A-4890-2AE3-CA4909F0C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651" y="3129606"/>
            <a:ext cx="5497349" cy="274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69E3066-A62E-CF5D-990E-A8DAD6DC9CAE}"/>
                  </a:ext>
                </a:extLst>
              </p:cNvPr>
              <p:cNvSpPr/>
              <p:nvPr/>
            </p:nvSpPr>
            <p:spPr>
              <a:xfrm>
                <a:off x="2922205" y="2951704"/>
                <a:ext cx="3173794" cy="10184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o</m:t>
                          </m:r>
                        </m:sub>
                      </m:sSub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800" b="0" i="0" smtClean="0">
                                  <a:latin typeface="Cambria Math"/>
                                  <a:ea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800" b="0" i="0" smtClean="0">
                                  <a:latin typeface="Cambria Math"/>
                                  <a:ea typeface="Cambria Math"/>
                                </a:rPr>
                                <m:t>A</m:t>
                              </m:r>
                            </m:sub>
                          </m:sSub>
                          <m:r>
                            <a:rPr lang="en-US" sz="2800" b="0" i="0" smtClean="0">
                              <a:latin typeface="Cambria Math" panose="02040503050406030204" pitchFamily="18" charset="0"/>
                              <a:ea typeface="Cambria Math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/>
                            </a:rPr>
                            <m:t>VDS</m:t>
                          </m:r>
                          <m:r>
                            <m:rPr>
                              <m:sty m:val="p"/>
                            </m:rPr>
                            <a:rPr lang="en-US" sz="2800" b="0" i="0" baseline="-25000" smtClean="0">
                              <a:latin typeface="Cambria Math" panose="02040503050406030204" pitchFamily="18" charset="0"/>
                              <a:ea typeface="Cambria Math"/>
                            </a:rPr>
                            <m:t>Q</m:t>
                          </m:r>
                        </m:num>
                        <m:den>
                          <m:sSub>
                            <m:sSubPr>
                              <m:ctrlPr>
                                <a:rPr lang="en-AU" sz="2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800" b="0" i="0" smtClean="0">
                                  <a:latin typeface="Cambria Math"/>
                                  <a:ea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800" b="0" i="0" smtClean="0">
                                  <a:latin typeface="Cambria Math"/>
                                  <a:ea typeface="Cambria Math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Q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69E3066-A62E-CF5D-990E-A8DAD6DC9C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2205" y="2951704"/>
                <a:ext cx="3173794" cy="10184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FEB5C8F-C7F6-DC01-3BA1-72F4A385E0BF}"/>
                  </a:ext>
                </a:extLst>
              </p:cNvPr>
              <p:cNvSpPr/>
              <p:nvPr/>
            </p:nvSpPr>
            <p:spPr>
              <a:xfrm>
                <a:off x="5477255" y="2951704"/>
                <a:ext cx="1493519" cy="10179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>
                          <a:latin typeface="Cambria Math"/>
                          <a:ea typeface="Cambria Math"/>
                        </a:rPr>
                        <m:t>≃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800" b="0" i="0" smtClean="0">
                                  <a:latin typeface="Cambria Math"/>
                                  <a:ea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800" b="0" i="0" smtClean="0">
                                  <a:latin typeface="Cambria Math"/>
                                  <a:ea typeface="Cambria Math"/>
                                </a:rPr>
                                <m:t>A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800" b="0" i="0" smtClean="0">
                                  <a:latin typeface="Cambria Math"/>
                                  <a:ea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800" b="0" i="0" smtClean="0">
                                  <a:latin typeface="Cambria Math"/>
                                  <a:ea typeface="Cambria Math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Q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FEB5C8F-C7F6-DC01-3BA1-72F4A385E0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255" y="2951704"/>
                <a:ext cx="1493519" cy="10179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9499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The low frequency model can be modified to include intrinsic capacitors and resistors to obtain high frequency model 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/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sz="2800" dirty="0">
              <a:latin typeface="+mn-lt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/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sz="2800" dirty="0">
              <a:latin typeface="+mn-lt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/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US" sz="28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Range: fraction of pF to 1 or 2 pF, depending on device size.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Note: </a:t>
            </a:r>
            <a:r>
              <a:rPr lang="en-AU" sz="28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AU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gd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contributes significantly to the Miller effect, resulting in reduction of gain at high frequencies ⎯ (covered later in the course).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2">
            <a:extLst>
              <a:ext uri="{FF2B5EF4-FFF2-40B4-BE49-F238E27FC236}">
                <a16:creationId xmlns:a16="http://schemas.microsoft.com/office/drawing/2014/main" id="{AE092EE3-5253-1415-EAF4-3200846D3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2384" y="1369336"/>
            <a:ext cx="4786808" cy="2511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92C01FB-F6B2-F6D0-6B8B-D65AE424079F}"/>
              </a:ext>
            </a:extLst>
          </p:cNvPr>
          <p:cNvSpPr/>
          <p:nvPr/>
        </p:nvSpPr>
        <p:spPr>
          <a:xfrm>
            <a:off x="719325" y="3647453"/>
            <a:ext cx="107533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AU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≡ gate‐source capacitance          </a:t>
            </a:r>
            <a:r>
              <a:rPr lang="en-AU" sz="28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AU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gd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≡ gate‐drain capacitance</a:t>
            </a:r>
          </a:p>
          <a:p>
            <a:r>
              <a:rPr lang="en-AU" sz="28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AU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ds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≡ drain – substrate capacitance</a:t>
            </a:r>
          </a:p>
        </p:txBody>
      </p:sp>
    </p:spTree>
    <p:extLst>
      <p:ext uri="{BB962C8B-B14F-4D97-AF65-F5344CB8AC3E}">
        <p14:creationId xmlns:p14="http://schemas.microsoft.com/office/powerpoint/2010/main" val="1732151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3000" dirty="0">
                <a:latin typeface="Arial" panose="020B0604020202020204" pitchFamily="34" charset="0"/>
                <a:cs typeface="Arial" panose="020B0604020202020204" pitchFamily="34" charset="0"/>
              </a:rPr>
              <a:t>Example 1: Common Source Amplifier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C0F1130A-7B0D-9A6A-5B9A-8DA4DB98C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456" y="1284552"/>
            <a:ext cx="2880320" cy="2707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5574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32CF5DA-75E7-19C2-739F-A85427E1D7D8}"/>
                  </a:ext>
                </a:extLst>
              </p14:cNvPr>
              <p14:cNvContentPartPr/>
              <p14:nvPr/>
            </p14:nvContentPartPr>
            <p14:xfrm>
              <a:off x="4637808" y="2045448"/>
              <a:ext cx="5400" cy="19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32CF5DA-75E7-19C2-739F-A85427E1D7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28165" y="2036615"/>
                <a:ext cx="24300" cy="3639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A92165B-93BB-1749-957B-F9F7C911E3E1}"/>
              </a:ext>
            </a:extLst>
          </p:cNvPr>
          <p:cNvSpPr txBox="1"/>
          <p:nvPr/>
        </p:nvSpPr>
        <p:spPr>
          <a:xfrm>
            <a:off x="711766" y="824407"/>
            <a:ext cx="69234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Calculate voltage gain ( A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v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= Vo/Vs)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AU" sz="2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258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32CF5DA-75E7-19C2-739F-A85427E1D7D8}"/>
                  </a:ext>
                </a:extLst>
              </p14:cNvPr>
              <p14:cNvContentPartPr/>
              <p14:nvPr/>
            </p14:nvContentPartPr>
            <p14:xfrm>
              <a:off x="4637808" y="2045448"/>
              <a:ext cx="5400" cy="19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32CF5DA-75E7-19C2-739F-A85427E1D7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28165" y="2036615"/>
                <a:ext cx="24300" cy="3639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1128366-5631-8741-1E2C-8FF9FCC5F94B}"/>
              </a:ext>
            </a:extLst>
          </p:cNvPr>
          <p:cNvSpPr txBox="1"/>
          <p:nvPr/>
        </p:nvSpPr>
        <p:spPr>
          <a:xfrm>
            <a:off x="711766" y="824407"/>
            <a:ext cx="69234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Calculate input impedance (R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AU" sz="2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140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32CF5DA-75E7-19C2-739F-A85427E1D7D8}"/>
                  </a:ext>
                </a:extLst>
              </p14:cNvPr>
              <p14:cNvContentPartPr/>
              <p14:nvPr/>
            </p14:nvContentPartPr>
            <p14:xfrm>
              <a:off x="4637808" y="2045448"/>
              <a:ext cx="5400" cy="19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32CF5DA-75E7-19C2-739F-A85427E1D7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28165" y="2036615"/>
                <a:ext cx="24300" cy="3639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6F233A0-8268-DB84-DB6E-AE5D3993E622}"/>
              </a:ext>
            </a:extLst>
          </p:cNvPr>
          <p:cNvSpPr txBox="1"/>
          <p:nvPr/>
        </p:nvSpPr>
        <p:spPr>
          <a:xfrm>
            <a:off x="711766" y="824407"/>
            <a:ext cx="69234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Output impedance (R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AU" sz="28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308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AU" sz="3000" dirty="0">
                <a:latin typeface="Arial" panose="020B0604020202020204" pitchFamily="34" charset="0"/>
                <a:cs typeface="Arial" panose="020B0604020202020204" pitchFamily="34" charset="0"/>
              </a:rPr>
              <a:t>DC analysis of MOSFET circuits requires the following relations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For n-MOS </a:t>
            </a:r>
          </a:p>
          <a:p>
            <a:pPr lvl="2"/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lvl="3" indent="0">
              <a:buNone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saturation region 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en-A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lvl="3" indent="0">
              <a:buNone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triode (ohmic) region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     </a:t>
            </a:r>
          </a:p>
          <a:p>
            <a:pPr marL="1371600" lvl="3" indent="0">
              <a:buNone/>
            </a:pP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0&lt;V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  <a:p>
            <a:pPr marL="914400" lvl="2" indent="0">
              <a:buNone/>
            </a:pP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cut off region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T, 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 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≤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en-AU" sz="28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A881188-74EC-9657-201B-C3F9EEF4C916}"/>
                  </a:ext>
                </a:extLst>
              </p:cNvPr>
              <p:cNvSpPr/>
              <p:nvPr/>
            </p:nvSpPr>
            <p:spPr>
              <a:xfrm>
                <a:off x="896656" y="1656184"/>
                <a:ext cx="4333712" cy="7105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D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sSup>
                      <m:sSup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GS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  <m:sup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A881188-74EC-9657-201B-C3F9EEF4C9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656" y="1656184"/>
                <a:ext cx="4333712" cy="7105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0209CCE-EB7C-A1CC-268B-292218F54398}"/>
                  </a:ext>
                </a:extLst>
              </p:cNvPr>
              <p:cNvSpPr/>
              <p:nvPr/>
            </p:nvSpPr>
            <p:spPr>
              <a:xfrm>
                <a:off x="896656" y="2552714"/>
                <a:ext cx="6378998" cy="8338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D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sSup>
                      <m:sSup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GS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AU" sz="2800" i="1" dirty="0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AU" sz="2800" b="0" i="0" dirty="0" smtClean="0">
                                    <a:latin typeface="Cambria Math"/>
                                    <a:ea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AU" sz="2800" b="0" i="0" dirty="0" smtClean="0">
                                    <a:latin typeface="Cambria Math"/>
                                    <a:ea typeface="Cambria Math"/>
                                  </a:rPr>
                                  <m:t>DS</m:t>
                                </m:r>
                              </m:sub>
                            </m:sSub>
                          </m:num>
                          <m:den>
                            <m: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)</m:t>
                        </m:r>
                        <m:sSub>
                          <m:sSub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DS</m:t>
                            </m:r>
                          </m:sub>
                        </m:sSub>
                      </m:e>
                      <m:sup/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0209CCE-EB7C-A1CC-268B-292218F543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656" y="2552714"/>
                <a:ext cx="6378998" cy="8338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9F88675-150F-D215-CECB-B6E723D3E0A3}"/>
                  </a:ext>
                </a:extLst>
              </p:cNvPr>
              <p:cNvSpPr/>
              <p:nvPr/>
            </p:nvSpPr>
            <p:spPr>
              <a:xfrm>
                <a:off x="292468" y="3766988"/>
                <a:ext cx="24492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D</m:t>
                          </m:r>
                        </m:sub>
                      </m:sSub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=0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9F88675-150F-D215-CECB-B6E723D3E0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68" y="3766988"/>
                <a:ext cx="244920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88B078A-AFD6-0530-781B-1695E08A9652}"/>
                  </a:ext>
                </a:extLst>
              </p14:cNvPr>
              <p14:cNvContentPartPr/>
              <p14:nvPr/>
            </p14:nvContentPartPr>
            <p14:xfrm>
              <a:off x="8269776" y="3907806"/>
              <a:ext cx="2839680" cy="1968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88B078A-AFD6-0530-781B-1695E08A965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60416" y="3898446"/>
                <a:ext cx="2858400" cy="198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4835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AU" sz="3000" dirty="0">
                <a:latin typeface="Arial" panose="020B0604020202020204" pitchFamily="34" charset="0"/>
                <a:cs typeface="Arial" panose="020B0604020202020204" pitchFamily="34" charset="0"/>
              </a:rPr>
              <a:t>DC analysis of MOSFET circuits requires the following relations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For p-MOS </a:t>
            </a:r>
          </a:p>
          <a:p>
            <a:pPr marL="457200" lvl="1" indent="0">
              <a:buNone/>
            </a:pPr>
            <a:r>
              <a:rPr lang="en-AU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saturation region 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 </a:t>
            </a:r>
          </a:p>
          <a:p>
            <a:pPr marL="457200" lvl="1" indent="0">
              <a:buNone/>
            </a:pP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457200" lvl="1" indent="0">
              <a:buNone/>
            </a:pP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triode (ohmic) region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pPr marL="457200" lvl="1" indent="0">
              <a:buNone/>
            </a:pP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and 0&gt;V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  <a:p>
            <a:pPr lvl="2"/>
            <a:endParaRPr lang="en-AU" sz="2000" dirty="0">
              <a:latin typeface="+mn-lt"/>
            </a:endParaRPr>
          </a:p>
          <a:p>
            <a:pPr marL="914400" lvl="2" indent="0">
              <a:buNone/>
            </a:pP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cut off region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 </a:t>
            </a:r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≤ V</a:t>
            </a:r>
            <a:r>
              <a:rPr lang="en-AU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en-AU" sz="28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8A2480A-3579-D9BD-6980-498879D4A7DD}"/>
                  </a:ext>
                </a:extLst>
              </p:cNvPr>
              <p:cNvSpPr/>
              <p:nvPr/>
            </p:nvSpPr>
            <p:spPr>
              <a:xfrm>
                <a:off x="1214127" y="1635028"/>
                <a:ext cx="5349294" cy="7105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D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 panose="02040503050406030204" pitchFamily="18" charset="0"/>
                            <a:ea typeface="Cambria Math"/>
                          </a:rPr>
                          <m:t>p</m:t>
                        </m:r>
                      </m:sub>
                    </m:sSub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sSup>
                      <m:sSup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GS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  <m:sup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8A2480A-3579-D9BD-6980-498879D4A7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127" y="1635028"/>
                <a:ext cx="5349294" cy="710579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80F70B1-D454-7A14-04DC-71FCA0D6C3AC}"/>
                  </a:ext>
                </a:extLst>
              </p:cNvPr>
              <p:cNvSpPr/>
              <p:nvPr/>
            </p:nvSpPr>
            <p:spPr>
              <a:xfrm>
                <a:off x="1164752" y="2362512"/>
                <a:ext cx="6815268" cy="8338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D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 panose="02040503050406030204" pitchFamily="18" charset="0"/>
                            <a:ea typeface="Cambria Math"/>
                          </a:rPr>
                          <m:t>p</m:t>
                        </m:r>
                      </m:sub>
                    </m:sSub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sSup>
                      <m:sSup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GS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AU" sz="2800" i="1" dirty="0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AU" sz="2800" b="0" i="0" dirty="0" smtClean="0">
                                    <a:latin typeface="Cambria Math"/>
                                    <a:ea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AU" sz="2800" b="0" i="0" dirty="0" smtClean="0">
                                    <a:latin typeface="Cambria Math"/>
                                    <a:ea typeface="Cambria Math"/>
                                  </a:rPr>
                                  <m:t>DS</m:t>
                                </m:r>
                              </m:sub>
                            </m:sSub>
                          </m:num>
                          <m:den>
                            <m: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)</m:t>
                        </m:r>
                        <m:sSub>
                          <m:sSubPr>
                            <m:ctrlPr>
                              <a:rPr lang="en-AU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DS</m:t>
                            </m:r>
                          </m:sub>
                        </m:sSub>
                      </m:e>
                      <m:sup/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80F70B1-D454-7A14-04DC-71FCA0D6C3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752" y="2362512"/>
                <a:ext cx="6815268" cy="833818"/>
              </a:xfrm>
              <a:prstGeom prst="rect">
                <a:avLst/>
              </a:prstGeom>
              <a:blipFill>
                <a:blip r:embed="rId6"/>
                <a:stretch>
                  <a:fillRect b="-102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FAF9738-0796-F3F2-2116-E48DD108AB6E}"/>
                  </a:ext>
                </a:extLst>
              </p:cNvPr>
              <p:cNvSpPr/>
              <p:nvPr/>
            </p:nvSpPr>
            <p:spPr>
              <a:xfrm>
                <a:off x="2093836" y="3644151"/>
                <a:ext cx="21149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D</m:t>
                          </m:r>
                        </m:sub>
                      </m:sSub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=0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FAF9738-0796-F3F2-2116-E48DD108AB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836" y="3644151"/>
                <a:ext cx="211497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B8C2AF4-92D1-7520-3B1C-E8950698C162}"/>
                  </a:ext>
                </a:extLst>
              </p14:cNvPr>
              <p14:cNvContentPartPr/>
              <p14:nvPr/>
            </p14:nvContentPartPr>
            <p14:xfrm>
              <a:off x="4435416" y="3905761"/>
              <a:ext cx="2878920" cy="21556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B8C2AF4-92D1-7520-3B1C-E8950698C16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26056" y="3896401"/>
                <a:ext cx="2897640" cy="217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2075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3000" b="1" dirty="0">
                <a:latin typeface="Arial" panose="020B0604020202020204" pitchFamily="34" charset="0"/>
                <a:cs typeface="Arial" panose="020B0604020202020204" pitchFamily="34" charset="0"/>
              </a:rPr>
              <a:t>Steps in DC analysis</a:t>
            </a:r>
          </a:p>
          <a:p>
            <a:pPr marL="0" indent="0">
              <a:buNone/>
            </a:pPr>
            <a:endParaRPr lang="en-AU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Open circuit all capacitors (coupling capacitors) and short circuit all inductors if any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Calculate gate voltage (V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) or gate-source voltage (V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Based on V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or V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 , guess possible operating region that the transistor can be. (Saturation,  triode  or  cut off)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Calculate DC biasing voltages and currents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Check if your assumption  in (d) is valid. If valid, then the calculated DC biasing voltages and currents  are correct. Otherwise,  repeat steps (d-f).   </a:t>
            </a:r>
            <a:endParaRPr lang="en-AU" sz="28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7481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Example:</a:t>
            </a:r>
          </a:p>
          <a:p>
            <a:pPr marL="457200" lvl="1" indent="0">
              <a:buNone/>
            </a:pPr>
            <a:endParaRPr lang="en-AU" sz="2000" dirty="0">
              <a:latin typeface="+mn-lt"/>
            </a:endParaRPr>
          </a:p>
          <a:p>
            <a:pPr marL="914400" lvl="2" indent="0">
              <a:buNone/>
            </a:pPr>
            <a:endParaRPr lang="en-AU" sz="2000" baseline="-25000" dirty="0">
              <a:latin typeface="+mn-lt"/>
            </a:endParaRPr>
          </a:p>
          <a:p>
            <a:pPr lvl="2"/>
            <a:endParaRPr lang="en-AU" sz="2000" dirty="0">
              <a:latin typeface="+mn-lt"/>
            </a:endParaRPr>
          </a:p>
          <a:p>
            <a:pPr lvl="2"/>
            <a:endParaRPr lang="en-AU" sz="2000" dirty="0">
              <a:latin typeface="+mn-lt"/>
            </a:endParaRPr>
          </a:p>
          <a:p>
            <a:pPr marL="914400" lvl="2" indent="0">
              <a:buNone/>
            </a:pPr>
            <a:endParaRPr lang="en-AU" sz="2000" dirty="0">
              <a:latin typeface="+mn-lt"/>
            </a:endParaRPr>
          </a:p>
          <a:p>
            <a:pPr lvl="2"/>
            <a:endParaRPr lang="en-AU" sz="2000" dirty="0">
              <a:latin typeface="+mn-lt"/>
            </a:endParaRPr>
          </a:p>
          <a:p>
            <a:pPr marL="0" indent="0">
              <a:buNone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717FB1B-3343-5D13-3700-F5CE855AD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064" y="980489"/>
            <a:ext cx="6953250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B57BFA-2B9B-4109-96BD-2D1B26573C5B}"/>
              </a:ext>
            </a:extLst>
          </p:cNvPr>
          <p:cNvSpPr/>
          <p:nvPr/>
        </p:nvSpPr>
        <p:spPr>
          <a:xfrm>
            <a:off x="1481328" y="4850872"/>
            <a:ext cx="13407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en-AU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CC84F48-816E-019C-74E1-375DD17E3199}"/>
                  </a:ext>
                </a:extLst>
              </p:cNvPr>
              <p:cNvSpPr/>
              <p:nvPr/>
            </p:nvSpPr>
            <p:spPr>
              <a:xfrm>
                <a:off x="5126360" y="4678331"/>
                <a:ext cx="4438264" cy="8961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n</m:t>
                          </m:r>
                        </m:sub>
                      </m:sSub>
                      <m:sSub>
                        <m:sSubPr>
                          <m:ctrlPr>
                            <a:rPr lang="en-AU" sz="2800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ox</m:t>
                          </m:r>
                        </m:sub>
                      </m:sSub>
                      <m:f>
                        <m:fPr>
                          <m:ctrlPr>
                            <a:rPr lang="en-AU" sz="2800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W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  <a:ea typeface="Cambria Math"/>
                            </a:rPr>
                            <m:t>L</m:t>
                          </m:r>
                        </m:den>
                      </m:f>
                      <m:r>
                        <a:rPr lang="en-AU" sz="2800" b="0" i="0" dirty="0">
                          <a:latin typeface="Cambria Math"/>
                        </a:rPr>
                        <m:t>=</m:t>
                      </m:r>
                      <m:r>
                        <a:rPr lang="en-AU" sz="2800" b="0" i="0" dirty="0" smtClean="0"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AU" sz="2800" b="0" i="0" dirty="0" smtClean="0">
                          <a:latin typeface="Cambria Math"/>
                        </a:rPr>
                        <m:t>mA</m:t>
                      </m:r>
                      <m:sSup>
                        <m:sSupPr>
                          <m:ctrlPr>
                            <a:rPr lang="en-AU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0" dirty="0" smtClean="0">
                              <a:latin typeface="Cambria Math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n-AU" sz="2800" b="0" i="0" dirty="0" smtClean="0">
                              <a:latin typeface="Cambria Math"/>
                            </a:rPr>
                            <m:t>V</m:t>
                          </m:r>
                        </m:e>
                        <m:sup>
                          <m:r>
                            <a:rPr lang="en-AU" sz="2800" b="0" i="0" dirty="0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800" baseline="300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CC84F48-816E-019C-74E1-375DD17E31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360" y="4678331"/>
                <a:ext cx="4438264" cy="8961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29349F1-7B90-91FB-21E1-C08B3F79BA3B}"/>
                  </a:ext>
                </a:extLst>
              </p:cNvPr>
              <p:cNvSpPr/>
              <p:nvPr/>
            </p:nvSpPr>
            <p:spPr>
              <a:xfrm>
                <a:off x="3398168" y="4820094"/>
                <a:ext cx="172819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800" dirty="0">
                    <a:ea typeface="Cambria Math"/>
                  </a:rPr>
                  <a:t>V</a:t>
                </a:r>
                <a:r>
                  <a:rPr lang="en-AU" sz="2800" baseline="-25000" dirty="0">
                    <a:ea typeface="Cambria Math"/>
                  </a:rPr>
                  <a:t>t</a:t>
                </a:r>
                <a14:m>
                  <m:oMath xmlns:m="http://schemas.openxmlformats.org/officeDocument/2006/math">
                    <m:r>
                      <a:rPr lang="en-AU" sz="2800" b="0" dirty="0">
                        <a:latin typeface="Cambria Math"/>
                      </a:rPr>
                      <m:t>=</m:t>
                    </m:r>
                    <m:r>
                      <a:rPr lang="en-AU" sz="2800" b="0" i="0" dirty="0" smtClean="0"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AU" sz="2800" b="0" i="0" dirty="0" smtClean="0">
                        <a:latin typeface="Cambria Math"/>
                      </a:rPr>
                      <m:t>V</m:t>
                    </m:r>
                  </m:oMath>
                </a14:m>
                <a:endParaRPr lang="en-AU" sz="2800" baseline="300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29349F1-7B90-91FB-21E1-C08B3F79BA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168" y="4820094"/>
                <a:ext cx="1728192" cy="523220"/>
              </a:xfrm>
              <a:prstGeom prst="rect">
                <a:avLst/>
              </a:prstGeom>
              <a:blipFill>
                <a:blip r:embed="rId7"/>
                <a:stretch>
                  <a:fillRect l="-7042" t="-11628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1866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35297"/>
            <a:ext cx="12192000" cy="722703"/>
            <a:chOff x="0" y="6128881"/>
            <a:chExt cx="12192000" cy="722703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8881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4465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35297"/>
            <a:ext cx="12192000" cy="722703"/>
            <a:chOff x="0" y="6128881"/>
            <a:chExt cx="12192000" cy="722703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8881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F8D6E6AD-2CF8-6F03-528C-B7162EF88917}"/>
              </a:ext>
            </a:extLst>
          </p:cNvPr>
          <p:cNvGrpSpPr/>
          <p:nvPr/>
        </p:nvGrpSpPr>
        <p:grpSpPr>
          <a:xfrm>
            <a:off x="785520" y="1755295"/>
            <a:ext cx="1517040" cy="3610800"/>
            <a:chOff x="785520" y="1755295"/>
            <a:chExt cx="1517040" cy="361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0BB9BE1-4392-3739-F6E9-D7042FBC41CA}"/>
                    </a:ext>
                  </a:extLst>
                </p14:cNvPr>
                <p14:cNvContentPartPr/>
                <p14:nvPr/>
              </p14:nvContentPartPr>
              <p14:xfrm>
                <a:off x="1630440" y="2146615"/>
                <a:ext cx="154800" cy="231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59D488C-0652-55FC-D83D-717848FAA84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21440" y="2137615"/>
                  <a:ext cx="1724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9FD4FDE-1FF3-6563-F5A1-F2777728A5BB}"/>
                    </a:ext>
                  </a:extLst>
                </p14:cNvPr>
                <p14:cNvContentPartPr/>
                <p14:nvPr/>
              </p14:nvContentPartPr>
              <p14:xfrm>
                <a:off x="1612080" y="2156695"/>
                <a:ext cx="221760" cy="1384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F2A10A5-92F5-84E7-3656-C09BF2A9FD1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03440" y="2147695"/>
                  <a:ext cx="239400" cy="14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07485B1-3F02-CB34-8DB1-01B4C6FB6C33}"/>
                    </a:ext>
                  </a:extLst>
                </p14:cNvPr>
                <p14:cNvContentPartPr/>
                <p14:nvPr/>
              </p14:nvContentPartPr>
              <p14:xfrm>
                <a:off x="1482840" y="3469975"/>
                <a:ext cx="270000" cy="473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512141B-539E-F53F-4CB6-412446CE9AD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74200" y="3460975"/>
                  <a:ext cx="28764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36C4D62-BDD4-8EFE-99AC-AE5569A7C9FD}"/>
                    </a:ext>
                  </a:extLst>
                </p14:cNvPr>
                <p14:cNvContentPartPr/>
                <p14:nvPr/>
              </p14:nvContentPartPr>
              <p14:xfrm>
                <a:off x="1373040" y="3616495"/>
                <a:ext cx="9360" cy="340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0C4DC5D-C9F2-0E06-F1BB-27FF9756325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64040" y="3607855"/>
                  <a:ext cx="270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0203476-2926-12F1-171C-061B3E0738F4}"/>
                    </a:ext>
                  </a:extLst>
                </p14:cNvPr>
                <p14:cNvContentPartPr/>
                <p14:nvPr/>
              </p14:nvContentPartPr>
              <p14:xfrm>
                <a:off x="1510920" y="3891895"/>
                <a:ext cx="248760" cy="564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85B1DB5-F673-5B48-DC0B-FF306386D82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01920" y="3883255"/>
                  <a:ext cx="266400" cy="58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AE6D050-1003-1362-15DB-988B2157566C}"/>
                    </a:ext>
                  </a:extLst>
                </p14:cNvPr>
                <p14:cNvContentPartPr/>
                <p14:nvPr/>
              </p14:nvContentPartPr>
              <p14:xfrm>
                <a:off x="1625040" y="3806575"/>
                <a:ext cx="109800" cy="185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09BA7AA-2279-7E49-1962-5ADFBFBD0D8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16040" y="3797935"/>
                  <a:ext cx="1274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4B28973-0496-66CF-E97B-8FF49109FEA3}"/>
                    </a:ext>
                  </a:extLst>
                </p14:cNvPr>
                <p14:cNvContentPartPr/>
                <p14:nvPr/>
              </p14:nvContentPartPr>
              <p14:xfrm>
                <a:off x="1711440" y="4418935"/>
                <a:ext cx="146520" cy="523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E7BE115-C446-7A30-D043-803707FB8BE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702800" y="4410295"/>
                  <a:ext cx="16416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EFEB1AF-070B-5170-7C2B-A14A67B679CE}"/>
                    </a:ext>
                  </a:extLst>
                </p14:cNvPr>
                <p14:cNvContentPartPr/>
                <p14:nvPr/>
              </p14:nvContentPartPr>
              <p14:xfrm>
                <a:off x="1959120" y="4402735"/>
                <a:ext cx="95760" cy="286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E10606F-E365-6E75-B8CD-994F395A2F4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50480" y="4394095"/>
                  <a:ext cx="1134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6286E9D-59E4-899B-4C17-5D83CAAFD15D}"/>
                    </a:ext>
                  </a:extLst>
                </p14:cNvPr>
                <p14:cNvContentPartPr/>
                <p14:nvPr/>
              </p14:nvContentPartPr>
              <p14:xfrm>
                <a:off x="2118600" y="4495255"/>
                <a:ext cx="94320" cy="153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12A2032-3729-DA46-6CFF-9ED68A51F7C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09600" y="4486255"/>
                  <a:ext cx="1119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8EA9668-19EC-AC57-2E05-EF4B2BEB7602}"/>
                    </a:ext>
                  </a:extLst>
                </p14:cNvPr>
                <p14:cNvContentPartPr/>
                <p14:nvPr/>
              </p14:nvContentPartPr>
              <p14:xfrm>
                <a:off x="1071360" y="3742495"/>
                <a:ext cx="276120" cy="74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E5920BC-6E20-4D7A-1561-E4CC47D40A0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62720" y="3733855"/>
                  <a:ext cx="2937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4B2CEEC-B20C-B09E-718F-59FBBC46D5C2}"/>
                    </a:ext>
                  </a:extLst>
                </p14:cNvPr>
                <p14:cNvContentPartPr/>
                <p14:nvPr/>
              </p14:nvContentPartPr>
              <p14:xfrm>
                <a:off x="1054800" y="3828175"/>
                <a:ext cx="41760" cy="358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0A51C65-0581-2ECC-4BC0-7EBBD3CA71E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45800" y="3819535"/>
                  <a:ext cx="5940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60325D2-7FAE-390E-2916-B66A458FE66C}"/>
                    </a:ext>
                  </a:extLst>
                </p14:cNvPr>
                <p14:cNvContentPartPr/>
                <p14:nvPr/>
              </p14:nvContentPartPr>
              <p14:xfrm>
                <a:off x="785520" y="4214095"/>
                <a:ext cx="280080" cy="40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821EEE0-8DCB-6CB3-9517-B36CDECE35B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76880" y="4205455"/>
                  <a:ext cx="2977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EA53556-46EE-73AB-F45F-2CD02DB7C766}"/>
                    </a:ext>
                  </a:extLst>
                </p14:cNvPr>
                <p14:cNvContentPartPr/>
                <p14:nvPr/>
              </p14:nvContentPartPr>
              <p14:xfrm>
                <a:off x="880200" y="4313095"/>
                <a:ext cx="167760" cy="21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09A1FA3-4DB5-D6D7-B351-E387469C41E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71560" y="4304455"/>
                  <a:ext cx="1854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197F0CF-FE17-45D0-0D5A-39D12B9F900E}"/>
                    </a:ext>
                  </a:extLst>
                </p14:cNvPr>
                <p14:cNvContentPartPr/>
                <p14:nvPr/>
              </p14:nvContentPartPr>
              <p14:xfrm>
                <a:off x="876960" y="4429735"/>
                <a:ext cx="152280" cy="9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DDA8487-ABE6-9565-951C-3270664A4B9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67960" y="4420735"/>
                  <a:ext cx="1699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5D50243-036A-413D-DF4F-56CDB4D55D7F}"/>
                    </a:ext>
                  </a:extLst>
                </p14:cNvPr>
                <p14:cNvContentPartPr/>
                <p14:nvPr/>
              </p14:nvContentPartPr>
              <p14:xfrm>
                <a:off x="1762560" y="4908535"/>
                <a:ext cx="79560" cy="196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9665D02-C581-D645-D718-6BE82BDE9A9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753560" y="4899535"/>
                  <a:ext cx="97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10519EB-0295-3747-44C9-E0A3D75D4EE0}"/>
                    </a:ext>
                  </a:extLst>
                </p14:cNvPr>
                <p14:cNvContentPartPr/>
                <p14:nvPr/>
              </p14:nvContentPartPr>
              <p14:xfrm>
                <a:off x="1458000" y="5282935"/>
                <a:ext cx="128160" cy="20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E2A3A7C-BB81-64A1-539B-06CFB34A226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449000" y="5273935"/>
                  <a:ext cx="145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9640FB1-1553-7D44-EA39-5220D4760393}"/>
                    </a:ext>
                  </a:extLst>
                </p14:cNvPr>
                <p14:cNvContentPartPr/>
                <p14:nvPr/>
              </p14:nvContentPartPr>
              <p14:xfrm>
                <a:off x="1617120" y="5201575"/>
                <a:ext cx="116640" cy="164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6893792-CCD0-ADCE-4429-A962EE0E9BA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608120" y="5192935"/>
                  <a:ext cx="1342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A76F15B-CD96-6053-BBDF-C5044F324A3B}"/>
                    </a:ext>
                  </a:extLst>
                </p14:cNvPr>
                <p14:cNvContentPartPr/>
                <p14:nvPr/>
              </p14:nvContentPartPr>
              <p14:xfrm>
                <a:off x="1803600" y="5270695"/>
                <a:ext cx="8280" cy="8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93D078E-FC43-7513-B3CB-8178FD94F8A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794600" y="5262055"/>
                  <a:ext cx="259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3243E4D-CB9E-2919-0E3F-28A514FDA36B}"/>
                    </a:ext>
                  </a:extLst>
                </p14:cNvPr>
                <p14:cNvContentPartPr/>
                <p14:nvPr/>
              </p14:nvContentPartPr>
              <p14:xfrm>
                <a:off x="1849320" y="5193655"/>
                <a:ext cx="77400" cy="145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D8DC6DA-25CF-C857-092E-BDB8F6B71B3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840680" y="5185015"/>
                  <a:ext cx="950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A6EB7DE-0B98-B51D-3674-127175508693}"/>
                    </a:ext>
                  </a:extLst>
                </p14:cNvPr>
                <p14:cNvContentPartPr/>
                <p14:nvPr/>
              </p14:nvContentPartPr>
              <p14:xfrm>
                <a:off x="1844280" y="5092855"/>
                <a:ext cx="291240" cy="215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A4CD8E5-D521-C262-0D50-F67620FC31D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835640" y="5084215"/>
                  <a:ext cx="3088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73E6083-1A67-D04D-5969-56205B757B1A}"/>
                    </a:ext>
                  </a:extLst>
                </p14:cNvPr>
                <p14:cNvContentPartPr/>
                <p14:nvPr/>
              </p14:nvContentPartPr>
              <p14:xfrm>
                <a:off x="1761840" y="1897855"/>
                <a:ext cx="74880" cy="138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230CE94-0093-E244-2BBA-A73B0C4D9A9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752840" y="1889215"/>
                  <a:ext cx="925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D010600-23A1-856C-7BD3-ADDA7D8A6E28}"/>
                    </a:ext>
                  </a:extLst>
                </p14:cNvPr>
                <p14:cNvContentPartPr/>
                <p14:nvPr/>
              </p14:nvContentPartPr>
              <p14:xfrm>
                <a:off x="1893240" y="1992535"/>
                <a:ext cx="4320" cy="4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E577B1B-0ECF-D069-24B5-A3AB3E1B2AD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884240" y="1983535"/>
                  <a:ext cx="219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007B3B7-BB69-10BC-A612-14E84DAFEDB8}"/>
                    </a:ext>
                  </a:extLst>
                </p14:cNvPr>
                <p14:cNvContentPartPr/>
                <p14:nvPr/>
              </p14:nvContentPartPr>
              <p14:xfrm>
                <a:off x="2009880" y="1877695"/>
                <a:ext cx="63720" cy="133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14AE2D2-E725-7820-874E-74F2672F265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001240" y="1868695"/>
                  <a:ext cx="813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C0FA786-874F-F95B-5C94-0FE69CE9EEE8}"/>
                    </a:ext>
                  </a:extLst>
                </p14:cNvPr>
                <p14:cNvContentPartPr/>
                <p14:nvPr/>
              </p14:nvContentPartPr>
              <p14:xfrm>
                <a:off x="2012760" y="1755295"/>
                <a:ext cx="289800" cy="219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563BF60-2C64-6E30-D598-D09672388D4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004120" y="1746295"/>
                  <a:ext cx="3074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45A12BA-80B8-AE71-6071-695180169A52}"/>
                    </a:ext>
                  </a:extLst>
                </p14:cNvPr>
                <p14:cNvContentPartPr/>
                <p14:nvPr/>
              </p14:nvContentPartPr>
              <p14:xfrm>
                <a:off x="1501920" y="2674015"/>
                <a:ext cx="19800" cy="380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1CDEAF0-72B7-1F40-D11E-F7AFE17E1AF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493280" y="2665375"/>
                  <a:ext cx="3744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7360B25-B5BC-5BF0-BD0E-629C372F2049}"/>
                    </a:ext>
                  </a:extLst>
                </p14:cNvPr>
                <p14:cNvContentPartPr/>
                <p14:nvPr/>
              </p14:nvContentPartPr>
              <p14:xfrm>
                <a:off x="1459800" y="2988655"/>
                <a:ext cx="117720" cy="102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C3746AC-07EC-2C20-E8DE-63213B18CAC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451160" y="2979655"/>
                  <a:ext cx="1353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DB3B793-54EB-B294-B0F1-94496A01C7E6}"/>
                    </a:ext>
                  </a:extLst>
                </p14:cNvPr>
                <p14:cNvContentPartPr/>
                <p14:nvPr/>
              </p14:nvContentPartPr>
              <p14:xfrm>
                <a:off x="1075680" y="2790655"/>
                <a:ext cx="95040" cy="245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F589832-F735-F846-F2FB-137495CED0D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67040" y="2781655"/>
                  <a:ext cx="1126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3921AF9-9DFB-E00E-8781-F166BE4BD943}"/>
                    </a:ext>
                  </a:extLst>
                </p14:cNvPr>
                <p14:cNvContentPartPr/>
                <p14:nvPr/>
              </p14:nvContentPartPr>
              <p14:xfrm>
                <a:off x="1046160" y="2743135"/>
                <a:ext cx="57600" cy="57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8EF3BBD-0EB6-241E-D3C7-366E5A2248D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37520" y="2734495"/>
                  <a:ext cx="752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613A6A6-87D4-E060-302D-DD525035F52F}"/>
                    </a:ext>
                  </a:extLst>
                </p14:cNvPr>
                <p14:cNvContentPartPr/>
                <p14:nvPr/>
              </p14:nvContentPartPr>
              <p14:xfrm>
                <a:off x="1194840" y="2891455"/>
                <a:ext cx="125640" cy="169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9C603ED-59D7-31E3-9257-69FBE17540C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86200" y="2882815"/>
                  <a:ext cx="1432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B3C3A70-BFF0-6776-BA03-A9D693472B76}"/>
                    </a:ext>
                  </a:extLst>
                </p14:cNvPr>
                <p14:cNvContentPartPr/>
                <p14:nvPr/>
              </p14:nvContentPartPr>
              <p14:xfrm>
                <a:off x="1895040" y="2611735"/>
                <a:ext cx="129600" cy="243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B082784-3A19-A235-FB44-DD8845E024D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886040" y="2603095"/>
                  <a:ext cx="1472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2CB4103-0DED-E318-EA39-9CA03A8120A2}"/>
                    </a:ext>
                  </a:extLst>
                </p14:cNvPr>
                <p14:cNvContentPartPr/>
                <p14:nvPr/>
              </p14:nvContentPartPr>
              <p14:xfrm>
                <a:off x="2072880" y="2733415"/>
                <a:ext cx="135360" cy="173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F3CA825-143D-1BFE-044A-3C3B0B7E19B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063880" y="2724775"/>
                  <a:ext cx="1530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5B08DF2-4443-10E0-32FD-7499842AE773}"/>
                    </a:ext>
                  </a:extLst>
                </p14:cNvPr>
                <p14:cNvContentPartPr/>
                <p14:nvPr/>
              </p14:nvContentPartPr>
              <p14:xfrm>
                <a:off x="1703520" y="3339655"/>
                <a:ext cx="59400" cy="28440"/>
              </p14:xfrm>
            </p:contentPart>
          </mc:Choice>
          <mc:Fallback xmlns="">
            <p:pic>
              <p:nvPicPr>
                <p:cNvPr id="1057" name="Ink 1056">
                  <a:extLst>
                    <a:ext uri="{FF2B5EF4-FFF2-40B4-BE49-F238E27FC236}">
                      <a16:creationId xmlns:a16="http://schemas.microsoft.com/office/drawing/2014/main" id="{BE3D351D-0698-A41D-1F80-B500EAA115E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694520" y="3331015"/>
                  <a:ext cx="77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A46CFFC-99A1-67DA-32CC-CA7F91ECD0A7}"/>
                    </a:ext>
                  </a:extLst>
                </p14:cNvPr>
                <p14:cNvContentPartPr/>
                <p14:nvPr/>
              </p14:nvContentPartPr>
              <p14:xfrm>
                <a:off x="1853280" y="3196015"/>
                <a:ext cx="177480" cy="159480"/>
              </p14:xfrm>
            </p:contentPart>
          </mc:Choice>
          <mc:Fallback xmlns="">
            <p:pic>
              <p:nvPicPr>
                <p:cNvPr id="1058" name="Ink 1057">
                  <a:extLst>
                    <a:ext uri="{FF2B5EF4-FFF2-40B4-BE49-F238E27FC236}">
                      <a16:creationId xmlns:a16="http://schemas.microsoft.com/office/drawing/2014/main" id="{2145D44D-562F-0BB9-5716-7350BA5DF6D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844640" y="3187375"/>
                  <a:ext cx="19512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4C338F5-1471-B2CC-BBC6-67383EB05037}"/>
              </a:ext>
            </a:extLst>
          </p:cNvPr>
          <p:cNvGrpSpPr/>
          <p:nvPr/>
        </p:nvGrpSpPr>
        <p:grpSpPr>
          <a:xfrm>
            <a:off x="4096151" y="748118"/>
            <a:ext cx="5910840" cy="2122200"/>
            <a:chOff x="2896920" y="711295"/>
            <a:chExt cx="5910840" cy="21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CE7B980-494A-DBF5-4170-68891CA22986}"/>
                    </a:ext>
                  </a:extLst>
                </p14:cNvPr>
                <p14:cNvContentPartPr/>
                <p14:nvPr/>
              </p14:nvContentPartPr>
              <p14:xfrm>
                <a:off x="2896920" y="892375"/>
                <a:ext cx="135000" cy="196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972645D-A2B4-78A8-B389-082BF36A76D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887920" y="883375"/>
                  <a:ext cx="1526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E8EE77F-7B85-50FD-5F2F-4C0C3D4E4863}"/>
                    </a:ext>
                  </a:extLst>
                </p14:cNvPr>
                <p14:cNvContentPartPr/>
                <p14:nvPr/>
              </p14:nvContentPartPr>
              <p14:xfrm>
                <a:off x="3103920" y="926575"/>
                <a:ext cx="121680" cy="139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5D9BA98-16C9-B5AA-56AD-3BBBB88B8A2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095280" y="917935"/>
                  <a:ext cx="1393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736E65C-8E7B-7BDF-BDF4-FF6659F66B43}"/>
                    </a:ext>
                  </a:extLst>
                </p14:cNvPr>
                <p14:cNvContentPartPr/>
                <p14:nvPr/>
              </p14:nvContentPartPr>
              <p14:xfrm>
                <a:off x="3320640" y="832615"/>
                <a:ext cx="68040" cy="209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2A31A82-0E6E-7196-9D4D-25D786A9D27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311640" y="823615"/>
                  <a:ext cx="856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D1ED0FA-8B21-6415-0719-3C463D1C3AC9}"/>
                    </a:ext>
                  </a:extLst>
                </p14:cNvPr>
                <p14:cNvContentPartPr/>
                <p14:nvPr/>
              </p14:nvContentPartPr>
              <p14:xfrm>
                <a:off x="3267720" y="888415"/>
                <a:ext cx="1172160" cy="186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A124375-3962-1FCB-D5FF-A73C9F36121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258720" y="879775"/>
                  <a:ext cx="11898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FC990B5-D2EB-F42D-7A5C-EC5268157BB8}"/>
                    </a:ext>
                  </a:extLst>
                </p14:cNvPr>
                <p14:cNvContentPartPr/>
                <p14:nvPr/>
              </p14:nvContentPartPr>
              <p14:xfrm>
                <a:off x="4102200" y="856015"/>
                <a:ext cx="5760" cy="15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15A2CBE-8181-16AD-63D3-F30016648B5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093200" y="847015"/>
                  <a:ext cx="234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4F43F05-EEA3-C7D7-7978-EB6FA19798AF}"/>
                    </a:ext>
                  </a:extLst>
                </p14:cNvPr>
                <p14:cNvContentPartPr/>
                <p14:nvPr/>
              </p14:nvContentPartPr>
              <p14:xfrm>
                <a:off x="4669920" y="835495"/>
                <a:ext cx="151200" cy="185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52E7BB5-795E-CB24-D58A-7B13EADCB76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661280" y="826855"/>
                  <a:ext cx="1688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B57973C-8FA1-13BB-5475-063F8D6A0BB4}"/>
                    </a:ext>
                  </a:extLst>
                </p14:cNvPr>
                <p14:cNvContentPartPr/>
                <p14:nvPr/>
              </p14:nvContentPartPr>
              <p14:xfrm>
                <a:off x="4879080" y="929455"/>
                <a:ext cx="133920" cy="190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EF3DBCF-CD01-7979-6A0D-BC693BE0581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870080" y="920815"/>
                  <a:ext cx="1515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7838F79-F26E-C3D5-422F-870DF19AE3F8}"/>
                    </a:ext>
                  </a:extLst>
                </p14:cNvPr>
                <p14:cNvContentPartPr/>
                <p14:nvPr/>
              </p14:nvContentPartPr>
              <p14:xfrm>
                <a:off x="5218200" y="869335"/>
                <a:ext cx="550800" cy="171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F2CADAF-5348-A9F0-60EA-09CF57531C1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209200" y="860335"/>
                  <a:ext cx="5684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EE34E0-AB0F-3ACD-372E-0D4EBB523B90}"/>
                    </a:ext>
                  </a:extLst>
                </p14:cNvPr>
                <p14:cNvContentPartPr/>
                <p14:nvPr/>
              </p14:nvContentPartPr>
              <p14:xfrm>
                <a:off x="6006240" y="831895"/>
                <a:ext cx="177480" cy="203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4F61FC8-6D3C-A606-E55D-19C0C1A40F4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997600" y="823255"/>
                  <a:ext cx="1951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A7F7DD0-DAE7-58B3-462F-227918DE9A0F}"/>
                    </a:ext>
                  </a:extLst>
                </p14:cNvPr>
                <p14:cNvContentPartPr/>
                <p14:nvPr/>
              </p14:nvContentPartPr>
              <p14:xfrm>
                <a:off x="6251040" y="932335"/>
                <a:ext cx="97920" cy="180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06EB563-83CE-6C85-D368-D7D95AAD3AE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242400" y="923695"/>
                  <a:ext cx="1155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B03F261-2D85-D95D-D3FB-8AF3DEB957D0}"/>
                    </a:ext>
                  </a:extLst>
                </p14:cNvPr>
                <p14:cNvContentPartPr/>
                <p14:nvPr/>
              </p14:nvContentPartPr>
              <p14:xfrm>
                <a:off x="3057120" y="1239415"/>
                <a:ext cx="62280" cy="239040"/>
              </p14:xfrm>
            </p:contentPart>
          </mc:Choice>
          <mc:Fallback xmlns="">
            <p:pic>
              <p:nvPicPr>
                <p:cNvPr id="1028" name="Ink 1027">
                  <a:extLst>
                    <a:ext uri="{FF2B5EF4-FFF2-40B4-BE49-F238E27FC236}">
                      <a16:creationId xmlns:a16="http://schemas.microsoft.com/office/drawing/2014/main" id="{9FB81EED-4E78-68D6-1D8F-A64C23FE47C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048120" y="1230775"/>
                  <a:ext cx="799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DB566C3-D8BE-7A76-8FED-BD5AC8CF6671}"/>
                    </a:ext>
                  </a:extLst>
                </p14:cNvPr>
                <p14:cNvContentPartPr/>
                <p14:nvPr/>
              </p14:nvContentPartPr>
              <p14:xfrm>
                <a:off x="2956320" y="1354975"/>
                <a:ext cx="288360" cy="118080"/>
              </p14:xfrm>
            </p:contentPart>
          </mc:Choice>
          <mc:Fallback xmlns="">
            <p:pic>
              <p:nvPicPr>
                <p:cNvPr id="1029" name="Ink 1028">
                  <a:extLst>
                    <a:ext uri="{FF2B5EF4-FFF2-40B4-BE49-F238E27FC236}">
                      <a16:creationId xmlns:a16="http://schemas.microsoft.com/office/drawing/2014/main" id="{0CA1EDC3-C1FA-90BF-485C-E672F9A4A03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947680" y="1345975"/>
                  <a:ext cx="306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1D43C59-910A-BF21-B351-4B8356132E33}"/>
                    </a:ext>
                  </a:extLst>
                </p14:cNvPr>
                <p14:cNvContentPartPr/>
                <p14:nvPr/>
              </p14:nvContentPartPr>
              <p14:xfrm>
                <a:off x="3258720" y="1229335"/>
                <a:ext cx="888120" cy="258120"/>
              </p14:xfrm>
            </p:contentPart>
          </mc:Choice>
          <mc:Fallback xmlns="">
            <p:pic>
              <p:nvPicPr>
                <p:cNvPr id="1030" name="Ink 1029">
                  <a:extLst>
                    <a:ext uri="{FF2B5EF4-FFF2-40B4-BE49-F238E27FC236}">
                      <a16:creationId xmlns:a16="http://schemas.microsoft.com/office/drawing/2014/main" id="{9BDAFE76-AE44-C7AB-2AF8-6AF48960BD8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249720" y="1220335"/>
                  <a:ext cx="9057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ED185B5-6D2E-3D7A-D737-19C6B5DCE613}"/>
                    </a:ext>
                  </a:extLst>
                </p14:cNvPr>
                <p14:cNvContentPartPr/>
                <p14:nvPr/>
              </p14:nvContentPartPr>
              <p14:xfrm>
                <a:off x="4095000" y="1277575"/>
                <a:ext cx="352440" cy="152280"/>
              </p14:xfrm>
            </p:contentPart>
          </mc:Choice>
          <mc:Fallback xmlns="">
            <p:pic>
              <p:nvPicPr>
                <p:cNvPr id="1031" name="Ink 1030">
                  <a:extLst>
                    <a:ext uri="{FF2B5EF4-FFF2-40B4-BE49-F238E27FC236}">
                      <a16:creationId xmlns:a16="http://schemas.microsoft.com/office/drawing/2014/main" id="{6FF69C40-5CD4-6F0C-A797-A83A91CC984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086000" y="1268935"/>
                  <a:ext cx="3700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F9BC032-276E-7DD5-029E-5AB6BDF349A6}"/>
                    </a:ext>
                  </a:extLst>
                </p14:cNvPr>
                <p14:cNvContentPartPr/>
                <p14:nvPr/>
              </p14:nvContentPartPr>
              <p14:xfrm>
                <a:off x="3904920" y="1267495"/>
                <a:ext cx="1440" cy="15840"/>
              </p14:xfrm>
            </p:contentPart>
          </mc:Choice>
          <mc:Fallback xmlns="">
            <p:pic>
              <p:nvPicPr>
                <p:cNvPr id="1032" name="Ink 1031">
                  <a:extLst>
                    <a:ext uri="{FF2B5EF4-FFF2-40B4-BE49-F238E27FC236}">
                      <a16:creationId xmlns:a16="http://schemas.microsoft.com/office/drawing/2014/main" id="{DAC0EA25-0019-A401-8EAE-503CECF95B7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895920" y="1258855"/>
                  <a:ext cx="190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3B9A1A0-7347-4A4A-B053-0F22289181C3}"/>
                    </a:ext>
                  </a:extLst>
                </p14:cNvPr>
                <p14:cNvContentPartPr/>
                <p14:nvPr/>
              </p14:nvContentPartPr>
              <p14:xfrm>
                <a:off x="4370760" y="1311415"/>
                <a:ext cx="87480" cy="78480"/>
              </p14:xfrm>
            </p:contentPart>
          </mc:Choice>
          <mc:Fallback xmlns="">
            <p:pic>
              <p:nvPicPr>
                <p:cNvPr id="1034" name="Ink 1033">
                  <a:extLst>
                    <a:ext uri="{FF2B5EF4-FFF2-40B4-BE49-F238E27FC236}">
                      <a16:creationId xmlns:a16="http://schemas.microsoft.com/office/drawing/2014/main" id="{BDFC3DF7-0A4F-63B3-3C82-0483119A112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362120" y="1302775"/>
                  <a:ext cx="1051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32A77A1-B98C-B5A4-99EB-F443C0B8D744}"/>
                    </a:ext>
                  </a:extLst>
                </p14:cNvPr>
                <p14:cNvContentPartPr/>
                <p14:nvPr/>
              </p14:nvContentPartPr>
              <p14:xfrm>
                <a:off x="4333320" y="1286935"/>
                <a:ext cx="110520" cy="143640"/>
              </p14:xfrm>
            </p:contentPart>
          </mc:Choice>
          <mc:Fallback xmlns="">
            <p:pic>
              <p:nvPicPr>
                <p:cNvPr id="1035" name="Ink 1034">
                  <a:extLst>
                    <a:ext uri="{FF2B5EF4-FFF2-40B4-BE49-F238E27FC236}">
                      <a16:creationId xmlns:a16="http://schemas.microsoft.com/office/drawing/2014/main" id="{D5979242-3F3F-ED88-FAA3-BC625A8A773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24320" y="1278295"/>
                  <a:ext cx="1281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3D16CF1-0CFD-0725-F5BB-5EAD117E9AFF}"/>
                    </a:ext>
                  </a:extLst>
                </p14:cNvPr>
                <p14:cNvContentPartPr/>
                <p14:nvPr/>
              </p14:nvContentPartPr>
              <p14:xfrm>
                <a:off x="4622040" y="1303855"/>
                <a:ext cx="270360" cy="252360"/>
              </p14:xfrm>
            </p:contentPart>
          </mc:Choice>
          <mc:Fallback xmlns="">
            <p:pic>
              <p:nvPicPr>
                <p:cNvPr id="1036" name="Ink 1035">
                  <a:extLst>
                    <a:ext uri="{FF2B5EF4-FFF2-40B4-BE49-F238E27FC236}">
                      <a16:creationId xmlns:a16="http://schemas.microsoft.com/office/drawing/2014/main" id="{05D442F2-2192-590B-4ABD-498727B5521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613040" y="1294855"/>
                  <a:ext cx="2880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DBE0C22-4818-6CF6-169F-48B23518F3AC}"/>
                    </a:ext>
                  </a:extLst>
                </p14:cNvPr>
                <p14:cNvContentPartPr/>
                <p14:nvPr/>
              </p14:nvContentPartPr>
              <p14:xfrm>
                <a:off x="4919040" y="1237255"/>
                <a:ext cx="477000" cy="209160"/>
              </p14:xfrm>
            </p:contentPart>
          </mc:Choice>
          <mc:Fallback xmlns="">
            <p:pic>
              <p:nvPicPr>
                <p:cNvPr id="1037" name="Ink 1036">
                  <a:extLst>
                    <a:ext uri="{FF2B5EF4-FFF2-40B4-BE49-F238E27FC236}">
                      <a16:creationId xmlns:a16="http://schemas.microsoft.com/office/drawing/2014/main" id="{F9398A43-32A0-ABBF-2D66-16D3A3389D5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910040" y="1228255"/>
                  <a:ext cx="4946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60A9E96-8C39-7823-2427-FCE96EB3E2D0}"/>
                    </a:ext>
                  </a:extLst>
                </p14:cNvPr>
                <p14:cNvContentPartPr/>
                <p14:nvPr/>
              </p14:nvContentPartPr>
              <p14:xfrm>
                <a:off x="5353560" y="1309975"/>
                <a:ext cx="322560" cy="120960"/>
              </p14:xfrm>
            </p:contentPart>
          </mc:Choice>
          <mc:Fallback xmlns="">
            <p:pic>
              <p:nvPicPr>
                <p:cNvPr id="1038" name="Ink 1037">
                  <a:extLst>
                    <a:ext uri="{FF2B5EF4-FFF2-40B4-BE49-F238E27FC236}">
                      <a16:creationId xmlns:a16="http://schemas.microsoft.com/office/drawing/2014/main" id="{005E1DCB-87D5-B2DE-B88F-57BD2960AD8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344560" y="1301335"/>
                  <a:ext cx="3402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80195BD-64AD-3417-7995-5AE12DFEA179}"/>
                    </a:ext>
                  </a:extLst>
                </p14:cNvPr>
                <p14:cNvContentPartPr/>
                <p14:nvPr/>
              </p14:nvContentPartPr>
              <p14:xfrm>
                <a:off x="5887080" y="1221055"/>
                <a:ext cx="297720" cy="253440"/>
              </p14:xfrm>
            </p:contentPart>
          </mc:Choice>
          <mc:Fallback xmlns="">
            <p:pic>
              <p:nvPicPr>
                <p:cNvPr id="1040" name="Ink 1039">
                  <a:extLst>
                    <a:ext uri="{FF2B5EF4-FFF2-40B4-BE49-F238E27FC236}">
                      <a16:creationId xmlns:a16="http://schemas.microsoft.com/office/drawing/2014/main" id="{7039F3CD-DFE5-0A64-C14F-D78DE7F925A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878080" y="1212415"/>
                  <a:ext cx="3153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0AF04B1-0F40-44F0-8439-166E0F5819E5}"/>
                    </a:ext>
                  </a:extLst>
                </p14:cNvPr>
                <p14:cNvContentPartPr/>
                <p14:nvPr/>
              </p14:nvContentPartPr>
              <p14:xfrm>
                <a:off x="6098040" y="1323655"/>
                <a:ext cx="145800" cy="18720"/>
              </p14:xfrm>
            </p:contentPart>
          </mc:Choice>
          <mc:Fallback xmlns="">
            <p:pic>
              <p:nvPicPr>
                <p:cNvPr id="1041" name="Ink 1040">
                  <a:extLst>
                    <a:ext uri="{FF2B5EF4-FFF2-40B4-BE49-F238E27FC236}">
                      <a16:creationId xmlns:a16="http://schemas.microsoft.com/office/drawing/2014/main" id="{0820E74C-7D45-3BDD-8174-D82B23C0D31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089040" y="1314655"/>
                  <a:ext cx="1634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E22F9DF-EF31-44CA-D701-3400F3B2A081}"/>
                    </a:ext>
                  </a:extLst>
                </p14:cNvPr>
                <p14:cNvContentPartPr/>
                <p14:nvPr/>
              </p14:nvContentPartPr>
              <p14:xfrm>
                <a:off x="3157920" y="1605175"/>
                <a:ext cx="102960" cy="226440"/>
              </p14:xfrm>
            </p:contentPart>
          </mc:Choice>
          <mc:Fallback xmlns="">
            <p:pic>
              <p:nvPicPr>
                <p:cNvPr id="1056" name="Ink 1055">
                  <a:extLst>
                    <a:ext uri="{FF2B5EF4-FFF2-40B4-BE49-F238E27FC236}">
                      <a16:creationId xmlns:a16="http://schemas.microsoft.com/office/drawing/2014/main" id="{C175374C-0429-4915-FC51-52E6EBC1F01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148920" y="1596175"/>
                  <a:ext cx="1206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45F5A0F-43D8-AEB5-C4D6-C8A8C5C555EF}"/>
                    </a:ext>
                  </a:extLst>
                </p14:cNvPr>
                <p14:cNvContentPartPr/>
                <p14:nvPr/>
              </p14:nvContentPartPr>
              <p14:xfrm>
                <a:off x="3241440" y="1794175"/>
                <a:ext cx="138600" cy="154440"/>
              </p14:xfrm>
            </p:contentPart>
          </mc:Choice>
          <mc:Fallback xmlns="">
            <p:pic>
              <p:nvPicPr>
                <p:cNvPr id="1060" name="Ink 1059">
                  <a:extLst>
                    <a:ext uri="{FF2B5EF4-FFF2-40B4-BE49-F238E27FC236}">
                      <a16:creationId xmlns:a16="http://schemas.microsoft.com/office/drawing/2014/main" id="{FEB8A2B5-A98A-6118-F4EF-87169DFDA85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232800" y="1785175"/>
                  <a:ext cx="1562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774CA82-2A0B-2C9A-E8C5-5368074B999E}"/>
                    </a:ext>
                  </a:extLst>
                </p14:cNvPr>
                <p14:cNvContentPartPr/>
                <p14:nvPr/>
              </p14:nvContentPartPr>
              <p14:xfrm>
                <a:off x="3466440" y="1815775"/>
                <a:ext cx="109800" cy="4320"/>
              </p14:xfrm>
            </p:contentPart>
          </mc:Choice>
          <mc:Fallback xmlns="">
            <p:pic>
              <p:nvPicPr>
                <p:cNvPr id="1061" name="Ink 1060">
                  <a:extLst>
                    <a:ext uri="{FF2B5EF4-FFF2-40B4-BE49-F238E27FC236}">
                      <a16:creationId xmlns:a16="http://schemas.microsoft.com/office/drawing/2014/main" id="{86C72386-6472-4A5A-B2AF-48AD9E62F30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457800" y="1806775"/>
                  <a:ext cx="1274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2961CFC-6D7A-0BB5-275D-8781FEB7CA93}"/>
                    </a:ext>
                  </a:extLst>
                </p14:cNvPr>
                <p14:cNvContentPartPr/>
                <p14:nvPr/>
              </p14:nvContentPartPr>
              <p14:xfrm>
                <a:off x="3486600" y="1872295"/>
                <a:ext cx="110520" cy="6120"/>
              </p14:xfrm>
            </p:contentPart>
          </mc:Choice>
          <mc:Fallback xmlns="">
            <p:pic>
              <p:nvPicPr>
                <p:cNvPr id="1062" name="Ink 1061">
                  <a:extLst>
                    <a:ext uri="{FF2B5EF4-FFF2-40B4-BE49-F238E27FC236}">
                      <a16:creationId xmlns:a16="http://schemas.microsoft.com/office/drawing/2014/main" id="{EB7E8BE5-75B4-4007-E829-12D6F000FB9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477600" y="1863295"/>
                  <a:ext cx="128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7CAD29E-8629-429D-51B9-1D304E4C7520}"/>
                    </a:ext>
                  </a:extLst>
                </p14:cNvPr>
                <p14:cNvContentPartPr/>
                <p14:nvPr/>
              </p14:nvContentPartPr>
              <p14:xfrm>
                <a:off x="3791160" y="1739095"/>
                <a:ext cx="121320" cy="199800"/>
              </p14:xfrm>
            </p:contentPart>
          </mc:Choice>
          <mc:Fallback xmlns="">
            <p:pic>
              <p:nvPicPr>
                <p:cNvPr id="1063" name="Ink 1062">
                  <a:extLst>
                    <a:ext uri="{FF2B5EF4-FFF2-40B4-BE49-F238E27FC236}">
                      <a16:creationId xmlns:a16="http://schemas.microsoft.com/office/drawing/2014/main" id="{D9ACB0BC-8B1E-7FFB-7471-6E3B136B7FF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782520" y="1730455"/>
                  <a:ext cx="1389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09A0770-62D3-3C14-D936-D943760FD097}"/>
                    </a:ext>
                  </a:extLst>
                </p14:cNvPr>
                <p14:cNvContentPartPr/>
                <p14:nvPr/>
              </p14:nvContentPartPr>
              <p14:xfrm>
                <a:off x="3978000" y="1862935"/>
                <a:ext cx="3240" cy="7200"/>
              </p14:xfrm>
            </p:contentPart>
          </mc:Choice>
          <mc:Fallback xmlns="">
            <p:pic>
              <p:nvPicPr>
                <p:cNvPr id="1064" name="Ink 1063">
                  <a:extLst>
                    <a:ext uri="{FF2B5EF4-FFF2-40B4-BE49-F238E27FC236}">
                      <a16:creationId xmlns:a16="http://schemas.microsoft.com/office/drawing/2014/main" id="{20F99FE9-C2F3-6717-A14C-74EDFDB3A94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969000" y="1853935"/>
                  <a:ext cx="208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7928D5B-CBE6-280F-64D3-90DAE81C536D}"/>
                    </a:ext>
                  </a:extLst>
                </p14:cNvPr>
                <p14:cNvContentPartPr/>
                <p14:nvPr/>
              </p14:nvContentPartPr>
              <p14:xfrm>
                <a:off x="4113000" y="1758175"/>
                <a:ext cx="59040" cy="152280"/>
              </p14:xfrm>
            </p:contentPart>
          </mc:Choice>
          <mc:Fallback xmlns="">
            <p:pic>
              <p:nvPicPr>
                <p:cNvPr id="1065" name="Ink 1064">
                  <a:extLst>
                    <a:ext uri="{FF2B5EF4-FFF2-40B4-BE49-F238E27FC236}">
                      <a16:creationId xmlns:a16="http://schemas.microsoft.com/office/drawing/2014/main" id="{5EDB9437-131F-03C7-BF9A-8E5D3959D19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104360" y="1749175"/>
                  <a:ext cx="766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3108F40-486D-C5D8-8F65-44FF87BC5AB9}"/>
                    </a:ext>
                  </a:extLst>
                </p14:cNvPr>
                <p14:cNvContentPartPr/>
                <p14:nvPr/>
              </p14:nvContentPartPr>
              <p14:xfrm>
                <a:off x="4152600" y="1737655"/>
                <a:ext cx="84600" cy="38160"/>
              </p14:xfrm>
            </p:contentPart>
          </mc:Choice>
          <mc:Fallback xmlns="">
            <p:pic>
              <p:nvPicPr>
                <p:cNvPr id="1066" name="Ink 1065">
                  <a:extLst>
                    <a:ext uri="{FF2B5EF4-FFF2-40B4-BE49-F238E27FC236}">
                      <a16:creationId xmlns:a16="http://schemas.microsoft.com/office/drawing/2014/main" id="{FFC9CA32-917F-30D6-3584-555CE90950E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3600" y="1728655"/>
                  <a:ext cx="102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3F8C7D5-4A55-5259-F4B1-DA49593D86DE}"/>
                    </a:ext>
                  </a:extLst>
                </p14:cNvPr>
                <p14:cNvContentPartPr/>
                <p14:nvPr/>
              </p14:nvContentPartPr>
              <p14:xfrm>
                <a:off x="4336560" y="1691215"/>
                <a:ext cx="167040" cy="217080"/>
              </p14:xfrm>
            </p:contentPart>
          </mc:Choice>
          <mc:Fallback xmlns="">
            <p:pic>
              <p:nvPicPr>
                <p:cNvPr id="1067" name="Ink 1066">
                  <a:extLst>
                    <a:ext uri="{FF2B5EF4-FFF2-40B4-BE49-F238E27FC236}">
                      <a16:creationId xmlns:a16="http://schemas.microsoft.com/office/drawing/2014/main" id="{A84AC9C9-D927-E14D-D70D-202F41A7609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327560" y="1682215"/>
                  <a:ext cx="1846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B490873-B114-25D8-DE1C-70F5DFF7924B}"/>
                    </a:ext>
                  </a:extLst>
                </p14:cNvPr>
                <p14:cNvContentPartPr/>
                <p14:nvPr/>
              </p14:nvContentPartPr>
              <p14:xfrm>
                <a:off x="4602240" y="1840615"/>
                <a:ext cx="6120" cy="22320"/>
              </p14:xfrm>
            </p:contentPart>
          </mc:Choice>
          <mc:Fallback xmlns="">
            <p:pic>
              <p:nvPicPr>
                <p:cNvPr id="1069" name="Ink 1068">
                  <a:extLst>
                    <a:ext uri="{FF2B5EF4-FFF2-40B4-BE49-F238E27FC236}">
                      <a16:creationId xmlns:a16="http://schemas.microsoft.com/office/drawing/2014/main" id="{C03F3C6E-BB7D-754C-DA35-4D3FA8395C7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593240" y="1831975"/>
                  <a:ext cx="23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491A611-BA2C-6A13-93B1-35FE77DD69A7}"/>
                    </a:ext>
                  </a:extLst>
                </p14:cNvPr>
                <p14:cNvContentPartPr/>
                <p14:nvPr/>
              </p14:nvContentPartPr>
              <p14:xfrm>
                <a:off x="4978080" y="1672855"/>
                <a:ext cx="115560" cy="253800"/>
              </p14:xfrm>
            </p:contentPart>
          </mc:Choice>
          <mc:Fallback xmlns="">
            <p:pic>
              <p:nvPicPr>
                <p:cNvPr id="1070" name="Ink 1069">
                  <a:extLst>
                    <a:ext uri="{FF2B5EF4-FFF2-40B4-BE49-F238E27FC236}">
                      <a16:creationId xmlns:a16="http://schemas.microsoft.com/office/drawing/2014/main" id="{A6EFF18C-CDBC-C343-CD68-1E8A0D61666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969440" y="1663855"/>
                  <a:ext cx="1332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BBB6359-AA1E-C17A-7C42-1BE01E3D7B72}"/>
                    </a:ext>
                  </a:extLst>
                </p14:cNvPr>
                <p14:cNvContentPartPr/>
                <p14:nvPr/>
              </p14:nvContentPartPr>
              <p14:xfrm>
                <a:off x="5088600" y="1828015"/>
                <a:ext cx="61920" cy="169920"/>
              </p14:xfrm>
            </p:contentPart>
          </mc:Choice>
          <mc:Fallback xmlns="">
            <p:pic>
              <p:nvPicPr>
                <p:cNvPr id="1071" name="Ink 1070">
                  <a:extLst>
                    <a:ext uri="{FF2B5EF4-FFF2-40B4-BE49-F238E27FC236}">
                      <a16:creationId xmlns:a16="http://schemas.microsoft.com/office/drawing/2014/main" id="{F8308AFF-A097-9A16-8CEA-86D87778C60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079600" y="1819015"/>
                  <a:ext cx="795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7ADDDEC-EBAE-B077-1579-D3E9D5A4A474}"/>
                    </a:ext>
                  </a:extLst>
                </p14:cNvPr>
                <p14:cNvContentPartPr/>
                <p14:nvPr/>
              </p14:nvContentPartPr>
              <p14:xfrm>
                <a:off x="5033880" y="1817935"/>
                <a:ext cx="275040" cy="176760"/>
              </p14:xfrm>
            </p:contentPart>
          </mc:Choice>
          <mc:Fallback xmlns="">
            <p:pic>
              <p:nvPicPr>
                <p:cNvPr id="1072" name="Ink 1071">
                  <a:extLst>
                    <a:ext uri="{FF2B5EF4-FFF2-40B4-BE49-F238E27FC236}">
                      <a16:creationId xmlns:a16="http://schemas.microsoft.com/office/drawing/2014/main" id="{C61EDF93-AEC2-D90F-46E5-3D679555988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025240" y="1808935"/>
                  <a:ext cx="2926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A20D62A-1F6A-BCAB-3364-2201A2E5FA13}"/>
                    </a:ext>
                  </a:extLst>
                </p14:cNvPr>
                <p14:cNvContentPartPr/>
                <p14:nvPr/>
              </p14:nvContentPartPr>
              <p14:xfrm>
                <a:off x="5356800" y="1785895"/>
                <a:ext cx="98280" cy="24120"/>
              </p14:xfrm>
            </p:contentPart>
          </mc:Choice>
          <mc:Fallback xmlns="">
            <p:pic>
              <p:nvPicPr>
                <p:cNvPr id="1073" name="Ink 1072">
                  <a:extLst>
                    <a:ext uri="{FF2B5EF4-FFF2-40B4-BE49-F238E27FC236}">
                      <a16:creationId xmlns:a16="http://schemas.microsoft.com/office/drawing/2014/main" id="{85B2FCA8-97EF-EBF1-9F50-03EF3815456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348160" y="1776895"/>
                  <a:ext cx="1159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3ED5BC0-0CF6-E89F-26C0-B9E8CD208E3F}"/>
                    </a:ext>
                  </a:extLst>
                </p14:cNvPr>
                <p14:cNvContentPartPr/>
                <p14:nvPr/>
              </p14:nvContentPartPr>
              <p14:xfrm>
                <a:off x="5353920" y="1845655"/>
                <a:ext cx="78480" cy="6480"/>
              </p14:xfrm>
            </p:contentPart>
          </mc:Choice>
          <mc:Fallback xmlns="">
            <p:pic>
              <p:nvPicPr>
                <p:cNvPr id="1074" name="Ink 1073">
                  <a:extLst>
                    <a:ext uri="{FF2B5EF4-FFF2-40B4-BE49-F238E27FC236}">
                      <a16:creationId xmlns:a16="http://schemas.microsoft.com/office/drawing/2014/main" id="{5FB301DE-6857-C069-AC6B-1962E5AF6CB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345280" y="1836655"/>
                  <a:ext cx="96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F041B13-0BDA-4AD0-F377-D7F198DCBD3E}"/>
                    </a:ext>
                  </a:extLst>
                </p14:cNvPr>
                <p14:cNvContentPartPr/>
                <p14:nvPr/>
              </p14:nvContentPartPr>
              <p14:xfrm>
                <a:off x="5555520" y="1712815"/>
                <a:ext cx="118080" cy="189360"/>
              </p14:xfrm>
            </p:contentPart>
          </mc:Choice>
          <mc:Fallback xmlns="">
            <p:pic>
              <p:nvPicPr>
                <p:cNvPr id="1076" name="Ink 1075">
                  <a:extLst>
                    <a:ext uri="{FF2B5EF4-FFF2-40B4-BE49-F238E27FC236}">
                      <a16:creationId xmlns:a16="http://schemas.microsoft.com/office/drawing/2014/main" id="{D536AFC4-9C88-786E-3F20-41DD932DE90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546880" y="1703815"/>
                  <a:ext cx="1357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8B0ACF3-2508-CCAE-5650-B1928DE5C839}"/>
                    </a:ext>
                  </a:extLst>
                </p14:cNvPr>
                <p14:cNvContentPartPr/>
                <p14:nvPr/>
              </p14:nvContentPartPr>
              <p14:xfrm>
                <a:off x="5715360" y="1819375"/>
                <a:ext cx="25920" cy="27000"/>
              </p14:xfrm>
            </p:contentPart>
          </mc:Choice>
          <mc:Fallback xmlns="">
            <p:pic>
              <p:nvPicPr>
                <p:cNvPr id="1077" name="Ink 1076">
                  <a:extLst>
                    <a:ext uri="{FF2B5EF4-FFF2-40B4-BE49-F238E27FC236}">
                      <a16:creationId xmlns:a16="http://schemas.microsoft.com/office/drawing/2014/main" id="{B89902A5-FB20-41E8-4B0E-BBE65D90120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706720" y="1810735"/>
                  <a:ext cx="435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8170AFC-21AA-A405-4CCB-4F74ADEAE3E5}"/>
                    </a:ext>
                  </a:extLst>
                </p14:cNvPr>
                <p14:cNvContentPartPr/>
                <p14:nvPr/>
              </p14:nvContentPartPr>
              <p14:xfrm>
                <a:off x="5796360" y="1681495"/>
                <a:ext cx="132120" cy="180360"/>
              </p14:xfrm>
            </p:contentPart>
          </mc:Choice>
          <mc:Fallback xmlns="">
            <p:pic>
              <p:nvPicPr>
                <p:cNvPr id="1078" name="Ink 1077">
                  <a:extLst>
                    <a:ext uri="{FF2B5EF4-FFF2-40B4-BE49-F238E27FC236}">
                      <a16:creationId xmlns:a16="http://schemas.microsoft.com/office/drawing/2014/main" id="{81C8D004-AA8D-70CA-66B9-E20385E08BE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787360" y="1672855"/>
                  <a:ext cx="1497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58882C4-C3E6-E826-1E1B-440C2E8D871D}"/>
                    </a:ext>
                  </a:extLst>
                </p14:cNvPr>
                <p14:cNvContentPartPr/>
                <p14:nvPr/>
              </p14:nvContentPartPr>
              <p14:xfrm>
                <a:off x="6036840" y="1675015"/>
                <a:ext cx="121320" cy="168840"/>
              </p14:xfrm>
            </p:contentPart>
          </mc:Choice>
          <mc:Fallback xmlns="">
            <p:pic>
              <p:nvPicPr>
                <p:cNvPr id="1079" name="Ink 1078">
                  <a:extLst>
                    <a:ext uri="{FF2B5EF4-FFF2-40B4-BE49-F238E27FC236}">
                      <a16:creationId xmlns:a16="http://schemas.microsoft.com/office/drawing/2014/main" id="{ECE46637-98B6-F974-6B7D-C71D224F7B9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027840" y="1666015"/>
                  <a:ext cx="1389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8137A5B-1D48-D1B1-2165-6DDE089FECB1}"/>
                    </a:ext>
                  </a:extLst>
                </p14:cNvPr>
                <p14:cNvContentPartPr/>
                <p14:nvPr/>
              </p14:nvContentPartPr>
              <p14:xfrm>
                <a:off x="6686640" y="891655"/>
                <a:ext cx="115200" cy="181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6D61A10-A23C-CE4A-D572-0FE3B918B94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678000" y="883015"/>
                  <a:ext cx="1328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4359A78-4905-2383-B0FA-490FF633D7A8}"/>
                    </a:ext>
                  </a:extLst>
                </p14:cNvPr>
                <p14:cNvContentPartPr/>
                <p14:nvPr/>
              </p14:nvContentPartPr>
              <p14:xfrm>
                <a:off x="6856200" y="935215"/>
                <a:ext cx="129960" cy="82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FF53DB4-8B95-0B21-1B10-FD60D542FCF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847560" y="926215"/>
                  <a:ext cx="1476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189AD23-21A1-B3AC-7F9D-34BF9DEBECDF}"/>
                    </a:ext>
                  </a:extLst>
                </p14:cNvPr>
                <p14:cNvContentPartPr/>
                <p14:nvPr/>
              </p14:nvContentPartPr>
              <p14:xfrm>
                <a:off x="7144920" y="850615"/>
                <a:ext cx="66960" cy="194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283ADC2-C820-9B51-4459-43E79BB7B45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136280" y="841975"/>
                  <a:ext cx="846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BECDDCA-10F9-07DD-2756-D66CDC62602D}"/>
                    </a:ext>
                  </a:extLst>
                </p14:cNvPr>
                <p14:cNvContentPartPr/>
                <p14:nvPr/>
              </p14:nvContentPartPr>
              <p14:xfrm>
                <a:off x="7111800" y="711295"/>
                <a:ext cx="699840" cy="270360"/>
              </p14:xfrm>
            </p:contentPart>
          </mc:Choice>
          <mc:Fallback xmlns="">
            <p:pic>
              <p:nvPicPr>
                <p:cNvPr id="1024" name="Ink 1023">
                  <a:extLst>
                    <a:ext uri="{FF2B5EF4-FFF2-40B4-BE49-F238E27FC236}">
                      <a16:creationId xmlns:a16="http://schemas.microsoft.com/office/drawing/2014/main" id="{8DC7CCE7-06DC-3C55-6991-6C7408BD3E7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102800" y="702295"/>
                  <a:ext cx="7174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DAC0EE3-DF9E-A9A6-B276-256F5FD687DB}"/>
                    </a:ext>
                  </a:extLst>
                </p14:cNvPr>
                <p14:cNvContentPartPr/>
                <p14:nvPr/>
              </p14:nvContentPartPr>
              <p14:xfrm>
                <a:off x="7682760" y="813175"/>
                <a:ext cx="215280" cy="40320"/>
              </p14:xfrm>
            </p:contentPart>
          </mc:Choice>
          <mc:Fallback xmlns="">
            <p:pic>
              <p:nvPicPr>
                <p:cNvPr id="1025" name="Ink 1024">
                  <a:extLst>
                    <a:ext uri="{FF2B5EF4-FFF2-40B4-BE49-F238E27FC236}">
                      <a16:creationId xmlns:a16="http://schemas.microsoft.com/office/drawing/2014/main" id="{ED91BAC0-4BBB-7534-1E6F-9B7DBCBDA02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673760" y="804535"/>
                  <a:ext cx="2329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5680A6F-0CB0-6083-46B8-73DD55F15443}"/>
                    </a:ext>
                  </a:extLst>
                </p14:cNvPr>
                <p14:cNvContentPartPr/>
                <p14:nvPr/>
              </p14:nvContentPartPr>
              <p14:xfrm>
                <a:off x="6446520" y="1245175"/>
                <a:ext cx="165960" cy="179640"/>
              </p14:xfrm>
            </p:contentPart>
          </mc:Choice>
          <mc:Fallback xmlns="">
            <p:pic>
              <p:nvPicPr>
                <p:cNvPr id="1043" name="Ink 1042">
                  <a:extLst>
                    <a:ext uri="{FF2B5EF4-FFF2-40B4-BE49-F238E27FC236}">
                      <a16:creationId xmlns:a16="http://schemas.microsoft.com/office/drawing/2014/main" id="{11B5A55C-C9DA-979C-80D9-3CE93B3ADBC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437520" y="1236175"/>
                  <a:ext cx="1836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48BC5BA-8CCC-AAB6-DE04-26D0D6FE724C}"/>
                    </a:ext>
                  </a:extLst>
                </p14:cNvPr>
                <p14:cNvContentPartPr/>
                <p14:nvPr/>
              </p14:nvContentPartPr>
              <p14:xfrm>
                <a:off x="6470280" y="1226455"/>
                <a:ext cx="139320" cy="44640"/>
              </p14:xfrm>
            </p:contentPart>
          </mc:Choice>
          <mc:Fallback xmlns="">
            <p:pic>
              <p:nvPicPr>
                <p:cNvPr id="1044" name="Ink 1043">
                  <a:extLst>
                    <a:ext uri="{FF2B5EF4-FFF2-40B4-BE49-F238E27FC236}">
                      <a16:creationId xmlns:a16="http://schemas.microsoft.com/office/drawing/2014/main" id="{70DD40F1-5707-893B-E332-B0839DAE14B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461280" y="1217815"/>
                  <a:ext cx="1569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2AF5FC0-2D75-0E3E-3CD2-B71078C60B16}"/>
                    </a:ext>
                  </a:extLst>
                </p14:cNvPr>
                <p14:cNvContentPartPr/>
                <p14:nvPr/>
              </p14:nvContentPartPr>
              <p14:xfrm>
                <a:off x="6657840" y="1345975"/>
                <a:ext cx="149760" cy="142920"/>
              </p14:xfrm>
            </p:contentPart>
          </mc:Choice>
          <mc:Fallback xmlns="">
            <p:pic>
              <p:nvPicPr>
                <p:cNvPr id="1045" name="Ink 1044">
                  <a:extLst>
                    <a:ext uri="{FF2B5EF4-FFF2-40B4-BE49-F238E27FC236}">
                      <a16:creationId xmlns:a16="http://schemas.microsoft.com/office/drawing/2014/main" id="{3433A19B-A4C3-93BD-6428-28818EE0919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649200" y="1337335"/>
                  <a:ext cx="1674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558D26D-8BE2-C16E-C325-B71D441E3C17}"/>
                    </a:ext>
                  </a:extLst>
                </p14:cNvPr>
                <p14:cNvContentPartPr/>
                <p14:nvPr/>
              </p14:nvContentPartPr>
              <p14:xfrm>
                <a:off x="6884640" y="1309615"/>
                <a:ext cx="119520" cy="18720"/>
              </p14:xfrm>
            </p:contentPart>
          </mc:Choice>
          <mc:Fallback xmlns="">
            <p:pic>
              <p:nvPicPr>
                <p:cNvPr id="1046" name="Ink 1045">
                  <a:extLst>
                    <a:ext uri="{FF2B5EF4-FFF2-40B4-BE49-F238E27FC236}">
                      <a16:creationId xmlns:a16="http://schemas.microsoft.com/office/drawing/2014/main" id="{2E50C235-19E1-CCFB-BF93-21F53706E10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875640" y="1300975"/>
                  <a:ext cx="1371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C19CCC2-9011-77BC-7068-B2A39E36130D}"/>
                    </a:ext>
                  </a:extLst>
                </p14:cNvPr>
                <p14:cNvContentPartPr/>
                <p14:nvPr/>
              </p14:nvContentPartPr>
              <p14:xfrm>
                <a:off x="6884640" y="1371895"/>
                <a:ext cx="86760" cy="8640"/>
              </p14:xfrm>
            </p:contentPart>
          </mc:Choice>
          <mc:Fallback xmlns=""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DE294CDD-7F12-A9A9-0D23-4D9CFAF64DF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876000" y="1362895"/>
                  <a:ext cx="104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36B5A9C-49C3-F155-E016-E455E288A379}"/>
                    </a:ext>
                  </a:extLst>
                </p14:cNvPr>
                <p14:cNvContentPartPr/>
                <p14:nvPr/>
              </p14:nvContentPartPr>
              <p14:xfrm>
                <a:off x="7124040" y="1214935"/>
                <a:ext cx="128160" cy="164160"/>
              </p14:xfrm>
            </p:contentPart>
          </mc:Choice>
          <mc:Fallback xmlns="">
            <p:pic>
              <p:nvPicPr>
                <p:cNvPr id="1048" name="Ink 1047">
                  <a:extLst>
                    <a:ext uri="{FF2B5EF4-FFF2-40B4-BE49-F238E27FC236}">
                      <a16:creationId xmlns:a16="http://schemas.microsoft.com/office/drawing/2014/main" id="{02DD9214-30C0-DE1E-6C19-ADA73AA9491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15040" y="1205935"/>
                  <a:ext cx="1458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1913385-5D26-9C42-F059-E50C0F7EC64B}"/>
                    </a:ext>
                  </a:extLst>
                </p14:cNvPr>
                <p14:cNvContentPartPr/>
                <p14:nvPr/>
              </p14:nvContentPartPr>
              <p14:xfrm>
                <a:off x="7316280" y="1313575"/>
                <a:ext cx="6840" cy="2520"/>
              </p14:xfrm>
            </p:contentPart>
          </mc:Choice>
          <mc:Fallback xmlns="">
            <p:pic>
              <p:nvPicPr>
                <p:cNvPr id="1049" name="Ink 1048">
                  <a:extLst>
                    <a:ext uri="{FF2B5EF4-FFF2-40B4-BE49-F238E27FC236}">
                      <a16:creationId xmlns:a16="http://schemas.microsoft.com/office/drawing/2014/main" id="{5BC50412-F575-9989-3395-A2C5A155581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307280" y="1304935"/>
                  <a:ext cx="244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A3B4FFC-8357-8678-8603-41136A7E5BBA}"/>
                    </a:ext>
                  </a:extLst>
                </p14:cNvPr>
                <p14:cNvContentPartPr/>
                <p14:nvPr/>
              </p14:nvContentPartPr>
              <p14:xfrm>
                <a:off x="7387200" y="1195135"/>
                <a:ext cx="163440" cy="143280"/>
              </p14:xfrm>
            </p:contentPart>
          </mc:Choice>
          <mc:Fallback xmlns=""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149C93B6-CDD9-8FFD-6883-BBA7D00EB59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378200" y="1186135"/>
                  <a:ext cx="1810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BC68480-39F7-F97D-2CAC-68AE13722C25}"/>
                    </a:ext>
                  </a:extLst>
                </p14:cNvPr>
                <p14:cNvContentPartPr/>
                <p14:nvPr/>
              </p14:nvContentPartPr>
              <p14:xfrm>
                <a:off x="7452720" y="1186855"/>
                <a:ext cx="61920" cy="220320"/>
              </p14:xfrm>
            </p:contentPart>
          </mc:Choice>
          <mc:Fallback xmlns="">
            <p:pic>
              <p:nvPicPr>
                <p:cNvPr id="1051" name="Ink 1050">
                  <a:extLst>
                    <a:ext uri="{FF2B5EF4-FFF2-40B4-BE49-F238E27FC236}">
                      <a16:creationId xmlns:a16="http://schemas.microsoft.com/office/drawing/2014/main" id="{F896E3A5-A4D0-AF87-23AA-B32879F4743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443720" y="1177855"/>
                  <a:ext cx="795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A0ABF5F-6831-A9A0-0403-2D1F2D58E52C}"/>
                    </a:ext>
                  </a:extLst>
                </p14:cNvPr>
                <p14:cNvContentPartPr/>
                <p14:nvPr/>
              </p14:nvContentPartPr>
              <p14:xfrm>
                <a:off x="7594920" y="1215295"/>
                <a:ext cx="217800" cy="141120"/>
              </p14:xfrm>
            </p:contentPart>
          </mc:Choice>
          <mc:Fallback xmlns="">
            <p:pic>
              <p:nvPicPr>
                <p:cNvPr id="1052" name="Ink 1051">
                  <a:extLst>
                    <a:ext uri="{FF2B5EF4-FFF2-40B4-BE49-F238E27FC236}">
                      <a16:creationId xmlns:a16="http://schemas.microsoft.com/office/drawing/2014/main" id="{9E02BEAD-EB41-5114-033B-6D5B2231953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585920" y="1206655"/>
                  <a:ext cx="2354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51F6BA2-C484-2A5B-8E39-D3C1AD14CAE3}"/>
                    </a:ext>
                  </a:extLst>
                </p14:cNvPr>
                <p14:cNvContentPartPr/>
                <p14:nvPr/>
              </p14:nvContentPartPr>
              <p14:xfrm>
                <a:off x="7920720" y="1118815"/>
                <a:ext cx="136440" cy="221400"/>
              </p14:xfrm>
            </p:contentPart>
          </mc:Choice>
          <mc:Fallback xmlns="">
            <p:pic>
              <p:nvPicPr>
                <p:cNvPr id="1053" name="Ink 1052">
                  <a:extLst>
                    <a:ext uri="{FF2B5EF4-FFF2-40B4-BE49-F238E27FC236}">
                      <a16:creationId xmlns:a16="http://schemas.microsoft.com/office/drawing/2014/main" id="{4BEE6F62-47FA-34AB-1FAA-AB4F310E43C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911720" y="1109815"/>
                  <a:ext cx="154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7CC69E4-7580-1CD9-A757-B17D850E22F8}"/>
                    </a:ext>
                  </a:extLst>
                </p14:cNvPr>
                <p14:cNvContentPartPr/>
                <p14:nvPr/>
              </p14:nvContentPartPr>
              <p14:xfrm>
                <a:off x="7935480" y="1253815"/>
                <a:ext cx="55080" cy="6480"/>
              </p14:xfrm>
            </p:contentPart>
          </mc:Choice>
          <mc:Fallback xmlns="">
            <p:pic>
              <p:nvPicPr>
                <p:cNvPr id="1054" name="Ink 1053">
                  <a:extLst>
                    <a:ext uri="{FF2B5EF4-FFF2-40B4-BE49-F238E27FC236}">
                      <a16:creationId xmlns:a16="http://schemas.microsoft.com/office/drawing/2014/main" id="{BD08D816-91E3-24EB-1C96-755973D5D47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926480" y="1244815"/>
                  <a:ext cx="72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6EB44A0-27E2-7B1A-9124-A6F44988AB28}"/>
                    </a:ext>
                  </a:extLst>
                </p14:cNvPr>
                <p14:cNvContentPartPr/>
                <p14:nvPr/>
              </p14:nvContentPartPr>
              <p14:xfrm>
                <a:off x="6454080" y="1617775"/>
                <a:ext cx="239040" cy="248040"/>
              </p14:xfrm>
            </p:contentPart>
          </mc:Choice>
          <mc:Fallback xmlns="">
            <p:pic>
              <p:nvPicPr>
                <p:cNvPr id="1081" name="Ink 1080">
                  <a:extLst>
                    <a:ext uri="{FF2B5EF4-FFF2-40B4-BE49-F238E27FC236}">
                      <a16:creationId xmlns:a16="http://schemas.microsoft.com/office/drawing/2014/main" id="{8487CD15-F863-69F9-3B8B-6628AA3F2CB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445080" y="1609135"/>
                  <a:ext cx="2566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D127665-205D-DFC1-67A4-59A19E999E2A}"/>
                    </a:ext>
                  </a:extLst>
                </p14:cNvPr>
                <p14:cNvContentPartPr/>
                <p14:nvPr/>
              </p14:nvContentPartPr>
              <p14:xfrm>
                <a:off x="6686280" y="1784815"/>
                <a:ext cx="161640" cy="98640"/>
              </p14:xfrm>
            </p:contentPart>
          </mc:Choice>
          <mc:Fallback xmlns="">
            <p:pic>
              <p:nvPicPr>
                <p:cNvPr id="1082" name="Ink 1081">
                  <a:extLst>
                    <a:ext uri="{FF2B5EF4-FFF2-40B4-BE49-F238E27FC236}">
                      <a16:creationId xmlns:a16="http://schemas.microsoft.com/office/drawing/2014/main" id="{59F6D0A3-A5F0-2799-BE96-634EC66CCCB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677280" y="1775815"/>
                  <a:ext cx="1792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A3E92CD-75C6-0B44-33FA-14574EAF164A}"/>
                    </a:ext>
                  </a:extLst>
                </p14:cNvPr>
                <p14:cNvContentPartPr/>
                <p14:nvPr/>
              </p14:nvContentPartPr>
              <p14:xfrm>
                <a:off x="6956280" y="1635415"/>
                <a:ext cx="180360" cy="201960"/>
              </p14:xfrm>
            </p:contentPart>
          </mc:Choice>
          <mc:Fallback xmlns="">
            <p:pic>
              <p:nvPicPr>
                <p:cNvPr id="1083" name="Ink 1082">
                  <a:extLst>
                    <a:ext uri="{FF2B5EF4-FFF2-40B4-BE49-F238E27FC236}">
                      <a16:creationId xmlns:a16="http://schemas.microsoft.com/office/drawing/2014/main" id="{79232D3D-510B-8C14-B690-FC56B533654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947280" y="1626775"/>
                  <a:ext cx="1980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2A15802-CAE8-557E-D41E-351422B03AE6}"/>
                    </a:ext>
                  </a:extLst>
                </p14:cNvPr>
                <p14:cNvContentPartPr/>
                <p14:nvPr/>
              </p14:nvContentPartPr>
              <p14:xfrm>
                <a:off x="7213680" y="1733695"/>
                <a:ext cx="63360" cy="105120"/>
              </p14:xfrm>
            </p:contentPart>
          </mc:Choice>
          <mc:Fallback xmlns="">
            <p:pic>
              <p:nvPicPr>
                <p:cNvPr id="1084" name="Ink 1083">
                  <a:extLst>
                    <a:ext uri="{FF2B5EF4-FFF2-40B4-BE49-F238E27FC236}">
                      <a16:creationId xmlns:a16="http://schemas.microsoft.com/office/drawing/2014/main" id="{93FBB5D1-E0BA-D22B-AC53-300CE0D1748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205040" y="1724695"/>
                  <a:ext cx="810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3891301-C1AC-5088-2429-E9D151E6ED94}"/>
                    </a:ext>
                  </a:extLst>
                </p14:cNvPr>
                <p14:cNvContentPartPr/>
                <p14:nvPr/>
              </p14:nvContentPartPr>
              <p14:xfrm>
                <a:off x="7178760" y="1722895"/>
                <a:ext cx="121320" cy="116280"/>
              </p14:xfrm>
            </p:contentPart>
          </mc:Choice>
          <mc:Fallback xmlns="">
            <p:pic>
              <p:nvPicPr>
                <p:cNvPr id="1085" name="Ink 1084">
                  <a:extLst>
                    <a:ext uri="{FF2B5EF4-FFF2-40B4-BE49-F238E27FC236}">
                      <a16:creationId xmlns:a16="http://schemas.microsoft.com/office/drawing/2014/main" id="{C51BC7DC-4672-E1B8-8158-59DFFC25FBD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170120" y="1714255"/>
                  <a:ext cx="1389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8BD7ADB-C0E9-7ECE-A0CE-013C533C4474}"/>
                    </a:ext>
                  </a:extLst>
                </p14:cNvPr>
                <p14:cNvContentPartPr/>
                <p14:nvPr/>
              </p14:nvContentPartPr>
              <p14:xfrm>
                <a:off x="7485120" y="1655575"/>
                <a:ext cx="67680" cy="9720"/>
              </p14:xfrm>
            </p:contentPart>
          </mc:Choice>
          <mc:Fallback xmlns="">
            <p:pic>
              <p:nvPicPr>
                <p:cNvPr id="1087" name="Ink 1086">
                  <a:extLst>
                    <a:ext uri="{FF2B5EF4-FFF2-40B4-BE49-F238E27FC236}">
                      <a16:creationId xmlns:a16="http://schemas.microsoft.com/office/drawing/2014/main" id="{E324F55C-F4C4-2844-EA4A-1DF9040FBAC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476120" y="1646575"/>
                  <a:ext cx="853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9C942AB-18AA-5B12-9DC1-4E3F7B95A7CF}"/>
                    </a:ext>
                  </a:extLst>
                </p14:cNvPr>
                <p14:cNvContentPartPr/>
                <p14:nvPr/>
              </p14:nvContentPartPr>
              <p14:xfrm>
                <a:off x="7439760" y="1730455"/>
                <a:ext cx="57600" cy="16920"/>
              </p14:xfrm>
            </p:contentPart>
          </mc:Choice>
          <mc:Fallback xmlns="">
            <p:pic>
              <p:nvPicPr>
                <p:cNvPr id="1088" name="Ink 1087">
                  <a:extLst>
                    <a:ext uri="{FF2B5EF4-FFF2-40B4-BE49-F238E27FC236}">
                      <a16:creationId xmlns:a16="http://schemas.microsoft.com/office/drawing/2014/main" id="{4B6CDA34-F3C2-2950-F528-FBE2EB16750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431120" y="1721455"/>
                  <a:ext cx="752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4F47FCD-6FD4-5670-EDAA-8B1641E4584D}"/>
                    </a:ext>
                  </a:extLst>
                </p14:cNvPr>
                <p14:cNvContentPartPr/>
                <p14:nvPr/>
              </p14:nvContentPartPr>
              <p14:xfrm>
                <a:off x="7660440" y="1594735"/>
                <a:ext cx="60840" cy="190080"/>
              </p14:xfrm>
            </p:contentPart>
          </mc:Choice>
          <mc:Fallback xmlns="">
            <p:pic>
              <p:nvPicPr>
                <p:cNvPr id="1089" name="Ink 1088">
                  <a:extLst>
                    <a:ext uri="{FF2B5EF4-FFF2-40B4-BE49-F238E27FC236}">
                      <a16:creationId xmlns:a16="http://schemas.microsoft.com/office/drawing/2014/main" id="{3CBB2E8C-6D78-746B-ECF2-F3A94A2C941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651800" y="1585735"/>
                  <a:ext cx="784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A2A806A-4097-B3EB-9465-B7F6E2039CB0}"/>
                    </a:ext>
                  </a:extLst>
                </p14:cNvPr>
                <p14:cNvContentPartPr/>
                <p14:nvPr/>
              </p14:nvContentPartPr>
              <p14:xfrm>
                <a:off x="7749720" y="1594375"/>
                <a:ext cx="245520" cy="165240"/>
              </p14:xfrm>
            </p:contentPart>
          </mc:Choice>
          <mc:Fallback xmlns="">
            <p:pic>
              <p:nvPicPr>
                <p:cNvPr id="1090" name="Ink 1089">
                  <a:extLst>
                    <a:ext uri="{FF2B5EF4-FFF2-40B4-BE49-F238E27FC236}">
                      <a16:creationId xmlns:a16="http://schemas.microsoft.com/office/drawing/2014/main" id="{813CB3FE-5219-A48D-45A3-97B15624107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740720" y="1585735"/>
                  <a:ext cx="2631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724F906-CB09-03CF-6548-235777D3CD59}"/>
                    </a:ext>
                  </a:extLst>
                </p14:cNvPr>
                <p14:cNvContentPartPr/>
                <p14:nvPr/>
              </p14:nvContentPartPr>
              <p14:xfrm>
                <a:off x="8008560" y="1575655"/>
                <a:ext cx="186480" cy="192600"/>
              </p14:xfrm>
            </p:contentPart>
          </mc:Choice>
          <mc:Fallback xmlns="">
            <p:pic>
              <p:nvPicPr>
                <p:cNvPr id="1091" name="Ink 1090">
                  <a:extLst>
                    <a:ext uri="{FF2B5EF4-FFF2-40B4-BE49-F238E27FC236}">
                      <a16:creationId xmlns:a16="http://schemas.microsoft.com/office/drawing/2014/main" id="{824A626F-5EC0-C5E9-0C7D-3E3A4032EB0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999560" y="1567015"/>
                  <a:ext cx="2041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5FF08F4-7833-B2CD-9806-04A5E690D71F}"/>
                    </a:ext>
                  </a:extLst>
                </p14:cNvPr>
                <p14:cNvContentPartPr/>
                <p14:nvPr/>
              </p14:nvContentPartPr>
              <p14:xfrm>
                <a:off x="8238240" y="1529215"/>
                <a:ext cx="111240" cy="163080"/>
              </p14:xfrm>
            </p:contentPart>
          </mc:Choice>
          <mc:Fallback xmlns="">
            <p:pic>
              <p:nvPicPr>
                <p:cNvPr id="1092" name="Ink 1091">
                  <a:extLst>
                    <a:ext uri="{FF2B5EF4-FFF2-40B4-BE49-F238E27FC236}">
                      <a16:creationId xmlns:a16="http://schemas.microsoft.com/office/drawing/2014/main" id="{F4C3F94B-6E69-2DB9-AE7E-7D2799E6AAE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229240" y="1520215"/>
                  <a:ext cx="1288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2873838-EFF1-4E9C-D674-B8B13F4FDAC5}"/>
                    </a:ext>
                  </a:extLst>
                </p14:cNvPr>
                <p14:cNvContentPartPr/>
                <p14:nvPr/>
              </p14:nvContentPartPr>
              <p14:xfrm>
                <a:off x="8277120" y="1612375"/>
                <a:ext cx="122760" cy="24120"/>
              </p14:xfrm>
            </p:contentPart>
          </mc:Choice>
          <mc:Fallback xmlns="">
            <p:pic>
              <p:nvPicPr>
                <p:cNvPr id="1093" name="Ink 1092">
                  <a:extLst>
                    <a:ext uri="{FF2B5EF4-FFF2-40B4-BE49-F238E27FC236}">
                      <a16:creationId xmlns:a16="http://schemas.microsoft.com/office/drawing/2014/main" id="{7D440612-5238-4FB3-BCE4-BBF9F5D0DE0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268480" y="1603375"/>
                  <a:ext cx="140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2254DFB-6D64-CAAE-5E6F-5A76ECC1E5C6}"/>
                    </a:ext>
                  </a:extLst>
                </p14:cNvPr>
                <p14:cNvContentPartPr/>
                <p14:nvPr/>
              </p14:nvContentPartPr>
              <p14:xfrm>
                <a:off x="8426160" y="1462615"/>
                <a:ext cx="115200" cy="316800"/>
              </p14:xfrm>
            </p:contentPart>
          </mc:Choice>
          <mc:Fallback xmlns="">
            <p:pic>
              <p:nvPicPr>
                <p:cNvPr id="1094" name="Ink 1093">
                  <a:extLst>
                    <a:ext uri="{FF2B5EF4-FFF2-40B4-BE49-F238E27FC236}">
                      <a16:creationId xmlns:a16="http://schemas.microsoft.com/office/drawing/2014/main" id="{E3033FC4-186A-A4C2-714C-B5FA5DF67DD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417520" y="1453975"/>
                  <a:ext cx="13284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6F2339C-2CF3-9B0B-C2E5-78E23EEFF5B4}"/>
                    </a:ext>
                  </a:extLst>
                </p14:cNvPr>
                <p14:cNvContentPartPr/>
                <p14:nvPr/>
              </p14:nvContentPartPr>
              <p14:xfrm>
                <a:off x="8545320" y="1544335"/>
                <a:ext cx="253440" cy="287640"/>
              </p14:xfrm>
            </p:contentPart>
          </mc:Choice>
          <mc:Fallback xmlns="">
            <p:pic>
              <p:nvPicPr>
                <p:cNvPr id="1095" name="Ink 1094">
                  <a:extLst>
                    <a:ext uri="{FF2B5EF4-FFF2-40B4-BE49-F238E27FC236}">
                      <a16:creationId xmlns:a16="http://schemas.microsoft.com/office/drawing/2014/main" id="{837AD7A4-5EBE-57D6-6101-7C0944D6107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536680" y="1535335"/>
                  <a:ext cx="2710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AFE7B4C-E03B-AC4C-2F3D-5B106B723EF4}"/>
                    </a:ext>
                  </a:extLst>
                </p14:cNvPr>
                <p14:cNvContentPartPr/>
                <p14:nvPr/>
              </p14:nvContentPartPr>
              <p14:xfrm>
                <a:off x="5059080" y="2105215"/>
                <a:ext cx="158400" cy="198360"/>
              </p14:xfrm>
            </p:contentPart>
          </mc:Choice>
          <mc:Fallback xmlns="">
            <p:pic>
              <p:nvPicPr>
                <p:cNvPr id="1097" name="Ink 1096">
                  <a:extLst>
                    <a:ext uri="{FF2B5EF4-FFF2-40B4-BE49-F238E27FC236}">
                      <a16:creationId xmlns:a16="http://schemas.microsoft.com/office/drawing/2014/main" id="{74B9324A-52B4-2F05-845B-8A6046796E5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050080" y="2096575"/>
                  <a:ext cx="1760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3FAC742-D598-EF3D-3EFA-9D3CEB82BAF8}"/>
                    </a:ext>
                  </a:extLst>
                </p14:cNvPr>
                <p14:cNvContentPartPr/>
                <p14:nvPr/>
              </p14:nvContentPartPr>
              <p14:xfrm>
                <a:off x="5277960" y="2159215"/>
                <a:ext cx="87840" cy="4320"/>
              </p14:xfrm>
            </p:contentPart>
          </mc:Choice>
          <mc:Fallback xmlns="">
            <p:pic>
              <p:nvPicPr>
                <p:cNvPr id="1098" name="Ink 1097">
                  <a:extLst>
                    <a:ext uri="{FF2B5EF4-FFF2-40B4-BE49-F238E27FC236}">
                      <a16:creationId xmlns:a16="http://schemas.microsoft.com/office/drawing/2014/main" id="{95A3CE0B-1397-53B5-7E16-FC1CAA9BB0A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269320" y="2150215"/>
                  <a:ext cx="1054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707DB8E-D52E-6740-81AC-47BA1DEF54F0}"/>
                    </a:ext>
                  </a:extLst>
                </p14:cNvPr>
                <p14:cNvContentPartPr/>
                <p14:nvPr/>
              </p14:nvContentPartPr>
              <p14:xfrm>
                <a:off x="5267520" y="2217535"/>
                <a:ext cx="78480" cy="10440"/>
              </p14:xfrm>
            </p:contentPart>
          </mc:Choice>
          <mc:Fallback xmlns="">
            <p:pic>
              <p:nvPicPr>
                <p:cNvPr id="1099" name="Ink 1098">
                  <a:extLst>
                    <a:ext uri="{FF2B5EF4-FFF2-40B4-BE49-F238E27FC236}">
                      <a16:creationId xmlns:a16="http://schemas.microsoft.com/office/drawing/2014/main" id="{C3DB544F-A3A6-2C28-AE00-075056DCEEC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258880" y="2208535"/>
                  <a:ext cx="96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0665FD4-21F2-7975-160E-9C743BDAD7AE}"/>
                    </a:ext>
                  </a:extLst>
                </p14:cNvPr>
                <p14:cNvContentPartPr/>
                <p14:nvPr/>
              </p14:nvContentPartPr>
              <p14:xfrm>
                <a:off x="5580720" y="2032135"/>
                <a:ext cx="64440" cy="267480"/>
              </p14:xfrm>
            </p:contentPart>
          </mc:Choice>
          <mc:Fallback xmlns="">
            <p:pic>
              <p:nvPicPr>
                <p:cNvPr id="1100" name="Ink 1099">
                  <a:extLst>
                    <a:ext uri="{FF2B5EF4-FFF2-40B4-BE49-F238E27FC236}">
                      <a16:creationId xmlns:a16="http://schemas.microsoft.com/office/drawing/2014/main" id="{7BEF4EE7-76DD-71E9-6B06-4A95E0A94D2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571720" y="2023495"/>
                  <a:ext cx="820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CC94567-45DB-5F66-37AD-11A5E14D520C}"/>
                    </a:ext>
                  </a:extLst>
                </p14:cNvPr>
                <p14:cNvContentPartPr/>
                <p14:nvPr/>
              </p14:nvContentPartPr>
              <p14:xfrm>
                <a:off x="5672160" y="2101975"/>
                <a:ext cx="165960" cy="196200"/>
              </p14:xfrm>
            </p:contentPart>
          </mc:Choice>
          <mc:Fallback xmlns="">
            <p:pic>
              <p:nvPicPr>
                <p:cNvPr id="1101" name="Ink 1100">
                  <a:extLst>
                    <a:ext uri="{FF2B5EF4-FFF2-40B4-BE49-F238E27FC236}">
                      <a16:creationId xmlns:a16="http://schemas.microsoft.com/office/drawing/2014/main" id="{3EDB3A17-AE0F-A6CE-ABC4-34459152C35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663160" y="2092975"/>
                  <a:ext cx="1836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443B9D2-6CD8-A769-F648-947FC831AC6E}"/>
                    </a:ext>
                  </a:extLst>
                </p14:cNvPr>
                <p14:cNvContentPartPr/>
                <p14:nvPr/>
              </p14:nvContentPartPr>
              <p14:xfrm>
                <a:off x="5912640" y="2110255"/>
                <a:ext cx="196200" cy="131040"/>
              </p14:xfrm>
            </p:contentPart>
          </mc:Choice>
          <mc:Fallback xmlns="">
            <p:pic>
              <p:nvPicPr>
                <p:cNvPr id="1102" name="Ink 1101">
                  <a:extLst>
                    <a:ext uri="{FF2B5EF4-FFF2-40B4-BE49-F238E27FC236}">
                      <a16:creationId xmlns:a16="http://schemas.microsoft.com/office/drawing/2014/main" id="{F8734ADC-236C-EAE8-C518-3C521BABEAE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904000" y="2101255"/>
                  <a:ext cx="2138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FAC7DC6-1A24-AAEC-D223-96BFCFDFB5C5}"/>
                    </a:ext>
                  </a:extLst>
                </p14:cNvPr>
                <p14:cNvContentPartPr/>
                <p14:nvPr/>
              </p14:nvContentPartPr>
              <p14:xfrm>
                <a:off x="6562800" y="2004055"/>
                <a:ext cx="200880" cy="225720"/>
              </p14:xfrm>
            </p:contentPart>
          </mc:Choice>
          <mc:Fallback xmlns="">
            <p:pic>
              <p:nvPicPr>
                <p:cNvPr id="1103" name="Ink 1102">
                  <a:extLst>
                    <a:ext uri="{FF2B5EF4-FFF2-40B4-BE49-F238E27FC236}">
                      <a16:creationId xmlns:a16="http://schemas.microsoft.com/office/drawing/2014/main" id="{CAA35882-7917-6E09-91A0-973A6FA526F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554160" y="1995415"/>
                  <a:ext cx="2185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3BDB7E6-4220-8F49-EB80-92F85C330CF7}"/>
                    </a:ext>
                  </a:extLst>
                </p14:cNvPr>
                <p14:cNvContentPartPr/>
                <p14:nvPr/>
              </p14:nvContentPartPr>
              <p14:xfrm>
                <a:off x="6825960" y="2081455"/>
                <a:ext cx="53640" cy="64080"/>
              </p14:xfrm>
            </p:contentPart>
          </mc:Choice>
          <mc:Fallback xmlns="">
            <p:pic>
              <p:nvPicPr>
                <p:cNvPr id="1104" name="Ink 1103">
                  <a:extLst>
                    <a:ext uri="{FF2B5EF4-FFF2-40B4-BE49-F238E27FC236}">
                      <a16:creationId xmlns:a16="http://schemas.microsoft.com/office/drawing/2014/main" id="{EADC2B13-84E6-8393-0C3C-6D804DD7228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816960" y="2072455"/>
                  <a:ext cx="712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09E0821-7420-895B-7BD4-6AB196A10DE4}"/>
                    </a:ext>
                  </a:extLst>
                </p14:cNvPr>
                <p14:cNvContentPartPr/>
                <p14:nvPr/>
              </p14:nvContentPartPr>
              <p14:xfrm>
                <a:off x="7014960" y="2038975"/>
                <a:ext cx="89640" cy="165600"/>
              </p14:xfrm>
            </p:contentPart>
          </mc:Choice>
          <mc:Fallback xmlns="">
            <p:pic>
              <p:nvPicPr>
                <p:cNvPr id="1105" name="Ink 1104">
                  <a:extLst>
                    <a:ext uri="{FF2B5EF4-FFF2-40B4-BE49-F238E27FC236}">
                      <a16:creationId xmlns:a16="http://schemas.microsoft.com/office/drawing/2014/main" id="{398C6D3B-5030-767A-93C7-D07450009CB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005960" y="2029975"/>
                  <a:ext cx="1072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C025CF0-434A-7415-0580-397A86BFF980}"/>
                    </a:ext>
                  </a:extLst>
                </p14:cNvPr>
                <p14:cNvContentPartPr/>
                <p14:nvPr/>
              </p14:nvContentPartPr>
              <p14:xfrm>
                <a:off x="7195680" y="2011255"/>
                <a:ext cx="120960" cy="147600"/>
              </p14:xfrm>
            </p:contentPart>
          </mc:Choice>
          <mc:Fallback xmlns="">
            <p:pic>
              <p:nvPicPr>
                <p:cNvPr id="1106" name="Ink 1105">
                  <a:extLst>
                    <a:ext uri="{FF2B5EF4-FFF2-40B4-BE49-F238E27FC236}">
                      <a16:creationId xmlns:a16="http://schemas.microsoft.com/office/drawing/2014/main" id="{63A9B70D-9327-EC92-0948-E0D440915A8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186680" y="2002255"/>
                  <a:ext cx="1386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CF45BE6-219E-C1B6-65F3-5530522C2518}"/>
                    </a:ext>
                  </a:extLst>
                </p14:cNvPr>
                <p14:cNvContentPartPr/>
                <p14:nvPr/>
              </p14:nvContentPartPr>
              <p14:xfrm>
                <a:off x="7393320" y="2015935"/>
                <a:ext cx="137880" cy="210240"/>
              </p14:xfrm>
            </p:contentPart>
          </mc:Choice>
          <mc:Fallback xmlns="">
            <p:pic>
              <p:nvPicPr>
                <p:cNvPr id="1107" name="Ink 1106">
                  <a:extLst>
                    <a:ext uri="{FF2B5EF4-FFF2-40B4-BE49-F238E27FC236}">
                      <a16:creationId xmlns:a16="http://schemas.microsoft.com/office/drawing/2014/main" id="{A40C1E8C-C45C-4CA6-B7C6-844DFB73F46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384320" y="2006935"/>
                  <a:ext cx="1555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9AEDDA9-2013-3F39-3A81-2B42C9F74099}"/>
                    </a:ext>
                  </a:extLst>
                </p14:cNvPr>
                <p14:cNvContentPartPr/>
                <p14:nvPr/>
              </p14:nvContentPartPr>
              <p14:xfrm>
                <a:off x="7569360" y="2017375"/>
                <a:ext cx="202680" cy="122040"/>
              </p14:xfrm>
            </p:contentPart>
          </mc:Choice>
          <mc:Fallback xmlns="">
            <p:pic>
              <p:nvPicPr>
                <p:cNvPr id="1108" name="Ink 1107">
                  <a:extLst>
                    <a:ext uri="{FF2B5EF4-FFF2-40B4-BE49-F238E27FC236}">
                      <a16:creationId xmlns:a16="http://schemas.microsoft.com/office/drawing/2014/main" id="{8D13F556-F00E-0B8C-0E50-8AA439C2F5D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560720" y="2008375"/>
                  <a:ext cx="2203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5E5E034-7C26-3DEE-4641-6B794161497B}"/>
                    </a:ext>
                  </a:extLst>
                </p14:cNvPr>
                <p14:cNvContentPartPr/>
                <p14:nvPr/>
              </p14:nvContentPartPr>
              <p14:xfrm>
                <a:off x="5166720" y="2539375"/>
                <a:ext cx="162000" cy="208800"/>
              </p14:xfrm>
            </p:contentPart>
          </mc:Choice>
          <mc:Fallback xmlns="">
            <p:pic>
              <p:nvPicPr>
                <p:cNvPr id="1112" name="Ink 1111">
                  <a:extLst>
                    <a:ext uri="{FF2B5EF4-FFF2-40B4-BE49-F238E27FC236}">
                      <a16:creationId xmlns:a16="http://schemas.microsoft.com/office/drawing/2014/main" id="{85332DB4-924D-0DD3-2552-621E3D45BD1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158080" y="2530735"/>
                  <a:ext cx="1796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45D03FF-AC4A-0DBA-49FA-89C2CA8E1525}"/>
                    </a:ext>
                  </a:extLst>
                </p14:cNvPr>
                <p14:cNvContentPartPr/>
                <p14:nvPr/>
              </p14:nvContentPartPr>
              <p14:xfrm>
                <a:off x="5403240" y="2568895"/>
                <a:ext cx="230760" cy="264600"/>
              </p14:xfrm>
            </p:contentPart>
          </mc:Choice>
          <mc:Fallback xmlns="">
            <p:pic>
              <p:nvPicPr>
                <p:cNvPr id="1113" name="Ink 1112">
                  <a:extLst>
                    <a:ext uri="{FF2B5EF4-FFF2-40B4-BE49-F238E27FC236}">
                      <a16:creationId xmlns:a16="http://schemas.microsoft.com/office/drawing/2014/main" id="{CAB15D79-33BA-8349-7FE8-1161EEC2266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394600" y="2559895"/>
                  <a:ext cx="2484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CDFEE56-B46D-728C-190F-DC502C1CE9B5}"/>
                    </a:ext>
                  </a:extLst>
                </p14:cNvPr>
                <p14:cNvContentPartPr/>
                <p14:nvPr/>
              </p14:nvContentPartPr>
              <p14:xfrm>
                <a:off x="5671800" y="2415535"/>
                <a:ext cx="384120" cy="338040"/>
              </p14:xfrm>
            </p:contentPart>
          </mc:Choice>
          <mc:Fallback xmlns="">
            <p:pic>
              <p:nvPicPr>
                <p:cNvPr id="1115" name="Ink 1114">
                  <a:extLst>
                    <a:ext uri="{FF2B5EF4-FFF2-40B4-BE49-F238E27FC236}">
                      <a16:creationId xmlns:a16="http://schemas.microsoft.com/office/drawing/2014/main" id="{9013CFA7-2BC3-BA63-3405-A1C1A534EF4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663160" y="2406895"/>
                  <a:ext cx="4017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2FE5BBC-1483-DA94-0E6F-4D14E345C4D6}"/>
                    </a:ext>
                  </a:extLst>
                </p14:cNvPr>
                <p14:cNvContentPartPr/>
                <p14:nvPr/>
              </p14:nvContentPartPr>
              <p14:xfrm>
                <a:off x="5944680" y="2555935"/>
                <a:ext cx="126360" cy="48600"/>
              </p14:xfrm>
            </p:contentPart>
          </mc:Choice>
          <mc:Fallback xmlns="">
            <p:pic>
              <p:nvPicPr>
                <p:cNvPr id="1116" name="Ink 1115">
                  <a:extLst>
                    <a:ext uri="{FF2B5EF4-FFF2-40B4-BE49-F238E27FC236}">
                      <a16:creationId xmlns:a16="http://schemas.microsoft.com/office/drawing/2014/main" id="{85885BB7-8F29-CB18-CA2F-8DBED51A3AB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935680" y="2547295"/>
                  <a:ext cx="1440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0E824B8-A079-E9B3-43C2-85F0C0CF81B0}"/>
                    </a:ext>
                  </a:extLst>
                </p14:cNvPr>
                <p14:cNvContentPartPr/>
                <p14:nvPr/>
              </p14:nvContentPartPr>
              <p14:xfrm>
                <a:off x="6290640" y="2413735"/>
                <a:ext cx="398880" cy="258480"/>
              </p14:xfrm>
            </p:contentPart>
          </mc:Choice>
          <mc:Fallback xmlns="">
            <p:pic>
              <p:nvPicPr>
                <p:cNvPr id="1117" name="Ink 1116">
                  <a:extLst>
                    <a:ext uri="{FF2B5EF4-FFF2-40B4-BE49-F238E27FC236}">
                      <a16:creationId xmlns:a16="http://schemas.microsoft.com/office/drawing/2014/main" id="{A61C6CEA-C28E-30A4-12AA-8BED4D4236E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281640" y="2404735"/>
                  <a:ext cx="4165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513865F-824D-A0F7-FD2E-3DA3996E9DD7}"/>
                    </a:ext>
                  </a:extLst>
                </p14:cNvPr>
                <p14:cNvContentPartPr/>
                <p14:nvPr/>
              </p14:nvContentPartPr>
              <p14:xfrm>
                <a:off x="6728040" y="2536135"/>
                <a:ext cx="111600" cy="97200"/>
              </p14:xfrm>
            </p:contentPart>
          </mc:Choice>
          <mc:Fallback xmlns="">
            <p:pic>
              <p:nvPicPr>
                <p:cNvPr id="1118" name="Ink 1117">
                  <a:extLst>
                    <a:ext uri="{FF2B5EF4-FFF2-40B4-BE49-F238E27FC236}">
                      <a16:creationId xmlns:a16="http://schemas.microsoft.com/office/drawing/2014/main" id="{658CD3CC-3F8A-7FF6-4416-0B1DB166781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719040" y="2527495"/>
                  <a:ext cx="1292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B0C9128-E2A8-07CC-1809-C02DA2353A44}"/>
                    </a:ext>
                  </a:extLst>
                </p14:cNvPr>
                <p14:cNvContentPartPr/>
                <p14:nvPr/>
              </p14:nvContentPartPr>
              <p14:xfrm>
                <a:off x="6871680" y="2367295"/>
                <a:ext cx="358920" cy="258480"/>
              </p14:xfrm>
            </p:contentPart>
          </mc:Choice>
          <mc:Fallback xmlns="">
            <p:pic>
              <p:nvPicPr>
                <p:cNvPr id="1119" name="Ink 1118">
                  <a:extLst>
                    <a:ext uri="{FF2B5EF4-FFF2-40B4-BE49-F238E27FC236}">
                      <a16:creationId xmlns:a16="http://schemas.microsoft.com/office/drawing/2014/main" id="{2CC71496-CC75-6D3F-687A-CEE74518A78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863040" y="2358295"/>
                  <a:ext cx="3765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56FCAB9-C8D9-BEDA-0CA9-82DAEC0E3553}"/>
                    </a:ext>
                  </a:extLst>
                </p14:cNvPr>
                <p14:cNvContentPartPr/>
                <p14:nvPr/>
              </p14:nvContentPartPr>
              <p14:xfrm>
                <a:off x="7383960" y="2401855"/>
                <a:ext cx="189000" cy="153360"/>
              </p14:xfrm>
            </p:contentPart>
          </mc:Choice>
          <mc:Fallback xmlns="">
            <p:pic>
              <p:nvPicPr>
                <p:cNvPr id="1120" name="Ink 1119">
                  <a:extLst>
                    <a:ext uri="{FF2B5EF4-FFF2-40B4-BE49-F238E27FC236}">
                      <a16:creationId xmlns:a16="http://schemas.microsoft.com/office/drawing/2014/main" id="{1E5BDDA6-3411-171D-52BC-BACD3D4C357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374960" y="2393215"/>
                  <a:ext cx="2066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7B6B546-91C8-06DB-9717-2EC629D9F664}"/>
                    </a:ext>
                  </a:extLst>
                </p14:cNvPr>
                <p14:cNvContentPartPr/>
                <p14:nvPr/>
              </p14:nvContentPartPr>
              <p14:xfrm>
                <a:off x="7660440" y="2306815"/>
                <a:ext cx="406800" cy="240120"/>
              </p14:xfrm>
            </p:contentPart>
          </mc:Choice>
          <mc:Fallback xmlns="">
            <p:pic>
              <p:nvPicPr>
                <p:cNvPr id="1121" name="Ink 1120">
                  <a:extLst>
                    <a:ext uri="{FF2B5EF4-FFF2-40B4-BE49-F238E27FC236}">
                      <a16:creationId xmlns:a16="http://schemas.microsoft.com/office/drawing/2014/main" id="{6DEC9A4F-194B-A97B-8FD9-A42E26F7D2D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651440" y="2297815"/>
                  <a:ext cx="4244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2197EB9-A36D-3D4B-DB81-EC7A6158CADE}"/>
                    </a:ext>
                  </a:extLst>
                </p14:cNvPr>
                <p14:cNvContentPartPr/>
                <p14:nvPr/>
              </p14:nvContentPartPr>
              <p14:xfrm>
                <a:off x="8143200" y="2241295"/>
                <a:ext cx="14760" cy="200880"/>
              </p14:xfrm>
            </p:contentPart>
          </mc:Choice>
          <mc:Fallback xmlns="">
            <p:pic>
              <p:nvPicPr>
                <p:cNvPr id="1122" name="Ink 1121">
                  <a:extLst>
                    <a:ext uri="{FF2B5EF4-FFF2-40B4-BE49-F238E27FC236}">
                      <a16:creationId xmlns:a16="http://schemas.microsoft.com/office/drawing/2014/main" id="{F8515F01-E0B5-3ACE-5726-696AF2E9364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134200" y="2232295"/>
                  <a:ext cx="324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2EA0DB4-0137-613B-67FB-5496AAA90B49}"/>
                    </a:ext>
                  </a:extLst>
                </p14:cNvPr>
                <p14:cNvContentPartPr/>
                <p14:nvPr/>
              </p14:nvContentPartPr>
              <p14:xfrm>
                <a:off x="8229600" y="2173975"/>
                <a:ext cx="241560" cy="252720"/>
              </p14:xfrm>
            </p:contentPart>
          </mc:Choice>
          <mc:Fallback xmlns="">
            <p:pic>
              <p:nvPicPr>
                <p:cNvPr id="1123" name="Ink 1122">
                  <a:extLst>
                    <a:ext uri="{FF2B5EF4-FFF2-40B4-BE49-F238E27FC236}">
                      <a16:creationId xmlns:a16="http://schemas.microsoft.com/office/drawing/2014/main" id="{89035D25-5CD3-9C59-3DCD-31DDA69A431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220600" y="2165335"/>
                  <a:ext cx="2592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FC70034-5960-6A04-F493-2D244384BA49}"/>
                    </a:ext>
                  </a:extLst>
                </p14:cNvPr>
                <p14:cNvContentPartPr/>
                <p14:nvPr/>
              </p14:nvContentPartPr>
              <p14:xfrm>
                <a:off x="8366400" y="2316895"/>
                <a:ext cx="441360" cy="78840"/>
              </p14:xfrm>
            </p:contentPart>
          </mc:Choice>
          <mc:Fallback xmlns="">
            <p:pic>
              <p:nvPicPr>
                <p:cNvPr id="1124" name="Ink 1123">
                  <a:extLst>
                    <a:ext uri="{FF2B5EF4-FFF2-40B4-BE49-F238E27FC236}">
                      <a16:creationId xmlns:a16="http://schemas.microsoft.com/office/drawing/2014/main" id="{58AC1081-6C53-1102-1C80-99E4208B323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357400" y="2307895"/>
                  <a:ext cx="4590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88A330A-EF6C-720C-2501-8EAD7443C7D7}"/>
                    </a:ext>
                  </a:extLst>
                </p14:cNvPr>
                <p14:cNvContentPartPr/>
                <p14:nvPr/>
              </p14:nvContentPartPr>
              <p14:xfrm>
                <a:off x="8556480" y="2189095"/>
                <a:ext cx="21600" cy="28800"/>
              </p14:xfrm>
            </p:contentPart>
          </mc:Choice>
          <mc:Fallback xmlns="">
            <p:pic>
              <p:nvPicPr>
                <p:cNvPr id="1125" name="Ink 1124">
                  <a:extLst>
                    <a:ext uri="{FF2B5EF4-FFF2-40B4-BE49-F238E27FC236}">
                      <a16:creationId xmlns:a16="http://schemas.microsoft.com/office/drawing/2014/main" id="{EF094BF4-FF69-A78E-4A51-B60DB2F11CA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547480" y="2180455"/>
                  <a:ext cx="39240" cy="46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2" name="TextBox 141">
            <a:extLst>
              <a:ext uri="{FF2B5EF4-FFF2-40B4-BE49-F238E27FC236}">
                <a16:creationId xmlns:a16="http://schemas.microsoft.com/office/drawing/2014/main" id="{4FA4BC0C-A7E0-7C6A-06B8-3128F4CD833B}"/>
              </a:ext>
            </a:extLst>
          </p:cNvPr>
          <p:cNvSpPr txBox="1"/>
          <p:nvPr/>
        </p:nvSpPr>
        <p:spPr>
          <a:xfrm>
            <a:off x="635353" y="689089"/>
            <a:ext cx="2234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Example 2: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4040074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35297"/>
            <a:ext cx="12192000" cy="722703"/>
            <a:chOff x="0" y="6128881"/>
            <a:chExt cx="12192000" cy="722703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8881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4600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35297"/>
            <a:ext cx="12192000" cy="722703"/>
            <a:chOff x="0" y="6128881"/>
            <a:chExt cx="12192000" cy="722703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8881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AU" sz="2800" b="0" dirty="0">
                <a:latin typeface="Arial" panose="020B0604020202020204" pitchFamily="34" charset="0"/>
                <a:cs typeface="Arial" panose="020B0604020202020204" pitchFamily="34" charset="0"/>
              </a:rPr>
              <a:t>Using enhancement mode MOSFET (with threshold voltage (V</a:t>
            </a:r>
            <a:r>
              <a:rPr lang="en-AU" sz="2800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AU" sz="2800" b="0" dirty="0">
                <a:latin typeface="Arial" panose="020B0604020202020204" pitchFamily="34" charset="0"/>
                <a:cs typeface="Arial" panose="020B0604020202020204" pitchFamily="34" charset="0"/>
              </a:rPr>
              <a:t>))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800" b="0" dirty="0">
                <a:latin typeface="Arial" panose="020B0604020202020204" pitchFamily="34" charset="0"/>
                <a:cs typeface="Arial" panose="020B0604020202020204" pitchFamily="34" charset="0"/>
              </a:rPr>
              <a:t>Since V</a:t>
            </a:r>
            <a:r>
              <a:rPr lang="en-AU" sz="2800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AU" sz="2800" b="0" dirty="0">
                <a:latin typeface="Arial" panose="020B0604020202020204" pitchFamily="34" charset="0"/>
                <a:cs typeface="Arial" panose="020B0604020202020204" pitchFamily="34" charset="0"/>
              </a:rPr>
              <a:t> = V</a:t>
            </a:r>
            <a:r>
              <a:rPr lang="en-AU" sz="2800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D , </a:t>
            </a:r>
            <a:r>
              <a:rPr lang="en-AU" sz="2800" b="0" dirty="0">
                <a:latin typeface="Arial" panose="020B0604020202020204" pitchFamily="34" charset="0"/>
                <a:cs typeface="Arial" panose="020B0604020202020204" pitchFamily="34" charset="0"/>
              </a:rPr>
              <a:t>the condition of  V</a:t>
            </a:r>
            <a:r>
              <a:rPr lang="en-AU" sz="2800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DS</a:t>
            </a:r>
            <a:r>
              <a:rPr lang="en-AU" sz="2800" b="0" dirty="0">
                <a:latin typeface="Arial" panose="020B0604020202020204" pitchFamily="34" charset="0"/>
                <a:cs typeface="Arial" panose="020B0604020202020204" pitchFamily="34" charset="0"/>
              </a:rPr>
              <a:t>&gt; V</a:t>
            </a:r>
            <a:r>
              <a:rPr lang="en-AU" sz="2800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r>
              <a:rPr lang="en-AU" sz="2800" b="0" dirty="0">
                <a:latin typeface="Arial" panose="020B0604020202020204" pitchFamily="34" charset="0"/>
                <a:cs typeface="Arial" panose="020B0604020202020204" pitchFamily="34" charset="0"/>
              </a:rPr>
              <a:t>-V</a:t>
            </a:r>
            <a:r>
              <a:rPr lang="en-AU" sz="2800" b="0" baseline="-25000" dirty="0">
                <a:latin typeface="Arial" panose="020B0604020202020204" pitchFamily="34" charset="0"/>
                <a:cs typeface="Arial" panose="020B0604020202020204" pitchFamily="34" charset="0"/>
              </a:rPr>
              <a:t>T  </a:t>
            </a:r>
            <a:r>
              <a:rPr lang="en-AU" sz="2800" b="0" dirty="0">
                <a:latin typeface="Arial" panose="020B0604020202020204" pitchFamily="34" charset="0"/>
                <a:cs typeface="Arial" panose="020B0604020202020204" pitchFamily="34" charset="0"/>
              </a:rPr>
              <a:t>is satisfied, and therefore the MOSFET is operating in saturation region 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70D0B6A-5D29-E360-A92F-C223F024B8CC}"/>
                  </a:ext>
                </a:extLst>
              </p:cNvPr>
              <p:cNvSpPr/>
              <p:nvPr/>
            </p:nvSpPr>
            <p:spPr>
              <a:xfrm>
                <a:off x="2282798" y="2083758"/>
                <a:ext cx="6440577" cy="712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D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sSup>
                      <m:sSup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G</m:t>
                            </m:r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S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  <m:sup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l-GR" sz="2800" b="0" i="0" dirty="0" smtClean="0">
                            <a:latin typeface="Cambria Math"/>
                            <a:ea typeface="Cambria Math"/>
                          </a:rPr>
                          <m:t>λ</m:t>
                        </m:r>
                        <m:sSub>
                          <m:sSubPr>
                            <m:ctrlPr>
                              <a:rPr lang="el-GR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DS</m:t>
                            </m:r>
                          </m:sub>
                        </m:sSub>
                      </m:e>
                    </m:d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70D0B6A-5D29-E360-A92F-C223F024B8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798" y="2083758"/>
                <a:ext cx="6440577" cy="7126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6A23342-258F-8848-F2EF-093162479B43}"/>
                  </a:ext>
                </a:extLst>
              </p:cNvPr>
              <p:cNvSpPr/>
              <p:nvPr/>
            </p:nvSpPr>
            <p:spPr>
              <a:xfrm>
                <a:off x="3343296" y="2953068"/>
                <a:ext cx="2774402" cy="9841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2800" b="0" i="0">
                              <a:latin typeface="Cambria Math"/>
                              <a:ea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AU" sz="2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800" b="0" i="0">
                                  <a:latin typeface="Cambria Math"/>
                                  <a:ea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800" b="0" i="0">
                                  <a:latin typeface="Cambria Math"/>
                                  <a:ea typeface="Cambria Math"/>
                                </a:rPr>
                                <m:t>D</m:t>
                              </m:r>
                            </m:sub>
                          </m:sSub>
                        </m:num>
                        <m:den>
                          <m:r>
                            <a:rPr lang="en-AU" sz="2800" b="0" i="0">
                              <a:latin typeface="Cambria Math"/>
                              <a:ea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AU" sz="2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800" b="0" i="0">
                                  <a:latin typeface="Cambria Math"/>
                                  <a:ea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800" b="0" i="0">
                                  <a:latin typeface="Cambria Math"/>
                                  <a:ea typeface="Cambria Math"/>
                                </a:rPr>
                                <m:t>DS</m:t>
                              </m:r>
                            </m:sub>
                          </m:sSub>
                        </m:den>
                      </m:f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800" b="0" i="0" dirty="0">
                          <a:latin typeface="Cambria Math"/>
                          <a:ea typeface="Cambria Math"/>
                        </a:rPr>
                        <m:t>λ</m:t>
                      </m:r>
                      <m:sSub>
                        <m:sSubPr>
                          <m:ctrlPr>
                            <a:rPr lang="el-GR" sz="280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dirty="0" smtClean="0">
                              <a:latin typeface="Cambria Math"/>
                              <a:ea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dirty="0" smtClean="0">
                              <a:latin typeface="Cambria Math"/>
                              <a:ea typeface="Cambria Math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6A23342-258F-8848-F2EF-093162479B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296" y="2953068"/>
                <a:ext cx="2774402" cy="9841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496C8EE-A3CE-E41A-A390-F12626F6890F}"/>
                  </a:ext>
                </a:extLst>
              </p:cNvPr>
              <p:cNvSpPr/>
              <p:nvPr/>
            </p:nvSpPr>
            <p:spPr>
              <a:xfrm>
                <a:off x="3343296" y="3986517"/>
                <a:ext cx="2774402" cy="9722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o</m:t>
                          </m:r>
                        </m:sub>
                      </m:sSub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2800" b="0" i="0" dirty="0">
                              <a:latin typeface="Cambria Math"/>
                              <a:ea typeface="Cambria Math"/>
                            </a:rPr>
                            <m:t>λ</m:t>
                          </m:r>
                          <m:sSub>
                            <m:sSubPr>
                              <m:ctrlPr>
                                <a:rPr lang="el-GR" sz="2800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800" b="0" i="0" dirty="0">
                                  <a:latin typeface="Cambria Math"/>
                                  <a:ea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800" b="0" i="0" dirty="0">
                                  <a:latin typeface="Cambria Math"/>
                                  <a:ea typeface="Cambria Math"/>
                                </a:rPr>
                                <m:t>D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496C8EE-A3CE-E41A-A390-F12626F689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296" y="3986517"/>
                <a:ext cx="2774402" cy="9722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>
            <a:extLst>
              <a:ext uri="{FF2B5EF4-FFF2-40B4-BE49-F238E27FC236}">
                <a16:creationId xmlns:a16="http://schemas.microsoft.com/office/drawing/2014/main" id="{DF311488-0E1F-A1DF-9BE9-C165D608E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3439" y="2507976"/>
            <a:ext cx="3227897" cy="3107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2169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35297"/>
            <a:ext cx="12192000" cy="722703"/>
            <a:chOff x="0" y="6128881"/>
            <a:chExt cx="12192000" cy="722703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8881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2452" y="596714"/>
                <a:ext cx="11867091" cy="5513168"/>
              </a:xfrm>
            </p:spPr>
            <p:txBody>
              <a:bodyPr>
                <a:normAutofit fontScale="55000" lnSpcReduction="20000"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AU" sz="5100" dirty="0">
                    <a:latin typeface="Arial" panose="020B0604020202020204" pitchFamily="34" charset="0"/>
                    <a:cs typeface="Arial" panose="020B0604020202020204" pitchFamily="34" charset="0"/>
                  </a:rPr>
                  <a:t>Simple current mirror (Q1 and Q2 in saturation)</a:t>
                </a:r>
              </a:p>
              <a:p>
                <a:pPr marL="914400" lvl="2" indent="0">
                  <a:buNone/>
                </a:pPr>
                <a:endParaRPr lang="en-AU" dirty="0"/>
              </a:p>
              <a:p>
                <a:pPr marL="914400" lvl="2" indent="0">
                  <a:buNone/>
                </a:pPr>
                <a:endParaRPr lang="en-AU" sz="2000" dirty="0">
                  <a:latin typeface="+mn-lt"/>
                </a:endParaRPr>
              </a:p>
              <a:p>
                <a:pPr marL="914400" lvl="2" indent="0">
                  <a:buNone/>
                </a:pPr>
                <a:endParaRPr lang="en-AU" dirty="0"/>
              </a:p>
              <a:p>
                <a:pPr marL="914400" lvl="2" indent="0">
                  <a:buNone/>
                </a:pPr>
                <a:endParaRPr lang="en-AU" sz="2000" dirty="0">
                  <a:latin typeface="+mn-lt"/>
                </a:endParaRPr>
              </a:p>
              <a:p>
                <a:pPr marL="914400" lvl="2" indent="0">
                  <a:buNone/>
                </a:pPr>
                <a:endParaRPr lang="en-AU" dirty="0"/>
              </a:p>
              <a:p>
                <a:pPr marL="914400" lvl="2" indent="0">
                  <a:buNone/>
                </a:pPr>
                <a:endParaRPr lang="en-AU" sz="2000" dirty="0">
                  <a:latin typeface="+mn-lt"/>
                </a:endParaRPr>
              </a:p>
              <a:p>
                <a:pPr marL="914400" lvl="2" indent="0">
                  <a:buNone/>
                </a:pPr>
                <a:endParaRPr lang="en-AU" dirty="0"/>
              </a:p>
              <a:p>
                <a:pPr marL="914400" lvl="2" indent="0">
                  <a:buNone/>
                </a:pPr>
                <a:endParaRPr lang="en-AU" sz="2000" dirty="0">
                  <a:latin typeface="+mn-lt"/>
                </a:endParaRPr>
              </a:p>
              <a:p>
                <a:pPr marL="914400" lvl="2" indent="0">
                  <a:buNone/>
                </a:pPr>
                <a:endParaRPr lang="en-AU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AU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AU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AU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AU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AU" dirty="0">
                  <a:effectLst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AU" sz="51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Usually,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5100" b="0" i="0" dirty="0">
                        <a:effectLst/>
                        <a:latin typeface="Cambria Math" panose="02040503050406030204" pitchFamily="18" charset="0"/>
                        <a:ea typeface="Cambria Math"/>
                      </a:rPr>
                      <m:t>λ</m:t>
                    </m:r>
                  </m:oMath>
                </a14:m>
                <a:r>
                  <a:rPr lang="en-AU" sz="51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is sufficiently small such that the I</a:t>
                </a:r>
                <a:r>
                  <a:rPr lang="en-AU" sz="5100" baseline="-250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  <a:r>
                  <a:rPr lang="en-AU" sz="51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: I</a:t>
                </a:r>
                <a:r>
                  <a:rPr lang="en-AU" sz="5100" baseline="-250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REF</a:t>
                </a:r>
                <a:r>
                  <a:rPr lang="en-AU" sz="51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is determined by the aspect ratio of W</a:t>
                </a:r>
                <a:r>
                  <a:rPr lang="en-AU" sz="5100" baseline="-250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AU" sz="51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/L</a:t>
                </a:r>
                <a:r>
                  <a:rPr lang="en-AU" sz="5100" baseline="-250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AU" sz="51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: W</a:t>
                </a:r>
                <a:r>
                  <a:rPr lang="en-AU" sz="5100" baseline="-250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AU" sz="51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/L</a:t>
                </a:r>
                <a:r>
                  <a:rPr lang="en-AU" sz="5100" baseline="-250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AU" sz="5100" i="1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lang="en-AU" sz="51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This flexibility is at the disposal of the IC designer i.e. One can determine the desired current ratio by choosing the transistor sizes.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AU" sz="51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Again, the output resistance is given by:</a:t>
                </a:r>
              </a:p>
              <a:p>
                <a:pPr marL="914400" lvl="2" indent="0">
                  <a:buNone/>
                </a:pPr>
                <a:endParaRPr lang="en-AU" sz="2000" dirty="0">
                  <a:latin typeface="+mn-lt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dirty="0">
                  <a:latin typeface="Arial"/>
                  <a:cs typeface="Arial"/>
                </a:endParaRPr>
              </a:p>
              <a:p>
                <a:pPr marL="927100" marR="673100" lvl="1" indent="-457200">
                  <a:buFont typeface="Wingdings" panose="05000000000000000000" pitchFamily="2" charset="2"/>
                  <a:buChar char="§"/>
                </a:pPr>
                <a:endParaRPr lang="en-AU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  <a:p>
                <a:pPr marL="927100" marR="673100" lvl="2" indent="0">
                  <a:buNone/>
                </a:pPr>
                <a:endParaRPr lang="en-AU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  <a:p>
                <a:pPr marL="12700" marR="673100" indent="0">
                  <a:buNone/>
                </a:pPr>
                <a:endParaRPr lang="en-AU" dirty="0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2452" y="596714"/>
                <a:ext cx="11867091" cy="5513168"/>
              </a:xfrm>
              <a:blipFill>
                <a:blip r:embed="rId3"/>
                <a:stretch>
                  <a:fillRect l="-925" t="-34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2">
            <a:extLst>
              <a:ext uri="{FF2B5EF4-FFF2-40B4-BE49-F238E27FC236}">
                <a16:creationId xmlns:a16="http://schemas.microsoft.com/office/drawing/2014/main" id="{82B7A9D2-887A-F8AC-285D-FAC11F0AE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493" y="542703"/>
            <a:ext cx="3580787" cy="344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9602C57-7826-09CF-4432-0B54C10E759A}"/>
                  </a:ext>
                </a:extLst>
              </p:cNvPr>
              <p:cNvSpPr/>
              <p:nvPr/>
            </p:nvSpPr>
            <p:spPr>
              <a:xfrm>
                <a:off x="3486305" y="897271"/>
                <a:ext cx="229123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GS</m:t>
                        </m:r>
                        <m:r>
                          <a:rPr lang="en-AU" sz="2800" b="0" i="0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GS</m:t>
                        </m:r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9602C57-7826-09CF-4432-0B54C10E75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305" y="897271"/>
                <a:ext cx="229123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E1C11B9-70BF-BC3E-6F82-293359E5DEFB}"/>
                  </a:ext>
                </a:extLst>
              </p:cNvPr>
              <p:cNvSpPr/>
              <p:nvPr/>
            </p:nvSpPr>
            <p:spPr>
              <a:xfrm>
                <a:off x="1581415" y="1365333"/>
                <a:ext cx="7023173" cy="712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REF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sSup>
                      <m:sSup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  <m:r>
                              <a:rPr lang="en-AU" sz="2800" b="0" i="0" baseline="-25000" dirty="0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  <m:r>
                              <a:rPr lang="en-AU" sz="2800" b="0" i="0" baseline="-25000" dirty="0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G</m:t>
                            </m:r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S</m:t>
                            </m:r>
                            <m: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  <m:sup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l-GR" sz="2800" b="0" i="0" dirty="0" smtClean="0">
                            <a:latin typeface="Cambria Math"/>
                            <a:ea typeface="Cambria Math"/>
                          </a:rPr>
                          <m:t>λ</m:t>
                        </m:r>
                        <m:r>
                          <a:rPr lang="en-AU" sz="2800" b="0" i="0" baseline="-25000" dirty="0" smtClean="0">
                            <a:latin typeface="Cambria Math"/>
                            <a:ea typeface="Cambria Math"/>
                          </a:rPr>
                          <m:t>1</m:t>
                        </m:r>
                        <m:sSub>
                          <m:sSubPr>
                            <m:ctrlPr>
                              <a:rPr lang="el-GR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DS</m:t>
                            </m:r>
                            <m: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E1C11B9-70BF-BC3E-6F82-293359E5DE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415" y="1365333"/>
                <a:ext cx="7023173" cy="712631"/>
              </a:xfrm>
              <a:prstGeom prst="rect">
                <a:avLst/>
              </a:prstGeom>
              <a:blipFill>
                <a:blip r:embed="rId8"/>
                <a:stretch>
                  <a:fillRect b="-42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432C5A6-9DCD-BE8E-4DAA-7A0C72384F5B}"/>
                  </a:ext>
                </a:extLst>
              </p:cNvPr>
              <p:cNvSpPr/>
              <p:nvPr/>
            </p:nvSpPr>
            <p:spPr>
              <a:xfrm>
                <a:off x="1891493" y="2050238"/>
                <a:ext cx="7023173" cy="712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I</m:t>
                        </m:r>
                      </m:e>
                      <m:sub>
                        <m:r>
                          <a:rPr lang="en-AU" sz="2800" b="0" i="0" smtClean="0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AU" sz="2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0" i="0" dirty="0">
                            <a:latin typeface="Cambria Math"/>
                            <a:ea typeface="Cambria Math"/>
                          </a:rPr>
                          <m:t>ox</m:t>
                        </m:r>
                      </m:sub>
                    </m:sSub>
                    <m:sSup>
                      <m:sSup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W</m:t>
                            </m:r>
                            <m:r>
                              <a:rPr lang="en-AU" sz="2800" b="0" i="0" baseline="-25000" dirty="0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L</m:t>
                            </m:r>
                            <m:r>
                              <a:rPr lang="en-AU" sz="2800" b="0" i="0" baseline="-25000" dirty="0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G</m:t>
                            </m:r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S</m:t>
                            </m:r>
                            <m: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AU" sz="2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>
                                <a:latin typeface="Cambria Math"/>
                                <a:ea typeface="Cambria Math"/>
                              </a:rPr>
                              <m:t>T</m:t>
                            </m:r>
                          </m:sub>
                        </m:sSub>
                        <m:r>
                          <a:rPr lang="en-AU" sz="2800" b="0" i="0" dirty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  <m:sup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AU" sz="28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AU" sz="2800" b="0" i="0" dirty="0" smtClean="0">
                            <a:latin typeface="Cambria Math"/>
                            <a:ea typeface="Cambria Math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l-GR" sz="2800" b="0" i="0" dirty="0" smtClean="0">
                            <a:latin typeface="Cambria Math"/>
                            <a:ea typeface="Cambria Math"/>
                          </a:rPr>
                          <m:t>λ</m:t>
                        </m:r>
                        <m:r>
                          <a:rPr lang="en-AU" sz="2800" b="0" i="0" baseline="-25000" dirty="0" smtClean="0">
                            <a:latin typeface="Cambria Math"/>
                            <a:ea typeface="Cambria Math"/>
                          </a:rPr>
                          <m:t>2</m:t>
                        </m:r>
                        <m:sSub>
                          <m:sSubPr>
                            <m:ctrlPr>
                              <a:rPr lang="el-GR" sz="280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DS</m:t>
                            </m:r>
                            <m:r>
                              <a:rPr lang="en-AU" sz="2800" b="0" i="0" dirty="0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432C5A6-9DCD-BE8E-4DAA-7A0C72384F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493" y="2050238"/>
                <a:ext cx="7023173" cy="712631"/>
              </a:xfrm>
              <a:prstGeom prst="rect">
                <a:avLst/>
              </a:prstGeom>
              <a:blipFill>
                <a:blip r:embed="rId9"/>
                <a:stretch>
                  <a:fillRect b="-42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7BC8271-7FC4-6CFE-210E-F756C3F9F9D4}"/>
                  </a:ext>
                </a:extLst>
              </p:cNvPr>
              <p:cNvSpPr/>
              <p:nvPr/>
            </p:nvSpPr>
            <p:spPr>
              <a:xfrm>
                <a:off x="2497940" y="2556909"/>
                <a:ext cx="4528578" cy="13160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AU" sz="2400" dirty="0">
                              <a:ea typeface="Cambria Math"/>
                            </a:rPr>
                            <m:t> </m:t>
                          </m:r>
                          <m:d>
                            <m:dPr>
                              <m:ctrlPr>
                                <a:rPr lang="en-AU" sz="240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AU" sz="2400" b="0" i="0" dirty="0">
                                  <a:latin typeface="Cambria Math"/>
                                  <a:ea typeface="Cambria Math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el-GR" sz="2400" b="0" i="0" dirty="0">
                                  <a:latin typeface="Cambria Math"/>
                                  <a:ea typeface="Cambria Math"/>
                                </a:rPr>
                                <m:t>λ</m:t>
                              </m:r>
                              <m:sSub>
                                <m:sSubPr>
                                  <m:ctrlPr>
                                    <a:rPr lang="el-GR" sz="2400" i="1" dirty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400" b="0" i="0" dirty="0">
                                      <a:latin typeface="Cambria Math"/>
                                      <a:ea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AU" sz="2400" b="0" i="0" dirty="0">
                                      <a:latin typeface="Cambria Math"/>
                                      <a:ea typeface="Cambria Math"/>
                                    </a:rPr>
                                    <m:t>DS</m:t>
                                  </m:r>
                                  <m:r>
                                    <a:rPr lang="en-AU" sz="2400" b="0" i="0" dirty="0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f>
                            <m:fPr>
                              <m:ctrlPr>
                                <a:rPr lang="en-AU" sz="2400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AU" sz="2400" b="0" i="0" dirty="0">
                                  <a:latin typeface="Cambria Math"/>
                                  <a:ea typeface="Cambria Math"/>
                                </a:rPr>
                                <m:t>W</m:t>
                              </m:r>
                              <m:r>
                                <a:rPr lang="en-AU" sz="2400" b="0" i="0" baseline="-25000" dirty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AU" sz="2400" b="0" i="0" dirty="0">
                                  <a:latin typeface="Cambria Math"/>
                                  <a:ea typeface="Cambria Math"/>
                                </a:rPr>
                                <m:t>L</m:t>
                              </m:r>
                              <m:r>
                                <a:rPr lang="en-AU" sz="2400" b="0" i="0" baseline="-25000" dirty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m:rPr>
                              <m:nor/>
                            </m:rPr>
                            <a:rPr lang="en-AU" sz="2400" dirty="0">
                              <a:ea typeface="Cambria Math"/>
                            </a:rPr>
                            <m:t> </m:t>
                          </m:r>
                          <m:d>
                            <m:dPr>
                              <m:ctrlPr>
                                <a:rPr lang="en-AU" sz="240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AU" sz="2400" b="0" i="0" dirty="0">
                                  <a:latin typeface="Cambria Math"/>
                                  <a:ea typeface="Cambria Math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el-GR" sz="2400" b="0" i="0" dirty="0">
                                  <a:latin typeface="Cambria Math"/>
                                  <a:ea typeface="Cambria Math"/>
                                </a:rPr>
                                <m:t>λ</m:t>
                              </m:r>
                              <m:sSub>
                                <m:sSubPr>
                                  <m:ctrlPr>
                                    <a:rPr lang="el-GR" sz="2400" i="1" dirty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400" b="0" i="0" dirty="0">
                                      <a:latin typeface="Cambria Math"/>
                                      <a:ea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AU" sz="2400" b="0" i="0" dirty="0">
                                      <a:latin typeface="Cambria Math"/>
                                      <a:ea typeface="Cambria Math"/>
                                    </a:rPr>
                                    <m:t>DS</m:t>
                                  </m:r>
                                  <m:r>
                                    <a:rPr lang="en-AU" sz="2400" b="0" i="0" dirty="0"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f>
                            <m:fPr>
                              <m:ctrlPr>
                                <a:rPr lang="en-AU" sz="2400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AU" sz="2400" b="0" i="0" dirty="0">
                                  <a:latin typeface="Cambria Math"/>
                                  <a:ea typeface="Cambria Math"/>
                                </a:rPr>
                                <m:t>W</m:t>
                              </m:r>
                              <m:r>
                                <a:rPr lang="en-AU" sz="2400" b="0" i="0" baseline="-25000" dirty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AU" sz="2400" b="0" i="0" dirty="0">
                                  <a:latin typeface="Cambria Math"/>
                                  <a:ea typeface="Cambria Math"/>
                                </a:rPr>
                                <m:t>L</m:t>
                              </m:r>
                              <m:r>
                                <a:rPr lang="en-AU" sz="2400" b="0" i="0" baseline="-25000" dirty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den>
                          </m:f>
                        </m:den>
                      </m:f>
                      <m:r>
                        <a:rPr lang="en-AU" sz="2400" b="0" i="0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400" b="0" i="0" smtClean="0">
                                  <a:latin typeface="Cambria Math"/>
                                  <a:ea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400" b="0" i="0" smtClean="0">
                                  <a:latin typeface="Cambria Math"/>
                                  <a:ea typeface="Cambria Math"/>
                                </a:rPr>
                                <m:t>o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400" b="0" i="0" smtClean="0">
                                  <a:latin typeface="Cambria Math"/>
                                  <a:ea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400" b="0" i="0" smtClean="0">
                                  <a:latin typeface="Cambria Math"/>
                                  <a:ea typeface="Cambria Math"/>
                                </a:rPr>
                                <m:t>REF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7BC8271-7FC4-6CFE-210E-F756C3F9F9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940" y="2556909"/>
                <a:ext cx="4528578" cy="1316066"/>
              </a:xfrm>
              <a:prstGeom prst="rect">
                <a:avLst/>
              </a:prstGeom>
              <a:blipFill>
                <a:blip r:embed="rId10"/>
                <a:stretch>
                  <a:fillRect b="-9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3E84CF2-D18F-C563-93B7-E2A9DEB16D73}"/>
                  </a:ext>
                </a:extLst>
              </p:cNvPr>
              <p:cNvSpPr/>
              <p:nvPr/>
            </p:nvSpPr>
            <p:spPr>
              <a:xfrm>
                <a:off x="7795830" y="4904370"/>
                <a:ext cx="2016224" cy="9743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o</m:t>
                          </m:r>
                        </m:sub>
                      </m:sSub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2800" b="0" i="0" dirty="0">
                              <a:latin typeface="Cambria Math"/>
                              <a:ea typeface="Cambria Math"/>
                            </a:rPr>
                            <m:t>λ</m:t>
                          </m:r>
                          <m:sSub>
                            <m:sSubPr>
                              <m:ctrlPr>
                                <a:rPr lang="el-GR" sz="2800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2800" b="0" i="0" dirty="0">
                                  <a:latin typeface="Cambria Math"/>
                                  <a:ea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2800" b="0" i="0" dirty="0" smtClean="0">
                                  <a:latin typeface="Cambria Math"/>
                                  <a:ea typeface="Cambria Math"/>
                                </a:rPr>
                                <m:t>o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3E84CF2-D18F-C563-93B7-E2A9DEB16D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5830" y="4904370"/>
                <a:ext cx="2016224" cy="97430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087762C-4D7B-4618-4388-1BE66A839683}"/>
                  </a:ext>
                </a:extLst>
              </p14:cNvPr>
              <p14:cNvContentPartPr/>
              <p14:nvPr/>
            </p14:nvContentPartPr>
            <p14:xfrm>
              <a:off x="9808128" y="2749608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087762C-4D7B-4618-4388-1BE66A83968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799488" y="274060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64F638D-0DC4-F69A-531E-510ED50FD439}"/>
                  </a:ext>
                </a:extLst>
              </p14:cNvPr>
              <p14:cNvContentPartPr/>
              <p14:nvPr/>
            </p14:nvContentPartPr>
            <p14:xfrm>
              <a:off x="9632448" y="293428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64F638D-0DC4-F69A-531E-510ED50FD43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623808" y="2925288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9558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35297"/>
            <a:ext cx="12192000" cy="722703"/>
            <a:chOff x="0" y="6128881"/>
            <a:chExt cx="12192000" cy="722703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8881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endParaRPr lang="en-AU" sz="2000" dirty="0">
              <a:latin typeface="+mn-lt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29F4E924-414E-561A-F80F-30048C5A283F}"/>
              </a:ext>
            </a:extLst>
          </p:cNvPr>
          <p:cNvGrpSpPr/>
          <p:nvPr/>
        </p:nvGrpSpPr>
        <p:grpSpPr>
          <a:xfrm>
            <a:off x="1207872" y="815648"/>
            <a:ext cx="1318320" cy="413640"/>
            <a:chOff x="494640" y="1162375"/>
            <a:chExt cx="1318320" cy="41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D291FBB-1606-BB7E-4C9B-3EB1AFCA1636}"/>
                    </a:ext>
                  </a:extLst>
                </p14:cNvPr>
                <p14:cNvContentPartPr/>
                <p14:nvPr/>
              </p14:nvContentPartPr>
              <p14:xfrm>
                <a:off x="494640" y="1283335"/>
                <a:ext cx="142560" cy="18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0CCCAA5-8B6C-E624-8504-7C5F7FFF2C4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5640" y="1274695"/>
                  <a:ext cx="1602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F955C3E-31E2-2595-2B30-672000B36CD5}"/>
                    </a:ext>
                  </a:extLst>
                </p14:cNvPr>
                <p14:cNvContentPartPr/>
                <p14:nvPr/>
              </p14:nvContentPartPr>
              <p14:xfrm>
                <a:off x="529560" y="1384135"/>
                <a:ext cx="121680" cy="37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3F8F70C-B7BC-A33F-0B51-E1CCE69E99C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20560" y="1375135"/>
                  <a:ext cx="1393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C473656-BC4C-035F-9174-1D127633B9D9}"/>
                    </a:ext>
                  </a:extLst>
                </p14:cNvPr>
                <p14:cNvContentPartPr/>
                <p14:nvPr/>
              </p14:nvContentPartPr>
              <p14:xfrm>
                <a:off x="550800" y="1257775"/>
                <a:ext cx="271440" cy="168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4055F34-A95C-A25A-67CF-C2D05A16425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42160" y="1248775"/>
                  <a:ext cx="2890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19280DD-36AF-130B-D366-1482C7FD40CC}"/>
                    </a:ext>
                  </a:extLst>
                </p14:cNvPr>
                <p14:cNvContentPartPr/>
                <p14:nvPr/>
              </p14:nvContentPartPr>
              <p14:xfrm>
                <a:off x="730440" y="1273615"/>
                <a:ext cx="136800" cy="156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F528BB4-A43A-D073-F5DE-4A63316A011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21800" y="1264975"/>
                  <a:ext cx="1544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CA30F96-BD20-70E5-D947-811F6849C630}"/>
                    </a:ext>
                  </a:extLst>
                </p14:cNvPr>
                <p14:cNvContentPartPr/>
                <p14:nvPr/>
              </p14:nvContentPartPr>
              <p14:xfrm>
                <a:off x="871920" y="1162375"/>
                <a:ext cx="941040" cy="413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96C737C-6548-8E45-AB1D-D62980AEDAD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2920" y="1153375"/>
                  <a:ext cx="958680" cy="43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387856C-2838-EF6E-D6D4-C862DA82B7F3}"/>
              </a:ext>
            </a:extLst>
          </p:cNvPr>
          <p:cNvGrpSpPr/>
          <p:nvPr/>
        </p:nvGrpSpPr>
        <p:grpSpPr>
          <a:xfrm>
            <a:off x="3449952" y="1699448"/>
            <a:ext cx="482760" cy="321120"/>
            <a:chOff x="2736720" y="2046175"/>
            <a:chExt cx="482760" cy="32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83B17F7-B343-9F8C-B19C-CF0FFB745D46}"/>
                    </a:ext>
                  </a:extLst>
                </p14:cNvPr>
                <p14:cNvContentPartPr/>
                <p14:nvPr/>
              </p14:nvContentPartPr>
              <p14:xfrm>
                <a:off x="2736720" y="2143735"/>
                <a:ext cx="32760" cy="223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0DFFA07-B2FE-50C2-8610-319A0C7C037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727720" y="2134735"/>
                  <a:ext cx="504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16098B6-AF89-CF31-F430-493F30A21E41}"/>
                    </a:ext>
                  </a:extLst>
                </p14:cNvPr>
                <p14:cNvContentPartPr/>
                <p14:nvPr/>
              </p14:nvContentPartPr>
              <p14:xfrm>
                <a:off x="2833200" y="2271895"/>
                <a:ext cx="11520" cy="19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9CC0CE0-2044-379D-599C-302C1922C46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824200" y="2262895"/>
                  <a:ext cx="29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0912EDC-812C-3640-E149-BC91EE844FAF}"/>
                    </a:ext>
                  </a:extLst>
                </p14:cNvPr>
                <p14:cNvContentPartPr/>
                <p14:nvPr/>
              </p14:nvContentPartPr>
              <p14:xfrm>
                <a:off x="2883240" y="2074975"/>
                <a:ext cx="123120" cy="252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801FDBF-E63F-7776-F194-0C0BDB9F039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874600" y="2066335"/>
                  <a:ext cx="1407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90BB093-B300-ED48-5A86-14F53B200076}"/>
                    </a:ext>
                  </a:extLst>
                </p14:cNvPr>
                <p14:cNvContentPartPr/>
                <p14:nvPr/>
              </p14:nvContentPartPr>
              <p14:xfrm>
                <a:off x="3107160" y="2046175"/>
                <a:ext cx="112320" cy="237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EC16009-56A4-29A1-A7C4-962FB38836C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098520" y="2037535"/>
                  <a:ext cx="129960" cy="25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96FA62E-B0AB-86CF-D0ED-1464D9B10DE0}"/>
                  </a:ext>
                </a:extLst>
              </p14:cNvPr>
              <p14:cNvContentPartPr/>
              <p14:nvPr/>
            </p14:nvContentPartPr>
            <p14:xfrm>
              <a:off x="2915712" y="3378488"/>
              <a:ext cx="763920" cy="8002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96FA62E-B0AB-86CF-D0ED-1464D9B10DE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906716" y="3369484"/>
                <a:ext cx="781552" cy="817928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F3956AB2-3A8A-1ECE-2090-A27B6AE4E325}"/>
              </a:ext>
            </a:extLst>
          </p:cNvPr>
          <p:cNvGrpSpPr/>
          <p:nvPr/>
        </p:nvGrpSpPr>
        <p:grpSpPr>
          <a:xfrm>
            <a:off x="1501632" y="2239808"/>
            <a:ext cx="2588040" cy="2729520"/>
            <a:chOff x="788400" y="2586535"/>
            <a:chExt cx="2588040" cy="272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8AAACDA-D0A6-98B3-0109-00938F1BCB05}"/>
                    </a:ext>
                  </a:extLst>
                </p14:cNvPr>
                <p14:cNvContentPartPr/>
                <p14:nvPr/>
              </p14:nvContentPartPr>
              <p14:xfrm>
                <a:off x="876240" y="2703895"/>
                <a:ext cx="263160" cy="1757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DC94968-D232-B05F-36BA-2C0FE92F08B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67240" y="2695255"/>
                  <a:ext cx="280800" cy="177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8BBF3B2-674A-962D-D880-890EDB0AC2E4}"/>
                    </a:ext>
                  </a:extLst>
                </p14:cNvPr>
                <p14:cNvContentPartPr/>
                <p14:nvPr/>
              </p14:nvContentPartPr>
              <p14:xfrm>
                <a:off x="1207080" y="3053455"/>
                <a:ext cx="124560" cy="262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F100332-1D5B-C956-CA65-568D2FCF728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98440" y="3044455"/>
                  <a:ext cx="1422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3C8DC7F-1C96-79C5-F2CE-5F6B906423A6}"/>
                    </a:ext>
                  </a:extLst>
                </p14:cNvPr>
                <p14:cNvContentPartPr/>
                <p14:nvPr/>
              </p14:nvContentPartPr>
              <p14:xfrm>
                <a:off x="1354680" y="3237055"/>
                <a:ext cx="106560" cy="139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2F6CED5-AE0D-FEA1-1F10-1CBD6C58019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345680" y="3228415"/>
                  <a:ext cx="1242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A2A23A8-F0F0-1081-F24C-F8FF7D82C39D}"/>
                    </a:ext>
                  </a:extLst>
                </p14:cNvPr>
                <p14:cNvContentPartPr/>
                <p14:nvPr/>
              </p14:nvContentPartPr>
              <p14:xfrm>
                <a:off x="1320480" y="3247495"/>
                <a:ext cx="217080" cy="161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2D834FE-A92D-6A01-0009-C0612384218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311840" y="3238495"/>
                  <a:ext cx="2347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04AF85B-EB6B-A34E-146A-9411C403575D}"/>
                    </a:ext>
                  </a:extLst>
                </p14:cNvPr>
                <p14:cNvContentPartPr/>
                <p14:nvPr/>
              </p14:nvContentPartPr>
              <p14:xfrm>
                <a:off x="928080" y="2608855"/>
                <a:ext cx="156240" cy="166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1E44F1C-7B01-AD8E-F899-9D5C897931E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19440" y="2600215"/>
                  <a:ext cx="1738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92D0238-B7E2-F5CD-E03D-C4920526BC5E}"/>
                    </a:ext>
                  </a:extLst>
                </p14:cNvPr>
                <p14:cNvContentPartPr/>
                <p14:nvPr/>
              </p14:nvContentPartPr>
              <p14:xfrm>
                <a:off x="1551960" y="4544935"/>
                <a:ext cx="14760" cy="107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B0603A2-6C7D-A4F0-AB68-D7111B765EF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542960" y="4535935"/>
                  <a:ext cx="324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8345D18-4285-300E-270F-62C3255C5FDB}"/>
                    </a:ext>
                  </a:extLst>
                </p14:cNvPr>
                <p14:cNvContentPartPr/>
                <p14:nvPr/>
              </p14:nvContentPartPr>
              <p14:xfrm>
                <a:off x="1417680" y="4385815"/>
                <a:ext cx="12960" cy="403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096C2D4-C166-5FC4-4293-200610DF860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409040" y="4376815"/>
                  <a:ext cx="3060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22BBC1E-D7BB-33CB-5C4F-394350EAA3BE}"/>
                    </a:ext>
                  </a:extLst>
                </p14:cNvPr>
                <p14:cNvContentPartPr/>
                <p14:nvPr/>
              </p14:nvContentPartPr>
              <p14:xfrm>
                <a:off x="1220400" y="4688935"/>
                <a:ext cx="180000" cy="24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3CF9417-CF99-B24E-78E2-751D0A0E1E7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211760" y="4679935"/>
                  <a:ext cx="1976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5523D8E-494C-00DE-65D8-EB0F28AAB66A}"/>
                    </a:ext>
                  </a:extLst>
                </p14:cNvPr>
                <p14:cNvContentPartPr/>
                <p14:nvPr/>
              </p14:nvContentPartPr>
              <p14:xfrm>
                <a:off x="1200600" y="4718815"/>
                <a:ext cx="36720" cy="455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83759A0-0418-7D13-CDE1-8B65D02213F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91960" y="4710175"/>
                  <a:ext cx="5436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2683C97-1DC7-8581-6A2F-0745E190D26E}"/>
                    </a:ext>
                  </a:extLst>
                </p14:cNvPr>
                <p14:cNvContentPartPr/>
                <p14:nvPr/>
              </p14:nvContentPartPr>
              <p14:xfrm>
                <a:off x="1137960" y="4947055"/>
                <a:ext cx="122760" cy="115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B269900-7BED-57FE-06E6-22D0C56DA96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28960" y="4938415"/>
                  <a:ext cx="1404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8E76FC0-59C5-79CB-D321-752D21DA668F}"/>
                    </a:ext>
                  </a:extLst>
                </p14:cNvPr>
                <p14:cNvContentPartPr/>
                <p14:nvPr/>
              </p14:nvContentPartPr>
              <p14:xfrm>
                <a:off x="1038600" y="5182135"/>
                <a:ext cx="293760" cy="55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555FD8A-5A1C-C0C1-105D-C9F55A8CE61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29960" y="5173135"/>
                  <a:ext cx="3114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6145C5F-A18D-8C35-4EC5-CE6B17B0799B}"/>
                    </a:ext>
                  </a:extLst>
                </p14:cNvPr>
                <p14:cNvContentPartPr/>
                <p14:nvPr/>
              </p14:nvContentPartPr>
              <p14:xfrm>
                <a:off x="1139400" y="5258095"/>
                <a:ext cx="161640" cy="10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F39D1BA-ABA1-5B56-BFCA-1DB926EDAA6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30760" y="5249095"/>
                  <a:ext cx="1792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6E19DA5-D895-62E6-D29D-AA5F321DA542}"/>
                    </a:ext>
                  </a:extLst>
                </p14:cNvPr>
                <p14:cNvContentPartPr/>
                <p14:nvPr/>
              </p14:nvContentPartPr>
              <p14:xfrm>
                <a:off x="1132200" y="5309575"/>
                <a:ext cx="124920" cy="6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9CB219C-4D7A-5BB3-0816-23858619494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23200" y="5300935"/>
                  <a:ext cx="1425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1F9C507-27E6-3CF7-10A8-58E0DC778580}"/>
                    </a:ext>
                  </a:extLst>
                </p14:cNvPr>
                <p14:cNvContentPartPr/>
                <p14:nvPr/>
              </p14:nvContentPartPr>
              <p14:xfrm>
                <a:off x="788400" y="4492015"/>
                <a:ext cx="113040" cy="210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85B8C20-0CEF-CD80-A7AA-F284983A5A0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79400" y="4483375"/>
                  <a:ext cx="1306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E8CAD7C-94DB-00EE-FF47-DFE83D2491BE}"/>
                    </a:ext>
                  </a:extLst>
                </p14:cNvPr>
                <p14:cNvContentPartPr/>
                <p14:nvPr/>
              </p14:nvContentPartPr>
              <p14:xfrm>
                <a:off x="806400" y="4594975"/>
                <a:ext cx="76320" cy="102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CB579EF-4956-1899-E513-C64A8DB77C1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97760" y="4585975"/>
                  <a:ext cx="939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D5C32E6-0BEC-2FFA-C4DB-67A6881D3BA9}"/>
                    </a:ext>
                  </a:extLst>
                </p14:cNvPr>
                <p14:cNvContentPartPr/>
                <p14:nvPr/>
              </p14:nvContentPartPr>
              <p14:xfrm>
                <a:off x="914400" y="4620535"/>
                <a:ext cx="61920" cy="121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9721473-708B-F78C-1C1C-1257FE3B9BC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05760" y="4611895"/>
                  <a:ext cx="79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FB59F4B-75EA-287E-2A96-2B70F33C4B09}"/>
                    </a:ext>
                  </a:extLst>
                </p14:cNvPr>
                <p14:cNvContentPartPr/>
                <p14:nvPr/>
              </p14:nvContentPartPr>
              <p14:xfrm>
                <a:off x="1093680" y="4450255"/>
                <a:ext cx="292320" cy="16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9C6D2EC-B80B-F58B-65D3-A7FE9644F16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84680" y="4441255"/>
                  <a:ext cx="3099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42D39C5-7ED9-69A2-9141-FFF435868E8F}"/>
                    </a:ext>
                  </a:extLst>
                </p14:cNvPr>
                <p14:cNvContentPartPr/>
                <p14:nvPr/>
              </p14:nvContentPartPr>
              <p14:xfrm>
                <a:off x="1514880" y="4496695"/>
                <a:ext cx="21240" cy="169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2E26417-A596-6A0E-1754-D2E70D12288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505880" y="4487695"/>
                  <a:ext cx="388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9A42546-C755-28E0-5BD1-E9309D6CBFF5}"/>
                    </a:ext>
                  </a:extLst>
                </p14:cNvPr>
                <p14:cNvContentPartPr/>
                <p14:nvPr/>
              </p14:nvContentPartPr>
              <p14:xfrm>
                <a:off x="1556280" y="4488415"/>
                <a:ext cx="987480" cy="103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77CB6A0-6102-565A-B350-533FF643C01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547640" y="4479775"/>
                  <a:ext cx="10051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798F442-DBB2-8122-3D5E-94A291F475B8}"/>
                    </a:ext>
                  </a:extLst>
                </p14:cNvPr>
                <p14:cNvContentPartPr/>
                <p14:nvPr/>
              </p14:nvContentPartPr>
              <p14:xfrm>
                <a:off x="2540520" y="4369615"/>
                <a:ext cx="10800" cy="183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9FD1526-8AE4-CA27-48E9-BC4FDF21DAA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531880" y="4360615"/>
                  <a:ext cx="284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1721EB0-A03F-6412-048D-F4E6B9998998}"/>
                    </a:ext>
                  </a:extLst>
                </p14:cNvPr>
                <p14:cNvContentPartPr/>
                <p14:nvPr/>
              </p14:nvContentPartPr>
              <p14:xfrm>
                <a:off x="2666160" y="4256935"/>
                <a:ext cx="33480" cy="315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3230D24-8BE4-65C6-B8EE-C3D8E59106C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657520" y="4247935"/>
                  <a:ext cx="511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8523495-CFAA-A32D-87CE-5D5AE69E3AE1}"/>
                    </a:ext>
                  </a:extLst>
                </p14:cNvPr>
                <p14:cNvContentPartPr/>
                <p14:nvPr/>
              </p14:nvContentPartPr>
              <p14:xfrm>
                <a:off x="2712600" y="4432615"/>
                <a:ext cx="11520" cy="252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679423F-E0A0-2DC4-277B-8B283689E48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703960" y="4423615"/>
                  <a:ext cx="291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03A1299-6365-0071-2ECB-389D2EA2DF95}"/>
                    </a:ext>
                  </a:extLst>
                </p14:cNvPr>
                <p14:cNvContentPartPr/>
                <p14:nvPr/>
              </p14:nvContentPartPr>
              <p14:xfrm>
                <a:off x="2705760" y="4541695"/>
                <a:ext cx="300600" cy="27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CD76D2E-82D8-6D6B-DEC3-A4E37E41F70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696760" y="4532695"/>
                  <a:ext cx="3182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DF64E04-0C7E-C9E4-3096-645FBFC97391}"/>
                    </a:ext>
                  </a:extLst>
                </p14:cNvPr>
                <p14:cNvContentPartPr/>
                <p14:nvPr/>
              </p14:nvContentPartPr>
              <p14:xfrm>
                <a:off x="2859840" y="4504615"/>
                <a:ext cx="120600" cy="86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0294C0D-ACE3-97C9-C75C-7B0E6AADE1B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850840" y="4495975"/>
                  <a:ext cx="1382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B2AF17A-886B-32DD-5F8B-904D9BEBEC28}"/>
                    </a:ext>
                  </a:extLst>
                </p14:cNvPr>
                <p14:cNvContentPartPr/>
                <p14:nvPr/>
              </p14:nvContentPartPr>
              <p14:xfrm>
                <a:off x="3003120" y="4516495"/>
                <a:ext cx="50040" cy="399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6811394-98B6-996D-9AC8-11239FC40BC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994480" y="4507855"/>
                  <a:ext cx="6768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C8743DE-4E81-4988-A1B8-541A8FC3E73F}"/>
                    </a:ext>
                  </a:extLst>
                </p14:cNvPr>
                <p14:cNvContentPartPr/>
                <p14:nvPr/>
              </p14:nvContentPartPr>
              <p14:xfrm>
                <a:off x="2857320" y="4942735"/>
                <a:ext cx="246240" cy="47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8F8FC19-3C52-4C44-EE06-89B17671673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848680" y="4933735"/>
                  <a:ext cx="2638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0E9EC3E-9713-F21A-63B9-F89A5912523E}"/>
                    </a:ext>
                  </a:extLst>
                </p14:cNvPr>
                <p14:cNvContentPartPr/>
                <p14:nvPr/>
              </p14:nvContentPartPr>
              <p14:xfrm>
                <a:off x="2964600" y="5020855"/>
                <a:ext cx="28080" cy="2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A002D91-901D-A8BF-84C6-8C27A16BCEF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955600" y="5012215"/>
                  <a:ext cx="457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0358B28-106F-6A1B-2AD1-B46280455A9F}"/>
                    </a:ext>
                  </a:extLst>
                </p14:cNvPr>
                <p14:cNvContentPartPr/>
                <p14:nvPr/>
              </p14:nvContentPartPr>
              <p14:xfrm>
                <a:off x="2694960" y="4288255"/>
                <a:ext cx="294840" cy="41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03CCB9E-68A1-DA00-13A4-CABFDB39C22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686320" y="4279615"/>
                  <a:ext cx="3124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8223253-7E97-F2C8-3F4A-136FA377D3AF}"/>
                    </a:ext>
                  </a:extLst>
                </p14:cNvPr>
                <p14:cNvContentPartPr/>
                <p14:nvPr/>
              </p14:nvContentPartPr>
              <p14:xfrm>
                <a:off x="2736720" y="2643415"/>
                <a:ext cx="244440" cy="1644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8E0601E-ECEB-C29A-7F9A-CCA2F298008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728080" y="2634775"/>
                  <a:ext cx="262080" cy="166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B54089E-F0AE-2190-D9A0-21132FC3DC4F}"/>
                    </a:ext>
                  </a:extLst>
                </p14:cNvPr>
                <p14:cNvContentPartPr/>
                <p14:nvPr/>
              </p14:nvContentPartPr>
              <p14:xfrm>
                <a:off x="3066480" y="3081175"/>
                <a:ext cx="193680" cy="229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1DC9136-B50B-1835-02AC-C3245B55FAC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057840" y="3072535"/>
                  <a:ext cx="2113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B45C2A9-5C8D-BBAA-1CC4-3AA8C0134E73}"/>
                    </a:ext>
                  </a:extLst>
                </p14:cNvPr>
                <p14:cNvContentPartPr/>
                <p14:nvPr/>
              </p14:nvContentPartPr>
              <p14:xfrm>
                <a:off x="2762280" y="2586535"/>
                <a:ext cx="161640" cy="123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AB442D3-FD87-4748-30A1-490D35D33A7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753280" y="2577535"/>
                  <a:ext cx="179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5F9C94D-0410-9734-3CE3-7490D84DFE0F}"/>
                    </a:ext>
                  </a:extLst>
                </p14:cNvPr>
                <p14:cNvContentPartPr/>
                <p14:nvPr/>
              </p14:nvContentPartPr>
              <p14:xfrm>
                <a:off x="3179160" y="4086655"/>
                <a:ext cx="114840" cy="186840"/>
              </p14:xfrm>
            </p:contentPart>
          </mc:Choice>
          <mc:Fallback xmlns="">
            <p:pic>
              <p:nvPicPr>
                <p:cNvPr id="3073" name="Ink 3072">
                  <a:extLst>
                    <a:ext uri="{FF2B5EF4-FFF2-40B4-BE49-F238E27FC236}">
                      <a16:creationId xmlns:a16="http://schemas.microsoft.com/office/drawing/2014/main" id="{F4EC4FA9-24A6-EA0E-1A53-D72582DA12E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170520" y="4077655"/>
                  <a:ext cx="1324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FCB1333-3FB6-196D-AFCB-50903C14900B}"/>
                    </a:ext>
                  </a:extLst>
                </p14:cNvPr>
                <p14:cNvContentPartPr/>
                <p14:nvPr/>
              </p14:nvContentPartPr>
              <p14:xfrm>
                <a:off x="3224880" y="4144615"/>
                <a:ext cx="48960" cy="104400"/>
              </p14:xfrm>
            </p:contentPart>
          </mc:Choice>
          <mc:Fallback xmlns="">
            <p:pic>
              <p:nvPicPr>
                <p:cNvPr id="3075" name="Ink 3074">
                  <a:extLst>
                    <a:ext uri="{FF2B5EF4-FFF2-40B4-BE49-F238E27FC236}">
                      <a16:creationId xmlns:a16="http://schemas.microsoft.com/office/drawing/2014/main" id="{D4D5A6AC-ADA2-78C1-B908-496BE1AF09C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215880" y="4135975"/>
                  <a:ext cx="666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BB96A10-22AC-B6CA-F454-566A38BDCCD6}"/>
                    </a:ext>
                  </a:extLst>
                </p14:cNvPr>
                <p14:cNvContentPartPr/>
                <p14:nvPr/>
              </p14:nvContentPartPr>
              <p14:xfrm>
                <a:off x="3351240" y="4156495"/>
                <a:ext cx="25200" cy="186840"/>
              </p14:xfrm>
            </p:contentPart>
          </mc:Choice>
          <mc:Fallback xmlns="">
            <p:pic>
              <p:nvPicPr>
                <p:cNvPr id="3076" name="Ink 3075">
                  <a:extLst>
                    <a:ext uri="{FF2B5EF4-FFF2-40B4-BE49-F238E27FC236}">
                      <a16:creationId xmlns:a16="http://schemas.microsoft.com/office/drawing/2014/main" id="{A928DD0A-1B3B-330C-3821-7B2686B0FA5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342240" y="4147495"/>
                  <a:ext cx="42840" cy="20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1C73FA47-AB03-0547-E72F-A4AC0FE1EF82}"/>
                  </a:ext>
                </a:extLst>
              </p14:cNvPr>
              <p14:cNvContentPartPr/>
              <p14:nvPr/>
            </p14:nvContentPartPr>
            <p14:xfrm>
              <a:off x="3824352" y="3217568"/>
              <a:ext cx="214560" cy="2163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1C73FA47-AB03-0547-E72F-A4AC0FE1EF82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815352" y="3208568"/>
                <a:ext cx="232200" cy="23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E179E631-16A3-1FAB-7B01-11A7004F3E49}"/>
              </a:ext>
            </a:extLst>
          </p:cNvPr>
          <p:cNvGrpSpPr/>
          <p:nvPr/>
        </p:nvGrpSpPr>
        <p:grpSpPr>
          <a:xfrm>
            <a:off x="4703832" y="673808"/>
            <a:ext cx="4583880" cy="3136680"/>
            <a:chOff x="3990600" y="1020535"/>
            <a:chExt cx="4583880" cy="313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D46F997-0CC8-EAF4-E6E7-070B84987686}"/>
                    </a:ext>
                  </a:extLst>
                </p14:cNvPr>
                <p14:cNvContentPartPr/>
                <p14:nvPr/>
              </p14:nvContentPartPr>
              <p14:xfrm>
                <a:off x="4123440" y="1267495"/>
                <a:ext cx="194400" cy="192240"/>
              </p14:xfrm>
            </p:contentPart>
          </mc:Choice>
          <mc:Fallback xmlns="">
            <p:pic>
              <p:nvPicPr>
                <p:cNvPr id="3077" name="Ink 3076">
                  <a:extLst>
                    <a:ext uri="{FF2B5EF4-FFF2-40B4-BE49-F238E27FC236}">
                      <a16:creationId xmlns:a16="http://schemas.microsoft.com/office/drawing/2014/main" id="{97497F82-3F82-3FE1-861E-2621B4F2574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114800" y="1258495"/>
                  <a:ext cx="2120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5F711A7-8472-33AF-FDB6-91B8E36BC0D4}"/>
                    </a:ext>
                  </a:extLst>
                </p14:cNvPr>
                <p14:cNvContentPartPr/>
                <p14:nvPr/>
              </p14:nvContentPartPr>
              <p14:xfrm>
                <a:off x="4364640" y="1355695"/>
                <a:ext cx="20160" cy="189720"/>
              </p14:xfrm>
            </p:contentPart>
          </mc:Choice>
          <mc:Fallback xmlns="">
            <p:pic>
              <p:nvPicPr>
                <p:cNvPr id="3078" name="Ink 3077">
                  <a:extLst>
                    <a:ext uri="{FF2B5EF4-FFF2-40B4-BE49-F238E27FC236}">
                      <a16:creationId xmlns:a16="http://schemas.microsoft.com/office/drawing/2014/main" id="{212816A4-752B-36F4-B1D5-787E5CC560C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355640" y="1347055"/>
                  <a:ext cx="37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8407A9A-0C7A-0491-0687-0E1811AF382B}"/>
                    </a:ext>
                  </a:extLst>
                </p14:cNvPr>
                <p14:cNvContentPartPr/>
                <p14:nvPr/>
              </p14:nvContentPartPr>
              <p14:xfrm>
                <a:off x="4621320" y="1354255"/>
                <a:ext cx="179640" cy="90360"/>
              </p14:xfrm>
            </p:contentPart>
          </mc:Choice>
          <mc:Fallback xmlns="">
            <p:pic>
              <p:nvPicPr>
                <p:cNvPr id="3079" name="Ink 3078">
                  <a:extLst>
                    <a:ext uri="{FF2B5EF4-FFF2-40B4-BE49-F238E27FC236}">
                      <a16:creationId xmlns:a16="http://schemas.microsoft.com/office/drawing/2014/main" id="{70B29533-2DD5-EE0B-5B36-8CBFBA99728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612320" y="1345615"/>
                  <a:ext cx="1972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3D5B840-9AE7-82B2-B3AC-BE6CD880A312}"/>
                    </a:ext>
                  </a:extLst>
                </p14:cNvPr>
                <p14:cNvContentPartPr/>
                <p14:nvPr/>
              </p14:nvContentPartPr>
              <p14:xfrm>
                <a:off x="4602240" y="1243375"/>
                <a:ext cx="23760" cy="48600"/>
              </p14:xfrm>
            </p:contentPart>
          </mc:Choice>
          <mc:Fallback xmlns="">
            <p:pic>
              <p:nvPicPr>
                <p:cNvPr id="3080" name="Ink 3079">
                  <a:extLst>
                    <a:ext uri="{FF2B5EF4-FFF2-40B4-BE49-F238E27FC236}">
                      <a16:creationId xmlns:a16="http://schemas.microsoft.com/office/drawing/2014/main" id="{6F7F8181-23D8-2C74-B6A1-47B3C89C8B8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593600" y="1234375"/>
                  <a:ext cx="414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DA9619A-083D-D37E-BE64-55E65289B0AE}"/>
                    </a:ext>
                  </a:extLst>
                </p14:cNvPr>
                <p14:cNvContentPartPr/>
                <p14:nvPr/>
              </p14:nvContentPartPr>
              <p14:xfrm>
                <a:off x="5079600" y="1225375"/>
                <a:ext cx="45720" cy="189360"/>
              </p14:xfrm>
            </p:contentPart>
          </mc:Choice>
          <mc:Fallback xmlns="">
            <p:pic>
              <p:nvPicPr>
                <p:cNvPr id="3081" name="Ink 3080">
                  <a:extLst>
                    <a:ext uri="{FF2B5EF4-FFF2-40B4-BE49-F238E27FC236}">
                      <a16:creationId xmlns:a16="http://schemas.microsoft.com/office/drawing/2014/main" id="{7295AB8A-FF66-7582-CA38-FA7AFA3960F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070960" y="1216735"/>
                  <a:ext cx="633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0320005-ECE4-61A4-CA84-191F2C93EB04}"/>
                    </a:ext>
                  </a:extLst>
                </p14:cNvPr>
                <p14:cNvContentPartPr/>
                <p14:nvPr/>
              </p14:nvContentPartPr>
              <p14:xfrm>
                <a:off x="5190480" y="1147615"/>
                <a:ext cx="586440" cy="275040"/>
              </p14:xfrm>
            </p:contentPart>
          </mc:Choice>
          <mc:Fallback xmlns="">
            <p:pic>
              <p:nvPicPr>
                <p:cNvPr id="3082" name="Ink 3081">
                  <a:extLst>
                    <a:ext uri="{FF2B5EF4-FFF2-40B4-BE49-F238E27FC236}">
                      <a16:creationId xmlns:a16="http://schemas.microsoft.com/office/drawing/2014/main" id="{163905CF-9FFA-5A9A-8065-B50A8E90E94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181840" y="1138615"/>
                  <a:ext cx="6040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2FA5025-FD24-CC09-F071-DADB768E03C1}"/>
                    </a:ext>
                  </a:extLst>
                </p14:cNvPr>
                <p14:cNvContentPartPr/>
                <p14:nvPr/>
              </p14:nvContentPartPr>
              <p14:xfrm>
                <a:off x="5736240" y="1292695"/>
                <a:ext cx="138960" cy="101160"/>
              </p14:xfrm>
            </p:contentPart>
          </mc:Choice>
          <mc:Fallback xmlns="">
            <p:pic>
              <p:nvPicPr>
                <p:cNvPr id="3083" name="Ink 3082">
                  <a:extLst>
                    <a:ext uri="{FF2B5EF4-FFF2-40B4-BE49-F238E27FC236}">
                      <a16:creationId xmlns:a16="http://schemas.microsoft.com/office/drawing/2014/main" id="{8CCDD1ED-CC83-F323-591C-9A6645A31DD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727600" y="1283695"/>
                  <a:ext cx="1566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636FCF6-B276-7FD5-CE4C-856F96FB1908}"/>
                    </a:ext>
                  </a:extLst>
                </p14:cNvPr>
                <p14:cNvContentPartPr/>
                <p14:nvPr/>
              </p14:nvContentPartPr>
              <p14:xfrm>
                <a:off x="5935680" y="1087855"/>
                <a:ext cx="337320" cy="282960"/>
              </p14:xfrm>
            </p:contentPart>
          </mc:Choice>
          <mc:Fallback xmlns="">
            <p:pic>
              <p:nvPicPr>
                <p:cNvPr id="3084" name="Ink 3083">
                  <a:extLst>
                    <a:ext uri="{FF2B5EF4-FFF2-40B4-BE49-F238E27FC236}">
                      <a16:creationId xmlns:a16="http://schemas.microsoft.com/office/drawing/2014/main" id="{FCAF283B-2F79-105D-106F-3E551B4F0BD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927040" y="1079215"/>
                  <a:ext cx="3549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2002125-3761-46E9-F4AC-152D8931F1BA}"/>
                    </a:ext>
                  </a:extLst>
                </p14:cNvPr>
                <p14:cNvContentPartPr/>
                <p14:nvPr/>
              </p14:nvContentPartPr>
              <p14:xfrm>
                <a:off x="5994000" y="1150855"/>
                <a:ext cx="18720" cy="23040"/>
              </p14:xfrm>
            </p:contentPart>
          </mc:Choice>
          <mc:Fallback xmlns="">
            <p:pic>
              <p:nvPicPr>
                <p:cNvPr id="3085" name="Ink 3084">
                  <a:extLst>
                    <a:ext uri="{FF2B5EF4-FFF2-40B4-BE49-F238E27FC236}">
                      <a16:creationId xmlns:a16="http://schemas.microsoft.com/office/drawing/2014/main" id="{20EF79CD-35CD-4374-6025-901C85C3129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985360" y="1141855"/>
                  <a:ext cx="363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1BD9AEF-BD0A-1FD9-FA3C-7DC196878EB5}"/>
                    </a:ext>
                  </a:extLst>
                </p14:cNvPr>
                <p14:cNvContentPartPr/>
                <p14:nvPr/>
              </p14:nvContentPartPr>
              <p14:xfrm>
                <a:off x="6455160" y="1064455"/>
                <a:ext cx="54000" cy="287640"/>
              </p14:xfrm>
            </p:contentPart>
          </mc:Choice>
          <mc:Fallback xmlns="">
            <p:pic>
              <p:nvPicPr>
                <p:cNvPr id="3086" name="Ink 3085">
                  <a:extLst>
                    <a:ext uri="{FF2B5EF4-FFF2-40B4-BE49-F238E27FC236}">
                      <a16:creationId xmlns:a16="http://schemas.microsoft.com/office/drawing/2014/main" id="{A363CCE7-27B9-A18B-67EC-CB636367307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446160" y="1055455"/>
                  <a:ext cx="716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7DF4EB9-CD04-7F22-DC96-FD4AA73D7F72}"/>
                    </a:ext>
                  </a:extLst>
                </p14:cNvPr>
                <p14:cNvContentPartPr/>
                <p14:nvPr/>
              </p14:nvContentPartPr>
              <p14:xfrm>
                <a:off x="6458400" y="1151215"/>
                <a:ext cx="221400" cy="135000"/>
              </p14:xfrm>
            </p:contentPart>
          </mc:Choice>
          <mc:Fallback xmlns="">
            <p:pic>
              <p:nvPicPr>
                <p:cNvPr id="3087" name="Ink 3086">
                  <a:extLst>
                    <a:ext uri="{FF2B5EF4-FFF2-40B4-BE49-F238E27FC236}">
                      <a16:creationId xmlns:a16="http://schemas.microsoft.com/office/drawing/2014/main" id="{BC82BD8C-ED1F-2332-7DF3-F85FE8191A3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449760" y="1142575"/>
                  <a:ext cx="2390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B4F320D-064E-478B-8DF3-6FC00BA4D767}"/>
                    </a:ext>
                  </a:extLst>
                </p14:cNvPr>
                <p14:cNvContentPartPr/>
                <p14:nvPr/>
              </p14:nvContentPartPr>
              <p14:xfrm>
                <a:off x="6940080" y="1020535"/>
                <a:ext cx="179280" cy="220680"/>
              </p14:xfrm>
            </p:contentPart>
          </mc:Choice>
          <mc:Fallback xmlns="">
            <p:pic>
              <p:nvPicPr>
                <p:cNvPr id="3088" name="Ink 3087">
                  <a:extLst>
                    <a:ext uri="{FF2B5EF4-FFF2-40B4-BE49-F238E27FC236}">
                      <a16:creationId xmlns:a16="http://schemas.microsoft.com/office/drawing/2014/main" id="{B4694118-ED32-FA7A-9ACD-EBB239226F9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931440" y="1011535"/>
                  <a:ext cx="1969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79013E3-3F5F-E6F6-F913-021623057A53}"/>
                    </a:ext>
                  </a:extLst>
                </p14:cNvPr>
                <p14:cNvContentPartPr/>
                <p14:nvPr/>
              </p14:nvContentPartPr>
              <p14:xfrm>
                <a:off x="7250040" y="1154095"/>
                <a:ext cx="96840" cy="160560"/>
              </p14:xfrm>
            </p:contentPart>
          </mc:Choice>
          <mc:Fallback xmlns="">
            <p:pic>
              <p:nvPicPr>
                <p:cNvPr id="3089" name="Ink 3088">
                  <a:extLst>
                    <a:ext uri="{FF2B5EF4-FFF2-40B4-BE49-F238E27FC236}">
                      <a16:creationId xmlns:a16="http://schemas.microsoft.com/office/drawing/2014/main" id="{A4D41787-CDEC-A8BB-3992-4E8B6B7E428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241400" y="1145095"/>
                  <a:ext cx="1144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77209CB-1EA1-1776-8BCD-A88B26A21678}"/>
                    </a:ext>
                  </a:extLst>
                </p14:cNvPr>
                <p14:cNvContentPartPr/>
                <p14:nvPr/>
              </p14:nvContentPartPr>
              <p14:xfrm>
                <a:off x="4038840" y="1772935"/>
                <a:ext cx="36360" cy="207360"/>
              </p14:xfrm>
            </p:contentPart>
          </mc:Choice>
          <mc:Fallback xmlns="">
            <p:pic>
              <p:nvPicPr>
                <p:cNvPr id="3096" name="Ink 3095">
                  <a:extLst>
                    <a:ext uri="{FF2B5EF4-FFF2-40B4-BE49-F238E27FC236}">
                      <a16:creationId xmlns:a16="http://schemas.microsoft.com/office/drawing/2014/main" id="{8FB6262B-0651-7CDD-3229-228468F4548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030200" y="1764295"/>
                  <a:ext cx="540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25B669C-F2B5-03EE-F68B-EA8AA64E19E1}"/>
                    </a:ext>
                  </a:extLst>
                </p14:cNvPr>
                <p14:cNvContentPartPr/>
                <p14:nvPr/>
              </p14:nvContentPartPr>
              <p14:xfrm>
                <a:off x="4027320" y="1774015"/>
                <a:ext cx="156600" cy="71280"/>
              </p14:xfrm>
            </p:contentPart>
          </mc:Choice>
          <mc:Fallback xmlns="">
            <p:pic>
              <p:nvPicPr>
                <p:cNvPr id="3097" name="Ink 3096">
                  <a:extLst>
                    <a:ext uri="{FF2B5EF4-FFF2-40B4-BE49-F238E27FC236}">
                      <a16:creationId xmlns:a16="http://schemas.microsoft.com/office/drawing/2014/main" id="{8F044519-D607-019C-4236-A03E2381C60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018680" y="1765375"/>
                  <a:ext cx="1742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8B28E49-2D6E-8BEA-155C-228F04435D96}"/>
                    </a:ext>
                  </a:extLst>
                </p14:cNvPr>
                <p14:cNvContentPartPr/>
                <p14:nvPr/>
              </p14:nvContentPartPr>
              <p14:xfrm>
                <a:off x="3990600" y="1701295"/>
                <a:ext cx="685440" cy="263160"/>
              </p14:xfrm>
            </p:contentPart>
          </mc:Choice>
          <mc:Fallback xmlns="">
            <p:pic>
              <p:nvPicPr>
                <p:cNvPr id="3098" name="Ink 3097">
                  <a:extLst>
                    <a:ext uri="{FF2B5EF4-FFF2-40B4-BE49-F238E27FC236}">
                      <a16:creationId xmlns:a16="http://schemas.microsoft.com/office/drawing/2014/main" id="{75A629A0-C675-8AD5-66E2-A4B18A5E174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981600" y="1692655"/>
                  <a:ext cx="7030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596B703-1CFB-D97A-E4D4-7D6ECFBC7E1D}"/>
                    </a:ext>
                  </a:extLst>
                </p14:cNvPr>
                <p14:cNvContentPartPr/>
                <p14:nvPr/>
              </p14:nvContentPartPr>
              <p14:xfrm>
                <a:off x="4374720" y="1677535"/>
                <a:ext cx="5760" cy="12960"/>
              </p14:xfrm>
            </p:contentPart>
          </mc:Choice>
          <mc:Fallback xmlns="">
            <p:pic>
              <p:nvPicPr>
                <p:cNvPr id="3099" name="Ink 3098">
                  <a:extLst>
                    <a:ext uri="{FF2B5EF4-FFF2-40B4-BE49-F238E27FC236}">
                      <a16:creationId xmlns:a16="http://schemas.microsoft.com/office/drawing/2014/main" id="{A3AF4187-2791-0473-6BD7-04C835D2551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366080" y="1668895"/>
                  <a:ext cx="234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1786093-5929-E9FA-B3E4-A3A7292A0A03}"/>
                    </a:ext>
                  </a:extLst>
                </p14:cNvPr>
                <p14:cNvContentPartPr/>
                <p14:nvPr/>
              </p14:nvContentPartPr>
              <p14:xfrm>
                <a:off x="4982040" y="1644055"/>
                <a:ext cx="57960" cy="252720"/>
              </p14:xfrm>
            </p:contentPart>
          </mc:Choice>
          <mc:Fallback xmlns="">
            <p:pic>
              <p:nvPicPr>
                <p:cNvPr id="3100" name="Ink 3099">
                  <a:extLst>
                    <a:ext uri="{FF2B5EF4-FFF2-40B4-BE49-F238E27FC236}">
                      <a16:creationId xmlns:a16="http://schemas.microsoft.com/office/drawing/2014/main" id="{5A24F175-AA4E-DC08-BBE5-AB05014F862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973400" y="1635055"/>
                  <a:ext cx="756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ACEC1B9-734E-071F-C363-5AFF17661B13}"/>
                    </a:ext>
                  </a:extLst>
                </p14:cNvPr>
                <p14:cNvContentPartPr/>
                <p14:nvPr/>
              </p14:nvContentPartPr>
              <p14:xfrm>
                <a:off x="4962600" y="1675375"/>
                <a:ext cx="399240" cy="183960"/>
              </p14:xfrm>
            </p:contentPart>
          </mc:Choice>
          <mc:Fallback xmlns="">
            <p:pic>
              <p:nvPicPr>
                <p:cNvPr id="3101" name="Ink 3100">
                  <a:extLst>
                    <a:ext uri="{FF2B5EF4-FFF2-40B4-BE49-F238E27FC236}">
                      <a16:creationId xmlns:a16="http://schemas.microsoft.com/office/drawing/2014/main" id="{7FDBE9B6-BDA3-A14A-BEDD-EEA38B768FE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953960" y="1666375"/>
                  <a:ext cx="4168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14A4589-186F-466E-A208-42983620E4D1}"/>
                    </a:ext>
                  </a:extLst>
                </p14:cNvPr>
                <p14:cNvContentPartPr/>
                <p14:nvPr/>
              </p14:nvContentPartPr>
              <p14:xfrm>
                <a:off x="5629320" y="1636855"/>
                <a:ext cx="122760" cy="189000"/>
              </p14:xfrm>
            </p:contentPart>
          </mc:Choice>
          <mc:Fallback xmlns="">
            <p:pic>
              <p:nvPicPr>
                <p:cNvPr id="3102" name="Ink 3101">
                  <a:extLst>
                    <a:ext uri="{FF2B5EF4-FFF2-40B4-BE49-F238E27FC236}">
                      <a16:creationId xmlns:a16="http://schemas.microsoft.com/office/drawing/2014/main" id="{604720B6-815F-FA06-6797-F082FA0FB72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620680" y="1628215"/>
                  <a:ext cx="1404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139C3BD-230E-FA82-0869-5737FF6ED901}"/>
                    </a:ext>
                  </a:extLst>
                </p14:cNvPr>
                <p14:cNvContentPartPr/>
                <p14:nvPr/>
              </p14:nvContentPartPr>
              <p14:xfrm>
                <a:off x="5779080" y="1538215"/>
                <a:ext cx="631440" cy="233280"/>
              </p14:xfrm>
            </p:contentPart>
          </mc:Choice>
          <mc:Fallback xmlns="">
            <p:pic>
              <p:nvPicPr>
                <p:cNvPr id="3103" name="Ink 3102">
                  <a:extLst>
                    <a:ext uri="{FF2B5EF4-FFF2-40B4-BE49-F238E27FC236}">
                      <a16:creationId xmlns:a16="http://schemas.microsoft.com/office/drawing/2014/main" id="{42C5F2D1-62B1-CF36-6CDC-3B2057D50DB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770080" y="1529575"/>
                  <a:ext cx="6490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C1EC114-F96A-9CBC-2FAA-5186E39C8FE1}"/>
                    </a:ext>
                  </a:extLst>
                </p14:cNvPr>
                <p14:cNvContentPartPr/>
                <p14:nvPr/>
              </p14:nvContentPartPr>
              <p14:xfrm>
                <a:off x="6663960" y="1493575"/>
                <a:ext cx="165600" cy="312120"/>
              </p14:xfrm>
            </p:contentPart>
          </mc:Choice>
          <mc:Fallback xmlns="">
            <p:pic>
              <p:nvPicPr>
                <p:cNvPr id="3104" name="Ink 3103">
                  <a:extLst>
                    <a:ext uri="{FF2B5EF4-FFF2-40B4-BE49-F238E27FC236}">
                      <a16:creationId xmlns:a16="http://schemas.microsoft.com/office/drawing/2014/main" id="{D7FEAB61-26E4-7A0A-907A-0E7AD211B38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655320" y="1484935"/>
                  <a:ext cx="1832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19DE0F6-8475-8F1B-5B4E-6AC1F445619B}"/>
                    </a:ext>
                  </a:extLst>
                </p14:cNvPr>
                <p14:cNvContentPartPr/>
                <p14:nvPr/>
              </p14:nvContentPartPr>
              <p14:xfrm>
                <a:off x="7000200" y="1473055"/>
                <a:ext cx="184680" cy="192600"/>
              </p14:xfrm>
            </p:contentPart>
          </mc:Choice>
          <mc:Fallback xmlns="">
            <p:pic>
              <p:nvPicPr>
                <p:cNvPr id="3105" name="Ink 3104">
                  <a:extLst>
                    <a:ext uri="{FF2B5EF4-FFF2-40B4-BE49-F238E27FC236}">
                      <a16:creationId xmlns:a16="http://schemas.microsoft.com/office/drawing/2014/main" id="{6CD6996B-ECD3-AD02-B8C2-B4259146B09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991200" y="1464415"/>
                  <a:ext cx="2023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C2408D7-033C-A90B-F14D-E86C1A759D45}"/>
                    </a:ext>
                  </a:extLst>
                </p14:cNvPr>
                <p14:cNvContentPartPr/>
                <p14:nvPr/>
              </p14:nvContentPartPr>
              <p14:xfrm>
                <a:off x="7234560" y="1601215"/>
                <a:ext cx="276480" cy="153720"/>
              </p14:xfrm>
            </p:contentPart>
          </mc:Choice>
          <mc:Fallback xmlns="">
            <p:pic>
              <p:nvPicPr>
                <p:cNvPr id="3106" name="Ink 3105">
                  <a:extLst>
                    <a:ext uri="{FF2B5EF4-FFF2-40B4-BE49-F238E27FC236}">
                      <a16:creationId xmlns:a16="http://schemas.microsoft.com/office/drawing/2014/main" id="{613588F3-2391-79E3-F554-0560207AB86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225560" y="1592215"/>
                  <a:ext cx="2941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E9B7525-B9A3-7020-D992-0CD89DFD2297}"/>
                    </a:ext>
                  </a:extLst>
                </p14:cNvPr>
                <p14:cNvContentPartPr/>
                <p14:nvPr/>
              </p14:nvContentPartPr>
              <p14:xfrm>
                <a:off x="7707600" y="1358215"/>
                <a:ext cx="38160" cy="261360"/>
              </p14:xfrm>
            </p:contentPart>
          </mc:Choice>
          <mc:Fallback xmlns="">
            <p:pic>
              <p:nvPicPr>
                <p:cNvPr id="3111" name="Ink 3110">
                  <a:extLst>
                    <a:ext uri="{FF2B5EF4-FFF2-40B4-BE49-F238E27FC236}">
                      <a16:creationId xmlns:a16="http://schemas.microsoft.com/office/drawing/2014/main" id="{E0714A4D-C859-C133-422A-86B45E675BD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698600" y="1349575"/>
                  <a:ext cx="558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BCF90FD-73F5-41B5-B849-A1559E87C3AE}"/>
                    </a:ext>
                  </a:extLst>
                </p14:cNvPr>
                <p14:cNvContentPartPr/>
                <p14:nvPr/>
              </p14:nvContentPartPr>
              <p14:xfrm>
                <a:off x="7650720" y="1161655"/>
                <a:ext cx="704520" cy="410760"/>
              </p14:xfrm>
            </p:contentPart>
          </mc:Choice>
          <mc:Fallback xmlns="">
            <p:pic>
              <p:nvPicPr>
                <p:cNvPr id="3112" name="Ink 3111">
                  <a:extLst>
                    <a:ext uri="{FF2B5EF4-FFF2-40B4-BE49-F238E27FC236}">
                      <a16:creationId xmlns:a16="http://schemas.microsoft.com/office/drawing/2014/main" id="{B5DA2802-7CF6-EF64-C8D8-CC4019A4606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642080" y="1153015"/>
                  <a:ext cx="72216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4557ECA-A0ED-99F9-7FBC-CCC537A591B3}"/>
                    </a:ext>
                  </a:extLst>
                </p14:cNvPr>
                <p14:cNvContentPartPr/>
                <p14:nvPr/>
              </p14:nvContentPartPr>
              <p14:xfrm>
                <a:off x="8102160" y="1296655"/>
                <a:ext cx="249480" cy="35280"/>
              </p14:xfrm>
            </p:contentPart>
          </mc:Choice>
          <mc:Fallback xmlns="">
            <p:pic>
              <p:nvPicPr>
                <p:cNvPr id="3113" name="Ink 3112">
                  <a:extLst>
                    <a:ext uri="{FF2B5EF4-FFF2-40B4-BE49-F238E27FC236}">
                      <a16:creationId xmlns:a16="http://schemas.microsoft.com/office/drawing/2014/main" id="{E26B1FDD-2191-CBF8-C47B-1707EA983D8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093520" y="1288015"/>
                  <a:ext cx="267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3031176-AB23-EC2C-7F77-8799811F1D6B}"/>
                    </a:ext>
                  </a:extLst>
                </p14:cNvPr>
                <p14:cNvContentPartPr/>
                <p14:nvPr/>
              </p14:nvContentPartPr>
              <p14:xfrm>
                <a:off x="4096440" y="2211775"/>
                <a:ext cx="114120" cy="229320"/>
              </p14:xfrm>
            </p:contentPart>
          </mc:Choice>
          <mc:Fallback xmlns="">
            <p:pic>
              <p:nvPicPr>
                <p:cNvPr id="3117" name="Ink 3116">
                  <a:extLst>
                    <a:ext uri="{FF2B5EF4-FFF2-40B4-BE49-F238E27FC236}">
                      <a16:creationId xmlns:a16="http://schemas.microsoft.com/office/drawing/2014/main" id="{B9BC6C5F-1A82-6F76-5291-93716004A4D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087800" y="2203135"/>
                  <a:ext cx="1317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12BF8CA-0F91-73DC-7B47-03E578B4E5E5}"/>
                    </a:ext>
                  </a:extLst>
                </p14:cNvPr>
                <p14:cNvContentPartPr/>
                <p14:nvPr/>
              </p14:nvContentPartPr>
              <p14:xfrm>
                <a:off x="4228560" y="2082175"/>
                <a:ext cx="680760" cy="271800"/>
              </p14:xfrm>
            </p:contentPart>
          </mc:Choice>
          <mc:Fallback xmlns="">
            <p:pic>
              <p:nvPicPr>
                <p:cNvPr id="3118" name="Ink 3117">
                  <a:extLst>
                    <a:ext uri="{FF2B5EF4-FFF2-40B4-BE49-F238E27FC236}">
                      <a16:creationId xmlns:a16="http://schemas.microsoft.com/office/drawing/2014/main" id="{80E38DDF-3FAA-9535-55C9-D84E70A1DBA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219560" y="2073175"/>
                  <a:ext cx="6984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1ED403A-1B2F-1397-5797-CFBB67A6ECDF}"/>
                    </a:ext>
                  </a:extLst>
                </p14:cNvPr>
                <p14:cNvContentPartPr/>
                <p14:nvPr/>
              </p14:nvContentPartPr>
              <p14:xfrm>
                <a:off x="4854960" y="2156695"/>
                <a:ext cx="165960" cy="141480"/>
              </p14:xfrm>
            </p:contentPart>
          </mc:Choice>
          <mc:Fallback xmlns="">
            <p:pic>
              <p:nvPicPr>
                <p:cNvPr id="3119" name="Ink 3118">
                  <a:extLst>
                    <a:ext uri="{FF2B5EF4-FFF2-40B4-BE49-F238E27FC236}">
                      <a16:creationId xmlns:a16="http://schemas.microsoft.com/office/drawing/2014/main" id="{2FDBE087-C98D-0177-ECAD-B8089116EE3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846320" y="2147695"/>
                  <a:ext cx="1836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0DAE92E-47D5-8DBA-FF8D-69799C483524}"/>
                    </a:ext>
                  </a:extLst>
                </p14:cNvPr>
                <p14:cNvContentPartPr/>
                <p14:nvPr/>
              </p14:nvContentPartPr>
              <p14:xfrm>
                <a:off x="5234760" y="2139055"/>
                <a:ext cx="32400" cy="144360"/>
              </p14:xfrm>
            </p:contentPart>
          </mc:Choice>
          <mc:Fallback xmlns="">
            <p:pic>
              <p:nvPicPr>
                <p:cNvPr id="3120" name="Ink 3119">
                  <a:extLst>
                    <a:ext uri="{FF2B5EF4-FFF2-40B4-BE49-F238E27FC236}">
                      <a16:creationId xmlns:a16="http://schemas.microsoft.com/office/drawing/2014/main" id="{F2A75866-4A88-0D7C-0C3E-31E1451E9EF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226120" y="2130055"/>
                  <a:ext cx="500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E06662E-BDDB-3B99-6D67-017B551BEDA2}"/>
                    </a:ext>
                  </a:extLst>
                </p14:cNvPr>
                <p14:cNvContentPartPr/>
                <p14:nvPr/>
              </p14:nvContentPartPr>
              <p14:xfrm>
                <a:off x="5310360" y="2069935"/>
                <a:ext cx="12960" cy="7560"/>
              </p14:xfrm>
            </p:contentPart>
          </mc:Choice>
          <mc:Fallback xmlns="">
            <p:pic>
              <p:nvPicPr>
                <p:cNvPr id="3121" name="Ink 3120">
                  <a:extLst>
                    <a:ext uri="{FF2B5EF4-FFF2-40B4-BE49-F238E27FC236}">
                      <a16:creationId xmlns:a16="http://schemas.microsoft.com/office/drawing/2014/main" id="{74E74A4D-8E0D-49D8-F3C1-0374B30FC5E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301360" y="2061295"/>
                  <a:ext cx="306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8BFFA6B-823A-6C8B-1B98-2948B14272A3}"/>
                    </a:ext>
                  </a:extLst>
                </p14:cNvPr>
                <p14:cNvContentPartPr/>
                <p14:nvPr/>
              </p14:nvContentPartPr>
              <p14:xfrm>
                <a:off x="5360040" y="2137615"/>
                <a:ext cx="143280" cy="77400"/>
              </p14:xfrm>
            </p:contentPart>
          </mc:Choice>
          <mc:Fallback xmlns="">
            <p:pic>
              <p:nvPicPr>
                <p:cNvPr id="3122" name="Ink 3121">
                  <a:extLst>
                    <a:ext uri="{FF2B5EF4-FFF2-40B4-BE49-F238E27FC236}">
                      <a16:creationId xmlns:a16="http://schemas.microsoft.com/office/drawing/2014/main" id="{CB60A321-85CA-4305-5229-A40F95D47C06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351400" y="2128975"/>
                  <a:ext cx="1609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2042ECB-5DF9-9CBF-AABA-4BD969BBECE1}"/>
                    </a:ext>
                  </a:extLst>
                </p14:cNvPr>
                <p14:cNvContentPartPr/>
                <p14:nvPr/>
              </p14:nvContentPartPr>
              <p14:xfrm>
                <a:off x="5693400" y="2001535"/>
                <a:ext cx="216000" cy="221400"/>
              </p14:xfrm>
            </p:contentPart>
          </mc:Choice>
          <mc:Fallback xmlns="">
            <p:pic>
              <p:nvPicPr>
                <p:cNvPr id="3124" name="Ink 3123">
                  <a:extLst>
                    <a:ext uri="{FF2B5EF4-FFF2-40B4-BE49-F238E27FC236}">
                      <a16:creationId xmlns:a16="http://schemas.microsoft.com/office/drawing/2014/main" id="{B81A190F-BEFB-90D0-502E-AFCEBDD6AF5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684400" y="1992895"/>
                  <a:ext cx="2336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7F18DCF-4432-5C6B-91B0-63AEF27971C7}"/>
                    </a:ext>
                  </a:extLst>
                </p14:cNvPr>
                <p14:cNvContentPartPr/>
                <p14:nvPr/>
              </p14:nvContentPartPr>
              <p14:xfrm>
                <a:off x="5769000" y="2140855"/>
                <a:ext cx="58680" cy="61200"/>
              </p14:xfrm>
            </p:contentPart>
          </mc:Choice>
          <mc:Fallback xmlns="">
            <p:pic>
              <p:nvPicPr>
                <p:cNvPr id="3125" name="Ink 3124">
                  <a:extLst>
                    <a:ext uri="{FF2B5EF4-FFF2-40B4-BE49-F238E27FC236}">
                      <a16:creationId xmlns:a16="http://schemas.microsoft.com/office/drawing/2014/main" id="{239D0C15-ECC7-EF88-272F-806CA957525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760360" y="2132215"/>
                  <a:ext cx="763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E0DC48E-624C-3584-1EFD-14B4C9E27A15}"/>
                    </a:ext>
                  </a:extLst>
                </p14:cNvPr>
                <p14:cNvContentPartPr/>
                <p14:nvPr/>
              </p14:nvContentPartPr>
              <p14:xfrm>
                <a:off x="5942520" y="2130055"/>
                <a:ext cx="112680" cy="119880"/>
              </p14:xfrm>
            </p:contentPart>
          </mc:Choice>
          <mc:Fallback xmlns="">
            <p:pic>
              <p:nvPicPr>
                <p:cNvPr id="3126" name="Ink 3125">
                  <a:extLst>
                    <a:ext uri="{FF2B5EF4-FFF2-40B4-BE49-F238E27FC236}">
                      <a16:creationId xmlns:a16="http://schemas.microsoft.com/office/drawing/2014/main" id="{35954D9F-21EF-7768-D8B2-61E368BE89E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933880" y="2121055"/>
                  <a:ext cx="1303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FAC3C6E-1351-3BB9-D333-05D63F523EA5}"/>
                    </a:ext>
                  </a:extLst>
                </p14:cNvPr>
                <p14:cNvContentPartPr/>
                <p14:nvPr/>
              </p14:nvContentPartPr>
              <p14:xfrm>
                <a:off x="6204240" y="2080015"/>
                <a:ext cx="155520" cy="115200"/>
              </p14:xfrm>
            </p:contentPart>
          </mc:Choice>
          <mc:Fallback xmlns="">
            <p:pic>
              <p:nvPicPr>
                <p:cNvPr id="3127" name="Ink 3126">
                  <a:extLst>
                    <a:ext uri="{FF2B5EF4-FFF2-40B4-BE49-F238E27FC236}">
                      <a16:creationId xmlns:a16="http://schemas.microsoft.com/office/drawing/2014/main" id="{70F225A2-7960-608B-80D5-DB524219E31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195240" y="2071375"/>
                  <a:ext cx="1731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81B246B-79AC-E04A-7E4E-9828F1F28E1A}"/>
                    </a:ext>
                  </a:extLst>
                </p14:cNvPr>
                <p14:cNvContentPartPr/>
                <p14:nvPr/>
              </p14:nvContentPartPr>
              <p14:xfrm>
                <a:off x="6402960" y="2046175"/>
                <a:ext cx="56880" cy="236880"/>
              </p14:xfrm>
            </p:contentPart>
          </mc:Choice>
          <mc:Fallback xmlns="">
            <p:pic>
              <p:nvPicPr>
                <p:cNvPr id="3128" name="Ink 3127">
                  <a:extLst>
                    <a:ext uri="{FF2B5EF4-FFF2-40B4-BE49-F238E27FC236}">
                      <a16:creationId xmlns:a16="http://schemas.microsoft.com/office/drawing/2014/main" id="{EB66E759-6B95-E35A-C5C7-D05870C1799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394320" y="2037535"/>
                  <a:ext cx="745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12D85B6-BD0E-8F6F-8638-03CF407BE338}"/>
                    </a:ext>
                  </a:extLst>
                </p14:cNvPr>
                <p14:cNvContentPartPr/>
                <p14:nvPr/>
              </p14:nvContentPartPr>
              <p14:xfrm>
                <a:off x="6418080" y="2050135"/>
                <a:ext cx="75240" cy="113760"/>
              </p14:xfrm>
            </p:contentPart>
          </mc:Choice>
          <mc:Fallback xmlns="">
            <p:pic>
              <p:nvPicPr>
                <p:cNvPr id="3129" name="Ink 3128">
                  <a:extLst>
                    <a:ext uri="{FF2B5EF4-FFF2-40B4-BE49-F238E27FC236}">
                      <a16:creationId xmlns:a16="http://schemas.microsoft.com/office/drawing/2014/main" id="{586EB33F-4511-6955-B4B6-3A40CD96EE5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409080" y="2041495"/>
                  <a:ext cx="928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DF26AF9-7990-AB76-FE1B-52251DCDFDCC}"/>
                    </a:ext>
                  </a:extLst>
                </p14:cNvPr>
                <p14:cNvContentPartPr/>
                <p14:nvPr/>
              </p14:nvContentPartPr>
              <p14:xfrm>
                <a:off x="6528960" y="1883095"/>
                <a:ext cx="558000" cy="273240"/>
              </p14:xfrm>
            </p:contentPart>
          </mc:Choice>
          <mc:Fallback xmlns="">
            <p:pic>
              <p:nvPicPr>
                <p:cNvPr id="3130" name="Ink 3129">
                  <a:extLst>
                    <a:ext uri="{FF2B5EF4-FFF2-40B4-BE49-F238E27FC236}">
                      <a16:creationId xmlns:a16="http://schemas.microsoft.com/office/drawing/2014/main" id="{535E66F0-4B95-1213-9BA8-1BD7227191A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519960" y="1874455"/>
                  <a:ext cx="5756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0EC6D54-DBB7-D47E-CF02-1C315659E0DC}"/>
                    </a:ext>
                  </a:extLst>
                </p14:cNvPr>
                <p14:cNvContentPartPr/>
                <p14:nvPr/>
              </p14:nvContentPartPr>
              <p14:xfrm>
                <a:off x="7019280" y="1942855"/>
                <a:ext cx="401400" cy="254520"/>
              </p14:xfrm>
            </p:contentPart>
          </mc:Choice>
          <mc:Fallback xmlns="">
            <p:pic>
              <p:nvPicPr>
                <p:cNvPr id="3131" name="Ink 3130">
                  <a:extLst>
                    <a:ext uri="{FF2B5EF4-FFF2-40B4-BE49-F238E27FC236}">
                      <a16:creationId xmlns:a16="http://schemas.microsoft.com/office/drawing/2014/main" id="{1A8533C9-6F5D-8CC0-DB36-412D3615D4F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010280" y="1934215"/>
                  <a:ext cx="4190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A08D8CC-ED5D-9F33-C439-B01F4226AF72}"/>
                    </a:ext>
                  </a:extLst>
                </p14:cNvPr>
                <p14:cNvContentPartPr/>
                <p14:nvPr/>
              </p14:nvContentPartPr>
              <p14:xfrm>
                <a:off x="7167240" y="1898215"/>
                <a:ext cx="10440" cy="24840"/>
              </p14:xfrm>
            </p:contentPart>
          </mc:Choice>
          <mc:Fallback xmlns="">
            <p:pic>
              <p:nvPicPr>
                <p:cNvPr id="3132" name="Ink 3131">
                  <a:extLst>
                    <a:ext uri="{FF2B5EF4-FFF2-40B4-BE49-F238E27FC236}">
                      <a16:creationId xmlns:a16="http://schemas.microsoft.com/office/drawing/2014/main" id="{493156F3-6102-4FC8-37DE-1AC81F9C5C8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158240" y="1889575"/>
                  <a:ext cx="280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E38CE6F-7937-1A0B-C0DC-0F7D2CEDBFAD}"/>
                    </a:ext>
                  </a:extLst>
                </p14:cNvPr>
                <p14:cNvContentPartPr/>
                <p14:nvPr/>
              </p14:nvContentPartPr>
              <p14:xfrm>
                <a:off x="7600680" y="1722175"/>
                <a:ext cx="311760" cy="272880"/>
              </p14:xfrm>
            </p:contentPart>
          </mc:Choice>
          <mc:Fallback xmlns="">
            <p:pic>
              <p:nvPicPr>
                <p:cNvPr id="3134" name="Ink 3133">
                  <a:extLst>
                    <a:ext uri="{FF2B5EF4-FFF2-40B4-BE49-F238E27FC236}">
                      <a16:creationId xmlns:a16="http://schemas.microsoft.com/office/drawing/2014/main" id="{ACFFE66D-5406-FD82-4727-A1E694E3E50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592040" y="1713175"/>
                  <a:ext cx="3294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1D3BDC1-850A-D0B8-0E32-2D20B2DD2F17}"/>
                    </a:ext>
                  </a:extLst>
                </p14:cNvPr>
                <p14:cNvContentPartPr/>
                <p14:nvPr/>
              </p14:nvContentPartPr>
              <p14:xfrm>
                <a:off x="7814880" y="1833775"/>
                <a:ext cx="109080" cy="24120"/>
              </p14:xfrm>
            </p:contentPart>
          </mc:Choice>
          <mc:Fallback xmlns="">
            <p:pic>
              <p:nvPicPr>
                <p:cNvPr id="3135" name="Ink 3134">
                  <a:extLst>
                    <a:ext uri="{FF2B5EF4-FFF2-40B4-BE49-F238E27FC236}">
                      <a16:creationId xmlns:a16="http://schemas.microsoft.com/office/drawing/2014/main" id="{F129218E-84DA-98AD-592C-A3C88C750967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805880" y="1825135"/>
                  <a:ext cx="1267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4AF734A-AE81-365B-F71A-F9E0ACE551B3}"/>
                    </a:ext>
                  </a:extLst>
                </p14:cNvPr>
                <p14:cNvContentPartPr/>
                <p14:nvPr/>
              </p14:nvContentPartPr>
              <p14:xfrm>
                <a:off x="8173440" y="1708135"/>
                <a:ext cx="84600" cy="192600"/>
              </p14:xfrm>
            </p:contentPart>
          </mc:Choice>
          <mc:Fallback xmlns="">
            <p:pic>
              <p:nvPicPr>
                <p:cNvPr id="3136" name="Ink 3135">
                  <a:extLst>
                    <a:ext uri="{FF2B5EF4-FFF2-40B4-BE49-F238E27FC236}">
                      <a16:creationId xmlns:a16="http://schemas.microsoft.com/office/drawing/2014/main" id="{FE5BFC11-3232-FD25-B667-49DE125C4C7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164800" y="1699495"/>
                  <a:ext cx="102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C84F768-FE85-A203-A58A-D0704B55B9AA}"/>
                    </a:ext>
                  </a:extLst>
                </p14:cNvPr>
                <p14:cNvContentPartPr/>
                <p14:nvPr/>
              </p14:nvContentPartPr>
              <p14:xfrm>
                <a:off x="8148600" y="1714255"/>
                <a:ext cx="425880" cy="168120"/>
              </p14:xfrm>
            </p:contentPart>
          </mc:Choice>
          <mc:Fallback xmlns="">
            <p:pic>
              <p:nvPicPr>
                <p:cNvPr id="3137" name="Ink 3136">
                  <a:extLst>
                    <a:ext uri="{FF2B5EF4-FFF2-40B4-BE49-F238E27FC236}">
                      <a16:creationId xmlns:a16="http://schemas.microsoft.com/office/drawing/2014/main" id="{C13A41FA-8A32-2937-E162-1EDE20AFE4D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139960" y="1705255"/>
                  <a:ext cx="4435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4EACFD7-F04D-24ED-A4E8-DFFD9BE2078E}"/>
                    </a:ext>
                  </a:extLst>
                </p14:cNvPr>
                <p14:cNvContentPartPr/>
                <p14:nvPr/>
              </p14:nvContentPartPr>
              <p14:xfrm>
                <a:off x="4081320" y="2553775"/>
                <a:ext cx="516600" cy="266400"/>
              </p14:xfrm>
            </p:contentPart>
          </mc:Choice>
          <mc:Fallback xmlns="">
            <p:pic>
              <p:nvPicPr>
                <p:cNvPr id="3139" name="Ink 3138">
                  <a:extLst>
                    <a:ext uri="{FF2B5EF4-FFF2-40B4-BE49-F238E27FC236}">
                      <a16:creationId xmlns:a16="http://schemas.microsoft.com/office/drawing/2014/main" id="{25199DDA-D392-FD58-3E38-7B9CAB05199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072680" y="2545135"/>
                  <a:ext cx="5342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04904E3-EC81-1FAC-BCDC-0249F5F14201}"/>
                    </a:ext>
                  </a:extLst>
                </p14:cNvPr>
                <p14:cNvContentPartPr/>
                <p14:nvPr/>
              </p14:nvContentPartPr>
              <p14:xfrm>
                <a:off x="4772160" y="2537575"/>
                <a:ext cx="224280" cy="280800"/>
              </p14:xfrm>
            </p:contentPart>
          </mc:Choice>
          <mc:Fallback xmlns="">
            <p:pic>
              <p:nvPicPr>
                <p:cNvPr id="3140" name="Ink 3139">
                  <a:extLst>
                    <a:ext uri="{FF2B5EF4-FFF2-40B4-BE49-F238E27FC236}">
                      <a16:creationId xmlns:a16="http://schemas.microsoft.com/office/drawing/2014/main" id="{F708DB65-748F-22A9-916E-CCB759BE4CB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763160" y="2528935"/>
                  <a:ext cx="2419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0EC2587-D253-201E-4B53-5BB668471327}"/>
                    </a:ext>
                  </a:extLst>
                </p14:cNvPr>
                <p14:cNvContentPartPr/>
                <p14:nvPr/>
              </p14:nvContentPartPr>
              <p14:xfrm>
                <a:off x="5233320" y="2458375"/>
                <a:ext cx="82080" cy="217800"/>
              </p14:xfrm>
            </p:contentPart>
          </mc:Choice>
          <mc:Fallback xmlns="">
            <p:pic>
              <p:nvPicPr>
                <p:cNvPr id="3142" name="Ink 3141">
                  <a:extLst>
                    <a:ext uri="{FF2B5EF4-FFF2-40B4-BE49-F238E27FC236}">
                      <a16:creationId xmlns:a16="http://schemas.microsoft.com/office/drawing/2014/main" id="{44EF502E-18FA-CFE0-BA24-0E32927774E5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224320" y="2449735"/>
                  <a:ext cx="997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E798AA5-DD44-4ACF-5BF5-B04D1CDFC0BA}"/>
                    </a:ext>
                  </a:extLst>
                </p14:cNvPr>
                <p14:cNvContentPartPr/>
                <p14:nvPr/>
              </p14:nvContentPartPr>
              <p14:xfrm>
                <a:off x="5119560" y="2471335"/>
                <a:ext cx="449640" cy="151920"/>
              </p14:xfrm>
            </p:contentPart>
          </mc:Choice>
          <mc:Fallback xmlns="">
            <p:pic>
              <p:nvPicPr>
                <p:cNvPr id="3143" name="Ink 3142">
                  <a:extLst>
                    <a:ext uri="{FF2B5EF4-FFF2-40B4-BE49-F238E27FC236}">
                      <a16:creationId xmlns:a16="http://schemas.microsoft.com/office/drawing/2014/main" id="{E62EE22A-B798-AAA8-1842-67E37517C7E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110560" y="2462335"/>
                  <a:ext cx="4672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1B19616-959A-D987-9AEF-7E31256C4645}"/>
                    </a:ext>
                  </a:extLst>
                </p14:cNvPr>
                <p14:cNvContentPartPr/>
                <p14:nvPr/>
              </p14:nvContentPartPr>
              <p14:xfrm>
                <a:off x="5713560" y="2379895"/>
                <a:ext cx="464040" cy="234720"/>
              </p14:xfrm>
            </p:contentPart>
          </mc:Choice>
          <mc:Fallback xmlns="">
            <p:pic>
              <p:nvPicPr>
                <p:cNvPr id="3144" name="Ink 3143">
                  <a:extLst>
                    <a:ext uri="{FF2B5EF4-FFF2-40B4-BE49-F238E27FC236}">
                      <a16:creationId xmlns:a16="http://schemas.microsoft.com/office/drawing/2014/main" id="{F9681370-8E00-5911-0FE2-3D87D602924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704920" y="2370895"/>
                  <a:ext cx="4816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E6C6D7E-D8CD-4B66-18BB-D07349BAF093}"/>
                    </a:ext>
                  </a:extLst>
                </p14:cNvPr>
                <p14:cNvContentPartPr/>
                <p14:nvPr/>
              </p14:nvContentPartPr>
              <p14:xfrm>
                <a:off x="6042960" y="2301055"/>
                <a:ext cx="834840" cy="270360"/>
              </p14:xfrm>
            </p:contentPart>
          </mc:Choice>
          <mc:Fallback xmlns="">
            <p:pic>
              <p:nvPicPr>
                <p:cNvPr id="3145" name="Ink 3144">
                  <a:extLst>
                    <a:ext uri="{FF2B5EF4-FFF2-40B4-BE49-F238E27FC236}">
                      <a16:creationId xmlns:a16="http://schemas.microsoft.com/office/drawing/2014/main" id="{EAA667FC-7D95-C499-7354-C9DD52973D7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034320" y="2292415"/>
                  <a:ext cx="8524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619423D-DACF-F760-B4E7-082B2C5F5BC9}"/>
                    </a:ext>
                  </a:extLst>
                </p14:cNvPr>
                <p14:cNvContentPartPr/>
                <p14:nvPr/>
              </p14:nvContentPartPr>
              <p14:xfrm>
                <a:off x="6771600" y="2402935"/>
                <a:ext cx="552600" cy="97920"/>
              </p14:xfrm>
            </p:contentPart>
          </mc:Choice>
          <mc:Fallback xmlns="">
            <p:pic>
              <p:nvPicPr>
                <p:cNvPr id="3146" name="Ink 3145">
                  <a:extLst>
                    <a:ext uri="{FF2B5EF4-FFF2-40B4-BE49-F238E27FC236}">
                      <a16:creationId xmlns:a16="http://schemas.microsoft.com/office/drawing/2014/main" id="{9773D527-FA31-B368-2F58-5325CB645D97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762960" y="2394295"/>
                  <a:ext cx="5702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12D435E-A593-0526-4AB1-19699DF5671C}"/>
                    </a:ext>
                  </a:extLst>
                </p14:cNvPr>
                <p14:cNvContentPartPr/>
                <p14:nvPr/>
              </p14:nvContentPartPr>
              <p14:xfrm>
                <a:off x="7148520" y="2352535"/>
                <a:ext cx="3240" cy="6840"/>
              </p14:xfrm>
            </p:contentPart>
          </mc:Choice>
          <mc:Fallback xmlns="">
            <p:pic>
              <p:nvPicPr>
                <p:cNvPr id="3147" name="Ink 3146">
                  <a:extLst>
                    <a:ext uri="{FF2B5EF4-FFF2-40B4-BE49-F238E27FC236}">
                      <a16:creationId xmlns:a16="http://schemas.microsoft.com/office/drawing/2014/main" id="{5B581827-60F9-A7EC-D0BC-2E706CD9030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139520" y="2343895"/>
                  <a:ext cx="20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3FCE327-B7A7-78F4-783C-3A72D8548288}"/>
                    </a:ext>
                  </a:extLst>
                </p14:cNvPr>
                <p14:cNvContentPartPr/>
                <p14:nvPr/>
              </p14:nvContentPartPr>
              <p14:xfrm>
                <a:off x="7523640" y="2274055"/>
                <a:ext cx="1003680" cy="243360"/>
              </p14:xfrm>
            </p:contentPart>
          </mc:Choice>
          <mc:Fallback xmlns="">
            <p:pic>
              <p:nvPicPr>
                <p:cNvPr id="3148" name="Ink 3147">
                  <a:extLst>
                    <a:ext uri="{FF2B5EF4-FFF2-40B4-BE49-F238E27FC236}">
                      <a16:creationId xmlns:a16="http://schemas.microsoft.com/office/drawing/2014/main" id="{227CD0E7-560B-F061-37A1-92779C9131D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514640" y="2265415"/>
                  <a:ext cx="10213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FFBF482-3182-E263-96A2-3B25A98DD56D}"/>
                    </a:ext>
                  </a:extLst>
                </p14:cNvPr>
                <p14:cNvContentPartPr/>
                <p14:nvPr/>
              </p14:nvContentPartPr>
              <p14:xfrm>
                <a:off x="8236800" y="2241655"/>
                <a:ext cx="13680" cy="18000"/>
              </p14:xfrm>
            </p:contentPart>
          </mc:Choice>
          <mc:Fallback xmlns="">
            <p:pic>
              <p:nvPicPr>
                <p:cNvPr id="3149" name="Ink 3148">
                  <a:extLst>
                    <a:ext uri="{FF2B5EF4-FFF2-40B4-BE49-F238E27FC236}">
                      <a16:creationId xmlns:a16="http://schemas.microsoft.com/office/drawing/2014/main" id="{32C53502-B5A9-9F1F-A727-36D1E9D59A9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227800" y="2233015"/>
                  <a:ext cx="31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09A6DF0-66BC-E7E7-7B1D-CF24A6BAC8C7}"/>
                    </a:ext>
                  </a:extLst>
                </p14:cNvPr>
                <p14:cNvContentPartPr/>
                <p14:nvPr/>
              </p14:nvContentPartPr>
              <p14:xfrm>
                <a:off x="4519440" y="3004855"/>
                <a:ext cx="129960" cy="267120"/>
              </p14:xfrm>
            </p:contentPart>
          </mc:Choice>
          <mc:Fallback xmlns="">
            <p:pic>
              <p:nvPicPr>
                <p:cNvPr id="3152" name="Ink 3151">
                  <a:extLst>
                    <a:ext uri="{FF2B5EF4-FFF2-40B4-BE49-F238E27FC236}">
                      <a16:creationId xmlns:a16="http://schemas.microsoft.com/office/drawing/2014/main" id="{43736A90-34CD-8B97-6F0E-AC8403CB97FD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510440" y="2996215"/>
                  <a:ext cx="1476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331376E-DC9F-5C5E-2025-3783951CCC1B}"/>
                    </a:ext>
                  </a:extLst>
                </p14:cNvPr>
                <p14:cNvContentPartPr/>
                <p14:nvPr/>
              </p14:nvContentPartPr>
              <p14:xfrm>
                <a:off x="4531680" y="3156055"/>
                <a:ext cx="189360" cy="181080"/>
              </p14:xfrm>
            </p:contentPart>
          </mc:Choice>
          <mc:Fallback xmlns="">
            <p:pic>
              <p:nvPicPr>
                <p:cNvPr id="3153" name="Ink 3152">
                  <a:extLst>
                    <a:ext uri="{FF2B5EF4-FFF2-40B4-BE49-F238E27FC236}">
                      <a16:creationId xmlns:a16="http://schemas.microsoft.com/office/drawing/2014/main" id="{4764BE16-4B22-2BC2-AA4F-4A2C14EA1A8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523040" y="3147055"/>
                  <a:ext cx="2070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EE8F291-F700-417F-25AF-31726181837A}"/>
                    </a:ext>
                  </a:extLst>
                </p14:cNvPr>
                <p14:cNvContentPartPr/>
                <p14:nvPr/>
              </p14:nvContentPartPr>
              <p14:xfrm>
                <a:off x="4785480" y="3100255"/>
                <a:ext cx="143640" cy="24480"/>
              </p14:xfrm>
            </p:contentPart>
          </mc:Choice>
          <mc:Fallback xmlns="">
            <p:pic>
              <p:nvPicPr>
                <p:cNvPr id="3154" name="Ink 3153">
                  <a:extLst>
                    <a:ext uri="{FF2B5EF4-FFF2-40B4-BE49-F238E27FC236}">
                      <a16:creationId xmlns:a16="http://schemas.microsoft.com/office/drawing/2014/main" id="{BE64FE4E-A2AD-4C86-BFD9-9744EDEB41D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776480" y="3091615"/>
                  <a:ext cx="1612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106BD50-FFFB-56A7-CADE-61D2DBF01467}"/>
                    </a:ext>
                  </a:extLst>
                </p14:cNvPr>
                <p14:cNvContentPartPr/>
                <p14:nvPr/>
              </p14:nvContentPartPr>
              <p14:xfrm>
                <a:off x="4794480" y="3167935"/>
                <a:ext cx="105120" cy="7560"/>
              </p14:xfrm>
            </p:contentPart>
          </mc:Choice>
          <mc:Fallback xmlns="">
            <p:pic>
              <p:nvPicPr>
                <p:cNvPr id="3155" name="Ink 3154">
                  <a:extLst>
                    <a:ext uri="{FF2B5EF4-FFF2-40B4-BE49-F238E27FC236}">
                      <a16:creationId xmlns:a16="http://schemas.microsoft.com/office/drawing/2014/main" id="{CC0E09E6-20D7-8163-25E7-7763CED829F3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785480" y="3158935"/>
                  <a:ext cx="1227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5F32790-EA86-96BF-D101-1CE874C20EF4}"/>
                    </a:ext>
                  </a:extLst>
                </p14:cNvPr>
                <p14:cNvContentPartPr/>
                <p14:nvPr/>
              </p14:nvContentPartPr>
              <p14:xfrm>
                <a:off x="5056920" y="2987935"/>
                <a:ext cx="153720" cy="182520"/>
              </p14:xfrm>
            </p:contentPart>
          </mc:Choice>
          <mc:Fallback xmlns="">
            <p:pic>
              <p:nvPicPr>
                <p:cNvPr id="3157" name="Ink 3156">
                  <a:extLst>
                    <a:ext uri="{FF2B5EF4-FFF2-40B4-BE49-F238E27FC236}">
                      <a16:creationId xmlns:a16="http://schemas.microsoft.com/office/drawing/2014/main" id="{661135FB-52EC-7132-5B6E-885643E0754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048280" y="2979295"/>
                  <a:ext cx="1713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F601093-87E3-96FE-5955-E6F5A77FF819}"/>
                    </a:ext>
                  </a:extLst>
                </p14:cNvPr>
                <p14:cNvContentPartPr/>
                <p14:nvPr/>
              </p14:nvContentPartPr>
              <p14:xfrm>
                <a:off x="5232600" y="3084775"/>
                <a:ext cx="31320" cy="27000"/>
              </p14:xfrm>
            </p:contentPart>
          </mc:Choice>
          <mc:Fallback xmlns="">
            <p:pic>
              <p:nvPicPr>
                <p:cNvPr id="3158" name="Ink 3157">
                  <a:extLst>
                    <a:ext uri="{FF2B5EF4-FFF2-40B4-BE49-F238E27FC236}">
                      <a16:creationId xmlns:a16="http://schemas.microsoft.com/office/drawing/2014/main" id="{95F47FE9-678E-17B7-23A6-DFF207270A64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223960" y="3075775"/>
                  <a:ext cx="48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6CCCBB8-7088-4AD8-61AD-D9F5AB48D549}"/>
                    </a:ext>
                  </a:extLst>
                </p14:cNvPr>
                <p14:cNvContentPartPr/>
                <p14:nvPr/>
              </p14:nvContentPartPr>
              <p14:xfrm>
                <a:off x="5302080" y="2919895"/>
                <a:ext cx="163080" cy="180000"/>
              </p14:xfrm>
            </p:contentPart>
          </mc:Choice>
          <mc:Fallback xmlns="">
            <p:pic>
              <p:nvPicPr>
                <p:cNvPr id="3159" name="Ink 3158">
                  <a:extLst>
                    <a:ext uri="{FF2B5EF4-FFF2-40B4-BE49-F238E27FC236}">
                      <a16:creationId xmlns:a16="http://schemas.microsoft.com/office/drawing/2014/main" id="{CDECB751-4FA6-2F51-A3EC-66DA9587448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293440" y="2911255"/>
                  <a:ext cx="180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D79C9BD-B37E-F67C-30FA-E00BDE63378A}"/>
                    </a:ext>
                  </a:extLst>
                </p14:cNvPr>
                <p14:cNvContentPartPr/>
                <p14:nvPr/>
              </p14:nvContentPartPr>
              <p14:xfrm>
                <a:off x="5317560" y="2852935"/>
                <a:ext cx="426240" cy="208080"/>
              </p14:xfrm>
            </p:contentPart>
          </mc:Choice>
          <mc:Fallback xmlns="">
            <p:pic>
              <p:nvPicPr>
                <p:cNvPr id="3160" name="Ink 3159">
                  <a:extLst>
                    <a:ext uri="{FF2B5EF4-FFF2-40B4-BE49-F238E27FC236}">
                      <a16:creationId xmlns:a16="http://schemas.microsoft.com/office/drawing/2014/main" id="{B2DC21C9-726C-43FE-0E00-D65D912C887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308920" y="2844295"/>
                  <a:ext cx="4438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AA3F573-4243-5C82-9A07-F39A9890322E}"/>
                    </a:ext>
                  </a:extLst>
                </p14:cNvPr>
                <p14:cNvContentPartPr/>
                <p14:nvPr/>
              </p14:nvContentPartPr>
              <p14:xfrm>
                <a:off x="5780520" y="3066775"/>
                <a:ext cx="133200" cy="88920"/>
              </p14:xfrm>
            </p:contentPart>
          </mc:Choice>
          <mc:Fallback xmlns="">
            <p:pic>
              <p:nvPicPr>
                <p:cNvPr id="3162" name="Ink 3161">
                  <a:extLst>
                    <a:ext uri="{FF2B5EF4-FFF2-40B4-BE49-F238E27FC236}">
                      <a16:creationId xmlns:a16="http://schemas.microsoft.com/office/drawing/2014/main" id="{EEF1A027-4CA9-2D61-792B-A4BBA46B64B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771880" y="3057775"/>
                  <a:ext cx="1508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010F6A4-4701-ACC0-9CA8-F354BE31107C}"/>
                    </a:ext>
                  </a:extLst>
                </p14:cNvPr>
                <p14:cNvContentPartPr/>
                <p14:nvPr/>
              </p14:nvContentPartPr>
              <p14:xfrm>
                <a:off x="6156000" y="2798575"/>
                <a:ext cx="135000" cy="225720"/>
              </p14:xfrm>
            </p:contentPart>
          </mc:Choice>
          <mc:Fallback xmlns="">
            <p:pic>
              <p:nvPicPr>
                <p:cNvPr id="3163" name="Ink 3162">
                  <a:extLst>
                    <a:ext uri="{FF2B5EF4-FFF2-40B4-BE49-F238E27FC236}">
                      <a16:creationId xmlns:a16="http://schemas.microsoft.com/office/drawing/2014/main" id="{A175B56A-4596-617B-BAD9-92A7DF43255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147000" y="2789935"/>
                  <a:ext cx="1526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F82003C-13EF-A3B0-3731-FBBE5B625CEC}"/>
                    </a:ext>
                  </a:extLst>
                </p14:cNvPr>
                <p14:cNvContentPartPr/>
                <p14:nvPr/>
              </p14:nvContentPartPr>
              <p14:xfrm>
                <a:off x="6241680" y="2895775"/>
                <a:ext cx="127800" cy="173520"/>
              </p14:xfrm>
            </p:contentPart>
          </mc:Choice>
          <mc:Fallback xmlns="">
            <p:pic>
              <p:nvPicPr>
                <p:cNvPr id="3164" name="Ink 3163">
                  <a:extLst>
                    <a:ext uri="{FF2B5EF4-FFF2-40B4-BE49-F238E27FC236}">
                      <a16:creationId xmlns:a16="http://schemas.microsoft.com/office/drawing/2014/main" id="{DC13268E-0483-A30B-902E-949D538A445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233040" y="2887135"/>
                  <a:ext cx="1454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CDBE839-BACF-352E-0545-B867EF784EC8}"/>
                    </a:ext>
                  </a:extLst>
                </p14:cNvPr>
                <p14:cNvContentPartPr/>
                <p14:nvPr/>
              </p14:nvContentPartPr>
              <p14:xfrm>
                <a:off x="6216840" y="2869135"/>
                <a:ext cx="287280" cy="178200"/>
              </p14:xfrm>
            </p:contentPart>
          </mc:Choice>
          <mc:Fallback xmlns="">
            <p:pic>
              <p:nvPicPr>
                <p:cNvPr id="3165" name="Ink 3164">
                  <a:extLst>
                    <a:ext uri="{FF2B5EF4-FFF2-40B4-BE49-F238E27FC236}">
                      <a16:creationId xmlns:a16="http://schemas.microsoft.com/office/drawing/2014/main" id="{BFE6D572-BF39-A0F9-8B82-C95023653CB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207840" y="2860495"/>
                  <a:ext cx="304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B2FE33B-E365-2EAC-4C16-9A55597FC1FD}"/>
                    </a:ext>
                  </a:extLst>
                </p14:cNvPr>
                <p14:cNvContentPartPr/>
                <p14:nvPr/>
              </p14:nvContentPartPr>
              <p14:xfrm>
                <a:off x="6582960" y="2843215"/>
                <a:ext cx="84960" cy="11520"/>
              </p14:xfrm>
            </p:contentPart>
          </mc:Choice>
          <mc:Fallback xmlns="">
            <p:pic>
              <p:nvPicPr>
                <p:cNvPr id="3166" name="Ink 3165">
                  <a:extLst>
                    <a:ext uri="{FF2B5EF4-FFF2-40B4-BE49-F238E27FC236}">
                      <a16:creationId xmlns:a16="http://schemas.microsoft.com/office/drawing/2014/main" id="{8C111873-74FC-21ED-D2ED-BDE369E70588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573960" y="2834215"/>
                  <a:ext cx="102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362FFDC-E6EF-CE41-92A8-559E097C3C4D}"/>
                    </a:ext>
                  </a:extLst>
                </p14:cNvPr>
                <p14:cNvContentPartPr/>
                <p14:nvPr/>
              </p14:nvContentPartPr>
              <p14:xfrm>
                <a:off x="6544800" y="2888935"/>
                <a:ext cx="82440" cy="16560"/>
              </p14:xfrm>
            </p:contentPart>
          </mc:Choice>
          <mc:Fallback xmlns="">
            <p:pic>
              <p:nvPicPr>
                <p:cNvPr id="3167" name="Ink 3166">
                  <a:extLst>
                    <a:ext uri="{FF2B5EF4-FFF2-40B4-BE49-F238E27FC236}">
                      <a16:creationId xmlns:a16="http://schemas.microsoft.com/office/drawing/2014/main" id="{4B2A282D-1FC4-C501-9C93-BBB35574A98A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536160" y="2880295"/>
                  <a:ext cx="100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F267D87-0EC9-7718-8C5B-560C346CEF55}"/>
                    </a:ext>
                  </a:extLst>
                </p14:cNvPr>
                <p14:cNvContentPartPr/>
                <p14:nvPr/>
              </p14:nvContentPartPr>
              <p14:xfrm>
                <a:off x="6783480" y="2746015"/>
                <a:ext cx="142920" cy="177480"/>
              </p14:xfrm>
            </p:contentPart>
          </mc:Choice>
          <mc:Fallback xmlns="">
            <p:pic>
              <p:nvPicPr>
                <p:cNvPr id="3169" name="Ink 3168">
                  <a:extLst>
                    <a:ext uri="{FF2B5EF4-FFF2-40B4-BE49-F238E27FC236}">
                      <a16:creationId xmlns:a16="http://schemas.microsoft.com/office/drawing/2014/main" id="{F18C036C-0C6A-C618-E371-21B30CEEF75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774480" y="2737375"/>
                  <a:ext cx="1605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0CC3877-510A-69DA-E131-24C4A32ACC94}"/>
                    </a:ext>
                  </a:extLst>
                </p14:cNvPr>
                <p14:cNvContentPartPr/>
                <p14:nvPr/>
              </p14:nvContentPartPr>
              <p14:xfrm>
                <a:off x="6936840" y="2822335"/>
                <a:ext cx="91080" cy="27720"/>
              </p14:xfrm>
            </p:contentPart>
          </mc:Choice>
          <mc:Fallback xmlns="">
            <p:pic>
              <p:nvPicPr>
                <p:cNvPr id="3170" name="Ink 3169">
                  <a:extLst>
                    <a:ext uri="{FF2B5EF4-FFF2-40B4-BE49-F238E27FC236}">
                      <a16:creationId xmlns:a16="http://schemas.microsoft.com/office/drawing/2014/main" id="{0F7045B0-1E33-323D-2FBC-1993977DF9C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928200" y="2813695"/>
                  <a:ext cx="108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8FCF021-BF18-33B5-9B88-A19C7420B15E}"/>
                    </a:ext>
                  </a:extLst>
                </p14:cNvPr>
                <p14:cNvContentPartPr/>
                <p14:nvPr/>
              </p14:nvContentPartPr>
              <p14:xfrm>
                <a:off x="7071840" y="2670775"/>
                <a:ext cx="83520" cy="199800"/>
              </p14:xfrm>
            </p:contentPart>
          </mc:Choice>
          <mc:Fallback xmlns="">
            <p:pic>
              <p:nvPicPr>
                <p:cNvPr id="3171" name="Ink 3170">
                  <a:extLst>
                    <a:ext uri="{FF2B5EF4-FFF2-40B4-BE49-F238E27FC236}">
                      <a16:creationId xmlns:a16="http://schemas.microsoft.com/office/drawing/2014/main" id="{DCBB8F53-B69F-DCAB-4BEB-6500430E37B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063200" y="2661775"/>
                  <a:ext cx="1011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A989AFB-5328-B9B0-2CE7-C5F6ACB3675C}"/>
                    </a:ext>
                  </a:extLst>
                </p14:cNvPr>
                <p14:cNvContentPartPr/>
                <p14:nvPr/>
              </p14:nvContentPartPr>
              <p14:xfrm>
                <a:off x="7319520" y="2621815"/>
                <a:ext cx="231480" cy="198720"/>
              </p14:xfrm>
            </p:contentPart>
          </mc:Choice>
          <mc:Fallback xmlns="">
            <p:pic>
              <p:nvPicPr>
                <p:cNvPr id="3172" name="Ink 3171">
                  <a:extLst>
                    <a:ext uri="{FF2B5EF4-FFF2-40B4-BE49-F238E27FC236}">
                      <a16:creationId xmlns:a16="http://schemas.microsoft.com/office/drawing/2014/main" id="{465C04C7-8482-C41C-D9A6-E4C027DFE58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310880" y="2613175"/>
                  <a:ext cx="2491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F044C71-10DF-EEBD-6338-317E1EAB8D5F}"/>
                    </a:ext>
                  </a:extLst>
                </p14:cNvPr>
                <p14:cNvContentPartPr/>
                <p14:nvPr/>
              </p14:nvContentPartPr>
              <p14:xfrm>
                <a:off x="4991400" y="3350815"/>
                <a:ext cx="260640" cy="225720"/>
              </p14:xfrm>
            </p:contentPart>
          </mc:Choice>
          <mc:Fallback xmlns="">
            <p:pic>
              <p:nvPicPr>
                <p:cNvPr id="3174" name="Ink 3173">
                  <a:extLst>
                    <a:ext uri="{FF2B5EF4-FFF2-40B4-BE49-F238E27FC236}">
                      <a16:creationId xmlns:a16="http://schemas.microsoft.com/office/drawing/2014/main" id="{4D9249C5-A319-E05F-207A-A733656A59E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982400" y="3341815"/>
                  <a:ext cx="2782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7E4D617-CCD0-F0E6-0886-2ECC3E57D2C0}"/>
                    </a:ext>
                  </a:extLst>
                </p14:cNvPr>
                <p14:cNvContentPartPr/>
                <p14:nvPr/>
              </p14:nvContentPartPr>
              <p14:xfrm>
                <a:off x="5272920" y="3480775"/>
                <a:ext cx="89640" cy="105840"/>
              </p14:xfrm>
            </p:contentPart>
          </mc:Choice>
          <mc:Fallback xmlns="">
            <p:pic>
              <p:nvPicPr>
                <p:cNvPr id="3175" name="Ink 3174">
                  <a:extLst>
                    <a:ext uri="{FF2B5EF4-FFF2-40B4-BE49-F238E27FC236}">
                      <a16:creationId xmlns:a16="http://schemas.microsoft.com/office/drawing/2014/main" id="{B84E223B-03BA-69BD-D013-FA2E9CAAF825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263920" y="3472135"/>
                  <a:ext cx="1072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B67FA15-09BD-BB2A-E2EF-7AAF790E97CC}"/>
                    </a:ext>
                  </a:extLst>
                </p14:cNvPr>
                <p14:cNvContentPartPr/>
                <p14:nvPr/>
              </p14:nvContentPartPr>
              <p14:xfrm>
                <a:off x="5461200" y="3325255"/>
                <a:ext cx="383400" cy="192240"/>
              </p14:xfrm>
            </p:contentPart>
          </mc:Choice>
          <mc:Fallback xmlns="">
            <p:pic>
              <p:nvPicPr>
                <p:cNvPr id="3176" name="Ink 3175">
                  <a:extLst>
                    <a:ext uri="{FF2B5EF4-FFF2-40B4-BE49-F238E27FC236}">
                      <a16:creationId xmlns:a16="http://schemas.microsoft.com/office/drawing/2014/main" id="{C216CD40-F94C-EAB2-71C8-248E91BF5C5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452200" y="3316255"/>
                  <a:ext cx="4010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AED5956-397D-CE8A-527E-0E5F8872FA3B}"/>
                    </a:ext>
                  </a:extLst>
                </p14:cNvPr>
                <p14:cNvContentPartPr/>
                <p14:nvPr/>
              </p14:nvContentPartPr>
              <p14:xfrm>
                <a:off x="5986440" y="3297175"/>
                <a:ext cx="115920" cy="21600"/>
              </p14:xfrm>
            </p:contentPart>
          </mc:Choice>
          <mc:Fallback xmlns="">
            <p:pic>
              <p:nvPicPr>
                <p:cNvPr id="3178" name="Ink 3177">
                  <a:extLst>
                    <a:ext uri="{FF2B5EF4-FFF2-40B4-BE49-F238E27FC236}">
                      <a16:creationId xmlns:a16="http://schemas.microsoft.com/office/drawing/2014/main" id="{6FF87240-9307-68DA-2123-0CA4DA029E7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977440" y="3288535"/>
                  <a:ext cx="1335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7CA9264-862D-BEDB-5689-5C215755F32E}"/>
                    </a:ext>
                  </a:extLst>
                </p14:cNvPr>
                <p14:cNvContentPartPr/>
                <p14:nvPr/>
              </p14:nvContentPartPr>
              <p14:xfrm>
                <a:off x="5965200" y="3347215"/>
                <a:ext cx="121320" cy="38160"/>
              </p14:xfrm>
            </p:contentPart>
          </mc:Choice>
          <mc:Fallback xmlns="">
            <p:pic>
              <p:nvPicPr>
                <p:cNvPr id="3179" name="Ink 3178">
                  <a:extLst>
                    <a:ext uri="{FF2B5EF4-FFF2-40B4-BE49-F238E27FC236}">
                      <a16:creationId xmlns:a16="http://schemas.microsoft.com/office/drawing/2014/main" id="{DD214B84-6487-B630-AC38-901E6CAB2181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956560" y="3338575"/>
                  <a:ext cx="1389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803AEC2-2A4F-44A9-D516-1A9A15525FCD}"/>
                    </a:ext>
                  </a:extLst>
                </p14:cNvPr>
                <p14:cNvContentPartPr/>
                <p14:nvPr/>
              </p14:nvContentPartPr>
              <p14:xfrm>
                <a:off x="6225120" y="3168295"/>
                <a:ext cx="167400" cy="180720"/>
              </p14:xfrm>
            </p:contentPart>
          </mc:Choice>
          <mc:Fallback xmlns="">
            <p:pic>
              <p:nvPicPr>
                <p:cNvPr id="3180" name="Ink 3179">
                  <a:extLst>
                    <a:ext uri="{FF2B5EF4-FFF2-40B4-BE49-F238E27FC236}">
                      <a16:creationId xmlns:a16="http://schemas.microsoft.com/office/drawing/2014/main" id="{316A6326-6517-C1C7-7D92-B475D127069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216480" y="3159655"/>
                  <a:ext cx="1850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9D060CE-54B8-6229-4188-1158E95D4070}"/>
                    </a:ext>
                  </a:extLst>
                </p14:cNvPr>
                <p14:cNvContentPartPr/>
                <p14:nvPr/>
              </p14:nvContentPartPr>
              <p14:xfrm>
                <a:off x="6427800" y="3269815"/>
                <a:ext cx="33480" cy="6120"/>
              </p14:xfrm>
            </p:contentPart>
          </mc:Choice>
          <mc:Fallback xmlns="">
            <p:pic>
              <p:nvPicPr>
                <p:cNvPr id="3181" name="Ink 3180">
                  <a:extLst>
                    <a:ext uri="{FF2B5EF4-FFF2-40B4-BE49-F238E27FC236}">
                      <a16:creationId xmlns:a16="http://schemas.microsoft.com/office/drawing/2014/main" id="{8DA4BF79-0FEF-F9A2-ED47-6EE310A18F69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419160" y="3260815"/>
                  <a:ext cx="511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802CA26-745C-B580-788C-A64C69500EED}"/>
                    </a:ext>
                  </a:extLst>
                </p14:cNvPr>
                <p14:cNvContentPartPr/>
                <p14:nvPr/>
              </p14:nvContentPartPr>
              <p14:xfrm>
                <a:off x="6542640" y="3152815"/>
                <a:ext cx="195120" cy="219240"/>
              </p14:xfrm>
            </p:contentPart>
          </mc:Choice>
          <mc:Fallback xmlns="">
            <p:pic>
              <p:nvPicPr>
                <p:cNvPr id="3182" name="Ink 3181">
                  <a:extLst>
                    <a:ext uri="{FF2B5EF4-FFF2-40B4-BE49-F238E27FC236}">
                      <a16:creationId xmlns:a16="http://schemas.microsoft.com/office/drawing/2014/main" id="{E59FCA9A-5E6C-9B70-7E0F-0F4BFAE903A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533640" y="3144175"/>
                  <a:ext cx="2127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4DAEBBE-97C4-A482-0D23-97C209F356FF}"/>
                    </a:ext>
                  </a:extLst>
                </p14:cNvPr>
                <p14:cNvContentPartPr/>
                <p14:nvPr/>
              </p14:nvContentPartPr>
              <p14:xfrm>
                <a:off x="6757560" y="3174775"/>
                <a:ext cx="174600" cy="127800"/>
              </p14:xfrm>
            </p:contentPart>
          </mc:Choice>
          <mc:Fallback xmlns="">
            <p:pic>
              <p:nvPicPr>
                <p:cNvPr id="3183" name="Ink 3182">
                  <a:extLst>
                    <a:ext uri="{FF2B5EF4-FFF2-40B4-BE49-F238E27FC236}">
                      <a16:creationId xmlns:a16="http://schemas.microsoft.com/office/drawing/2014/main" id="{55F5FBF9-66AB-9BBD-0C93-0BEF33B1538A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748920" y="3166135"/>
                  <a:ext cx="1922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B066548-F26D-006C-DAC9-D152E60AF0F6}"/>
                    </a:ext>
                  </a:extLst>
                </p14:cNvPr>
                <p14:cNvContentPartPr/>
                <p14:nvPr/>
              </p14:nvContentPartPr>
              <p14:xfrm>
                <a:off x="6979680" y="3102775"/>
                <a:ext cx="133920" cy="150480"/>
              </p14:xfrm>
            </p:contentPart>
          </mc:Choice>
          <mc:Fallback xmlns="">
            <p:pic>
              <p:nvPicPr>
                <p:cNvPr id="3184" name="Ink 3183">
                  <a:extLst>
                    <a:ext uri="{FF2B5EF4-FFF2-40B4-BE49-F238E27FC236}">
                      <a16:creationId xmlns:a16="http://schemas.microsoft.com/office/drawing/2014/main" id="{BAE473F2-EF1E-EE4D-A6FF-396F966BC5B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971040" y="3094135"/>
                  <a:ext cx="1515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0885E56-ECAE-6A5F-9586-0446357A601C}"/>
                    </a:ext>
                  </a:extLst>
                </p14:cNvPr>
                <p14:cNvContentPartPr/>
                <p14:nvPr/>
              </p14:nvContentPartPr>
              <p14:xfrm>
                <a:off x="7030800" y="3131215"/>
                <a:ext cx="141120" cy="48960"/>
              </p14:xfrm>
            </p:contentPart>
          </mc:Choice>
          <mc:Fallback xmlns="">
            <p:pic>
              <p:nvPicPr>
                <p:cNvPr id="3185" name="Ink 3184">
                  <a:extLst>
                    <a:ext uri="{FF2B5EF4-FFF2-40B4-BE49-F238E27FC236}">
                      <a16:creationId xmlns:a16="http://schemas.microsoft.com/office/drawing/2014/main" id="{0BABBDEA-2C62-2A15-D840-64960D897B3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022160" y="3122215"/>
                  <a:ext cx="1587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3D26251-C90F-C537-8199-6B590A8E5243}"/>
                    </a:ext>
                  </a:extLst>
                </p14:cNvPr>
                <p14:cNvContentPartPr/>
                <p14:nvPr/>
              </p14:nvContentPartPr>
              <p14:xfrm>
                <a:off x="7128360" y="3068575"/>
                <a:ext cx="169200" cy="267840"/>
              </p14:xfrm>
            </p:contentPart>
          </mc:Choice>
          <mc:Fallback xmlns="">
            <p:pic>
              <p:nvPicPr>
                <p:cNvPr id="3186" name="Ink 3185">
                  <a:extLst>
                    <a:ext uri="{FF2B5EF4-FFF2-40B4-BE49-F238E27FC236}">
                      <a16:creationId xmlns:a16="http://schemas.microsoft.com/office/drawing/2014/main" id="{9E5F5096-2AA0-C88D-42F2-E30864B94EB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119720" y="3059935"/>
                  <a:ext cx="1868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EE2EFE6-FC5A-C32E-74DB-9424AB7D7224}"/>
                    </a:ext>
                  </a:extLst>
                </p14:cNvPr>
                <p14:cNvContentPartPr/>
                <p14:nvPr/>
              </p14:nvContentPartPr>
              <p14:xfrm>
                <a:off x="7305120" y="3093775"/>
                <a:ext cx="235440" cy="239760"/>
              </p14:xfrm>
            </p:contentPart>
          </mc:Choice>
          <mc:Fallback xmlns="">
            <p:pic>
              <p:nvPicPr>
                <p:cNvPr id="3187" name="Ink 3186">
                  <a:extLst>
                    <a:ext uri="{FF2B5EF4-FFF2-40B4-BE49-F238E27FC236}">
                      <a16:creationId xmlns:a16="http://schemas.microsoft.com/office/drawing/2014/main" id="{A9A058BC-4D30-76AA-1E4A-348203FFB78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296480" y="3085135"/>
                  <a:ext cx="2530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2953032-4966-2BEB-093C-B4952186FB26}"/>
                    </a:ext>
                  </a:extLst>
                </p14:cNvPr>
                <p14:cNvContentPartPr/>
                <p14:nvPr/>
              </p14:nvContentPartPr>
              <p14:xfrm>
                <a:off x="4785840" y="3788215"/>
                <a:ext cx="213120" cy="187200"/>
              </p14:xfrm>
            </p:contentPart>
          </mc:Choice>
          <mc:Fallback xmlns="">
            <p:pic>
              <p:nvPicPr>
                <p:cNvPr id="3189" name="Ink 3188">
                  <a:extLst>
                    <a:ext uri="{FF2B5EF4-FFF2-40B4-BE49-F238E27FC236}">
                      <a16:creationId xmlns:a16="http://schemas.microsoft.com/office/drawing/2014/main" id="{2E118927-DF24-120B-2D4A-ECD43E88CFD5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777200" y="3779215"/>
                  <a:ext cx="2307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4A91368-A615-A5F6-2A9B-A6BAA964DB38}"/>
                    </a:ext>
                  </a:extLst>
                </p14:cNvPr>
                <p14:cNvContentPartPr/>
                <p14:nvPr/>
              </p14:nvContentPartPr>
              <p14:xfrm>
                <a:off x="4884120" y="3822055"/>
                <a:ext cx="237600" cy="319680"/>
              </p14:xfrm>
            </p:contentPart>
          </mc:Choice>
          <mc:Fallback xmlns="">
            <p:pic>
              <p:nvPicPr>
                <p:cNvPr id="3190" name="Ink 3189">
                  <a:extLst>
                    <a:ext uri="{FF2B5EF4-FFF2-40B4-BE49-F238E27FC236}">
                      <a16:creationId xmlns:a16="http://schemas.microsoft.com/office/drawing/2014/main" id="{91EFA152-BF68-260D-4BE0-A98B7C0A311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875120" y="3813055"/>
                  <a:ext cx="2552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44C16E5-EA34-A518-EADC-A2B059C42700}"/>
                    </a:ext>
                  </a:extLst>
                </p14:cNvPr>
                <p14:cNvContentPartPr/>
                <p14:nvPr/>
              </p14:nvContentPartPr>
              <p14:xfrm>
                <a:off x="5024520" y="3971815"/>
                <a:ext cx="124200" cy="185400"/>
              </p14:xfrm>
            </p:contentPart>
          </mc:Choice>
          <mc:Fallback xmlns="">
            <p:pic>
              <p:nvPicPr>
                <p:cNvPr id="3191" name="Ink 3190">
                  <a:extLst>
                    <a:ext uri="{FF2B5EF4-FFF2-40B4-BE49-F238E27FC236}">
                      <a16:creationId xmlns:a16="http://schemas.microsoft.com/office/drawing/2014/main" id="{C136725F-E5A1-6729-5CC0-713090AA8265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015520" y="3963175"/>
                  <a:ext cx="1418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71560C0-957A-E9C1-0633-A08881D4B7D6}"/>
                    </a:ext>
                  </a:extLst>
                </p14:cNvPr>
                <p14:cNvContentPartPr/>
                <p14:nvPr/>
              </p14:nvContentPartPr>
              <p14:xfrm>
                <a:off x="5245200" y="3911335"/>
                <a:ext cx="107280" cy="45360"/>
              </p14:xfrm>
            </p:contentPart>
          </mc:Choice>
          <mc:Fallback xmlns="">
            <p:pic>
              <p:nvPicPr>
                <p:cNvPr id="3192" name="Ink 3191">
                  <a:extLst>
                    <a:ext uri="{FF2B5EF4-FFF2-40B4-BE49-F238E27FC236}">
                      <a16:creationId xmlns:a16="http://schemas.microsoft.com/office/drawing/2014/main" id="{C1C1514E-2C3D-0F4C-6525-0B7F6D4BA48D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236560" y="3902695"/>
                  <a:ext cx="1249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9C9FBA7-ADE7-2ADE-7C5F-1FBD0E76F149}"/>
                    </a:ext>
                  </a:extLst>
                </p14:cNvPr>
                <p14:cNvContentPartPr/>
                <p14:nvPr/>
              </p14:nvContentPartPr>
              <p14:xfrm>
                <a:off x="5254200" y="3967855"/>
                <a:ext cx="90000" cy="23040"/>
              </p14:xfrm>
            </p:contentPart>
          </mc:Choice>
          <mc:Fallback xmlns="">
            <p:pic>
              <p:nvPicPr>
                <p:cNvPr id="3193" name="Ink 3192">
                  <a:extLst>
                    <a:ext uri="{FF2B5EF4-FFF2-40B4-BE49-F238E27FC236}">
                      <a16:creationId xmlns:a16="http://schemas.microsoft.com/office/drawing/2014/main" id="{D5738A65-0C5C-7DB1-87F2-790EB27E5E6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245560" y="3959215"/>
                  <a:ext cx="1076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AE41C2D-8968-8062-757A-576E912CB602}"/>
                    </a:ext>
                  </a:extLst>
                </p14:cNvPr>
                <p14:cNvContentPartPr/>
                <p14:nvPr/>
              </p14:nvContentPartPr>
              <p14:xfrm>
                <a:off x="5554440" y="3699655"/>
                <a:ext cx="138960" cy="188280"/>
              </p14:xfrm>
            </p:contentPart>
          </mc:Choice>
          <mc:Fallback xmlns="">
            <p:pic>
              <p:nvPicPr>
                <p:cNvPr id="3195" name="Ink 3194">
                  <a:extLst>
                    <a:ext uri="{FF2B5EF4-FFF2-40B4-BE49-F238E27FC236}">
                      <a16:creationId xmlns:a16="http://schemas.microsoft.com/office/drawing/2014/main" id="{F1A6022A-FE40-9A42-C06E-F16E2718D06F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545800" y="3691015"/>
                  <a:ext cx="1566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35A5DC1-E6ED-DA96-9FA2-1AB31357C5E6}"/>
                    </a:ext>
                  </a:extLst>
                </p14:cNvPr>
                <p14:cNvContentPartPr/>
                <p14:nvPr/>
              </p14:nvContentPartPr>
              <p14:xfrm>
                <a:off x="5744160" y="3788215"/>
                <a:ext cx="15840" cy="4680"/>
              </p14:xfrm>
            </p:contentPart>
          </mc:Choice>
          <mc:Fallback xmlns="">
            <p:pic>
              <p:nvPicPr>
                <p:cNvPr id="3196" name="Ink 3195">
                  <a:extLst>
                    <a:ext uri="{FF2B5EF4-FFF2-40B4-BE49-F238E27FC236}">
                      <a16:creationId xmlns:a16="http://schemas.microsoft.com/office/drawing/2014/main" id="{FD1FC01A-9A2E-949C-D0D2-185E76A1EBBD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735160" y="3779575"/>
                  <a:ext cx="334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50EA7DA-3A1B-54F0-631E-191E9B12ABB2}"/>
                    </a:ext>
                  </a:extLst>
                </p14:cNvPr>
                <p14:cNvContentPartPr/>
                <p14:nvPr/>
              </p14:nvContentPartPr>
              <p14:xfrm>
                <a:off x="5811120" y="3656095"/>
                <a:ext cx="80640" cy="187560"/>
              </p14:xfrm>
            </p:contentPart>
          </mc:Choice>
          <mc:Fallback xmlns="">
            <p:pic>
              <p:nvPicPr>
                <p:cNvPr id="3197" name="Ink 3196">
                  <a:extLst>
                    <a:ext uri="{FF2B5EF4-FFF2-40B4-BE49-F238E27FC236}">
                      <a16:creationId xmlns:a16="http://schemas.microsoft.com/office/drawing/2014/main" id="{C2DC865D-D0BF-4E43-1D55-A435255DDB69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5802480" y="3647095"/>
                  <a:ext cx="982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60DBD25-6AE8-2CC8-F8F6-8BDC98956662}"/>
                    </a:ext>
                  </a:extLst>
                </p14:cNvPr>
                <p14:cNvContentPartPr/>
                <p14:nvPr/>
              </p14:nvContentPartPr>
              <p14:xfrm>
                <a:off x="5775120" y="3760855"/>
                <a:ext cx="135000" cy="40680"/>
              </p14:xfrm>
            </p:contentPart>
          </mc:Choice>
          <mc:Fallback xmlns="">
            <p:pic>
              <p:nvPicPr>
                <p:cNvPr id="3198" name="Ink 3197">
                  <a:extLst>
                    <a:ext uri="{FF2B5EF4-FFF2-40B4-BE49-F238E27FC236}">
                      <a16:creationId xmlns:a16="http://schemas.microsoft.com/office/drawing/2014/main" id="{37F9FCE1-3C67-BC32-FB51-BDD57FEEA66C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766480" y="3751855"/>
                  <a:ext cx="1526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C0EA3CB-5A84-474B-E920-306D862176C6}"/>
                    </a:ext>
                  </a:extLst>
                </p14:cNvPr>
                <p14:cNvContentPartPr/>
                <p14:nvPr/>
              </p14:nvContentPartPr>
              <p14:xfrm>
                <a:off x="5952600" y="3634135"/>
                <a:ext cx="121320" cy="137160"/>
              </p14:xfrm>
            </p:contentPart>
          </mc:Choice>
          <mc:Fallback xmlns="">
            <p:pic>
              <p:nvPicPr>
                <p:cNvPr id="3199" name="Ink 3198">
                  <a:extLst>
                    <a:ext uri="{FF2B5EF4-FFF2-40B4-BE49-F238E27FC236}">
                      <a16:creationId xmlns:a16="http://schemas.microsoft.com/office/drawing/2014/main" id="{EFD9BE01-6444-59B6-0B93-DE1FBCB0F1B4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5943960" y="3625135"/>
                  <a:ext cx="1389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02F1E79-D6E5-AE55-080F-98F0E844E228}"/>
                    </a:ext>
                  </a:extLst>
                </p14:cNvPr>
                <p14:cNvContentPartPr/>
                <p14:nvPr/>
              </p14:nvContentPartPr>
              <p14:xfrm>
                <a:off x="6153480" y="3587335"/>
                <a:ext cx="175320" cy="202680"/>
              </p14:xfrm>
            </p:contentPart>
          </mc:Choice>
          <mc:Fallback xmlns="">
            <p:pic>
              <p:nvPicPr>
                <p:cNvPr id="3200" name="Ink 3199">
                  <a:extLst>
                    <a:ext uri="{FF2B5EF4-FFF2-40B4-BE49-F238E27FC236}">
                      <a16:creationId xmlns:a16="http://schemas.microsoft.com/office/drawing/2014/main" id="{A841F284-7EED-5C57-377E-F6C1CD81470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144840" y="3578695"/>
                  <a:ext cx="1929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223A628-6A72-6042-3F17-EFFD2B1563DD}"/>
                    </a:ext>
                  </a:extLst>
                </p14:cNvPr>
                <p14:cNvContentPartPr/>
                <p14:nvPr/>
              </p14:nvContentPartPr>
              <p14:xfrm>
                <a:off x="6351120" y="3586255"/>
                <a:ext cx="222480" cy="109440"/>
              </p14:xfrm>
            </p:contentPart>
          </mc:Choice>
          <mc:Fallback xmlns="">
            <p:pic>
              <p:nvPicPr>
                <p:cNvPr id="3201" name="Ink 3200">
                  <a:extLst>
                    <a:ext uri="{FF2B5EF4-FFF2-40B4-BE49-F238E27FC236}">
                      <a16:creationId xmlns:a16="http://schemas.microsoft.com/office/drawing/2014/main" id="{21DF4672-7F3C-DF5A-3585-205926F39C23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342480" y="3577255"/>
                  <a:ext cx="2401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46E0FD1-B3D4-FA7B-3DD4-CDCE836BBBF0}"/>
                    </a:ext>
                  </a:extLst>
                </p14:cNvPr>
                <p14:cNvContentPartPr/>
                <p14:nvPr/>
              </p14:nvContentPartPr>
              <p14:xfrm>
                <a:off x="5588280" y="3809095"/>
                <a:ext cx="674280" cy="162720"/>
              </p14:xfrm>
            </p:contentPart>
          </mc:Choice>
          <mc:Fallback xmlns="">
            <p:pic>
              <p:nvPicPr>
                <p:cNvPr id="3202" name="Ink 3201">
                  <a:extLst>
                    <a:ext uri="{FF2B5EF4-FFF2-40B4-BE49-F238E27FC236}">
                      <a16:creationId xmlns:a16="http://schemas.microsoft.com/office/drawing/2014/main" id="{E33704D5-337B-C7E5-2E30-27363169AC84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579280" y="3800095"/>
                  <a:ext cx="6919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103EFFF-714F-2DA8-1D36-25C8DC00B344}"/>
                    </a:ext>
                  </a:extLst>
                </p14:cNvPr>
                <p14:cNvContentPartPr/>
                <p14:nvPr/>
              </p14:nvContentPartPr>
              <p14:xfrm>
                <a:off x="5536440" y="3987295"/>
                <a:ext cx="164160" cy="140040"/>
              </p14:xfrm>
            </p:contentPart>
          </mc:Choice>
          <mc:Fallback xmlns="">
            <p:pic>
              <p:nvPicPr>
                <p:cNvPr id="3203" name="Ink 3202">
                  <a:extLst>
                    <a:ext uri="{FF2B5EF4-FFF2-40B4-BE49-F238E27FC236}">
                      <a16:creationId xmlns:a16="http://schemas.microsoft.com/office/drawing/2014/main" id="{E8FC00E0-5F34-3A60-9442-DF4DCEA0FB74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527440" y="3978655"/>
                  <a:ext cx="1818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5C5069A-0385-7CEF-A768-D03A7FACD87D}"/>
                    </a:ext>
                  </a:extLst>
                </p14:cNvPr>
                <p14:cNvContentPartPr/>
                <p14:nvPr/>
              </p14:nvContentPartPr>
              <p14:xfrm>
                <a:off x="5736960" y="4071895"/>
                <a:ext cx="31320" cy="7200"/>
              </p14:xfrm>
            </p:contentPart>
          </mc:Choice>
          <mc:Fallback xmlns="">
            <p:pic>
              <p:nvPicPr>
                <p:cNvPr id="3204" name="Ink 3203">
                  <a:extLst>
                    <a:ext uri="{FF2B5EF4-FFF2-40B4-BE49-F238E27FC236}">
                      <a16:creationId xmlns:a16="http://schemas.microsoft.com/office/drawing/2014/main" id="{F8165C97-F463-A988-F376-3744636DC390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727960" y="4063255"/>
                  <a:ext cx="48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960F5C0-003E-2263-B9B7-90EE3EAF4400}"/>
                    </a:ext>
                  </a:extLst>
                </p14:cNvPr>
                <p14:cNvContentPartPr/>
                <p14:nvPr/>
              </p14:nvContentPartPr>
              <p14:xfrm>
                <a:off x="5829840" y="3940495"/>
                <a:ext cx="110880" cy="165240"/>
              </p14:xfrm>
            </p:contentPart>
          </mc:Choice>
          <mc:Fallback xmlns="">
            <p:pic>
              <p:nvPicPr>
                <p:cNvPr id="3205" name="Ink 3204">
                  <a:extLst>
                    <a:ext uri="{FF2B5EF4-FFF2-40B4-BE49-F238E27FC236}">
                      <a16:creationId xmlns:a16="http://schemas.microsoft.com/office/drawing/2014/main" id="{6C930B25-E704-DC27-2B12-66CB79E03FF4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821200" y="3931855"/>
                  <a:ext cx="1285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E3603EA-9B1C-CC0F-435A-15AE76FF6FE7}"/>
                    </a:ext>
                  </a:extLst>
                </p14:cNvPr>
                <p14:cNvContentPartPr/>
                <p14:nvPr/>
              </p14:nvContentPartPr>
              <p14:xfrm>
                <a:off x="5954400" y="3926815"/>
                <a:ext cx="93960" cy="167040"/>
              </p14:xfrm>
            </p:contentPart>
          </mc:Choice>
          <mc:Fallback xmlns="">
            <p:pic>
              <p:nvPicPr>
                <p:cNvPr id="3206" name="Ink 3205">
                  <a:extLst>
                    <a:ext uri="{FF2B5EF4-FFF2-40B4-BE49-F238E27FC236}">
                      <a16:creationId xmlns:a16="http://schemas.microsoft.com/office/drawing/2014/main" id="{32E68D42-98EC-27EA-476F-D66CC57DC5F7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945400" y="3918175"/>
                  <a:ext cx="1116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0B584E9-6C60-F840-64F2-7619B0D5FADB}"/>
                    </a:ext>
                  </a:extLst>
                </p14:cNvPr>
                <p14:cNvContentPartPr/>
                <p14:nvPr/>
              </p14:nvContentPartPr>
              <p14:xfrm>
                <a:off x="6100920" y="3894775"/>
                <a:ext cx="198360" cy="182160"/>
              </p14:xfrm>
            </p:contentPart>
          </mc:Choice>
          <mc:Fallback xmlns="">
            <p:pic>
              <p:nvPicPr>
                <p:cNvPr id="3207" name="Ink 3206">
                  <a:extLst>
                    <a:ext uri="{FF2B5EF4-FFF2-40B4-BE49-F238E27FC236}">
                      <a16:creationId xmlns:a16="http://schemas.microsoft.com/office/drawing/2014/main" id="{2D440BB1-4C02-DF6B-136C-C205993353B1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6092280" y="3886135"/>
                  <a:ext cx="2160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1769976-21CD-5845-AC62-52F8AEE3F9FA}"/>
                    </a:ext>
                  </a:extLst>
                </p14:cNvPr>
                <p14:cNvContentPartPr/>
                <p14:nvPr/>
              </p14:nvContentPartPr>
              <p14:xfrm>
                <a:off x="6307920" y="3880375"/>
                <a:ext cx="200520" cy="146520"/>
              </p14:xfrm>
            </p:contentPart>
          </mc:Choice>
          <mc:Fallback xmlns="">
            <p:pic>
              <p:nvPicPr>
                <p:cNvPr id="3208" name="Ink 3207">
                  <a:extLst>
                    <a:ext uri="{FF2B5EF4-FFF2-40B4-BE49-F238E27FC236}">
                      <a16:creationId xmlns:a16="http://schemas.microsoft.com/office/drawing/2014/main" id="{0D3CCD4D-5C35-48E2-C779-974298CFEBA1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6299280" y="3871735"/>
                  <a:ext cx="218160" cy="16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C4AE4A30-4B95-887F-9D41-DCC5BA965C7B}"/>
                  </a:ext>
                </a:extLst>
              </p14:cNvPr>
              <p14:cNvContentPartPr/>
              <p14:nvPr/>
            </p14:nvContentPartPr>
            <p14:xfrm>
              <a:off x="817272" y="1828033"/>
              <a:ext cx="7533360" cy="282528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C4AE4A30-4B95-887F-9D41-DCC5BA965C7B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807912" y="1818673"/>
                <a:ext cx="7552080" cy="284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7079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35297"/>
            <a:ext cx="12192000" cy="722703"/>
            <a:chOff x="0" y="6128881"/>
            <a:chExt cx="12192000" cy="722703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8881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91586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Transistor Circuit Model</a:t>
            </a:r>
            <a:r>
              <a:rPr lang="en-AU" sz="3600" b="1" dirty="0">
                <a:latin typeface="Arial Black" panose="020B0A04020102020204" pitchFamily="34" charset="0"/>
              </a:rPr>
              <a:t> - MOSFET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35297"/>
            <a:ext cx="12192000" cy="722703"/>
            <a:chOff x="0" y="6128881"/>
            <a:chExt cx="12192000" cy="722703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8881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2" y="596714"/>
            <a:ext cx="11867091" cy="5513168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927100" marR="673100" lvl="1" indent="-457200">
              <a:buFont typeface="Wingdings" panose="05000000000000000000" pitchFamily="2" charset="2"/>
              <a:buChar char="§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927100" marR="673100" lvl="2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3014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</TotalTime>
  <Words>1004</Words>
  <Application>Microsoft Office PowerPoint</Application>
  <PresentationFormat>Widescreen</PresentationFormat>
  <Paragraphs>450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Arial Black</vt:lpstr>
      <vt:lpstr>Calibri</vt:lpstr>
      <vt:lpstr>Calibri Light</vt:lpstr>
      <vt:lpstr>Cambria Math</vt:lpstr>
      <vt:lpstr>Wingdings</vt:lpstr>
      <vt:lpstr>Office Theme</vt:lpstr>
      <vt:lpstr>WEEK 4  Transistor Model - MOSFET</vt:lpstr>
      <vt:lpstr>PowerPoint Presentation</vt:lpstr>
      <vt:lpstr>Learning Outcomes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  <vt:lpstr>Transistor Circuit Model - MOSFET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Aron Michael</cp:lastModifiedBy>
  <cp:revision>3</cp:revision>
  <dcterms:created xsi:type="dcterms:W3CDTF">2018-04-12T05:54:00Z</dcterms:created>
  <dcterms:modified xsi:type="dcterms:W3CDTF">2023-06-23T02:38:04Z</dcterms:modified>
</cp:coreProperties>
</file>